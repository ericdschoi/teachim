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79" r:id="rId3"/>
    <p:sldId id="380" r:id="rId4"/>
    <p:sldId id="384" r:id="rId5"/>
    <p:sldId id="385" r:id="rId6"/>
    <p:sldId id="386" r:id="rId7"/>
    <p:sldId id="365" r:id="rId8"/>
    <p:sldId id="387" r:id="rId9"/>
    <p:sldId id="381" r:id="rId10"/>
    <p:sldId id="394" r:id="rId11"/>
    <p:sldId id="395" r:id="rId12"/>
    <p:sldId id="388" r:id="rId13"/>
    <p:sldId id="260" r:id="rId14"/>
    <p:sldId id="391" r:id="rId15"/>
    <p:sldId id="396" r:id="rId22"/>
    <p:sldId id="397" r:id="rId23"/>
    <p:sldId id="3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810968-D91D-C19B-3655-B4D2DE7FDBEE}" name="Yilin Zhang" initials="YZ" userId="S::Yilin_Zhang@valleymed.org::40a11026-a9ab-441d-8256-d37e38926e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6A8"/>
    <a:srgbClr val="F090AE"/>
    <a:srgbClr val="FF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7" autoAdjust="0"/>
    <p:restoredTop sz="85050" autoAdjust="0"/>
  </p:normalViewPr>
  <p:slideViewPr>
    <p:cSldViewPr snapToGrid="0">
      <p:cViewPr varScale="1">
        <p:scale>
          <a:sx n="91" d="100"/>
          <a:sy n="91" d="100"/>
        </p:scale>
        <p:origin x="8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D5C7E-7E5D-3E41-B91E-A3E466DE7E62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D8DF0-3744-FD47-B7F9-923C7F619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5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1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E2AF3-E858-B143-B258-9F5A6EEFF2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2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E2AF3-E858-B143-B258-9F5A6EEFF2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22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E2AF3-E858-B143-B258-9F5A6EEFF2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5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E2AF3-E858-B143-B258-9F5A6EEFF2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18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E2AF3-E858-B143-B258-9F5A6EEFF2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0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04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8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72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2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3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47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D8DF0-3744-FD47-B7F9-923C7F6196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758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47A9-D53B-43D9-8708-4A4F9CD95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C791-CF7B-4E5A-829B-C1FEA7278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3820-9C64-4254-B706-D7655C88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3BB0-232D-4C30-81EA-22F16843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54119-109B-45F1-AE71-24E5326E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F50C-21F5-4629-9EC6-785D86A7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CE0E-9445-461F-9ECE-DDFCB30D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AB52-45BA-4DA5-8D42-A08F5258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2237F-3FF5-4808-8FD5-00EF68EB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A63D9-4B9C-4C5F-9F78-072EDC35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FD5A-4224-4D3C-B1F1-B90A847A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431-F589-4041-83A9-477647B3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F8E7-1AA6-4BD7-A388-9A352EFF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4B6F-EDE8-4FBE-9CCD-D1DA256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CB8CD-7770-4694-A186-17FB1A0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048C-8CE6-4F5C-9D54-EEF648B5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A9E7-68D0-4CAE-8EED-7E16296A6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3C60E-E3A3-43C5-9B70-2947682C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61302-CA24-440A-B4FF-2A215B80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EEBFF-4BF8-4D9A-877C-4E5B15B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C224-531D-4D5F-B138-C8C2DF55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75BB-BA8C-4CC9-93B3-4A118DAD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F770-99FF-4877-A6E4-801BCDCA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736-8DED-4689-9646-4FBAC9D97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48A43-C6BB-4B91-88F4-AA4F08A7F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14354-CC40-406E-99F5-5BC15D383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4896-9FCB-4EF0-BFDF-E1D1B2FC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2BA49-F00F-4AFE-AB38-3A00DBD1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7A29B-38B0-4F09-BE1C-9FA194FA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DF8A-24FB-44E0-9F17-99FE294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F6B9C-BC36-4C97-A0C2-298B31B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5006E-543E-470E-A609-8F2C7C4F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B6329-5671-4FC1-9965-4613377B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7B9BC-B772-43F8-B4FC-CF88D87B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AABF-8B66-415F-B026-058588D7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4FAD-0F36-4D49-8D81-BC7EBBED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225D-6212-45BF-9127-F3496C19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6053-9083-4DB1-AC75-EEAFE66D1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AA03-47AC-448C-BD62-44DFDB1C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466D0-E4EF-4DF9-8096-64AA0A6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45805-0774-4915-B57B-553C8A9B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D829-266E-48F1-BED7-DD6BB3E4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6985-27E5-4F8C-BF91-22DEDCF51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96F4-60CE-40AC-AE3F-7773EA44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837F7-B670-4DDC-AFE1-EBA1784FB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39E62-6360-48A5-B5FE-258587AB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28423-8843-4CD6-A271-610D923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C43CA-DAE0-4E68-99E5-FF49B44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CC0A-32B2-4D6B-A976-152A5A6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7FAE1-E8C3-4A04-99E1-FC26CF51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D4EBF-9BC0-48F9-BBA1-256AA7B4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BAC2-A8AA-4365-8035-E8139DCA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C765-A941-41A8-ACE1-FC7EEB92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A6490-5CB4-4007-BF9C-C0B9BBFD8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37B-55D1-4FD6-8826-8107FE69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F6E6-4340-45E1-8E17-57FEF987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1AFE-9DEF-42C3-B256-8BF6A263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1D9F0-0590-4283-85CE-FDF9A92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854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B2958-4B36-4099-B770-95CB160A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5D57-598D-40AC-A83B-119200F92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33C1-0465-4F25-B77C-BB92D54D4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F14A-D76B-40B9-B3E4-3854EC9865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83EC-0D02-4E7B-AF4B-BCEBEC804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E90E-61B1-441D-88BB-8B212DF7D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EE272-2248-4504-8802-E524313AA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7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4.png"/><Relationship Id="rId10" Type="http://schemas.openxmlformats.org/officeDocument/2006/relationships/slide" Target="slide13.xml"/><Relationship Id="rId11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13.xml"/><Relationship Id="rId10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7.xml"/><Relationship Id="rId12" Type="http://schemas.openxmlformats.org/officeDocument/2006/relationships/slide" Target="slide4.xml"/><Relationship Id="rId13" Type="http://schemas.openxmlformats.org/officeDocument/2006/relationships/slide" Target="slide5.xml"/><Relationship Id="rId14" Type="http://schemas.openxmlformats.org/officeDocument/2006/relationships/slide" Target="slide6.xml"/><Relationship Id="rId15" Type="http://schemas.openxmlformats.org/officeDocument/2006/relationships/slide" Target="slide13.xml"/><Relationship Id="rId16" Type="http://schemas.openxmlformats.org/officeDocument/2006/relationships/slide" Target="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4.xml"/><Relationship Id="rId9" Type="http://schemas.openxmlformats.org/officeDocument/2006/relationships/slide" Target="slide6.xml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slide" Target="slide13.xml"/><Relationship Id="rId13" Type="http://schemas.openxmlformats.org/officeDocument/2006/relationships/slide" Target="slide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slide" Target="slide5.xml"/><Relationship Id="rId5" Type="http://schemas.openxmlformats.org/officeDocument/2006/relationships/slide" Target="slide13.xml"/><Relationship Id="rId6" Type="http://schemas.openxmlformats.org/officeDocument/2006/relationships/slide" Target="slide4.xml"/><Relationship Id="rId7" Type="http://schemas.openxmlformats.org/officeDocument/2006/relationships/slide" Target="slide6.xml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slide" Target="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4.xml"/><Relationship Id="rId14" Type="http://schemas.openxmlformats.org/officeDocument/2006/relationships/image" Target="../media/image11.png"/><Relationship Id="rId15" Type="http://schemas.openxmlformats.org/officeDocument/2006/relationships/image" Target="../media/image2.png"/><Relationship Id="rId16" Type="http://schemas.openxmlformats.org/officeDocument/2006/relationships/image" Target="../media/image3.svg"/><Relationship Id="rId17" Type="http://schemas.openxmlformats.org/officeDocument/2006/relationships/slide" Target="slide13.xml"/><Relationship Id="rId18" Type="http://schemas.openxmlformats.org/officeDocument/2006/relationships/slide" Target="slide12.xml"/><Relationship Id="rId19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10.xml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slide" Target="slide13.xml"/><Relationship Id="rId11" Type="http://schemas.openxmlformats.org/officeDocument/2006/relationships/slide" Target="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9.xm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3.xml"/><Relationship Id="rId8" Type="http://schemas.openxmlformats.org/officeDocument/2006/relationships/slide" Target="slide13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12.xml"/><Relationship Id="rId6" Type="http://schemas.openxmlformats.org/officeDocument/2006/relationships/slide" Target="slide9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11.xml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9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13.xml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13.xml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7.xml"/><Relationship Id="rId8" Type="http://schemas.openxmlformats.org/officeDocument/2006/relationships/slide" Target="slide12.xml"/><Relationship Id="rId9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C9B24516-2B7A-8D4E-8648-DB1CA146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983" y="1887626"/>
            <a:ext cx="7574155" cy="4336349"/>
          </a:xfrm>
          <a:prstGeom prst="rect">
            <a:avLst/>
          </a:prstGeom>
        </p:spPr>
      </p:pic>
      <p:sp>
        <p:nvSpPr>
          <p:cNvPr id="4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6E40EF01-40C8-4BBA-9302-094310544EE5}"/>
              </a:ext>
            </a:extLst>
          </p:cNvPr>
          <p:cNvSpPr/>
          <p:nvPr/>
        </p:nvSpPr>
        <p:spPr>
          <a:xfrm>
            <a:off x="167949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5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18AA5CC9-2F52-44F8-95A8-EF1288A442A3}"/>
              </a:ext>
            </a:extLst>
          </p:cNvPr>
          <p:cNvSpPr/>
          <p:nvPr/>
        </p:nvSpPr>
        <p:spPr>
          <a:xfrm>
            <a:off x="167949" y="666938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8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EBAB0FC3-94FB-41EF-84AD-D21B7DE4FC38}"/>
              </a:ext>
            </a:extLst>
          </p:cNvPr>
          <p:cNvSpPr/>
          <p:nvPr/>
        </p:nvSpPr>
        <p:spPr>
          <a:xfrm>
            <a:off x="167949" y="11852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B72A1-C019-4ADE-A4C3-117AF97FE617}"/>
              </a:ext>
            </a:extLst>
          </p:cNvPr>
          <p:cNvSpPr txBox="1"/>
          <p:nvPr/>
        </p:nvSpPr>
        <p:spPr>
          <a:xfrm>
            <a:off x="2297724" y="918446"/>
            <a:ext cx="86229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Assessing Pulmonary Mechanics in a Ventilated Patient 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A70CEF10-430A-40AB-9918-5B1C84648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92258"/>
            <a:ext cx="274320" cy="27432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765C619-19B9-476D-997A-233D70149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434036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7A8CDD25-3A95-F943-8AE4-606A7C5AB7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915687"/>
            <a:ext cx="274320" cy="274320"/>
          </a:xfrm>
          <a:prstGeom prst="rect">
            <a:avLst/>
          </a:prstGeom>
        </p:spPr>
      </p:pic>
      <p:pic>
        <p:nvPicPr>
          <p:cNvPr id="15" name="teachIM logo" descr="Icon&#10;&#10;Description automatically generated">
            <a:extLst>
              <a:ext uri="{FF2B5EF4-FFF2-40B4-BE49-F238E27FC236}">
                <a16:creationId xmlns:a16="http://schemas.microsoft.com/office/drawing/2014/main" id="{7ECF0974-D1E0-086D-8A56-DD3751E5D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sp>
        <p:nvSpPr>
          <p:cNvPr id="18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4D84308A-AD72-D4D6-1FCA-381674459D78}"/>
              </a:ext>
            </a:extLst>
          </p:cNvPr>
          <p:cNvSpPr/>
          <p:nvPr/>
        </p:nvSpPr>
        <p:spPr>
          <a:xfrm>
            <a:off x="167949" y="222198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494FF8F6-B1CB-DAD9-B402-50A1F065A3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2470735"/>
            <a:ext cx="274320" cy="274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7FE8C3-DF08-F5EA-C9B4-6FFDB3B2095E}"/>
              </a:ext>
            </a:extLst>
          </p:cNvPr>
          <p:cNvSpPr txBox="1"/>
          <p:nvPr/>
        </p:nvSpPr>
        <p:spPr>
          <a:xfrm>
            <a:off x="7620000" y="6596390"/>
            <a:ext cx="457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Graphics created with biorender.com</a:t>
            </a:r>
          </a:p>
        </p:txBody>
      </p:sp>
      <p:sp>
        <p:nvSpPr>
          <p:cNvPr id="10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F4265B01-8A3A-8B19-7F46-DD538F2457B0}"/>
              </a:ext>
            </a:extLst>
          </p:cNvPr>
          <p:cNvSpPr/>
          <p:nvPr/>
        </p:nvSpPr>
        <p:spPr>
          <a:xfrm>
            <a:off x="167949" y="170363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3081F3D1-594C-A222-8249-ACA879A959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95094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4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25E9C25-7D2F-E5BF-1422-1F1F89A1627D}"/>
              </a:ext>
            </a:extLst>
          </p:cNvPr>
          <p:cNvGrpSpPr/>
          <p:nvPr/>
        </p:nvGrpSpPr>
        <p:grpSpPr>
          <a:xfrm>
            <a:off x="7178655" y="3480637"/>
            <a:ext cx="3101708" cy="1372271"/>
            <a:chOff x="7079276" y="3549741"/>
            <a:chExt cx="3101708" cy="1372271"/>
          </a:xfrm>
        </p:grpSpPr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35F68949-E67B-1CC7-3B98-DB159266584B}"/>
                </a:ext>
              </a:extLst>
            </p:cNvPr>
            <p:cNvSpPr/>
            <p:nvPr/>
          </p:nvSpPr>
          <p:spPr>
            <a:xfrm>
              <a:off x="8035926" y="4273292"/>
              <a:ext cx="2145058" cy="648720"/>
            </a:xfrm>
            <a:custGeom>
              <a:avLst/>
              <a:gdLst>
                <a:gd name="connsiteX0" fmla="*/ 76901 w 2147614"/>
                <a:gd name="connsiteY0" fmla="*/ 139361 h 624678"/>
                <a:gd name="connsiteX1" fmla="*/ 500763 w 2147614"/>
                <a:gd name="connsiteY1" fmla="*/ 86974 h 624678"/>
                <a:gd name="connsiteX2" fmla="*/ 662688 w 2147614"/>
                <a:gd name="connsiteY2" fmla="*/ 6011 h 624678"/>
                <a:gd name="connsiteX3" fmla="*/ 1124651 w 2147614"/>
                <a:gd name="connsiteY3" fmla="*/ 15536 h 624678"/>
                <a:gd name="connsiteX4" fmla="*/ 1458026 w 2147614"/>
                <a:gd name="connsiteY4" fmla="*/ 91736 h 624678"/>
                <a:gd name="connsiteX5" fmla="*/ 1886651 w 2147614"/>
                <a:gd name="connsiteY5" fmla="*/ 67924 h 624678"/>
                <a:gd name="connsiteX6" fmla="*/ 2010476 w 2147614"/>
                <a:gd name="connsiteY6" fmla="*/ 306049 h 624678"/>
                <a:gd name="connsiteX7" fmla="*/ 2143826 w 2147614"/>
                <a:gd name="connsiteY7" fmla="*/ 477499 h 624678"/>
                <a:gd name="connsiteX8" fmla="*/ 1853313 w 2147614"/>
                <a:gd name="connsiteY8" fmla="*/ 606086 h 624678"/>
                <a:gd name="connsiteX9" fmla="*/ 905576 w 2147614"/>
                <a:gd name="connsiteY9" fmla="*/ 610849 h 624678"/>
                <a:gd name="connsiteX10" fmla="*/ 329313 w 2147614"/>
                <a:gd name="connsiteY10" fmla="*/ 482261 h 624678"/>
                <a:gd name="connsiteX11" fmla="*/ 81663 w 2147614"/>
                <a:gd name="connsiteY11" fmla="*/ 344149 h 624678"/>
                <a:gd name="connsiteX12" fmla="*/ 701 w 2147614"/>
                <a:gd name="connsiteY12" fmla="*/ 167936 h 624678"/>
                <a:gd name="connsiteX13" fmla="*/ 76901 w 2147614"/>
                <a:gd name="connsiteY13" fmla="*/ 139361 h 624678"/>
                <a:gd name="connsiteX0" fmla="*/ 76620 w 2147333"/>
                <a:gd name="connsiteY0" fmla="*/ 86973 h 624678"/>
                <a:gd name="connsiteX1" fmla="*/ 500482 w 2147333"/>
                <a:gd name="connsiteY1" fmla="*/ 86974 h 624678"/>
                <a:gd name="connsiteX2" fmla="*/ 662407 w 2147333"/>
                <a:gd name="connsiteY2" fmla="*/ 6011 h 624678"/>
                <a:gd name="connsiteX3" fmla="*/ 1124370 w 2147333"/>
                <a:gd name="connsiteY3" fmla="*/ 15536 h 624678"/>
                <a:gd name="connsiteX4" fmla="*/ 1457745 w 2147333"/>
                <a:gd name="connsiteY4" fmla="*/ 91736 h 624678"/>
                <a:gd name="connsiteX5" fmla="*/ 1886370 w 2147333"/>
                <a:gd name="connsiteY5" fmla="*/ 67924 h 624678"/>
                <a:gd name="connsiteX6" fmla="*/ 2010195 w 2147333"/>
                <a:gd name="connsiteY6" fmla="*/ 306049 h 624678"/>
                <a:gd name="connsiteX7" fmla="*/ 2143545 w 2147333"/>
                <a:gd name="connsiteY7" fmla="*/ 477499 h 624678"/>
                <a:gd name="connsiteX8" fmla="*/ 1853032 w 2147333"/>
                <a:gd name="connsiteY8" fmla="*/ 606086 h 624678"/>
                <a:gd name="connsiteX9" fmla="*/ 905295 w 2147333"/>
                <a:gd name="connsiteY9" fmla="*/ 610849 h 624678"/>
                <a:gd name="connsiteX10" fmla="*/ 329032 w 2147333"/>
                <a:gd name="connsiteY10" fmla="*/ 482261 h 624678"/>
                <a:gd name="connsiteX11" fmla="*/ 81382 w 2147333"/>
                <a:gd name="connsiteY11" fmla="*/ 344149 h 624678"/>
                <a:gd name="connsiteX12" fmla="*/ 420 w 2147333"/>
                <a:gd name="connsiteY12" fmla="*/ 167936 h 624678"/>
                <a:gd name="connsiteX13" fmla="*/ 76620 w 2147333"/>
                <a:gd name="connsiteY13" fmla="*/ 86973 h 624678"/>
                <a:gd name="connsiteX0" fmla="*/ 76620 w 2147333"/>
                <a:gd name="connsiteY0" fmla="*/ 98968 h 636673"/>
                <a:gd name="connsiteX1" fmla="*/ 500482 w 2147333"/>
                <a:gd name="connsiteY1" fmla="*/ 98969 h 636673"/>
                <a:gd name="connsiteX2" fmla="*/ 662407 w 2147333"/>
                <a:gd name="connsiteY2" fmla="*/ 3718 h 636673"/>
                <a:gd name="connsiteX3" fmla="*/ 1124370 w 2147333"/>
                <a:gd name="connsiteY3" fmla="*/ 27531 h 636673"/>
                <a:gd name="connsiteX4" fmla="*/ 1457745 w 2147333"/>
                <a:gd name="connsiteY4" fmla="*/ 103731 h 636673"/>
                <a:gd name="connsiteX5" fmla="*/ 1886370 w 2147333"/>
                <a:gd name="connsiteY5" fmla="*/ 79919 h 636673"/>
                <a:gd name="connsiteX6" fmla="*/ 2010195 w 2147333"/>
                <a:gd name="connsiteY6" fmla="*/ 318044 h 636673"/>
                <a:gd name="connsiteX7" fmla="*/ 2143545 w 2147333"/>
                <a:gd name="connsiteY7" fmla="*/ 489494 h 636673"/>
                <a:gd name="connsiteX8" fmla="*/ 1853032 w 2147333"/>
                <a:gd name="connsiteY8" fmla="*/ 618081 h 636673"/>
                <a:gd name="connsiteX9" fmla="*/ 905295 w 2147333"/>
                <a:gd name="connsiteY9" fmla="*/ 622844 h 636673"/>
                <a:gd name="connsiteX10" fmla="*/ 329032 w 2147333"/>
                <a:gd name="connsiteY10" fmla="*/ 494256 h 636673"/>
                <a:gd name="connsiteX11" fmla="*/ 81382 w 2147333"/>
                <a:gd name="connsiteY11" fmla="*/ 356144 h 636673"/>
                <a:gd name="connsiteX12" fmla="*/ 420 w 2147333"/>
                <a:gd name="connsiteY12" fmla="*/ 179931 h 636673"/>
                <a:gd name="connsiteX13" fmla="*/ 76620 w 2147333"/>
                <a:gd name="connsiteY13" fmla="*/ 98968 h 636673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57745 w 2147333"/>
                <a:gd name="connsiteY5" fmla="*/ 102486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95845 w 2147333"/>
                <a:gd name="connsiteY5" fmla="*/ 31048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830"/>
                <a:gd name="connsiteY0" fmla="*/ 97723 h 635428"/>
                <a:gd name="connsiteX1" fmla="*/ 500482 w 2147830"/>
                <a:gd name="connsiteY1" fmla="*/ 97724 h 635428"/>
                <a:gd name="connsiteX2" fmla="*/ 662407 w 2147830"/>
                <a:gd name="connsiteY2" fmla="*/ 2473 h 635428"/>
                <a:gd name="connsiteX3" fmla="*/ 1124370 w 2147830"/>
                <a:gd name="connsiteY3" fmla="*/ 26286 h 635428"/>
                <a:gd name="connsiteX4" fmla="*/ 1152945 w 2147830"/>
                <a:gd name="connsiteY4" fmla="*/ 7237 h 635428"/>
                <a:gd name="connsiteX5" fmla="*/ 1495845 w 2147830"/>
                <a:gd name="connsiteY5" fmla="*/ 31048 h 635428"/>
                <a:gd name="connsiteX6" fmla="*/ 1786358 w 2147830"/>
                <a:gd name="connsiteY6" fmla="*/ 64387 h 635428"/>
                <a:gd name="connsiteX7" fmla="*/ 2010195 w 2147830"/>
                <a:gd name="connsiteY7" fmla="*/ 316799 h 635428"/>
                <a:gd name="connsiteX8" fmla="*/ 2143545 w 2147830"/>
                <a:gd name="connsiteY8" fmla="*/ 488249 h 635428"/>
                <a:gd name="connsiteX9" fmla="*/ 1853032 w 2147830"/>
                <a:gd name="connsiteY9" fmla="*/ 616836 h 635428"/>
                <a:gd name="connsiteX10" fmla="*/ 905295 w 2147830"/>
                <a:gd name="connsiteY10" fmla="*/ 621599 h 635428"/>
                <a:gd name="connsiteX11" fmla="*/ 329032 w 2147830"/>
                <a:gd name="connsiteY11" fmla="*/ 493011 h 635428"/>
                <a:gd name="connsiteX12" fmla="*/ 81382 w 2147830"/>
                <a:gd name="connsiteY12" fmla="*/ 354899 h 635428"/>
                <a:gd name="connsiteX13" fmla="*/ 420 w 2147830"/>
                <a:gd name="connsiteY13" fmla="*/ 178686 h 635428"/>
                <a:gd name="connsiteX14" fmla="*/ 76620 w 2147830"/>
                <a:gd name="connsiteY14" fmla="*/ 97723 h 635428"/>
                <a:gd name="connsiteX0" fmla="*/ 76620 w 2147830"/>
                <a:gd name="connsiteY0" fmla="*/ 97723 h 632954"/>
                <a:gd name="connsiteX1" fmla="*/ 500482 w 2147830"/>
                <a:gd name="connsiteY1" fmla="*/ 97724 h 632954"/>
                <a:gd name="connsiteX2" fmla="*/ 662407 w 2147830"/>
                <a:gd name="connsiteY2" fmla="*/ 2473 h 632954"/>
                <a:gd name="connsiteX3" fmla="*/ 1124370 w 2147830"/>
                <a:gd name="connsiteY3" fmla="*/ 26286 h 632954"/>
                <a:gd name="connsiteX4" fmla="*/ 1152945 w 2147830"/>
                <a:gd name="connsiteY4" fmla="*/ 7237 h 632954"/>
                <a:gd name="connsiteX5" fmla="*/ 1495845 w 2147830"/>
                <a:gd name="connsiteY5" fmla="*/ 31048 h 632954"/>
                <a:gd name="connsiteX6" fmla="*/ 1786358 w 2147830"/>
                <a:gd name="connsiteY6" fmla="*/ 64387 h 632954"/>
                <a:gd name="connsiteX7" fmla="*/ 2010195 w 2147830"/>
                <a:gd name="connsiteY7" fmla="*/ 316799 h 632954"/>
                <a:gd name="connsiteX8" fmla="*/ 2143545 w 2147830"/>
                <a:gd name="connsiteY8" fmla="*/ 535874 h 632954"/>
                <a:gd name="connsiteX9" fmla="*/ 1853032 w 2147830"/>
                <a:gd name="connsiteY9" fmla="*/ 616836 h 632954"/>
                <a:gd name="connsiteX10" fmla="*/ 905295 w 2147830"/>
                <a:gd name="connsiteY10" fmla="*/ 621599 h 632954"/>
                <a:gd name="connsiteX11" fmla="*/ 329032 w 2147830"/>
                <a:gd name="connsiteY11" fmla="*/ 493011 h 632954"/>
                <a:gd name="connsiteX12" fmla="*/ 81382 w 2147830"/>
                <a:gd name="connsiteY12" fmla="*/ 354899 h 632954"/>
                <a:gd name="connsiteX13" fmla="*/ 420 w 2147830"/>
                <a:gd name="connsiteY13" fmla="*/ 178686 h 632954"/>
                <a:gd name="connsiteX14" fmla="*/ 76620 w 2147830"/>
                <a:gd name="connsiteY14" fmla="*/ 97723 h 632954"/>
                <a:gd name="connsiteX0" fmla="*/ 76620 w 2147830"/>
                <a:gd name="connsiteY0" fmla="*/ 97955 h 633186"/>
                <a:gd name="connsiteX1" fmla="*/ 500482 w 2147830"/>
                <a:gd name="connsiteY1" fmla="*/ 97956 h 633186"/>
                <a:gd name="connsiteX2" fmla="*/ 662407 w 2147830"/>
                <a:gd name="connsiteY2" fmla="*/ 2705 h 633186"/>
                <a:gd name="connsiteX3" fmla="*/ 1124370 w 2147830"/>
                <a:gd name="connsiteY3" fmla="*/ 26518 h 633186"/>
                <a:gd name="connsiteX4" fmla="*/ 1495845 w 2147830"/>
                <a:gd name="connsiteY4" fmla="*/ 31280 h 633186"/>
                <a:gd name="connsiteX5" fmla="*/ 1786358 w 2147830"/>
                <a:gd name="connsiteY5" fmla="*/ 64619 h 633186"/>
                <a:gd name="connsiteX6" fmla="*/ 2010195 w 2147830"/>
                <a:gd name="connsiteY6" fmla="*/ 317031 h 633186"/>
                <a:gd name="connsiteX7" fmla="*/ 2143545 w 2147830"/>
                <a:gd name="connsiteY7" fmla="*/ 536106 h 633186"/>
                <a:gd name="connsiteX8" fmla="*/ 1853032 w 2147830"/>
                <a:gd name="connsiteY8" fmla="*/ 617068 h 633186"/>
                <a:gd name="connsiteX9" fmla="*/ 905295 w 2147830"/>
                <a:gd name="connsiteY9" fmla="*/ 621831 h 633186"/>
                <a:gd name="connsiteX10" fmla="*/ 329032 w 2147830"/>
                <a:gd name="connsiteY10" fmla="*/ 493243 h 633186"/>
                <a:gd name="connsiteX11" fmla="*/ 81382 w 2147830"/>
                <a:gd name="connsiteY11" fmla="*/ 355131 h 633186"/>
                <a:gd name="connsiteX12" fmla="*/ 420 w 2147830"/>
                <a:gd name="connsiteY12" fmla="*/ 178918 h 633186"/>
                <a:gd name="connsiteX13" fmla="*/ 76620 w 2147830"/>
                <a:gd name="connsiteY13" fmla="*/ 97955 h 633186"/>
                <a:gd name="connsiteX0" fmla="*/ 76620 w 2147830"/>
                <a:gd name="connsiteY0" fmla="*/ 112011 h 647242"/>
                <a:gd name="connsiteX1" fmla="*/ 500482 w 2147830"/>
                <a:gd name="connsiteY1" fmla="*/ 112012 h 647242"/>
                <a:gd name="connsiteX2" fmla="*/ 662407 w 2147830"/>
                <a:gd name="connsiteY2" fmla="*/ 16761 h 647242"/>
                <a:gd name="connsiteX3" fmla="*/ 1138657 w 2147830"/>
                <a:gd name="connsiteY3" fmla="*/ 2474 h 647242"/>
                <a:gd name="connsiteX4" fmla="*/ 1495845 w 2147830"/>
                <a:gd name="connsiteY4" fmla="*/ 45336 h 647242"/>
                <a:gd name="connsiteX5" fmla="*/ 1786358 w 2147830"/>
                <a:gd name="connsiteY5" fmla="*/ 78675 h 647242"/>
                <a:gd name="connsiteX6" fmla="*/ 2010195 w 2147830"/>
                <a:gd name="connsiteY6" fmla="*/ 331087 h 647242"/>
                <a:gd name="connsiteX7" fmla="*/ 2143545 w 2147830"/>
                <a:gd name="connsiteY7" fmla="*/ 550162 h 647242"/>
                <a:gd name="connsiteX8" fmla="*/ 1853032 w 2147830"/>
                <a:gd name="connsiteY8" fmla="*/ 631124 h 647242"/>
                <a:gd name="connsiteX9" fmla="*/ 905295 w 2147830"/>
                <a:gd name="connsiteY9" fmla="*/ 635887 h 647242"/>
                <a:gd name="connsiteX10" fmla="*/ 329032 w 2147830"/>
                <a:gd name="connsiteY10" fmla="*/ 507299 h 647242"/>
                <a:gd name="connsiteX11" fmla="*/ 81382 w 2147830"/>
                <a:gd name="connsiteY11" fmla="*/ 369187 h 647242"/>
                <a:gd name="connsiteX12" fmla="*/ 420 w 2147830"/>
                <a:gd name="connsiteY12" fmla="*/ 192974 h 647242"/>
                <a:gd name="connsiteX13" fmla="*/ 76620 w 2147830"/>
                <a:gd name="connsiteY13" fmla="*/ 112011 h 647242"/>
                <a:gd name="connsiteX0" fmla="*/ 76620 w 2147830"/>
                <a:gd name="connsiteY0" fmla="*/ 112529 h 647760"/>
                <a:gd name="connsiteX1" fmla="*/ 500482 w 2147830"/>
                <a:gd name="connsiteY1" fmla="*/ 112530 h 647760"/>
                <a:gd name="connsiteX2" fmla="*/ 662407 w 2147830"/>
                <a:gd name="connsiteY2" fmla="*/ 17279 h 647760"/>
                <a:gd name="connsiteX3" fmla="*/ 1138657 w 2147830"/>
                <a:gd name="connsiteY3" fmla="*/ 2992 h 647760"/>
                <a:gd name="connsiteX4" fmla="*/ 1514895 w 2147830"/>
                <a:gd name="connsiteY4" fmla="*/ 7754 h 647760"/>
                <a:gd name="connsiteX5" fmla="*/ 1786358 w 2147830"/>
                <a:gd name="connsiteY5" fmla="*/ 79193 h 647760"/>
                <a:gd name="connsiteX6" fmla="*/ 2010195 w 2147830"/>
                <a:gd name="connsiteY6" fmla="*/ 331605 h 647760"/>
                <a:gd name="connsiteX7" fmla="*/ 2143545 w 2147830"/>
                <a:gd name="connsiteY7" fmla="*/ 550680 h 647760"/>
                <a:gd name="connsiteX8" fmla="*/ 1853032 w 2147830"/>
                <a:gd name="connsiteY8" fmla="*/ 631642 h 647760"/>
                <a:gd name="connsiteX9" fmla="*/ 905295 w 2147830"/>
                <a:gd name="connsiteY9" fmla="*/ 636405 h 647760"/>
                <a:gd name="connsiteX10" fmla="*/ 329032 w 2147830"/>
                <a:gd name="connsiteY10" fmla="*/ 507817 h 647760"/>
                <a:gd name="connsiteX11" fmla="*/ 81382 w 2147830"/>
                <a:gd name="connsiteY11" fmla="*/ 369705 h 647760"/>
                <a:gd name="connsiteX12" fmla="*/ 420 w 2147830"/>
                <a:gd name="connsiteY12" fmla="*/ 193492 h 647760"/>
                <a:gd name="connsiteX13" fmla="*/ 76620 w 2147830"/>
                <a:gd name="connsiteY13" fmla="*/ 112529 h 647760"/>
                <a:gd name="connsiteX0" fmla="*/ 76620 w 2148024"/>
                <a:gd name="connsiteY0" fmla="*/ 113489 h 648720"/>
                <a:gd name="connsiteX1" fmla="*/ 500482 w 2148024"/>
                <a:gd name="connsiteY1" fmla="*/ 113490 h 648720"/>
                <a:gd name="connsiteX2" fmla="*/ 662407 w 2148024"/>
                <a:gd name="connsiteY2" fmla="*/ 18239 h 648720"/>
                <a:gd name="connsiteX3" fmla="*/ 1138657 w 2148024"/>
                <a:gd name="connsiteY3" fmla="*/ 3952 h 648720"/>
                <a:gd name="connsiteX4" fmla="*/ 1514895 w 2148024"/>
                <a:gd name="connsiteY4" fmla="*/ 8714 h 648720"/>
                <a:gd name="connsiteX5" fmla="*/ 1753021 w 2148024"/>
                <a:gd name="connsiteY5" fmla="*/ 94440 h 648720"/>
                <a:gd name="connsiteX6" fmla="*/ 2010195 w 2148024"/>
                <a:gd name="connsiteY6" fmla="*/ 332565 h 648720"/>
                <a:gd name="connsiteX7" fmla="*/ 2143545 w 2148024"/>
                <a:gd name="connsiteY7" fmla="*/ 551640 h 648720"/>
                <a:gd name="connsiteX8" fmla="*/ 1853032 w 2148024"/>
                <a:gd name="connsiteY8" fmla="*/ 632602 h 648720"/>
                <a:gd name="connsiteX9" fmla="*/ 905295 w 2148024"/>
                <a:gd name="connsiteY9" fmla="*/ 637365 h 648720"/>
                <a:gd name="connsiteX10" fmla="*/ 329032 w 2148024"/>
                <a:gd name="connsiteY10" fmla="*/ 508777 h 648720"/>
                <a:gd name="connsiteX11" fmla="*/ 81382 w 2148024"/>
                <a:gd name="connsiteY11" fmla="*/ 370665 h 648720"/>
                <a:gd name="connsiteX12" fmla="*/ 420 w 2148024"/>
                <a:gd name="connsiteY12" fmla="*/ 194452 h 648720"/>
                <a:gd name="connsiteX13" fmla="*/ 76620 w 2148024"/>
                <a:gd name="connsiteY13" fmla="*/ 113489 h 648720"/>
                <a:gd name="connsiteX0" fmla="*/ 76620 w 2145058"/>
                <a:gd name="connsiteY0" fmla="*/ 113489 h 648720"/>
                <a:gd name="connsiteX1" fmla="*/ 500482 w 2145058"/>
                <a:gd name="connsiteY1" fmla="*/ 113490 h 648720"/>
                <a:gd name="connsiteX2" fmla="*/ 662407 w 2145058"/>
                <a:gd name="connsiteY2" fmla="*/ 18239 h 648720"/>
                <a:gd name="connsiteX3" fmla="*/ 1138657 w 2145058"/>
                <a:gd name="connsiteY3" fmla="*/ 3952 h 648720"/>
                <a:gd name="connsiteX4" fmla="*/ 1514895 w 2145058"/>
                <a:gd name="connsiteY4" fmla="*/ 8714 h 648720"/>
                <a:gd name="connsiteX5" fmla="*/ 1753021 w 2145058"/>
                <a:gd name="connsiteY5" fmla="*/ 94440 h 648720"/>
                <a:gd name="connsiteX6" fmla="*/ 1957807 w 2145058"/>
                <a:gd name="connsiteY6" fmla="*/ 346852 h 648720"/>
                <a:gd name="connsiteX7" fmla="*/ 2143545 w 2145058"/>
                <a:gd name="connsiteY7" fmla="*/ 551640 h 648720"/>
                <a:gd name="connsiteX8" fmla="*/ 1853032 w 2145058"/>
                <a:gd name="connsiteY8" fmla="*/ 632602 h 648720"/>
                <a:gd name="connsiteX9" fmla="*/ 905295 w 2145058"/>
                <a:gd name="connsiteY9" fmla="*/ 637365 h 648720"/>
                <a:gd name="connsiteX10" fmla="*/ 329032 w 2145058"/>
                <a:gd name="connsiteY10" fmla="*/ 508777 h 648720"/>
                <a:gd name="connsiteX11" fmla="*/ 81382 w 2145058"/>
                <a:gd name="connsiteY11" fmla="*/ 370665 h 648720"/>
                <a:gd name="connsiteX12" fmla="*/ 420 w 2145058"/>
                <a:gd name="connsiteY12" fmla="*/ 194452 h 648720"/>
                <a:gd name="connsiteX13" fmla="*/ 76620 w 2145058"/>
                <a:gd name="connsiteY13" fmla="*/ 113489 h 64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5058" h="648720">
                  <a:moveTo>
                    <a:pt x="76620" y="113489"/>
                  </a:moveTo>
                  <a:cubicBezTo>
                    <a:pt x="159964" y="99995"/>
                    <a:pt x="402851" y="129365"/>
                    <a:pt x="500482" y="113490"/>
                  </a:cubicBezTo>
                  <a:cubicBezTo>
                    <a:pt x="598113" y="97615"/>
                    <a:pt x="556045" y="36495"/>
                    <a:pt x="662407" y="18239"/>
                  </a:cubicBezTo>
                  <a:cubicBezTo>
                    <a:pt x="768770" y="-17"/>
                    <a:pt x="996576" y="5539"/>
                    <a:pt x="1138657" y="3952"/>
                  </a:cubicBezTo>
                  <a:cubicBezTo>
                    <a:pt x="1280738" y="2365"/>
                    <a:pt x="1412501" y="-6367"/>
                    <a:pt x="1514895" y="8714"/>
                  </a:cubicBezTo>
                  <a:cubicBezTo>
                    <a:pt x="1617289" y="23795"/>
                    <a:pt x="1679202" y="38084"/>
                    <a:pt x="1753021" y="94440"/>
                  </a:cubicBezTo>
                  <a:cubicBezTo>
                    <a:pt x="1826840" y="150796"/>
                    <a:pt x="1892720" y="270652"/>
                    <a:pt x="1957807" y="346852"/>
                  </a:cubicBezTo>
                  <a:cubicBezTo>
                    <a:pt x="2022894" y="423052"/>
                    <a:pt x="2161008" y="504015"/>
                    <a:pt x="2143545" y="551640"/>
                  </a:cubicBezTo>
                  <a:cubicBezTo>
                    <a:pt x="2126083" y="599265"/>
                    <a:pt x="2059407" y="618315"/>
                    <a:pt x="1853032" y="632602"/>
                  </a:cubicBezTo>
                  <a:cubicBezTo>
                    <a:pt x="1646657" y="646890"/>
                    <a:pt x="1159295" y="658003"/>
                    <a:pt x="905295" y="637365"/>
                  </a:cubicBezTo>
                  <a:cubicBezTo>
                    <a:pt x="651295" y="616727"/>
                    <a:pt x="466351" y="553227"/>
                    <a:pt x="329032" y="508777"/>
                  </a:cubicBezTo>
                  <a:cubicBezTo>
                    <a:pt x="191713" y="464327"/>
                    <a:pt x="136151" y="423053"/>
                    <a:pt x="81382" y="370665"/>
                  </a:cubicBezTo>
                  <a:cubicBezTo>
                    <a:pt x="26613" y="318278"/>
                    <a:pt x="1214" y="237315"/>
                    <a:pt x="420" y="194452"/>
                  </a:cubicBezTo>
                  <a:cubicBezTo>
                    <a:pt x="-374" y="151589"/>
                    <a:pt x="-6724" y="126983"/>
                    <a:pt x="76620" y="113489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D8C5422-70A7-E593-7876-DB91E76FDA5E}"/>
                </a:ext>
              </a:extLst>
            </p:cNvPr>
            <p:cNvSpPr/>
            <p:nvPr/>
          </p:nvSpPr>
          <p:spPr>
            <a:xfrm>
              <a:off x="7988767" y="3549741"/>
              <a:ext cx="2186000" cy="652937"/>
            </a:xfrm>
            <a:custGeom>
              <a:avLst/>
              <a:gdLst>
                <a:gd name="connsiteX0" fmla="*/ 477107 w 2156275"/>
                <a:gd name="connsiteY0" fmla="*/ 597713 h 633204"/>
                <a:gd name="connsiteX1" fmla="*/ 43720 w 2156275"/>
                <a:gd name="connsiteY1" fmla="*/ 554850 h 633204"/>
                <a:gd name="connsiteX2" fmla="*/ 29432 w 2156275"/>
                <a:gd name="connsiteY2" fmla="*/ 311963 h 633204"/>
                <a:gd name="connsiteX3" fmla="*/ 172307 w 2156275"/>
                <a:gd name="connsiteY3" fmla="*/ 88125 h 633204"/>
                <a:gd name="connsiteX4" fmla="*/ 1567720 w 2156275"/>
                <a:gd name="connsiteY4" fmla="*/ 7163 h 633204"/>
                <a:gd name="connsiteX5" fmla="*/ 2143982 w 2156275"/>
                <a:gd name="connsiteY5" fmla="*/ 30975 h 633204"/>
                <a:gd name="connsiteX6" fmla="*/ 1958245 w 2156275"/>
                <a:gd name="connsiteY6" fmla="*/ 245288 h 633204"/>
                <a:gd name="connsiteX7" fmla="*/ 1915382 w 2156275"/>
                <a:gd name="connsiteY7" fmla="*/ 502463 h 633204"/>
                <a:gd name="connsiteX8" fmla="*/ 1724882 w 2156275"/>
                <a:gd name="connsiteY8" fmla="*/ 631050 h 633204"/>
                <a:gd name="connsiteX9" fmla="*/ 1591532 w 2156275"/>
                <a:gd name="connsiteY9" fmla="*/ 578663 h 633204"/>
                <a:gd name="connsiteX10" fmla="*/ 1310545 w 2156275"/>
                <a:gd name="connsiteY10" fmla="*/ 521513 h 633204"/>
                <a:gd name="connsiteX11" fmla="*/ 1143857 w 2156275"/>
                <a:gd name="connsiteY11" fmla="*/ 621525 h 633204"/>
                <a:gd name="connsiteX12" fmla="*/ 477107 w 2156275"/>
                <a:gd name="connsiteY12" fmla="*/ 597713 h 633204"/>
                <a:gd name="connsiteX0" fmla="*/ 507533 w 2186701"/>
                <a:gd name="connsiteY0" fmla="*/ 603726 h 639217"/>
                <a:gd name="connsiteX1" fmla="*/ 74146 w 2186701"/>
                <a:gd name="connsiteY1" fmla="*/ 560863 h 639217"/>
                <a:gd name="connsiteX2" fmla="*/ 59858 w 2186701"/>
                <a:gd name="connsiteY2" fmla="*/ 317976 h 639217"/>
                <a:gd name="connsiteX3" fmla="*/ 674220 w 2186701"/>
                <a:gd name="connsiteY3" fmla="*/ 27463 h 639217"/>
                <a:gd name="connsiteX4" fmla="*/ 1598146 w 2186701"/>
                <a:gd name="connsiteY4" fmla="*/ 13176 h 639217"/>
                <a:gd name="connsiteX5" fmla="*/ 2174408 w 2186701"/>
                <a:gd name="connsiteY5" fmla="*/ 36988 h 639217"/>
                <a:gd name="connsiteX6" fmla="*/ 1988671 w 2186701"/>
                <a:gd name="connsiteY6" fmla="*/ 251301 h 639217"/>
                <a:gd name="connsiteX7" fmla="*/ 1945808 w 2186701"/>
                <a:gd name="connsiteY7" fmla="*/ 508476 h 639217"/>
                <a:gd name="connsiteX8" fmla="*/ 1755308 w 2186701"/>
                <a:gd name="connsiteY8" fmla="*/ 637063 h 639217"/>
                <a:gd name="connsiteX9" fmla="*/ 1621958 w 2186701"/>
                <a:gd name="connsiteY9" fmla="*/ 584676 h 639217"/>
                <a:gd name="connsiteX10" fmla="*/ 1340971 w 2186701"/>
                <a:gd name="connsiteY10" fmla="*/ 527526 h 639217"/>
                <a:gd name="connsiteX11" fmla="*/ 1174283 w 2186701"/>
                <a:gd name="connsiteY11" fmla="*/ 627538 h 639217"/>
                <a:gd name="connsiteX12" fmla="*/ 507533 w 2186701"/>
                <a:gd name="connsiteY12" fmla="*/ 603726 h 639217"/>
                <a:gd name="connsiteX0" fmla="*/ 507533 w 2186000"/>
                <a:gd name="connsiteY0" fmla="*/ 617446 h 652937"/>
                <a:gd name="connsiteX1" fmla="*/ 74146 w 2186000"/>
                <a:gd name="connsiteY1" fmla="*/ 574583 h 652937"/>
                <a:gd name="connsiteX2" fmla="*/ 59858 w 2186000"/>
                <a:gd name="connsiteY2" fmla="*/ 331696 h 652937"/>
                <a:gd name="connsiteX3" fmla="*/ 674220 w 2186000"/>
                <a:gd name="connsiteY3" fmla="*/ 41183 h 652937"/>
                <a:gd name="connsiteX4" fmla="*/ 1612433 w 2186000"/>
                <a:gd name="connsiteY4" fmla="*/ 3083 h 652937"/>
                <a:gd name="connsiteX5" fmla="*/ 2174408 w 2186000"/>
                <a:gd name="connsiteY5" fmla="*/ 50708 h 652937"/>
                <a:gd name="connsiteX6" fmla="*/ 1988671 w 2186000"/>
                <a:gd name="connsiteY6" fmla="*/ 265021 h 652937"/>
                <a:gd name="connsiteX7" fmla="*/ 1945808 w 2186000"/>
                <a:gd name="connsiteY7" fmla="*/ 522196 h 652937"/>
                <a:gd name="connsiteX8" fmla="*/ 1755308 w 2186000"/>
                <a:gd name="connsiteY8" fmla="*/ 650783 h 652937"/>
                <a:gd name="connsiteX9" fmla="*/ 1621958 w 2186000"/>
                <a:gd name="connsiteY9" fmla="*/ 598396 h 652937"/>
                <a:gd name="connsiteX10" fmla="*/ 1340971 w 2186000"/>
                <a:gd name="connsiteY10" fmla="*/ 541246 h 652937"/>
                <a:gd name="connsiteX11" fmla="*/ 1174283 w 2186000"/>
                <a:gd name="connsiteY11" fmla="*/ 641258 h 652937"/>
                <a:gd name="connsiteX12" fmla="*/ 507533 w 2186000"/>
                <a:gd name="connsiteY12" fmla="*/ 617446 h 65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86000" h="652937">
                  <a:moveTo>
                    <a:pt x="507533" y="617446"/>
                  </a:moveTo>
                  <a:cubicBezTo>
                    <a:pt x="324177" y="606333"/>
                    <a:pt x="148758" y="622208"/>
                    <a:pt x="74146" y="574583"/>
                  </a:cubicBezTo>
                  <a:cubicBezTo>
                    <a:pt x="-466" y="526958"/>
                    <a:pt x="-40154" y="420596"/>
                    <a:pt x="59858" y="331696"/>
                  </a:cubicBezTo>
                  <a:cubicBezTo>
                    <a:pt x="159870" y="242796"/>
                    <a:pt x="415458" y="95952"/>
                    <a:pt x="674220" y="41183"/>
                  </a:cubicBezTo>
                  <a:cubicBezTo>
                    <a:pt x="932983" y="-13586"/>
                    <a:pt x="1362402" y="1496"/>
                    <a:pt x="1612433" y="3083"/>
                  </a:cubicBezTo>
                  <a:cubicBezTo>
                    <a:pt x="1862464" y="4671"/>
                    <a:pt x="2111702" y="7052"/>
                    <a:pt x="2174408" y="50708"/>
                  </a:cubicBezTo>
                  <a:cubicBezTo>
                    <a:pt x="2237114" y="94364"/>
                    <a:pt x="2026771" y="186440"/>
                    <a:pt x="1988671" y="265021"/>
                  </a:cubicBezTo>
                  <a:cubicBezTo>
                    <a:pt x="1950571" y="343602"/>
                    <a:pt x="1984702" y="457902"/>
                    <a:pt x="1945808" y="522196"/>
                  </a:cubicBezTo>
                  <a:cubicBezTo>
                    <a:pt x="1906914" y="586490"/>
                    <a:pt x="1809283" y="638083"/>
                    <a:pt x="1755308" y="650783"/>
                  </a:cubicBezTo>
                  <a:cubicBezTo>
                    <a:pt x="1701333" y="663483"/>
                    <a:pt x="1691014" y="616652"/>
                    <a:pt x="1621958" y="598396"/>
                  </a:cubicBezTo>
                  <a:cubicBezTo>
                    <a:pt x="1552902" y="580140"/>
                    <a:pt x="1415583" y="534102"/>
                    <a:pt x="1340971" y="541246"/>
                  </a:cubicBezTo>
                  <a:cubicBezTo>
                    <a:pt x="1266359" y="548390"/>
                    <a:pt x="1307633" y="626970"/>
                    <a:pt x="1174283" y="641258"/>
                  </a:cubicBezTo>
                  <a:cubicBezTo>
                    <a:pt x="1040933" y="655546"/>
                    <a:pt x="690889" y="628559"/>
                    <a:pt x="507533" y="617446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F14F341-806F-C568-1B6A-0E3373238F29}"/>
                </a:ext>
              </a:extLst>
            </p:cNvPr>
            <p:cNvSpPr/>
            <p:nvPr/>
          </p:nvSpPr>
          <p:spPr>
            <a:xfrm>
              <a:off x="7079276" y="3716664"/>
              <a:ext cx="2191751" cy="1022420"/>
            </a:xfrm>
            <a:custGeom>
              <a:avLst/>
              <a:gdLst>
                <a:gd name="connsiteX0" fmla="*/ 207810 w 2105272"/>
                <a:gd name="connsiteY0" fmla="*/ 531349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07810 w 2105272"/>
                <a:gd name="connsiteY42" fmla="*/ 531349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474510 w 2105272"/>
                <a:gd name="connsiteY36" fmla="*/ 693273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95174 w 2173586"/>
                <a:gd name="connsiteY0" fmla="*/ 517061 h 1022420"/>
                <a:gd name="connsiteX1" fmla="*/ 695224 w 2173586"/>
                <a:gd name="connsiteY1" fmla="*/ 526586 h 1022420"/>
                <a:gd name="connsiteX2" fmla="*/ 1261962 w 2173586"/>
                <a:gd name="connsiteY2" fmla="*/ 517061 h 1022420"/>
                <a:gd name="connsiteX3" fmla="*/ 1485799 w 2173586"/>
                <a:gd name="connsiteY3" fmla="*/ 402761 h 1022420"/>
                <a:gd name="connsiteX4" fmla="*/ 1666774 w 2173586"/>
                <a:gd name="connsiteY4" fmla="*/ 255124 h 1022420"/>
                <a:gd name="connsiteX5" fmla="*/ 1671537 w 2173586"/>
                <a:gd name="connsiteY5" fmla="*/ 131299 h 1022420"/>
                <a:gd name="connsiteX6" fmla="*/ 1657249 w 2173586"/>
                <a:gd name="connsiteY6" fmla="*/ 74149 h 1022420"/>
                <a:gd name="connsiteX7" fmla="*/ 1719162 w 2173586"/>
                <a:gd name="connsiteY7" fmla="*/ 59861 h 1022420"/>
                <a:gd name="connsiteX8" fmla="*/ 1747737 w 2173586"/>
                <a:gd name="connsiteY8" fmla="*/ 217024 h 1022420"/>
                <a:gd name="connsiteX9" fmla="*/ 1842987 w 2173586"/>
                <a:gd name="connsiteY9" fmla="*/ 107486 h 1022420"/>
                <a:gd name="connsiteX10" fmla="*/ 1881087 w 2173586"/>
                <a:gd name="connsiteY10" fmla="*/ 26524 h 1022420"/>
                <a:gd name="connsiteX11" fmla="*/ 1962049 w 2173586"/>
                <a:gd name="connsiteY11" fmla="*/ 7474 h 1022420"/>
                <a:gd name="connsiteX12" fmla="*/ 1895374 w 2173586"/>
                <a:gd name="connsiteY12" fmla="*/ 140824 h 1022420"/>
                <a:gd name="connsiteX13" fmla="*/ 1804887 w 2173586"/>
                <a:gd name="connsiteY13" fmla="*/ 264649 h 1022420"/>
                <a:gd name="connsiteX14" fmla="*/ 2028724 w 2173586"/>
                <a:gd name="connsiteY14" fmla="*/ 259886 h 1022420"/>
                <a:gd name="connsiteX15" fmla="*/ 1985862 w 2173586"/>
                <a:gd name="connsiteY15" fmla="*/ 326561 h 1022420"/>
                <a:gd name="connsiteX16" fmla="*/ 1795362 w 2173586"/>
                <a:gd name="connsiteY16" fmla="*/ 345611 h 1022420"/>
                <a:gd name="connsiteX17" fmla="*/ 1690587 w 2173586"/>
                <a:gd name="connsiteY17" fmla="*/ 359899 h 1022420"/>
                <a:gd name="connsiteX18" fmla="*/ 1461987 w 2173586"/>
                <a:gd name="connsiteY18" fmla="*/ 540874 h 1022420"/>
                <a:gd name="connsiteX19" fmla="*/ 1604862 w 2173586"/>
                <a:gd name="connsiteY19" fmla="*/ 640886 h 1022420"/>
                <a:gd name="connsiteX20" fmla="*/ 1714399 w 2173586"/>
                <a:gd name="connsiteY20" fmla="*/ 712324 h 1022420"/>
                <a:gd name="connsiteX21" fmla="*/ 2023962 w 2173586"/>
                <a:gd name="connsiteY21" fmla="*/ 712324 h 1022420"/>
                <a:gd name="connsiteX22" fmla="*/ 2114449 w 2173586"/>
                <a:gd name="connsiteY22" fmla="*/ 650411 h 1022420"/>
                <a:gd name="connsiteX23" fmla="*/ 2171599 w 2173586"/>
                <a:gd name="connsiteY23" fmla="*/ 769474 h 1022420"/>
                <a:gd name="connsiteX24" fmla="*/ 2043012 w 2173586"/>
                <a:gd name="connsiteY24" fmla="*/ 774236 h 1022420"/>
                <a:gd name="connsiteX25" fmla="*/ 1785837 w 2173586"/>
                <a:gd name="connsiteY25" fmla="*/ 783761 h 1022420"/>
                <a:gd name="connsiteX26" fmla="*/ 1990624 w 2173586"/>
                <a:gd name="connsiteY26" fmla="*/ 874249 h 1022420"/>
                <a:gd name="connsiteX27" fmla="*/ 1952524 w 2173586"/>
                <a:gd name="connsiteY27" fmla="*/ 950449 h 1022420"/>
                <a:gd name="connsiteX28" fmla="*/ 1790599 w 2173586"/>
                <a:gd name="connsiteY28" fmla="*/ 864724 h 1022420"/>
                <a:gd name="connsiteX29" fmla="*/ 1762024 w 2173586"/>
                <a:gd name="connsiteY29" fmla="*/ 998074 h 1022420"/>
                <a:gd name="connsiteX30" fmla="*/ 1700112 w 2173586"/>
                <a:gd name="connsiteY30" fmla="*/ 1007599 h 1022420"/>
                <a:gd name="connsiteX31" fmla="*/ 1723924 w 2173586"/>
                <a:gd name="connsiteY31" fmla="*/ 840911 h 1022420"/>
                <a:gd name="connsiteX32" fmla="*/ 1652487 w 2173586"/>
                <a:gd name="connsiteY32" fmla="*/ 764711 h 1022420"/>
                <a:gd name="connsiteX33" fmla="*/ 1390549 w 2173586"/>
                <a:gd name="connsiteY33" fmla="*/ 640886 h 1022420"/>
                <a:gd name="connsiteX34" fmla="*/ 1190524 w 2173586"/>
                <a:gd name="connsiteY34" fmla="*/ 617074 h 1022420"/>
                <a:gd name="connsiteX35" fmla="*/ 795237 w 2173586"/>
                <a:gd name="connsiteY35" fmla="*/ 612311 h 1022420"/>
                <a:gd name="connsiteX36" fmla="*/ 542824 w 2173586"/>
                <a:gd name="connsiteY36" fmla="*/ 693273 h 1022420"/>
                <a:gd name="connsiteX37" fmla="*/ 409474 w 2173586"/>
                <a:gd name="connsiteY37" fmla="*/ 740899 h 1022420"/>
                <a:gd name="connsiteX38" fmla="*/ 238024 w 2173586"/>
                <a:gd name="connsiteY38" fmla="*/ 764711 h 1022420"/>
                <a:gd name="connsiteX39" fmla="*/ 4661 w 2173586"/>
                <a:gd name="connsiteY39" fmla="*/ 740899 h 1022420"/>
                <a:gd name="connsiteX40" fmla="*/ 85624 w 2173586"/>
                <a:gd name="connsiteY40" fmla="*/ 531349 h 1022420"/>
                <a:gd name="connsiteX41" fmla="*/ 209449 w 2173586"/>
                <a:gd name="connsiteY41" fmla="*/ 512299 h 1022420"/>
                <a:gd name="connsiteX42" fmla="*/ 295174 w 2173586"/>
                <a:gd name="connsiteY42" fmla="*/ 517061 h 1022420"/>
                <a:gd name="connsiteX0" fmla="*/ 306079 w 2184491"/>
                <a:gd name="connsiteY0" fmla="*/ 517061 h 1022420"/>
                <a:gd name="connsiteX1" fmla="*/ 706129 w 2184491"/>
                <a:gd name="connsiteY1" fmla="*/ 526586 h 1022420"/>
                <a:gd name="connsiteX2" fmla="*/ 1272867 w 2184491"/>
                <a:gd name="connsiteY2" fmla="*/ 517061 h 1022420"/>
                <a:gd name="connsiteX3" fmla="*/ 1496704 w 2184491"/>
                <a:gd name="connsiteY3" fmla="*/ 402761 h 1022420"/>
                <a:gd name="connsiteX4" fmla="*/ 1677679 w 2184491"/>
                <a:gd name="connsiteY4" fmla="*/ 255124 h 1022420"/>
                <a:gd name="connsiteX5" fmla="*/ 1682442 w 2184491"/>
                <a:gd name="connsiteY5" fmla="*/ 131299 h 1022420"/>
                <a:gd name="connsiteX6" fmla="*/ 1668154 w 2184491"/>
                <a:gd name="connsiteY6" fmla="*/ 74149 h 1022420"/>
                <a:gd name="connsiteX7" fmla="*/ 1730067 w 2184491"/>
                <a:gd name="connsiteY7" fmla="*/ 59861 h 1022420"/>
                <a:gd name="connsiteX8" fmla="*/ 1758642 w 2184491"/>
                <a:gd name="connsiteY8" fmla="*/ 217024 h 1022420"/>
                <a:gd name="connsiteX9" fmla="*/ 1853892 w 2184491"/>
                <a:gd name="connsiteY9" fmla="*/ 107486 h 1022420"/>
                <a:gd name="connsiteX10" fmla="*/ 1891992 w 2184491"/>
                <a:gd name="connsiteY10" fmla="*/ 26524 h 1022420"/>
                <a:gd name="connsiteX11" fmla="*/ 1972954 w 2184491"/>
                <a:gd name="connsiteY11" fmla="*/ 7474 h 1022420"/>
                <a:gd name="connsiteX12" fmla="*/ 1906279 w 2184491"/>
                <a:gd name="connsiteY12" fmla="*/ 140824 h 1022420"/>
                <a:gd name="connsiteX13" fmla="*/ 1815792 w 2184491"/>
                <a:gd name="connsiteY13" fmla="*/ 264649 h 1022420"/>
                <a:gd name="connsiteX14" fmla="*/ 2039629 w 2184491"/>
                <a:gd name="connsiteY14" fmla="*/ 259886 h 1022420"/>
                <a:gd name="connsiteX15" fmla="*/ 1996767 w 2184491"/>
                <a:gd name="connsiteY15" fmla="*/ 326561 h 1022420"/>
                <a:gd name="connsiteX16" fmla="*/ 1806267 w 2184491"/>
                <a:gd name="connsiteY16" fmla="*/ 345611 h 1022420"/>
                <a:gd name="connsiteX17" fmla="*/ 1701492 w 2184491"/>
                <a:gd name="connsiteY17" fmla="*/ 359899 h 1022420"/>
                <a:gd name="connsiteX18" fmla="*/ 1472892 w 2184491"/>
                <a:gd name="connsiteY18" fmla="*/ 540874 h 1022420"/>
                <a:gd name="connsiteX19" fmla="*/ 1615767 w 2184491"/>
                <a:gd name="connsiteY19" fmla="*/ 640886 h 1022420"/>
                <a:gd name="connsiteX20" fmla="*/ 1725304 w 2184491"/>
                <a:gd name="connsiteY20" fmla="*/ 712324 h 1022420"/>
                <a:gd name="connsiteX21" fmla="*/ 2034867 w 2184491"/>
                <a:gd name="connsiteY21" fmla="*/ 712324 h 1022420"/>
                <a:gd name="connsiteX22" fmla="*/ 2125354 w 2184491"/>
                <a:gd name="connsiteY22" fmla="*/ 650411 h 1022420"/>
                <a:gd name="connsiteX23" fmla="*/ 2182504 w 2184491"/>
                <a:gd name="connsiteY23" fmla="*/ 769474 h 1022420"/>
                <a:gd name="connsiteX24" fmla="*/ 2053917 w 2184491"/>
                <a:gd name="connsiteY24" fmla="*/ 774236 h 1022420"/>
                <a:gd name="connsiteX25" fmla="*/ 1796742 w 2184491"/>
                <a:gd name="connsiteY25" fmla="*/ 783761 h 1022420"/>
                <a:gd name="connsiteX26" fmla="*/ 2001529 w 2184491"/>
                <a:gd name="connsiteY26" fmla="*/ 874249 h 1022420"/>
                <a:gd name="connsiteX27" fmla="*/ 1963429 w 2184491"/>
                <a:gd name="connsiteY27" fmla="*/ 950449 h 1022420"/>
                <a:gd name="connsiteX28" fmla="*/ 1801504 w 2184491"/>
                <a:gd name="connsiteY28" fmla="*/ 864724 h 1022420"/>
                <a:gd name="connsiteX29" fmla="*/ 1772929 w 2184491"/>
                <a:gd name="connsiteY29" fmla="*/ 998074 h 1022420"/>
                <a:gd name="connsiteX30" fmla="*/ 1711017 w 2184491"/>
                <a:gd name="connsiteY30" fmla="*/ 1007599 h 1022420"/>
                <a:gd name="connsiteX31" fmla="*/ 1734829 w 2184491"/>
                <a:gd name="connsiteY31" fmla="*/ 840911 h 1022420"/>
                <a:gd name="connsiteX32" fmla="*/ 1663392 w 2184491"/>
                <a:gd name="connsiteY32" fmla="*/ 764711 h 1022420"/>
                <a:gd name="connsiteX33" fmla="*/ 1401454 w 2184491"/>
                <a:gd name="connsiteY33" fmla="*/ 640886 h 1022420"/>
                <a:gd name="connsiteX34" fmla="*/ 1201429 w 2184491"/>
                <a:gd name="connsiteY34" fmla="*/ 617074 h 1022420"/>
                <a:gd name="connsiteX35" fmla="*/ 806142 w 2184491"/>
                <a:gd name="connsiteY35" fmla="*/ 612311 h 1022420"/>
                <a:gd name="connsiteX36" fmla="*/ 553729 w 2184491"/>
                <a:gd name="connsiteY36" fmla="*/ 693273 h 1022420"/>
                <a:gd name="connsiteX37" fmla="*/ 420379 w 2184491"/>
                <a:gd name="connsiteY37" fmla="*/ 740899 h 1022420"/>
                <a:gd name="connsiteX38" fmla="*/ 248929 w 2184491"/>
                <a:gd name="connsiteY38" fmla="*/ 764711 h 1022420"/>
                <a:gd name="connsiteX39" fmla="*/ 15566 w 2184491"/>
                <a:gd name="connsiteY39" fmla="*/ 740899 h 1022420"/>
                <a:gd name="connsiteX40" fmla="*/ 34616 w 2184491"/>
                <a:gd name="connsiteY40" fmla="*/ 531349 h 1022420"/>
                <a:gd name="connsiteX41" fmla="*/ 220354 w 2184491"/>
                <a:gd name="connsiteY41" fmla="*/ 512299 h 1022420"/>
                <a:gd name="connsiteX42" fmla="*/ 306079 w 2184491"/>
                <a:gd name="connsiteY42" fmla="*/ 517061 h 1022420"/>
                <a:gd name="connsiteX0" fmla="*/ 313339 w 2191751"/>
                <a:gd name="connsiteY0" fmla="*/ 5170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313339 w 2191751"/>
                <a:gd name="connsiteY42" fmla="*/ 5170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70477 w 2191751"/>
                <a:gd name="connsiteY41" fmla="*/ 502774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813402 w 2191751"/>
                <a:gd name="connsiteY36" fmla="*/ 612311 h 1022420"/>
                <a:gd name="connsiteX37" fmla="*/ 560989 w 2191751"/>
                <a:gd name="connsiteY37" fmla="*/ 693273 h 1022420"/>
                <a:gd name="connsiteX38" fmla="*/ 427639 w 2191751"/>
                <a:gd name="connsiteY38" fmla="*/ 740899 h 1022420"/>
                <a:gd name="connsiteX39" fmla="*/ 256189 w 2191751"/>
                <a:gd name="connsiteY39" fmla="*/ 764711 h 1022420"/>
                <a:gd name="connsiteX40" fmla="*/ 22826 w 2191751"/>
                <a:gd name="connsiteY40" fmla="*/ 740899 h 1022420"/>
                <a:gd name="connsiteX41" fmla="*/ 22826 w 2191751"/>
                <a:gd name="connsiteY41" fmla="*/ 526586 h 1022420"/>
                <a:gd name="connsiteX42" fmla="*/ 299052 w 2191751"/>
                <a:gd name="connsiteY42" fmla="*/ 526586 h 1022420"/>
                <a:gd name="connsiteX43" fmla="*/ 456214 w 2191751"/>
                <a:gd name="connsiteY43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788374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191751" h="1022420">
                  <a:moveTo>
                    <a:pt x="456214" y="555161"/>
                  </a:moveTo>
                  <a:lnTo>
                    <a:pt x="718152" y="545636"/>
                  </a:lnTo>
                  <a:lnTo>
                    <a:pt x="1280127" y="517061"/>
                  </a:lnTo>
                  <a:cubicBezTo>
                    <a:pt x="1411889" y="496424"/>
                    <a:pt x="1436495" y="446417"/>
                    <a:pt x="1503964" y="402761"/>
                  </a:cubicBezTo>
                  <a:cubicBezTo>
                    <a:pt x="1571433" y="359105"/>
                    <a:pt x="1653983" y="300368"/>
                    <a:pt x="1684939" y="255124"/>
                  </a:cubicBezTo>
                  <a:cubicBezTo>
                    <a:pt x="1715895" y="209880"/>
                    <a:pt x="1691289" y="161461"/>
                    <a:pt x="1689702" y="131299"/>
                  </a:cubicBezTo>
                  <a:cubicBezTo>
                    <a:pt x="1688115" y="101137"/>
                    <a:pt x="1667477" y="86055"/>
                    <a:pt x="1675414" y="74149"/>
                  </a:cubicBezTo>
                  <a:cubicBezTo>
                    <a:pt x="1683351" y="62243"/>
                    <a:pt x="1722246" y="36048"/>
                    <a:pt x="1737327" y="59861"/>
                  </a:cubicBezTo>
                  <a:cubicBezTo>
                    <a:pt x="1752408" y="83674"/>
                    <a:pt x="1745265" y="209086"/>
                    <a:pt x="1765902" y="217024"/>
                  </a:cubicBezTo>
                  <a:cubicBezTo>
                    <a:pt x="1786540" y="224961"/>
                    <a:pt x="1838927" y="139236"/>
                    <a:pt x="1861152" y="107486"/>
                  </a:cubicBezTo>
                  <a:cubicBezTo>
                    <a:pt x="1883377" y="75736"/>
                    <a:pt x="1879408" y="43193"/>
                    <a:pt x="1899252" y="26524"/>
                  </a:cubicBezTo>
                  <a:cubicBezTo>
                    <a:pt x="1919096" y="9855"/>
                    <a:pt x="1977833" y="-11576"/>
                    <a:pt x="1980214" y="7474"/>
                  </a:cubicBezTo>
                  <a:cubicBezTo>
                    <a:pt x="1982595" y="26524"/>
                    <a:pt x="1939733" y="97961"/>
                    <a:pt x="1913539" y="140824"/>
                  </a:cubicBezTo>
                  <a:cubicBezTo>
                    <a:pt x="1887345" y="183686"/>
                    <a:pt x="1800827" y="244805"/>
                    <a:pt x="1823052" y="264649"/>
                  </a:cubicBezTo>
                  <a:cubicBezTo>
                    <a:pt x="1845277" y="284493"/>
                    <a:pt x="2016727" y="249567"/>
                    <a:pt x="2046889" y="259886"/>
                  </a:cubicBezTo>
                  <a:cubicBezTo>
                    <a:pt x="2077051" y="270205"/>
                    <a:pt x="2042921" y="312273"/>
                    <a:pt x="2004027" y="326561"/>
                  </a:cubicBezTo>
                  <a:cubicBezTo>
                    <a:pt x="1965133" y="340848"/>
                    <a:pt x="1862740" y="340055"/>
                    <a:pt x="1813527" y="345611"/>
                  </a:cubicBezTo>
                  <a:cubicBezTo>
                    <a:pt x="1764315" y="351167"/>
                    <a:pt x="1764315" y="327355"/>
                    <a:pt x="1708752" y="359899"/>
                  </a:cubicBezTo>
                  <a:cubicBezTo>
                    <a:pt x="1653189" y="392443"/>
                    <a:pt x="1494439" y="494043"/>
                    <a:pt x="1480152" y="540874"/>
                  </a:cubicBezTo>
                  <a:cubicBezTo>
                    <a:pt x="1465865" y="587705"/>
                    <a:pt x="1580958" y="612311"/>
                    <a:pt x="1623027" y="640886"/>
                  </a:cubicBezTo>
                  <a:cubicBezTo>
                    <a:pt x="1665096" y="669461"/>
                    <a:pt x="1662714" y="700418"/>
                    <a:pt x="1732564" y="712324"/>
                  </a:cubicBezTo>
                  <a:cubicBezTo>
                    <a:pt x="1802414" y="724230"/>
                    <a:pt x="1975452" y="722643"/>
                    <a:pt x="2042127" y="712324"/>
                  </a:cubicBezTo>
                  <a:cubicBezTo>
                    <a:pt x="2108802" y="702005"/>
                    <a:pt x="2108008" y="640886"/>
                    <a:pt x="2132614" y="650411"/>
                  </a:cubicBezTo>
                  <a:cubicBezTo>
                    <a:pt x="2157220" y="659936"/>
                    <a:pt x="2201670" y="748836"/>
                    <a:pt x="2189764" y="769474"/>
                  </a:cubicBezTo>
                  <a:cubicBezTo>
                    <a:pt x="2177858" y="790112"/>
                    <a:pt x="2061177" y="774236"/>
                    <a:pt x="2061177" y="774236"/>
                  </a:cubicBezTo>
                  <a:lnTo>
                    <a:pt x="1804002" y="783761"/>
                  </a:lnTo>
                  <a:cubicBezTo>
                    <a:pt x="1795271" y="800430"/>
                    <a:pt x="1981008" y="846468"/>
                    <a:pt x="2008789" y="874249"/>
                  </a:cubicBezTo>
                  <a:cubicBezTo>
                    <a:pt x="2036570" y="902030"/>
                    <a:pt x="2004026" y="952036"/>
                    <a:pt x="1970689" y="950449"/>
                  </a:cubicBezTo>
                  <a:cubicBezTo>
                    <a:pt x="1937352" y="948862"/>
                    <a:pt x="1840514" y="856787"/>
                    <a:pt x="1808764" y="864724"/>
                  </a:cubicBezTo>
                  <a:cubicBezTo>
                    <a:pt x="1777014" y="872661"/>
                    <a:pt x="1795270" y="974262"/>
                    <a:pt x="1780189" y="998074"/>
                  </a:cubicBezTo>
                  <a:cubicBezTo>
                    <a:pt x="1765108" y="1021886"/>
                    <a:pt x="1724627" y="1033793"/>
                    <a:pt x="1718277" y="1007599"/>
                  </a:cubicBezTo>
                  <a:cubicBezTo>
                    <a:pt x="1711927" y="981405"/>
                    <a:pt x="1750026" y="881392"/>
                    <a:pt x="1742089" y="840911"/>
                  </a:cubicBezTo>
                  <a:cubicBezTo>
                    <a:pt x="1734152" y="800430"/>
                    <a:pt x="1726215" y="798049"/>
                    <a:pt x="1670652" y="764711"/>
                  </a:cubicBezTo>
                  <a:cubicBezTo>
                    <a:pt x="1615090" y="731374"/>
                    <a:pt x="1485708" y="665492"/>
                    <a:pt x="1408714" y="640886"/>
                  </a:cubicBezTo>
                  <a:cubicBezTo>
                    <a:pt x="1331720" y="616280"/>
                    <a:pt x="1312079" y="618638"/>
                    <a:pt x="1208689" y="617074"/>
                  </a:cubicBezTo>
                  <a:cubicBezTo>
                    <a:pt x="1105299" y="615510"/>
                    <a:pt x="896324" y="618799"/>
                    <a:pt x="788374" y="631499"/>
                  </a:cubicBezTo>
                  <a:cubicBezTo>
                    <a:pt x="680424" y="644199"/>
                    <a:pt x="621111" y="675040"/>
                    <a:pt x="560989" y="693273"/>
                  </a:cubicBezTo>
                  <a:cubicBezTo>
                    <a:pt x="500867" y="711506"/>
                    <a:pt x="478439" y="728993"/>
                    <a:pt x="427639" y="740899"/>
                  </a:cubicBezTo>
                  <a:cubicBezTo>
                    <a:pt x="376839" y="752805"/>
                    <a:pt x="323658" y="764711"/>
                    <a:pt x="256189" y="764711"/>
                  </a:cubicBezTo>
                  <a:cubicBezTo>
                    <a:pt x="188720" y="764711"/>
                    <a:pt x="61720" y="780587"/>
                    <a:pt x="22826" y="740899"/>
                  </a:cubicBezTo>
                  <a:cubicBezTo>
                    <a:pt x="-16068" y="701211"/>
                    <a:pt x="2188" y="562305"/>
                    <a:pt x="22826" y="526586"/>
                  </a:cubicBezTo>
                  <a:cubicBezTo>
                    <a:pt x="43463" y="490867"/>
                    <a:pt x="226821" y="521824"/>
                    <a:pt x="299052" y="526586"/>
                  </a:cubicBezTo>
                  <a:cubicBezTo>
                    <a:pt x="371283" y="531349"/>
                    <a:pt x="427639" y="542857"/>
                    <a:pt x="456214" y="555161"/>
                  </a:cubicBezTo>
                  <a:close/>
                </a:path>
              </a:pathLst>
            </a:custGeom>
            <a:solidFill>
              <a:srgbClr val="FAB6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C77E49A-4602-D677-307C-9F6E268ED7C3}"/>
              </a:ext>
            </a:extLst>
          </p:cNvPr>
          <p:cNvSpPr txBox="1"/>
          <p:nvPr/>
        </p:nvSpPr>
        <p:spPr>
          <a:xfrm>
            <a:off x="7840886" y="1998000"/>
            <a:ext cx="2560320" cy="365760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Peak pressure (</a:t>
            </a:r>
            <a:r>
              <a:rPr lang="en-US" dirty="0" err="1">
                <a:solidFill>
                  <a:schemeClr val="accent6"/>
                </a:solidFill>
              </a:rPr>
              <a:t>P</a:t>
            </a:r>
            <a:r>
              <a:rPr lang="en-US" baseline="-25000" dirty="0" err="1">
                <a:solidFill>
                  <a:schemeClr val="accent6"/>
                </a:solidFill>
              </a:rPr>
              <a:t>peak</a:t>
            </a:r>
            <a:r>
              <a:rPr lang="en-US" dirty="0">
                <a:solidFill>
                  <a:schemeClr val="accent6"/>
                </a:solidFill>
              </a:rPr>
              <a:t>)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597BD7-78F0-A261-787E-3034DFB8CFA8}"/>
              </a:ext>
            </a:extLst>
          </p:cNvPr>
          <p:cNvSpPr txBox="1"/>
          <p:nvPr/>
        </p:nvSpPr>
        <p:spPr>
          <a:xfrm>
            <a:off x="7840886" y="2479738"/>
            <a:ext cx="2560320" cy="365760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Plateau pressure (</a:t>
            </a:r>
            <a:r>
              <a:rPr lang="en-US" dirty="0" err="1">
                <a:solidFill>
                  <a:schemeClr val="accent6"/>
                </a:solidFill>
              </a:rPr>
              <a:t>P</a:t>
            </a:r>
            <a:r>
              <a:rPr lang="en-US" baseline="-25000" dirty="0" err="1">
                <a:solidFill>
                  <a:schemeClr val="accent6"/>
                </a:solidFill>
              </a:rPr>
              <a:t>plateau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8AA4BF-ED28-9E81-A60A-15043587936C}"/>
              </a:ext>
            </a:extLst>
          </p:cNvPr>
          <p:cNvSpPr txBox="1"/>
          <p:nvPr/>
        </p:nvSpPr>
        <p:spPr>
          <a:xfrm>
            <a:off x="7840886" y="2924202"/>
            <a:ext cx="2560320" cy="365760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Driving pressure 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50000"/>
                  </a:schemeClr>
                </a:solidFill>
              </a:rPr>
              <a:t>driving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8" name="Volume targeted mode">
            <a:extLst>
              <a:ext uri="{FF2B5EF4-FFF2-40B4-BE49-F238E27FC236}">
                <a16:creationId xmlns:a16="http://schemas.microsoft.com/office/drawing/2014/main" id="{4A865635-6723-689A-71A3-81EA62607412}"/>
              </a:ext>
            </a:extLst>
          </p:cNvPr>
          <p:cNvSpPr/>
          <p:nvPr/>
        </p:nvSpPr>
        <p:spPr>
          <a:xfrm>
            <a:off x="7795431" y="1120277"/>
            <a:ext cx="2634789" cy="411480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Volume-Targeted Modes</a:t>
            </a:r>
          </a:p>
        </p:txBody>
      </p:sp>
      <p:sp>
        <p:nvSpPr>
          <p:cNvPr id="119" name="Pressure targetted mode">
            <a:extLst>
              <a:ext uri="{FF2B5EF4-FFF2-40B4-BE49-F238E27FC236}">
                <a16:creationId xmlns:a16="http://schemas.microsoft.com/office/drawing/2014/main" id="{5FF7E338-3CE2-599F-D446-FCB637334C74}"/>
              </a:ext>
            </a:extLst>
          </p:cNvPr>
          <p:cNvSpPr/>
          <p:nvPr/>
        </p:nvSpPr>
        <p:spPr>
          <a:xfrm>
            <a:off x="3062171" y="1120278"/>
            <a:ext cx="2664308" cy="411480"/>
          </a:xfrm>
          <a:prstGeom prst="round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Pressure-Targeted Modes</a:t>
            </a:r>
          </a:p>
        </p:txBody>
      </p:sp>
      <p:sp>
        <p:nvSpPr>
          <p:cNvPr id="49" name="Case 1 - Q1">
            <a:extLst>
              <a:ext uri="{FF2B5EF4-FFF2-40B4-BE49-F238E27FC236}">
                <a16:creationId xmlns:a16="http://schemas.microsoft.com/office/drawing/2014/main" id="{616A22CC-61A3-9D4B-987F-3D3CFC1FBD23}"/>
              </a:ext>
            </a:extLst>
          </p:cNvPr>
          <p:cNvSpPr/>
          <p:nvPr/>
        </p:nvSpPr>
        <p:spPr>
          <a:xfrm>
            <a:off x="8280717" y="1598788"/>
            <a:ext cx="1748461" cy="411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Parameters?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" name="teachIM logo" descr="Icon&#10;&#10;Description automatically generated">
            <a:extLst>
              <a:ext uri="{FF2B5EF4-FFF2-40B4-BE49-F238E27FC236}">
                <a16:creationId xmlns:a16="http://schemas.microsoft.com/office/drawing/2014/main" id="{132D695F-84B0-4B42-8BA3-E9C45F901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C5E4E3C-E889-EC47-87C7-D43AD3E30670}"/>
              </a:ext>
            </a:extLst>
          </p:cNvPr>
          <p:cNvSpPr txBox="1"/>
          <p:nvPr/>
        </p:nvSpPr>
        <p:spPr>
          <a:xfrm>
            <a:off x="3159077" y="118455"/>
            <a:ext cx="7102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Key Outputs to Monitor Pulmonary Mechanics</a:t>
            </a:r>
          </a:p>
        </p:txBody>
      </p:sp>
      <p:sp>
        <p:nvSpPr>
          <p:cNvPr id="98" name="Volume targeted mode">
            <a:extLst>
              <a:ext uri="{FF2B5EF4-FFF2-40B4-BE49-F238E27FC236}">
                <a16:creationId xmlns:a16="http://schemas.microsoft.com/office/drawing/2014/main" id="{CB5DF002-72FD-364C-BAF0-79BD61A71294}"/>
              </a:ext>
            </a:extLst>
          </p:cNvPr>
          <p:cNvSpPr/>
          <p:nvPr/>
        </p:nvSpPr>
        <p:spPr>
          <a:xfrm>
            <a:off x="7795431" y="1120277"/>
            <a:ext cx="2634789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Volume-Targeted Modes</a:t>
            </a:r>
          </a:p>
        </p:txBody>
      </p:sp>
      <p:sp>
        <p:nvSpPr>
          <p:cNvPr id="100" name="Pressure targetted mode">
            <a:extLst>
              <a:ext uri="{FF2B5EF4-FFF2-40B4-BE49-F238E27FC236}">
                <a16:creationId xmlns:a16="http://schemas.microsoft.com/office/drawing/2014/main" id="{4270435A-4C50-3741-8636-758116F4127B}"/>
              </a:ext>
            </a:extLst>
          </p:cNvPr>
          <p:cNvSpPr/>
          <p:nvPr/>
        </p:nvSpPr>
        <p:spPr>
          <a:xfrm>
            <a:off x="3062171" y="1120278"/>
            <a:ext cx="2664308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Pressure-Targeted Modes</a:t>
            </a:r>
          </a:p>
        </p:txBody>
      </p:sp>
      <p:pic>
        <p:nvPicPr>
          <p:cNvPr id="90" name="Graphic 89" descr="Cursor with solid fill">
            <a:extLst>
              <a:ext uri="{FF2B5EF4-FFF2-40B4-BE49-F238E27FC236}">
                <a16:creationId xmlns:a16="http://schemas.microsoft.com/office/drawing/2014/main" id="{C672E077-10AE-434B-976E-FC59EBEB27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6002" y="1411607"/>
            <a:ext cx="274320" cy="274320"/>
          </a:xfrm>
          <a:prstGeom prst="rect">
            <a:avLst/>
          </a:prstGeom>
        </p:spPr>
      </p:pic>
      <p:sp>
        <p:nvSpPr>
          <p:cNvPr id="103" name="Case 1 - Q1">
            <a:extLst>
              <a:ext uri="{FF2B5EF4-FFF2-40B4-BE49-F238E27FC236}">
                <a16:creationId xmlns:a16="http://schemas.microsoft.com/office/drawing/2014/main" id="{7D61D941-E8F5-0147-A3C3-FAE6CD1901D2}"/>
              </a:ext>
            </a:extLst>
          </p:cNvPr>
          <p:cNvSpPr/>
          <p:nvPr/>
        </p:nvSpPr>
        <p:spPr>
          <a:xfrm>
            <a:off x="2824051" y="1598788"/>
            <a:ext cx="312728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Parameters?</a:t>
            </a:r>
          </a:p>
        </p:txBody>
      </p:sp>
      <p:pic>
        <p:nvPicPr>
          <p:cNvPr id="91" name="Graphic 90" descr="Cursor with solid fill">
            <a:extLst>
              <a:ext uri="{FF2B5EF4-FFF2-40B4-BE49-F238E27FC236}">
                <a16:creationId xmlns:a16="http://schemas.microsoft.com/office/drawing/2014/main" id="{B707926A-B95D-FD4E-8A57-E0765A8FD6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4823" y="1411607"/>
            <a:ext cx="274320" cy="274320"/>
          </a:xfrm>
          <a:prstGeom prst="rect">
            <a:avLst/>
          </a:prstGeom>
        </p:spPr>
      </p:pic>
      <p:sp>
        <p:nvSpPr>
          <p:cNvPr id="50" name="Peak P">
            <a:extLst>
              <a:ext uri="{FF2B5EF4-FFF2-40B4-BE49-F238E27FC236}">
                <a16:creationId xmlns:a16="http://schemas.microsoft.com/office/drawing/2014/main" id="{4B5B629B-D1DC-7D29-7F55-42BE6BEF7663}"/>
              </a:ext>
            </a:extLst>
          </p:cNvPr>
          <p:cNvSpPr txBox="1"/>
          <p:nvPr/>
        </p:nvSpPr>
        <p:spPr>
          <a:xfrm>
            <a:off x="7840886" y="1998000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Peak pressure (</a:t>
            </a:r>
            <a:r>
              <a:rPr lang="en-US" dirty="0" err="1">
                <a:solidFill>
                  <a:schemeClr val="accent6"/>
                </a:solidFill>
              </a:rPr>
              <a:t>P</a:t>
            </a:r>
            <a:r>
              <a:rPr lang="en-US" baseline="-25000" dirty="0" err="1">
                <a:solidFill>
                  <a:schemeClr val="accent6"/>
                </a:solidFill>
              </a:rPr>
              <a:t>peak</a:t>
            </a:r>
            <a:r>
              <a:rPr lang="en-US" dirty="0">
                <a:solidFill>
                  <a:schemeClr val="accent6"/>
                </a:solidFill>
              </a:rPr>
              <a:t>) </a:t>
            </a:r>
          </a:p>
        </p:txBody>
      </p:sp>
      <p:sp>
        <p:nvSpPr>
          <p:cNvPr id="52" name="Plateau P button">
            <a:extLst>
              <a:ext uri="{FF2B5EF4-FFF2-40B4-BE49-F238E27FC236}">
                <a16:creationId xmlns:a16="http://schemas.microsoft.com/office/drawing/2014/main" id="{50D318CB-6C44-28F8-B43E-4ED5841BDE71}"/>
              </a:ext>
            </a:extLst>
          </p:cNvPr>
          <p:cNvSpPr txBox="1"/>
          <p:nvPr/>
        </p:nvSpPr>
        <p:spPr>
          <a:xfrm>
            <a:off x="7840886" y="2479738"/>
            <a:ext cx="2560320" cy="36576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Plateau pressure (</a:t>
            </a:r>
            <a:r>
              <a:rPr lang="en-US" dirty="0" err="1">
                <a:solidFill>
                  <a:schemeClr val="accent6"/>
                </a:solidFill>
              </a:rPr>
              <a:t>P</a:t>
            </a:r>
            <a:r>
              <a:rPr lang="en-US" baseline="-25000" dirty="0" err="1">
                <a:solidFill>
                  <a:schemeClr val="accent6"/>
                </a:solidFill>
              </a:rPr>
              <a:t>plateau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53" name="Driving P button">
            <a:extLst>
              <a:ext uri="{FF2B5EF4-FFF2-40B4-BE49-F238E27FC236}">
                <a16:creationId xmlns:a16="http://schemas.microsoft.com/office/drawing/2014/main" id="{9C1410CA-14BF-015A-7BFA-6090C1F6E42D}"/>
              </a:ext>
            </a:extLst>
          </p:cNvPr>
          <p:cNvSpPr txBox="1"/>
          <p:nvPr/>
        </p:nvSpPr>
        <p:spPr>
          <a:xfrm>
            <a:off x="7840886" y="2924202"/>
            <a:ext cx="2560320" cy="365760"/>
          </a:xfrm>
          <a:prstGeom prst="roundRect">
            <a:avLst/>
          </a:prstGeom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Driving pressure 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50000"/>
                  </a:schemeClr>
                </a:solidFill>
              </a:rPr>
              <a:t>driving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63F9EFD3-7CB3-C303-2040-A5C0BF6FF9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0833" y="2241350"/>
            <a:ext cx="274320" cy="274320"/>
          </a:xfrm>
          <a:prstGeom prst="rect">
            <a:avLst/>
          </a:prstGeom>
        </p:spPr>
      </p:pic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38A198F0-B56E-EA17-C5A4-93A4D642B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0833" y="2717186"/>
            <a:ext cx="274320" cy="274320"/>
          </a:xfrm>
          <a:prstGeom prst="rect">
            <a:avLst/>
          </a:prstGeom>
        </p:spPr>
      </p:pic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138B5735-8241-219B-54F9-82DDD1E343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0833" y="3169595"/>
            <a:ext cx="274320" cy="274320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E0A59BE-CDDA-4595-0DCA-64B4A38D29F4}"/>
              </a:ext>
            </a:extLst>
          </p:cNvPr>
          <p:cNvCxnSpPr>
            <a:cxnSpLocks/>
          </p:cNvCxnSpPr>
          <p:nvPr/>
        </p:nvCxnSpPr>
        <p:spPr>
          <a:xfrm>
            <a:off x="3185633" y="4936531"/>
            <a:ext cx="0" cy="1588715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Case 1 - Q1">
            <a:extLst>
              <a:ext uri="{FF2B5EF4-FFF2-40B4-BE49-F238E27FC236}">
                <a16:creationId xmlns:a16="http://schemas.microsoft.com/office/drawing/2014/main" id="{CD8FCFE5-6EDC-78F9-F461-26E4027F8E22}"/>
              </a:ext>
            </a:extLst>
          </p:cNvPr>
          <p:cNvSpPr/>
          <p:nvPr/>
        </p:nvSpPr>
        <p:spPr>
          <a:xfrm>
            <a:off x="3271957" y="5640144"/>
            <a:ext cx="654646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74B602B-DBAB-5691-DD2D-A7E7BC3EDF5E}"/>
              </a:ext>
            </a:extLst>
          </p:cNvPr>
          <p:cNvCxnSpPr>
            <a:cxnSpLocks/>
          </p:cNvCxnSpPr>
          <p:nvPr/>
        </p:nvCxnSpPr>
        <p:spPr>
          <a:xfrm>
            <a:off x="8186869" y="5503105"/>
            <a:ext cx="0" cy="1030412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ase 1 - Q1">
            <a:extLst>
              <a:ext uri="{FF2B5EF4-FFF2-40B4-BE49-F238E27FC236}">
                <a16:creationId xmlns:a16="http://schemas.microsoft.com/office/drawing/2014/main" id="{3CE47DFB-2D5D-BCBC-2493-3FAA65FEBB62}"/>
              </a:ext>
            </a:extLst>
          </p:cNvPr>
          <p:cNvSpPr/>
          <p:nvPr/>
        </p:nvSpPr>
        <p:spPr>
          <a:xfrm>
            <a:off x="8244271" y="5872293"/>
            <a:ext cx="922295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6" name="Case 1 - Q1">
            <a:extLst>
              <a:ext uri="{FF2B5EF4-FFF2-40B4-BE49-F238E27FC236}">
                <a16:creationId xmlns:a16="http://schemas.microsoft.com/office/drawing/2014/main" id="{955E104A-25E4-78E6-2ED3-8BFCE0C5AD68}"/>
              </a:ext>
            </a:extLst>
          </p:cNvPr>
          <p:cNvSpPr/>
          <p:nvPr/>
        </p:nvSpPr>
        <p:spPr>
          <a:xfrm>
            <a:off x="9826813" y="5722438"/>
            <a:ext cx="1722559" cy="2743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P</a:t>
            </a:r>
            <a:r>
              <a:rPr lang="en-US" sz="1400" baseline="-25000" dirty="0" err="1">
                <a:solidFill>
                  <a:schemeClr val="bg1"/>
                </a:solidFill>
              </a:rPr>
              <a:t>driving</a:t>
            </a:r>
            <a:r>
              <a:rPr lang="en-US" sz="1400" baseline="-250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= </a:t>
            </a:r>
            <a:r>
              <a:rPr lang="en-US" sz="1400" dirty="0" err="1">
                <a:solidFill>
                  <a:schemeClr val="bg1"/>
                </a:solidFill>
              </a:rPr>
              <a:t>P</a:t>
            </a:r>
            <a:r>
              <a:rPr lang="en-US" sz="1400" baseline="-25000" dirty="0" err="1">
                <a:solidFill>
                  <a:schemeClr val="bg1"/>
                </a:solidFill>
              </a:rPr>
              <a:t>plateau</a:t>
            </a:r>
            <a:r>
              <a:rPr lang="en-US" sz="1400" baseline="-250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- PEEP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283BD82-B877-090D-DAA6-EB527F161B50}"/>
              </a:ext>
            </a:extLst>
          </p:cNvPr>
          <p:cNvCxnSpPr>
            <a:cxnSpLocks/>
          </p:cNvCxnSpPr>
          <p:nvPr/>
        </p:nvCxnSpPr>
        <p:spPr>
          <a:xfrm>
            <a:off x="9531138" y="6207002"/>
            <a:ext cx="0" cy="340102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se 1 - Q1">
            <a:extLst>
              <a:ext uri="{FF2B5EF4-FFF2-40B4-BE49-F238E27FC236}">
                <a16:creationId xmlns:a16="http://schemas.microsoft.com/office/drawing/2014/main" id="{60CDF901-EE6A-7711-03ED-823FF65CF73A}"/>
              </a:ext>
            </a:extLst>
          </p:cNvPr>
          <p:cNvSpPr/>
          <p:nvPr/>
        </p:nvSpPr>
        <p:spPr>
          <a:xfrm>
            <a:off x="9689089" y="6259197"/>
            <a:ext cx="713224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PEEP </a:t>
            </a:r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D7442F74-51A2-5B10-8AEB-7EB8AFD4D999}"/>
              </a:ext>
            </a:extLst>
          </p:cNvPr>
          <p:cNvSpPr/>
          <p:nvPr/>
        </p:nvSpPr>
        <p:spPr>
          <a:xfrm>
            <a:off x="9551473" y="5499230"/>
            <a:ext cx="275340" cy="682496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53A959-7F9D-C345-16E5-5809EEA67E70}"/>
              </a:ext>
            </a:extLst>
          </p:cNvPr>
          <p:cNvGrpSpPr/>
          <p:nvPr/>
        </p:nvGrpSpPr>
        <p:grpSpPr>
          <a:xfrm>
            <a:off x="1642186" y="4868236"/>
            <a:ext cx="9857399" cy="1915745"/>
            <a:chOff x="2536492" y="3841495"/>
            <a:chExt cx="9857399" cy="1915745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A8A178A-C85F-2A16-2596-58076544EA74}"/>
                </a:ext>
              </a:extLst>
            </p:cNvPr>
            <p:cNvSpPr txBox="1"/>
            <p:nvPr/>
          </p:nvSpPr>
          <p:spPr>
            <a:xfrm>
              <a:off x="11707687" y="5325113"/>
              <a:ext cx="686204" cy="432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65167CB-49D8-2432-6A6C-7060BF5F3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081" y="3841495"/>
              <a:ext cx="0" cy="16570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A14C266-C45A-7C71-4693-23B828DCCDB4}"/>
                </a:ext>
              </a:extLst>
            </p:cNvPr>
            <p:cNvCxnSpPr>
              <a:cxnSpLocks/>
            </p:cNvCxnSpPr>
            <p:nvPr/>
          </p:nvCxnSpPr>
          <p:spPr>
            <a:xfrm>
              <a:off x="2920228" y="5498508"/>
              <a:ext cx="8824958" cy="2185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DED2D7B-9312-F477-0F15-F4E7FCD8950F}"/>
                </a:ext>
              </a:extLst>
            </p:cNvPr>
            <p:cNvSpPr txBox="1"/>
            <p:nvPr/>
          </p:nvSpPr>
          <p:spPr>
            <a:xfrm rot="16200000">
              <a:off x="2152562" y="4474910"/>
              <a:ext cx="1158041" cy="390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18297EA-3F39-8B9E-7964-B5597187C0C3}"/>
                </a:ext>
              </a:extLst>
            </p:cNvPr>
            <p:cNvSpPr/>
            <p:nvPr/>
          </p:nvSpPr>
          <p:spPr>
            <a:xfrm>
              <a:off x="2932099" y="3909790"/>
              <a:ext cx="8769205" cy="1270471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82508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00623"/>
                <a:gd name="connsiteY0" fmla="*/ 1072515 h 1085850"/>
                <a:gd name="connsiteX1" fmla="*/ 276763 w 8300623"/>
                <a:gd name="connsiteY1" fmla="*/ 1074420 h 1085850"/>
                <a:gd name="connsiteX2" fmla="*/ 288193 w 8300623"/>
                <a:gd name="connsiteY2" fmla="*/ 480060 h 1085850"/>
                <a:gd name="connsiteX3" fmla="*/ 962563 w 8300623"/>
                <a:gd name="connsiteY3" fmla="*/ 45720 h 1085850"/>
                <a:gd name="connsiteX4" fmla="*/ 958753 w 8300623"/>
                <a:gd name="connsiteY4" fmla="*/ 1078230 h 1085850"/>
                <a:gd name="connsiteX5" fmla="*/ 1960784 w 8300623"/>
                <a:gd name="connsiteY5" fmla="*/ 1074420 h 1085850"/>
                <a:gd name="connsiteX6" fmla="*/ 1968403 w 8300623"/>
                <a:gd name="connsiteY6" fmla="*/ 434340 h 1085850"/>
                <a:gd name="connsiteX7" fmla="*/ 2677063 w 8300623"/>
                <a:gd name="connsiteY7" fmla="*/ 22860 h 1085850"/>
                <a:gd name="connsiteX8" fmla="*/ 2691350 w 8300623"/>
                <a:gd name="connsiteY8" fmla="*/ 1075372 h 1085850"/>
                <a:gd name="connsiteX9" fmla="*/ 4954491 w 8300623"/>
                <a:gd name="connsiteY9" fmla="*/ 1079182 h 1085850"/>
                <a:gd name="connsiteX10" fmla="*/ 4963063 w 8300623"/>
                <a:gd name="connsiteY10" fmla="*/ 491490 h 1085850"/>
                <a:gd name="connsiteX11" fmla="*/ 5614573 w 8300623"/>
                <a:gd name="connsiteY11" fmla="*/ 0 h 1085850"/>
                <a:gd name="connsiteX12" fmla="*/ 5606953 w 8300623"/>
                <a:gd name="connsiteY12" fmla="*/ 484823 h 1085850"/>
                <a:gd name="connsiteX13" fmla="*/ 6938010 w 8300623"/>
                <a:gd name="connsiteY13" fmla="*/ 480060 h 1085850"/>
                <a:gd name="connsiteX14" fmla="*/ 6939231 w 8300623"/>
                <a:gd name="connsiteY14" fmla="*/ 1085850 h 1085850"/>
                <a:gd name="connsiteX15" fmla="*/ 8300623 w 8300623"/>
                <a:gd name="connsiteY15" fmla="*/ 108585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00623" h="1085850">
                  <a:moveTo>
                    <a:pt x="0" y="1072515"/>
                  </a:moveTo>
                  <a:lnTo>
                    <a:pt x="276763" y="1074420"/>
                  </a:lnTo>
                  <a:lnTo>
                    <a:pt x="288193" y="480060"/>
                  </a:lnTo>
                  <a:lnTo>
                    <a:pt x="962563" y="45720"/>
                  </a:lnTo>
                  <a:lnTo>
                    <a:pt x="958753" y="1078230"/>
                  </a:lnTo>
                  <a:lnTo>
                    <a:pt x="1960784" y="1074420"/>
                  </a:lnTo>
                  <a:cubicBezTo>
                    <a:pt x="1958561" y="868680"/>
                    <a:pt x="1970626" y="640080"/>
                    <a:pt x="1968403" y="434340"/>
                  </a:cubicBezTo>
                  <a:lnTo>
                    <a:pt x="2677063" y="22860"/>
                  </a:lnTo>
                  <a:lnTo>
                    <a:pt x="2691350" y="1075372"/>
                  </a:lnTo>
                  <a:lnTo>
                    <a:pt x="4954491" y="1079182"/>
                  </a:lnTo>
                  <a:lnTo>
                    <a:pt x="4963063" y="491490"/>
                  </a:lnTo>
                  <a:lnTo>
                    <a:pt x="5614573" y="0"/>
                  </a:lnTo>
                  <a:lnTo>
                    <a:pt x="5606953" y="484823"/>
                  </a:lnTo>
                  <a:lnTo>
                    <a:pt x="6938010" y="480060"/>
                  </a:lnTo>
                  <a:lnTo>
                    <a:pt x="6939231" y="1085850"/>
                  </a:lnTo>
                  <a:lnTo>
                    <a:pt x="8300623" y="108585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E12CEC9-F28E-9484-45F5-2BEBED8FFF6F}"/>
                </a:ext>
              </a:extLst>
            </p:cNvPr>
            <p:cNvSpPr txBox="1"/>
            <p:nvPr/>
          </p:nvSpPr>
          <p:spPr>
            <a:xfrm>
              <a:off x="9036611" y="3962456"/>
              <a:ext cx="14091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Inspiratory hold 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B232E45-EEC6-F676-9813-CE7A13ECC39C}"/>
                </a:ext>
              </a:extLst>
            </p:cNvPr>
            <p:cNvCxnSpPr>
              <a:endCxn id="63" idx="12"/>
            </p:cNvCxnSpPr>
            <p:nvPr/>
          </p:nvCxnSpPr>
          <p:spPr>
            <a:xfrm flipH="1">
              <a:off x="8855572" y="4197732"/>
              <a:ext cx="225603" cy="27931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360A4E7-BC02-58C2-9B25-905749A2A0E2}"/>
              </a:ext>
            </a:extLst>
          </p:cNvPr>
          <p:cNvGrpSpPr/>
          <p:nvPr/>
        </p:nvGrpSpPr>
        <p:grpSpPr>
          <a:xfrm>
            <a:off x="2103034" y="3563764"/>
            <a:ext cx="4398217" cy="914384"/>
            <a:chOff x="2003655" y="3632868"/>
            <a:chExt cx="4398217" cy="91438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B2C20E2-E2D5-8825-2FC3-17226807BAD6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492229E-1BDA-E133-35F4-DAE88E67CB46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1780B37-FD76-F4D1-0316-327A02F4C3FF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5148174-847B-9459-738E-44DBDBC2E6C1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EC273F07-E7F2-2D0D-63B0-9EE74922A3CC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E29562C9-8613-12DC-1789-5B1AEAC82535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751F60CA-BE9D-3D90-A0CB-F6341B920276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5283194F-82D5-9052-8315-B7B2F1CCB52F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4739474A-25E7-F2CD-C0D4-E974E668AA95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C736BB3-D0C0-C7F3-3AF1-DC3DB7D685D4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129FD6EF-8552-2D25-7514-8039D44DB3AE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F406FE6-7689-D88E-07DC-7254B097E899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52834DF9-CCDB-9A40-D884-90A0EACCB3B2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EAC12F46-762F-08F4-DC72-581931FA6379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9DAED736-E79E-1A41-1A6B-B627D6A38B74}"/>
                      </a:ext>
                    </a:extLst>
                  </p:cNvPr>
                  <p:cNvCxnSpPr>
                    <a:stCxn id="27" idx="1"/>
                    <a:endCxn id="27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F4AF326E-6F9D-1294-E15E-538D068D4A7F}"/>
                      </a:ext>
                    </a:extLst>
                  </p:cNvPr>
                  <p:cNvCxnSpPr>
                    <a:stCxn id="27" idx="1"/>
                    <a:endCxn id="27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74BC3A2F-5C40-6578-BD0C-5A634A426A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29C63F24-FCC2-7498-444A-AA02FE28DE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560980DD-059F-4339-31E0-FAAFAB5C76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5824C664-57B6-29CD-5EE4-107E49511E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F0AE51A0-C76B-9020-B3AA-D58E5EA448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B4DACBCB-CC49-2608-B2A5-51940DD9BB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C5D47F17-C84A-F314-7D74-2C57AD820A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041B82F-DE86-3923-4C41-7D43756D7991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D98DAA70-A01C-DDBB-3907-D8FCF63F069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DBED1115-C0C9-E146-042E-45155DCF50A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F769BA60-4F07-CE54-53ED-17630ECFA4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63C7EF0F-28C5-92CF-7773-FF44CCF9C9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A37D1CED-FB93-4007-A81C-4B600A26D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7FE7D1BD-62DC-0BC0-C6E3-0C484F19F1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A3445AAD-0830-83B2-BF34-A9F05D51C0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FB73E340-AF81-D1E5-E4AE-AE183FD5F9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0687D96C-9E6E-F240-A107-23DBAB96CB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936BB6BA-EF72-2FC9-B866-FC5AF841E884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8C940F09-C933-D0A8-AD4A-6000700C9F0D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ADF8AA73-E02F-FFD1-D0BD-7D7CB79F385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FA82D09D-2F8D-2598-724D-5F44EA94BE3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B5BE9890-1481-49B4-A9CA-C6851700A9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B78707E7-54C6-39DC-4BD7-7040BE7889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A63AD77A-7314-D115-010C-FAA2431A6F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43486F8A-70B9-1D98-8F45-771E3191A1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1603C7C6-E636-6788-6C1C-54E341379A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56A3E0C8-C0AC-3B0C-BC6B-064F11F940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FCE56D93-2073-8F78-089D-AA04CF825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9A7F2D94-FBC5-A8D1-1E97-EA05D690C35F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190453A7-EA8D-5748-034F-0736EC17E2B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Connector 154">
                    <a:extLst>
                      <a:ext uri="{FF2B5EF4-FFF2-40B4-BE49-F238E27FC236}">
                        <a16:creationId xmlns:a16="http://schemas.microsoft.com/office/drawing/2014/main" id="{AC6F865F-4A46-F9CB-1F3E-D5EF7CB618A8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>
                    <a:extLst>
                      <a:ext uri="{FF2B5EF4-FFF2-40B4-BE49-F238E27FC236}">
                        <a16:creationId xmlns:a16="http://schemas.microsoft.com/office/drawing/2014/main" id="{1063C67A-4CCB-B04E-BB80-C2615EE3CA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8FA81859-21F9-A56C-287F-34A35561F4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B143ADC4-EB55-B4D9-82E7-D7C1048E0D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43BD860D-2409-FD62-35C7-C3EDED667C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8117C625-4231-8BCD-BE2E-8CFC9D81B7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2F06573D-FBD4-8F40-8EC0-0FE2234159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AFF4802A-0264-C5D9-6E33-2439A15374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2145A014-35CE-73EF-AF74-A0F34F8C6352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C18A4C52-7599-C6AA-3590-9713DB4FF2CB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12B5A77D-1058-822F-227D-AB8497077D5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>
                    <a:extLst>
                      <a:ext uri="{FF2B5EF4-FFF2-40B4-BE49-F238E27FC236}">
                        <a16:creationId xmlns:a16="http://schemas.microsoft.com/office/drawing/2014/main" id="{69C68EC6-BA82-BE54-7135-7C0760298B5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599E11A4-0370-64D3-5572-1AF69CC4E6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630F3D28-9F86-D274-E725-8B63AEA482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F77D738C-E63F-2EF9-0F4B-CCE63FA004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4D94E45C-374E-ED67-AC15-329933EFC0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B9DC2DB1-83CB-4FE0-5BF7-A95FB1B2F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58DE8C94-E2AC-D664-F058-54DFF5451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1C483585-1D66-9D00-AEB2-BB1A0DFCD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B8296A64-4273-2D2D-758B-0AC43EF49909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D6129529-A225-C2F5-03AA-5E682519E27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8C1F994B-84B4-5B76-025C-8F98EFF02DD2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C4F2D22B-0404-7663-6FEC-BB8ADB95FF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5C054C8F-30A9-E919-0365-719A992187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E57D944B-2D33-C956-F83D-E4E56595E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FBDF5A19-93CF-1EC4-C7B1-9997C1D696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1D158632-E6B3-D20D-A7C7-7F6F802E9C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A3D4B3FA-675B-280F-1B52-E54122FB15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0F394430-AF2B-6A30-ADC5-99A1029443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999A01D6-DB67-3F62-F2D7-1BA750CF07AD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7408419A-37D6-B2C0-040B-F6C71FCDE06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D92C15B1-899E-D121-3568-187ECD13EAF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E56C5DE1-9899-B2B4-0C4C-5972C8C4168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A7751FFB-B776-809B-A094-36F7DC476E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026C11BA-4377-9E66-BBE9-7DF205FFBC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1D23D6F4-A0BA-E76B-1CFE-A04A58F8C4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789F0F20-B316-DDEE-98A0-459B1F2695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7D4FE5D0-50A2-4054-23BE-79FD1E4B0E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8731E388-A4AE-0B70-52D2-A1E0D8A8E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7F8C13B7-A461-A9F8-2F1D-69A597DDC1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3A8B314A-EB8A-C697-32B2-C2E192BD8E43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CD0FE809-B40A-6CB8-0BCD-1538D8E7DE8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98443B41-15D7-484E-0D64-97E377E218D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21E74E2B-83B2-7EE1-C162-217A50EFBC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C14264BE-2FDA-84A8-C39C-DD7CB71DD4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B7E182D6-9195-DA6C-587E-10FCE9C036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5E8F413A-40BE-5771-38F3-D6813C1640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7CB6CE49-C12A-4AAE-EA32-E350BF8C2F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60713223-9E94-BB23-1759-ECC84697CB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477FC58F-3563-61E4-1F0D-BEC12404D5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E5999630-F276-00ED-191D-E0451EB301AA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55414966-6323-0C18-A67C-CC187C047063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0D0468D0-2B94-89A0-665C-88F086D4C34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B9B5E054-AF38-1E29-5874-DD27568183B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E326B651-2C45-6F3A-CF45-37A6C37919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77B73941-40DC-45D1-9491-7FC05283D6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0C1FE61B-0EB1-B524-8A83-4865C1F970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AE09A2D5-C639-8B28-4B17-464F5B2A6C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82A8C207-4B22-41BD-ED92-62A860DE7C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BDC2427C-4489-18E8-0619-8805B1C84C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1963D1FF-A8C2-D3BA-A67D-3194094D8E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6" name="Group 215">
                  <a:extLst>
                    <a:ext uri="{FF2B5EF4-FFF2-40B4-BE49-F238E27FC236}">
                      <a16:creationId xmlns:a16="http://schemas.microsoft.com/office/drawing/2014/main" id="{5EA19203-E533-E277-1F75-CFCD4C7866A8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E62934C4-A1E2-174E-8E52-7493BFE48B9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F96B4C67-BBA0-FB6C-4664-CD5B8866022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BADD6E8E-4784-CF07-DD96-E54AD22609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73CB438E-30A6-3188-8BFB-1DC4E214E0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6619B79A-E1D6-9A34-7047-F3F3A80BED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065BC9C2-0CB6-B2EF-E28F-B51F5F6EEF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6A596674-9120-F438-2213-C294833D33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AC5E721E-2DA1-23B5-EB42-CBF09ACCE9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2CFAC91F-0F25-4DCC-3CDE-D393257A2E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0552A961-B52C-163F-38AC-3A52AB21AE93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58C5A677-F69C-BBCA-CB76-5AB38AAA0E4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3D1E0D0E-AD0C-6BCE-27F5-F2245888F7C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353F4A0B-C011-1DB2-0FE9-7E8CC9F7D5A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025802B8-93BB-205C-5AD4-7D2D2BBC7C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20DD6A2B-2558-0F4D-6DCD-4C574426CE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Straight Connector 250">
                    <a:extLst>
                      <a:ext uri="{FF2B5EF4-FFF2-40B4-BE49-F238E27FC236}">
                        <a16:creationId xmlns:a16="http://schemas.microsoft.com/office/drawing/2014/main" id="{29D5ECAF-0BAF-72DA-128F-D578CF9CE5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DD7B05EE-1C5C-F257-F76D-58BA2F2CB4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6DF82D5A-AF86-17B1-075D-6792D489E8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F661DF1E-52FE-6B84-C292-580D2C9272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Straight Connector 254">
                    <a:extLst>
                      <a:ext uri="{FF2B5EF4-FFF2-40B4-BE49-F238E27FC236}">
                        <a16:creationId xmlns:a16="http://schemas.microsoft.com/office/drawing/2014/main" id="{975627A1-EC58-6D73-0E21-7DC830CDA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3B07287E-B073-5D70-C021-E351FB4D7A8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394B70AC-CE60-DAB3-B869-D97AEF3672F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2FEC55BB-9C92-6C07-D100-A5D7C398831F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24FA8024-3E93-1152-B989-679DC59C83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A1983FB8-1EAE-3D4E-9B27-A80EF35E41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9835CCBB-03B3-0D8F-28DC-CC3B4C5592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C67469C1-BD97-F974-541D-FAF79934EB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E9187DE8-83C2-38DC-082B-A703123803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23F81A81-77C5-BB10-D729-B220AC9167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2837E6EC-AF61-1B11-47C5-DD5A98CF1E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DDE3353F-30B6-0449-2B08-775447C7E2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BC05A852-9450-9280-66AA-49E65DC201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D26CA437-2EE9-312F-7BD8-0D7738AD3B33}"/>
              </a:ext>
            </a:extLst>
          </p:cNvPr>
          <p:cNvGrpSpPr/>
          <p:nvPr/>
        </p:nvGrpSpPr>
        <p:grpSpPr>
          <a:xfrm>
            <a:off x="6507949" y="4187118"/>
            <a:ext cx="1121934" cy="166119"/>
            <a:chOff x="6408570" y="4256222"/>
            <a:chExt cx="1121934" cy="166119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64BDD67-08C1-4AC0-378F-C0666C6DB96F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255B5265-5F58-A653-507C-7F7EBAFF3FB8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A91CFAD8-63B6-D89F-311A-2BDFB9EB1E3A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C84F0170-2025-D5FB-2986-BA1593DF042E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6" name="Obj 1">
            <a:hlinkClick r:id="rId6" action="ppaction://hlinksldjump"/>
            <a:extLst>
              <a:ext uri="{FF2B5EF4-FFF2-40B4-BE49-F238E27FC236}">
                <a16:creationId xmlns:a16="http://schemas.microsoft.com/office/drawing/2014/main" id="{4CCE3969-C514-5ED2-B9A0-18F927EBA1A1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Outputs</a:t>
            </a:r>
          </a:p>
        </p:txBody>
      </p:sp>
      <p:sp>
        <p:nvSpPr>
          <p:cNvPr id="257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F9B48941-F4C4-376D-F4EA-DE4B685422A5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258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6822D8EE-EBD5-E910-6396-7F77AE6D2C93}"/>
              </a:ext>
            </a:extLst>
          </p:cNvPr>
          <p:cNvSpPr/>
          <p:nvPr/>
        </p:nvSpPr>
        <p:spPr>
          <a:xfrm>
            <a:off x="167950" y="11852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2F11DF5A-C9D1-BB01-713F-2CBF96F42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1434036"/>
            <a:ext cx="274320" cy="274320"/>
          </a:xfrm>
          <a:prstGeom prst="rect">
            <a:avLst/>
          </a:prstGeom>
        </p:spPr>
      </p:pic>
      <p:pic>
        <p:nvPicPr>
          <p:cNvPr id="16" name="Graphic 15" descr="Cursor with solid fill">
            <a:extLst>
              <a:ext uri="{FF2B5EF4-FFF2-40B4-BE49-F238E27FC236}">
                <a16:creationId xmlns:a16="http://schemas.microsoft.com/office/drawing/2014/main" id="{7D890823-999C-16E2-D4C3-77FBD4C39D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915687"/>
            <a:ext cx="274320" cy="274320"/>
          </a:xfrm>
          <a:prstGeom prst="rect">
            <a:avLst/>
          </a:prstGeom>
        </p:spPr>
      </p:pic>
      <p:sp>
        <p:nvSpPr>
          <p:cNvPr id="19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2CCD8B46-EF53-637F-B77D-D971017BA349}"/>
              </a:ext>
            </a:extLst>
          </p:cNvPr>
          <p:cNvSpPr/>
          <p:nvPr/>
        </p:nvSpPr>
        <p:spPr>
          <a:xfrm>
            <a:off x="167949" y="222198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76A74761-EB0F-7FE9-41D3-7C3738415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2470735"/>
            <a:ext cx="274320" cy="274320"/>
          </a:xfrm>
          <a:prstGeom prst="rect">
            <a:avLst/>
          </a:prstGeom>
        </p:spPr>
      </p:pic>
      <p:sp>
        <p:nvSpPr>
          <p:cNvPr id="25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CD91788F-AED6-56C9-AD56-FA5BCFBD29FB}"/>
              </a:ext>
            </a:extLst>
          </p:cNvPr>
          <p:cNvSpPr/>
          <p:nvPr/>
        </p:nvSpPr>
        <p:spPr>
          <a:xfrm>
            <a:off x="167949" y="170363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AE175017-E9CF-7729-556E-DA1C5CCEF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1950943"/>
            <a:ext cx="274320" cy="274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A3CD01-A8A2-FBFB-852F-F09B6B86604F}"/>
              </a:ext>
            </a:extLst>
          </p:cNvPr>
          <p:cNvSpPr txBox="1"/>
          <p:nvPr/>
        </p:nvSpPr>
        <p:spPr>
          <a:xfrm>
            <a:off x="3114165" y="2479738"/>
            <a:ext cx="2560320" cy="365760"/>
          </a:xfrm>
          <a:prstGeom prst="roundRect">
            <a:avLst/>
          </a:prstGeom>
          <a:ln w="381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baseline="-25000" dirty="0">
                <a:solidFill>
                  <a:srgbClr val="FF0000"/>
                </a:solidFill>
              </a:rPr>
              <a:t>E</a:t>
            </a:r>
            <a:r>
              <a:rPr lang="en-US" dirty="0">
                <a:solidFill>
                  <a:srgbClr val="FF0000"/>
                </a:solidFill>
              </a:rPr>
              <a:t> = RR x V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minute ventilation">
            <a:extLst>
              <a:ext uri="{FF2B5EF4-FFF2-40B4-BE49-F238E27FC236}">
                <a16:creationId xmlns:a16="http://schemas.microsoft.com/office/drawing/2014/main" id="{E05670B0-8860-3A83-4F44-9A6B11A36B8C}"/>
              </a:ext>
            </a:extLst>
          </p:cNvPr>
          <p:cNvSpPr txBox="1"/>
          <p:nvPr/>
        </p:nvSpPr>
        <p:spPr>
          <a:xfrm>
            <a:off x="3114165" y="2479738"/>
            <a:ext cx="2560320" cy="365760"/>
          </a:xfrm>
          <a:prstGeom prst="roundRect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Minute ventilation (V</a:t>
            </a:r>
            <a:r>
              <a:rPr lang="en-US" baseline="-25000" dirty="0">
                <a:solidFill>
                  <a:srgbClr val="FF0000"/>
                </a:solidFill>
              </a:rPr>
              <a:t>E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F3282B86-38B5-52A8-92AB-D1E631AC5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224" y="2717186"/>
            <a:ext cx="274320" cy="274320"/>
          </a:xfrm>
          <a:prstGeom prst="rect">
            <a:avLst/>
          </a:prstGeom>
        </p:spPr>
      </p:pic>
      <p:sp>
        <p:nvSpPr>
          <p:cNvPr id="5" name="Case 1 - Q1">
            <a:extLst>
              <a:ext uri="{FF2B5EF4-FFF2-40B4-BE49-F238E27FC236}">
                <a16:creationId xmlns:a16="http://schemas.microsoft.com/office/drawing/2014/main" id="{1970AA8E-DD04-51E4-A939-3988F45F00EF}"/>
              </a:ext>
            </a:extLst>
          </p:cNvPr>
          <p:cNvSpPr/>
          <p:nvPr/>
        </p:nvSpPr>
        <p:spPr>
          <a:xfrm>
            <a:off x="2824051" y="2039263"/>
            <a:ext cx="3127280" cy="3657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Tidal volume (V</a:t>
            </a:r>
            <a:r>
              <a:rPr lang="en-US" baseline="-25000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224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8" dur="indefinite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81" dur="indefinite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49" grpId="0" animBg="1"/>
      <p:bldP spid="98" grpId="0" animBg="1"/>
      <p:bldP spid="100" grpId="0" animBg="1"/>
      <p:bldP spid="103" grpId="0" animBg="1"/>
      <p:bldP spid="50" grpId="0" animBg="1"/>
      <p:bldP spid="50" grpId="1" animBg="1"/>
      <p:bldP spid="52" grpId="0" animBg="1"/>
      <p:bldP spid="52" grpId="1" animBg="1"/>
      <p:bldP spid="53" grpId="0" animBg="1"/>
      <p:bldP spid="53" grpId="1" animBg="1"/>
      <p:bldP spid="102" grpId="0" animBg="1"/>
      <p:bldP spid="79" grpId="0" animBg="1"/>
      <p:bldP spid="66" grpId="0" animBg="1"/>
      <p:bldP spid="69" grpId="0" animBg="1"/>
      <p:bldP spid="71" grpId="0" animBg="1"/>
      <p:bldP spid="2" grpId="0" animBg="1"/>
      <p:bldP spid="2" grpId="1" animBg="1"/>
      <p:bldP spid="3" grpId="1" animBg="1"/>
      <p:bldP spid="3" grpId="2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10A3F6-61A0-2C21-2492-25A9188C9A7B}"/>
              </a:ext>
            </a:extLst>
          </p:cNvPr>
          <p:cNvSpPr/>
          <p:nvPr/>
        </p:nvSpPr>
        <p:spPr>
          <a:xfrm>
            <a:off x="7993869" y="3393825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teachIM logo" descr="Icon&#10;&#10;Description automatically generated">
            <a:extLst>
              <a:ext uri="{FF2B5EF4-FFF2-40B4-BE49-F238E27FC236}">
                <a16:creationId xmlns:a16="http://schemas.microsoft.com/office/drawing/2014/main" id="{9292709E-0727-5093-7759-2259CF377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E9439FBA-FA12-F093-0E1D-E9A9420C1BA9}"/>
              </a:ext>
            </a:extLst>
          </p:cNvPr>
          <p:cNvSpPr txBox="1"/>
          <p:nvPr/>
        </p:nvSpPr>
        <p:spPr>
          <a:xfrm>
            <a:off x="2596055" y="1162311"/>
            <a:ext cx="349300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Opposition to airflow through the system (tubing, airways)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Typically, &lt;10.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49DBAF-9C34-2291-BF00-FCC2F96CCFC1}"/>
                  </a:ext>
                </a:extLst>
              </p:cNvPr>
              <p:cNvSpPr txBox="1"/>
              <p:nvPr/>
            </p:nvSpPr>
            <p:spPr>
              <a:xfrm>
                <a:off x="7284562" y="1162311"/>
                <a:ext cx="3493008" cy="20079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Stiffness of respiratory system (lungs, pleural, chest wall, abdomen)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𝑝𝑙𝑎𝑡𝑒𝑎𝑢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𝑃𝐸𝐸𝑃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𝑑𝑟𝑖𝑣𝑖𝑛𝑔</m:t>
                              </m:r>
                            </m:sub>
                          </m:sSub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Normally, pressure needed to achieve 4-6 cc/kg is &lt;10</a:t>
                </a: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A49DBAF-9C34-2291-BF00-FCC2F96CC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562" y="1162311"/>
                <a:ext cx="3493008" cy="2007986"/>
              </a:xfrm>
              <a:prstGeom prst="rect">
                <a:avLst/>
              </a:prstGeom>
              <a:blipFill>
                <a:blip r:embed="rId4"/>
                <a:stretch>
                  <a:fillRect l="-1222" t="-1824" b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03F92FA-87E3-F843-0311-21B8E2D86691}"/>
              </a:ext>
            </a:extLst>
          </p:cNvPr>
          <p:cNvCxnSpPr>
            <a:cxnSpLocks/>
          </p:cNvCxnSpPr>
          <p:nvPr/>
        </p:nvCxnSpPr>
        <p:spPr>
          <a:xfrm>
            <a:off x="3185633" y="4936531"/>
            <a:ext cx="480" cy="1597619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se 1 - Q1">
            <a:extLst>
              <a:ext uri="{FF2B5EF4-FFF2-40B4-BE49-F238E27FC236}">
                <a16:creationId xmlns:a16="http://schemas.microsoft.com/office/drawing/2014/main" id="{1AAD1E38-EDF4-02D9-E85B-BC73D74CFEBB}"/>
              </a:ext>
            </a:extLst>
          </p:cNvPr>
          <p:cNvSpPr/>
          <p:nvPr/>
        </p:nvSpPr>
        <p:spPr>
          <a:xfrm>
            <a:off x="3271957" y="5640144"/>
            <a:ext cx="654646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99E6841-BD20-8070-B443-2AB19287E36F}"/>
              </a:ext>
            </a:extLst>
          </p:cNvPr>
          <p:cNvCxnSpPr>
            <a:cxnSpLocks/>
          </p:cNvCxnSpPr>
          <p:nvPr/>
        </p:nvCxnSpPr>
        <p:spPr>
          <a:xfrm>
            <a:off x="8186869" y="5503105"/>
            <a:ext cx="0" cy="1031045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ase 1 - Q1">
            <a:extLst>
              <a:ext uri="{FF2B5EF4-FFF2-40B4-BE49-F238E27FC236}">
                <a16:creationId xmlns:a16="http://schemas.microsoft.com/office/drawing/2014/main" id="{D60F5A03-D6D8-B24D-6B42-C56CBBA186E8}"/>
              </a:ext>
            </a:extLst>
          </p:cNvPr>
          <p:cNvSpPr/>
          <p:nvPr/>
        </p:nvSpPr>
        <p:spPr>
          <a:xfrm>
            <a:off x="8244271" y="5872293"/>
            <a:ext cx="922295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A966454-CE49-A039-F6A4-7B71CE1F35B4}"/>
              </a:ext>
            </a:extLst>
          </p:cNvPr>
          <p:cNvCxnSpPr>
            <a:cxnSpLocks/>
          </p:cNvCxnSpPr>
          <p:nvPr/>
        </p:nvCxnSpPr>
        <p:spPr>
          <a:xfrm>
            <a:off x="9473337" y="6226046"/>
            <a:ext cx="0" cy="308104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ase 1 - Q1">
            <a:extLst>
              <a:ext uri="{FF2B5EF4-FFF2-40B4-BE49-F238E27FC236}">
                <a16:creationId xmlns:a16="http://schemas.microsoft.com/office/drawing/2014/main" id="{1FE008F4-F37D-ECCF-13BA-C4F92B10B426}"/>
              </a:ext>
            </a:extLst>
          </p:cNvPr>
          <p:cNvSpPr/>
          <p:nvPr/>
        </p:nvSpPr>
        <p:spPr>
          <a:xfrm>
            <a:off x="9621780" y="6242836"/>
            <a:ext cx="713224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PEEP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25DD85-2C99-01DF-3586-C303ACB1CA71}"/>
              </a:ext>
            </a:extLst>
          </p:cNvPr>
          <p:cNvGrpSpPr/>
          <p:nvPr/>
        </p:nvGrpSpPr>
        <p:grpSpPr>
          <a:xfrm>
            <a:off x="1642186" y="4868236"/>
            <a:ext cx="9803823" cy="1906245"/>
            <a:chOff x="2536492" y="3841495"/>
            <a:chExt cx="9803823" cy="190624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80F4E-7DA1-4D32-DDB6-A80D9D737084}"/>
                </a:ext>
              </a:extLst>
            </p:cNvPr>
            <p:cNvSpPr txBox="1"/>
            <p:nvPr/>
          </p:nvSpPr>
          <p:spPr>
            <a:xfrm>
              <a:off x="11654111" y="5315613"/>
              <a:ext cx="686204" cy="432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DD04172-84E9-CDC7-9963-171D2E3F4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081" y="3841495"/>
              <a:ext cx="0" cy="16570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20091512-B404-0F1E-888D-D03271DF4733}"/>
                </a:ext>
              </a:extLst>
            </p:cNvPr>
            <p:cNvCxnSpPr>
              <a:cxnSpLocks/>
            </p:cNvCxnSpPr>
            <p:nvPr/>
          </p:nvCxnSpPr>
          <p:spPr>
            <a:xfrm>
              <a:off x="2920228" y="5498508"/>
              <a:ext cx="8781076" cy="890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95F7CD0-E358-7D45-E81C-5AC699C8066A}"/>
                </a:ext>
              </a:extLst>
            </p:cNvPr>
            <p:cNvSpPr txBox="1"/>
            <p:nvPr/>
          </p:nvSpPr>
          <p:spPr>
            <a:xfrm rot="16200000">
              <a:off x="2152562" y="4474910"/>
              <a:ext cx="1158041" cy="390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B92F6D4-1B93-C60D-6A57-65F8348C83B3}"/>
                </a:ext>
              </a:extLst>
            </p:cNvPr>
            <p:cNvSpPr/>
            <p:nvPr/>
          </p:nvSpPr>
          <p:spPr>
            <a:xfrm>
              <a:off x="2924479" y="3909790"/>
              <a:ext cx="8776825" cy="1270472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861942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091882"/>
                <a:gd name="connsiteX1" fmla="*/ 320040 w 8343900"/>
                <a:gd name="connsiteY1" fmla="*/ 1074420 h 1091882"/>
                <a:gd name="connsiteX2" fmla="*/ 331470 w 8343900"/>
                <a:gd name="connsiteY2" fmla="*/ 480060 h 1091882"/>
                <a:gd name="connsiteX3" fmla="*/ 1005840 w 8343900"/>
                <a:gd name="connsiteY3" fmla="*/ 45720 h 1091882"/>
                <a:gd name="connsiteX4" fmla="*/ 1002030 w 8343900"/>
                <a:gd name="connsiteY4" fmla="*/ 1078230 h 1091882"/>
                <a:gd name="connsiteX5" fmla="*/ 2004061 w 8343900"/>
                <a:gd name="connsiteY5" fmla="*/ 1074420 h 1091882"/>
                <a:gd name="connsiteX6" fmla="*/ 2011680 w 8343900"/>
                <a:gd name="connsiteY6" fmla="*/ 434340 h 1091882"/>
                <a:gd name="connsiteX7" fmla="*/ 2720340 w 8343900"/>
                <a:gd name="connsiteY7" fmla="*/ 22860 h 1091882"/>
                <a:gd name="connsiteX8" fmla="*/ 2715177 w 8343900"/>
                <a:gd name="connsiteY8" fmla="*/ 566066 h 1091882"/>
                <a:gd name="connsiteX9" fmla="*/ 3852217 w 8343900"/>
                <a:gd name="connsiteY9" fmla="*/ 575338 h 1091882"/>
                <a:gd name="connsiteX10" fmla="*/ 3861942 w 8343900"/>
                <a:gd name="connsiteY10" fmla="*/ 1058301 h 1091882"/>
                <a:gd name="connsiteX11" fmla="*/ 4997768 w 8343900"/>
                <a:gd name="connsiteY11" fmla="*/ 1079182 h 1091882"/>
                <a:gd name="connsiteX12" fmla="*/ 5006340 w 8343900"/>
                <a:gd name="connsiteY12" fmla="*/ 491490 h 1091882"/>
                <a:gd name="connsiteX13" fmla="*/ 5657850 w 8343900"/>
                <a:gd name="connsiteY13" fmla="*/ 0 h 1091882"/>
                <a:gd name="connsiteX14" fmla="*/ 5650230 w 8343900"/>
                <a:gd name="connsiteY14" fmla="*/ 484823 h 1091882"/>
                <a:gd name="connsiteX15" fmla="*/ 6981287 w 8343900"/>
                <a:gd name="connsiteY15" fmla="*/ 480060 h 1091882"/>
                <a:gd name="connsiteX16" fmla="*/ 6960870 w 8343900"/>
                <a:gd name="connsiteY16" fmla="*/ 1085850 h 1091882"/>
                <a:gd name="connsiteX17" fmla="*/ 8343900 w 8343900"/>
                <a:gd name="connsiteY17" fmla="*/ 1085850 h 1091882"/>
                <a:gd name="connsiteX0" fmla="*/ 0 w 8343900"/>
                <a:gd name="connsiteY0" fmla="*/ 1072515 h 1096256"/>
                <a:gd name="connsiteX1" fmla="*/ 320040 w 8343900"/>
                <a:gd name="connsiteY1" fmla="*/ 1074420 h 1096256"/>
                <a:gd name="connsiteX2" fmla="*/ 331470 w 8343900"/>
                <a:gd name="connsiteY2" fmla="*/ 480060 h 1096256"/>
                <a:gd name="connsiteX3" fmla="*/ 1005840 w 8343900"/>
                <a:gd name="connsiteY3" fmla="*/ 45720 h 1096256"/>
                <a:gd name="connsiteX4" fmla="*/ 1002030 w 8343900"/>
                <a:gd name="connsiteY4" fmla="*/ 1078230 h 1096256"/>
                <a:gd name="connsiteX5" fmla="*/ 2004061 w 8343900"/>
                <a:gd name="connsiteY5" fmla="*/ 1074420 h 1096256"/>
                <a:gd name="connsiteX6" fmla="*/ 2011680 w 8343900"/>
                <a:gd name="connsiteY6" fmla="*/ 434340 h 1096256"/>
                <a:gd name="connsiteX7" fmla="*/ 2720340 w 8343900"/>
                <a:gd name="connsiteY7" fmla="*/ 22860 h 1096256"/>
                <a:gd name="connsiteX8" fmla="*/ 2715177 w 8343900"/>
                <a:gd name="connsiteY8" fmla="*/ 566066 h 1096256"/>
                <a:gd name="connsiteX9" fmla="*/ 3852217 w 8343900"/>
                <a:gd name="connsiteY9" fmla="*/ 575338 h 1096256"/>
                <a:gd name="connsiteX10" fmla="*/ 3861942 w 8343900"/>
                <a:gd name="connsiteY10" fmla="*/ 1075864 h 1096256"/>
                <a:gd name="connsiteX11" fmla="*/ 4997768 w 8343900"/>
                <a:gd name="connsiteY11" fmla="*/ 1079182 h 1096256"/>
                <a:gd name="connsiteX12" fmla="*/ 5006340 w 8343900"/>
                <a:gd name="connsiteY12" fmla="*/ 491490 h 1096256"/>
                <a:gd name="connsiteX13" fmla="*/ 5657850 w 8343900"/>
                <a:gd name="connsiteY13" fmla="*/ 0 h 1096256"/>
                <a:gd name="connsiteX14" fmla="*/ 5650230 w 8343900"/>
                <a:gd name="connsiteY14" fmla="*/ 484823 h 1096256"/>
                <a:gd name="connsiteX15" fmla="*/ 6981287 w 8343900"/>
                <a:gd name="connsiteY15" fmla="*/ 480060 h 1096256"/>
                <a:gd name="connsiteX16" fmla="*/ 6960870 w 8343900"/>
                <a:gd name="connsiteY16" fmla="*/ 1085850 h 1096256"/>
                <a:gd name="connsiteX17" fmla="*/ 8343900 w 8343900"/>
                <a:gd name="connsiteY17" fmla="*/ 1085850 h 1096256"/>
                <a:gd name="connsiteX0" fmla="*/ 0 w 8343900"/>
                <a:gd name="connsiteY0" fmla="*/ 1072515 h 1090827"/>
                <a:gd name="connsiteX1" fmla="*/ 320040 w 8343900"/>
                <a:gd name="connsiteY1" fmla="*/ 1074420 h 1090827"/>
                <a:gd name="connsiteX2" fmla="*/ 331470 w 8343900"/>
                <a:gd name="connsiteY2" fmla="*/ 480060 h 1090827"/>
                <a:gd name="connsiteX3" fmla="*/ 1005840 w 8343900"/>
                <a:gd name="connsiteY3" fmla="*/ 45720 h 1090827"/>
                <a:gd name="connsiteX4" fmla="*/ 1002030 w 8343900"/>
                <a:gd name="connsiteY4" fmla="*/ 1078230 h 1090827"/>
                <a:gd name="connsiteX5" fmla="*/ 2004061 w 8343900"/>
                <a:gd name="connsiteY5" fmla="*/ 1074420 h 1090827"/>
                <a:gd name="connsiteX6" fmla="*/ 2011680 w 8343900"/>
                <a:gd name="connsiteY6" fmla="*/ 434340 h 1090827"/>
                <a:gd name="connsiteX7" fmla="*/ 2720340 w 8343900"/>
                <a:gd name="connsiteY7" fmla="*/ 22860 h 1090827"/>
                <a:gd name="connsiteX8" fmla="*/ 2715177 w 8343900"/>
                <a:gd name="connsiteY8" fmla="*/ 566066 h 1090827"/>
                <a:gd name="connsiteX9" fmla="*/ 3852217 w 8343900"/>
                <a:gd name="connsiteY9" fmla="*/ 575338 h 1090827"/>
                <a:gd name="connsiteX10" fmla="*/ 3861942 w 8343900"/>
                <a:gd name="connsiteY10" fmla="*/ 1075864 h 1090827"/>
                <a:gd name="connsiteX11" fmla="*/ 4997768 w 8343900"/>
                <a:gd name="connsiteY11" fmla="*/ 1079182 h 1090827"/>
                <a:gd name="connsiteX12" fmla="*/ 5006340 w 8343900"/>
                <a:gd name="connsiteY12" fmla="*/ 491490 h 1090827"/>
                <a:gd name="connsiteX13" fmla="*/ 5657850 w 8343900"/>
                <a:gd name="connsiteY13" fmla="*/ 0 h 1090827"/>
                <a:gd name="connsiteX14" fmla="*/ 5650230 w 8343900"/>
                <a:gd name="connsiteY14" fmla="*/ 484823 h 1090827"/>
                <a:gd name="connsiteX15" fmla="*/ 6981287 w 8343900"/>
                <a:gd name="connsiteY15" fmla="*/ 480060 h 1090827"/>
                <a:gd name="connsiteX16" fmla="*/ 6960870 w 8343900"/>
                <a:gd name="connsiteY16" fmla="*/ 1085850 h 1090827"/>
                <a:gd name="connsiteX17" fmla="*/ 8343900 w 8343900"/>
                <a:gd name="connsiteY17" fmla="*/ 1085850 h 1090827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07836"/>
                <a:gd name="connsiteY0" fmla="*/ 1064374 h 1085850"/>
                <a:gd name="connsiteX1" fmla="*/ 283976 w 8307836"/>
                <a:gd name="connsiteY1" fmla="*/ 1074420 h 1085850"/>
                <a:gd name="connsiteX2" fmla="*/ 295406 w 8307836"/>
                <a:gd name="connsiteY2" fmla="*/ 480060 h 1085850"/>
                <a:gd name="connsiteX3" fmla="*/ 969776 w 8307836"/>
                <a:gd name="connsiteY3" fmla="*/ 45720 h 1085850"/>
                <a:gd name="connsiteX4" fmla="*/ 965966 w 8307836"/>
                <a:gd name="connsiteY4" fmla="*/ 1078230 h 1085850"/>
                <a:gd name="connsiteX5" fmla="*/ 1967997 w 8307836"/>
                <a:gd name="connsiteY5" fmla="*/ 1074420 h 1085850"/>
                <a:gd name="connsiteX6" fmla="*/ 1975616 w 8307836"/>
                <a:gd name="connsiteY6" fmla="*/ 434340 h 1085850"/>
                <a:gd name="connsiteX7" fmla="*/ 2684276 w 8307836"/>
                <a:gd name="connsiteY7" fmla="*/ 22860 h 1085850"/>
                <a:gd name="connsiteX8" fmla="*/ 2679113 w 8307836"/>
                <a:gd name="connsiteY8" fmla="*/ 566066 h 1085850"/>
                <a:gd name="connsiteX9" fmla="*/ 3816153 w 8307836"/>
                <a:gd name="connsiteY9" fmla="*/ 575338 h 1085850"/>
                <a:gd name="connsiteX10" fmla="*/ 3825878 w 8307836"/>
                <a:gd name="connsiteY10" fmla="*/ 1075864 h 1085850"/>
                <a:gd name="connsiteX11" fmla="*/ 4961704 w 8307836"/>
                <a:gd name="connsiteY11" fmla="*/ 1079182 h 1085850"/>
                <a:gd name="connsiteX12" fmla="*/ 4970276 w 8307836"/>
                <a:gd name="connsiteY12" fmla="*/ 491490 h 1085850"/>
                <a:gd name="connsiteX13" fmla="*/ 5621786 w 8307836"/>
                <a:gd name="connsiteY13" fmla="*/ 0 h 1085850"/>
                <a:gd name="connsiteX14" fmla="*/ 5614166 w 8307836"/>
                <a:gd name="connsiteY14" fmla="*/ 484823 h 1085850"/>
                <a:gd name="connsiteX15" fmla="*/ 6945223 w 8307836"/>
                <a:gd name="connsiteY15" fmla="*/ 480060 h 1085850"/>
                <a:gd name="connsiteX16" fmla="*/ 6924806 w 8307836"/>
                <a:gd name="connsiteY16" fmla="*/ 1085850 h 1085850"/>
                <a:gd name="connsiteX17" fmla="*/ 8307836 w 8307836"/>
                <a:gd name="connsiteY17" fmla="*/ 1085850 h 1085850"/>
                <a:gd name="connsiteX0" fmla="*/ 0 w 8307836"/>
                <a:gd name="connsiteY0" fmla="*/ 1064374 h 1085850"/>
                <a:gd name="connsiteX1" fmla="*/ 283976 w 8307836"/>
                <a:gd name="connsiteY1" fmla="*/ 1074420 h 1085850"/>
                <a:gd name="connsiteX2" fmla="*/ 295406 w 8307836"/>
                <a:gd name="connsiteY2" fmla="*/ 480060 h 1085850"/>
                <a:gd name="connsiteX3" fmla="*/ 969776 w 8307836"/>
                <a:gd name="connsiteY3" fmla="*/ 45720 h 1085850"/>
                <a:gd name="connsiteX4" fmla="*/ 965966 w 8307836"/>
                <a:gd name="connsiteY4" fmla="*/ 1078230 h 1085850"/>
                <a:gd name="connsiteX5" fmla="*/ 1967997 w 8307836"/>
                <a:gd name="connsiteY5" fmla="*/ 1074420 h 1085850"/>
                <a:gd name="connsiteX6" fmla="*/ 1975616 w 8307836"/>
                <a:gd name="connsiteY6" fmla="*/ 434340 h 1085850"/>
                <a:gd name="connsiteX7" fmla="*/ 2684276 w 8307836"/>
                <a:gd name="connsiteY7" fmla="*/ 22860 h 1085850"/>
                <a:gd name="connsiteX8" fmla="*/ 2679113 w 8307836"/>
                <a:gd name="connsiteY8" fmla="*/ 566066 h 1085850"/>
                <a:gd name="connsiteX9" fmla="*/ 3816153 w 8307836"/>
                <a:gd name="connsiteY9" fmla="*/ 575338 h 1085850"/>
                <a:gd name="connsiteX10" fmla="*/ 3825878 w 8307836"/>
                <a:gd name="connsiteY10" fmla="*/ 1075864 h 1085850"/>
                <a:gd name="connsiteX11" fmla="*/ 4961704 w 8307836"/>
                <a:gd name="connsiteY11" fmla="*/ 1079182 h 1085850"/>
                <a:gd name="connsiteX12" fmla="*/ 4970276 w 8307836"/>
                <a:gd name="connsiteY12" fmla="*/ 491490 h 1085850"/>
                <a:gd name="connsiteX13" fmla="*/ 5621786 w 8307836"/>
                <a:gd name="connsiteY13" fmla="*/ 0 h 1085850"/>
                <a:gd name="connsiteX14" fmla="*/ 5614166 w 8307836"/>
                <a:gd name="connsiteY14" fmla="*/ 484823 h 1085850"/>
                <a:gd name="connsiteX15" fmla="*/ 6945223 w 8307836"/>
                <a:gd name="connsiteY15" fmla="*/ 480060 h 1085850"/>
                <a:gd name="connsiteX16" fmla="*/ 6924806 w 8307836"/>
                <a:gd name="connsiteY16" fmla="*/ 1085850 h 1085850"/>
                <a:gd name="connsiteX17" fmla="*/ 8307836 w 8307836"/>
                <a:gd name="connsiteY17" fmla="*/ 1085850 h 1085850"/>
                <a:gd name="connsiteX0" fmla="*/ 0 w 8307836"/>
                <a:gd name="connsiteY0" fmla="*/ 1072515 h 1085850"/>
                <a:gd name="connsiteX1" fmla="*/ 283976 w 8307836"/>
                <a:gd name="connsiteY1" fmla="*/ 1074420 h 1085850"/>
                <a:gd name="connsiteX2" fmla="*/ 295406 w 8307836"/>
                <a:gd name="connsiteY2" fmla="*/ 480060 h 1085850"/>
                <a:gd name="connsiteX3" fmla="*/ 969776 w 8307836"/>
                <a:gd name="connsiteY3" fmla="*/ 45720 h 1085850"/>
                <a:gd name="connsiteX4" fmla="*/ 965966 w 8307836"/>
                <a:gd name="connsiteY4" fmla="*/ 1078230 h 1085850"/>
                <a:gd name="connsiteX5" fmla="*/ 1967997 w 8307836"/>
                <a:gd name="connsiteY5" fmla="*/ 1074420 h 1085850"/>
                <a:gd name="connsiteX6" fmla="*/ 1975616 w 8307836"/>
                <a:gd name="connsiteY6" fmla="*/ 434340 h 1085850"/>
                <a:gd name="connsiteX7" fmla="*/ 2684276 w 8307836"/>
                <a:gd name="connsiteY7" fmla="*/ 22860 h 1085850"/>
                <a:gd name="connsiteX8" fmla="*/ 2679113 w 8307836"/>
                <a:gd name="connsiteY8" fmla="*/ 566066 h 1085850"/>
                <a:gd name="connsiteX9" fmla="*/ 3816153 w 8307836"/>
                <a:gd name="connsiteY9" fmla="*/ 575338 h 1085850"/>
                <a:gd name="connsiteX10" fmla="*/ 3825878 w 8307836"/>
                <a:gd name="connsiteY10" fmla="*/ 1075864 h 1085850"/>
                <a:gd name="connsiteX11" fmla="*/ 4961704 w 8307836"/>
                <a:gd name="connsiteY11" fmla="*/ 1079182 h 1085850"/>
                <a:gd name="connsiteX12" fmla="*/ 4970276 w 8307836"/>
                <a:gd name="connsiteY12" fmla="*/ 491490 h 1085850"/>
                <a:gd name="connsiteX13" fmla="*/ 5621786 w 8307836"/>
                <a:gd name="connsiteY13" fmla="*/ 0 h 1085850"/>
                <a:gd name="connsiteX14" fmla="*/ 5614166 w 8307836"/>
                <a:gd name="connsiteY14" fmla="*/ 484823 h 1085850"/>
                <a:gd name="connsiteX15" fmla="*/ 6945223 w 8307836"/>
                <a:gd name="connsiteY15" fmla="*/ 480060 h 1085850"/>
                <a:gd name="connsiteX16" fmla="*/ 6924806 w 8307836"/>
                <a:gd name="connsiteY16" fmla="*/ 1085850 h 1085850"/>
                <a:gd name="connsiteX17" fmla="*/ 8307836 w 8307836"/>
                <a:gd name="connsiteY17" fmla="*/ 108585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307836" h="1085850">
                  <a:moveTo>
                    <a:pt x="0" y="1072515"/>
                  </a:moveTo>
                  <a:lnTo>
                    <a:pt x="283976" y="1074420"/>
                  </a:lnTo>
                  <a:lnTo>
                    <a:pt x="295406" y="480060"/>
                  </a:lnTo>
                  <a:lnTo>
                    <a:pt x="969776" y="45720"/>
                  </a:lnTo>
                  <a:lnTo>
                    <a:pt x="965966" y="1078230"/>
                  </a:lnTo>
                  <a:lnTo>
                    <a:pt x="1967997" y="1074420"/>
                  </a:lnTo>
                  <a:cubicBezTo>
                    <a:pt x="1965774" y="868680"/>
                    <a:pt x="1977839" y="640080"/>
                    <a:pt x="1975616" y="434340"/>
                  </a:cubicBezTo>
                  <a:lnTo>
                    <a:pt x="2684276" y="22860"/>
                  </a:lnTo>
                  <a:cubicBezTo>
                    <a:pt x="2682555" y="203929"/>
                    <a:pt x="2681694" y="294463"/>
                    <a:pt x="2679113" y="566066"/>
                  </a:cubicBezTo>
                  <a:lnTo>
                    <a:pt x="3816153" y="575338"/>
                  </a:lnTo>
                  <a:lnTo>
                    <a:pt x="3825878" y="1075864"/>
                  </a:lnTo>
                  <a:cubicBezTo>
                    <a:pt x="4104330" y="1063245"/>
                    <a:pt x="4393791" y="1077523"/>
                    <a:pt x="4961704" y="1079182"/>
                  </a:cubicBezTo>
                  <a:lnTo>
                    <a:pt x="4970276" y="491490"/>
                  </a:lnTo>
                  <a:lnTo>
                    <a:pt x="5621786" y="0"/>
                  </a:lnTo>
                  <a:lnTo>
                    <a:pt x="5614166" y="484823"/>
                  </a:lnTo>
                  <a:lnTo>
                    <a:pt x="6945223" y="480060"/>
                  </a:lnTo>
                  <a:lnTo>
                    <a:pt x="6924806" y="1085850"/>
                  </a:lnTo>
                  <a:lnTo>
                    <a:pt x="8307836" y="108585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1950050-0050-6B39-E437-FC1F55FEBE92}"/>
                </a:ext>
              </a:extLst>
            </p:cNvPr>
            <p:cNvSpPr txBox="1"/>
            <p:nvPr/>
          </p:nvSpPr>
          <p:spPr>
            <a:xfrm>
              <a:off x="9036611" y="3962456"/>
              <a:ext cx="14091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Inspiratory hold 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BD77BBB8-9BE8-BC8F-21B3-167A522BE062}"/>
                </a:ext>
              </a:extLst>
            </p:cNvPr>
            <p:cNvCxnSpPr>
              <a:cxnSpLocks/>
              <a:endCxn id="135" idx="14"/>
            </p:cNvCxnSpPr>
            <p:nvPr/>
          </p:nvCxnSpPr>
          <p:spPr>
            <a:xfrm flipH="1">
              <a:off x="8855573" y="4237249"/>
              <a:ext cx="248033" cy="2397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9" name="Right Brace 298">
            <a:extLst>
              <a:ext uri="{FF2B5EF4-FFF2-40B4-BE49-F238E27FC236}">
                <a16:creationId xmlns:a16="http://schemas.microsoft.com/office/drawing/2014/main" id="{E10C6615-2B8F-BF60-9DE8-62EC9203889F}"/>
              </a:ext>
            </a:extLst>
          </p:cNvPr>
          <p:cNvSpPr/>
          <p:nvPr/>
        </p:nvSpPr>
        <p:spPr>
          <a:xfrm>
            <a:off x="5158260" y="4936531"/>
            <a:ext cx="224296" cy="638623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Case 1 - Q1">
            <a:extLst>
              <a:ext uri="{FF2B5EF4-FFF2-40B4-BE49-F238E27FC236}">
                <a16:creationId xmlns:a16="http://schemas.microsoft.com/office/drawing/2014/main" id="{91F20C63-B3E8-E462-2D54-D0368FAEDC1E}"/>
              </a:ext>
            </a:extLst>
          </p:cNvPr>
          <p:cNvSpPr/>
          <p:nvPr/>
        </p:nvSpPr>
        <p:spPr>
          <a:xfrm>
            <a:off x="5382556" y="5106013"/>
            <a:ext cx="1737196" cy="3466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 </a:t>
            </a:r>
            <a:r>
              <a:rPr lang="en-US" sz="1600" dirty="0"/>
              <a:t>∝</a:t>
            </a:r>
            <a:r>
              <a:rPr lang="en-US" sz="1600" dirty="0">
                <a:solidFill>
                  <a:schemeClr val="bg1"/>
                </a:solidFill>
              </a:rPr>
              <a:t> P</a:t>
            </a:r>
            <a:r>
              <a:rPr lang="en-US" sz="1600" baseline="-25000" dirty="0">
                <a:solidFill>
                  <a:schemeClr val="bg1"/>
                </a:solidFill>
              </a:rPr>
              <a:t>peak</a:t>
            </a:r>
            <a:r>
              <a:rPr lang="en-US" sz="1600" dirty="0">
                <a:solidFill>
                  <a:schemeClr val="bg1"/>
                </a:solidFill>
              </a:rPr>
              <a:t> – P</a:t>
            </a:r>
            <a:r>
              <a:rPr lang="en-US" sz="1600" baseline="-25000" dirty="0">
                <a:solidFill>
                  <a:schemeClr val="bg1"/>
                </a:solidFill>
              </a:rPr>
              <a:t>plateau</a:t>
            </a:r>
            <a:r>
              <a:rPr lang="en-US" sz="1600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96" name="Rounded Rectangle 140">
            <a:extLst>
              <a:ext uri="{FF2B5EF4-FFF2-40B4-BE49-F238E27FC236}">
                <a16:creationId xmlns:a16="http://schemas.microsoft.com/office/drawing/2014/main" id="{BD315950-DC3B-9490-D4D4-ECC9E4434B68}"/>
              </a:ext>
            </a:extLst>
          </p:cNvPr>
          <p:cNvSpPr/>
          <p:nvPr/>
        </p:nvSpPr>
        <p:spPr>
          <a:xfrm>
            <a:off x="2549814" y="768973"/>
            <a:ext cx="3536106" cy="4114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RESISTANCE </a:t>
            </a:r>
          </a:p>
        </p:txBody>
      </p:sp>
      <p:sp>
        <p:nvSpPr>
          <p:cNvPr id="95" name="Rounded Rectangle 139">
            <a:extLst>
              <a:ext uri="{FF2B5EF4-FFF2-40B4-BE49-F238E27FC236}">
                <a16:creationId xmlns:a16="http://schemas.microsoft.com/office/drawing/2014/main" id="{49522B21-4045-E3F9-F028-93EEFF9C6B76}"/>
              </a:ext>
            </a:extLst>
          </p:cNvPr>
          <p:cNvSpPr/>
          <p:nvPr/>
        </p:nvSpPr>
        <p:spPr>
          <a:xfrm>
            <a:off x="7242523" y="768973"/>
            <a:ext cx="3536106" cy="4114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COMPLIANCE</a:t>
            </a:r>
          </a:p>
        </p:txBody>
      </p:sp>
      <p:sp>
        <p:nvSpPr>
          <p:cNvPr id="315" name="Freeform: Shape 314">
            <a:extLst>
              <a:ext uri="{FF2B5EF4-FFF2-40B4-BE49-F238E27FC236}">
                <a16:creationId xmlns:a16="http://schemas.microsoft.com/office/drawing/2014/main" id="{C8ED05D1-F896-0D2D-7FE6-7064EEF7D1C4}"/>
              </a:ext>
            </a:extLst>
          </p:cNvPr>
          <p:cNvSpPr/>
          <p:nvPr/>
        </p:nvSpPr>
        <p:spPr>
          <a:xfrm>
            <a:off x="8135305" y="4204188"/>
            <a:ext cx="2145058" cy="648720"/>
          </a:xfrm>
          <a:custGeom>
            <a:avLst/>
            <a:gdLst>
              <a:gd name="connsiteX0" fmla="*/ 76901 w 2147614"/>
              <a:gd name="connsiteY0" fmla="*/ 139361 h 624678"/>
              <a:gd name="connsiteX1" fmla="*/ 500763 w 2147614"/>
              <a:gd name="connsiteY1" fmla="*/ 86974 h 624678"/>
              <a:gd name="connsiteX2" fmla="*/ 662688 w 2147614"/>
              <a:gd name="connsiteY2" fmla="*/ 6011 h 624678"/>
              <a:gd name="connsiteX3" fmla="*/ 1124651 w 2147614"/>
              <a:gd name="connsiteY3" fmla="*/ 15536 h 624678"/>
              <a:gd name="connsiteX4" fmla="*/ 1458026 w 2147614"/>
              <a:gd name="connsiteY4" fmla="*/ 91736 h 624678"/>
              <a:gd name="connsiteX5" fmla="*/ 1886651 w 2147614"/>
              <a:gd name="connsiteY5" fmla="*/ 67924 h 624678"/>
              <a:gd name="connsiteX6" fmla="*/ 2010476 w 2147614"/>
              <a:gd name="connsiteY6" fmla="*/ 306049 h 624678"/>
              <a:gd name="connsiteX7" fmla="*/ 2143826 w 2147614"/>
              <a:gd name="connsiteY7" fmla="*/ 477499 h 624678"/>
              <a:gd name="connsiteX8" fmla="*/ 1853313 w 2147614"/>
              <a:gd name="connsiteY8" fmla="*/ 606086 h 624678"/>
              <a:gd name="connsiteX9" fmla="*/ 905576 w 2147614"/>
              <a:gd name="connsiteY9" fmla="*/ 610849 h 624678"/>
              <a:gd name="connsiteX10" fmla="*/ 329313 w 2147614"/>
              <a:gd name="connsiteY10" fmla="*/ 482261 h 624678"/>
              <a:gd name="connsiteX11" fmla="*/ 81663 w 2147614"/>
              <a:gd name="connsiteY11" fmla="*/ 344149 h 624678"/>
              <a:gd name="connsiteX12" fmla="*/ 701 w 2147614"/>
              <a:gd name="connsiteY12" fmla="*/ 167936 h 624678"/>
              <a:gd name="connsiteX13" fmla="*/ 76901 w 2147614"/>
              <a:gd name="connsiteY13" fmla="*/ 139361 h 624678"/>
              <a:gd name="connsiteX0" fmla="*/ 76620 w 2147333"/>
              <a:gd name="connsiteY0" fmla="*/ 86973 h 624678"/>
              <a:gd name="connsiteX1" fmla="*/ 500482 w 2147333"/>
              <a:gd name="connsiteY1" fmla="*/ 86974 h 624678"/>
              <a:gd name="connsiteX2" fmla="*/ 662407 w 2147333"/>
              <a:gd name="connsiteY2" fmla="*/ 6011 h 624678"/>
              <a:gd name="connsiteX3" fmla="*/ 1124370 w 2147333"/>
              <a:gd name="connsiteY3" fmla="*/ 15536 h 624678"/>
              <a:gd name="connsiteX4" fmla="*/ 1457745 w 2147333"/>
              <a:gd name="connsiteY4" fmla="*/ 91736 h 624678"/>
              <a:gd name="connsiteX5" fmla="*/ 1886370 w 2147333"/>
              <a:gd name="connsiteY5" fmla="*/ 67924 h 624678"/>
              <a:gd name="connsiteX6" fmla="*/ 2010195 w 2147333"/>
              <a:gd name="connsiteY6" fmla="*/ 306049 h 624678"/>
              <a:gd name="connsiteX7" fmla="*/ 2143545 w 2147333"/>
              <a:gd name="connsiteY7" fmla="*/ 477499 h 624678"/>
              <a:gd name="connsiteX8" fmla="*/ 1853032 w 2147333"/>
              <a:gd name="connsiteY8" fmla="*/ 606086 h 624678"/>
              <a:gd name="connsiteX9" fmla="*/ 905295 w 2147333"/>
              <a:gd name="connsiteY9" fmla="*/ 610849 h 624678"/>
              <a:gd name="connsiteX10" fmla="*/ 329032 w 2147333"/>
              <a:gd name="connsiteY10" fmla="*/ 482261 h 624678"/>
              <a:gd name="connsiteX11" fmla="*/ 81382 w 2147333"/>
              <a:gd name="connsiteY11" fmla="*/ 344149 h 624678"/>
              <a:gd name="connsiteX12" fmla="*/ 420 w 2147333"/>
              <a:gd name="connsiteY12" fmla="*/ 167936 h 624678"/>
              <a:gd name="connsiteX13" fmla="*/ 76620 w 2147333"/>
              <a:gd name="connsiteY13" fmla="*/ 86973 h 624678"/>
              <a:gd name="connsiteX0" fmla="*/ 76620 w 2147333"/>
              <a:gd name="connsiteY0" fmla="*/ 98968 h 636673"/>
              <a:gd name="connsiteX1" fmla="*/ 500482 w 2147333"/>
              <a:gd name="connsiteY1" fmla="*/ 98969 h 636673"/>
              <a:gd name="connsiteX2" fmla="*/ 662407 w 2147333"/>
              <a:gd name="connsiteY2" fmla="*/ 3718 h 636673"/>
              <a:gd name="connsiteX3" fmla="*/ 1124370 w 2147333"/>
              <a:gd name="connsiteY3" fmla="*/ 27531 h 636673"/>
              <a:gd name="connsiteX4" fmla="*/ 1457745 w 2147333"/>
              <a:gd name="connsiteY4" fmla="*/ 103731 h 636673"/>
              <a:gd name="connsiteX5" fmla="*/ 1886370 w 2147333"/>
              <a:gd name="connsiteY5" fmla="*/ 79919 h 636673"/>
              <a:gd name="connsiteX6" fmla="*/ 2010195 w 2147333"/>
              <a:gd name="connsiteY6" fmla="*/ 318044 h 636673"/>
              <a:gd name="connsiteX7" fmla="*/ 2143545 w 2147333"/>
              <a:gd name="connsiteY7" fmla="*/ 489494 h 636673"/>
              <a:gd name="connsiteX8" fmla="*/ 1853032 w 2147333"/>
              <a:gd name="connsiteY8" fmla="*/ 618081 h 636673"/>
              <a:gd name="connsiteX9" fmla="*/ 905295 w 2147333"/>
              <a:gd name="connsiteY9" fmla="*/ 622844 h 636673"/>
              <a:gd name="connsiteX10" fmla="*/ 329032 w 2147333"/>
              <a:gd name="connsiteY10" fmla="*/ 494256 h 636673"/>
              <a:gd name="connsiteX11" fmla="*/ 81382 w 2147333"/>
              <a:gd name="connsiteY11" fmla="*/ 356144 h 636673"/>
              <a:gd name="connsiteX12" fmla="*/ 420 w 2147333"/>
              <a:gd name="connsiteY12" fmla="*/ 179931 h 636673"/>
              <a:gd name="connsiteX13" fmla="*/ 76620 w 2147333"/>
              <a:gd name="connsiteY13" fmla="*/ 98968 h 636673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57745 w 2147333"/>
              <a:gd name="connsiteY5" fmla="*/ 102486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95845 w 2147333"/>
              <a:gd name="connsiteY5" fmla="*/ 31048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830"/>
              <a:gd name="connsiteY0" fmla="*/ 97723 h 635428"/>
              <a:gd name="connsiteX1" fmla="*/ 500482 w 2147830"/>
              <a:gd name="connsiteY1" fmla="*/ 97724 h 635428"/>
              <a:gd name="connsiteX2" fmla="*/ 662407 w 2147830"/>
              <a:gd name="connsiteY2" fmla="*/ 2473 h 635428"/>
              <a:gd name="connsiteX3" fmla="*/ 1124370 w 2147830"/>
              <a:gd name="connsiteY3" fmla="*/ 26286 h 635428"/>
              <a:gd name="connsiteX4" fmla="*/ 1152945 w 2147830"/>
              <a:gd name="connsiteY4" fmla="*/ 7237 h 635428"/>
              <a:gd name="connsiteX5" fmla="*/ 1495845 w 2147830"/>
              <a:gd name="connsiteY5" fmla="*/ 31048 h 635428"/>
              <a:gd name="connsiteX6" fmla="*/ 1786358 w 2147830"/>
              <a:gd name="connsiteY6" fmla="*/ 64387 h 635428"/>
              <a:gd name="connsiteX7" fmla="*/ 2010195 w 2147830"/>
              <a:gd name="connsiteY7" fmla="*/ 316799 h 635428"/>
              <a:gd name="connsiteX8" fmla="*/ 2143545 w 2147830"/>
              <a:gd name="connsiteY8" fmla="*/ 488249 h 635428"/>
              <a:gd name="connsiteX9" fmla="*/ 1853032 w 2147830"/>
              <a:gd name="connsiteY9" fmla="*/ 616836 h 635428"/>
              <a:gd name="connsiteX10" fmla="*/ 905295 w 2147830"/>
              <a:gd name="connsiteY10" fmla="*/ 621599 h 635428"/>
              <a:gd name="connsiteX11" fmla="*/ 329032 w 2147830"/>
              <a:gd name="connsiteY11" fmla="*/ 493011 h 635428"/>
              <a:gd name="connsiteX12" fmla="*/ 81382 w 2147830"/>
              <a:gd name="connsiteY12" fmla="*/ 354899 h 635428"/>
              <a:gd name="connsiteX13" fmla="*/ 420 w 2147830"/>
              <a:gd name="connsiteY13" fmla="*/ 178686 h 635428"/>
              <a:gd name="connsiteX14" fmla="*/ 76620 w 2147830"/>
              <a:gd name="connsiteY14" fmla="*/ 97723 h 635428"/>
              <a:gd name="connsiteX0" fmla="*/ 76620 w 2147830"/>
              <a:gd name="connsiteY0" fmla="*/ 97723 h 632954"/>
              <a:gd name="connsiteX1" fmla="*/ 500482 w 2147830"/>
              <a:gd name="connsiteY1" fmla="*/ 97724 h 632954"/>
              <a:gd name="connsiteX2" fmla="*/ 662407 w 2147830"/>
              <a:gd name="connsiteY2" fmla="*/ 2473 h 632954"/>
              <a:gd name="connsiteX3" fmla="*/ 1124370 w 2147830"/>
              <a:gd name="connsiteY3" fmla="*/ 26286 h 632954"/>
              <a:gd name="connsiteX4" fmla="*/ 1152945 w 2147830"/>
              <a:gd name="connsiteY4" fmla="*/ 7237 h 632954"/>
              <a:gd name="connsiteX5" fmla="*/ 1495845 w 2147830"/>
              <a:gd name="connsiteY5" fmla="*/ 31048 h 632954"/>
              <a:gd name="connsiteX6" fmla="*/ 1786358 w 2147830"/>
              <a:gd name="connsiteY6" fmla="*/ 64387 h 632954"/>
              <a:gd name="connsiteX7" fmla="*/ 2010195 w 2147830"/>
              <a:gd name="connsiteY7" fmla="*/ 316799 h 632954"/>
              <a:gd name="connsiteX8" fmla="*/ 2143545 w 2147830"/>
              <a:gd name="connsiteY8" fmla="*/ 535874 h 632954"/>
              <a:gd name="connsiteX9" fmla="*/ 1853032 w 2147830"/>
              <a:gd name="connsiteY9" fmla="*/ 616836 h 632954"/>
              <a:gd name="connsiteX10" fmla="*/ 905295 w 2147830"/>
              <a:gd name="connsiteY10" fmla="*/ 621599 h 632954"/>
              <a:gd name="connsiteX11" fmla="*/ 329032 w 2147830"/>
              <a:gd name="connsiteY11" fmla="*/ 493011 h 632954"/>
              <a:gd name="connsiteX12" fmla="*/ 81382 w 2147830"/>
              <a:gd name="connsiteY12" fmla="*/ 354899 h 632954"/>
              <a:gd name="connsiteX13" fmla="*/ 420 w 2147830"/>
              <a:gd name="connsiteY13" fmla="*/ 178686 h 632954"/>
              <a:gd name="connsiteX14" fmla="*/ 76620 w 2147830"/>
              <a:gd name="connsiteY14" fmla="*/ 97723 h 632954"/>
              <a:gd name="connsiteX0" fmla="*/ 76620 w 2147830"/>
              <a:gd name="connsiteY0" fmla="*/ 97955 h 633186"/>
              <a:gd name="connsiteX1" fmla="*/ 500482 w 2147830"/>
              <a:gd name="connsiteY1" fmla="*/ 97956 h 633186"/>
              <a:gd name="connsiteX2" fmla="*/ 662407 w 2147830"/>
              <a:gd name="connsiteY2" fmla="*/ 2705 h 633186"/>
              <a:gd name="connsiteX3" fmla="*/ 1124370 w 2147830"/>
              <a:gd name="connsiteY3" fmla="*/ 26518 h 633186"/>
              <a:gd name="connsiteX4" fmla="*/ 1495845 w 2147830"/>
              <a:gd name="connsiteY4" fmla="*/ 31280 h 633186"/>
              <a:gd name="connsiteX5" fmla="*/ 1786358 w 2147830"/>
              <a:gd name="connsiteY5" fmla="*/ 64619 h 633186"/>
              <a:gd name="connsiteX6" fmla="*/ 2010195 w 2147830"/>
              <a:gd name="connsiteY6" fmla="*/ 317031 h 633186"/>
              <a:gd name="connsiteX7" fmla="*/ 2143545 w 2147830"/>
              <a:gd name="connsiteY7" fmla="*/ 536106 h 633186"/>
              <a:gd name="connsiteX8" fmla="*/ 1853032 w 2147830"/>
              <a:gd name="connsiteY8" fmla="*/ 617068 h 633186"/>
              <a:gd name="connsiteX9" fmla="*/ 905295 w 2147830"/>
              <a:gd name="connsiteY9" fmla="*/ 621831 h 633186"/>
              <a:gd name="connsiteX10" fmla="*/ 329032 w 2147830"/>
              <a:gd name="connsiteY10" fmla="*/ 493243 h 633186"/>
              <a:gd name="connsiteX11" fmla="*/ 81382 w 2147830"/>
              <a:gd name="connsiteY11" fmla="*/ 355131 h 633186"/>
              <a:gd name="connsiteX12" fmla="*/ 420 w 2147830"/>
              <a:gd name="connsiteY12" fmla="*/ 178918 h 633186"/>
              <a:gd name="connsiteX13" fmla="*/ 76620 w 2147830"/>
              <a:gd name="connsiteY13" fmla="*/ 97955 h 633186"/>
              <a:gd name="connsiteX0" fmla="*/ 76620 w 2147830"/>
              <a:gd name="connsiteY0" fmla="*/ 112011 h 647242"/>
              <a:gd name="connsiteX1" fmla="*/ 500482 w 2147830"/>
              <a:gd name="connsiteY1" fmla="*/ 112012 h 647242"/>
              <a:gd name="connsiteX2" fmla="*/ 662407 w 2147830"/>
              <a:gd name="connsiteY2" fmla="*/ 16761 h 647242"/>
              <a:gd name="connsiteX3" fmla="*/ 1138657 w 2147830"/>
              <a:gd name="connsiteY3" fmla="*/ 2474 h 647242"/>
              <a:gd name="connsiteX4" fmla="*/ 1495845 w 2147830"/>
              <a:gd name="connsiteY4" fmla="*/ 45336 h 647242"/>
              <a:gd name="connsiteX5" fmla="*/ 1786358 w 2147830"/>
              <a:gd name="connsiteY5" fmla="*/ 78675 h 647242"/>
              <a:gd name="connsiteX6" fmla="*/ 2010195 w 2147830"/>
              <a:gd name="connsiteY6" fmla="*/ 331087 h 647242"/>
              <a:gd name="connsiteX7" fmla="*/ 2143545 w 2147830"/>
              <a:gd name="connsiteY7" fmla="*/ 550162 h 647242"/>
              <a:gd name="connsiteX8" fmla="*/ 1853032 w 2147830"/>
              <a:gd name="connsiteY8" fmla="*/ 631124 h 647242"/>
              <a:gd name="connsiteX9" fmla="*/ 905295 w 2147830"/>
              <a:gd name="connsiteY9" fmla="*/ 635887 h 647242"/>
              <a:gd name="connsiteX10" fmla="*/ 329032 w 2147830"/>
              <a:gd name="connsiteY10" fmla="*/ 507299 h 647242"/>
              <a:gd name="connsiteX11" fmla="*/ 81382 w 2147830"/>
              <a:gd name="connsiteY11" fmla="*/ 369187 h 647242"/>
              <a:gd name="connsiteX12" fmla="*/ 420 w 2147830"/>
              <a:gd name="connsiteY12" fmla="*/ 192974 h 647242"/>
              <a:gd name="connsiteX13" fmla="*/ 76620 w 2147830"/>
              <a:gd name="connsiteY13" fmla="*/ 112011 h 647242"/>
              <a:gd name="connsiteX0" fmla="*/ 76620 w 2147830"/>
              <a:gd name="connsiteY0" fmla="*/ 112529 h 647760"/>
              <a:gd name="connsiteX1" fmla="*/ 500482 w 2147830"/>
              <a:gd name="connsiteY1" fmla="*/ 112530 h 647760"/>
              <a:gd name="connsiteX2" fmla="*/ 662407 w 2147830"/>
              <a:gd name="connsiteY2" fmla="*/ 17279 h 647760"/>
              <a:gd name="connsiteX3" fmla="*/ 1138657 w 2147830"/>
              <a:gd name="connsiteY3" fmla="*/ 2992 h 647760"/>
              <a:gd name="connsiteX4" fmla="*/ 1514895 w 2147830"/>
              <a:gd name="connsiteY4" fmla="*/ 7754 h 647760"/>
              <a:gd name="connsiteX5" fmla="*/ 1786358 w 2147830"/>
              <a:gd name="connsiteY5" fmla="*/ 79193 h 647760"/>
              <a:gd name="connsiteX6" fmla="*/ 2010195 w 2147830"/>
              <a:gd name="connsiteY6" fmla="*/ 331605 h 647760"/>
              <a:gd name="connsiteX7" fmla="*/ 2143545 w 2147830"/>
              <a:gd name="connsiteY7" fmla="*/ 550680 h 647760"/>
              <a:gd name="connsiteX8" fmla="*/ 1853032 w 2147830"/>
              <a:gd name="connsiteY8" fmla="*/ 631642 h 647760"/>
              <a:gd name="connsiteX9" fmla="*/ 905295 w 2147830"/>
              <a:gd name="connsiteY9" fmla="*/ 636405 h 647760"/>
              <a:gd name="connsiteX10" fmla="*/ 329032 w 2147830"/>
              <a:gd name="connsiteY10" fmla="*/ 507817 h 647760"/>
              <a:gd name="connsiteX11" fmla="*/ 81382 w 2147830"/>
              <a:gd name="connsiteY11" fmla="*/ 369705 h 647760"/>
              <a:gd name="connsiteX12" fmla="*/ 420 w 2147830"/>
              <a:gd name="connsiteY12" fmla="*/ 193492 h 647760"/>
              <a:gd name="connsiteX13" fmla="*/ 76620 w 2147830"/>
              <a:gd name="connsiteY13" fmla="*/ 112529 h 647760"/>
              <a:gd name="connsiteX0" fmla="*/ 76620 w 2148024"/>
              <a:gd name="connsiteY0" fmla="*/ 113489 h 648720"/>
              <a:gd name="connsiteX1" fmla="*/ 500482 w 2148024"/>
              <a:gd name="connsiteY1" fmla="*/ 113490 h 648720"/>
              <a:gd name="connsiteX2" fmla="*/ 662407 w 2148024"/>
              <a:gd name="connsiteY2" fmla="*/ 18239 h 648720"/>
              <a:gd name="connsiteX3" fmla="*/ 1138657 w 2148024"/>
              <a:gd name="connsiteY3" fmla="*/ 3952 h 648720"/>
              <a:gd name="connsiteX4" fmla="*/ 1514895 w 2148024"/>
              <a:gd name="connsiteY4" fmla="*/ 8714 h 648720"/>
              <a:gd name="connsiteX5" fmla="*/ 1753021 w 2148024"/>
              <a:gd name="connsiteY5" fmla="*/ 94440 h 648720"/>
              <a:gd name="connsiteX6" fmla="*/ 2010195 w 2148024"/>
              <a:gd name="connsiteY6" fmla="*/ 332565 h 648720"/>
              <a:gd name="connsiteX7" fmla="*/ 2143545 w 2148024"/>
              <a:gd name="connsiteY7" fmla="*/ 551640 h 648720"/>
              <a:gd name="connsiteX8" fmla="*/ 1853032 w 2148024"/>
              <a:gd name="connsiteY8" fmla="*/ 632602 h 648720"/>
              <a:gd name="connsiteX9" fmla="*/ 905295 w 2148024"/>
              <a:gd name="connsiteY9" fmla="*/ 637365 h 648720"/>
              <a:gd name="connsiteX10" fmla="*/ 329032 w 2148024"/>
              <a:gd name="connsiteY10" fmla="*/ 508777 h 648720"/>
              <a:gd name="connsiteX11" fmla="*/ 81382 w 2148024"/>
              <a:gd name="connsiteY11" fmla="*/ 370665 h 648720"/>
              <a:gd name="connsiteX12" fmla="*/ 420 w 2148024"/>
              <a:gd name="connsiteY12" fmla="*/ 194452 h 648720"/>
              <a:gd name="connsiteX13" fmla="*/ 76620 w 2148024"/>
              <a:gd name="connsiteY13" fmla="*/ 113489 h 648720"/>
              <a:gd name="connsiteX0" fmla="*/ 76620 w 2145058"/>
              <a:gd name="connsiteY0" fmla="*/ 113489 h 648720"/>
              <a:gd name="connsiteX1" fmla="*/ 500482 w 2145058"/>
              <a:gd name="connsiteY1" fmla="*/ 113490 h 648720"/>
              <a:gd name="connsiteX2" fmla="*/ 662407 w 2145058"/>
              <a:gd name="connsiteY2" fmla="*/ 18239 h 648720"/>
              <a:gd name="connsiteX3" fmla="*/ 1138657 w 2145058"/>
              <a:gd name="connsiteY3" fmla="*/ 3952 h 648720"/>
              <a:gd name="connsiteX4" fmla="*/ 1514895 w 2145058"/>
              <a:gd name="connsiteY4" fmla="*/ 8714 h 648720"/>
              <a:gd name="connsiteX5" fmla="*/ 1753021 w 2145058"/>
              <a:gd name="connsiteY5" fmla="*/ 94440 h 648720"/>
              <a:gd name="connsiteX6" fmla="*/ 1957807 w 2145058"/>
              <a:gd name="connsiteY6" fmla="*/ 346852 h 648720"/>
              <a:gd name="connsiteX7" fmla="*/ 2143545 w 2145058"/>
              <a:gd name="connsiteY7" fmla="*/ 551640 h 648720"/>
              <a:gd name="connsiteX8" fmla="*/ 1853032 w 2145058"/>
              <a:gd name="connsiteY8" fmla="*/ 632602 h 648720"/>
              <a:gd name="connsiteX9" fmla="*/ 905295 w 2145058"/>
              <a:gd name="connsiteY9" fmla="*/ 637365 h 648720"/>
              <a:gd name="connsiteX10" fmla="*/ 329032 w 2145058"/>
              <a:gd name="connsiteY10" fmla="*/ 508777 h 648720"/>
              <a:gd name="connsiteX11" fmla="*/ 81382 w 2145058"/>
              <a:gd name="connsiteY11" fmla="*/ 370665 h 648720"/>
              <a:gd name="connsiteX12" fmla="*/ 420 w 2145058"/>
              <a:gd name="connsiteY12" fmla="*/ 194452 h 648720"/>
              <a:gd name="connsiteX13" fmla="*/ 76620 w 2145058"/>
              <a:gd name="connsiteY13" fmla="*/ 113489 h 64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45058" h="648720">
                <a:moveTo>
                  <a:pt x="76620" y="113489"/>
                </a:moveTo>
                <a:cubicBezTo>
                  <a:pt x="159964" y="99995"/>
                  <a:pt x="402851" y="129365"/>
                  <a:pt x="500482" y="113490"/>
                </a:cubicBezTo>
                <a:cubicBezTo>
                  <a:pt x="598113" y="97615"/>
                  <a:pt x="556045" y="36495"/>
                  <a:pt x="662407" y="18239"/>
                </a:cubicBezTo>
                <a:cubicBezTo>
                  <a:pt x="768770" y="-17"/>
                  <a:pt x="996576" y="5539"/>
                  <a:pt x="1138657" y="3952"/>
                </a:cubicBezTo>
                <a:cubicBezTo>
                  <a:pt x="1280738" y="2365"/>
                  <a:pt x="1412501" y="-6367"/>
                  <a:pt x="1514895" y="8714"/>
                </a:cubicBezTo>
                <a:cubicBezTo>
                  <a:pt x="1617289" y="23795"/>
                  <a:pt x="1679202" y="38084"/>
                  <a:pt x="1753021" y="94440"/>
                </a:cubicBezTo>
                <a:cubicBezTo>
                  <a:pt x="1826840" y="150796"/>
                  <a:pt x="1892720" y="270652"/>
                  <a:pt x="1957807" y="346852"/>
                </a:cubicBezTo>
                <a:cubicBezTo>
                  <a:pt x="2022894" y="423052"/>
                  <a:pt x="2161008" y="504015"/>
                  <a:pt x="2143545" y="551640"/>
                </a:cubicBezTo>
                <a:cubicBezTo>
                  <a:pt x="2126083" y="599265"/>
                  <a:pt x="2059407" y="618315"/>
                  <a:pt x="1853032" y="632602"/>
                </a:cubicBezTo>
                <a:cubicBezTo>
                  <a:pt x="1646657" y="646890"/>
                  <a:pt x="1159295" y="658003"/>
                  <a:pt x="905295" y="637365"/>
                </a:cubicBezTo>
                <a:cubicBezTo>
                  <a:pt x="651295" y="616727"/>
                  <a:pt x="466351" y="553227"/>
                  <a:pt x="329032" y="508777"/>
                </a:cubicBezTo>
                <a:cubicBezTo>
                  <a:pt x="191713" y="464327"/>
                  <a:pt x="136151" y="423053"/>
                  <a:pt x="81382" y="370665"/>
                </a:cubicBezTo>
                <a:cubicBezTo>
                  <a:pt x="26613" y="318278"/>
                  <a:pt x="1214" y="237315"/>
                  <a:pt x="420" y="194452"/>
                </a:cubicBezTo>
                <a:cubicBezTo>
                  <a:pt x="-374" y="151589"/>
                  <a:pt x="-6724" y="126983"/>
                  <a:pt x="76620" y="113489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Freeform: Shape 315">
            <a:extLst>
              <a:ext uri="{FF2B5EF4-FFF2-40B4-BE49-F238E27FC236}">
                <a16:creationId xmlns:a16="http://schemas.microsoft.com/office/drawing/2014/main" id="{13751425-8F5E-3460-522C-4472F4DE6495}"/>
              </a:ext>
            </a:extLst>
          </p:cNvPr>
          <p:cNvSpPr/>
          <p:nvPr/>
        </p:nvSpPr>
        <p:spPr>
          <a:xfrm>
            <a:off x="8088146" y="3480637"/>
            <a:ext cx="2186000" cy="652937"/>
          </a:xfrm>
          <a:custGeom>
            <a:avLst/>
            <a:gdLst>
              <a:gd name="connsiteX0" fmla="*/ 477107 w 2156275"/>
              <a:gd name="connsiteY0" fmla="*/ 597713 h 633204"/>
              <a:gd name="connsiteX1" fmla="*/ 43720 w 2156275"/>
              <a:gd name="connsiteY1" fmla="*/ 554850 h 633204"/>
              <a:gd name="connsiteX2" fmla="*/ 29432 w 2156275"/>
              <a:gd name="connsiteY2" fmla="*/ 311963 h 633204"/>
              <a:gd name="connsiteX3" fmla="*/ 172307 w 2156275"/>
              <a:gd name="connsiteY3" fmla="*/ 88125 h 633204"/>
              <a:gd name="connsiteX4" fmla="*/ 1567720 w 2156275"/>
              <a:gd name="connsiteY4" fmla="*/ 7163 h 633204"/>
              <a:gd name="connsiteX5" fmla="*/ 2143982 w 2156275"/>
              <a:gd name="connsiteY5" fmla="*/ 30975 h 633204"/>
              <a:gd name="connsiteX6" fmla="*/ 1958245 w 2156275"/>
              <a:gd name="connsiteY6" fmla="*/ 245288 h 633204"/>
              <a:gd name="connsiteX7" fmla="*/ 1915382 w 2156275"/>
              <a:gd name="connsiteY7" fmla="*/ 502463 h 633204"/>
              <a:gd name="connsiteX8" fmla="*/ 1724882 w 2156275"/>
              <a:gd name="connsiteY8" fmla="*/ 631050 h 633204"/>
              <a:gd name="connsiteX9" fmla="*/ 1591532 w 2156275"/>
              <a:gd name="connsiteY9" fmla="*/ 578663 h 633204"/>
              <a:gd name="connsiteX10" fmla="*/ 1310545 w 2156275"/>
              <a:gd name="connsiteY10" fmla="*/ 521513 h 633204"/>
              <a:gd name="connsiteX11" fmla="*/ 1143857 w 2156275"/>
              <a:gd name="connsiteY11" fmla="*/ 621525 h 633204"/>
              <a:gd name="connsiteX12" fmla="*/ 477107 w 2156275"/>
              <a:gd name="connsiteY12" fmla="*/ 597713 h 633204"/>
              <a:gd name="connsiteX0" fmla="*/ 507533 w 2186701"/>
              <a:gd name="connsiteY0" fmla="*/ 603726 h 639217"/>
              <a:gd name="connsiteX1" fmla="*/ 74146 w 2186701"/>
              <a:gd name="connsiteY1" fmla="*/ 560863 h 639217"/>
              <a:gd name="connsiteX2" fmla="*/ 59858 w 2186701"/>
              <a:gd name="connsiteY2" fmla="*/ 317976 h 639217"/>
              <a:gd name="connsiteX3" fmla="*/ 674220 w 2186701"/>
              <a:gd name="connsiteY3" fmla="*/ 27463 h 639217"/>
              <a:gd name="connsiteX4" fmla="*/ 1598146 w 2186701"/>
              <a:gd name="connsiteY4" fmla="*/ 13176 h 639217"/>
              <a:gd name="connsiteX5" fmla="*/ 2174408 w 2186701"/>
              <a:gd name="connsiteY5" fmla="*/ 36988 h 639217"/>
              <a:gd name="connsiteX6" fmla="*/ 1988671 w 2186701"/>
              <a:gd name="connsiteY6" fmla="*/ 251301 h 639217"/>
              <a:gd name="connsiteX7" fmla="*/ 1945808 w 2186701"/>
              <a:gd name="connsiteY7" fmla="*/ 508476 h 639217"/>
              <a:gd name="connsiteX8" fmla="*/ 1755308 w 2186701"/>
              <a:gd name="connsiteY8" fmla="*/ 637063 h 639217"/>
              <a:gd name="connsiteX9" fmla="*/ 1621958 w 2186701"/>
              <a:gd name="connsiteY9" fmla="*/ 584676 h 639217"/>
              <a:gd name="connsiteX10" fmla="*/ 1340971 w 2186701"/>
              <a:gd name="connsiteY10" fmla="*/ 527526 h 639217"/>
              <a:gd name="connsiteX11" fmla="*/ 1174283 w 2186701"/>
              <a:gd name="connsiteY11" fmla="*/ 627538 h 639217"/>
              <a:gd name="connsiteX12" fmla="*/ 507533 w 2186701"/>
              <a:gd name="connsiteY12" fmla="*/ 603726 h 639217"/>
              <a:gd name="connsiteX0" fmla="*/ 507533 w 2186000"/>
              <a:gd name="connsiteY0" fmla="*/ 617446 h 652937"/>
              <a:gd name="connsiteX1" fmla="*/ 74146 w 2186000"/>
              <a:gd name="connsiteY1" fmla="*/ 574583 h 652937"/>
              <a:gd name="connsiteX2" fmla="*/ 59858 w 2186000"/>
              <a:gd name="connsiteY2" fmla="*/ 331696 h 652937"/>
              <a:gd name="connsiteX3" fmla="*/ 674220 w 2186000"/>
              <a:gd name="connsiteY3" fmla="*/ 41183 h 652937"/>
              <a:gd name="connsiteX4" fmla="*/ 1612433 w 2186000"/>
              <a:gd name="connsiteY4" fmla="*/ 3083 h 652937"/>
              <a:gd name="connsiteX5" fmla="*/ 2174408 w 2186000"/>
              <a:gd name="connsiteY5" fmla="*/ 50708 h 652937"/>
              <a:gd name="connsiteX6" fmla="*/ 1988671 w 2186000"/>
              <a:gd name="connsiteY6" fmla="*/ 265021 h 652937"/>
              <a:gd name="connsiteX7" fmla="*/ 1945808 w 2186000"/>
              <a:gd name="connsiteY7" fmla="*/ 522196 h 652937"/>
              <a:gd name="connsiteX8" fmla="*/ 1755308 w 2186000"/>
              <a:gd name="connsiteY8" fmla="*/ 650783 h 652937"/>
              <a:gd name="connsiteX9" fmla="*/ 1621958 w 2186000"/>
              <a:gd name="connsiteY9" fmla="*/ 598396 h 652937"/>
              <a:gd name="connsiteX10" fmla="*/ 1340971 w 2186000"/>
              <a:gd name="connsiteY10" fmla="*/ 541246 h 652937"/>
              <a:gd name="connsiteX11" fmla="*/ 1174283 w 2186000"/>
              <a:gd name="connsiteY11" fmla="*/ 641258 h 652937"/>
              <a:gd name="connsiteX12" fmla="*/ 507533 w 2186000"/>
              <a:gd name="connsiteY12" fmla="*/ 617446 h 65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86000" h="652937">
                <a:moveTo>
                  <a:pt x="507533" y="617446"/>
                </a:moveTo>
                <a:cubicBezTo>
                  <a:pt x="324177" y="606333"/>
                  <a:pt x="148758" y="622208"/>
                  <a:pt x="74146" y="574583"/>
                </a:cubicBezTo>
                <a:cubicBezTo>
                  <a:pt x="-466" y="526958"/>
                  <a:pt x="-40154" y="420596"/>
                  <a:pt x="59858" y="331696"/>
                </a:cubicBezTo>
                <a:cubicBezTo>
                  <a:pt x="159870" y="242796"/>
                  <a:pt x="415458" y="95952"/>
                  <a:pt x="674220" y="41183"/>
                </a:cubicBezTo>
                <a:cubicBezTo>
                  <a:pt x="932983" y="-13586"/>
                  <a:pt x="1362402" y="1496"/>
                  <a:pt x="1612433" y="3083"/>
                </a:cubicBezTo>
                <a:cubicBezTo>
                  <a:pt x="1862464" y="4671"/>
                  <a:pt x="2111702" y="7052"/>
                  <a:pt x="2174408" y="50708"/>
                </a:cubicBezTo>
                <a:cubicBezTo>
                  <a:pt x="2237114" y="94364"/>
                  <a:pt x="2026771" y="186440"/>
                  <a:pt x="1988671" y="265021"/>
                </a:cubicBezTo>
                <a:cubicBezTo>
                  <a:pt x="1950571" y="343602"/>
                  <a:pt x="1984702" y="457902"/>
                  <a:pt x="1945808" y="522196"/>
                </a:cubicBezTo>
                <a:cubicBezTo>
                  <a:pt x="1906914" y="586490"/>
                  <a:pt x="1809283" y="638083"/>
                  <a:pt x="1755308" y="650783"/>
                </a:cubicBezTo>
                <a:cubicBezTo>
                  <a:pt x="1701333" y="663483"/>
                  <a:pt x="1691014" y="616652"/>
                  <a:pt x="1621958" y="598396"/>
                </a:cubicBezTo>
                <a:cubicBezTo>
                  <a:pt x="1552902" y="580140"/>
                  <a:pt x="1415583" y="534102"/>
                  <a:pt x="1340971" y="541246"/>
                </a:cubicBezTo>
                <a:cubicBezTo>
                  <a:pt x="1266359" y="548390"/>
                  <a:pt x="1307633" y="626970"/>
                  <a:pt x="1174283" y="641258"/>
                </a:cubicBezTo>
                <a:cubicBezTo>
                  <a:pt x="1040933" y="655546"/>
                  <a:pt x="690889" y="628559"/>
                  <a:pt x="507533" y="617446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Freeform: Shape 316">
            <a:extLst>
              <a:ext uri="{FF2B5EF4-FFF2-40B4-BE49-F238E27FC236}">
                <a16:creationId xmlns:a16="http://schemas.microsoft.com/office/drawing/2014/main" id="{99C5952A-A2B7-8702-8DD4-FB455BD4E575}"/>
              </a:ext>
            </a:extLst>
          </p:cNvPr>
          <p:cNvSpPr/>
          <p:nvPr/>
        </p:nvSpPr>
        <p:spPr>
          <a:xfrm>
            <a:off x="7178655" y="3647560"/>
            <a:ext cx="2191751" cy="1022420"/>
          </a:xfrm>
          <a:custGeom>
            <a:avLst/>
            <a:gdLst>
              <a:gd name="connsiteX0" fmla="*/ 207810 w 2105272"/>
              <a:gd name="connsiteY0" fmla="*/ 531349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07810 w 2105272"/>
              <a:gd name="connsiteY42" fmla="*/ 531349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474510 w 2105272"/>
              <a:gd name="connsiteY36" fmla="*/ 693273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95174 w 2173586"/>
              <a:gd name="connsiteY0" fmla="*/ 517061 h 1022420"/>
              <a:gd name="connsiteX1" fmla="*/ 695224 w 2173586"/>
              <a:gd name="connsiteY1" fmla="*/ 526586 h 1022420"/>
              <a:gd name="connsiteX2" fmla="*/ 1261962 w 2173586"/>
              <a:gd name="connsiteY2" fmla="*/ 517061 h 1022420"/>
              <a:gd name="connsiteX3" fmla="*/ 1485799 w 2173586"/>
              <a:gd name="connsiteY3" fmla="*/ 402761 h 1022420"/>
              <a:gd name="connsiteX4" fmla="*/ 1666774 w 2173586"/>
              <a:gd name="connsiteY4" fmla="*/ 255124 h 1022420"/>
              <a:gd name="connsiteX5" fmla="*/ 1671537 w 2173586"/>
              <a:gd name="connsiteY5" fmla="*/ 131299 h 1022420"/>
              <a:gd name="connsiteX6" fmla="*/ 1657249 w 2173586"/>
              <a:gd name="connsiteY6" fmla="*/ 74149 h 1022420"/>
              <a:gd name="connsiteX7" fmla="*/ 1719162 w 2173586"/>
              <a:gd name="connsiteY7" fmla="*/ 59861 h 1022420"/>
              <a:gd name="connsiteX8" fmla="*/ 1747737 w 2173586"/>
              <a:gd name="connsiteY8" fmla="*/ 217024 h 1022420"/>
              <a:gd name="connsiteX9" fmla="*/ 1842987 w 2173586"/>
              <a:gd name="connsiteY9" fmla="*/ 107486 h 1022420"/>
              <a:gd name="connsiteX10" fmla="*/ 1881087 w 2173586"/>
              <a:gd name="connsiteY10" fmla="*/ 26524 h 1022420"/>
              <a:gd name="connsiteX11" fmla="*/ 1962049 w 2173586"/>
              <a:gd name="connsiteY11" fmla="*/ 7474 h 1022420"/>
              <a:gd name="connsiteX12" fmla="*/ 1895374 w 2173586"/>
              <a:gd name="connsiteY12" fmla="*/ 140824 h 1022420"/>
              <a:gd name="connsiteX13" fmla="*/ 1804887 w 2173586"/>
              <a:gd name="connsiteY13" fmla="*/ 264649 h 1022420"/>
              <a:gd name="connsiteX14" fmla="*/ 2028724 w 2173586"/>
              <a:gd name="connsiteY14" fmla="*/ 259886 h 1022420"/>
              <a:gd name="connsiteX15" fmla="*/ 1985862 w 2173586"/>
              <a:gd name="connsiteY15" fmla="*/ 326561 h 1022420"/>
              <a:gd name="connsiteX16" fmla="*/ 1795362 w 2173586"/>
              <a:gd name="connsiteY16" fmla="*/ 345611 h 1022420"/>
              <a:gd name="connsiteX17" fmla="*/ 1690587 w 2173586"/>
              <a:gd name="connsiteY17" fmla="*/ 359899 h 1022420"/>
              <a:gd name="connsiteX18" fmla="*/ 1461987 w 2173586"/>
              <a:gd name="connsiteY18" fmla="*/ 540874 h 1022420"/>
              <a:gd name="connsiteX19" fmla="*/ 1604862 w 2173586"/>
              <a:gd name="connsiteY19" fmla="*/ 640886 h 1022420"/>
              <a:gd name="connsiteX20" fmla="*/ 1714399 w 2173586"/>
              <a:gd name="connsiteY20" fmla="*/ 712324 h 1022420"/>
              <a:gd name="connsiteX21" fmla="*/ 2023962 w 2173586"/>
              <a:gd name="connsiteY21" fmla="*/ 712324 h 1022420"/>
              <a:gd name="connsiteX22" fmla="*/ 2114449 w 2173586"/>
              <a:gd name="connsiteY22" fmla="*/ 650411 h 1022420"/>
              <a:gd name="connsiteX23" fmla="*/ 2171599 w 2173586"/>
              <a:gd name="connsiteY23" fmla="*/ 769474 h 1022420"/>
              <a:gd name="connsiteX24" fmla="*/ 2043012 w 2173586"/>
              <a:gd name="connsiteY24" fmla="*/ 774236 h 1022420"/>
              <a:gd name="connsiteX25" fmla="*/ 1785837 w 2173586"/>
              <a:gd name="connsiteY25" fmla="*/ 783761 h 1022420"/>
              <a:gd name="connsiteX26" fmla="*/ 1990624 w 2173586"/>
              <a:gd name="connsiteY26" fmla="*/ 874249 h 1022420"/>
              <a:gd name="connsiteX27" fmla="*/ 1952524 w 2173586"/>
              <a:gd name="connsiteY27" fmla="*/ 950449 h 1022420"/>
              <a:gd name="connsiteX28" fmla="*/ 1790599 w 2173586"/>
              <a:gd name="connsiteY28" fmla="*/ 864724 h 1022420"/>
              <a:gd name="connsiteX29" fmla="*/ 1762024 w 2173586"/>
              <a:gd name="connsiteY29" fmla="*/ 998074 h 1022420"/>
              <a:gd name="connsiteX30" fmla="*/ 1700112 w 2173586"/>
              <a:gd name="connsiteY30" fmla="*/ 1007599 h 1022420"/>
              <a:gd name="connsiteX31" fmla="*/ 1723924 w 2173586"/>
              <a:gd name="connsiteY31" fmla="*/ 840911 h 1022420"/>
              <a:gd name="connsiteX32" fmla="*/ 1652487 w 2173586"/>
              <a:gd name="connsiteY32" fmla="*/ 764711 h 1022420"/>
              <a:gd name="connsiteX33" fmla="*/ 1390549 w 2173586"/>
              <a:gd name="connsiteY33" fmla="*/ 640886 h 1022420"/>
              <a:gd name="connsiteX34" fmla="*/ 1190524 w 2173586"/>
              <a:gd name="connsiteY34" fmla="*/ 617074 h 1022420"/>
              <a:gd name="connsiteX35" fmla="*/ 795237 w 2173586"/>
              <a:gd name="connsiteY35" fmla="*/ 612311 h 1022420"/>
              <a:gd name="connsiteX36" fmla="*/ 542824 w 2173586"/>
              <a:gd name="connsiteY36" fmla="*/ 693273 h 1022420"/>
              <a:gd name="connsiteX37" fmla="*/ 409474 w 2173586"/>
              <a:gd name="connsiteY37" fmla="*/ 740899 h 1022420"/>
              <a:gd name="connsiteX38" fmla="*/ 238024 w 2173586"/>
              <a:gd name="connsiteY38" fmla="*/ 764711 h 1022420"/>
              <a:gd name="connsiteX39" fmla="*/ 4661 w 2173586"/>
              <a:gd name="connsiteY39" fmla="*/ 740899 h 1022420"/>
              <a:gd name="connsiteX40" fmla="*/ 85624 w 2173586"/>
              <a:gd name="connsiteY40" fmla="*/ 531349 h 1022420"/>
              <a:gd name="connsiteX41" fmla="*/ 209449 w 2173586"/>
              <a:gd name="connsiteY41" fmla="*/ 512299 h 1022420"/>
              <a:gd name="connsiteX42" fmla="*/ 295174 w 2173586"/>
              <a:gd name="connsiteY42" fmla="*/ 517061 h 1022420"/>
              <a:gd name="connsiteX0" fmla="*/ 306079 w 2184491"/>
              <a:gd name="connsiteY0" fmla="*/ 517061 h 1022420"/>
              <a:gd name="connsiteX1" fmla="*/ 706129 w 2184491"/>
              <a:gd name="connsiteY1" fmla="*/ 526586 h 1022420"/>
              <a:gd name="connsiteX2" fmla="*/ 1272867 w 2184491"/>
              <a:gd name="connsiteY2" fmla="*/ 517061 h 1022420"/>
              <a:gd name="connsiteX3" fmla="*/ 1496704 w 2184491"/>
              <a:gd name="connsiteY3" fmla="*/ 402761 h 1022420"/>
              <a:gd name="connsiteX4" fmla="*/ 1677679 w 2184491"/>
              <a:gd name="connsiteY4" fmla="*/ 255124 h 1022420"/>
              <a:gd name="connsiteX5" fmla="*/ 1682442 w 2184491"/>
              <a:gd name="connsiteY5" fmla="*/ 131299 h 1022420"/>
              <a:gd name="connsiteX6" fmla="*/ 1668154 w 2184491"/>
              <a:gd name="connsiteY6" fmla="*/ 74149 h 1022420"/>
              <a:gd name="connsiteX7" fmla="*/ 1730067 w 2184491"/>
              <a:gd name="connsiteY7" fmla="*/ 59861 h 1022420"/>
              <a:gd name="connsiteX8" fmla="*/ 1758642 w 2184491"/>
              <a:gd name="connsiteY8" fmla="*/ 217024 h 1022420"/>
              <a:gd name="connsiteX9" fmla="*/ 1853892 w 2184491"/>
              <a:gd name="connsiteY9" fmla="*/ 107486 h 1022420"/>
              <a:gd name="connsiteX10" fmla="*/ 1891992 w 2184491"/>
              <a:gd name="connsiteY10" fmla="*/ 26524 h 1022420"/>
              <a:gd name="connsiteX11" fmla="*/ 1972954 w 2184491"/>
              <a:gd name="connsiteY11" fmla="*/ 7474 h 1022420"/>
              <a:gd name="connsiteX12" fmla="*/ 1906279 w 2184491"/>
              <a:gd name="connsiteY12" fmla="*/ 140824 h 1022420"/>
              <a:gd name="connsiteX13" fmla="*/ 1815792 w 2184491"/>
              <a:gd name="connsiteY13" fmla="*/ 264649 h 1022420"/>
              <a:gd name="connsiteX14" fmla="*/ 2039629 w 2184491"/>
              <a:gd name="connsiteY14" fmla="*/ 259886 h 1022420"/>
              <a:gd name="connsiteX15" fmla="*/ 1996767 w 2184491"/>
              <a:gd name="connsiteY15" fmla="*/ 326561 h 1022420"/>
              <a:gd name="connsiteX16" fmla="*/ 1806267 w 2184491"/>
              <a:gd name="connsiteY16" fmla="*/ 345611 h 1022420"/>
              <a:gd name="connsiteX17" fmla="*/ 1701492 w 2184491"/>
              <a:gd name="connsiteY17" fmla="*/ 359899 h 1022420"/>
              <a:gd name="connsiteX18" fmla="*/ 1472892 w 2184491"/>
              <a:gd name="connsiteY18" fmla="*/ 540874 h 1022420"/>
              <a:gd name="connsiteX19" fmla="*/ 1615767 w 2184491"/>
              <a:gd name="connsiteY19" fmla="*/ 640886 h 1022420"/>
              <a:gd name="connsiteX20" fmla="*/ 1725304 w 2184491"/>
              <a:gd name="connsiteY20" fmla="*/ 712324 h 1022420"/>
              <a:gd name="connsiteX21" fmla="*/ 2034867 w 2184491"/>
              <a:gd name="connsiteY21" fmla="*/ 712324 h 1022420"/>
              <a:gd name="connsiteX22" fmla="*/ 2125354 w 2184491"/>
              <a:gd name="connsiteY22" fmla="*/ 650411 h 1022420"/>
              <a:gd name="connsiteX23" fmla="*/ 2182504 w 2184491"/>
              <a:gd name="connsiteY23" fmla="*/ 769474 h 1022420"/>
              <a:gd name="connsiteX24" fmla="*/ 2053917 w 2184491"/>
              <a:gd name="connsiteY24" fmla="*/ 774236 h 1022420"/>
              <a:gd name="connsiteX25" fmla="*/ 1796742 w 2184491"/>
              <a:gd name="connsiteY25" fmla="*/ 783761 h 1022420"/>
              <a:gd name="connsiteX26" fmla="*/ 2001529 w 2184491"/>
              <a:gd name="connsiteY26" fmla="*/ 874249 h 1022420"/>
              <a:gd name="connsiteX27" fmla="*/ 1963429 w 2184491"/>
              <a:gd name="connsiteY27" fmla="*/ 950449 h 1022420"/>
              <a:gd name="connsiteX28" fmla="*/ 1801504 w 2184491"/>
              <a:gd name="connsiteY28" fmla="*/ 864724 h 1022420"/>
              <a:gd name="connsiteX29" fmla="*/ 1772929 w 2184491"/>
              <a:gd name="connsiteY29" fmla="*/ 998074 h 1022420"/>
              <a:gd name="connsiteX30" fmla="*/ 1711017 w 2184491"/>
              <a:gd name="connsiteY30" fmla="*/ 1007599 h 1022420"/>
              <a:gd name="connsiteX31" fmla="*/ 1734829 w 2184491"/>
              <a:gd name="connsiteY31" fmla="*/ 840911 h 1022420"/>
              <a:gd name="connsiteX32" fmla="*/ 1663392 w 2184491"/>
              <a:gd name="connsiteY32" fmla="*/ 764711 h 1022420"/>
              <a:gd name="connsiteX33" fmla="*/ 1401454 w 2184491"/>
              <a:gd name="connsiteY33" fmla="*/ 640886 h 1022420"/>
              <a:gd name="connsiteX34" fmla="*/ 1201429 w 2184491"/>
              <a:gd name="connsiteY34" fmla="*/ 617074 h 1022420"/>
              <a:gd name="connsiteX35" fmla="*/ 806142 w 2184491"/>
              <a:gd name="connsiteY35" fmla="*/ 612311 h 1022420"/>
              <a:gd name="connsiteX36" fmla="*/ 553729 w 2184491"/>
              <a:gd name="connsiteY36" fmla="*/ 693273 h 1022420"/>
              <a:gd name="connsiteX37" fmla="*/ 420379 w 2184491"/>
              <a:gd name="connsiteY37" fmla="*/ 740899 h 1022420"/>
              <a:gd name="connsiteX38" fmla="*/ 248929 w 2184491"/>
              <a:gd name="connsiteY38" fmla="*/ 764711 h 1022420"/>
              <a:gd name="connsiteX39" fmla="*/ 15566 w 2184491"/>
              <a:gd name="connsiteY39" fmla="*/ 740899 h 1022420"/>
              <a:gd name="connsiteX40" fmla="*/ 34616 w 2184491"/>
              <a:gd name="connsiteY40" fmla="*/ 531349 h 1022420"/>
              <a:gd name="connsiteX41" fmla="*/ 220354 w 2184491"/>
              <a:gd name="connsiteY41" fmla="*/ 512299 h 1022420"/>
              <a:gd name="connsiteX42" fmla="*/ 306079 w 2184491"/>
              <a:gd name="connsiteY42" fmla="*/ 517061 h 1022420"/>
              <a:gd name="connsiteX0" fmla="*/ 313339 w 2191751"/>
              <a:gd name="connsiteY0" fmla="*/ 5170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313339 w 2191751"/>
              <a:gd name="connsiteY42" fmla="*/ 5170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70477 w 2191751"/>
              <a:gd name="connsiteY41" fmla="*/ 502774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813402 w 2191751"/>
              <a:gd name="connsiteY36" fmla="*/ 612311 h 1022420"/>
              <a:gd name="connsiteX37" fmla="*/ 560989 w 2191751"/>
              <a:gd name="connsiteY37" fmla="*/ 693273 h 1022420"/>
              <a:gd name="connsiteX38" fmla="*/ 427639 w 2191751"/>
              <a:gd name="connsiteY38" fmla="*/ 740899 h 1022420"/>
              <a:gd name="connsiteX39" fmla="*/ 256189 w 2191751"/>
              <a:gd name="connsiteY39" fmla="*/ 764711 h 1022420"/>
              <a:gd name="connsiteX40" fmla="*/ 22826 w 2191751"/>
              <a:gd name="connsiteY40" fmla="*/ 740899 h 1022420"/>
              <a:gd name="connsiteX41" fmla="*/ 22826 w 2191751"/>
              <a:gd name="connsiteY41" fmla="*/ 526586 h 1022420"/>
              <a:gd name="connsiteX42" fmla="*/ 299052 w 2191751"/>
              <a:gd name="connsiteY42" fmla="*/ 526586 h 1022420"/>
              <a:gd name="connsiteX43" fmla="*/ 456214 w 2191751"/>
              <a:gd name="connsiteY43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788374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191751" h="1022420">
                <a:moveTo>
                  <a:pt x="456214" y="555161"/>
                </a:moveTo>
                <a:lnTo>
                  <a:pt x="718152" y="545636"/>
                </a:lnTo>
                <a:lnTo>
                  <a:pt x="1280127" y="517061"/>
                </a:lnTo>
                <a:cubicBezTo>
                  <a:pt x="1411889" y="496424"/>
                  <a:pt x="1436495" y="446417"/>
                  <a:pt x="1503964" y="402761"/>
                </a:cubicBezTo>
                <a:cubicBezTo>
                  <a:pt x="1571433" y="359105"/>
                  <a:pt x="1653983" y="300368"/>
                  <a:pt x="1684939" y="255124"/>
                </a:cubicBezTo>
                <a:cubicBezTo>
                  <a:pt x="1715895" y="209880"/>
                  <a:pt x="1691289" y="161461"/>
                  <a:pt x="1689702" y="131299"/>
                </a:cubicBezTo>
                <a:cubicBezTo>
                  <a:pt x="1688115" y="101137"/>
                  <a:pt x="1667477" y="86055"/>
                  <a:pt x="1675414" y="74149"/>
                </a:cubicBezTo>
                <a:cubicBezTo>
                  <a:pt x="1683351" y="62243"/>
                  <a:pt x="1722246" y="36048"/>
                  <a:pt x="1737327" y="59861"/>
                </a:cubicBezTo>
                <a:cubicBezTo>
                  <a:pt x="1752408" y="83674"/>
                  <a:pt x="1745265" y="209086"/>
                  <a:pt x="1765902" y="217024"/>
                </a:cubicBezTo>
                <a:cubicBezTo>
                  <a:pt x="1786540" y="224961"/>
                  <a:pt x="1838927" y="139236"/>
                  <a:pt x="1861152" y="107486"/>
                </a:cubicBezTo>
                <a:cubicBezTo>
                  <a:pt x="1883377" y="75736"/>
                  <a:pt x="1879408" y="43193"/>
                  <a:pt x="1899252" y="26524"/>
                </a:cubicBezTo>
                <a:cubicBezTo>
                  <a:pt x="1919096" y="9855"/>
                  <a:pt x="1977833" y="-11576"/>
                  <a:pt x="1980214" y="7474"/>
                </a:cubicBezTo>
                <a:cubicBezTo>
                  <a:pt x="1982595" y="26524"/>
                  <a:pt x="1939733" y="97961"/>
                  <a:pt x="1913539" y="140824"/>
                </a:cubicBezTo>
                <a:cubicBezTo>
                  <a:pt x="1887345" y="183686"/>
                  <a:pt x="1800827" y="244805"/>
                  <a:pt x="1823052" y="264649"/>
                </a:cubicBezTo>
                <a:cubicBezTo>
                  <a:pt x="1845277" y="284493"/>
                  <a:pt x="2016727" y="249567"/>
                  <a:pt x="2046889" y="259886"/>
                </a:cubicBezTo>
                <a:cubicBezTo>
                  <a:pt x="2077051" y="270205"/>
                  <a:pt x="2042921" y="312273"/>
                  <a:pt x="2004027" y="326561"/>
                </a:cubicBezTo>
                <a:cubicBezTo>
                  <a:pt x="1965133" y="340848"/>
                  <a:pt x="1862740" y="340055"/>
                  <a:pt x="1813527" y="345611"/>
                </a:cubicBezTo>
                <a:cubicBezTo>
                  <a:pt x="1764315" y="351167"/>
                  <a:pt x="1764315" y="327355"/>
                  <a:pt x="1708752" y="359899"/>
                </a:cubicBezTo>
                <a:cubicBezTo>
                  <a:pt x="1653189" y="392443"/>
                  <a:pt x="1494439" y="494043"/>
                  <a:pt x="1480152" y="540874"/>
                </a:cubicBezTo>
                <a:cubicBezTo>
                  <a:pt x="1465865" y="587705"/>
                  <a:pt x="1580958" y="612311"/>
                  <a:pt x="1623027" y="640886"/>
                </a:cubicBezTo>
                <a:cubicBezTo>
                  <a:pt x="1665096" y="669461"/>
                  <a:pt x="1662714" y="700418"/>
                  <a:pt x="1732564" y="712324"/>
                </a:cubicBezTo>
                <a:cubicBezTo>
                  <a:pt x="1802414" y="724230"/>
                  <a:pt x="1975452" y="722643"/>
                  <a:pt x="2042127" y="712324"/>
                </a:cubicBezTo>
                <a:cubicBezTo>
                  <a:pt x="2108802" y="702005"/>
                  <a:pt x="2108008" y="640886"/>
                  <a:pt x="2132614" y="650411"/>
                </a:cubicBezTo>
                <a:cubicBezTo>
                  <a:pt x="2157220" y="659936"/>
                  <a:pt x="2201670" y="748836"/>
                  <a:pt x="2189764" y="769474"/>
                </a:cubicBezTo>
                <a:cubicBezTo>
                  <a:pt x="2177858" y="790112"/>
                  <a:pt x="2061177" y="774236"/>
                  <a:pt x="2061177" y="774236"/>
                </a:cubicBezTo>
                <a:lnTo>
                  <a:pt x="1804002" y="783761"/>
                </a:lnTo>
                <a:cubicBezTo>
                  <a:pt x="1795271" y="800430"/>
                  <a:pt x="1981008" y="846468"/>
                  <a:pt x="2008789" y="874249"/>
                </a:cubicBezTo>
                <a:cubicBezTo>
                  <a:pt x="2036570" y="902030"/>
                  <a:pt x="2004026" y="952036"/>
                  <a:pt x="1970689" y="950449"/>
                </a:cubicBezTo>
                <a:cubicBezTo>
                  <a:pt x="1937352" y="948862"/>
                  <a:pt x="1840514" y="856787"/>
                  <a:pt x="1808764" y="864724"/>
                </a:cubicBezTo>
                <a:cubicBezTo>
                  <a:pt x="1777014" y="872661"/>
                  <a:pt x="1795270" y="974262"/>
                  <a:pt x="1780189" y="998074"/>
                </a:cubicBezTo>
                <a:cubicBezTo>
                  <a:pt x="1765108" y="1021886"/>
                  <a:pt x="1724627" y="1033793"/>
                  <a:pt x="1718277" y="1007599"/>
                </a:cubicBezTo>
                <a:cubicBezTo>
                  <a:pt x="1711927" y="981405"/>
                  <a:pt x="1750026" y="881392"/>
                  <a:pt x="1742089" y="840911"/>
                </a:cubicBezTo>
                <a:cubicBezTo>
                  <a:pt x="1734152" y="800430"/>
                  <a:pt x="1726215" y="798049"/>
                  <a:pt x="1670652" y="764711"/>
                </a:cubicBezTo>
                <a:cubicBezTo>
                  <a:pt x="1615090" y="731374"/>
                  <a:pt x="1485708" y="665492"/>
                  <a:pt x="1408714" y="640886"/>
                </a:cubicBezTo>
                <a:cubicBezTo>
                  <a:pt x="1331720" y="616280"/>
                  <a:pt x="1312079" y="618638"/>
                  <a:pt x="1208689" y="617074"/>
                </a:cubicBezTo>
                <a:cubicBezTo>
                  <a:pt x="1105299" y="615510"/>
                  <a:pt x="896324" y="618799"/>
                  <a:pt x="788374" y="631499"/>
                </a:cubicBezTo>
                <a:cubicBezTo>
                  <a:pt x="680424" y="644199"/>
                  <a:pt x="621111" y="675040"/>
                  <a:pt x="560989" y="693273"/>
                </a:cubicBezTo>
                <a:cubicBezTo>
                  <a:pt x="500867" y="711506"/>
                  <a:pt x="478439" y="728993"/>
                  <a:pt x="427639" y="740899"/>
                </a:cubicBezTo>
                <a:cubicBezTo>
                  <a:pt x="376839" y="752805"/>
                  <a:pt x="323658" y="764711"/>
                  <a:pt x="256189" y="764711"/>
                </a:cubicBezTo>
                <a:cubicBezTo>
                  <a:pt x="188720" y="764711"/>
                  <a:pt x="61720" y="780587"/>
                  <a:pt x="22826" y="740899"/>
                </a:cubicBezTo>
                <a:cubicBezTo>
                  <a:pt x="-16068" y="701211"/>
                  <a:pt x="2188" y="562305"/>
                  <a:pt x="22826" y="526586"/>
                </a:cubicBezTo>
                <a:cubicBezTo>
                  <a:pt x="43463" y="490867"/>
                  <a:pt x="226821" y="521824"/>
                  <a:pt x="299052" y="526586"/>
                </a:cubicBezTo>
                <a:cubicBezTo>
                  <a:pt x="371283" y="531349"/>
                  <a:pt x="427639" y="542857"/>
                  <a:pt x="456214" y="555161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33C9A631-AA99-7144-4DE3-442BA25B4C70}"/>
              </a:ext>
            </a:extLst>
          </p:cNvPr>
          <p:cNvGrpSpPr/>
          <p:nvPr/>
        </p:nvGrpSpPr>
        <p:grpSpPr>
          <a:xfrm>
            <a:off x="2103034" y="3563764"/>
            <a:ext cx="4398217" cy="914384"/>
            <a:chOff x="2003655" y="3632868"/>
            <a:chExt cx="4398217" cy="914384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6875696E-2392-B952-7E55-10BBC6CB1581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73594D0A-CE64-F6EA-E5C7-6EE8A3AB553A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452" name="Rectangle 451">
                  <a:extLst>
                    <a:ext uri="{FF2B5EF4-FFF2-40B4-BE49-F238E27FC236}">
                      <a16:creationId xmlns:a16="http://schemas.microsoft.com/office/drawing/2014/main" id="{95425CCE-D352-3268-15FB-D3231921C77C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1D40E649-ECBB-077B-39F5-5D7D90961E6A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CE7A684-6704-65D4-BC31-BEAB15190D07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A744C36A-103B-B934-15EC-55CCC2C64AB4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12DC568B-0323-1F5D-EF02-9570AAAB8D3A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FB4B3122-7185-FC46-3144-95BBD3C029EE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8" name="Rectangle 457">
                  <a:extLst>
                    <a:ext uri="{FF2B5EF4-FFF2-40B4-BE49-F238E27FC236}">
                      <a16:creationId xmlns:a16="http://schemas.microsoft.com/office/drawing/2014/main" id="{95D9D72C-7EE5-3147-7A53-DEB5BA891F44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F27A25BE-D7C4-8B23-12A6-0FF4A82858D2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F418369-0C55-B619-9A4F-0AC0C429A541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7AF4ABB-E419-2766-A78A-685128147452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E7D5B4FA-61A8-409C-4E58-A57D40CAC6C9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8361D51A-463A-14BF-9AE8-83DE5F3F715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BE2ED628-9829-1D1A-F3E5-D1E2B13C4695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5D32949B-6DC9-1785-0285-1F6D021A6FCB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E84D9F2C-CF34-8D82-1E5B-D58D4A2A4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80E30D41-B26C-0D65-CC61-94DA79625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7D66F08D-4CBA-079E-6D2F-E5D8F4F01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>
                    <a:extLst>
                      <a:ext uri="{FF2B5EF4-FFF2-40B4-BE49-F238E27FC236}">
                        <a16:creationId xmlns:a16="http://schemas.microsoft.com/office/drawing/2014/main" id="{B4F25C8E-C916-5116-A06D-A6BEAF50E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Straight Connector 446">
                    <a:extLst>
                      <a:ext uri="{FF2B5EF4-FFF2-40B4-BE49-F238E27FC236}">
                        <a16:creationId xmlns:a16="http://schemas.microsoft.com/office/drawing/2014/main" id="{6A4F25FF-B60F-AD9B-9BDA-2D7B0370B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Straight Connector 447">
                    <a:extLst>
                      <a:ext uri="{FF2B5EF4-FFF2-40B4-BE49-F238E27FC236}">
                        <a16:creationId xmlns:a16="http://schemas.microsoft.com/office/drawing/2014/main" id="{05864B97-1B10-686C-2F2B-4A64225483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85DAC92E-210B-A31A-115A-83CD0D62B3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E373CF35-B069-C7A2-CB40-7A1718E023F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EB1A1259-CAF6-A1CC-93D6-499DB72B515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10574DAD-D0FD-8BE3-3F9C-8A88879C8B3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3D5E5FD6-7333-ADBF-8B22-807569D04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4A540592-321D-7F19-650F-C9469A2C7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0E89A0FE-3C3B-8AFA-DE5F-814D73EC84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C912F6B6-51A9-FC58-9466-8FA0E01FBE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4E203D1B-36C1-10A1-7F6B-536FA79BA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0F7D1ECF-2E25-707A-8C8A-6F1EFDBAF4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9B3F425-7144-6D54-034C-39A01B9AA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6DB7525B-B6FB-ED3F-39F4-90EA54EE5632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432B428D-E0F9-0794-4274-DCD1D6AE3B1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CD89AFF6-A474-F16B-79E1-F9732BB59FD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999F3B12-A5B6-CF2D-CD88-3B0CA8A0B4A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703CAD2E-D1A5-504A-A601-373B2AE0A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FDEAC8B0-3751-E5DD-01CC-897EF80A78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14B6484-C933-1E6F-A81E-E0152C296C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08F365B5-A506-DFB7-A959-EED7CFCC5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CEBE0C0E-6E8E-C214-F23C-588D1BF65F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2753D817-4B4B-6D1E-AFC5-6FF6B36FAA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626F0DB9-C182-E111-8392-EEAC4213AD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04D6053C-D902-2DE5-777C-4C8E4D618807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67473005-FA1B-7CFA-E3EE-A4A4AD51344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7516FC77-F1AA-451B-91FD-D7CD2906B43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FBBDAE66-E043-78FB-DB76-EF0C6F43F5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8D030C84-D924-F9EE-7C39-4134A8F761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AC886349-1E7A-0814-6771-5CDB9CD46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7F597010-281F-51EB-25C8-6FB03D792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54BF2E60-FAC4-4779-F8E7-EEB0207DA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A32B4809-D388-B8AA-25AC-09F8ABFE9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02B851F4-AE05-5761-8C69-2CD5E7F3FA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40FC5A55-85EC-276B-A5DB-E7FE47FAAE0C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B6371A92-7D42-74AC-339D-4A7691044176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6A1546C6-5EE5-4D5D-1237-AF7E2FF8BBD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F3BDEAC7-7E30-4257-B1B2-01C0B7CCCC98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5B12FB8C-533D-D2DF-FF6A-604580DAE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B8400430-1435-D5D0-36EE-66330C39C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C01965AF-0CB2-C266-F3CA-8663914642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282E0031-6EF6-EB8E-B519-066422EC7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>
                    <a:extLst>
                      <a:ext uri="{FF2B5EF4-FFF2-40B4-BE49-F238E27FC236}">
                        <a16:creationId xmlns:a16="http://schemas.microsoft.com/office/drawing/2014/main" id="{12B78943-AA19-C25C-A883-6AA9E8646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B0CB679E-C2EB-D351-0EE9-35DF87382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C74D51D4-E41F-AEC3-7FFC-1987BD257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F55F3E77-EF66-5138-D2C3-963129FCFCF0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19857843-282D-EACF-A099-2371FE22C5B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151D5F87-557E-2A5C-EFDE-DD516AE40F9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687EE888-53B6-B6D7-3CAF-5286F1AB3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70728916-2098-BEE8-D331-887122322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E65CBCC8-E1F7-662A-5A7F-ACB18299E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6DDFCCAC-EAA3-A569-1FDE-1481036D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BD620E8F-D019-FBCF-6C9F-07B018D65D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A76DAC3A-DE65-DAD7-F8A4-3F77F9EF3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43A90B2E-83AA-65F9-DE39-091F886FC1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1224056C-9ACC-1CA9-AE62-FE5CD524E069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B46572B2-9D29-01EF-E416-E016A504878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F16CB1D8-D619-5647-644F-06C5776CCB8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23F6596F-14A0-2741-D962-E1DE5730608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304E9F35-D9DB-1A57-353F-9E5F541F6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5C5ED7B3-901F-B2FA-84AC-9746E824F2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FEB9CF52-5676-2283-3B5A-AE70B0899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6765671E-1012-CC24-5BB0-F65DD6B451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7F7FABC4-EE60-4883-3B87-AF22E552A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891FC1E1-EA7D-5412-DE30-4C36E4303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Straight Connector 388">
                    <a:extLst>
                      <a:ext uri="{FF2B5EF4-FFF2-40B4-BE49-F238E27FC236}">
                        <a16:creationId xmlns:a16="http://schemas.microsoft.com/office/drawing/2014/main" id="{CFFD1D3B-D4B5-153B-8F9F-1B664F3CB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E127047E-5E52-2535-A5FB-DC7455AEBDDC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5704769C-738D-9CE2-6159-1E9B6608ED0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A9457FFC-D91E-2CE3-0D17-357B811CFE1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91E210CA-B74A-E5F8-83BD-E6434B8CF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91FC7F44-5B25-416A-4FCA-32E95202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E36CEB61-F703-5A54-1BCF-B48872AB1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A108C8CB-66B2-85A7-3F3D-25E86B9D8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19EF2BEC-E054-4E99-84B2-7A898CAB3C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FCCC4D-3181-4F89-22AC-73EA961251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D1F7AD2F-9ED2-1EBC-1193-9D4E83AEDF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88B550C0-8A0C-0E31-00EC-269EE47132C8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6D158E0C-58A7-519F-9F56-BD42E13DB63F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B3C586AE-45C0-A979-D40B-EA1389E77447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06A07F6E-26A8-AAD7-D396-4A9BE1C5A78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27053F8F-CBDC-3922-81B3-4DF8F363B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14B9FA4A-058E-BDF5-4DC4-92C98C890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21C091E1-BEAA-A36A-60FA-CB3C390B8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E62AB797-51F3-9848-51EA-0BF5DFD4FE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88044D02-0204-8E2A-6A1C-D40BBCE5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91EF5FC1-9E0F-28C4-2E8B-D152AF379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3433E414-F361-3339-9C9F-FAFCF6F5A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1" name="Group 350">
                  <a:extLst>
                    <a:ext uri="{FF2B5EF4-FFF2-40B4-BE49-F238E27FC236}">
                      <a16:creationId xmlns:a16="http://schemas.microsoft.com/office/drawing/2014/main" id="{10BE7B2B-248A-0574-B715-4D46F874CD4E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CFD92CE2-B634-B3F7-AB27-A7D5C4E16A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E4B6DF8E-8CC9-2736-90BA-922153FAB2B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4354CF5E-F54B-F8B1-1145-9EC600444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735B0A2A-16F2-B6EE-895F-2901B198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458A8278-64A7-9D34-5B28-18C55F1B64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B948C8A8-77D1-5F96-B8F4-092ED7F30D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BF458FB1-8189-DBB6-F14C-097727FE6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9088265C-7D87-7F47-2702-2A69AAED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EB239154-17F5-472D-3ACC-65ED1A665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B967425-2C16-B70B-5843-17401CF8A07C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A326669C-CCE9-28BE-EF46-7C7E1160E2DD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7FFCF6B4-75AB-66A5-A6F9-C0ECC87E3B0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24C63C2F-DA23-A49A-AF72-C4708BDC69E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4D0D12E-538D-C780-BE87-DF4BE6C3E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F6B402AD-C641-D76C-57E7-45D5306BD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EA52ECE4-D464-F079-4874-8D025A637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31D07645-6856-4768-5824-6ED532FB5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02790BE-D5E8-FFF0-7FBE-135E7406F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3FB06A5E-788C-AD83-50F5-084AEAA2F3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069EA97A-B265-F75F-8733-247D6E608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FD9633EB-F67E-E9D1-C30C-F193E54D7D6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95B53772-E521-F225-929F-ECB572321E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FB668516-F7BC-0CFC-3A8F-882DE5D5BB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297527BA-B0FD-62A7-BC9D-08A84A6C7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15E3C541-F4A8-BD48-022F-1D85FB574C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A19AA14-2724-5BDA-0F84-33831FDC86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7BF0E16C-FBD2-8DFB-A7CB-98C348E89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0A221369-9E89-B2FD-56C7-52B428C383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BE0C70FA-C532-D668-D17F-11D1A8FD9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E39F0CCE-2972-DFA3-B2C5-6C94C8C027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8B52A2BD-D196-7732-81FF-434871C23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4725F90D-725A-779E-E115-9E6158D8A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8CD89E57-0BDF-577E-78A2-5A9F6265EF9F}"/>
              </a:ext>
            </a:extLst>
          </p:cNvPr>
          <p:cNvGrpSpPr/>
          <p:nvPr/>
        </p:nvGrpSpPr>
        <p:grpSpPr>
          <a:xfrm>
            <a:off x="6507949" y="4187118"/>
            <a:ext cx="1121934" cy="166119"/>
            <a:chOff x="6408570" y="4256222"/>
            <a:chExt cx="1121934" cy="166119"/>
          </a:xfrm>
        </p:grpSpPr>
        <p:sp>
          <p:nvSpPr>
            <p:cNvPr id="460" name="Rectangle 279">
              <a:extLst>
                <a:ext uri="{FF2B5EF4-FFF2-40B4-BE49-F238E27FC236}">
                  <a16:creationId xmlns:a16="http://schemas.microsoft.com/office/drawing/2014/main" id="{AA66CDCB-E0D9-3DCC-54AB-EFB0DF332FFD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B7CF4B81-D775-0CFE-2D6C-0D3BABE17CE6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75875798-894B-0010-6CDF-39638600E90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243DAEDD-98E2-AB80-46E0-BF2B688C269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8" name="Right Brace 467">
            <a:extLst>
              <a:ext uri="{FF2B5EF4-FFF2-40B4-BE49-F238E27FC236}">
                <a16:creationId xmlns:a16="http://schemas.microsoft.com/office/drawing/2014/main" id="{20380D43-629D-485B-A535-C866913BCA32}"/>
              </a:ext>
            </a:extLst>
          </p:cNvPr>
          <p:cNvSpPr/>
          <p:nvPr/>
        </p:nvSpPr>
        <p:spPr>
          <a:xfrm>
            <a:off x="9416799" y="5490465"/>
            <a:ext cx="189500" cy="691233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/>
              <p:nvPr/>
            </p:nvSpPr>
            <p:spPr>
              <a:xfrm>
                <a:off x="9583873" y="5616438"/>
                <a:ext cx="2062027" cy="42446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solidFill>
                      <a:schemeClr val="bg1"/>
                    </a:solidFill>
                  </a:rPr>
                  <a:t>P</a:t>
                </a:r>
                <a:r>
                  <a:rPr lang="en-US" sz="1400" baseline="-25000" dirty="0" err="1">
                    <a:solidFill>
                      <a:schemeClr val="bg1"/>
                    </a:solidFill>
                  </a:rPr>
                  <a:t>driving</a:t>
                </a:r>
                <a:r>
                  <a:rPr lang="en-US" sz="1400" dirty="0">
                    <a:solidFill>
                      <a:schemeClr val="bg1"/>
                    </a:solidFill>
                  </a:rPr>
                  <a:t> =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</a:t>
                </a:r>
                <a:r>
                  <a:rPr lang="en-US" sz="1400" baseline="-25000" dirty="0" err="1">
                    <a:solidFill>
                      <a:schemeClr val="bg1"/>
                    </a:solidFill>
                  </a:rPr>
                  <a:t>plateau</a:t>
                </a:r>
                <a:r>
                  <a:rPr lang="en-US" sz="1400" dirty="0">
                    <a:solidFill>
                      <a:schemeClr val="bg1"/>
                    </a:solidFill>
                  </a:rPr>
                  <a:t> – PEEP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400" b="0" i="0" dirty="0" smtClean="0">
                            <a:solidFill>
                              <a:schemeClr val="bg1"/>
                            </a:solidFill>
                          </a:rPr>
                          <m:t>C</m:t>
                        </m:r>
                      </m:den>
                    </m:f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873" y="5616438"/>
                <a:ext cx="2062027" cy="424468"/>
              </a:xfrm>
              <a:prstGeom prst="rect">
                <a:avLst/>
              </a:prstGeom>
              <a:blipFill>
                <a:blip r:embed="rId6"/>
                <a:stretch>
                  <a:fillRect l="-588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Resistance">
            <a:extLst>
              <a:ext uri="{FF2B5EF4-FFF2-40B4-BE49-F238E27FC236}">
                <a16:creationId xmlns:a16="http://schemas.microsoft.com/office/drawing/2014/main" id="{980653A3-0CB4-5480-B863-A81DBB919FD4}"/>
              </a:ext>
            </a:extLst>
          </p:cNvPr>
          <p:cNvSpPr/>
          <p:nvPr/>
        </p:nvSpPr>
        <p:spPr>
          <a:xfrm>
            <a:off x="2549814" y="768973"/>
            <a:ext cx="3536106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RESISTANCE </a:t>
            </a:r>
          </a:p>
        </p:txBody>
      </p:sp>
      <p:sp>
        <p:nvSpPr>
          <p:cNvPr id="471" name="Compliance">
            <a:extLst>
              <a:ext uri="{FF2B5EF4-FFF2-40B4-BE49-F238E27FC236}">
                <a16:creationId xmlns:a16="http://schemas.microsoft.com/office/drawing/2014/main" id="{4FEC0479-DE36-2271-1AED-D8B647595DEB}"/>
              </a:ext>
            </a:extLst>
          </p:cNvPr>
          <p:cNvSpPr/>
          <p:nvPr/>
        </p:nvSpPr>
        <p:spPr>
          <a:xfrm>
            <a:off x="7242523" y="768973"/>
            <a:ext cx="3536106" cy="4114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COMPLIANCE</a:t>
            </a:r>
          </a:p>
        </p:txBody>
      </p:sp>
      <p:pic>
        <p:nvPicPr>
          <p:cNvPr id="472" name="Graphic 471" descr="Cursor with solid fill">
            <a:extLst>
              <a:ext uri="{FF2B5EF4-FFF2-40B4-BE49-F238E27FC236}">
                <a16:creationId xmlns:a16="http://schemas.microsoft.com/office/drawing/2014/main" id="{4EB54484-5458-BE28-8861-F55C407285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8012" y="1051559"/>
            <a:ext cx="274320" cy="274320"/>
          </a:xfrm>
          <a:prstGeom prst="rect">
            <a:avLst/>
          </a:prstGeom>
        </p:spPr>
      </p:pic>
      <p:pic>
        <p:nvPicPr>
          <p:cNvPr id="473" name="Graphic 472" descr="Cursor with solid fill">
            <a:extLst>
              <a:ext uri="{FF2B5EF4-FFF2-40B4-BE49-F238E27FC236}">
                <a16:creationId xmlns:a16="http://schemas.microsoft.com/office/drawing/2014/main" id="{D612DD6F-5B7C-0BD9-9AAB-159603D836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0529" y="1051559"/>
            <a:ext cx="274320" cy="274320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12D651E5-6523-EBE2-3D57-AFBA50740772}"/>
              </a:ext>
            </a:extLst>
          </p:cNvPr>
          <p:cNvSpPr txBox="1"/>
          <p:nvPr/>
        </p:nvSpPr>
        <p:spPr>
          <a:xfrm>
            <a:off x="4811127" y="4623368"/>
            <a:ext cx="140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Inspiratory hold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1C05589-385C-3DF6-195F-D85459328C14}"/>
              </a:ext>
            </a:extLst>
          </p:cNvPr>
          <p:cNvCxnSpPr>
            <a:cxnSpLocks/>
          </p:cNvCxnSpPr>
          <p:nvPr/>
        </p:nvCxnSpPr>
        <p:spPr>
          <a:xfrm flipH="1">
            <a:off x="4858276" y="4957111"/>
            <a:ext cx="164379" cy="621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7E79102-131D-87D0-B970-4452F8842887}"/>
              </a:ext>
            </a:extLst>
          </p:cNvPr>
          <p:cNvCxnSpPr>
            <a:cxnSpLocks/>
          </p:cNvCxnSpPr>
          <p:nvPr/>
        </p:nvCxnSpPr>
        <p:spPr>
          <a:xfrm>
            <a:off x="4990720" y="5616438"/>
            <a:ext cx="0" cy="917712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ase 1 - Q1">
            <a:extLst>
              <a:ext uri="{FF2B5EF4-FFF2-40B4-BE49-F238E27FC236}">
                <a16:creationId xmlns:a16="http://schemas.microsoft.com/office/drawing/2014/main" id="{CE5D2EB8-1FAA-EBCC-D472-7F2534D5E5E4}"/>
              </a:ext>
            </a:extLst>
          </p:cNvPr>
          <p:cNvSpPr/>
          <p:nvPr/>
        </p:nvSpPr>
        <p:spPr>
          <a:xfrm>
            <a:off x="5056127" y="5927800"/>
            <a:ext cx="771422" cy="274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99FC5A-D8B0-6CB4-476A-C81A840A33B0}"/>
              </a:ext>
            </a:extLst>
          </p:cNvPr>
          <p:cNvSpPr/>
          <p:nvPr/>
        </p:nvSpPr>
        <p:spPr>
          <a:xfrm>
            <a:off x="10156684" y="3566631"/>
            <a:ext cx="528573" cy="706111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5727 w 739189"/>
              <a:gd name="connsiteY0" fmla="*/ 750108 h 807985"/>
              <a:gd name="connsiteX1" fmla="*/ 100977 w 739189"/>
              <a:gd name="connsiteY1" fmla="*/ 645333 h 807985"/>
              <a:gd name="connsiteX2" fmla="*/ 253377 w 739189"/>
              <a:gd name="connsiteY2" fmla="*/ 350058 h 807985"/>
              <a:gd name="connsiteX3" fmla="*/ 443877 w 739189"/>
              <a:gd name="connsiteY3" fmla="*/ 35733 h 807985"/>
              <a:gd name="connsiteX4" fmla="*/ 739152 w 739189"/>
              <a:gd name="connsiteY4" fmla="*/ 16683 h 807985"/>
              <a:gd name="connsiteX5" fmla="*/ 462927 w 739189"/>
              <a:gd name="connsiteY5" fmla="*/ 121458 h 807985"/>
              <a:gd name="connsiteX6" fmla="*/ 272427 w 739189"/>
              <a:gd name="connsiteY6" fmla="*/ 502458 h 807985"/>
              <a:gd name="connsiteX7" fmla="*/ 269360 w 739189"/>
              <a:gd name="connsiteY7" fmla="*/ 793927 h 807985"/>
              <a:gd name="connsiteX8" fmla="*/ 5727 w 739189"/>
              <a:gd name="connsiteY8" fmla="*/ 750108 h 807985"/>
              <a:gd name="connsiteX0" fmla="*/ 21132 w 656883"/>
              <a:gd name="connsiteY0" fmla="*/ 771446 h 813569"/>
              <a:gd name="connsiteX1" fmla="*/ 18671 w 656883"/>
              <a:gd name="connsiteY1" fmla="*/ 645333 h 813569"/>
              <a:gd name="connsiteX2" fmla="*/ 171071 w 656883"/>
              <a:gd name="connsiteY2" fmla="*/ 350058 h 813569"/>
              <a:gd name="connsiteX3" fmla="*/ 361571 w 656883"/>
              <a:gd name="connsiteY3" fmla="*/ 35733 h 813569"/>
              <a:gd name="connsiteX4" fmla="*/ 656846 w 656883"/>
              <a:gd name="connsiteY4" fmla="*/ 16683 h 813569"/>
              <a:gd name="connsiteX5" fmla="*/ 380621 w 656883"/>
              <a:gd name="connsiteY5" fmla="*/ 121458 h 813569"/>
              <a:gd name="connsiteX6" fmla="*/ 190121 w 656883"/>
              <a:gd name="connsiteY6" fmla="*/ 502458 h 813569"/>
              <a:gd name="connsiteX7" fmla="*/ 187054 w 656883"/>
              <a:gd name="connsiteY7" fmla="*/ 793927 h 813569"/>
              <a:gd name="connsiteX8" fmla="*/ 21132 w 656883"/>
              <a:gd name="connsiteY8" fmla="*/ 771446 h 813569"/>
              <a:gd name="connsiteX0" fmla="*/ 7169 w 642920"/>
              <a:gd name="connsiteY0" fmla="*/ 771446 h 817044"/>
              <a:gd name="connsiteX1" fmla="*/ 42708 w 642920"/>
              <a:gd name="connsiteY1" fmla="*/ 554649 h 817044"/>
              <a:gd name="connsiteX2" fmla="*/ 157108 w 642920"/>
              <a:gd name="connsiteY2" fmla="*/ 350058 h 817044"/>
              <a:gd name="connsiteX3" fmla="*/ 347608 w 642920"/>
              <a:gd name="connsiteY3" fmla="*/ 35733 h 817044"/>
              <a:gd name="connsiteX4" fmla="*/ 642883 w 642920"/>
              <a:gd name="connsiteY4" fmla="*/ 16683 h 817044"/>
              <a:gd name="connsiteX5" fmla="*/ 366658 w 642920"/>
              <a:gd name="connsiteY5" fmla="*/ 121458 h 817044"/>
              <a:gd name="connsiteX6" fmla="*/ 176158 w 642920"/>
              <a:gd name="connsiteY6" fmla="*/ 502458 h 817044"/>
              <a:gd name="connsiteX7" fmla="*/ 173091 w 642920"/>
              <a:gd name="connsiteY7" fmla="*/ 793927 h 817044"/>
              <a:gd name="connsiteX8" fmla="*/ 7169 w 642920"/>
              <a:gd name="connsiteY8" fmla="*/ 771446 h 817044"/>
              <a:gd name="connsiteX0" fmla="*/ 16384 w 614136"/>
              <a:gd name="connsiteY0" fmla="*/ 720770 h 804122"/>
              <a:gd name="connsiteX1" fmla="*/ 13924 w 614136"/>
              <a:gd name="connsiteY1" fmla="*/ 554649 h 804122"/>
              <a:gd name="connsiteX2" fmla="*/ 128324 w 614136"/>
              <a:gd name="connsiteY2" fmla="*/ 350058 h 804122"/>
              <a:gd name="connsiteX3" fmla="*/ 318824 w 614136"/>
              <a:gd name="connsiteY3" fmla="*/ 35733 h 804122"/>
              <a:gd name="connsiteX4" fmla="*/ 614099 w 614136"/>
              <a:gd name="connsiteY4" fmla="*/ 16683 h 804122"/>
              <a:gd name="connsiteX5" fmla="*/ 337874 w 614136"/>
              <a:gd name="connsiteY5" fmla="*/ 121458 h 804122"/>
              <a:gd name="connsiteX6" fmla="*/ 147374 w 614136"/>
              <a:gd name="connsiteY6" fmla="*/ 502458 h 804122"/>
              <a:gd name="connsiteX7" fmla="*/ 144307 w 614136"/>
              <a:gd name="connsiteY7" fmla="*/ 793927 h 804122"/>
              <a:gd name="connsiteX8" fmla="*/ 16384 w 614136"/>
              <a:gd name="connsiteY8" fmla="*/ 720770 h 804122"/>
              <a:gd name="connsiteX0" fmla="*/ 12033 w 609785"/>
              <a:gd name="connsiteY0" fmla="*/ 720770 h 804375"/>
              <a:gd name="connsiteX1" fmla="*/ 9573 w 609785"/>
              <a:gd name="connsiteY1" fmla="*/ 554649 h 804375"/>
              <a:gd name="connsiteX2" fmla="*/ 123973 w 609785"/>
              <a:gd name="connsiteY2" fmla="*/ 350058 h 804375"/>
              <a:gd name="connsiteX3" fmla="*/ 314473 w 609785"/>
              <a:gd name="connsiteY3" fmla="*/ 35733 h 804375"/>
              <a:gd name="connsiteX4" fmla="*/ 609748 w 609785"/>
              <a:gd name="connsiteY4" fmla="*/ 16683 h 804375"/>
              <a:gd name="connsiteX5" fmla="*/ 333523 w 609785"/>
              <a:gd name="connsiteY5" fmla="*/ 121458 h 804375"/>
              <a:gd name="connsiteX6" fmla="*/ 143023 w 609785"/>
              <a:gd name="connsiteY6" fmla="*/ 502458 h 804375"/>
              <a:gd name="connsiteX7" fmla="*/ 139956 w 609785"/>
              <a:gd name="connsiteY7" fmla="*/ 793927 h 804375"/>
              <a:gd name="connsiteX8" fmla="*/ 12033 w 609785"/>
              <a:gd name="connsiteY8" fmla="*/ 720770 h 804375"/>
              <a:gd name="connsiteX0" fmla="*/ 4465 w 602217"/>
              <a:gd name="connsiteY0" fmla="*/ 720770 h 804820"/>
              <a:gd name="connsiteX1" fmla="*/ 37290 w 602217"/>
              <a:gd name="connsiteY1" fmla="*/ 511974 h 804820"/>
              <a:gd name="connsiteX2" fmla="*/ 116405 w 602217"/>
              <a:gd name="connsiteY2" fmla="*/ 350058 h 804820"/>
              <a:gd name="connsiteX3" fmla="*/ 306905 w 602217"/>
              <a:gd name="connsiteY3" fmla="*/ 35733 h 804820"/>
              <a:gd name="connsiteX4" fmla="*/ 602180 w 602217"/>
              <a:gd name="connsiteY4" fmla="*/ 16683 h 804820"/>
              <a:gd name="connsiteX5" fmla="*/ 325955 w 602217"/>
              <a:gd name="connsiteY5" fmla="*/ 121458 h 804820"/>
              <a:gd name="connsiteX6" fmla="*/ 135455 w 602217"/>
              <a:gd name="connsiteY6" fmla="*/ 502458 h 804820"/>
              <a:gd name="connsiteX7" fmla="*/ 132388 w 602217"/>
              <a:gd name="connsiteY7" fmla="*/ 793927 h 804820"/>
              <a:gd name="connsiteX8" fmla="*/ 4465 w 602217"/>
              <a:gd name="connsiteY8" fmla="*/ 720770 h 804820"/>
              <a:gd name="connsiteX0" fmla="*/ 4382 w 602134"/>
              <a:gd name="connsiteY0" fmla="*/ 719924 h 803974"/>
              <a:gd name="connsiteX1" fmla="*/ 37207 w 602134"/>
              <a:gd name="connsiteY1" fmla="*/ 511128 h 803974"/>
              <a:gd name="connsiteX2" fmla="*/ 110894 w 602134"/>
              <a:gd name="connsiteY2" fmla="*/ 335876 h 803974"/>
              <a:gd name="connsiteX3" fmla="*/ 306822 w 602134"/>
              <a:gd name="connsiteY3" fmla="*/ 34887 h 803974"/>
              <a:gd name="connsiteX4" fmla="*/ 602097 w 602134"/>
              <a:gd name="connsiteY4" fmla="*/ 15837 h 803974"/>
              <a:gd name="connsiteX5" fmla="*/ 325872 w 602134"/>
              <a:gd name="connsiteY5" fmla="*/ 120612 h 803974"/>
              <a:gd name="connsiteX6" fmla="*/ 135372 w 602134"/>
              <a:gd name="connsiteY6" fmla="*/ 501612 h 803974"/>
              <a:gd name="connsiteX7" fmla="*/ 132305 w 602134"/>
              <a:gd name="connsiteY7" fmla="*/ 793081 h 803974"/>
              <a:gd name="connsiteX8" fmla="*/ 4382 w 602134"/>
              <a:gd name="connsiteY8" fmla="*/ 719924 h 803974"/>
              <a:gd name="connsiteX0" fmla="*/ 4382 w 602134"/>
              <a:gd name="connsiteY0" fmla="*/ 719924 h 794293"/>
              <a:gd name="connsiteX1" fmla="*/ 37207 w 602134"/>
              <a:gd name="connsiteY1" fmla="*/ 511128 h 794293"/>
              <a:gd name="connsiteX2" fmla="*/ 110894 w 602134"/>
              <a:gd name="connsiteY2" fmla="*/ 335876 h 794293"/>
              <a:gd name="connsiteX3" fmla="*/ 306822 w 602134"/>
              <a:gd name="connsiteY3" fmla="*/ 34887 h 794293"/>
              <a:gd name="connsiteX4" fmla="*/ 602097 w 602134"/>
              <a:gd name="connsiteY4" fmla="*/ 15837 h 794293"/>
              <a:gd name="connsiteX5" fmla="*/ 325872 w 602134"/>
              <a:gd name="connsiteY5" fmla="*/ 120612 h 794293"/>
              <a:gd name="connsiteX6" fmla="*/ 135372 w 602134"/>
              <a:gd name="connsiteY6" fmla="*/ 501612 h 794293"/>
              <a:gd name="connsiteX7" fmla="*/ 104762 w 602134"/>
              <a:gd name="connsiteY7" fmla="*/ 670727 h 794293"/>
              <a:gd name="connsiteX8" fmla="*/ 132305 w 602134"/>
              <a:gd name="connsiteY8" fmla="*/ 793081 h 794293"/>
              <a:gd name="connsiteX9" fmla="*/ 4382 w 602134"/>
              <a:gd name="connsiteY9" fmla="*/ 719924 h 794293"/>
              <a:gd name="connsiteX0" fmla="*/ 4731 w 602483"/>
              <a:gd name="connsiteY0" fmla="*/ 716537 h 790906"/>
              <a:gd name="connsiteX1" fmla="*/ 37556 w 602483"/>
              <a:gd name="connsiteY1" fmla="*/ 507741 h 790906"/>
              <a:gd name="connsiteX2" fmla="*/ 132957 w 602483"/>
              <a:gd name="connsiteY2" fmla="*/ 276478 h 790906"/>
              <a:gd name="connsiteX3" fmla="*/ 307171 w 602483"/>
              <a:gd name="connsiteY3" fmla="*/ 31500 h 790906"/>
              <a:gd name="connsiteX4" fmla="*/ 602446 w 602483"/>
              <a:gd name="connsiteY4" fmla="*/ 12450 h 790906"/>
              <a:gd name="connsiteX5" fmla="*/ 326221 w 602483"/>
              <a:gd name="connsiteY5" fmla="*/ 117225 h 790906"/>
              <a:gd name="connsiteX6" fmla="*/ 135721 w 602483"/>
              <a:gd name="connsiteY6" fmla="*/ 498225 h 790906"/>
              <a:gd name="connsiteX7" fmla="*/ 105111 w 602483"/>
              <a:gd name="connsiteY7" fmla="*/ 667340 h 790906"/>
              <a:gd name="connsiteX8" fmla="*/ 132654 w 602483"/>
              <a:gd name="connsiteY8" fmla="*/ 789694 h 790906"/>
              <a:gd name="connsiteX9" fmla="*/ 4731 w 602483"/>
              <a:gd name="connsiteY9" fmla="*/ 716537 h 7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483" h="790906">
                <a:moveTo>
                  <a:pt x="4731" y="716537"/>
                </a:moveTo>
                <a:cubicBezTo>
                  <a:pt x="-11119" y="669545"/>
                  <a:pt x="16185" y="581084"/>
                  <a:pt x="37556" y="507741"/>
                </a:cubicBezTo>
                <a:cubicBezTo>
                  <a:pt x="58927" y="434398"/>
                  <a:pt x="88021" y="355852"/>
                  <a:pt x="132957" y="276478"/>
                </a:cubicBezTo>
                <a:cubicBezTo>
                  <a:pt x="177893" y="197104"/>
                  <a:pt x="228923" y="75505"/>
                  <a:pt x="307171" y="31500"/>
                </a:cubicBezTo>
                <a:cubicBezTo>
                  <a:pt x="385419" y="-12505"/>
                  <a:pt x="599271" y="-1837"/>
                  <a:pt x="602446" y="12450"/>
                </a:cubicBezTo>
                <a:cubicBezTo>
                  <a:pt x="605621" y="26737"/>
                  <a:pt x="404008" y="36263"/>
                  <a:pt x="326221" y="117225"/>
                </a:cubicBezTo>
                <a:cubicBezTo>
                  <a:pt x="248434" y="198187"/>
                  <a:pt x="168954" y="405650"/>
                  <a:pt x="135721" y="498225"/>
                </a:cubicBezTo>
                <a:cubicBezTo>
                  <a:pt x="102488" y="590800"/>
                  <a:pt x="105622" y="618762"/>
                  <a:pt x="105111" y="667340"/>
                </a:cubicBezTo>
                <a:cubicBezTo>
                  <a:pt x="104600" y="715918"/>
                  <a:pt x="149384" y="781495"/>
                  <a:pt x="132654" y="789694"/>
                </a:cubicBezTo>
                <a:cubicBezTo>
                  <a:pt x="115924" y="797894"/>
                  <a:pt x="20581" y="763529"/>
                  <a:pt x="4731" y="716537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3A5D3F87-62E1-CB33-0C08-2F7D59B8A33F}"/>
              </a:ext>
            </a:extLst>
          </p:cNvPr>
          <p:cNvSpPr/>
          <p:nvPr/>
        </p:nvSpPr>
        <p:spPr>
          <a:xfrm flipV="1">
            <a:off x="10153759" y="4240810"/>
            <a:ext cx="611404" cy="553487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3538 w 737000"/>
              <a:gd name="connsiteY0" fmla="*/ 750108 h 752603"/>
              <a:gd name="connsiteX1" fmla="*/ 98788 w 737000"/>
              <a:gd name="connsiteY1" fmla="*/ 645333 h 752603"/>
              <a:gd name="connsiteX2" fmla="*/ 251188 w 737000"/>
              <a:gd name="connsiteY2" fmla="*/ 350058 h 752603"/>
              <a:gd name="connsiteX3" fmla="*/ 441688 w 737000"/>
              <a:gd name="connsiteY3" fmla="*/ 35733 h 752603"/>
              <a:gd name="connsiteX4" fmla="*/ 736963 w 737000"/>
              <a:gd name="connsiteY4" fmla="*/ 16683 h 752603"/>
              <a:gd name="connsiteX5" fmla="*/ 460738 w 737000"/>
              <a:gd name="connsiteY5" fmla="*/ 121458 h 752603"/>
              <a:gd name="connsiteX6" fmla="*/ 270238 w 737000"/>
              <a:gd name="connsiteY6" fmla="*/ 502458 h 752603"/>
              <a:gd name="connsiteX7" fmla="*/ 222613 w 737000"/>
              <a:gd name="connsiteY7" fmla="*/ 701259 h 752603"/>
              <a:gd name="connsiteX8" fmla="*/ 3538 w 737000"/>
              <a:gd name="connsiteY8" fmla="*/ 750108 h 752603"/>
              <a:gd name="connsiteX0" fmla="*/ 37600 w 644855"/>
              <a:gd name="connsiteY0" fmla="*/ 759939 h 761876"/>
              <a:gd name="connsiteX1" fmla="*/ 6643 w 644855"/>
              <a:gd name="connsiteY1" fmla="*/ 645333 h 761876"/>
              <a:gd name="connsiteX2" fmla="*/ 159043 w 644855"/>
              <a:gd name="connsiteY2" fmla="*/ 350058 h 761876"/>
              <a:gd name="connsiteX3" fmla="*/ 349543 w 644855"/>
              <a:gd name="connsiteY3" fmla="*/ 35733 h 761876"/>
              <a:gd name="connsiteX4" fmla="*/ 644818 w 644855"/>
              <a:gd name="connsiteY4" fmla="*/ 16683 h 761876"/>
              <a:gd name="connsiteX5" fmla="*/ 368593 w 644855"/>
              <a:gd name="connsiteY5" fmla="*/ 121458 h 761876"/>
              <a:gd name="connsiteX6" fmla="*/ 178093 w 644855"/>
              <a:gd name="connsiteY6" fmla="*/ 502458 h 761876"/>
              <a:gd name="connsiteX7" fmla="*/ 130468 w 644855"/>
              <a:gd name="connsiteY7" fmla="*/ 701259 h 761876"/>
              <a:gd name="connsiteX8" fmla="*/ 37600 w 644855"/>
              <a:gd name="connsiteY8" fmla="*/ 759939 h 761876"/>
              <a:gd name="connsiteX0" fmla="*/ 12056 w 619311"/>
              <a:gd name="connsiteY0" fmla="*/ 759939 h 763137"/>
              <a:gd name="connsiteX1" fmla="*/ 14437 w 619311"/>
              <a:gd name="connsiteY1" fmla="*/ 622394 h 763137"/>
              <a:gd name="connsiteX2" fmla="*/ 133499 w 619311"/>
              <a:gd name="connsiteY2" fmla="*/ 350058 h 763137"/>
              <a:gd name="connsiteX3" fmla="*/ 323999 w 619311"/>
              <a:gd name="connsiteY3" fmla="*/ 35733 h 763137"/>
              <a:gd name="connsiteX4" fmla="*/ 619274 w 619311"/>
              <a:gd name="connsiteY4" fmla="*/ 16683 h 763137"/>
              <a:gd name="connsiteX5" fmla="*/ 343049 w 619311"/>
              <a:gd name="connsiteY5" fmla="*/ 121458 h 763137"/>
              <a:gd name="connsiteX6" fmla="*/ 152549 w 619311"/>
              <a:gd name="connsiteY6" fmla="*/ 502458 h 763137"/>
              <a:gd name="connsiteX7" fmla="*/ 104924 w 619311"/>
              <a:gd name="connsiteY7" fmla="*/ 701259 h 763137"/>
              <a:gd name="connsiteX8" fmla="*/ 12056 w 619311"/>
              <a:gd name="connsiteY8" fmla="*/ 759939 h 763137"/>
              <a:gd name="connsiteX0" fmla="*/ 13264 w 620519"/>
              <a:gd name="connsiteY0" fmla="*/ 759939 h 761307"/>
              <a:gd name="connsiteX1" fmla="*/ 15645 w 620519"/>
              <a:gd name="connsiteY1" fmla="*/ 622394 h 761307"/>
              <a:gd name="connsiteX2" fmla="*/ 134707 w 620519"/>
              <a:gd name="connsiteY2" fmla="*/ 350058 h 761307"/>
              <a:gd name="connsiteX3" fmla="*/ 325207 w 620519"/>
              <a:gd name="connsiteY3" fmla="*/ 35733 h 761307"/>
              <a:gd name="connsiteX4" fmla="*/ 620482 w 620519"/>
              <a:gd name="connsiteY4" fmla="*/ 16683 h 761307"/>
              <a:gd name="connsiteX5" fmla="*/ 344257 w 620519"/>
              <a:gd name="connsiteY5" fmla="*/ 121458 h 761307"/>
              <a:gd name="connsiteX6" fmla="*/ 153757 w 620519"/>
              <a:gd name="connsiteY6" fmla="*/ 502458 h 761307"/>
              <a:gd name="connsiteX7" fmla="*/ 125182 w 620519"/>
              <a:gd name="connsiteY7" fmla="*/ 681597 h 761307"/>
              <a:gd name="connsiteX8" fmla="*/ 13264 w 620519"/>
              <a:gd name="connsiteY8" fmla="*/ 759939 h 761307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529"/>
              <a:gd name="connsiteX1" fmla="*/ 30995 w 612056"/>
              <a:gd name="connsiteY1" fmla="*/ 612563 h 761529"/>
              <a:gd name="connsiteX2" fmla="*/ 126244 w 612056"/>
              <a:gd name="connsiteY2" fmla="*/ 350058 h 761529"/>
              <a:gd name="connsiteX3" fmla="*/ 316744 w 612056"/>
              <a:gd name="connsiteY3" fmla="*/ 35733 h 761529"/>
              <a:gd name="connsiteX4" fmla="*/ 612019 w 612056"/>
              <a:gd name="connsiteY4" fmla="*/ 16683 h 761529"/>
              <a:gd name="connsiteX5" fmla="*/ 335794 w 612056"/>
              <a:gd name="connsiteY5" fmla="*/ 121458 h 761529"/>
              <a:gd name="connsiteX6" fmla="*/ 145294 w 612056"/>
              <a:gd name="connsiteY6" fmla="*/ 502458 h 761529"/>
              <a:gd name="connsiteX7" fmla="*/ 116719 w 612056"/>
              <a:gd name="connsiteY7" fmla="*/ 681597 h 761529"/>
              <a:gd name="connsiteX8" fmla="*/ 4801 w 612056"/>
              <a:gd name="connsiteY8" fmla="*/ 759939 h 761529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150 w 611404"/>
              <a:gd name="connsiteY0" fmla="*/ 759939 h 761687"/>
              <a:gd name="connsiteX1" fmla="*/ 30344 w 611404"/>
              <a:gd name="connsiteY1" fmla="*/ 612563 h 761687"/>
              <a:gd name="connsiteX2" fmla="*/ 125593 w 611404"/>
              <a:gd name="connsiteY2" fmla="*/ 350058 h 761687"/>
              <a:gd name="connsiteX3" fmla="*/ 316093 w 611404"/>
              <a:gd name="connsiteY3" fmla="*/ 35733 h 761687"/>
              <a:gd name="connsiteX4" fmla="*/ 611368 w 611404"/>
              <a:gd name="connsiteY4" fmla="*/ 16683 h 761687"/>
              <a:gd name="connsiteX5" fmla="*/ 335143 w 611404"/>
              <a:gd name="connsiteY5" fmla="*/ 121458 h 761687"/>
              <a:gd name="connsiteX6" fmla="*/ 156549 w 611404"/>
              <a:gd name="connsiteY6" fmla="*/ 505736 h 761687"/>
              <a:gd name="connsiteX7" fmla="*/ 106543 w 611404"/>
              <a:gd name="connsiteY7" fmla="*/ 681597 h 761687"/>
              <a:gd name="connsiteX8" fmla="*/ 4150 w 611404"/>
              <a:gd name="connsiteY8" fmla="*/ 759939 h 7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404" h="761687">
                <a:moveTo>
                  <a:pt x="4150" y="759939"/>
                </a:moveTo>
                <a:cubicBezTo>
                  <a:pt x="-8550" y="748433"/>
                  <a:pt x="10104" y="680876"/>
                  <a:pt x="30344" y="612563"/>
                </a:cubicBezTo>
                <a:cubicBezTo>
                  <a:pt x="50584" y="544250"/>
                  <a:pt x="77968" y="446196"/>
                  <a:pt x="125593" y="350058"/>
                </a:cubicBezTo>
                <a:cubicBezTo>
                  <a:pt x="173218" y="253920"/>
                  <a:pt x="235131" y="91296"/>
                  <a:pt x="316093" y="35733"/>
                </a:cubicBezTo>
                <a:cubicBezTo>
                  <a:pt x="397056" y="-19830"/>
                  <a:pt x="608193" y="2396"/>
                  <a:pt x="611368" y="16683"/>
                </a:cubicBezTo>
                <a:cubicBezTo>
                  <a:pt x="614543" y="30970"/>
                  <a:pt x="410946" y="39949"/>
                  <a:pt x="335143" y="121458"/>
                </a:cubicBezTo>
                <a:cubicBezTo>
                  <a:pt x="259340" y="202967"/>
                  <a:pt x="195443" y="408797"/>
                  <a:pt x="156549" y="505736"/>
                </a:cubicBezTo>
                <a:cubicBezTo>
                  <a:pt x="124799" y="589566"/>
                  <a:pt x="124799" y="639229"/>
                  <a:pt x="106543" y="681597"/>
                </a:cubicBezTo>
                <a:cubicBezTo>
                  <a:pt x="88287" y="723965"/>
                  <a:pt x="16850" y="771445"/>
                  <a:pt x="4150" y="759939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071C7F-7E48-71A6-CAAC-75402F8B4563}"/>
              </a:ext>
            </a:extLst>
          </p:cNvPr>
          <p:cNvGrpSpPr/>
          <p:nvPr/>
        </p:nvGrpSpPr>
        <p:grpSpPr>
          <a:xfrm>
            <a:off x="4022150" y="4215969"/>
            <a:ext cx="4575026" cy="65911"/>
            <a:chOff x="4022150" y="4215969"/>
            <a:chExt cx="4575026" cy="65911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A604358-0C1F-6F8D-768E-1D4F6994D4BB}"/>
                </a:ext>
              </a:extLst>
            </p:cNvPr>
            <p:cNvCxnSpPr>
              <a:cxnSpLocks/>
            </p:cNvCxnSpPr>
            <p:nvPr/>
          </p:nvCxnSpPr>
          <p:spPr>
            <a:xfrm>
              <a:off x="4022150" y="4267759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D0A33FEF-CEF0-136C-E01D-DC8D0CBA8736}"/>
                </a:ext>
              </a:extLst>
            </p:cNvPr>
            <p:cNvCxnSpPr>
              <a:cxnSpLocks/>
            </p:cNvCxnSpPr>
            <p:nvPr/>
          </p:nvCxnSpPr>
          <p:spPr>
            <a:xfrm>
              <a:off x="5232678" y="4281018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1002C064-D9B9-1FAE-11E7-8568BCBBCDA4}"/>
                </a:ext>
              </a:extLst>
            </p:cNvPr>
            <p:cNvCxnSpPr>
              <a:cxnSpLocks/>
            </p:cNvCxnSpPr>
            <p:nvPr/>
          </p:nvCxnSpPr>
          <p:spPr>
            <a:xfrm>
              <a:off x="6768348" y="4281880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0A518D46-781E-B8B9-0878-7794989A23C7}"/>
                </a:ext>
              </a:extLst>
            </p:cNvPr>
            <p:cNvCxnSpPr>
              <a:cxnSpLocks/>
            </p:cNvCxnSpPr>
            <p:nvPr/>
          </p:nvCxnSpPr>
          <p:spPr>
            <a:xfrm>
              <a:off x="8186869" y="4215969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34" name="Obj 1">
            <a:hlinkClick r:id="rId9" action="ppaction://hlinksldjump"/>
            <a:extLst>
              <a:ext uri="{FF2B5EF4-FFF2-40B4-BE49-F238E27FC236}">
                <a16:creationId xmlns:a16="http://schemas.microsoft.com/office/drawing/2014/main" id="{33AF33E8-D574-9397-CEC2-EDE043609ACE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235" name="Obj 2">
            <a:hlinkClick r:id="rId10" action="ppaction://hlinksldjump"/>
            <a:extLst>
              <a:ext uri="{FF2B5EF4-FFF2-40B4-BE49-F238E27FC236}">
                <a16:creationId xmlns:a16="http://schemas.microsoft.com/office/drawing/2014/main" id="{CBA424A9-46E9-E572-69F1-CF310A3E856A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236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59ACF3E0-ED0C-D6B6-E26F-4149C4C62890}"/>
              </a:ext>
            </a:extLst>
          </p:cNvPr>
          <p:cNvSpPr/>
          <p:nvPr/>
        </p:nvSpPr>
        <p:spPr>
          <a:xfrm>
            <a:off x="167950" y="274797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241" name="Obj 2">
            <a:hlinkClick r:id="rId12" action="ppaction://hlinksldjump"/>
            <a:extLst>
              <a:ext uri="{FF2B5EF4-FFF2-40B4-BE49-F238E27FC236}">
                <a16:creationId xmlns:a16="http://schemas.microsoft.com/office/drawing/2014/main" id="{FF2BFEA8-1B53-8698-F3A1-F5F7220CB780}"/>
              </a:ext>
            </a:extLst>
          </p:cNvPr>
          <p:cNvSpPr/>
          <p:nvPr/>
        </p:nvSpPr>
        <p:spPr>
          <a:xfrm>
            <a:off x="427770" y="1173650"/>
            <a:ext cx="121441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peak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3" name="Obj 2">
            <a:hlinkClick r:id="rId13" action="ppaction://hlinksldjump"/>
            <a:extLst>
              <a:ext uri="{FF2B5EF4-FFF2-40B4-BE49-F238E27FC236}">
                <a16:creationId xmlns:a16="http://schemas.microsoft.com/office/drawing/2014/main" id="{D1891F59-7830-AFB6-04BB-51644EF3D36D}"/>
              </a:ext>
            </a:extLst>
          </p:cNvPr>
          <p:cNvSpPr/>
          <p:nvPr/>
        </p:nvSpPr>
        <p:spPr>
          <a:xfrm>
            <a:off x="427770" y="168838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plateau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5961E925-6F3C-43E2-C3A7-02636F3AA3DE}"/>
              </a:ext>
            </a:extLst>
          </p:cNvPr>
          <p:cNvCxnSpPr>
            <a:cxnSpLocks/>
            <a:endCxn id="241" idx="1"/>
          </p:cNvCxnSpPr>
          <p:nvPr/>
        </p:nvCxnSpPr>
        <p:spPr>
          <a:xfrm rot="16200000" flipH="1">
            <a:off x="199936" y="1129806"/>
            <a:ext cx="304522" cy="15114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E5110E6D-124C-0B73-DCA3-20B5485B24A6}"/>
              </a:ext>
            </a:extLst>
          </p:cNvPr>
          <p:cNvCxnSpPr>
            <a:cxnSpLocks/>
            <a:endCxn id="243" idx="1"/>
          </p:cNvCxnSpPr>
          <p:nvPr/>
        </p:nvCxnSpPr>
        <p:spPr>
          <a:xfrm rot="16200000" flipH="1">
            <a:off x="95384" y="1538880"/>
            <a:ext cx="513628" cy="15114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bj 2">
            <a:hlinkClick r:id="rId14" action="ppaction://hlinksldjump"/>
            <a:extLst>
              <a:ext uri="{FF2B5EF4-FFF2-40B4-BE49-F238E27FC236}">
                <a16:creationId xmlns:a16="http://schemas.microsoft.com/office/drawing/2014/main" id="{30CE6B94-3977-5DB3-7B23-755F5531F6BE}"/>
              </a:ext>
            </a:extLst>
          </p:cNvPr>
          <p:cNvSpPr/>
          <p:nvPr/>
        </p:nvSpPr>
        <p:spPr>
          <a:xfrm>
            <a:off x="427770" y="222672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driving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A70752FE-95BD-D0BB-7BB4-B91F51FA93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384" y="2073287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58F7AF79-4DD7-ECA6-7E36-4B8818DDC2A5}"/>
              </a:ext>
            </a:extLst>
          </p:cNvPr>
          <p:cNvSpPr/>
          <p:nvPr/>
        </p:nvSpPr>
        <p:spPr>
          <a:xfrm>
            <a:off x="8078330" y="3653552"/>
            <a:ext cx="1291990" cy="1022420"/>
          </a:xfrm>
          <a:custGeom>
            <a:avLst/>
            <a:gdLst>
              <a:gd name="connsiteX0" fmla="*/ 207810 w 2105272"/>
              <a:gd name="connsiteY0" fmla="*/ 531349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07810 w 2105272"/>
              <a:gd name="connsiteY42" fmla="*/ 531349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474510 w 2105272"/>
              <a:gd name="connsiteY36" fmla="*/ 693273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95174 w 2173586"/>
              <a:gd name="connsiteY0" fmla="*/ 517061 h 1022420"/>
              <a:gd name="connsiteX1" fmla="*/ 695224 w 2173586"/>
              <a:gd name="connsiteY1" fmla="*/ 526586 h 1022420"/>
              <a:gd name="connsiteX2" fmla="*/ 1261962 w 2173586"/>
              <a:gd name="connsiteY2" fmla="*/ 517061 h 1022420"/>
              <a:gd name="connsiteX3" fmla="*/ 1485799 w 2173586"/>
              <a:gd name="connsiteY3" fmla="*/ 402761 h 1022420"/>
              <a:gd name="connsiteX4" fmla="*/ 1666774 w 2173586"/>
              <a:gd name="connsiteY4" fmla="*/ 255124 h 1022420"/>
              <a:gd name="connsiteX5" fmla="*/ 1671537 w 2173586"/>
              <a:gd name="connsiteY5" fmla="*/ 131299 h 1022420"/>
              <a:gd name="connsiteX6" fmla="*/ 1657249 w 2173586"/>
              <a:gd name="connsiteY6" fmla="*/ 74149 h 1022420"/>
              <a:gd name="connsiteX7" fmla="*/ 1719162 w 2173586"/>
              <a:gd name="connsiteY7" fmla="*/ 59861 h 1022420"/>
              <a:gd name="connsiteX8" fmla="*/ 1747737 w 2173586"/>
              <a:gd name="connsiteY8" fmla="*/ 217024 h 1022420"/>
              <a:gd name="connsiteX9" fmla="*/ 1842987 w 2173586"/>
              <a:gd name="connsiteY9" fmla="*/ 107486 h 1022420"/>
              <a:gd name="connsiteX10" fmla="*/ 1881087 w 2173586"/>
              <a:gd name="connsiteY10" fmla="*/ 26524 h 1022420"/>
              <a:gd name="connsiteX11" fmla="*/ 1962049 w 2173586"/>
              <a:gd name="connsiteY11" fmla="*/ 7474 h 1022420"/>
              <a:gd name="connsiteX12" fmla="*/ 1895374 w 2173586"/>
              <a:gd name="connsiteY12" fmla="*/ 140824 h 1022420"/>
              <a:gd name="connsiteX13" fmla="*/ 1804887 w 2173586"/>
              <a:gd name="connsiteY13" fmla="*/ 264649 h 1022420"/>
              <a:gd name="connsiteX14" fmla="*/ 2028724 w 2173586"/>
              <a:gd name="connsiteY14" fmla="*/ 259886 h 1022420"/>
              <a:gd name="connsiteX15" fmla="*/ 1985862 w 2173586"/>
              <a:gd name="connsiteY15" fmla="*/ 326561 h 1022420"/>
              <a:gd name="connsiteX16" fmla="*/ 1795362 w 2173586"/>
              <a:gd name="connsiteY16" fmla="*/ 345611 h 1022420"/>
              <a:gd name="connsiteX17" fmla="*/ 1690587 w 2173586"/>
              <a:gd name="connsiteY17" fmla="*/ 359899 h 1022420"/>
              <a:gd name="connsiteX18" fmla="*/ 1461987 w 2173586"/>
              <a:gd name="connsiteY18" fmla="*/ 540874 h 1022420"/>
              <a:gd name="connsiteX19" fmla="*/ 1604862 w 2173586"/>
              <a:gd name="connsiteY19" fmla="*/ 640886 h 1022420"/>
              <a:gd name="connsiteX20" fmla="*/ 1714399 w 2173586"/>
              <a:gd name="connsiteY20" fmla="*/ 712324 h 1022420"/>
              <a:gd name="connsiteX21" fmla="*/ 2023962 w 2173586"/>
              <a:gd name="connsiteY21" fmla="*/ 712324 h 1022420"/>
              <a:gd name="connsiteX22" fmla="*/ 2114449 w 2173586"/>
              <a:gd name="connsiteY22" fmla="*/ 650411 h 1022420"/>
              <a:gd name="connsiteX23" fmla="*/ 2171599 w 2173586"/>
              <a:gd name="connsiteY23" fmla="*/ 769474 h 1022420"/>
              <a:gd name="connsiteX24" fmla="*/ 2043012 w 2173586"/>
              <a:gd name="connsiteY24" fmla="*/ 774236 h 1022420"/>
              <a:gd name="connsiteX25" fmla="*/ 1785837 w 2173586"/>
              <a:gd name="connsiteY25" fmla="*/ 783761 h 1022420"/>
              <a:gd name="connsiteX26" fmla="*/ 1990624 w 2173586"/>
              <a:gd name="connsiteY26" fmla="*/ 874249 h 1022420"/>
              <a:gd name="connsiteX27" fmla="*/ 1952524 w 2173586"/>
              <a:gd name="connsiteY27" fmla="*/ 950449 h 1022420"/>
              <a:gd name="connsiteX28" fmla="*/ 1790599 w 2173586"/>
              <a:gd name="connsiteY28" fmla="*/ 864724 h 1022420"/>
              <a:gd name="connsiteX29" fmla="*/ 1762024 w 2173586"/>
              <a:gd name="connsiteY29" fmla="*/ 998074 h 1022420"/>
              <a:gd name="connsiteX30" fmla="*/ 1700112 w 2173586"/>
              <a:gd name="connsiteY30" fmla="*/ 1007599 h 1022420"/>
              <a:gd name="connsiteX31" fmla="*/ 1723924 w 2173586"/>
              <a:gd name="connsiteY31" fmla="*/ 840911 h 1022420"/>
              <a:gd name="connsiteX32" fmla="*/ 1652487 w 2173586"/>
              <a:gd name="connsiteY32" fmla="*/ 764711 h 1022420"/>
              <a:gd name="connsiteX33" fmla="*/ 1390549 w 2173586"/>
              <a:gd name="connsiteY33" fmla="*/ 640886 h 1022420"/>
              <a:gd name="connsiteX34" fmla="*/ 1190524 w 2173586"/>
              <a:gd name="connsiteY34" fmla="*/ 617074 h 1022420"/>
              <a:gd name="connsiteX35" fmla="*/ 795237 w 2173586"/>
              <a:gd name="connsiteY35" fmla="*/ 612311 h 1022420"/>
              <a:gd name="connsiteX36" fmla="*/ 542824 w 2173586"/>
              <a:gd name="connsiteY36" fmla="*/ 693273 h 1022420"/>
              <a:gd name="connsiteX37" fmla="*/ 409474 w 2173586"/>
              <a:gd name="connsiteY37" fmla="*/ 740899 h 1022420"/>
              <a:gd name="connsiteX38" fmla="*/ 238024 w 2173586"/>
              <a:gd name="connsiteY38" fmla="*/ 764711 h 1022420"/>
              <a:gd name="connsiteX39" fmla="*/ 4661 w 2173586"/>
              <a:gd name="connsiteY39" fmla="*/ 740899 h 1022420"/>
              <a:gd name="connsiteX40" fmla="*/ 85624 w 2173586"/>
              <a:gd name="connsiteY40" fmla="*/ 531349 h 1022420"/>
              <a:gd name="connsiteX41" fmla="*/ 209449 w 2173586"/>
              <a:gd name="connsiteY41" fmla="*/ 512299 h 1022420"/>
              <a:gd name="connsiteX42" fmla="*/ 295174 w 2173586"/>
              <a:gd name="connsiteY42" fmla="*/ 517061 h 1022420"/>
              <a:gd name="connsiteX0" fmla="*/ 306079 w 2184491"/>
              <a:gd name="connsiteY0" fmla="*/ 517061 h 1022420"/>
              <a:gd name="connsiteX1" fmla="*/ 706129 w 2184491"/>
              <a:gd name="connsiteY1" fmla="*/ 526586 h 1022420"/>
              <a:gd name="connsiteX2" fmla="*/ 1272867 w 2184491"/>
              <a:gd name="connsiteY2" fmla="*/ 517061 h 1022420"/>
              <a:gd name="connsiteX3" fmla="*/ 1496704 w 2184491"/>
              <a:gd name="connsiteY3" fmla="*/ 402761 h 1022420"/>
              <a:gd name="connsiteX4" fmla="*/ 1677679 w 2184491"/>
              <a:gd name="connsiteY4" fmla="*/ 255124 h 1022420"/>
              <a:gd name="connsiteX5" fmla="*/ 1682442 w 2184491"/>
              <a:gd name="connsiteY5" fmla="*/ 131299 h 1022420"/>
              <a:gd name="connsiteX6" fmla="*/ 1668154 w 2184491"/>
              <a:gd name="connsiteY6" fmla="*/ 74149 h 1022420"/>
              <a:gd name="connsiteX7" fmla="*/ 1730067 w 2184491"/>
              <a:gd name="connsiteY7" fmla="*/ 59861 h 1022420"/>
              <a:gd name="connsiteX8" fmla="*/ 1758642 w 2184491"/>
              <a:gd name="connsiteY8" fmla="*/ 217024 h 1022420"/>
              <a:gd name="connsiteX9" fmla="*/ 1853892 w 2184491"/>
              <a:gd name="connsiteY9" fmla="*/ 107486 h 1022420"/>
              <a:gd name="connsiteX10" fmla="*/ 1891992 w 2184491"/>
              <a:gd name="connsiteY10" fmla="*/ 26524 h 1022420"/>
              <a:gd name="connsiteX11" fmla="*/ 1972954 w 2184491"/>
              <a:gd name="connsiteY11" fmla="*/ 7474 h 1022420"/>
              <a:gd name="connsiteX12" fmla="*/ 1906279 w 2184491"/>
              <a:gd name="connsiteY12" fmla="*/ 140824 h 1022420"/>
              <a:gd name="connsiteX13" fmla="*/ 1815792 w 2184491"/>
              <a:gd name="connsiteY13" fmla="*/ 264649 h 1022420"/>
              <a:gd name="connsiteX14" fmla="*/ 2039629 w 2184491"/>
              <a:gd name="connsiteY14" fmla="*/ 259886 h 1022420"/>
              <a:gd name="connsiteX15" fmla="*/ 1996767 w 2184491"/>
              <a:gd name="connsiteY15" fmla="*/ 326561 h 1022420"/>
              <a:gd name="connsiteX16" fmla="*/ 1806267 w 2184491"/>
              <a:gd name="connsiteY16" fmla="*/ 345611 h 1022420"/>
              <a:gd name="connsiteX17" fmla="*/ 1701492 w 2184491"/>
              <a:gd name="connsiteY17" fmla="*/ 359899 h 1022420"/>
              <a:gd name="connsiteX18" fmla="*/ 1472892 w 2184491"/>
              <a:gd name="connsiteY18" fmla="*/ 540874 h 1022420"/>
              <a:gd name="connsiteX19" fmla="*/ 1615767 w 2184491"/>
              <a:gd name="connsiteY19" fmla="*/ 640886 h 1022420"/>
              <a:gd name="connsiteX20" fmla="*/ 1725304 w 2184491"/>
              <a:gd name="connsiteY20" fmla="*/ 712324 h 1022420"/>
              <a:gd name="connsiteX21" fmla="*/ 2034867 w 2184491"/>
              <a:gd name="connsiteY21" fmla="*/ 712324 h 1022420"/>
              <a:gd name="connsiteX22" fmla="*/ 2125354 w 2184491"/>
              <a:gd name="connsiteY22" fmla="*/ 650411 h 1022420"/>
              <a:gd name="connsiteX23" fmla="*/ 2182504 w 2184491"/>
              <a:gd name="connsiteY23" fmla="*/ 769474 h 1022420"/>
              <a:gd name="connsiteX24" fmla="*/ 2053917 w 2184491"/>
              <a:gd name="connsiteY24" fmla="*/ 774236 h 1022420"/>
              <a:gd name="connsiteX25" fmla="*/ 1796742 w 2184491"/>
              <a:gd name="connsiteY25" fmla="*/ 783761 h 1022420"/>
              <a:gd name="connsiteX26" fmla="*/ 2001529 w 2184491"/>
              <a:gd name="connsiteY26" fmla="*/ 874249 h 1022420"/>
              <a:gd name="connsiteX27" fmla="*/ 1963429 w 2184491"/>
              <a:gd name="connsiteY27" fmla="*/ 950449 h 1022420"/>
              <a:gd name="connsiteX28" fmla="*/ 1801504 w 2184491"/>
              <a:gd name="connsiteY28" fmla="*/ 864724 h 1022420"/>
              <a:gd name="connsiteX29" fmla="*/ 1772929 w 2184491"/>
              <a:gd name="connsiteY29" fmla="*/ 998074 h 1022420"/>
              <a:gd name="connsiteX30" fmla="*/ 1711017 w 2184491"/>
              <a:gd name="connsiteY30" fmla="*/ 1007599 h 1022420"/>
              <a:gd name="connsiteX31" fmla="*/ 1734829 w 2184491"/>
              <a:gd name="connsiteY31" fmla="*/ 840911 h 1022420"/>
              <a:gd name="connsiteX32" fmla="*/ 1663392 w 2184491"/>
              <a:gd name="connsiteY32" fmla="*/ 764711 h 1022420"/>
              <a:gd name="connsiteX33" fmla="*/ 1401454 w 2184491"/>
              <a:gd name="connsiteY33" fmla="*/ 640886 h 1022420"/>
              <a:gd name="connsiteX34" fmla="*/ 1201429 w 2184491"/>
              <a:gd name="connsiteY34" fmla="*/ 617074 h 1022420"/>
              <a:gd name="connsiteX35" fmla="*/ 806142 w 2184491"/>
              <a:gd name="connsiteY35" fmla="*/ 612311 h 1022420"/>
              <a:gd name="connsiteX36" fmla="*/ 553729 w 2184491"/>
              <a:gd name="connsiteY36" fmla="*/ 693273 h 1022420"/>
              <a:gd name="connsiteX37" fmla="*/ 420379 w 2184491"/>
              <a:gd name="connsiteY37" fmla="*/ 740899 h 1022420"/>
              <a:gd name="connsiteX38" fmla="*/ 248929 w 2184491"/>
              <a:gd name="connsiteY38" fmla="*/ 764711 h 1022420"/>
              <a:gd name="connsiteX39" fmla="*/ 15566 w 2184491"/>
              <a:gd name="connsiteY39" fmla="*/ 740899 h 1022420"/>
              <a:gd name="connsiteX40" fmla="*/ 34616 w 2184491"/>
              <a:gd name="connsiteY40" fmla="*/ 531349 h 1022420"/>
              <a:gd name="connsiteX41" fmla="*/ 220354 w 2184491"/>
              <a:gd name="connsiteY41" fmla="*/ 512299 h 1022420"/>
              <a:gd name="connsiteX42" fmla="*/ 306079 w 2184491"/>
              <a:gd name="connsiteY42" fmla="*/ 517061 h 1022420"/>
              <a:gd name="connsiteX0" fmla="*/ 313339 w 2191751"/>
              <a:gd name="connsiteY0" fmla="*/ 5170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313339 w 2191751"/>
              <a:gd name="connsiteY42" fmla="*/ 5170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70477 w 2191751"/>
              <a:gd name="connsiteY41" fmla="*/ 502774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813402 w 2191751"/>
              <a:gd name="connsiteY36" fmla="*/ 612311 h 1022420"/>
              <a:gd name="connsiteX37" fmla="*/ 560989 w 2191751"/>
              <a:gd name="connsiteY37" fmla="*/ 693273 h 1022420"/>
              <a:gd name="connsiteX38" fmla="*/ 427639 w 2191751"/>
              <a:gd name="connsiteY38" fmla="*/ 740899 h 1022420"/>
              <a:gd name="connsiteX39" fmla="*/ 256189 w 2191751"/>
              <a:gd name="connsiteY39" fmla="*/ 764711 h 1022420"/>
              <a:gd name="connsiteX40" fmla="*/ 22826 w 2191751"/>
              <a:gd name="connsiteY40" fmla="*/ 740899 h 1022420"/>
              <a:gd name="connsiteX41" fmla="*/ 22826 w 2191751"/>
              <a:gd name="connsiteY41" fmla="*/ 526586 h 1022420"/>
              <a:gd name="connsiteX42" fmla="*/ 299052 w 2191751"/>
              <a:gd name="connsiteY42" fmla="*/ 526586 h 1022420"/>
              <a:gd name="connsiteX43" fmla="*/ 456214 w 2191751"/>
              <a:gd name="connsiteY43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788374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33603 w 2169140"/>
              <a:gd name="connsiteY0" fmla="*/ 555161 h 1022420"/>
              <a:gd name="connsiteX1" fmla="*/ 695541 w 2169140"/>
              <a:gd name="connsiteY1" fmla="*/ 545636 h 1022420"/>
              <a:gd name="connsiteX2" fmla="*/ 1257516 w 2169140"/>
              <a:gd name="connsiteY2" fmla="*/ 517061 h 1022420"/>
              <a:gd name="connsiteX3" fmla="*/ 1481353 w 2169140"/>
              <a:gd name="connsiteY3" fmla="*/ 402761 h 1022420"/>
              <a:gd name="connsiteX4" fmla="*/ 1662328 w 2169140"/>
              <a:gd name="connsiteY4" fmla="*/ 255124 h 1022420"/>
              <a:gd name="connsiteX5" fmla="*/ 1667091 w 2169140"/>
              <a:gd name="connsiteY5" fmla="*/ 131299 h 1022420"/>
              <a:gd name="connsiteX6" fmla="*/ 1652803 w 2169140"/>
              <a:gd name="connsiteY6" fmla="*/ 74149 h 1022420"/>
              <a:gd name="connsiteX7" fmla="*/ 1714716 w 2169140"/>
              <a:gd name="connsiteY7" fmla="*/ 59861 h 1022420"/>
              <a:gd name="connsiteX8" fmla="*/ 1743291 w 2169140"/>
              <a:gd name="connsiteY8" fmla="*/ 217024 h 1022420"/>
              <a:gd name="connsiteX9" fmla="*/ 1838541 w 2169140"/>
              <a:gd name="connsiteY9" fmla="*/ 107486 h 1022420"/>
              <a:gd name="connsiteX10" fmla="*/ 1876641 w 2169140"/>
              <a:gd name="connsiteY10" fmla="*/ 26524 h 1022420"/>
              <a:gd name="connsiteX11" fmla="*/ 1957603 w 2169140"/>
              <a:gd name="connsiteY11" fmla="*/ 7474 h 1022420"/>
              <a:gd name="connsiteX12" fmla="*/ 1890928 w 2169140"/>
              <a:gd name="connsiteY12" fmla="*/ 140824 h 1022420"/>
              <a:gd name="connsiteX13" fmla="*/ 1800441 w 2169140"/>
              <a:gd name="connsiteY13" fmla="*/ 264649 h 1022420"/>
              <a:gd name="connsiteX14" fmla="*/ 2024278 w 2169140"/>
              <a:gd name="connsiteY14" fmla="*/ 259886 h 1022420"/>
              <a:gd name="connsiteX15" fmla="*/ 1981416 w 2169140"/>
              <a:gd name="connsiteY15" fmla="*/ 326561 h 1022420"/>
              <a:gd name="connsiteX16" fmla="*/ 1790916 w 2169140"/>
              <a:gd name="connsiteY16" fmla="*/ 345611 h 1022420"/>
              <a:gd name="connsiteX17" fmla="*/ 1686141 w 2169140"/>
              <a:gd name="connsiteY17" fmla="*/ 359899 h 1022420"/>
              <a:gd name="connsiteX18" fmla="*/ 1457541 w 2169140"/>
              <a:gd name="connsiteY18" fmla="*/ 540874 h 1022420"/>
              <a:gd name="connsiteX19" fmla="*/ 1600416 w 2169140"/>
              <a:gd name="connsiteY19" fmla="*/ 640886 h 1022420"/>
              <a:gd name="connsiteX20" fmla="*/ 1709953 w 2169140"/>
              <a:gd name="connsiteY20" fmla="*/ 712324 h 1022420"/>
              <a:gd name="connsiteX21" fmla="*/ 2019516 w 2169140"/>
              <a:gd name="connsiteY21" fmla="*/ 712324 h 1022420"/>
              <a:gd name="connsiteX22" fmla="*/ 2110003 w 2169140"/>
              <a:gd name="connsiteY22" fmla="*/ 650411 h 1022420"/>
              <a:gd name="connsiteX23" fmla="*/ 2167153 w 2169140"/>
              <a:gd name="connsiteY23" fmla="*/ 769474 h 1022420"/>
              <a:gd name="connsiteX24" fmla="*/ 2038566 w 2169140"/>
              <a:gd name="connsiteY24" fmla="*/ 774236 h 1022420"/>
              <a:gd name="connsiteX25" fmla="*/ 1781391 w 2169140"/>
              <a:gd name="connsiteY25" fmla="*/ 783761 h 1022420"/>
              <a:gd name="connsiteX26" fmla="*/ 1986178 w 2169140"/>
              <a:gd name="connsiteY26" fmla="*/ 874249 h 1022420"/>
              <a:gd name="connsiteX27" fmla="*/ 1948078 w 2169140"/>
              <a:gd name="connsiteY27" fmla="*/ 950449 h 1022420"/>
              <a:gd name="connsiteX28" fmla="*/ 1786153 w 2169140"/>
              <a:gd name="connsiteY28" fmla="*/ 864724 h 1022420"/>
              <a:gd name="connsiteX29" fmla="*/ 1757578 w 2169140"/>
              <a:gd name="connsiteY29" fmla="*/ 998074 h 1022420"/>
              <a:gd name="connsiteX30" fmla="*/ 1695666 w 2169140"/>
              <a:gd name="connsiteY30" fmla="*/ 1007599 h 1022420"/>
              <a:gd name="connsiteX31" fmla="*/ 1719478 w 2169140"/>
              <a:gd name="connsiteY31" fmla="*/ 840911 h 1022420"/>
              <a:gd name="connsiteX32" fmla="*/ 1648041 w 2169140"/>
              <a:gd name="connsiteY32" fmla="*/ 764711 h 1022420"/>
              <a:gd name="connsiteX33" fmla="*/ 1386103 w 2169140"/>
              <a:gd name="connsiteY33" fmla="*/ 640886 h 1022420"/>
              <a:gd name="connsiteX34" fmla="*/ 1186078 w 2169140"/>
              <a:gd name="connsiteY34" fmla="*/ 617074 h 1022420"/>
              <a:gd name="connsiteX35" fmla="*/ 765763 w 2169140"/>
              <a:gd name="connsiteY35" fmla="*/ 631499 h 1022420"/>
              <a:gd name="connsiteX36" fmla="*/ 538378 w 2169140"/>
              <a:gd name="connsiteY36" fmla="*/ 693273 h 1022420"/>
              <a:gd name="connsiteX37" fmla="*/ 405028 w 2169140"/>
              <a:gd name="connsiteY37" fmla="*/ 740899 h 1022420"/>
              <a:gd name="connsiteX38" fmla="*/ 233578 w 2169140"/>
              <a:gd name="connsiteY38" fmla="*/ 764711 h 1022420"/>
              <a:gd name="connsiteX39" fmla="*/ 215 w 2169140"/>
              <a:gd name="connsiteY39" fmla="*/ 526586 h 1022420"/>
              <a:gd name="connsiteX40" fmla="*/ 276441 w 2169140"/>
              <a:gd name="connsiteY40" fmla="*/ 526586 h 1022420"/>
              <a:gd name="connsiteX41" fmla="*/ 433603 w 2169140"/>
              <a:gd name="connsiteY41" fmla="*/ 555161 h 1022420"/>
              <a:gd name="connsiteX0" fmla="*/ 207107 w 1942644"/>
              <a:gd name="connsiteY0" fmla="*/ 555161 h 1022420"/>
              <a:gd name="connsiteX1" fmla="*/ 469045 w 1942644"/>
              <a:gd name="connsiteY1" fmla="*/ 545636 h 1022420"/>
              <a:gd name="connsiteX2" fmla="*/ 1031020 w 1942644"/>
              <a:gd name="connsiteY2" fmla="*/ 517061 h 1022420"/>
              <a:gd name="connsiteX3" fmla="*/ 1254857 w 1942644"/>
              <a:gd name="connsiteY3" fmla="*/ 402761 h 1022420"/>
              <a:gd name="connsiteX4" fmla="*/ 1435832 w 1942644"/>
              <a:gd name="connsiteY4" fmla="*/ 255124 h 1022420"/>
              <a:gd name="connsiteX5" fmla="*/ 1440595 w 1942644"/>
              <a:gd name="connsiteY5" fmla="*/ 131299 h 1022420"/>
              <a:gd name="connsiteX6" fmla="*/ 1426307 w 1942644"/>
              <a:gd name="connsiteY6" fmla="*/ 74149 h 1022420"/>
              <a:gd name="connsiteX7" fmla="*/ 1488220 w 1942644"/>
              <a:gd name="connsiteY7" fmla="*/ 59861 h 1022420"/>
              <a:gd name="connsiteX8" fmla="*/ 1516795 w 1942644"/>
              <a:gd name="connsiteY8" fmla="*/ 217024 h 1022420"/>
              <a:gd name="connsiteX9" fmla="*/ 1612045 w 1942644"/>
              <a:gd name="connsiteY9" fmla="*/ 107486 h 1022420"/>
              <a:gd name="connsiteX10" fmla="*/ 1650145 w 1942644"/>
              <a:gd name="connsiteY10" fmla="*/ 26524 h 1022420"/>
              <a:gd name="connsiteX11" fmla="*/ 1731107 w 1942644"/>
              <a:gd name="connsiteY11" fmla="*/ 7474 h 1022420"/>
              <a:gd name="connsiteX12" fmla="*/ 1664432 w 1942644"/>
              <a:gd name="connsiteY12" fmla="*/ 140824 h 1022420"/>
              <a:gd name="connsiteX13" fmla="*/ 1573945 w 1942644"/>
              <a:gd name="connsiteY13" fmla="*/ 264649 h 1022420"/>
              <a:gd name="connsiteX14" fmla="*/ 1797782 w 1942644"/>
              <a:gd name="connsiteY14" fmla="*/ 259886 h 1022420"/>
              <a:gd name="connsiteX15" fmla="*/ 1754920 w 1942644"/>
              <a:gd name="connsiteY15" fmla="*/ 326561 h 1022420"/>
              <a:gd name="connsiteX16" fmla="*/ 1564420 w 1942644"/>
              <a:gd name="connsiteY16" fmla="*/ 345611 h 1022420"/>
              <a:gd name="connsiteX17" fmla="*/ 1459645 w 1942644"/>
              <a:gd name="connsiteY17" fmla="*/ 359899 h 1022420"/>
              <a:gd name="connsiteX18" fmla="*/ 1231045 w 1942644"/>
              <a:gd name="connsiteY18" fmla="*/ 540874 h 1022420"/>
              <a:gd name="connsiteX19" fmla="*/ 1373920 w 1942644"/>
              <a:gd name="connsiteY19" fmla="*/ 640886 h 1022420"/>
              <a:gd name="connsiteX20" fmla="*/ 1483457 w 1942644"/>
              <a:gd name="connsiteY20" fmla="*/ 712324 h 1022420"/>
              <a:gd name="connsiteX21" fmla="*/ 1793020 w 1942644"/>
              <a:gd name="connsiteY21" fmla="*/ 712324 h 1022420"/>
              <a:gd name="connsiteX22" fmla="*/ 1883507 w 1942644"/>
              <a:gd name="connsiteY22" fmla="*/ 650411 h 1022420"/>
              <a:gd name="connsiteX23" fmla="*/ 1940657 w 1942644"/>
              <a:gd name="connsiteY23" fmla="*/ 769474 h 1022420"/>
              <a:gd name="connsiteX24" fmla="*/ 1812070 w 1942644"/>
              <a:gd name="connsiteY24" fmla="*/ 774236 h 1022420"/>
              <a:gd name="connsiteX25" fmla="*/ 1554895 w 1942644"/>
              <a:gd name="connsiteY25" fmla="*/ 783761 h 1022420"/>
              <a:gd name="connsiteX26" fmla="*/ 1759682 w 1942644"/>
              <a:gd name="connsiteY26" fmla="*/ 874249 h 1022420"/>
              <a:gd name="connsiteX27" fmla="*/ 1721582 w 1942644"/>
              <a:gd name="connsiteY27" fmla="*/ 950449 h 1022420"/>
              <a:gd name="connsiteX28" fmla="*/ 1559657 w 1942644"/>
              <a:gd name="connsiteY28" fmla="*/ 864724 h 1022420"/>
              <a:gd name="connsiteX29" fmla="*/ 1531082 w 1942644"/>
              <a:gd name="connsiteY29" fmla="*/ 998074 h 1022420"/>
              <a:gd name="connsiteX30" fmla="*/ 1469170 w 1942644"/>
              <a:gd name="connsiteY30" fmla="*/ 1007599 h 1022420"/>
              <a:gd name="connsiteX31" fmla="*/ 1492982 w 1942644"/>
              <a:gd name="connsiteY31" fmla="*/ 840911 h 1022420"/>
              <a:gd name="connsiteX32" fmla="*/ 1421545 w 1942644"/>
              <a:gd name="connsiteY32" fmla="*/ 764711 h 1022420"/>
              <a:gd name="connsiteX33" fmla="*/ 1159607 w 1942644"/>
              <a:gd name="connsiteY33" fmla="*/ 640886 h 1022420"/>
              <a:gd name="connsiteX34" fmla="*/ 959582 w 1942644"/>
              <a:gd name="connsiteY34" fmla="*/ 617074 h 1022420"/>
              <a:gd name="connsiteX35" fmla="*/ 539267 w 1942644"/>
              <a:gd name="connsiteY35" fmla="*/ 631499 h 1022420"/>
              <a:gd name="connsiteX36" fmla="*/ 311882 w 1942644"/>
              <a:gd name="connsiteY36" fmla="*/ 693273 h 1022420"/>
              <a:gd name="connsiteX37" fmla="*/ 178532 w 1942644"/>
              <a:gd name="connsiteY37" fmla="*/ 740899 h 1022420"/>
              <a:gd name="connsiteX38" fmla="*/ 7082 w 1942644"/>
              <a:gd name="connsiteY38" fmla="*/ 764711 h 1022420"/>
              <a:gd name="connsiteX39" fmla="*/ 49945 w 1942644"/>
              <a:gd name="connsiteY39" fmla="*/ 526586 h 1022420"/>
              <a:gd name="connsiteX40" fmla="*/ 207107 w 1942644"/>
              <a:gd name="connsiteY40" fmla="*/ 555161 h 1022420"/>
              <a:gd name="connsiteX0" fmla="*/ 200025 w 1935562"/>
              <a:gd name="connsiteY0" fmla="*/ 555161 h 1022420"/>
              <a:gd name="connsiteX1" fmla="*/ 461963 w 1935562"/>
              <a:gd name="connsiteY1" fmla="*/ 545636 h 1022420"/>
              <a:gd name="connsiteX2" fmla="*/ 1023938 w 1935562"/>
              <a:gd name="connsiteY2" fmla="*/ 517061 h 1022420"/>
              <a:gd name="connsiteX3" fmla="*/ 1247775 w 1935562"/>
              <a:gd name="connsiteY3" fmla="*/ 402761 h 1022420"/>
              <a:gd name="connsiteX4" fmla="*/ 1428750 w 1935562"/>
              <a:gd name="connsiteY4" fmla="*/ 255124 h 1022420"/>
              <a:gd name="connsiteX5" fmla="*/ 1433513 w 1935562"/>
              <a:gd name="connsiteY5" fmla="*/ 131299 h 1022420"/>
              <a:gd name="connsiteX6" fmla="*/ 1419225 w 1935562"/>
              <a:gd name="connsiteY6" fmla="*/ 74149 h 1022420"/>
              <a:gd name="connsiteX7" fmla="*/ 1481138 w 1935562"/>
              <a:gd name="connsiteY7" fmla="*/ 59861 h 1022420"/>
              <a:gd name="connsiteX8" fmla="*/ 1509713 w 1935562"/>
              <a:gd name="connsiteY8" fmla="*/ 217024 h 1022420"/>
              <a:gd name="connsiteX9" fmla="*/ 1604963 w 1935562"/>
              <a:gd name="connsiteY9" fmla="*/ 107486 h 1022420"/>
              <a:gd name="connsiteX10" fmla="*/ 1643063 w 1935562"/>
              <a:gd name="connsiteY10" fmla="*/ 26524 h 1022420"/>
              <a:gd name="connsiteX11" fmla="*/ 1724025 w 1935562"/>
              <a:gd name="connsiteY11" fmla="*/ 7474 h 1022420"/>
              <a:gd name="connsiteX12" fmla="*/ 1657350 w 1935562"/>
              <a:gd name="connsiteY12" fmla="*/ 140824 h 1022420"/>
              <a:gd name="connsiteX13" fmla="*/ 1566863 w 1935562"/>
              <a:gd name="connsiteY13" fmla="*/ 264649 h 1022420"/>
              <a:gd name="connsiteX14" fmla="*/ 1790700 w 1935562"/>
              <a:gd name="connsiteY14" fmla="*/ 259886 h 1022420"/>
              <a:gd name="connsiteX15" fmla="*/ 1747838 w 1935562"/>
              <a:gd name="connsiteY15" fmla="*/ 326561 h 1022420"/>
              <a:gd name="connsiteX16" fmla="*/ 1557338 w 1935562"/>
              <a:gd name="connsiteY16" fmla="*/ 345611 h 1022420"/>
              <a:gd name="connsiteX17" fmla="*/ 1452563 w 1935562"/>
              <a:gd name="connsiteY17" fmla="*/ 359899 h 1022420"/>
              <a:gd name="connsiteX18" fmla="*/ 1223963 w 1935562"/>
              <a:gd name="connsiteY18" fmla="*/ 540874 h 1022420"/>
              <a:gd name="connsiteX19" fmla="*/ 1366838 w 1935562"/>
              <a:gd name="connsiteY19" fmla="*/ 640886 h 1022420"/>
              <a:gd name="connsiteX20" fmla="*/ 1476375 w 1935562"/>
              <a:gd name="connsiteY20" fmla="*/ 712324 h 1022420"/>
              <a:gd name="connsiteX21" fmla="*/ 1785938 w 1935562"/>
              <a:gd name="connsiteY21" fmla="*/ 712324 h 1022420"/>
              <a:gd name="connsiteX22" fmla="*/ 1876425 w 1935562"/>
              <a:gd name="connsiteY22" fmla="*/ 650411 h 1022420"/>
              <a:gd name="connsiteX23" fmla="*/ 1933575 w 1935562"/>
              <a:gd name="connsiteY23" fmla="*/ 769474 h 1022420"/>
              <a:gd name="connsiteX24" fmla="*/ 1804988 w 1935562"/>
              <a:gd name="connsiteY24" fmla="*/ 774236 h 1022420"/>
              <a:gd name="connsiteX25" fmla="*/ 1547813 w 1935562"/>
              <a:gd name="connsiteY25" fmla="*/ 783761 h 1022420"/>
              <a:gd name="connsiteX26" fmla="*/ 1752600 w 1935562"/>
              <a:gd name="connsiteY26" fmla="*/ 874249 h 1022420"/>
              <a:gd name="connsiteX27" fmla="*/ 1714500 w 1935562"/>
              <a:gd name="connsiteY27" fmla="*/ 950449 h 1022420"/>
              <a:gd name="connsiteX28" fmla="*/ 1552575 w 1935562"/>
              <a:gd name="connsiteY28" fmla="*/ 864724 h 1022420"/>
              <a:gd name="connsiteX29" fmla="*/ 1524000 w 1935562"/>
              <a:gd name="connsiteY29" fmla="*/ 998074 h 1022420"/>
              <a:gd name="connsiteX30" fmla="*/ 1462088 w 1935562"/>
              <a:gd name="connsiteY30" fmla="*/ 1007599 h 1022420"/>
              <a:gd name="connsiteX31" fmla="*/ 1485900 w 1935562"/>
              <a:gd name="connsiteY31" fmla="*/ 840911 h 1022420"/>
              <a:gd name="connsiteX32" fmla="*/ 1414463 w 1935562"/>
              <a:gd name="connsiteY32" fmla="*/ 764711 h 1022420"/>
              <a:gd name="connsiteX33" fmla="*/ 1152525 w 1935562"/>
              <a:gd name="connsiteY33" fmla="*/ 640886 h 1022420"/>
              <a:gd name="connsiteX34" fmla="*/ 952500 w 1935562"/>
              <a:gd name="connsiteY34" fmla="*/ 617074 h 1022420"/>
              <a:gd name="connsiteX35" fmla="*/ 532185 w 1935562"/>
              <a:gd name="connsiteY35" fmla="*/ 631499 h 1022420"/>
              <a:gd name="connsiteX36" fmla="*/ 304800 w 1935562"/>
              <a:gd name="connsiteY36" fmla="*/ 693273 h 1022420"/>
              <a:gd name="connsiteX37" fmla="*/ 171450 w 1935562"/>
              <a:gd name="connsiteY37" fmla="*/ 740899 h 1022420"/>
              <a:gd name="connsiteX38" fmla="*/ 0 w 1935562"/>
              <a:gd name="connsiteY38" fmla="*/ 764711 h 1022420"/>
              <a:gd name="connsiteX39" fmla="*/ 200025 w 1935562"/>
              <a:gd name="connsiteY39" fmla="*/ 555161 h 1022420"/>
              <a:gd name="connsiteX0" fmla="*/ 200025 w 1935562"/>
              <a:gd name="connsiteY0" fmla="*/ 555161 h 1022420"/>
              <a:gd name="connsiteX1" fmla="*/ 461963 w 1935562"/>
              <a:gd name="connsiteY1" fmla="*/ 545636 h 1022420"/>
              <a:gd name="connsiteX2" fmla="*/ 1023938 w 1935562"/>
              <a:gd name="connsiteY2" fmla="*/ 517061 h 1022420"/>
              <a:gd name="connsiteX3" fmla="*/ 1247775 w 1935562"/>
              <a:gd name="connsiteY3" fmla="*/ 402761 h 1022420"/>
              <a:gd name="connsiteX4" fmla="*/ 1428750 w 1935562"/>
              <a:gd name="connsiteY4" fmla="*/ 255124 h 1022420"/>
              <a:gd name="connsiteX5" fmla="*/ 1433513 w 1935562"/>
              <a:gd name="connsiteY5" fmla="*/ 131299 h 1022420"/>
              <a:gd name="connsiteX6" fmla="*/ 1419225 w 1935562"/>
              <a:gd name="connsiteY6" fmla="*/ 74149 h 1022420"/>
              <a:gd name="connsiteX7" fmla="*/ 1481138 w 1935562"/>
              <a:gd name="connsiteY7" fmla="*/ 59861 h 1022420"/>
              <a:gd name="connsiteX8" fmla="*/ 1509713 w 1935562"/>
              <a:gd name="connsiteY8" fmla="*/ 217024 h 1022420"/>
              <a:gd name="connsiteX9" fmla="*/ 1604963 w 1935562"/>
              <a:gd name="connsiteY9" fmla="*/ 107486 h 1022420"/>
              <a:gd name="connsiteX10" fmla="*/ 1643063 w 1935562"/>
              <a:gd name="connsiteY10" fmla="*/ 26524 h 1022420"/>
              <a:gd name="connsiteX11" fmla="*/ 1724025 w 1935562"/>
              <a:gd name="connsiteY11" fmla="*/ 7474 h 1022420"/>
              <a:gd name="connsiteX12" fmla="*/ 1657350 w 1935562"/>
              <a:gd name="connsiteY12" fmla="*/ 140824 h 1022420"/>
              <a:gd name="connsiteX13" fmla="*/ 1566863 w 1935562"/>
              <a:gd name="connsiteY13" fmla="*/ 264649 h 1022420"/>
              <a:gd name="connsiteX14" fmla="*/ 1790700 w 1935562"/>
              <a:gd name="connsiteY14" fmla="*/ 259886 h 1022420"/>
              <a:gd name="connsiteX15" fmla="*/ 1747838 w 1935562"/>
              <a:gd name="connsiteY15" fmla="*/ 326561 h 1022420"/>
              <a:gd name="connsiteX16" fmla="*/ 1557338 w 1935562"/>
              <a:gd name="connsiteY16" fmla="*/ 345611 h 1022420"/>
              <a:gd name="connsiteX17" fmla="*/ 1452563 w 1935562"/>
              <a:gd name="connsiteY17" fmla="*/ 359899 h 1022420"/>
              <a:gd name="connsiteX18" fmla="*/ 1223963 w 1935562"/>
              <a:gd name="connsiteY18" fmla="*/ 540874 h 1022420"/>
              <a:gd name="connsiteX19" fmla="*/ 1366838 w 1935562"/>
              <a:gd name="connsiteY19" fmla="*/ 640886 h 1022420"/>
              <a:gd name="connsiteX20" fmla="*/ 1476375 w 1935562"/>
              <a:gd name="connsiteY20" fmla="*/ 712324 h 1022420"/>
              <a:gd name="connsiteX21" fmla="*/ 1785938 w 1935562"/>
              <a:gd name="connsiteY21" fmla="*/ 712324 h 1022420"/>
              <a:gd name="connsiteX22" fmla="*/ 1876425 w 1935562"/>
              <a:gd name="connsiteY22" fmla="*/ 650411 h 1022420"/>
              <a:gd name="connsiteX23" fmla="*/ 1933575 w 1935562"/>
              <a:gd name="connsiteY23" fmla="*/ 769474 h 1022420"/>
              <a:gd name="connsiteX24" fmla="*/ 1804988 w 1935562"/>
              <a:gd name="connsiteY24" fmla="*/ 774236 h 1022420"/>
              <a:gd name="connsiteX25" fmla="*/ 1547813 w 1935562"/>
              <a:gd name="connsiteY25" fmla="*/ 783761 h 1022420"/>
              <a:gd name="connsiteX26" fmla="*/ 1752600 w 1935562"/>
              <a:gd name="connsiteY26" fmla="*/ 874249 h 1022420"/>
              <a:gd name="connsiteX27" fmla="*/ 1714500 w 1935562"/>
              <a:gd name="connsiteY27" fmla="*/ 950449 h 1022420"/>
              <a:gd name="connsiteX28" fmla="*/ 1552575 w 1935562"/>
              <a:gd name="connsiteY28" fmla="*/ 864724 h 1022420"/>
              <a:gd name="connsiteX29" fmla="*/ 1524000 w 1935562"/>
              <a:gd name="connsiteY29" fmla="*/ 998074 h 1022420"/>
              <a:gd name="connsiteX30" fmla="*/ 1462088 w 1935562"/>
              <a:gd name="connsiteY30" fmla="*/ 1007599 h 1022420"/>
              <a:gd name="connsiteX31" fmla="*/ 1485900 w 1935562"/>
              <a:gd name="connsiteY31" fmla="*/ 840911 h 1022420"/>
              <a:gd name="connsiteX32" fmla="*/ 1414463 w 1935562"/>
              <a:gd name="connsiteY32" fmla="*/ 764711 h 1022420"/>
              <a:gd name="connsiteX33" fmla="*/ 1152525 w 1935562"/>
              <a:gd name="connsiteY33" fmla="*/ 640886 h 1022420"/>
              <a:gd name="connsiteX34" fmla="*/ 952500 w 1935562"/>
              <a:gd name="connsiteY34" fmla="*/ 617074 h 1022420"/>
              <a:gd name="connsiteX35" fmla="*/ 532185 w 1935562"/>
              <a:gd name="connsiteY35" fmla="*/ 631499 h 1022420"/>
              <a:gd name="connsiteX36" fmla="*/ 304800 w 1935562"/>
              <a:gd name="connsiteY36" fmla="*/ 693273 h 1022420"/>
              <a:gd name="connsiteX37" fmla="*/ 0 w 1935562"/>
              <a:gd name="connsiteY37" fmla="*/ 764711 h 1022420"/>
              <a:gd name="connsiteX38" fmla="*/ 200025 w 1935562"/>
              <a:gd name="connsiteY38" fmla="*/ 555161 h 1022420"/>
              <a:gd name="connsiteX0" fmla="*/ 5351 w 1740888"/>
              <a:gd name="connsiteY0" fmla="*/ 555161 h 1022420"/>
              <a:gd name="connsiteX1" fmla="*/ 267289 w 1740888"/>
              <a:gd name="connsiteY1" fmla="*/ 545636 h 1022420"/>
              <a:gd name="connsiteX2" fmla="*/ 829264 w 1740888"/>
              <a:gd name="connsiteY2" fmla="*/ 517061 h 1022420"/>
              <a:gd name="connsiteX3" fmla="*/ 1053101 w 1740888"/>
              <a:gd name="connsiteY3" fmla="*/ 402761 h 1022420"/>
              <a:gd name="connsiteX4" fmla="*/ 1234076 w 1740888"/>
              <a:gd name="connsiteY4" fmla="*/ 255124 h 1022420"/>
              <a:gd name="connsiteX5" fmla="*/ 1238839 w 1740888"/>
              <a:gd name="connsiteY5" fmla="*/ 131299 h 1022420"/>
              <a:gd name="connsiteX6" fmla="*/ 1224551 w 1740888"/>
              <a:gd name="connsiteY6" fmla="*/ 74149 h 1022420"/>
              <a:gd name="connsiteX7" fmla="*/ 1286464 w 1740888"/>
              <a:gd name="connsiteY7" fmla="*/ 59861 h 1022420"/>
              <a:gd name="connsiteX8" fmla="*/ 1315039 w 1740888"/>
              <a:gd name="connsiteY8" fmla="*/ 217024 h 1022420"/>
              <a:gd name="connsiteX9" fmla="*/ 1410289 w 1740888"/>
              <a:gd name="connsiteY9" fmla="*/ 107486 h 1022420"/>
              <a:gd name="connsiteX10" fmla="*/ 1448389 w 1740888"/>
              <a:gd name="connsiteY10" fmla="*/ 26524 h 1022420"/>
              <a:gd name="connsiteX11" fmla="*/ 1529351 w 1740888"/>
              <a:gd name="connsiteY11" fmla="*/ 7474 h 1022420"/>
              <a:gd name="connsiteX12" fmla="*/ 1462676 w 1740888"/>
              <a:gd name="connsiteY12" fmla="*/ 140824 h 1022420"/>
              <a:gd name="connsiteX13" fmla="*/ 1372189 w 1740888"/>
              <a:gd name="connsiteY13" fmla="*/ 264649 h 1022420"/>
              <a:gd name="connsiteX14" fmla="*/ 1596026 w 1740888"/>
              <a:gd name="connsiteY14" fmla="*/ 259886 h 1022420"/>
              <a:gd name="connsiteX15" fmla="*/ 1553164 w 1740888"/>
              <a:gd name="connsiteY15" fmla="*/ 326561 h 1022420"/>
              <a:gd name="connsiteX16" fmla="*/ 1362664 w 1740888"/>
              <a:gd name="connsiteY16" fmla="*/ 345611 h 1022420"/>
              <a:gd name="connsiteX17" fmla="*/ 1257889 w 1740888"/>
              <a:gd name="connsiteY17" fmla="*/ 359899 h 1022420"/>
              <a:gd name="connsiteX18" fmla="*/ 1029289 w 1740888"/>
              <a:gd name="connsiteY18" fmla="*/ 540874 h 1022420"/>
              <a:gd name="connsiteX19" fmla="*/ 1172164 w 1740888"/>
              <a:gd name="connsiteY19" fmla="*/ 640886 h 1022420"/>
              <a:gd name="connsiteX20" fmla="*/ 1281701 w 1740888"/>
              <a:gd name="connsiteY20" fmla="*/ 712324 h 1022420"/>
              <a:gd name="connsiteX21" fmla="*/ 1591264 w 1740888"/>
              <a:gd name="connsiteY21" fmla="*/ 712324 h 1022420"/>
              <a:gd name="connsiteX22" fmla="*/ 1681751 w 1740888"/>
              <a:gd name="connsiteY22" fmla="*/ 650411 h 1022420"/>
              <a:gd name="connsiteX23" fmla="*/ 1738901 w 1740888"/>
              <a:gd name="connsiteY23" fmla="*/ 769474 h 1022420"/>
              <a:gd name="connsiteX24" fmla="*/ 1610314 w 1740888"/>
              <a:gd name="connsiteY24" fmla="*/ 774236 h 1022420"/>
              <a:gd name="connsiteX25" fmla="*/ 1353139 w 1740888"/>
              <a:gd name="connsiteY25" fmla="*/ 783761 h 1022420"/>
              <a:gd name="connsiteX26" fmla="*/ 1557926 w 1740888"/>
              <a:gd name="connsiteY26" fmla="*/ 874249 h 1022420"/>
              <a:gd name="connsiteX27" fmla="*/ 1519826 w 1740888"/>
              <a:gd name="connsiteY27" fmla="*/ 950449 h 1022420"/>
              <a:gd name="connsiteX28" fmla="*/ 1357901 w 1740888"/>
              <a:gd name="connsiteY28" fmla="*/ 864724 h 1022420"/>
              <a:gd name="connsiteX29" fmla="*/ 1329326 w 1740888"/>
              <a:gd name="connsiteY29" fmla="*/ 998074 h 1022420"/>
              <a:gd name="connsiteX30" fmla="*/ 1267414 w 1740888"/>
              <a:gd name="connsiteY30" fmla="*/ 1007599 h 1022420"/>
              <a:gd name="connsiteX31" fmla="*/ 1291226 w 1740888"/>
              <a:gd name="connsiteY31" fmla="*/ 840911 h 1022420"/>
              <a:gd name="connsiteX32" fmla="*/ 1219789 w 1740888"/>
              <a:gd name="connsiteY32" fmla="*/ 764711 h 1022420"/>
              <a:gd name="connsiteX33" fmla="*/ 957851 w 1740888"/>
              <a:gd name="connsiteY33" fmla="*/ 640886 h 1022420"/>
              <a:gd name="connsiteX34" fmla="*/ 757826 w 1740888"/>
              <a:gd name="connsiteY34" fmla="*/ 617074 h 1022420"/>
              <a:gd name="connsiteX35" fmla="*/ 337511 w 1740888"/>
              <a:gd name="connsiteY35" fmla="*/ 631499 h 1022420"/>
              <a:gd name="connsiteX36" fmla="*/ 110126 w 1740888"/>
              <a:gd name="connsiteY36" fmla="*/ 693273 h 1022420"/>
              <a:gd name="connsiteX37" fmla="*/ 5351 w 1740888"/>
              <a:gd name="connsiteY37" fmla="*/ 555161 h 1022420"/>
              <a:gd name="connsiteX0" fmla="*/ 5351 w 1740888"/>
              <a:gd name="connsiteY0" fmla="*/ 555161 h 1022420"/>
              <a:gd name="connsiteX1" fmla="*/ 267289 w 1740888"/>
              <a:gd name="connsiteY1" fmla="*/ 545636 h 1022420"/>
              <a:gd name="connsiteX2" fmla="*/ 829264 w 1740888"/>
              <a:gd name="connsiteY2" fmla="*/ 517061 h 1022420"/>
              <a:gd name="connsiteX3" fmla="*/ 1053101 w 1740888"/>
              <a:gd name="connsiteY3" fmla="*/ 402761 h 1022420"/>
              <a:gd name="connsiteX4" fmla="*/ 1234076 w 1740888"/>
              <a:gd name="connsiteY4" fmla="*/ 255124 h 1022420"/>
              <a:gd name="connsiteX5" fmla="*/ 1238839 w 1740888"/>
              <a:gd name="connsiteY5" fmla="*/ 131299 h 1022420"/>
              <a:gd name="connsiteX6" fmla="*/ 1224551 w 1740888"/>
              <a:gd name="connsiteY6" fmla="*/ 74149 h 1022420"/>
              <a:gd name="connsiteX7" fmla="*/ 1286464 w 1740888"/>
              <a:gd name="connsiteY7" fmla="*/ 59861 h 1022420"/>
              <a:gd name="connsiteX8" fmla="*/ 1315039 w 1740888"/>
              <a:gd name="connsiteY8" fmla="*/ 217024 h 1022420"/>
              <a:gd name="connsiteX9" fmla="*/ 1410289 w 1740888"/>
              <a:gd name="connsiteY9" fmla="*/ 107486 h 1022420"/>
              <a:gd name="connsiteX10" fmla="*/ 1448389 w 1740888"/>
              <a:gd name="connsiteY10" fmla="*/ 26524 h 1022420"/>
              <a:gd name="connsiteX11" fmla="*/ 1529351 w 1740888"/>
              <a:gd name="connsiteY11" fmla="*/ 7474 h 1022420"/>
              <a:gd name="connsiteX12" fmla="*/ 1462676 w 1740888"/>
              <a:gd name="connsiteY12" fmla="*/ 140824 h 1022420"/>
              <a:gd name="connsiteX13" fmla="*/ 1372189 w 1740888"/>
              <a:gd name="connsiteY13" fmla="*/ 264649 h 1022420"/>
              <a:gd name="connsiteX14" fmla="*/ 1596026 w 1740888"/>
              <a:gd name="connsiteY14" fmla="*/ 259886 h 1022420"/>
              <a:gd name="connsiteX15" fmla="*/ 1553164 w 1740888"/>
              <a:gd name="connsiteY15" fmla="*/ 326561 h 1022420"/>
              <a:gd name="connsiteX16" fmla="*/ 1362664 w 1740888"/>
              <a:gd name="connsiteY16" fmla="*/ 345611 h 1022420"/>
              <a:gd name="connsiteX17" fmla="*/ 1257889 w 1740888"/>
              <a:gd name="connsiteY17" fmla="*/ 359899 h 1022420"/>
              <a:gd name="connsiteX18" fmla="*/ 1029289 w 1740888"/>
              <a:gd name="connsiteY18" fmla="*/ 540874 h 1022420"/>
              <a:gd name="connsiteX19" fmla="*/ 1172164 w 1740888"/>
              <a:gd name="connsiteY19" fmla="*/ 640886 h 1022420"/>
              <a:gd name="connsiteX20" fmla="*/ 1281701 w 1740888"/>
              <a:gd name="connsiteY20" fmla="*/ 712324 h 1022420"/>
              <a:gd name="connsiteX21" fmla="*/ 1591264 w 1740888"/>
              <a:gd name="connsiteY21" fmla="*/ 712324 h 1022420"/>
              <a:gd name="connsiteX22" fmla="*/ 1681751 w 1740888"/>
              <a:gd name="connsiteY22" fmla="*/ 650411 h 1022420"/>
              <a:gd name="connsiteX23" fmla="*/ 1738901 w 1740888"/>
              <a:gd name="connsiteY23" fmla="*/ 769474 h 1022420"/>
              <a:gd name="connsiteX24" fmla="*/ 1610314 w 1740888"/>
              <a:gd name="connsiteY24" fmla="*/ 774236 h 1022420"/>
              <a:gd name="connsiteX25" fmla="*/ 1353139 w 1740888"/>
              <a:gd name="connsiteY25" fmla="*/ 783761 h 1022420"/>
              <a:gd name="connsiteX26" fmla="*/ 1557926 w 1740888"/>
              <a:gd name="connsiteY26" fmla="*/ 874249 h 1022420"/>
              <a:gd name="connsiteX27" fmla="*/ 1519826 w 1740888"/>
              <a:gd name="connsiteY27" fmla="*/ 950449 h 1022420"/>
              <a:gd name="connsiteX28" fmla="*/ 1357901 w 1740888"/>
              <a:gd name="connsiteY28" fmla="*/ 864724 h 1022420"/>
              <a:gd name="connsiteX29" fmla="*/ 1329326 w 1740888"/>
              <a:gd name="connsiteY29" fmla="*/ 998074 h 1022420"/>
              <a:gd name="connsiteX30" fmla="*/ 1267414 w 1740888"/>
              <a:gd name="connsiteY30" fmla="*/ 1007599 h 1022420"/>
              <a:gd name="connsiteX31" fmla="*/ 1291226 w 1740888"/>
              <a:gd name="connsiteY31" fmla="*/ 840911 h 1022420"/>
              <a:gd name="connsiteX32" fmla="*/ 1219789 w 1740888"/>
              <a:gd name="connsiteY32" fmla="*/ 764711 h 1022420"/>
              <a:gd name="connsiteX33" fmla="*/ 957851 w 1740888"/>
              <a:gd name="connsiteY33" fmla="*/ 640886 h 1022420"/>
              <a:gd name="connsiteX34" fmla="*/ 757826 w 1740888"/>
              <a:gd name="connsiteY34" fmla="*/ 617074 h 1022420"/>
              <a:gd name="connsiteX35" fmla="*/ 337511 w 1740888"/>
              <a:gd name="connsiteY35" fmla="*/ 631499 h 1022420"/>
              <a:gd name="connsiteX36" fmla="*/ 110126 w 1740888"/>
              <a:gd name="connsiteY36" fmla="*/ 693273 h 1022420"/>
              <a:gd name="connsiteX37" fmla="*/ 5351 w 1740888"/>
              <a:gd name="connsiteY37" fmla="*/ 555161 h 1022420"/>
              <a:gd name="connsiteX0" fmla="*/ 1684 w 1632446"/>
              <a:gd name="connsiteY0" fmla="*/ 693273 h 1022420"/>
              <a:gd name="connsiteX1" fmla="*/ 158847 w 1632446"/>
              <a:gd name="connsiteY1" fmla="*/ 545636 h 1022420"/>
              <a:gd name="connsiteX2" fmla="*/ 720822 w 1632446"/>
              <a:gd name="connsiteY2" fmla="*/ 517061 h 1022420"/>
              <a:gd name="connsiteX3" fmla="*/ 944659 w 1632446"/>
              <a:gd name="connsiteY3" fmla="*/ 402761 h 1022420"/>
              <a:gd name="connsiteX4" fmla="*/ 1125634 w 1632446"/>
              <a:gd name="connsiteY4" fmla="*/ 255124 h 1022420"/>
              <a:gd name="connsiteX5" fmla="*/ 1130397 w 1632446"/>
              <a:gd name="connsiteY5" fmla="*/ 131299 h 1022420"/>
              <a:gd name="connsiteX6" fmla="*/ 1116109 w 1632446"/>
              <a:gd name="connsiteY6" fmla="*/ 74149 h 1022420"/>
              <a:gd name="connsiteX7" fmla="*/ 1178022 w 1632446"/>
              <a:gd name="connsiteY7" fmla="*/ 59861 h 1022420"/>
              <a:gd name="connsiteX8" fmla="*/ 1206597 w 1632446"/>
              <a:gd name="connsiteY8" fmla="*/ 217024 h 1022420"/>
              <a:gd name="connsiteX9" fmla="*/ 1301847 w 1632446"/>
              <a:gd name="connsiteY9" fmla="*/ 107486 h 1022420"/>
              <a:gd name="connsiteX10" fmla="*/ 1339947 w 1632446"/>
              <a:gd name="connsiteY10" fmla="*/ 26524 h 1022420"/>
              <a:gd name="connsiteX11" fmla="*/ 1420909 w 1632446"/>
              <a:gd name="connsiteY11" fmla="*/ 7474 h 1022420"/>
              <a:gd name="connsiteX12" fmla="*/ 1354234 w 1632446"/>
              <a:gd name="connsiteY12" fmla="*/ 140824 h 1022420"/>
              <a:gd name="connsiteX13" fmla="*/ 1263747 w 1632446"/>
              <a:gd name="connsiteY13" fmla="*/ 264649 h 1022420"/>
              <a:gd name="connsiteX14" fmla="*/ 1487584 w 1632446"/>
              <a:gd name="connsiteY14" fmla="*/ 259886 h 1022420"/>
              <a:gd name="connsiteX15" fmla="*/ 1444722 w 1632446"/>
              <a:gd name="connsiteY15" fmla="*/ 326561 h 1022420"/>
              <a:gd name="connsiteX16" fmla="*/ 1254222 w 1632446"/>
              <a:gd name="connsiteY16" fmla="*/ 345611 h 1022420"/>
              <a:gd name="connsiteX17" fmla="*/ 1149447 w 1632446"/>
              <a:gd name="connsiteY17" fmla="*/ 359899 h 1022420"/>
              <a:gd name="connsiteX18" fmla="*/ 920847 w 1632446"/>
              <a:gd name="connsiteY18" fmla="*/ 540874 h 1022420"/>
              <a:gd name="connsiteX19" fmla="*/ 1063722 w 1632446"/>
              <a:gd name="connsiteY19" fmla="*/ 640886 h 1022420"/>
              <a:gd name="connsiteX20" fmla="*/ 1173259 w 1632446"/>
              <a:gd name="connsiteY20" fmla="*/ 712324 h 1022420"/>
              <a:gd name="connsiteX21" fmla="*/ 1482822 w 1632446"/>
              <a:gd name="connsiteY21" fmla="*/ 712324 h 1022420"/>
              <a:gd name="connsiteX22" fmla="*/ 1573309 w 1632446"/>
              <a:gd name="connsiteY22" fmla="*/ 650411 h 1022420"/>
              <a:gd name="connsiteX23" fmla="*/ 1630459 w 1632446"/>
              <a:gd name="connsiteY23" fmla="*/ 769474 h 1022420"/>
              <a:gd name="connsiteX24" fmla="*/ 1501872 w 1632446"/>
              <a:gd name="connsiteY24" fmla="*/ 774236 h 1022420"/>
              <a:gd name="connsiteX25" fmla="*/ 1244697 w 1632446"/>
              <a:gd name="connsiteY25" fmla="*/ 783761 h 1022420"/>
              <a:gd name="connsiteX26" fmla="*/ 1449484 w 1632446"/>
              <a:gd name="connsiteY26" fmla="*/ 874249 h 1022420"/>
              <a:gd name="connsiteX27" fmla="*/ 1411384 w 1632446"/>
              <a:gd name="connsiteY27" fmla="*/ 950449 h 1022420"/>
              <a:gd name="connsiteX28" fmla="*/ 1249459 w 1632446"/>
              <a:gd name="connsiteY28" fmla="*/ 864724 h 1022420"/>
              <a:gd name="connsiteX29" fmla="*/ 1220884 w 1632446"/>
              <a:gd name="connsiteY29" fmla="*/ 998074 h 1022420"/>
              <a:gd name="connsiteX30" fmla="*/ 1158972 w 1632446"/>
              <a:gd name="connsiteY30" fmla="*/ 1007599 h 1022420"/>
              <a:gd name="connsiteX31" fmla="*/ 1182784 w 1632446"/>
              <a:gd name="connsiteY31" fmla="*/ 840911 h 1022420"/>
              <a:gd name="connsiteX32" fmla="*/ 1111347 w 1632446"/>
              <a:gd name="connsiteY32" fmla="*/ 764711 h 1022420"/>
              <a:gd name="connsiteX33" fmla="*/ 849409 w 1632446"/>
              <a:gd name="connsiteY33" fmla="*/ 640886 h 1022420"/>
              <a:gd name="connsiteX34" fmla="*/ 649384 w 1632446"/>
              <a:gd name="connsiteY34" fmla="*/ 617074 h 1022420"/>
              <a:gd name="connsiteX35" fmla="*/ 229069 w 1632446"/>
              <a:gd name="connsiteY35" fmla="*/ 631499 h 1022420"/>
              <a:gd name="connsiteX36" fmla="*/ 1684 w 1632446"/>
              <a:gd name="connsiteY36" fmla="*/ 693273 h 1022420"/>
              <a:gd name="connsiteX0" fmla="*/ 18560 w 1554072"/>
              <a:gd name="connsiteY0" fmla="*/ 664698 h 1022420"/>
              <a:gd name="connsiteX1" fmla="*/ 80473 w 1554072"/>
              <a:gd name="connsiteY1" fmla="*/ 545636 h 1022420"/>
              <a:gd name="connsiteX2" fmla="*/ 642448 w 1554072"/>
              <a:gd name="connsiteY2" fmla="*/ 517061 h 1022420"/>
              <a:gd name="connsiteX3" fmla="*/ 866285 w 1554072"/>
              <a:gd name="connsiteY3" fmla="*/ 402761 h 1022420"/>
              <a:gd name="connsiteX4" fmla="*/ 1047260 w 1554072"/>
              <a:gd name="connsiteY4" fmla="*/ 255124 h 1022420"/>
              <a:gd name="connsiteX5" fmla="*/ 1052023 w 1554072"/>
              <a:gd name="connsiteY5" fmla="*/ 131299 h 1022420"/>
              <a:gd name="connsiteX6" fmla="*/ 1037735 w 1554072"/>
              <a:gd name="connsiteY6" fmla="*/ 74149 h 1022420"/>
              <a:gd name="connsiteX7" fmla="*/ 1099648 w 1554072"/>
              <a:gd name="connsiteY7" fmla="*/ 59861 h 1022420"/>
              <a:gd name="connsiteX8" fmla="*/ 1128223 w 1554072"/>
              <a:gd name="connsiteY8" fmla="*/ 217024 h 1022420"/>
              <a:gd name="connsiteX9" fmla="*/ 1223473 w 1554072"/>
              <a:gd name="connsiteY9" fmla="*/ 107486 h 1022420"/>
              <a:gd name="connsiteX10" fmla="*/ 1261573 w 1554072"/>
              <a:gd name="connsiteY10" fmla="*/ 26524 h 1022420"/>
              <a:gd name="connsiteX11" fmla="*/ 1342535 w 1554072"/>
              <a:gd name="connsiteY11" fmla="*/ 7474 h 1022420"/>
              <a:gd name="connsiteX12" fmla="*/ 1275860 w 1554072"/>
              <a:gd name="connsiteY12" fmla="*/ 140824 h 1022420"/>
              <a:gd name="connsiteX13" fmla="*/ 1185373 w 1554072"/>
              <a:gd name="connsiteY13" fmla="*/ 264649 h 1022420"/>
              <a:gd name="connsiteX14" fmla="*/ 1409210 w 1554072"/>
              <a:gd name="connsiteY14" fmla="*/ 259886 h 1022420"/>
              <a:gd name="connsiteX15" fmla="*/ 1366348 w 1554072"/>
              <a:gd name="connsiteY15" fmla="*/ 326561 h 1022420"/>
              <a:gd name="connsiteX16" fmla="*/ 1175848 w 1554072"/>
              <a:gd name="connsiteY16" fmla="*/ 345611 h 1022420"/>
              <a:gd name="connsiteX17" fmla="*/ 1071073 w 1554072"/>
              <a:gd name="connsiteY17" fmla="*/ 359899 h 1022420"/>
              <a:gd name="connsiteX18" fmla="*/ 842473 w 1554072"/>
              <a:gd name="connsiteY18" fmla="*/ 540874 h 1022420"/>
              <a:gd name="connsiteX19" fmla="*/ 985348 w 1554072"/>
              <a:gd name="connsiteY19" fmla="*/ 640886 h 1022420"/>
              <a:gd name="connsiteX20" fmla="*/ 1094885 w 1554072"/>
              <a:gd name="connsiteY20" fmla="*/ 712324 h 1022420"/>
              <a:gd name="connsiteX21" fmla="*/ 1404448 w 1554072"/>
              <a:gd name="connsiteY21" fmla="*/ 712324 h 1022420"/>
              <a:gd name="connsiteX22" fmla="*/ 1494935 w 1554072"/>
              <a:gd name="connsiteY22" fmla="*/ 650411 h 1022420"/>
              <a:gd name="connsiteX23" fmla="*/ 1552085 w 1554072"/>
              <a:gd name="connsiteY23" fmla="*/ 769474 h 1022420"/>
              <a:gd name="connsiteX24" fmla="*/ 1423498 w 1554072"/>
              <a:gd name="connsiteY24" fmla="*/ 774236 h 1022420"/>
              <a:gd name="connsiteX25" fmla="*/ 1166323 w 1554072"/>
              <a:gd name="connsiteY25" fmla="*/ 783761 h 1022420"/>
              <a:gd name="connsiteX26" fmla="*/ 1371110 w 1554072"/>
              <a:gd name="connsiteY26" fmla="*/ 874249 h 1022420"/>
              <a:gd name="connsiteX27" fmla="*/ 1333010 w 1554072"/>
              <a:gd name="connsiteY27" fmla="*/ 950449 h 1022420"/>
              <a:gd name="connsiteX28" fmla="*/ 1171085 w 1554072"/>
              <a:gd name="connsiteY28" fmla="*/ 864724 h 1022420"/>
              <a:gd name="connsiteX29" fmla="*/ 1142510 w 1554072"/>
              <a:gd name="connsiteY29" fmla="*/ 998074 h 1022420"/>
              <a:gd name="connsiteX30" fmla="*/ 1080598 w 1554072"/>
              <a:gd name="connsiteY30" fmla="*/ 1007599 h 1022420"/>
              <a:gd name="connsiteX31" fmla="*/ 1104410 w 1554072"/>
              <a:gd name="connsiteY31" fmla="*/ 840911 h 1022420"/>
              <a:gd name="connsiteX32" fmla="*/ 1032973 w 1554072"/>
              <a:gd name="connsiteY32" fmla="*/ 764711 h 1022420"/>
              <a:gd name="connsiteX33" fmla="*/ 771035 w 1554072"/>
              <a:gd name="connsiteY33" fmla="*/ 640886 h 1022420"/>
              <a:gd name="connsiteX34" fmla="*/ 571010 w 1554072"/>
              <a:gd name="connsiteY34" fmla="*/ 617074 h 1022420"/>
              <a:gd name="connsiteX35" fmla="*/ 150695 w 1554072"/>
              <a:gd name="connsiteY35" fmla="*/ 631499 h 1022420"/>
              <a:gd name="connsiteX36" fmla="*/ 18560 w 1554072"/>
              <a:gd name="connsiteY36" fmla="*/ 664698 h 1022420"/>
              <a:gd name="connsiteX0" fmla="*/ 55967 w 1529567"/>
              <a:gd name="connsiteY0" fmla="*/ 645648 h 1022420"/>
              <a:gd name="connsiteX1" fmla="*/ 55968 w 1529567"/>
              <a:gd name="connsiteY1" fmla="*/ 545636 h 1022420"/>
              <a:gd name="connsiteX2" fmla="*/ 617943 w 1529567"/>
              <a:gd name="connsiteY2" fmla="*/ 517061 h 1022420"/>
              <a:gd name="connsiteX3" fmla="*/ 841780 w 1529567"/>
              <a:gd name="connsiteY3" fmla="*/ 402761 h 1022420"/>
              <a:gd name="connsiteX4" fmla="*/ 1022755 w 1529567"/>
              <a:gd name="connsiteY4" fmla="*/ 255124 h 1022420"/>
              <a:gd name="connsiteX5" fmla="*/ 1027518 w 1529567"/>
              <a:gd name="connsiteY5" fmla="*/ 131299 h 1022420"/>
              <a:gd name="connsiteX6" fmla="*/ 1013230 w 1529567"/>
              <a:gd name="connsiteY6" fmla="*/ 74149 h 1022420"/>
              <a:gd name="connsiteX7" fmla="*/ 1075143 w 1529567"/>
              <a:gd name="connsiteY7" fmla="*/ 59861 h 1022420"/>
              <a:gd name="connsiteX8" fmla="*/ 1103718 w 1529567"/>
              <a:gd name="connsiteY8" fmla="*/ 217024 h 1022420"/>
              <a:gd name="connsiteX9" fmla="*/ 1198968 w 1529567"/>
              <a:gd name="connsiteY9" fmla="*/ 107486 h 1022420"/>
              <a:gd name="connsiteX10" fmla="*/ 1237068 w 1529567"/>
              <a:gd name="connsiteY10" fmla="*/ 26524 h 1022420"/>
              <a:gd name="connsiteX11" fmla="*/ 1318030 w 1529567"/>
              <a:gd name="connsiteY11" fmla="*/ 7474 h 1022420"/>
              <a:gd name="connsiteX12" fmla="*/ 1251355 w 1529567"/>
              <a:gd name="connsiteY12" fmla="*/ 140824 h 1022420"/>
              <a:gd name="connsiteX13" fmla="*/ 1160868 w 1529567"/>
              <a:gd name="connsiteY13" fmla="*/ 264649 h 1022420"/>
              <a:gd name="connsiteX14" fmla="*/ 1384705 w 1529567"/>
              <a:gd name="connsiteY14" fmla="*/ 259886 h 1022420"/>
              <a:gd name="connsiteX15" fmla="*/ 1341843 w 1529567"/>
              <a:gd name="connsiteY15" fmla="*/ 326561 h 1022420"/>
              <a:gd name="connsiteX16" fmla="*/ 1151343 w 1529567"/>
              <a:gd name="connsiteY16" fmla="*/ 345611 h 1022420"/>
              <a:gd name="connsiteX17" fmla="*/ 1046568 w 1529567"/>
              <a:gd name="connsiteY17" fmla="*/ 359899 h 1022420"/>
              <a:gd name="connsiteX18" fmla="*/ 817968 w 1529567"/>
              <a:gd name="connsiteY18" fmla="*/ 540874 h 1022420"/>
              <a:gd name="connsiteX19" fmla="*/ 960843 w 1529567"/>
              <a:gd name="connsiteY19" fmla="*/ 640886 h 1022420"/>
              <a:gd name="connsiteX20" fmla="*/ 1070380 w 1529567"/>
              <a:gd name="connsiteY20" fmla="*/ 712324 h 1022420"/>
              <a:gd name="connsiteX21" fmla="*/ 1379943 w 1529567"/>
              <a:gd name="connsiteY21" fmla="*/ 712324 h 1022420"/>
              <a:gd name="connsiteX22" fmla="*/ 1470430 w 1529567"/>
              <a:gd name="connsiteY22" fmla="*/ 650411 h 1022420"/>
              <a:gd name="connsiteX23" fmla="*/ 1527580 w 1529567"/>
              <a:gd name="connsiteY23" fmla="*/ 769474 h 1022420"/>
              <a:gd name="connsiteX24" fmla="*/ 1398993 w 1529567"/>
              <a:gd name="connsiteY24" fmla="*/ 774236 h 1022420"/>
              <a:gd name="connsiteX25" fmla="*/ 1141818 w 1529567"/>
              <a:gd name="connsiteY25" fmla="*/ 783761 h 1022420"/>
              <a:gd name="connsiteX26" fmla="*/ 1346605 w 1529567"/>
              <a:gd name="connsiteY26" fmla="*/ 874249 h 1022420"/>
              <a:gd name="connsiteX27" fmla="*/ 1308505 w 1529567"/>
              <a:gd name="connsiteY27" fmla="*/ 950449 h 1022420"/>
              <a:gd name="connsiteX28" fmla="*/ 1146580 w 1529567"/>
              <a:gd name="connsiteY28" fmla="*/ 864724 h 1022420"/>
              <a:gd name="connsiteX29" fmla="*/ 1118005 w 1529567"/>
              <a:gd name="connsiteY29" fmla="*/ 998074 h 1022420"/>
              <a:gd name="connsiteX30" fmla="*/ 1056093 w 1529567"/>
              <a:gd name="connsiteY30" fmla="*/ 1007599 h 1022420"/>
              <a:gd name="connsiteX31" fmla="*/ 1079905 w 1529567"/>
              <a:gd name="connsiteY31" fmla="*/ 840911 h 1022420"/>
              <a:gd name="connsiteX32" fmla="*/ 1008468 w 1529567"/>
              <a:gd name="connsiteY32" fmla="*/ 764711 h 1022420"/>
              <a:gd name="connsiteX33" fmla="*/ 746530 w 1529567"/>
              <a:gd name="connsiteY33" fmla="*/ 640886 h 1022420"/>
              <a:gd name="connsiteX34" fmla="*/ 546505 w 1529567"/>
              <a:gd name="connsiteY34" fmla="*/ 617074 h 1022420"/>
              <a:gd name="connsiteX35" fmla="*/ 126190 w 1529567"/>
              <a:gd name="connsiteY35" fmla="*/ 631499 h 1022420"/>
              <a:gd name="connsiteX36" fmla="*/ 55967 w 1529567"/>
              <a:gd name="connsiteY36" fmla="*/ 645648 h 1022420"/>
              <a:gd name="connsiteX0" fmla="*/ 55967 w 1529567"/>
              <a:gd name="connsiteY0" fmla="*/ 645648 h 1022420"/>
              <a:gd name="connsiteX1" fmla="*/ 55968 w 1529567"/>
              <a:gd name="connsiteY1" fmla="*/ 545636 h 1022420"/>
              <a:gd name="connsiteX2" fmla="*/ 617943 w 1529567"/>
              <a:gd name="connsiteY2" fmla="*/ 517061 h 1022420"/>
              <a:gd name="connsiteX3" fmla="*/ 841780 w 1529567"/>
              <a:gd name="connsiteY3" fmla="*/ 402761 h 1022420"/>
              <a:gd name="connsiteX4" fmla="*/ 1022755 w 1529567"/>
              <a:gd name="connsiteY4" fmla="*/ 255124 h 1022420"/>
              <a:gd name="connsiteX5" fmla="*/ 1027518 w 1529567"/>
              <a:gd name="connsiteY5" fmla="*/ 131299 h 1022420"/>
              <a:gd name="connsiteX6" fmla="*/ 1013230 w 1529567"/>
              <a:gd name="connsiteY6" fmla="*/ 74149 h 1022420"/>
              <a:gd name="connsiteX7" fmla="*/ 1075143 w 1529567"/>
              <a:gd name="connsiteY7" fmla="*/ 59861 h 1022420"/>
              <a:gd name="connsiteX8" fmla="*/ 1103718 w 1529567"/>
              <a:gd name="connsiteY8" fmla="*/ 217024 h 1022420"/>
              <a:gd name="connsiteX9" fmla="*/ 1198968 w 1529567"/>
              <a:gd name="connsiteY9" fmla="*/ 107486 h 1022420"/>
              <a:gd name="connsiteX10" fmla="*/ 1237068 w 1529567"/>
              <a:gd name="connsiteY10" fmla="*/ 26524 h 1022420"/>
              <a:gd name="connsiteX11" fmla="*/ 1318030 w 1529567"/>
              <a:gd name="connsiteY11" fmla="*/ 7474 h 1022420"/>
              <a:gd name="connsiteX12" fmla="*/ 1251355 w 1529567"/>
              <a:gd name="connsiteY12" fmla="*/ 140824 h 1022420"/>
              <a:gd name="connsiteX13" fmla="*/ 1160868 w 1529567"/>
              <a:gd name="connsiteY13" fmla="*/ 264649 h 1022420"/>
              <a:gd name="connsiteX14" fmla="*/ 1384705 w 1529567"/>
              <a:gd name="connsiteY14" fmla="*/ 259886 h 1022420"/>
              <a:gd name="connsiteX15" fmla="*/ 1341843 w 1529567"/>
              <a:gd name="connsiteY15" fmla="*/ 326561 h 1022420"/>
              <a:gd name="connsiteX16" fmla="*/ 1151343 w 1529567"/>
              <a:gd name="connsiteY16" fmla="*/ 345611 h 1022420"/>
              <a:gd name="connsiteX17" fmla="*/ 1046568 w 1529567"/>
              <a:gd name="connsiteY17" fmla="*/ 359899 h 1022420"/>
              <a:gd name="connsiteX18" fmla="*/ 817968 w 1529567"/>
              <a:gd name="connsiteY18" fmla="*/ 540874 h 1022420"/>
              <a:gd name="connsiteX19" fmla="*/ 960843 w 1529567"/>
              <a:gd name="connsiteY19" fmla="*/ 640886 h 1022420"/>
              <a:gd name="connsiteX20" fmla="*/ 1070380 w 1529567"/>
              <a:gd name="connsiteY20" fmla="*/ 712324 h 1022420"/>
              <a:gd name="connsiteX21" fmla="*/ 1379943 w 1529567"/>
              <a:gd name="connsiteY21" fmla="*/ 712324 h 1022420"/>
              <a:gd name="connsiteX22" fmla="*/ 1470430 w 1529567"/>
              <a:gd name="connsiteY22" fmla="*/ 650411 h 1022420"/>
              <a:gd name="connsiteX23" fmla="*/ 1527580 w 1529567"/>
              <a:gd name="connsiteY23" fmla="*/ 769474 h 1022420"/>
              <a:gd name="connsiteX24" fmla="*/ 1398993 w 1529567"/>
              <a:gd name="connsiteY24" fmla="*/ 774236 h 1022420"/>
              <a:gd name="connsiteX25" fmla="*/ 1141818 w 1529567"/>
              <a:gd name="connsiteY25" fmla="*/ 783761 h 1022420"/>
              <a:gd name="connsiteX26" fmla="*/ 1346605 w 1529567"/>
              <a:gd name="connsiteY26" fmla="*/ 874249 h 1022420"/>
              <a:gd name="connsiteX27" fmla="*/ 1308505 w 1529567"/>
              <a:gd name="connsiteY27" fmla="*/ 950449 h 1022420"/>
              <a:gd name="connsiteX28" fmla="*/ 1146580 w 1529567"/>
              <a:gd name="connsiteY28" fmla="*/ 864724 h 1022420"/>
              <a:gd name="connsiteX29" fmla="*/ 1118005 w 1529567"/>
              <a:gd name="connsiteY29" fmla="*/ 998074 h 1022420"/>
              <a:gd name="connsiteX30" fmla="*/ 1056093 w 1529567"/>
              <a:gd name="connsiteY30" fmla="*/ 1007599 h 1022420"/>
              <a:gd name="connsiteX31" fmla="*/ 1079905 w 1529567"/>
              <a:gd name="connsiteY31" fmla="*/ 840911 h 1022420"/>
              <a:gd name="connsiteX32" fmla="*/ 1008468 w 1529567"/>
              <a:gd name="connsiteY32" fmla="*/ 764711 h 1022420"/>
              <a:gd name="connsiteX33" fmla="*/ 746530 w 1529567"/>
              <a:gd name="connsiteY33" fmla="*/ 640886 h 1022420"/>
              <a:gd name="connsiteX34" fmla="*/ 546505 w 1529567"/>
              <a:gd name="connsiteY34" fmla="*/ 617074 h 1022420"/>
              <a:gd name="connsiteX35" fmla="*/ 126190 w 1529567"/>
              <a:gd name="connsiteY35" fmla="*/ 631499 h 1022420"/>
              <a:gd name="connsiteX36" fmla="*/ 122150 w 1529567"/>
              <a:gd name="connsiteY36" fmla="*/ 623173 h 1022420"/>
              <a:gd name="connsiteX37" fmla="*/ 55967 w 1529567"/>
              <a:gd name="connsiteY37" fmla="*/ 645648 h 1022420"/>
              <a:gd name="connsiteX0" fmla="*/ 92525 w 1499942"/>
              <a:gd name="connsiteY0" fmla="*/ 623173 h 1022420"/>
              <a:gd name="connsiteX1" fmla="*/ 26343 w 1499942"/>
              <a:gd name="connsiteY1" fmla="*/ 545636 h 1022420"/>
              <a:gd name="connsiteX2" fmla="*/ 588318 w 1499942"/>
              <a:gd name="connsiteY2" fmla="*/ 517061 h 1022420"/>
              <a:gd name="connsiteX3" fmla="*/ 812155 w 1499942"/>
              <a:gd name="connsiteY3" fmla="*/ 402761 h 1022420"/>
              <a:gd name="connsiteX4" fmla="*/ 993130 w 1499942"/>
              <a:gd name="connsiteY4" fmla="*/ 255124 h 1022420"/>
              <a:gd name="connsiteX5" fmla="*/ 997893 w 1499942"/>
              <a:gd name="connsiteY5" fmla="*/ 131299 h 1022420"/>
              <a:gd name="connsiteX6" fmla="*/ 983605 w 1499942"/>
              <a:gd name="connsiteY6" fmla="*/ 74149 h 1022420"/>
              <a:gd name="connsiteX7" fmla="*/ 1045518 w 1499942"/>
              <a:gd name="connsiteY7" fmla="*/ 59861 h 1022420"/>
              <a:gd name="connsiteX8" fmla="*/ 1074093 w 1499942"/>
              <a:gd name="connsiteY8" fmla="*/ 217024 h 1022420"/>
              <a:gd name="connsiteX9" fmla="*/ 1169343 w 1499942"/>
              <a:gd name="connsiteY9" fmla="*/ 107486 h 1022420"/>
              <a:gd name="connsiteX10" fmla="*/ 1207443 w 1499942"/>
              <a:gd name="connsiteY10" fmla="*/ 26524 h 1022420"/>
              <a:gd name="connsiteX11" fmla="*/ 1288405 w 1499942"/>
              <a:gd name="connsiteY11" fmla="*/ 7474 h 1022420"/>
              <a:gd name="connsiteX12" fmla="*/ 1221730 w 1499942"/>
              <a:gd name="connsiteY12" fmla="*/ 140824 h 1022420"/>
              <a:gd name="connsiteX13" fmla="*/ 1131243 w 1499942"/>
              <a:gd name="connsiteY13" fmla="*/ 264649 h 1022420"/>
              <a:gd name="connsiteX14" fmla="*/ 1355080 w 1499942"/>
              <a:gd name="connsiteY14" fmla="*/ 259886 h 1022420"/>
              <a:gd name="connsiteX15" fmla="*/ 1312218 w 1499942"/>
              <a:gd name="connsiteY15" fmla="*/ 326561 h 1022420"/>
              <a:gd name="connsiteX16" fmla="*/ 1121718 w 1499942"/>
              <a:gd name="connsiteY16" fmla="*/ 345611 h 1022420"/>
              <a:gd name="connsiteX17" fmla="*/ 1016943 w 1499942"/>
              <a:gd name="connsiteY17" fmla="*/ 359899 h 1022420"/>
              <a:gd name="connsiteX18" fmla="*/ 788343 w 1499942"/>
              <a:gd name="connsiteY18" fmla="*/ 540874 h 1022420"/>
              <a:gd name="connsiteX19" fmla="*/ 931218 w 1499942"/>
              <a:gd name="connsiteY19" fmla="*/ 640886 h 1022420"/>
              <a:gd name="connsiteX20" fmla="*/ 1040755 w 1499942"/>
              <a:gd name="connsiteY20" fmla="*/ 712324 h 1022420"/>
              <a:gd name="connsiteX21" fmla="*/ 1350318 w 1499942"/>
              <a:gd name="connsiteY21" fmla="*/ 712324 h 1022420"/>
              <a:gd name="connsiteX22" fmla="*/ 1440805 w 1499942"/>
              <a:gd name="connsiteY22" fmla="*/ 650411 h 1022420"/>
              <a:gd name="connsiteX23" fmla="*/ 1497955 w 1499942"/>
              <a:gd name="connsiteY23" fmla="*/ 769474 h 1022420"/>
              <a:gd name="connsiteX24" fmla="*/ 1369368 w 1499942"/>
              <a:gd name="connsiteY24" fmla="*/ 774236 h 1022420"/>
              <a:gd name="connsiteX25" fmla="*/ 1112193 w 1499942"/>
              <a:gd name="connsiteY25" fmla="*/ 783761 h 1022420"/>
              <a:gd name="connsiteX26" fmla="*/ 1316980 w 1499942"/>
              <a:gd name="connsiteY26" fmla="*/ 874249 h 1022420"/>
              <a:gd name="connsiteX27" fmla="*/ 1278880 w 1499942"/>
              <a:gd name="connsiteY27" fmla="*/ 950449 h 1022420"/>
              <a:gd name="connsiteX28" fmla="*/ 1116955 w 1499942"/>
              <a:gd name="connsiteY28" fmla="*/ 864724 h 1022420"/>
              <a:gd name="connsiteX29" fmla="*/ 1088380 w 1499942"/>
              <a:gd name="connsiteY29" fmla="*/ 998074 h 1022420"/>
              <a:gd name="connsiteX30" fmla="*/ 1026468 w 1499942"/>
              <a:gd name="connsiteY30" fmla="*/ 1007599 h 1022420"/>
              <a:gd name="connsiteX31" fmla="*/ 1050280 w 1499942"/>
              <a:gd name="connsiteY31" fmla="*/ 840911 h 1022420"/>
              <a:gd name="connsiteX32" fmla="*/ 978843 w 1499942"/>
              <a:gd name="connsiteY32" fmla="*/ 764711 h 1022420"/>
              <a:gd name="connsiteX33" fmla="*/ 716905 w 1499942"/>
              <a:gd name="connsiteY33" fmla="*/ 640886 h 1022420"/>
              <a:gd name="connsiteX34" fmla="*/ 516880 w 1499942"/>
              <a:gd name="connsiteY34" fmla="*/ 617074 h 1022420"/>
              <a:gd name="connsiteX35" fmla="*/ 96565 w 1499942"/>
              <a:gd name="connsiteY35" fmla="*/ 631499 h 1022420"/>
              <a:gd name="connsiteX36" fmla="*/ 92525 w 1499942"/>
              <a:gd name="connsiteY36" fmla="*/ 623173 h 1022420"/>
              <a:gd name="connsiteX0" fmla="*/ 25888 w 1433305"/>
              <a:gd name="connsiteY0" fmla="*/ 623173 h 1022420"/>
              <a:gd name="connsiteX1" fmla="*/ 521681 w 1433305"/>
              <a:gd name="connsiteY1" fmla="*/ 517061 h 1022420"/>
              <a:gd name="connsiteX2" fmla="*/ 745518 w 1433305"/>
              <a:gd name="connsiteY2" fmla="*/ 402761 h 1022420"/>
              <a:gd name="connsiteX3" fmla="*/ 926493 w 1433305"/>
              <a:gd name="connsiteY3" fmla="*/ 255124 h 1022420"/>
              <a:gd name="connsiteX4" fmla="*/ 931256 w 1433305"/>
              <a:gd name="connsiteY4" fmla="*/ 131299 h 1022420"/>
              <a:gd name="connsiteX5" fmla="*/ 916968 w 1433305"/>
              <a:gd name="connsiteY5" fmla="*/ 74149 h 1022420"/>
              <a:gd name="connsiteX6" fmla="*/ 978881 w 1433305"/>
              <a:gd name="connsiteY6" fmla="*/ 59861 h 1022420"/>
              <a:gd name="connsiteX7" fmla="*/ 1007456 w 1433305"/>
              <a:gd name="connsiteY7" fmla="*/ 217024 h 1022420"/>
              <a:gd name="connsiteX8" fmla="*/ 1102706 w 1433305"/>
              <a:gd name="connsiteY8" fmla="*/ 107486 h 1022420"/>
              <a:gd name="connsiteX9" fmla="*/ 1140806 w 1433305"/>
              <a:gd name="connsiteY9" fmla="*/ 26524 h 1022420"/>
              <a:gd name="connsiteX10" fmla="*/ 1221768 w 1433305"/>
              <a:gd name="connsiteY10" fmla="*/ 7474 h 1022420"/>
              <a:gd name="connsiteX11" fmla="*/ 1155093 w 1433305"/>
              <a:gd name="connsiteY11" fmla="*/ 140824 h 1022420"/>
              <a:gd name="connsiteX12" fmla="*/ 1064606 w 1433305"/>
              <a:gd name="connsiteY12" fmla="*/ 264649 h 1022420"/>
              <a:gd name="connsiteX13" fmla="*/ 1288443 w 1433305"/>
              <a:gd name="connsiteY13" fmla="*/ 259886 h 1022420"/>
              <a:gd name="connsiteX14" fmla="*/ 1245581 w 1433305"/>
              <a:gd name="connsiteY14" fmla="*/ 326561 h 1022420"/>
              <a:gd name="connsiteX15" fmla="*/ 1055081 w 1433305"/>
              <a:gd name="connsiteY15" fmla="*/ 345611 h 1022420"/>
              <a:gd name="connsiteX16" fmla="*/ 950306 w 1433305"/>
              <a:gd name="connsiteY16" fmla="*/ 359899 h 1022420"/>
              <a:gd name="connsiteX17" fmla="*/ 721706 w 1433305"/>
              <a:gd name="connsiteY17" fmla="*/ 540874 h 1022420"/>
              <a:gd name="connsiteX18" fmla="*/ 864581 w 1433305"/>
              <a:gd name="connsiteY18" fmla="*/ 640886 h 1022420"/>
              <a:gd name="connsiteX19" fmla="*/ 974118 w 1433305"/>
              <a:gd name="connsiteY19" fmla="*/ 712324 h 1022420"/>
              <a:gd name="connsiteX20" fmla="*/ 1283681 w 1433305"/>
              <a:gd name="connsiteY20" fmla="*/ 712324 h 1022420"/>
              <a:gd name="connsiteX21" fmla="*/ 1374168 w 1433305"/>
              <a:gd name="connsiteY21" fmla="*/ 650411 h 1022420"/>
              <a:gd name="connsiteX22" fmla="*/ 1431318 w 1433305"/>
              <a:gd name="connsiteY22" fmla="*/ 769474 h 1022420"/>
              <a:gd name="connsiteX23" fmla="*/ 1302731 w 1433305"/>
              <a:gd name="connsiteY23" fmla="*/ 774236 h 1022420"/>
              <a:gd name="connsiteX24" fmla="*/ 1045556 w 1433305"/>
              <a:gd name="connsiteY24" fmla="*/ 783761 h 1022420"/>
              <a:gd name="connsiteX25" fmla="*/ 1250343 w 1433305"/>
              <a:gd name="connsiteY25" fmla="*/ 874249 h 1022420"/>
              <a:gd name="connsiteX26" fmla="*/ 1212243 w 1433305"/>
              <a:gd name="connsiteY26" fmla="*/ 950449 h 1022420"/>
              <a:gd name="connsiteX27" fmla="*/ 1050318 w 1433305"/>
              <a:gd name="connsiteY27" fmla="*/ 864724 h 1022420"/>
              <a:gd name="connsiteX28" fmla="*/ 1021743 w 1433305"/>
              <a:gd name="connsiteY28" fmla="*/ 998074 h 1022420"/>
              <a:gd name="connsiteX29" fmla="*/ 959831 w 1433305"/>
              <a:gd name="connsiteY29" fmla="*/ 1007599 h 1022420"/>
              <a:gd name="connsiteX30" fmla="*/ 983643 w 1433305"/>
              <a:gd name="connsiteY30" fmla="*/ 840911 h 1022420"/>
              <a:gd name="connsiteX31" fmla="*/ 912206 w 1433305"/>
              <a:gd name="connsiteY31" fmla="*/ 764711 h 1022420"/>
              <a:gd name="connsiteX32" fmla="*/ 650268 w 1433305"/>
              <a:gd name="connsiteY32" fmla="*/ 640886 h 1022420"/>
              <a:gd name="connsiteX33" fmla="*/ 450243 w 1433305"/>
              <a:gd name="connsiteY33" fmla="*/ 617074 h 1022420"/>
              <a:gd name="connsiteX34" fmla="*/ 29928 w 1433305"/>
              <a:gd name="connsiteY34" fmla="*/ 631499 h 1022420"/>
              <a:gd name="connsiteX35" fmla="*/ 25888 w 1433305"/>
              <a:gd name="connsiteY35" fmla="*/ 623173 h 1022420"/>
              <a:gd name="connsiteX0" fmla="*/ 25888 w 1433305"/>
              <a:gd name="connsiteY0" fmla="*/ 623173 h 1022420"/>
              <a:gd name="connsiteX1" fmla="*/ 192575 w 1433305"/>
              <a:gd name="connsiteY1" fmla="*/ 527923 h 1022420"/>
              <a:gd name="connsiteX2" fmla="*/ 521681 w 1433305"/>
              <a:gd name="connsiteY2" fmla="*/ 517061 h 1022420"/>
              <a:gd name="connsiteX3" fmla="*/ 745518 w 1433305"/>
              <a:gd name="connsiteY3" fmla="*/ 402761 h 1022420"/>
              <a:gd name="connsiteX4" fmla="*/ 926493 w 1433305"/>
              <a:gd name="connsiteY4" fmla="*/ 255124 h 1022420"/>
              <a:gd name="connsiteX5" fmla="*/ 931256 w 1433305"/>
              <a:gd name="connsiteY5" fmla="*/ 131299 h 1022420"/>
              <a:gd name="connsiteX6" fmla="*/ 916968 w 1433305"/>
              <a:gd name="connsiteY6" fmla="*/ 74149 h 1022420"/>
              <a:gd name="connsiteX7" fmla="*/ 978881 w 1433305"/>
              <a:gd name="connsiteY7" fmla="*/ 59861 h 1022420"/>
              <a:gd name="connsiteX8" fmla="*/ 1007456 w 1433305"/>
              <a:gd name="connsiteY8" fmla="*/ 217024 h 1022420"/>
              <a:gd name="connsiteX9" fmla="*/ 1102706 w 1433305"/>
              <a:gd name="connsiteY9" fmla="*/ 107486 h 1022420"/>
              <a:gd name="connsiteX10" fmla="*/ 1140806 w 1433305"/>
              <a:gd name="connsiteY10" fmla="*/ 26524 h 1022420"/>
              <a:gd name="connsiteX11" fmla="*/ 1221768 w 1433305"/>
              <a:gd name="connsiteY11" fmla="*/ 7474 h 1022420"/>
              <a:gd name="connsiteX12" fmla="*/ 1155093 w 1433305"/>
              <a:gd name="connsiteY12" fmla="*/ 140824 h 1022420"/>
              <a:gd name="connsiteX13" fmla="*/ 1064606 w 1433305"/>
              <a:gd name="connsiteY13" fmla="*/ 264649 h 1022420"/>
              <a:gd name="connsiteX14" fmla="*/ 1288443 w 1433305"/>
              <a:gd name="connsiteY14" fmla="*/ 259886 h 1022420"/>
              <a:gd name="connsiteX15" fmla="*/ 1245581 w 1433305"/>
              <a:gd name="connsiteY15" fmla="*/ 326561 h 1022420"/>
              <a:gd name="connsiteX16" fmla="*/ 1055081 w 1433305"/>
              <a:gd name="connsiteY16" fmla="*/ 345611 h 1022420"/>
              <a:gd name="connsiteX17" fmla="*/ 950306 w 1433305"/>
              <a:gd name="connsiteY17" fmla="*/ 359899 h 1022420"/>
              <a:gd name="connsiteX18" fmla="*/ 721706 w 1433305"/>
              <a:gd name="connsiteY18" fmla="*/ 540874 h 1022420"/>
              <a:gd name="connsiteX19" fmla="*/ 864581 w 1433305"/>
              <a:gd name="connsiteY19" fmla="*/ 640886 h 1022420"/>
              <a:gd name="connsiteX20" fmla="*/ 974118 w 1433305"/>
              <a:gd name="connsiteY20" fmla="*/ 712324 h 1022420"/>
              <a:gd name="connsiteX21" fmla="*/ 1283681 w 1433305"/>
              <a:gd name="connsiteY21" fmla="*/ 712324 h 1022420"/>
              <a:gd name="connsiteX22" fmla="*/ 1374168 w 1433305"/>
              <a:gd name="connsiteY22" fmla="*/ 650411 h 1022420"/>
              <a:gd name="connsiteX23" fmla="*/ 1431318 w 1433305"/>
              <a:gd name="connsiteY23" fmla="*/ 769474 h 1022420"/>
              <a:gd name="connsiteX24" fmla="*/ 1302731 w 1433305"/>
              <a:gd name="connsiteY24" fmla="*/ 774236 h 1022420"/>
              <a:gd name="connsiteX25" fmla="*/ 1045556 w 1433305"/>
              <a:gd name="connsiteY25" fmla="*/ 783761 h 1022420"/>
              <a:gd name="connsiteX26" fmla="*/ 1250343 w 1433305"/>
              <a:gd name="connsiteY26" fmla="*/ 874249 h 1022420"/>
              <a:gd name="connsiteX27" fmla="*/ 1212243 w 1433305"/>
              <a:gd name="connsiteY27" fmla="*/ 950449 h 1022420"/>
              <a:gd name="connsiteX28" fmla="*/ 1050318 w 1433305"/>
              <a:gd name="connsiteY28" fmla="*/ 864724 h 1022420"/>
              <a:gd name="connsiteX29" fmla="*/ 1021743 w 1433305"/>
              <a:gd name="connsiteY29" fmla="*/ 998074 h 1022420"/>
              <a:gd name="connsiteX30" fmla="*/ 959831 w 1433305"/>
              <a:gd name="connsiteY30" fmla="*/ 1007599 h 1022420"/>
              <a:gd name="connsiteX31" fmla="*/ 983643 w 1433305"/>
              <a:gd name="connsiteY31" fmla="*/ 840911 h 1022420"/>
              <a:gd name="connsiteX32" fmla="*/ 912206 w 1433305"/>
              <a:gd name="connsiteY32" fmla="*/ 764711 h 1022420"/>
              <a:gd name="connsiteX33" fmla="*/ 650268 w 1433305"/>
              <a:gd name="connsiteY33" fmla="*/ 640886 h 1022420"/>
              <a:gd name="connsiteX34" fmla="*/ 450243 w 1433305"/>
              <a:gd name="connsiteY34" fmla="*/ 617074 h 1022420"/>
              <a:gd name="connsiteX35" fmla="*/ 29928 w 1433305"/>
              <a:gd name="connsiteY35" fmla="*/ 631499 h 1022420"/>
              <a:gd name="connsiteX36" fmla="*/ 25888 w 1433305"/>
              <a:gd name="connsiteY36" fmla="*/ 623173 h 1022420"/>
              <a:gd name="connsiteX0" fmla="*/ 119893 w 1413010"/>
              <a:gd name="connsiteY0" fmla="*/ 623173 h 1022420"/>
              <a:gd name="connsiteX1" fmla="*/ 172280 w 1413010"/>
              <a:gd name="connsiteY1" fmla="*/ 527923 h 1022420"/>
              <a:gd name="connsiteX2" fmla="*/ 501386 w 1413010"/>
              <a:gd name="connsiteY2" fmla="*/ 517061 h 1022420"/>
              <a:gd name="connsiteX3" fmla="*/ 725223 w 1413010"/>
              <a:gd name="connsiteY3" fmla="*/ 402761 h 1022420"/>
              <a:gd name="connsiteX4" fmla="*/ 906198 w 1413010"/>
              <a:gd name="connsiteY4" fmla="*/ 255124 h 1022420"/>
              <a:gd name="connsiteX5" fmla="*/ 910961 w 1413010"/>
              <a:gd name="connsiteY5" fmla="*/ 131299 h 1022420"/>
              <a:gd name="connsiteX6" fmla="*/ 896673 w 1413010"/>
              <a:gd name="connsiteY6" fmla="*/ 74149 h 1022420"/>
              <a:gd name="connsiteX7" fmla="*/ 958586 w 1413010"/>
              <a:gd name="connsiteY7" fmla="*/ 59861 h 1022420"/>
              <a:gd name="connsiteX8" fmla="*/ 987161 w 1413010"/>
              <a:gd name="connsiteY8" fmla="*/ 217024 h 1022420"/>
              <a:gd name="connsiteX9" fmla="*/ 1082411 w 1413010"/>
              <a:gd name="connsiteY9" fmla="*/ 107486 h 1022420"/>
              <a:gd name="connsiteX10" fmla="*/ 1120511 w 1413010"/>
              <a:gd name="connsiteY10" fmla="*/ 26524 h 1022420"/>
              <a:gd name="connsiteX11" fmla="*/ 1201473 w 1413010"/>
              <a:gd name="connsiteY11" fmla="*/ 7474 h 1022420"/>
              <a:gd name="connsiteX12" fmla="*/ 1134798 w 1413010"/>
              <a:gd name="connsiteY12" fmla="*/ 140824 h 1022420"/>
              <a:gd name="connsiteX13" fmla="*/ 1044311 w 1413010"/>
              <a:gd name="connsiteY13" fmla="*/ 264649 h 1022420"/>
              <a:gd name="connsiteX14" fmla="*/ 1268148 w 1413010"/>
              <a:gd name="connsiteY14" fmla="*/ 259886 h 1022420"/>
              <a:gd name="connsiteX15" fmla="*/ 1225286 w 1413010"/>
              <a:gd name="connsiteY15" fmla="*/ 326561 h 1022420"/>
              <a:gd name="connsiteX16" fmla="*/ 1034786 w 1413010"/>
              <a:gd name="connsiteY16" fmla="*/ 345611 h 1022420"/>
              <a:gd name="connsiteX17" fmla="*/ 930011 w 1413010"/>
              <a:gd name="connsiteY17" fmla="*/ 359899 h 1022420"/>
              <a:gd name="connsiteX18" fmla="*/ 701411 w 1413010"/>
              <a:gd name="connsiteY18" fmla="*/ 540874 h 1022420"/>
              <a:gd name="connsiteX19" fmla="*/ 844286 w 1413010"/>
              <a:gd name="connsiteY19" fmla="*/ 640886 h 1022420"/>
              <a:gd name="connsiteX20" fmla="*/ 953823 w 1413010"/>
              <a:gd name="connsiteY20" fmla="*/ 712324 h 1022420"/>
              <a:gd name="connsiteX21" fmla="*/ 1263386 w 1413010"/>
              <a:gd name="connsiteY21" fmla="*/ 712324 h 1022420"/>
              <a:gd name="connsiteX22" fmla="*/ 1353873 w 1413010"/>
              <a:gd name="connsiteY22" fmla="*/ 650411 h 1022420"/>
              <a:gd name="connsiteX23" fmla="*/ 1411023 w 1413010"/>
              <a:gd name="connsiteY23" fmla="*/ 769474 h 1022420"/>
              <a:gd name="connsiteX24" fmla="*/ 1282436 w 1413010"/>
              <a:gd name="connsiteY24" fmla="*/ 774236 h 1022420"/>
              <a:gd name="connsiteX25" fmla="*/ 1025261 w 1413010"/>
              <a:gd name="connsiteY25" fmla="*/ 783761 h 1022420"/>
              <a:gd name="connsiteX26" fmla="*/ 1230048 w 1413010"/>
              <a:gd name="connsiteY26" fmla="*/ 874249 h 1022420"/>
              <a:gd name="connsiteX27" fmla="*/ 1191948 w 1413010"/>
              <a:gd name="connsiteY27" fmla="*/ 950449 h 1022420"/>
              <a:gd name="connsiteX28" fmla="*/ 1030023 w 1413010"/>
              <a:gd name="connsiteY28" fmla="*/ 864724 h 1022420"/>
              <a:gd name="connsiteX29" fmla="*/ 1001448 w 1413010"/>
              <a:gd name="connsiteY29" fmla="*/ 998074 h 1022420"/>
              <a:gd name="connsiteX30" fmla="*/ 939536 w 1413010"/>
              <a:gd name="connsiteY30" fmla="*/ 1007599 h 1022420"/>
              <a:gd name="connsiteX31" fmla="*/ 963348 w 1413010"/>
              <a:gd name="connsiteY31" fmla="*/ 840911 h 1022420"/>
              <a:gd name="connsiteX32" fmla="*/ 891911 w 1413010"/>
              <a:gd name="connsiteY32" fmla="*/ 764711 h 1022420"/>
              <a:gd name="connsiteX33" fmla="*/ 629973 w 1413010"/>
              <a:gd name="connsiteY33" fmla="*/ 640886 h 1022420"/>
              <a:gd name="connsiteX34" fmla="*/ 429948 w 1413010"/>
              <a:gd name="connsiteY34" fmla="*/ 617074 h 1022420"/>
              <a:gd name="connsiteX35" fmla="*/ 9633 w 1413010"/>
              <a:gd name="connsiteY35" fmla="*/ 631499 h 1022420"/>
              <a:gd name="connsiteX36" fmla="*/ 119893 w 1413010"/>
              <a:gd name="connsiteY36" fmla="*/ 623173 h 1022420"/>
              <a:gd name="connsiteX0" fmla="*/ 24093 w 1317210"/>
              <a:gd name="connsiteY0" fmla="*/ 623173 h 1022420"/>
              <a:gd name="connsiteX1" fmla="*/ 76480 w 1317210"/>
              <a:gd name="connsiteY1" fmla="*/ 527923 h 1022420"/>
              <a:gd name="connsiteX2" fmla="*/ 405586 w 1317210"/>
              <a:gd name="connsiteY2" fmla="*/ 517061 h 1022420"/>
              <a:gd name="connsiteX3" fmla="*/ 629423 w 1317210"/>
              <a:gd name="connsiteY3" fmla="*/ 402761 h 1022420"/>
              <a:gd name="connsiteX4" fmla="*/ 810398 w 1317210"/>
              <a:gd name="connsiteY4" fmla="*/ 255124 h 1022420"/>
              <a:gd name="connsiteX5" fmla="*/ 815161 w 1317210"/>
              <a:gd name="connsiteY5" fmla="*/ 131299 h 1022420"/>
              <a:gd name="connsiteX6" fmla="*/ 800873 w 1317210"/>
              <a:gd name="connsiteY6" fmla="*/ 74149 h 1022420"/>
              <a:gd name="connsiteX7" fmla="*/ 862786 w 1317210"/>
              <a:gd name="connsiteY7" fmla="*/ 59861 h 1022420"/>
              <a:gd name="connsiteX8" fmla="*/ 891361 w 1317210"/>
              <a:gd name="connsiteY8" fmla="*/ 217024 h 1022420"/>
              <a:gd name="connsiteX9" fmla="*/ 986611 w 1317210"/>
              <a:gd name="connsiteY9" fmla="*/ 107486 h 1022420"/>
              <a:gd name="connsiteX10" fmla="*/ 1024711 w 1317210"/>
              <a:gd name="connsiteY10" fmla="*/ 26524 h 1022420"/>
              <a:gd name="connsiteX11" fmla="*/ 1105673 w 1317210"/>
              <a:gd name="connsiteY11" fmla="*/ 7474 h 1022420"/>
              <a:gd name="connsiteX12" fmla="*/ 1038998 w 1317210"/>
              <a:gd name="connsiteY12" fmla="*/ 140824 h 1022420"/>
              <a:gd name="connsiteX13" fmla="*/ 948511 w 1317210"/>
              <a:gd name="connsiteY13" fmla="*/ 264649 h 1022420"/>
              <a:gd name="connsiteX14" fmla="*/ 1172348 w 1317210"/>
              <a:gd name="connsiteY14" fmla="*/ 259886 h 1022420"/>
              <a:gd name="connsiteX15" fmla="*/ 1129486 w 1317210"/>
              <a:gd name="connsiteY15" fmla="*/ 326561 h 1022420"/>
              <a:gd name="connsiteX16" fmla="*/ 938986 w 1317210"/>
              <a:gd name="connsiteY16" fmla="*/ 345611 h 1022420"/>
              <a:gd name="connsiteX17" fmla="*/ 834211 w 1317210"/>
              <a:gd name="connsiteY17" fmla="*/ 359899 h 1022420"/>
              <a:gd name="connsiteX18" fmla="*/ 605611 w 1317210"/>
              <a:gd name="connsiteY18" fmla="*/ 540874 h 1022420"/>
              <a:gd name="connsiteX19" fmla="*/ 748486 w 1317210"/>
              <a:gd name="connsiteY19" fmla="*/ 640886 h 1022420"/>
              <a:gd name="connsiteX20" fmla="*/ 858023 w 1317210"/>
              <a:gd name="connsiteY20" fmla="*/ 712324 h 1022420"/>
              <a:gd name="connsiteX21" fmla="*/ 1167586 w 1317210"/>
              <a:gd name="connsiteY21" fmla="*/ 712324 h 1022420"/>
              <a:gd name="connsiteX22" fmla="*/ 1258073 w 1317210"/>
              <a:gd name="connsiteY22" fmla="*/ 650411 h 1022420"/>
              <a:gd name="connsiteX23" fmla="*/ 1315223 w 1317210"/>
              <a:gd name="connsiteY23" fmla="*/ 769474 h 1022420"/>
              <a:gd name="connsiteX24" fmla="*/ 1186636 w 1317210"/>
              <a:gd name="connsiteY24" fmla="*/ 774236 h 1022420"/>
              <a:gd name="connsiteX25" fmla="*/ 929461 w 1317210"/>
              <a:gd name="connsiteY25" fmla="*/ 783761 h 1022420"/>
              <a:gd name="connsiteX26" fmla="*/ 1134248 w 1317210"/>
              <a:gd name="connsiteY26" fmla="*/ 874249 h 1022420"/>
              <a:gd name="connsiteX27" fmla="*/ 1096148 w 1317210"/>
              <a:gd name="connsiteY27" fmla="*/ 950449 h 1022420"/>
              <a:gd name="connsiteX28" fmla="*/ 934223 w 1317210"/>
              <a:gd name="connsiteY28" fmla="*/ 864724 h 1022420"/>
              <a:gd name="connsiteX29" fmla="*/ 905648 w 1317210"/>
              <a:gd name="connsiteY29" fmla="*/ 998074 h 1022420"/>
              <a:gd name="connsiteX30" fmla="*/ 843736 w 1317210"/>
              <a:gd name="connsiteY30" fmla="*/ 1007599 h 1022420"/>
              <a:gd name="connsiteX31" fmla="*/ 867548 w 1317210"/>
              <a:gd name="connsiteY31" fmla="*/ 840911 h 1022420"/>
              <a:gd name="connsiteX32" fmla="*/ 796111 w 1317210"/>
              <a:gd name="connsiteY32" fmla="*/ 764711 h 1022420"/>
              <a:gd name="connsiteX33" fmla="*/ 534173 w 1317210"/>
              <a:gd name="connsiteY33" fmla="*/ 640886 h 1022420"/>
              <a:gd name="connsiteX34" fmla="*/ 334148 w 1317210"/>
              <a:gd name="connsiteY34" fmla="*/ 617074 h 1022420"/>
              <a:gd name="connsiteX35" fmla="*/ 24093 w 1317210"/>
              <a:gd name="connsiteY35" fmla="*/ 623173 h 1022420"/>
              <a:gd name="connsiteX0" fmla="*/ 33034 w 1326151"/>
              <a:gd name="connsiteY0" fmla="*/ 623173 h 1022420"/>
              <a:gd name="connsiteX1" fmla="*/ 61608 w 1326151"/>
              <a:gd name="connsiteY1" fmla="*/ 527923 h 1022420"/>
              <a:gd name="connsiteX2" fmla="*/ 414527 w 1326151"/>
              <a:gd name="connsiteY2" fmla="*/ 517061 h 1022420"/>
              <a:gd name="connsiteX3" fmla="*/ 638364 w 1326151"/>
              <a:gd name="connsiteY3" fmla="*/ 402761 h 1022420"/>
              <a:gd name="connsiteX4" fmla="*/ 819339 w 1326151"/>
              <a:gd name="connsiteY4" fmla="*/ 255124 h 1022420"/>
              <a:gd name="connsiteX5" fmla="*/ 824102 w 1326151"/>
              <a:gd name="connsiteY5" fmla="*/ 131299 h 1022420"/>
              <a:gd name="connsiteX6" fmla="*/ 809814 w 1326151"/>
              <a:gd name="connsiteY6" fmla="*/ 74149 h 1022420"/>
              <a:gd name="connsiteX7" fmla="*/ 871727 w 1326151"/>
              <a:gd name="connsiteY7" fmla="*/ 59861 h 1022420"/>
              <a:gd name="connsiteX8" fmla="*/ 900302 w 1326151"/>
              <a:gd name="connsiteY8" fmla="*/ 217024 h 1022420"/>
              <a:gd name="connsiteX9" fmla="*/ 995552 w 1326151"/>
              <a:gd name="connsiteY9" fmla="*/ 107486 h 1022420"/>
              <a:gd name="connsiteX10" fmla="*/ 1033652 w 1326151"/>
              <a:gd name="connsiteY10" fmla="*/ 26524 h 1022420"/>
              <a:gd name="connsiteX11" fmla="*/ 1114614 w 1326151"/>
              <a:gd name="connsiteY11" fmla="*/ 7474 h 1022420"/>
              <a:gd name="connsiteX12" fmla="*/ 1047939 w 1326151"/>
              <a:gd name="connsiteY12" fmla="*/ 140824 h 1022420"/>
              <a:gd name="connsiteX13" fmla="*/ 957452 w 1326151"/>
              <a:gd name="connsiteY13" fmla="*/ 264649 h 1022420"/>
              <a:gd name="connsiteX14" fmla="*/ 1181289 w 1326151"/>
              <a:gd name="connsiteY14" fmla="*/ 259886 h 1022420"/>
              <a:gd name="connsiteX15" fmla="*/ 1138427 w 1326151"/>
              <a:gd name="connsiteY15" fmla="*/ 326561 h 1022420"/>
              <a:gd name="connsiteX16" fmla="*/ 947927 w 1326151"/>
              <a:gd name="connsiteY16" fmla="*/ 345611 h 1022420"/>
              <a:gd name="connsiteX17" fmla="*/ 843152 w 1326151"/>
              <a:gd name="connsiteY17" fmla="*/ 359899 h 1022420"/>
              <a:gd name="connsiteX18" fmla="*/ 614552 w 1326151"/>
              <a:gd name="connsiteY18" fmla="*/ 540874 h 1022420"/>
              <a:gd name="connsiteX19" fmla="*/ 757427 w 1326151"/>
              <a:gd name="connsiteY19" fmla="*/ 640886 h 1022420"/>
              <a:gd name="connsiteX20" fmla="*/ 866964 w 1326151"/>
              <a:gd name="connsiteY20" fmla="*/ 712324 h 1022420"/>
              <a:gd name="connsiteX21" fmla="*/ 1176527 w 1326151"/>
              <a:gd name="connsiteY21" fmla="*/ 712324 h 1022420"/>
              <a:gd name="connsiteX22" fmla="*/ 1267014 w 1326151"/>
              <a:gd name="connsiteY22" fmla="*/ 650411 h 1022420"/>
              <a:gd name="connsiteX23" fmla="*/ 1324164 w 1326151"/>
              <a:gd name="connsiteY23" fmla="*/ 769474 h 1022420"/>
              <a:gd name="connsiteX24" fmla="*/ 1195577 w 1326151"/>
              <a:gd name="connsiteY24" fmla="*/ 774236 h 1022420"/>
              <a:gd name="connsiteX25" fmla="*/ 938402 w 1326151"/>
              <a:gd name="connsiteY25" fmla="*/ 783761 h 1022420"/>
              <a:gd name="connsiteX26" fmla="*/ 1143189 w 1326151"/>
              <a:gd name="connsiteY26" fmla="*/ 874249 h 1022420"/>
              <a:gd name="connsiteX27" fmla="*/ 1105089 w 1326151"/>
              <a:gd name="connsiteY27" fmla="*/ 950449 h 1022420"/>
              <a:gd name="connsiteX28" fmla="*/ 943164 w 1326151"/>
              <a:gd name="connsiteY28" fmla="*/ 864724 h 1022420"/>
              <a:gd name="connsiteX29" fmla="*/ 914589 w 1326151"/>
              <a:gd name="connsiteY29" fmla="*/ 998074 h 1022420"/>
              <a:gd name="connsiteX30" fmla="*/ 852677 w 1326151"/>
              <a:gd name="connsiteY30" fmla="*/ 1007599 h 1022420"/>
              <a:gd name="connsiteX31" fmla="*/ 876489 w 1326151"/>
              <a:gd name="connsiteY31" fmla="*/ 840911 h 1022420"/>
              <a:gd name="connsiteX32" fmla="*/ 805052 w 1326151"/>
              <a:gd name="connsiteY32" fmla="*/ 764711 h 1022420"/>
              <a:gd name="connsiteX33" fmla="*/ 543114 w 1326151"/>
              <a:gd name="connsiteY33" fmla="*/ 640886 h 1022420"/>
              <a:gd name="connsiteX34" fmla="*/ 343089 w 1326151"/>
              <a:gd name="connsiteY34" fmla="*/ 617074 h 1022420"/>
              <a:gd name="connsiteX35" fmla="*/ 33034 w 1326151"/>
              <a:gd name="connsiteY35" fmla="*/ 623173 h 1022420"/>
              <a:gd name="connsiteX0" fmla="*/ 19474 w 1312591"/>
              <a:gd name="connsiteY0" fmla="*/ 623173 h 1022420"/>
              <a:gd name="connsiteX1" fmla="*/ 48048 w 1312591"/>
              <a:gd name="connsiteY1" fmla="*/ 527923 h 1022420"/>
              <a:gd name="connsiteX2" fmla="*/ 400967 w 1312591"/>
              <a:gd name="connsiteY2" fmla="*/ 517061 h 1022420"/>
              <a:gd name="connsiteX3" fmla="*/ 624804 w 1312591"/>
              <a:gd name="connsiteY3" fmla="*/ 402761 h 1022420"/>
              <a:gd name="connsiteX4" fmla="*/ 805779 w 1312591"/>
              <a:gd name="connsiteY4" fmla="*/ 255124 h 1022420"/>
              <a:gd name="connsiteX5" fmla="*/ 810542 w 1312591"/>
              <a:gd name="connsiteY5" fmla="*/ 131299 h 1022420"/>
              <a:gd name="connsiteX6" fmla="*/ 796254 w 1312591"/>
              <a:gd name="connsiteY6" fmla="*/ 74149 h 1022420"/>
              <a:gd name="connsiteX7" fmla="*/ 858167 w 1312591"/>
              <a:gd name="connsiteY7" fmla="*/ 59861 h 1022420"/>
              <a:gd name="connsiteX8" fmla="*/ 886742 w 1312591"/>
              <a:gd name="connsiteY8" fmla="*/ 217024 h 1022420"/>
              <a:gd name="connsiteX9" fmla="*/ 981992 w 1312591"/>
              <a:gd name="connsiteY9" fmla="*/ 107486 h 1022420"/>
              <a:gd name="connsiteX10" fmla="*/ 1020092 w 1312591"/>
              <a:gd name="connsiteY10" fmla="*/ 26524 h 1022420"/>
              <a:gd name="connsiteX11" fmla="*/ 1101054 w 1312591"/>
              <a:gd name="connsiteY11" fmla="*/ 7474 h 1022420"/>
              <a:gd name="connsiteX12" fmla="*/ 1034379 w 1312591"/>
              <a:gd name="connsiteY12" fmla="*/ 140824 h 1022420"/>
              <a:gd name="connsiteX13" fmla="*/ 943892 w 1312591"/>
              <a:gd name="connsiteY13" fmla="*/ 264649 h 1022420"/>
              <a:gd name="connsiteX14" fmla="*/ 1167729 w 1312591"/>
              <a:gd name="connsiteY14" fmla="*/ 259886 h 1022420"/>
              <a:gd name="connsiteX15" fmla="*/ 1124867 w 1312591"/>
              <a:gd name="connsiteY15" fmla="*/ 326561 h 1022420"/>
              <a:gd name="connsiteX16" fmla="*/ 934367 w 1312591"/>
              <a:gd name="connsiteY16" fmla="*/ 345611 h 1022420"/>
              <a:gd name="connsiteX17" fmla="*/ 829592 w 1312591"/>
              <a:gd name="connsiteY17" fmla="*/ 359899 h 1022420"/>
              <a:gd name="connsiteX18" fmla="*/ 600992 w 1312591"/>
              <a:gd name="connsiteY18" fmla="*/ 540874 h 1022420"/>
              <a:gd name="connsiteX19" fmla="*/ 743867 w 1312591"/>
              <a:gd name="connsiteY19" fmla="*/ 640886 h 1022420"/>
              <a:gd name="connsiteX20" fmla="*/ 853404 w 1312591"/>
              <a:gd name="connsiteY20" fmla="*/ 712324 h 1022420"/>
              <a:gd name="connsiteX21" fmla="*/ 1162967 w 1312591"/>
              <a:gd name="connsiteY21" fmla="*/ 712324 h 1022420"/>
              <a:gd name="connsiteX22" fmla="*/ 1253454 w 1312591"/>
              <a:gd name="connsiteY22" fmla="*/ 650411 h 1022420"/>
              <a:gd name="connsiteX23" fmla="*/ 1310604 w 1312591"/>
              <a:gd name="connsiteY23" fmla="*/ 769474 h 1022420"/>
              <a:gd name="connsiteX24" fmla="*/ 1182017 w 1312591"/>
              <a:gd name="connsiteY24" fmla="*/ 774236 h 1022420"/>
              <a:gd name="connsiteX25" fmla="*/ 924842 w 1312591"/>
              <a:gd name="connsiteY25" fmla="*/ 783761 h 1022420"/>
              <a:gd name="connsiteX26" fmla="*/ 1129629 w 1312591"/>
              <a:gd name="connsiteY26" fmla="*/ 874249 h 1022420"/>
              <a:gd name="connsiteX27" fmla="*/ 1091529 w 1312591"/>
              <a:gd name="connsiteY27" fmla="*/ 950449 h 1022420"/>
              <a:gd name="connsiteX28" fmla="*/ 929604 w 1312591"/>
              <a:gd name="connsiteY28" fmla="*/ 864724 h 1022420"/>
              <a:gd name="connsiteX29" fmla="*/ 901029 w 1312591"/>
              <a:gd name="connsiteY29" fmla="*/ 998074 h 1022420"/>
              <a:gd name="connsiteX30" fmla="*/ 839117 w 1312591"/>
              <a:gd name="connsiteY30" fmla="*/ 1007599 h 1022420"/>
              <a:gd name="connsiteX31" fmla="*/ 862929 w 1312591"/>
              <a:gd name="connsiteY31" fmla="*/ 840911 h 1022420"/>
              <a:gd name="connsiteX32" fmla="*/ 791492 w 1312591"/>
              <a:gd name="connsiteY32" fmla="*/ 764711 h 1022420"/>
              <a:gd name="connsiteX33" fmla="*/ 529554 w 1312591"/>
              <a:gd name="connsiteY33" fmla="*/ 640886 h 1022420"/>
              <a:gd name="connsiteX34" fmla="*/ 329529 w 1312591"/>
              <a:gd name="connsiteY34" fmla="*/ 617074 h 1022420"/>
              <a:gd name="connsiteX35" fmla="*/ 19474 w 1312591"/>
              <a:gd name="connsiteY35" fmla="*/ 623173 h 1022420"/>
              <a:gd name="connsiteX0" fmla="*/ 8903 w 1302020"/>
              <a:gd name="connsiteY0" fmla="*/ 623173 h 1022420"/>
              <a:gd name="connsiteX1" fmla="*/ 37477 w 1302020"/>
              <a:gd name="connsiteY1" fmla="*/ 527923 h 1022420"/>
              <a:gd name="connsiteX2" fmla="*/ 390396 w 1302020"/>
              <a:gd name="connsiteY2" fmla="*/ 517061 h 1022420"/>
              <a:gd name="connsiteX3" fmla="*/ 614233 w 1302020"/>
              <a:gd name="connsiteY3" fmla="*/ 402761 h 1022420"/>
              <a:gd name="connsiteX4" fmla="*/ 795208 w 1302020"/>
              <a:gd name="connsiteY4" fmla="*/ 255124 h 1022420"/>
              <a:gd name="connsiteX5" fmla="*/ 799971 w 1302020"/>
              <a:gd name="connsiteY5" fmla="*/ 131299 h 1022420"/>
              <a:gd name="connsiteX6" fmla="*/ 785683 w 1302020"/>
              <a:gd name="connsiteY6" fmla="*/ 74149 h 1022420"/>
              <a:gd name="connsiteX7" fmla="*/ 847596 w 1302020"/>
              <a:gd name="connsiteY7" fmla="*/ 59861 h 1022420"/>
              <a:gd name="connsiteX8" fmla="*/ 876171 w 1302020"/>
              <a:gd name="connsiteY8" fmla="*/ 217024 h 1022420"/>
              <a:gd name="connsiteX9" fmla="*/ 971421 w 1302020"/>
              <a:gd name="connsiteY9" fmla="*/ 107486 h 1022420"/>
              <a:gd name="connsiteX10" fmla="*/ 1009521 w 1302020"/>
              <a:gd name="connsiteY10" fmla="*/ 26524 h 1022420"/>
              <a:gd name="connsiteX11" fmla="*/ 1090483 w 1302020"/>
              <a:gd name="connsiteY11" fmla="*/ 7474 h 1022420"/>
              <a:gd name="connsiteX12" fmla="*/ 1023808 w 1302020"/>
              <a:gd name="connsiteY12" fmla="*/ 140824 h 1022420"/>
              <a:gd name="connsiteX13" fmla="*/ 933321 w 1302020"/>
              <a:gd name="connsiteY13" fmla="*/ 264649 h 1022420"/>
              <a:gd name="connsiteX14" fmla="*/ 1157158 w 1302020"/>
              <a:gd name="connsiteY14" fmla="*/ 259886 h 1022420"/>
              <a:gd name="connsiteX15" fmla="*/ 1114296 w 1302020"/>
              <a:gd name="connsiteY15" fmla="*/ 326561 h 1022420"/>
              <a:gd name="connsiteX16" fmla="*/ 923796 w 1302020"/>
              <a:gd name="connsiteY16" fmla="*/ 345611 h 1022420"/>
              <a:gd name="connsiteX17" fmla="*/ 819021 w 1302020"/>
              <a:gd name="connsiteY17" fmla="*/ 359899 h 1022420"/>
              <a:gd name="connsiteX18" fmla="*/ 590421 w 1302020"/>
              <a:gd name="connsiteY18" fmla="*/ 540874 h 1022420"/>
              <a:gd name="connsiteX19" fmla="*/ 733296 w 1302020"/>
              <a:gd name="connsiteY19" fmla="*/ 640886 h 1022420"/>
              <a:gd name="connsiteX20" fmla="*/ 842833 w 1302020"/>
              <a:gd name="connsiteY20" fmla="*/ 712324 h 1022420"/>
              <a:gd name="connsiteX21" fmla="*/ 1152396 w 1302020"/>
              <a:gd name="connsiteY21" fmla="*/ 712324 h 1022420"/>
              <a:gd name="connsiteX22" fmla="*/ 1242883 w 1302020"/>
              <a:gd name="connsiteY22" fmla="*/ 650411 h 1022420"/>
              <a:gd name="connsiteX23" fmla="*/ 1300033 w 1302020"/>
              <a:gd name="connsiteY23" fmla="*/ 769474 h 1022420"/>
              <a:gd name="connsiteX24" fmla="*/ 1171446 w 1302020"/>
              <a:gd name="connsiteY24" fmla="*/ 774236 h 1022420"/>
              <a:gd name="connsiteX25" fmla="*/ 914271 w 1302020"/>
              <a:gd name="connsiteY25" fmla="*/ 783761 h 1022420"/>
              <a:gd name="connsiteX26" fmla="*/ 1119058 w 1302020"/>
              <a:gd name="connsiteY26" fmla="*/ 874249 h 1022420"/>
              <a:gd name="connsiteX27" fmla="*/ 1080958 w 1302020"/>
              <a:gd name="connsiteY27" fmla="*/ 950449 h 1022420"/>
              <a:gd name="connsiteX28" fmla="*/ 919033 w 1302020"/>
              <a:gd name="connsiteY28" fmla="*/ 864724 h 1022420"/>
              <a:gd name="connsiteX29" fmla="*/ 890458 w 1302020"/>
              <a:gd name="connsiteY29" fmla="*/ 998074 h 1022420"/>
              <a:gd name="connsiteX30" fmla="*/ 828546 w 1302020"/>
              <a:gd name="connsiteY30" fmla="*/ 1007599 h 1022420"/>
              <a:gd name="connsiteX31" fmla="*/ 852358 w 1302020"/>
              <a:gd name="connsiteY31" fmla="*/ 840911 h 1022420"/>
              <a:gd name="connsiteX32" fmla="*/ 780921 w 1302020"/>
              <a:gd name="connsiteY32" fmla="*/ 764711 h 1022420"/>
              <a:gd name="connsiteX33" fmla="*/ 518983 w 1302020"/>
              <a:gd name="connsiteY33" fmla="*/ 640886 h 1022420"/>
              <a:gd name="connsiteX34" fmla="*/ 318958 w 1302020"/>
              <a:gd name="connsiteY34" fmla="*/ 617074 h 1022420"/>
              <a:gd name="connsiteX35" fmla="*/ 8903 w 1302020"/>
              <a:gd name="connsiteY35" fmla="*/ 623173 h 1022420"/>
              <a:gd name="connsiteX0" fmla="*/ 8903 w 1302020"/>
              <a:gd name="connsiteY0" fmla="*/ 623173 h 1022420"/>
              <a:gd name="connsiteX1" fmla="*/ 37477 w 1302020"/>
              <a:gd name="connsiteY1" fmla="*/ 527923 h 1022420"/>
              <a:gd name="connsiteX2" fmla="*/ 390396 w 1302020"/>
              <a:gd name="connsiteY2" fmla="*/ 517061 h 1022420"/>
              <a:gd name="connsiteX3" fmla="*/ 614233 w 1302020"/>
              <a:gd name="connsiteY3" fmla="*/ 402761 h 1022420"/>
              <a:gd name="connsiteX4" fmla="*/ 795208 w 1302020"/>
              <a:gd name="connsiteY4" fmla="*/ 255124 h 1022420"/>
              <a:gd name="connsiteX5" fmla="*/ 799971 w 1302020"/>
              <a:gd name="connsiteY5" fmla="*/ 131299 h 1022420"/>
              <a:gd name="connsiteX6" fmla="*/ 785683 w 1302020"/>
              <a:gd name="connsiteY6" fmla="*/ 74149 h 1022420"/>
              <a:gd name="connsiteX7" fmla="*/ 847596 w 1302020"/>
              <a:gd name="connsiteY7" fmla="*/ 59861 h 1022420"/>
              <a:gd name="connsiteX8" fmla="*/ 876171 w 1302020"/>
              <a:gd name="connsiteY8" fmla="*/ 217024 h 1022420"/>
              <a:gd name="connsiteX9" fmla="*/ 971421 w 1302020"/>
              <a:gd name="connsiteY9" fmla="*/ 107486 h 1022420"/>
              <a:gd name="connsiteX10" fmla="*/ 1009521 w 1302020"/>
              <a:gd name="connsiteY10" fmla="*/ 26524 h 1022420"/>
              <a:gd name="connsiteX11" fmla="*/ 1090483 w 1302020"/>
              <a:gd name="connsiteY11" fmla="*/ 7474 h 1022420"/>
              <a:gd name="connsiteX12" fmla="*/ 1023808 w 1302020"/>
              <a:gd name="connsiteY12" fmla="*/ 140824 h 1022420"/>
              <a:gd name="connsiteX13" fmla="*/ 933321 w 1302020"/>
              <a:gd name="connsiteY13" fmla="*/ 264649 h 1022420"/>
              <a:gd name="connsiteX14" fmla="*/ 1157158 w 1302020"/>
              <a:gd name="connsiteY14" fmla="*/ 259886 h 1022420"/>
              <a:gd name="connsiteX15" fmla="*/ 1114296 w 1302020"/>
              <a:gd name="connsiteY15" fmla="*/ 326561 h 1022420"/>
              <a:gd name="connsiteX16" fmla="*/ 923796 w 1302020"/>
              <a:gd name="connsiteY16" fmla="*/ 345611 h 1022420"/>
              <a:gd name="connsiteX17" fmla="*/ 819021 w 1302020"/>
              <a:gd name="connsiteY17" fmla="*/ 359899 h 1022420"/>
              <a:gd name="connsiteX18" fmla="*/ 590421 w 1302020"/>
              <a:gd name="connsiteY18" fmla="*/ 540874 h 1022420"/>
              <a:gd name="connsiteX19" fmla="*/ 733296 w 1302020"/>
              <a:gd name="connsiteY19" fmla="*/ 640886 h 1022420"/>
              <a:gd name="connsiteX20" fmla="*/ 842833 w 1302020"/>
              <a:gd name="connsiteY20" fmla="*/ 712324 h 1022420"/>
              <a:gd name="connsiteX21" fmla="*/ 1152396 w 1302020"/>
              <a:gd name="connsiteY21" fmla="*/ 712324 h 1022420"/>
              <a:gd name="connsiteX22" fmla="*/ 1242883 w 1302020"/>
              <a:gd name="connsiteY22" fmla="*/ 650411 h 1022420"/>
              <a:gd name="connsiteX23" fmla="*/ 1300033 w 1302020"/>
              <a:gd name="connsiteY23" fmla="*/ 769474 h 1022420"/>
              <a:gd name="connsiteX24" fmla="*/ 1171446 w 1302020"/>
              <a:gd name="connsiteY24" fmla="*/ 774236 h 1022420"/>
              <a:gd name="connsiteX25" fmla="*/ 914271 w 1302020"/>
              <a:gd name="connsiteY25" fmla="*/ 783761 h 1022420"/>
              <a:gd name="connsiteX26" fmla="*/ 1119058 w 1302020"/>
              <a:gd name="connsiteY26" fmla="*/ 874249 h 1022420"/>
              <a:gd name="connsiteX27" fmla="*/ 1080958 w 1302020"/>
              <a:gd name="connsiteY27" fmla="*/ 950449 h 1022420"/>
              <a:gd name="connsiteX28" fmla="*/ 919033 w 1302020"/>
              <a:gd name="connsiteY28" fmla="*/ 864724 h 1022420"/>
              <a:gd name="connsiteX29" fmla="*/ 890458 w 1302020"/>
              <a:gd name="connsiteY29" fmla="*/ 998074 h 1022420"/>
              <a:gd name="connsiteX30" fmla="*/ 828546 w 1302020"/>
              <a:gd name="connsiteY30" fmla="*/ 1007599 h 1022420"/>
              <a:gd name="connsiteX31" fmla="*/ 852358 w 1302020"/>
              <a:gd name="connsiteY31" fmla="*/ 840911 h 1022420"/>
              <a:gd name="connsiteX32" fmla="*/ 780921 w 1302020"/>
              <a:gd name="connsiteY32" fmla="*/ 764711 h 1022420"/>
              <a:gd name="connsiteX33" fmla="*/ 518983 w 1302020"/>
              <a:gd name="connsiteY33" fmla="*/ 640886 h 1022420"/>
              <a:gd name="connsiteX34" fmla="*/ 318958 w 1302020"/>
              <a:gd name="connsiteY34" fmla="*/ 617074 h 1022420"/>
              <a:gd name="connsiteX35" fmla="*/ 8903 w 1302020"/>
              <a:gd name="connsiteY35" fmla="*/ 623173 h 1022420"/>
              <a:gd name="connsiteX0" fmla="*/ 17991 w 1287295"/>
              <a:gd name="connsiteY0" fmla="*/ 623173 h 1022420"/>
              <a:gd name="connsiteX1" fmla="*/ 22752 w 1287295"/>
              <a:gd name="connsiteY1" fmla="*/ 527923 h 1022420"/>
              <a:gd name="connsiteX2" fmla="*/ 375671 w 1287295"/>
              <a:gd name="connsiteY2" fmla="*/ 517061 h 1022420"/>
              <a:gd name="connsiteX3" fmla="*/ 599508 w 1287295"/>
              <a:gd name="connsiteY3" fmla="*/ 402761 h 1022420"/>
              <a:gd name="connsiteX4" fmla="*/ 780483 w 1287295"/>
              <a:gd name="connsiteY4" fmla="*/ 255124 h 1022420"/>
              <a:gd name="connsiteX5" fmla="*/ 785246 w 1287295"/>
              <a:gd name="connsiteY5" fmla="*/ 131299 h 1022420"/>
              <a:gd name="connsiteX6" fmla="*/ 770958 w 1287295"/>
              <a:gd name="connsiteY6" fmla="*/ 74149 h 1022420"/>
              <a:gd name="connsiteX7" fmla="*/ 832871 w 1287295"/>
              <a:gd name="connsiteY7" fmla="*/ 59861 h 1022420"/>
              <a:gd name="connsiteX8" fmla="*/ 861446 w 1287295"/>
              <a:gd name="connsiteY8" fmla="*/ 217024 h 1022420"/>
              <a:gd name="connsiteX9" fmla="*/ 956696 w 1287295"/>
              <a:gd name="connsiteY9" fmla="*/ 107486 h 1022420"/>
              <a:gd name="connsiteX10" fmla="*/ 994796 w 1287295"/>
              <a:gd name="connsiteY10" fmla="*/ 26524 h 1022420"/>
              <a:gd name="connsiteX11" fmla="*/ 1075758 w 1287295"/>
              <a:gd name="connsiteY11" fmla="*/ 7474 h 1022420"/>
              <a:gd name="connsiteX12" fmla="*/ 1009083 w 1287295"/>
              <a:gd name="connsiteY12" fmla="*/ 140824 h 1022420"/>
              <a:gd name="connsiteX13" fmla="*/ 918596 w 1287295"/>
              <a:gd name="connsiteY13" fmla="*/ 264649 h 1022420"/>
              <a:gd name="connsiteX14" fmla="*/ 1142433 w 1287295"/>
              <a:gd name="connsiteY14" fmla="*/ 259886 h 1022420"/>
              <a:gd name="connsiteX15" fmla="*/ 1099571 w 1287295"/>
              <a:gd name="connsiteY15" fmla="*/ 326561 h 1022420"/>
              <a:gd name="connsiteX16" fmla="*/ 909071 w 1287295"/>
              <a:gd name="connsiteY16" fmla="*/ 345611 h 1022420"/>
              <a:gd name="connsiteX17" fmla="*/ 804296 w 1287295"/>
              <a:gd name="connsiteY17" fmla="*/ 359899 h 1022420"/>
              <a:gd name="connsiteX18" fmla="*/ 575696 w 1287295"/>
              <a:gd name="connsiteY18" fmla="*/ 540874 h 1022420"/>
              <a:gd name="connsiteX19" fmla="*/ 718571 w 1287295"/>
              <a:gd name="connsiteY19" fmla="*/ 640886 h 1022420"/>
              <a:gd name="connsiteX20" fmla="*/ 828108 w 1287295"/>
              <a:gd name="connsiteY20" fmla="*/ 712324 h 1022420"/>
              <a:gd name="connsiteX21" fmla="*/ 1137671 w 1287295"/>
              <a:gd name="connsiteY21" fmla="*/ 712324 h 1022420"/>
              <a:gd name="connsiteX22" fmla="*/ 1228158 w 1287295"/>
              <a:gd name="connsiteY22" fmla="*/ 650411 h 1022420"/>
              <a:gd name="connsiteX23" fmla="*/ 1285308 w 1287295"/>
              <a:gd name="connsiteY23" fmla="*/ 769474 h 1022420"/>
              <a:gd name="connsiteX24" fmla="*/ 1156721 w 1287295"/>
              <a:gd name="connsiteY24" fmla="*/ 774236 h 1022420"/>
              <a:gd name="connsiteX25" fmla="*/ 899546 w 1287295"/>
              <a:gd name="connsiteY25" fmla="*/ 783761 h 1022420"/>
              <a:gd name="connsiteX26" fmla="*/ 1104333 w 1287295"/>
              <a:gd name="connsiteY26" fmla="*/ 874249 h 1022420"/>
              <a:gd name="connsiteX27" fmla="*/ 1066233 w 1287295"/>
              <a:gd name="connsiteY27" fmla="*/ 950449 h 1022420"/>
              <a:gd name="connsiteX28" fmla="*/ 904308 w 1287295"/>
              <a:gd name="connsiteY28" fmla="*/ 864724 h 1022420"/>
              <a:gd name="connsiteX29" fmla="*/ 875733 w 1287295"/>
              <a:gd name="connsiteY29" fmla="*/ 998074 h 1022420"/>
              <a:gd name="connsiteX30" fmla="*/ 813821 w 1287295"/>
              <a:gd name="connsiteY30" fmla="*/ 1007599 h 1022420"/>
              <a:gd name="connsiteX31" fmla="*/ 837633 w 1287295"/>
              <a:gd name="connsiteY31" fmla="*/ 840911 h 1022420"/>
              <a:gd name="connsiteX32" fmla="*/ 766196 w 1287295"/>
              <a:gd name="connsiteY32" fmla="*/ 764711 h 1022420"/>
              <a:gd name="connsiteX33" fmla="*/ 504258 w 1287295"/>
              <a:gd name="connsiteY33" fmla="*/ 640886 h 1022420"/>
              <a:gd name="connsiteX34" fmla="*/ 304233 w 1287295"/>
              <a:gd name="connsiteY34" fmla="*/ 617074 h 1022420"/>
              <a:gd name="connsiteX35" fmla="*/ 17991 w 1287295"/>
              <a:gd name="connsiteY35" fmla="*/ 623173 h 1022420"/>
              <a:gd name="connsiteX0" fmla="*/ 20722 w 1285264"/>
              <a:gd name="connsiteY0" fmla="*/ 623173 h 1022420"/>
              <a:gd name="connsiteX1" fmla="*/ 20721 w 1285264"/>
              <a:gd name="connsiteY1" fmla="*/ 527923 h 1022420"/>
              <a:gd name="connsiteX2" fmla="*/ 373640 w 1285264"/>
              <a:gd name="connsiteY2" fmla="*/ 517061 h 1022420"/>
              <a:gd name="connsiteX3" fmla="*/ 597477 w 1285264"/>
              <a:gd name="connsiteY3" fmla="*/ 402761 h 1022420"/>
              <a:gd name="connsiteX4" fmla="*/ 778452 w 1285264"/>
              <a:gd name="connsiteY4" fmla="*/ 255124 h 1022420"/>
              <a:gd name="connsiteX5" fmla="*/ 783215 w 1285264"/>
              <a:gd name="connsiteY5" fmla="*/ 131299 h 1022420"/>
              <a:gd name="connsiteX6" fmla="*/ 768927 w 1285264"/>
              <a:gd name="connsiteY6" fmla="*/ 74149 h 1022420"/>
              <a:gd name="connsiteX7" fmla="*/ 830840 w 1285264"/>
              <a:gd name="connsiteY7" fmla="*/ 59861 h 1022420"/>
              <a:gd name="connsiteX8" fmla="*/ 859415 w 1285264"/>
              <a:gd name="connsiteY8" fmla="*/ 217024 h 1022420"/>
              <a:gd name="connsiteX9" fmla="*/ 954665 w 1285264"/>
              <a:gd name="connsiteY9" fmla="*/ 107486 h 1022420"/>
              <a:gd name="connsiteX10" fmla="*/ 992765 w 1285264"/>
              <a:gd name="connsiteY10" fmla="*/ 26524 h 1022420"/>
              <a:gd name="connsiteX11" fmla="*/ 1073727 w 1285264"/>
              <a:gd name="connsiteY11" fmla="*/ 7474 h 1022420"/>
              <a:gd name="connsiteX12" fmla="*/ 1007052 w 1285264"/>
              <a:gd name="connsiteY12" fmla="*/ 140824 h 1022420"/>
              <a:gd name="connsiteX13" fmla="*/ 916565 w 1285264"/>
              <a:gd name="connsiteY13" fmla="*/ 264649 h 1022420"/>
              <a:gd name="connsiteX14" fmla="*/ 1140402 w 1285264"/>
              <a:gd name="connsiteY14" fmla="*/ 259886 h 1022420"/>
              <a:gd name="connsiteX15" fmla="*/ 1097540 w 1285264"/>
              <a:gd name="connsiteY15" fmla="*/ 326561 h 1022420"/>
              <a:gd name="connsiteX16" fmla="*/ 907040 w 1285264"/>
              <a:gd name="connsiteY16" fmla="*/ 345611 h 1022420"/>
              <a:gd name="connsiteX17" fmla="*/ 802265 w 1285264"/>
              <a:gd name="connsiteY17" fmla="*/ 359899 h 1022420"/>
              <a:gd name="connsiteX18" fmla="*/ 573665 w 1285264"/>
              <a:gd name="connsiteY18" fmla="*/ 540874 h 1022420"/>
              <a:gd name="connsiteX19" fmla="*/ 716540 w 1285264"/>
              <a:gd name="connsiteY19" fmla="*/ 640886 h 1022420"/>
              <a:gd name="connsiteX20" fmla="*/ 826077 w 1285264"/>
              <a:gd name="connsiteY20" fmla="*/ 712324 h 1022420"/>
              <a:gd name="connsiteX21" fmla="*/ 1135640 w 1285264"/>
              <a:gd name="connsiteY21" fmla="*/ 712324 h 1022420"/>
              <a:gd name="connsiteX22" fmla="*/ 1226127 w 1285264"/>
              <a:gd name="connsiteY22" fmla="*/ 650411 h 1022420"/>
              <a:gd name="connsiteX23" fmla="*/ 1283277 w 1285264"/>
              <a:gd name="connsiteY23" fmla="*/ 769474 h 1022420"/>
              <a:gd name="connsiteX24" fmla="*/ 1154690 w 1285264"/>
              <a:gd name="connsiteY24" fmla="*/ 774236 h 1022420"/>
              <a:gd name="connsiteX25" fmla="*/ 897515 w 1285264"/>
              <a:gd name="connsiteY25" fmla="*/ 783761 h 1022420"/>
              <a:gd name="connsiteX26" fmla="*/ 1102302 w 1285264"/>
              <a:gd name="connsiteY26" fmla="*/ 874249 h 1022420"/>
              <a:gd name="connsiteX27" fmla="*/ 1064202 w 1285264"/>
              <a:gd name="connsiteY27" fmla="*/ 950449 h 1022420"/>
              <a:gd name="connsiteX28" fmla="*/ 902277 w 1285264"/>
              <a:gd name="connsiteY28" fmla="*/ 864724 h 1022420"/>
              <a:gd name="connsiteX29" fmla="*/ 873702 w 1285264"/>
              <a:gd name="connsiteY29" fmla="*/ 998074 h 1022420"/>
              <a:gd name="connsiteX30" fmla="*/ 811790 w 1285264"/>
              <a:gd name="connsiteY30" fmla="*/ 1007599 h 1022420"/>
              <a:gd name="connsiteX31" fmla="*/ 835602 w 1285264"/>
              <a:gd name="connsiteY31" fmla="*/ 840911 h 1022420"/>
              <a:gd name="connsiteX32" fmla="*/ 764165 w 1285264"/>
              <a:gd name="connsiteY32" fmla="*/ 764711 h 1022420"/>
              <a:gd name="connsiteX33" fmla="*/ 502227 w 1285264"/>
              <a:gd name="connsiteY33" fmla="*/ 640886 h 1022420"/>
              <a:gd name="connsiteX34" fmla="*/ 302202 w 1285264"/>
              <a:gd name="connsiteY34" fmla="*/ 617074 h 1022420"/>
              <a:gd name="connsiteX35" fmla="*/ 20722 w 1285264"/>
              <a:gd name="connsiteY35" fmla="*/ 623173 h 1022420"/>
              <a:gd name="connsiteX0" fmla="*/ 20722 w 1285264"/>
              <a:gd name="connsiteY0" fmla="*/ 623173 h 1022420"/>
              <a:gd name="connsiteX1" fmla="*/ 20721 w 1285264"/>
              <a:gd name="connsiteY1" fmla="*/ 527923 h 1022420"/>
              <a:gd name="connsiteX2" fmla="*/ 373640 w 1285264"/>
              <a:gd name="connsiteY2" fmla="*/ 507536 h 1022420"/>
              <a:gd name="connsiteX3" fmla="*/ 597477 w 1285264"/>
              <a:gd name="connsiteY3" fmla="*/ 402761 h 1022420"/>
              <a:gd name="connsiteX4" fmla="*/ 778452 w 1285264"/>
              <a:gd name="connsiteY4" fmla="*/ 255124 h 1022420"/>
              <a:gd name="connsiteX5" fmla="*/ 783215 w 1285264"/>
              <a:gd name="connsiteY5" fmla="*/ 131299 h 1022420"/>
              <a:gd name="connsiteX6" fmla="*/ 768927 w 1285264"/>
              <a:gd name="connsiteY6" fmla="*/ 74149 h 1022420"/>
              <a:gd name="connsiteX7" fmla="*/ 830840 w 1285264"/>
              <a:gd name="connsiteY7" fmla="*/ 59861 h 1022420"/>
              <a:gd name="connsiteX8" fmla="*/ 859415 w 1285264"/>
              <a:gd name="connsiteY8" fmla="*/ 217024 h 1022420"/>
              <a:gd name="connsiteX9" fmla="*/ 954665 w 1285264"/>
              <a:gd name="connsiteY9" fmla="*/ 107486 h 1022420"/>
              <a:gd name="connsiteX10" fmla="*/ 992765 w 1285264"/>
              <a:gd name="connsiteY10" fmla="*/ 26524 h 1022420"/>
              <a:gd name="connsiteX11" fmla="*/ 1073727 w 1285264"/>
              <a:gd name="connsiteY11" fmla="*/ 7474 h 1022420"/>
              <a:gd name="connsiteX12" fmla="*/ 1007052 w 1285264"/>
              <a:gd name="connsiteY12" fmla="*/ 140824 h 1022420"/>
              <a:gd name="connsiteX13" fmla="*/ 916565 w 1285264"/>
              <a:gd name="connsiteY13" fmla="*/ 264649 h 1022420"/>
              <a:gd name="connsiteX14" fmla="*/ 1140402 w 1285264"/>
              <a:gd name="connsiteY14" fmla="*/ 259886 h 1022420"/>
              <a:gd name="connsiteX15" fmla="*/ 1097540 w 1285264"/>
              <a:gd name="connsiteY15" fmla="*/ 326561 h 1022420"/>
              <a:gd name="connsiteX16" fmla="*/ 907040 w 1285264"/>
              <a:gd name="connsiteY16" fmla="*/ 345611 h 1022420"/>
              <a:gd name="connsiteX17" fmla="*/ 802265 w 1285264"/>
              <a:gd name="connsiteY17" fmla="*/ 359899 h 1022420"/>
              <a:gd name="connsiteX18" fmla="*/ 573665 w 1285264"/>
              <a:gd name="connsiteY18" fmla="*/ 540874 h 1022420"/>
              <a:gd name="connsiteX19" fmla="*/ 716540 w 1285264"/>
              <a:gd name="connsiteY19" fmla="*/ 640886 h 1022420"/>
              <a:gd name="connsiteX20" fmla="*/ 826077 w 1285264"/>
              <a:gd name="connsiteY20" fmla="*/ 712324 h 1022420"/>
              <a:gd name="connsiteX21" fmla="*/ 1135640 w 1285264"/>
              <a:gd name="connsiteY21" fmla="*/ 712324 h 1022420"/>
              <a:gd name="connsiteX22" fmla="*/ 1226127 w 1285264"/>
              <a:gd name="connsiteY22" fmla="*/ 650411 h 1022420"/>
              <a:gd name="connsiteX23" fmla="*/ 1283277 w 1285264"/>
              <a:gd name="connsiteY23" fmla="*/ 769474 h 1022420"/>
              <a:gd name="connsiteX24" fmla="*/ 1154690 w 1285264"/>
              <a:gd name="connsiteY24" fmla="*/ 774236 h 1022420"/>
              <a:gd name="connsiteX25" fmla="*/ 897515 w 1285264"/>
              <a:gd name="connsiteY25" fmla="*/ 783761 h 1022420"/>
              <a:gd name="connsiteX26" fmla="*/ 1102302 w 1285264"/>
              <a:gd name="connsiteY26" fmla="*/ 874249 h 1022420"/>
              <a:gd name="connsiteX27" fmla="*/ 1064202 w 1285264"/>
              <a:gd name="connsiteY27" fmla="*/ 950449 h 1022420"/>
              <a:gd name="connsiteX28" fmla="*/ 902277 w 1285264"/>
              <a:gd name="connsiteY28" fmla="*/ 864724 h 1022420"/>
              <a:gd name="connsiteX29" fmla="*/ 873702 w 1285264"/>
              <a:gd name="connsiteY29" fmla="*/ 998074 h 1022420"/>
              <a:gd name="connsiteX30" fmla="*/ 811790 w 1285264"/>
              <a:gd name="connsiteY30" fmla="*/ 1007599 h 1022420"/>
              <a:gd name="connsiteX31" fmla="*/ 835602 w 1285264"/>
              <a:gd name="connsiteY31" fmla="*/ 840911 h 1022420"/>
              <a:gd name="connsiteX32" fmla="*/ 764165 w 1285264"/>
              <a:gd name="connsiteY32" fmla="*/ 764711 h 1022420"/>
              <a:gd name="connsiteX33" fmla="*/ 502227 w 1285264"/>
              <a:gd name="connsiteY33" fmla="*/ 640886 h 1022420"/>
              <a:gd name="connsiteX34" fmla="*/ 302202 w 1285264"/>
              <a:gd name="connsiteY34" fmla="*/ 617074 h 1022420"/>
              <a:gd name="connsiteX35" fmla="*/ 20722 w 1285264"/>
              <a:gd name="connsiteY35" fmla="*/ 623173 h 1022420"/>
              <a:gd name="connsiteX0" fmla="*/ 9491 w 1300227"/>
              <a:gd name="connsiteY0" fmla="*/ 623173 h 1022420"/>
              <a:gd name="connsiteX1" fmla="*/ 35684 w 1300227"/>
              <a:gd name="connsiteY1" fmla="*/ 527923 h 1022420"/>
              <a:gd name="connsiteX2" fmla="*/ 388603 w 1300227"/>
              <a:gd name="connsiteY2" fmla="*/ 507536 h 1022420"/>
              <a:gd name="connsiteX3" fmla="*/ 612440 w 1300227"/>
              <a:gd name="connsiteY3" fmla="*/ 402761 h 1022420"/>
              <a:gd name="connsiteX4" fmla="*/ 793415 w 1300227"/>
              <a:gd name="connsiteY4" fmla="*/ 255124 h 1022420"/>
              <a:gd name="connsiteX5" fmla="*/ 798178 w 1300227"/>
              <a:gd name="connsiteY5" fmla="*/ 131299 h 1022420"/>
              <a:gd name="connsiteX6" fmla="*/ 783890 w 1300227"/>
              <a:gd name="connsiteY6" fmla="*/ 74149 h 1022420"/>
              <a:gd name="connsiteX7" fmla="*/ 845803 w 1300227"/>
              <a:gd name="connsiteY7" fmla="*/ 59861 h 1022420"/>
              <a:gd name="connsiteX8" fmla="*/ 874378 w 1300227"/>
              <a:gd name="connsiteY8" fmla="*/ 217024 h 1022420"/>
              <a:gd name="connsiteX9" fmla="*/ 969628 w 1300227"/>
              <a:gd name="connsiteY9" fmla="*/ 107486 h 1022420"/>
              <a:gd name="connsiteX10" fmla="*/ 1007728 w 1300227"/>
              <a:gd name="connsiteY10" fmla="*/ 26524 h 1022420"/>
              <a:gd name="connsiteX11" fmla="*/ 1088690 w 1300227"/>
              <a:gd name="connsiteY11" fmla="*/ 7474 h 1022420"/>
              <a:gd name="connsiteX12" fmla="*/ 1022015 w 1300227"/>
              <a:gd name="connsiteY12" fmla="*/ 140824 h 1022420"/>
              <a:gd name="connsiteX13" fmla="*/ 931528 w 1300227"/>
              <a:gd name="connsiteY13" fmla="*/ 264649 h 1022420"/>
              <a:gd name="connsiteX14" fmla="*/ 1155365 w 1300227"/>
              <a:gd name="connsiteY14" fmla="*/ 259886 h 1022420"/>
              <a:gd name="connsiteX15" fmla="*/ 1112503 w 1300227"/>
              <a:gd name="connsiteY15" fmla="*/ 326561 h 1022420"/>
              <a:gd name="connsiteX16" fmla="*/ 922003 w 1300227"/>
              <a:gd name="connsiteY16" fmla="*/ 345611 h 1022420"/>
              <a:gd name="connsiteX17" fmla="*/ 817228 w 1300227"/>
              <a:gd name="connsiteY17" fmla="*/ 359899 h 1022420"/>
              <a:gd name="connsiteX18" fmla="*/ 588628 w 1300227"/>
              <a:gd name="connsiteY18" fmla="*/ 540874 h 1022420"/>
              <a:gd name="connsiteX19" fmla="*/ 731503 w 1300227"/>
              <a:gd name="connsiteY19" fmla="*/ 640886 h 1022420"/>
              <a:gd name="connsiteX20" fmla="*/ 841040 w 1300227"/>
              <a:gd name="connsiteY20" fmla="*/ 712324 h 1022420"/>
              <a:gd name="connsiteX21" fmla="*/ 1150603 w 1300227"/>
              <a:gd name="connsiteY21" fmla="*/ 712324 h 1022420"/>
              <a:gd name="connsiteX22" fmla="*/ 1241090 w 1300227"/>
              <a:gd name="connsiteY22" fmla="*/ 650411 h 1022420"/>
              <a:gd name="connsiteX23" fmla="*/ 1298240 w 1300227"/>
              <a:gd name="connsiteY23" fmla="*/ 769474 h 1022420"/>
              <a:gd name="connsiteX24" fmla="*/ 1169653 w 1300227"/>
              <a:gd name="connsiteY24" fmla="*/ 774236 h 1022420"/>
              <a:gd name="connsiteX25" fmla="*/ 912478 w 1300227"/>
              <a:gd name="connsiteY25" fmla="*/ 783761 h 1022420"/>
              <a:gd name="connsiteX26" fmla="*/ 1117265 w 1300227"/>
              <a:gd name="connsiteY26" fmla="*/ 874249 h 1022420"/>
              <a:gd name="connsiteX27" fmla="*/ 1079165 w 1300227"/>
              <a:gd name="connsiteY27" fmla="*/ 950449 h 1022420"/>
              <a:gd name="connsiteX28" fmla="*/ 917240 w 1300227"/>
              <a:gd name="connsiteY28" fmla="*/ 864724 h 1022420"/>
              <a:gd name="connsiteX29" fmla="*/ 888665 w 1300227"/>
              <a:gd name="connsiteY29" fmla="*/ 998074 h 1022420"/>
              <a:gd name="connsiteX30" fmla="*/ 826753 w 1300227"/>
              <a:gd name="connsiteY30" fmla="*/ 1007599 h 1022420"/>
              <a:gd name="connsiteX31" fmla="*/ 850565 w 1300227"/>
              <a:gd name="connsiteY31" fmla="*/ 840911 h 1022420"/>
              <a:gd name="connsiteX32" fmla="*/ 779128 w 1300227"/>
              <a:gd name="connsiteY32" fmla="*/ 764711 h 1022420"/>
              <a:gd name="connsiteX33" fmla="*/ 517190 w 1300227"/>
              <a:gd name="connsiteY33" fmla="*/ 640886 h 1022420"/>
              <a:gd name="connsiteX34" fmla="*/ 317165 w 1300227"/>
              <a:gd name="connsiteY34" fmla="*/ 617074 h 1022420"/>
              <a:gd name="connsiteX35" fmla="*/ 9491 w 1300227"/>
              <a:gd name="connsiteY35" fmla="*/ 623173 h 1022420"/>
              <a:gd name="connsiteX0" fmla="*/ 3142 w 1293878"/>
              <a:gd name="connsiteY0" fmla="*/ 623173 h 1022420"/>
              <a:gd name="connsiteX1" fmla="*/ 29335 w 1293878"/>
              <a:gd name="connsiteY1" fmla="*/ 527923 h 1022420"/>
              <a:gd name="connsiteX2" fmla="*/ 382254 w 1293878"/>
              <a:gd name="connsiteY2" fmla="*/ 507536 h 1022420"/>
              <a:gd name="connsiteX3" fmla="*/ 606091 w 1293878"/>
              <a:gd name="connsiteY3" fmla="*/ 402761 h 1022420"/>
              <a:gd name="connsiteX4" fmla="*/ 787066 w 1293878"/>
              <a:gd name="connsiteY4" fmla="*/ 255124 h 1022420"/>
              <a:gd name="connsiteX5" fmla="*/ 791829 w 1293878"/>
              <a:gd name="connsiteY5" fmla="*/ 131299 h 1022420"/>
              <a:gd name="connsiteX6" fmla="*/ 777541 w 1293878"/>
              <a:gd name="connsiteY6" fmla="*/ 74149 h 1022420"/>
              <a:gd name="connsiteX7" fmla="*/ 839454 w 1293878"/>
              <a:gd name="connsiteY7" fmla="*/ 59861 h 1022420"/>
              <a:gd name="connsiteX8" fmla="*/ 868029 w 1293878"/>
              <a:gd name="connsiteY8" fmla="*/ 217024 h 1022420"/>
              <a:gd name="connsiteX9" fmla="*/ 963279 w 1293878"/>
              <a:gd name="connsiteY9" fmla="*/ 107486 h 1022420"/>
              <a:gd name="connsiteX10" fmla="*/ 1001379 w 1293878"/>
              <a:gd name="connsiteY10" fmla="*/ 26524 h 1022420"/>
              <a:gd name="connsiteX11" fmla="*/ 1082341 w 1293878"/>
              <a:gd name="connsiteY11" fmla="*/ 7474 h 1022420"/>
              <a:gd name="connsiteX12" fmla="*/ 1015666 w 1293878"/>
              <a:gd name="connsiteY12" fmla="*/ 140824 h 1022420"/>
              <a:gd name="connsiteX13" fmla="*/ 925179 w 1293878"/>
              <a:gd name="connsiteY13" fmla="*/ 264649 h 1022420"/>
              <a:gd name="connsiteX14" fmla="*/ 1149016 w 1293878"/>
              <a:gd name="connsiteY14" fmla="*/ 259886 h 1022420"/>
              <a:gd name="connsiteX15" fmla="*/ 1106154 w 1293878"/>
              <a:gd name="connsiteY15" fmla="*/ 326561 h 1022420"/>
              <a:gd name="connsiteX16" fmla="*/ 915654 w 1293878"/>
              <a:gd name="connsiteY16" fmla="*/ 345611 h 1022420"/>
              <a:gd name="connsiteX17" fmla="*/ 810879 w 1293878"/>
              <a:gd name="connsiteY17" fmla="*/ 359899 h 1022420"/>
              <a:gd name="connsiteX18" fmla="*/ 582279 w 1293878"/>
              <a:gd name="connsiteY18" fmla="*/ 540874 h 1022420"/>
              <a:gd name="connsiteX19" fmla="*/ 725154 w 1293878"/>
              <a:gd name="connsiteY19" fmla="*/ 640886 h 1022420"/>
              <a:gd name="connsiteX20" fmla="*/ 834691 w 1293878"/>
              <a:gd name="connsiteY20" fmla="*/ 712324 h 1022420"/>
              <a:gd name="connsiteX21" fmla="*/ 1144254 w 1293878"/>
              <a:gd name="connsiteY21" fmla="*/ 712324 h 1022420"/>
              <a:gd name="connsiteX22" fmla="*/ 1234741 w 1293878"/>
              <a:gd name="connsiteY22" fmla="*/ 650411 h 1022420"/>
              <a:gd name="connsiteX23" fmla="*/ 1291891 w 1293878"/>
              <a:gd name="connsiteY23" fmla="*/ 769474 h 1022420"/>
              <a:gd name="connsiteX24" fmla="*/ 1163304 w 1293878"/>
              <a:gd name="connsiteY24" fmla="*/ 774236 h 1022420"/>
              <a:gd name="connsiteX25" fmla="*/ 906129 w 1293878"/>
              <a:gd name="connsiteY25" fmla="*/ 783761 h 1022420"/>
              <a:gd name="connsiteX26" fmla="*/ 1110916 w 1293878"/>
              <a:gd name="connsiteY26" fmla="*/ 874249 h 1022420"/>
              <a:gd name="connsiteX27" fmla="*/ 1072816 w 1293878"/>
              <a:gd name="connsiteY27" fmla="*/ 950449 h 1022420"/>
              <a:gd name="connsiteX28" fmla="*/ 910891 w 1293878"/>
              <a:gd name="connsiteY28" fmla="*/ 864724 h 1022420"/>
              <a:gd name="connsiteX29" fmla="*/ 882316 w 1293878"/>
              <a:gd name="connsiteY29" fmla="*/ 998074 h 1022420"/>
              <a:gd name="connsiteX30" fmla="*/ 820404 w 1293878"/>
              <a:gd name="connsiteY30" fmla="*/ 1007599 h 1022420"/>
              <a:gd name="connsiteX31" fmla="*/ 844216 w 1293878"/>
              <a:gd name="connsiteY31" fmla="*/ 840911 h 1022420"/>
              <a:gd name="connsiteX32" fmla="*/ 772779 w 1293878"/>
              <a:gd name="connsiteY32" fmla="*/ 764711 h 1022420"/>
              <a:gd name="connsiteX33" fmla="*/ 510841 w 1293878"/>
              <a:gd name="connsiteY33" fmla="*/ 640886 h 1022420"/>
              <a:gd name="connsiteX34" fmla="*/ 310816 w 1293878"/>
              <a:gd name="connsiteY34" fmla="*/ 617074 h 1022420"/>
              <a:gd name="connsiteX35" fmla="*/ 3142 w 1293878"/>
              <a:gd name="connsiteY35" fmla="*/ 623173 h 1022420"/>
              <a:gd name="connsiteX0" fmla="*/ 9082 w 1299818"/>
              <a:gd name="connsiteY0" fmla="*/ 623173 h 1022420"/>
              <a:gd name="connsiteX1" fmla="*/ 20987 w 1299818"/>
              <a:gd name="connsiteY1" fmla="*/ 525542 h 1022420"/>
              <a:gd name="connsiteX2" fmla="*/ 388194 w 1299818"/>
              <a:gd name="connsiteY2" fmla="*/ 507536 h 1022420"/>
              <a:gd name="connsiteX3" fmla="*/ 612031 w 1299818"/>
              <a:gd name="connsiteY3" fmla="*/ 402761 h 1022420"/>
              <a:gd name="connsiteX4" fmla="*/ 793006 w 1299818"/>
              <a:gd name="connsiteY4" fmla="*/ 255124 h 1022420"/>
              <a:gd name="connsiteX5" fmla="*/ 797769 w 1299818"/>
              <a:gd name="connsiteY5" fmla="*/ 131299 h 1022420"/>
              <a:gd name="connsiteX6" fmla="*/ 783481 w 1299818"/>
              <a:gd name="connsiteY6" fmla="*/ 74149 h 1022420"/>
              <a:gd name="connsiteX7" fmla="*/ 845394 w 1299818"/>
              <a:gd name="connsiteY7" fmla="*/ 59861 h 1022420"/>
              <a:gd name="connsiteX8" fmla="*/ 873969 w 1299818"/>
              <a:gd name="connsiteY8" fmla="*/ 217024 h 1022420"/>
              <a:gd name="connsiteX9" fmla="*/ 969219 w 1299818"/>
              <a:gd name="connsiteY9" fmla="*/ 107486 h 1022420"/>
              <a:gd name="connsiteX10" fmla="*/ 1007319 w 1299818"/>
              <a:gd name="connsiteY10" fmla="*/ 26524 h 1022420"/>
              <a:gd name="connsiteX11" fmla="*/ 1088281 w 1299818"/>
              <a:gd name="connsiteY11" fmla="*/ 7474 h 1022420"/>
              <a:gd name="connsiteX12" fmla="*/ 1021606 w 1299818"/>
              <a:gd name="connsiteY12" fmla="*/ 140824 h 1022420"/>
              <a:gd name="connsiteX13" fmla="*/ 931119 w 1299818"/>
              <a:gd name="connsiteY13" fmla="*/ 264649 h 1022420"/>
              <a:gd name="connsiteX14" fmla="*/ 1154956 w 1299818"/>
              <a:gd name="connsiteY14" fmla="*/ 259886 h 1022420"/>
              <a:gd name="connsiteX15" fmla="*/ 1112094 w 1299818"/>
              <a:gd name="connsiteY15" fmla="*/ 326561 h 1022420"/>
              <a:gd name="connsiteX16" fmla="*/ 921594 w 1299818"/>
              <a:gd name="connsiteY16" fmla="*/ 345611 h 1022420"/>
              <a:gd name="connsiteX17" fmla="*/ 816819 w 1299818"/>
              <a:gd name="connsiteY17" fmla="*/ 359899 h 1022420"/>
              <a:gd name="connsiteX18" fmla="*/ 588219 w 1299818"/>
              <a:gd name="connsiteY18" fmla="*/ 540874 h 1022420"/>
              <a:gd name="connsiteX19" fmla="*/ 731094 w 1299818"/>
              <a:gd name="connsiteY19" fmla="*/ 640886 h 1022420"/>
              <a:gd name="connsiteX20" fmla="*/ 840631 w 1299818"/>
              <a:gd name="connsiteY20" fmla="*/ 712324 h 1022420"/>
              <a:gd name="connsiteX21" fmla="*/ 1150194 w 1299818"/>
              <a:gd name="connsiteY21" fmla="*/ 712324 h 1022420"/>
              <a:gd name="connsiteX22" fmla="*/ 1240681 w 1299818"/>
              <a:gd name="connsiteY22" fmla="*/ 650411 h 1022420"/>
              <a:gd name="connsiteX23" fmla="*/ 1297831 w 1299818"/>
              <a:gd name="connsiteY23" fmla="*/ 769474 h 1022420"/>
              <a:gd name="connsiteX24" fmla="*/ 1169244 w 1299818"/>
              <a:gd name="connsiteY24" fmla="*/ 774236 h 1022420"/>
              <a:gd name="connsiteX25" fmla="*/ 912069 w 1299818"/>
              <a:gd name="connsiteY25" fmla="*/ 783761 h 1022420"/>
              <a:gd name="connsiteX26" fmla="*/ 1116856 w 1299818"/>
              <a:gd name="connsiteY26" fmla="*/ 874249 h 1022420"/>
              <a:gd name="connsiteX27" fmla="*/ 1078756 w 1299818"/>
              <a:gd name="connsiteY27" fmla="*/ 950449 h 1022420"/>
              <a:gd name="connsiteX28" fmla="*/ 916831 w 1299818"/>
              <a:gd name="connsiteY28" fmla="*/ 864724 h 1022420"/>
              <a:gd name="connsiteX29" fmla="*/ 888256 w 1299818"/>
              <a:gd name="connsiteY29" fmla="*/ 998074 h 1022420"/>
              <a:gd name="connsiteX30" fmla="*/ 826344 w 1299818"/>
              <a:gd name="connsiteY30" fmla="*/ 1007599 h 1022420"/>
              <a:gd name="connsiteX31" fmla="*/ 850156 w 1299818"/>
              <a:gd name="connsiteY31" fmla="*/ 840911 h 1022420"/>
              <a:gd name="connsiteX32" fmla="*/ 778719 w 1299818"/>
              <a:gd name="connsiteY32" fmla="*/ 764711 h 1022420"/>
              <a:gd name="connsiteX33" fmla="*/ 516781 w 1299818"/>
              <a:gd name="connsiteY33" fmla="*/ 640886 h 1022420"/>
              <a:gd name="connsiteX34" fmla="*/ 316756 w 1299818"/>
              <a:gd name="connsiteY34" fmla="*/ 617074 h 1022420"/>
              <a:gd name="connsiteX35" fmla="*/ 9082 w 1299818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80366 w 1291990"/>
              <a:gd name="connsiteY2" fmla="*/ 507536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75604 w 1291990"/>
              <a:gd name="connsiteY2" fmla="*/ 502773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  <a:gd name="connsiteX0" fmla="*/ 1254 w 1291990"/>
              <a:gd name="connsiteY0" fmla="*/ 623173 h 1022420"/>
              <a:gd name="connsiteX1" fmla="*/ 13159 w 1291990"/>
              <a:gd name="connsiteY1" fmla="*/ 525542 h 1022420"/>
              <a:gd name="connsiteX2" fmla="*/ 375604 w 1291990"/>
              <a:gd name="connsiteY2" fmla="*/ 502773 h 1022420"/>
              <a:gd name="connsiteX3" fmla="*/ 604203 w 1291990"/>
              <a:gd name="connsiteY3" fmla="*/ 402761 h 1022420"/>
              <a:gd name="connsiteX4" fmla="*/ 785178 w 1291990"/>
              <a:gd name="connsiteY4" fmla="*/ 255124 h 1022420"/>
              <a:gd name="connsiteX5" fmla="*/ 789941 w 1291990"/>
              <a:gd name="connsiteY5" fmla="*/ 131299 h 1022420"/>
              <a:gd name="connsiteX6" fmla="*/ 775653 w 1291990"/>
              <a:gd name="connsiteY6" fmla="*/ 74149 h 1022420"/>
              <a:gd name="connsiteX7" fmla="*/ 837566 w 1291990"/>
              <a:gd name="connsiteY7" fmla="*/ 59861 h 1022420"/>
              <a:gd name="connsiteX8" fmla="*/ 866141 w 1291990"/>
              <a:gd name="connsiteY8" fmla="*/ 217024 h 1022420"/>
              <a:gd name="connsiteX9" fmla="*/ 961391 w 1291990"/>
              <a:gd name="connsiteY9" fmla="*/ 107486 h 1022420"/>
              <a:gd name="connsiteX10" fmla="*/ 999491 w 1291990"/>
              <a:gd name="connsiteY10" fmla="*/ 26524 h 1022420"/>
              <a:gd name="connsiteX11" fmla="*/ 1080453 w 1291990"/>
              <a:gd name="connsiteY11" fmla="*/ 7474 h 1022420"/>
              <a:gd name="connsiteX12" fmla="*/ 1013778 w 1291990"/>
              <a:gd name="connsiteY12" fmla="*/ 140824 h 1022420"/>
              <a:gd name="connsiteX13" fmla="*/ 923291 w 1291990"/>
              <a:gd name="connsiteY13" fmla="*/ 264649 h 1022420"/>
              <a:gd name="connsiteX14" fmla="*/ 1147128 w 1291990"/>
              <a:gd name="connsiteY14" fmla="*/ 259886 h 1022420"/>
              <a:gd name="connsiteX15" fmla="*/ 1104266 w 1291990"/>
              <a:gd name="connsiteY15" fmla="*/ 326561 h 1022420"/>
              <a:gd name="connsiteX16" fmla="*/ 913766 w 1291990"/>
              <a:gd name="connsiteY16" fmla="*/ 345611 h 1022420"/>
              <a:gd name="connsiteX17" fmla="*/ 808991 w 1291990"/>
              <a:gd name="connsiteY17" fmla="*/ 359899 h 1022420"/>
              <a:gd name="connsiteX18" fmla="*/ 580391 w 1291990"/>
              <a:gd name="connsiteY18" fmla="*/ 540874 h 1022420"/>
              <a:gd name="connsiteX19" fmla="*/ 723266 w 1291990"/>
              <a:gd name="connsiteY19" fmla="*/ 640886 h 1022420"/>
              <a:gd name="connsiteX20" fmla="*/ 832803 w 1291990"/>
              <a:gd name="connsiteY20" fmla="*/ 712324 h 1022420"/>
              <a:gd name="connsiteX21" fmla="*/ 1142366 w 1291990"/>
              <a:gd name="connsiteY21" fmla="*/ 712324 h 1022420"/>
              <a:gd name="connsiteX22" fmla="*/ 1232853 w 1291990"/>
              <a:gd name="connsiteY22" fmla="*/ 650411 h 1022420"/>
              <a:gd name="connsiteX23" fmla="*/ 1290003 w 1291990"/>
              <a:gd name="connsiteY23" fmla="*/ 769474 h 1022420"/>
              <a:gd name="connsiteX24" fmla="*/ 1161416 w 1291990"/>
              <a:gd name="connsiteY24" fmla="*/ 774236 h 1022420"/>
              <a:gd name="connsiteX25" fmla="*/ 904241 w 1291990"/>
              <a:gd name="connsiteY25" fmla="*/ 783761 h 1022420"/>
              <a:gd name="connsiteX26" fmla="*/ 1109028 w 1291990"/>
              <a:gd name="connsiteY26" fmla="*/ 874249 h 1022420"/>
              <a:gd name="connsiteX27" fmla="*/ 1070928 w 1291990"/>
              <a:gd name="connsiteY27" fmla="*/ 950449 h 1022420"/>
              <a:gd name="connsiteX28" fmla="*/ 909003 w 1291990"/>
              <a:gd name="connsiteY28" fmla="*/ 864724 h 1022420"/>
              <a:gd name="connsiteX29" fmla="*/ 880428 w 1291990"/>
              <a:gd name="connsiteY29" fmla="*/ 998074 h 1022420"/>
              <a:gd name="connsiteX30" fmla="*/ 818516 w 1291990"/>
              <a:gd name="connsiteY30" fmla="*/ 1007599 h 1022420"/>
              <a:gd name="connsiteX31" fmla="*/ 842328 w 1291990"/>
              <a:gd name="connsiteY31" fmla="*/ 840911 h 1022420"/>
              <a:gd name="connsiteX32" fmla="*/ 770891 w 1291990"/>
              <a:gd name="connsiteY32" fmla="*/ 764711 h 1022420"/>
              <a:gd name="connsiteX33" fmla="*/ 508953 w 1291990"/>
              <a:gd name="connsiteY33" fmla="*/ 640886 h 1022420"/>
              <a:gd name="connsiteX34" fmla="*/ 308928 w 1291990"/>
              <a:gd name="connsiteY34" fmla="*/ 617074 h 1022420"/>
              <a:gd name="connsiteX35" fmla="*/ 1254 w 1291990"/>
              <a:gd name="connsiteY35" fmla="*/ 623173 h 102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91990" h="1022420">
                <a:moveTo>
                  <a:pt x="1254" y="623173"/>
                </a:moveTo>
                <a:cubicBezTo>
                  <a:pt x="-3590" y="629746"/>
                  <a:pt x="6727" y="559896"/>
                  <a:pt x="13159" y="525542"/>
                </a:cubicBezTo>
                <a:cubicBezTo>
                  <a:pt x="95791" y="515001"/>
                  <a:pt x="296941" y="531571"/>
                  <a:pt x="375604" y="502773"/>
                </a:cubicBezTo>
                <a:cubicBezTo>
                  <a:pt x="451886" y="488263"/>
                  <a:pt x="535941" y="444036"/>
                  <a:pt x="604203" y="402761"/>
                </a:cubicBezTo>
                <a:cubicBezTo>
                  <a:pt x="672465" y="361486"/>
                  <a:pt x="754222" y="300368"/>
                  <a:pt x="785178" y="255124"/>
                </a:cubicBezTo>
                <a:cubicBezTo>
                  <a:pt x="816134" y="209880"/>
                  <a:pt x="791528" y="161461"/>
                  <a:pt x="789941" y="131299"/>
                </a:cubicBezTo>
                <a:cubicBezTo>
                  <a:pt x="788354" y="101137"/>
                  <a:pt x="767716" y="86055"/>
                  <a:pt x="775653" y="74149"/>
                </a:cubicBezTo>
                <a:cubicBezTo>
                  <a:pt x="783590" y="62243"/>
                  <a:pt x="822485" y="36048"/>
                  <a:pt x="837566" y="59861"/>
                </a:cubicBezTo>
                <a:cubicBezTo>
                  <a:pt x="852647" y="83674"/>
                  <a:pt x="845504" y="209086"/>
                  <a:pt x="866141" y="217024"/>
                </a:cubicBezTo>
                <a:cubicBezTo>
                  <a:pt x="886779" y="224961"/>
                  <a:pt x="939166" y="139236"/>
                  <a:pt x="961391" y="107486"/>
                </a:cubicBezTo>
                <a:cubicBezTo>
                  <a:pt x="983616" y="75736"/>
                  <a:pt x="979647" y="43193"/>
                  <a:pt x="999491" y="26524"/>
                </a:cubicBezTo>
                <a:cubicBezTo>
                  <a:pt x="1019335" y="9855"/>
                  <a:pt x="1078072" y="-11576"/>
                  <a:pt x="1080453" y="7474"/>
                </a:cubicBezTo>
                <a:cubicBezTo>
                  <a:pt x="1082834" y="26524"/>
                  <a:pt x="1039972" y="97961"/>
                  <a:pt x="1013778" y="140824"/>
                </a:cubicBezTo>
                <a:cubicBezTo>
                  <a:pt x="987584" y="183686"/>
                  <a:pt x="901066" y="244805"/>
                  <a:pt x="923291" y="264649"/>
                </a:cubicBezTo>
                <a:cubicBezTo>
                  <a:pt x="945516" y="284493"/>
                  <a:pt x="1116966" y="249567"/>
                  <a:pt x="1147128" y="259886"/>
                </a:cubicBezTo>
                <a:cubicBezTo>
                  <a:pt x="1177290" y="270205"/>
                  <a:pt x="1143160" y="312273"/>
                  <a:pt x="1104266" y="326561"/>
                </a:cubicBezTo>
                <a:cubicBezTo>
                  <a:pt x="1065372" y="340848"/>
                  <a:pt x="962979" y="340055"/>
                  <a:pt x="913766" y="345611"/>
                </a:cubicBezTo>
                <a:cubicBezTo>
                  <a:pt x="864554" y="351167"/>
                  <a:pt x="864554" y="327355"/>
                  <a:pt x="808991" y="359899"/>
                </a:cubicBezTo>
                <a:cubicBezTo>
                  <a:pt x="753428" y="392443"/>
                  <a:pt x="594678" y="494043"/>
                  <a:pt x="580391" y="540874"/>
                </a:cubicBezTo>
                <a:cubicBezTo>
                  <a:pt x="566104" y="587705"/>
                  <a:pt x="681197" y="612311"/>
                  <a:pt x="723266" y="640886"/>
                </a:cubicBezTo>
                <a:cubicBezTo>
                  <a:pt x="765335" y="669461"/>
                  <a:pt x="762953" y="700418"/>
                  <a:pt x="832803" y="712324"/>
                </a:cubicBezTo>
                <a:cubicBezTo>
                  <a:pt x="902653" y="724230"/>
                  <a:pt x="1075691" y="722643"/>
                  <a:pt x="1142366" y="712324"/>
                </a:cubicBezTo>
                <a:cubicBezTo>
                  <a:pt x="1209041" y="702005"/>
                  <a:pt x="1208247" y="640886"/>
                  <a:pt x="1232853" y="650411"/>
                </a:cubicBezTo>
                <a:cubicBezTo>
                  <a:pt x="1257459" y="659936"/>
                  <a:pt x="1301909" y="748836"/>
                  <a:pt x="1290003" y="769474"/>
                </a:cubicBezTo>
                <a:cubicBezTo>
                  <a:pt x="1278097" y="790112"/>
                  <a:pt x="1161416" y="774236"/>
                  <a:pt x="1161416" y="774236"/>
                </a:cubicBezTo>
                <a:lnTo>
                  <a:pt x="904241" y="783761"/>
                </a:lnTo>
                <a:cubicBezTo>
                  <a:pt x="895510" y="800430"/>
                  <a:pt x="1081247" y="846468"/>
                  <a:pt x="1109028" y="874249"/>
                </a:cubicBezTo>
                <a:cubicBezTo>
                  <a:pt x="1136809" y="902030"/>
                  <a:pt x="1104265" y="952036"/>
                  <a:pt x="1070928" y="950449"/>
                </a:cubicBezTo>
                <a:cubicBezTo>
                  <a:pt x="1037591" y="948862"/>
                  <a:pt x="940753" y="856787"/>
                  <a:pt x="909003" y="864724"/>
                </a:cubicBezTo>
                <a:cubicBezTo>
                  <a:pt x="877253" y="872661"/>
                  <a:pt x="895509" y="974262"/>
                  <a:pt x="880428" y="998074"/>
                </a:cubicBezTo>
                <a:cubicBezTo>
                  <a:pt x="865347" y="1021886"/>
                  <a:pt x="824866" y="1033793"/>
                  <a:pt x="818516" y="1007599"/>
                </a:cubicBezTo>
                <a:cubicBezTo>
                  <a:pt x="812166" y="981405"/>
                  <a:pt x="850265" y="881392"/>
                  <a:pt x="842328" y="840911"/>
                </a:cubicBezTo>
                <a:cubicBezTo>
                  <a:pt x="834391" y="800430"/>
                  <a:pt x="826454" y="798049"/>
                  <a:pt x="770891" y="764711"/>
                </a:cubicBezTo>
                <a:cubicBezTo>
                  <a:pt x="715329" y="731374"/>
                  <a:pt x="585947" y="665492"/>
                  <a:pt x="508953" y="640886"/>
                </a:cubicBezTo>
                <a:cubicBezTo>
                  <a:pt x="431959" y="616280"/>
                  <a:pt x="393544" y="620026"/>
                  <a:pt x="308928" y="617074"/>
                </a:cubicBezTo>
                <a:cubicBezTo>
                  <a:pt x="224312" y="614122"/>
                  <a:pt x="51343" y="621362"/>
                  <a:pt x="1254" y="623173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F94C2-5C38-AEEE-21C4-74FCCD65EDF6}"/>
              </a:ext>
            </a:extLst>
          </p:cNvPr>
          <p:cNvSpPr txBox="1"/>
          <p:nvPr/>
        </p:nvSpPr>
        <p:spPr>
          <a:xfrm>
            <a:off x="5804130" y="118455"/>
            <a:ext cx="1812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Definitions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3D299748-517E-3696-B040-83E1EA9509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2465256"/>
            <a:ext cx="274320" cy="274320"/>
          </a:xfrm>
          <a:prstGeom prst="rect">
            <a:avLst/>
          </a:prstGeom>
        </p:spPr>
      </p:pic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058E1E5B-8D5E-3AA4-9C6A-D812E10A1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2988994"/>
            <a:ext cx="274320" cy="274320"/>
          </a:xfrm>
          <a:prstGeom prst="rect">
            <a:avLst/>
          </a:prstGeom>
        </p:spPr>
      </p:pic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7F4EFEF7-CA03-7FD0-A067-79420CDF85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417780"/>
            <a:ext cx="274320" cy="274320"/>
          </a:xfrm>
          <a:prstGeom prst="rect">
            <a:avLst/>
          </a:prstGeom>
        </p:spPr>
      </p:pic>
      <p:pic>
        <p:nvPicPr>
          <p:cNvPr id="24" name="Graphic 23" descr="Cursor with solid fill">
            <a:extLst>
              <a:ext uri="{FF2B5EF4-FFF2-40B4-BE49-F238E27FC236}">
                <a16:creationId xmlns:a16="http://schemas.microsoft.com/office/drawing/2014/main" id="{EFA79E0F-1202-1D7E-78E5-56E4E82729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941518"/>
            <a:ext cx="274320" cy="274320"/>
          </a:xfrm>
          <a:prstGeom prst="rect">
            <a:avLst/>
          </a:prstGeom>
        </p:spPr>
      </p:pic>
      <p:sp>
        <p:nvSpPr>
          <p:cNvPr id="26" name="Obj 3">
            <a:hlinkClick r:id="rId15" action="ppaction://hlinksldjump"/>
            <a:extLst>
              <a:ext uri="{FF2B5EF4-FFF2-40B4-BE49-F238E27FC236}">
                <a16:creationId xmlns:a16="http://schemas.microsoft.com/office/drawing/2014/main" id="{977CEB70-4860-383D-9487-FF7A4865A1B1}"/>
              </a:ext>
            </a:extLst>
          </p:cNvPr>
          <p:cNvSpPr/>
          <p:nvPr/>
        </p:nvSpPr>
        <p:spPr>
          <a:xfrm>
            <a:off x="167950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25C9E511-DAFC-F3C5-ABEB-E13A4232BA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sp>
        <p:nvSpPr>
          <p:cNvPr id="28" name="Obj 3">
            <a:hlinkClick r:id="rId16" action="ppaction://hlinksldjump"/>
            <a:extLst>
              <a:ext uri="{FF2B5EF4-FFF2-40B4-BE49-F238E27FC236}">
                <a16:creationId xmlns:a16="http://schemas.microsoft.com/office/drawing/2014/main" id="{8DE3C0C8-7F33-5787-0EC0-CA4DB60DED26}"/>
              </a:ext>
            </a:extLst>
          </p:cNvPr>
          <p:cNvSpPr/>
          <p:nvPr/>
        </p:nvSpPr>
        <p:spPr>
          <a:xfrm>
            <a:off x="167950" y="326733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58F27CDF-4B57-D653-CF7A-DABB3293D2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4E46832C-0974-29D4-4463-0DECE8C3D8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92258"/>
            <a:ext cx="274320" cy="27432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4E9CE23-4345-AE20-08DA-8C394EC4BACC}"/>
              </a:ext>
            </a:extLst>
          </p:cNvPr>
          <p:cNvGrpSpPr/>
          <p:nvPr/>
        </p:nvGrpSpPr>
        <p:grpSpPr>
          <a:xfrm>
            <a:off x="8140996" y="3362911"/>
            <a:ext cx="788241" cy="787146"/>
            <a:chOff x="8140996" y="3362911"/>
            <a:chExt cx="788241" cy="78714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DBD6CCE-35D5-84DA-6020-48D7F10ED32F}"/>
                </a:ext>
              </a:extLst>
            </p:cNvPr>
            <p:cNvSpPr/>
            <p:nvPr/>
          </p:nvSpPr>
          <p:spPr>
            <a:xfrm>
              <a:off x="8140996" y="3562851"/>
              <a:ext cx="315602" cy="587206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B10B01A-BB48-9A8E-04CB-4A7356BDB3BD}"/>
                </a:ext>
              </a:extLst>
            </p:cNvPr>
            <p:cNvSpPr/>
            <p:nvPr/>
          </p:nvSpPr>
          <p:spPr>
            <a:xfrm>
              <a:off x="8361557" y="3446101"/>
              <a:ext cx="315602" cy="674464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DDB90E4B-7574-1672-C86D-CCC3C7239498}"/>
                </a:ext>
              </a:extLst>
            </p:cNvPr>
            <p:cNvSpPr/>
            <p:nvPr/>
          </p:nvSpPr>
          <p:spPr>
            <a:xfrm>
              <a:off x="8613635" y="3362911"/>
              <a:ext cx="315602" cy="747720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17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indefinite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68" dur="indefinite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1" dur="indefinite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76" dur="indefinite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1"/>
                  </p:tgtEl>
                </p:cond>
              </p:nextCondLst>
            </p:seq>
          </p:childTnLst>
        </p:cTn>
      </p:par>
    </p:tnLst>
    <p:bldLst>
      <p:bldP spid="2" grpId="0" animBg="1"/>
      <p:bldP spid="100" grpId="0" animBg="1"/>
      <p:bldP spid="103" grpId="0" animBg="1"/>
      <p:bldP spid="118" grpId="0" animBg="1"/>
      <p:bldP spid="122" grpId="0" animBg="1"/>
      <p:bldP spid="128" grpId="0" animBg="1"/>
      <p:bldP spid="299" grpId="0" animBg="1"/>
      <p:bldP spid="300" grpId="0" animBg="1"/>
      <p:bldP spid="315" grpId="0" animBg="1"/>
      <p:bldP spid="316" grpId="0" animBg="1"/>
      <p:bldP spid="317" grpId="0" animBg="1"/>
      <p:bldP spid="317" grpId="1" animBg="1"/>
      <p:bldP spid="468" grpId="0" animBg="1"/>
      <p:bldP spid="469" grpId="0" animBg="1"/>
      <p:bldP spid="470" grpId="0" animBg="1"/>
      <p:bldP spid="471" grpId="0" animBg="1"/>
      <p:bldP spid="209" grpId="0" animBg="1"/>
      <p:bldP spid="18" grpId="0" animBg="1"/>
      <p:bldP spid="218" grpId="0" animBg="1"/>
      <p:bldP spid="2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7">
            <a:extLst>
              <a:ext uri="{FF2B5EF4-FFF2-40B4-BE49-F238E27FC236}">
                <a16:creationId xmlns:a16="http://schemas.microsoft.com/office/drawing/2014/main" id="{8BBE768F-0BEB-EDA1-0B98-D465B03199B6}"/>
              </a:ext>
            </a:extLst>
          </p:cNvPr>
          <p:cNvSpPr txBox="1"/>
          <p:nvPr/>
        </p:nvSpPr>
        <p:spPr>
          <a:xfrm>
            <a:off x="7281872" y="1174392"/>
            <a:ext cx="3493008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Stiffness of respiratory system (lungs, pleural, chest wall, abdomen)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Normally, pressure needed to achieve 4-6 cc/kg is &lt;10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FA1B20B-7C8D-7136-5698-2CA0F8E9F885}"/>
              </a:ext>
            </a:extLst>
          </p:cNvPr>
          <p:cNvSpPr txBox="1"/>
          <p:nvPr/>
        </p:nvSpPr>
        <p:spPr>
          <a:xfrm>
            <a:off x="2588310" y="1160341"/>
            <a:ext cx="349446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Opposition to airflow through the system (tubing, airways)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Typically, &lt;10.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↑ resistance → ↑ peak pressure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10A3F6-61A0-2C21-2492-25A9188C9A7B}"/>
              </a:ext>
            </a:extLst>
          </p:cNvPr>
          <p:cNvSpPr/>
          <p:nvPr/>
        </p:nvSpPr>
        <p:spPr>
          <a:xfrm>
            <a:off x="7993869" y="3393825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teachIM logo" descr="Icon&#10;&#10;Description automatically generated">
            <a:extLst>
              <a:ext uri="{FF2B5EF4-FFF2-40B4-BE49-F238E27FC236}">
                <a16:creationId xmlns:a16="http://schemas.microsoft.com/office/drawing/2014/main" id="{9292709E-0727-5093-7759-2259CF377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sp>
        <p:nvSpPr>
          <p:cNvPr id="118" name="Case 1 - Q1">
            <a:extLst>
              <a:ext uri="{FF2B5EF4-FFF2-40B4-BE49-F238E27FC236}">
                <a16:creationId xmlns:a16="http://schemas.microsoft.com/office/drawing/2014/main" id="{1AAD1E38-EDF4-02D9-E85B-BC73D74CFEBB}"/>
              </a:ext>
            </a:extLst>
          </p:cNvPr>
          <p:cNvSpPr/>
          <p:nvPr/>
        </p:nvSpPr>
        <p:spPr>
          <a:xfrm>
            <a:off x="3233554" y="5681006"/>
            <a:ext cx="713928" cy="310526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</a:t>
            </a:r>
            <a:r>
              <a:rPr lang="en-US" baseline="-25000" dirty="0">
                <a:solidFill>
                  <a:schemeClr val="bg1"/>
                </a:solidFill>
              </a:rPr>
              <a:t>peak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A966454-CE49-A039-F6A4-7B71CE1F35B4}"/>
              </a:ext>
            </a:extLst>
          </p:cNvPr>
          <p:cNvCxnSpPr>
            <a:cxnSpLocks/>
          </p:cNvCxnSpPr>
          <p:nvPr/>
        </p:nvCxnSpPr>
        <p:spPr>
          <a:xfrm>
            <a:off x="6654800" y="6203950"/>
            <a:ext cx="6350" cy="336550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ase 1 - Q1">
            <a:extLst>
              <a:ext uri="{FF2B5EF4-FFF2-40B4-BE49-F238E27FC236}">
                <a16:creationId xmlns:a16="http://schemas.microsoft.com/office/drawing/2014/main" id="{1FE008F4-F37D-ECCF-13BA-C4F92B10B426}"/>
              </a:ext>
            </a:extLst>
          </p:cNvPr>
          <p:cNvSpPr/>
          <p:nvPr/>
        </p:nvSpPr>
        <p:spPr>
          <a:xfrm>
            <a:off x="6717054" y="6232958"/>
            <a:ext cx="713224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PEEP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25DD85-2C99-01DF-3586-C303ACB1CA71}"/>
              </a:ext>
            </a:extLst>
          </p:cNvPr>
          <p:cNvGrpSpPr/>
          <p:nvPr/>
        </p:nvGrpSpPr>
        <p:grpSpPr>
          <a:xfrm>
            <a:off x="1642186" y="4868236"/>
            <a:ext cx="9912625" cy="1894065"/>
            <a:chOff x="2536492" y="3841495"/>
            <a:chExt cx="9912625" cy="189406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80F4E-7DA1-4D32-DDB6-A80D9D737084}"/>
                </a:ext>
              </a:extLst>
            </p:cNvPr>
            <p:cNvSpPr txBox="1"/>
            <p:nvPr/>
          </p:nvSpPr>
          <p:spPr>
            <a:xfrm>
              <a:off x="11762913" y="5303433"/>
              <a:ext cx="686204" cy="432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DD04172-84E9-CDC7-9963-171D2E3F4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081" y="3841495"/>
              <a:ext cx="0" cy="16570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20091512-B404-0F1E-888D-D03271DF4733}"/>
                </a:ext>
              </a:extLst>
            </p:cNvPr>
            <p:cNvCxnSpPr>
              <a:cxnSpLocks/>
            </p:cNvCxnSpPr>
            <p:nvPr/>
          </p:nvCxnSpPr>
          <p:spPr>
            <a:xfrm>
              <a:off x="2920228" y="5498508"/>
              <a:ext cx="8812766" cy="96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95F7CD0-E358-7D45-E81C-5AC699C8066A}"/>
                </a:ext>
              </a:extLst>
            </p:cNvPr>
            <p:cNvSpPr txBox="1"/>
            <p:nvPr/>
          </p:nvSpPr>
          <p:spPr>
            <a:xfrm rot="16200000">
              <a:off x="2152562" y="4474910"/>
              <a:ext cx="1158041" cy="390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B92F6D4-1B93-C60D-6A57-65F8348C83B3}"/>
                </a:ext>
              </a:extLst>
            </p:cNvPr>
            <p:cNvSpPr/>
            <p:nvPr/>
          </p:nvSpPr>
          <p:spPr>
            <a:xfrm>
              <a:off x="2929923" y="3909790"/>
              <a:ext cx="8771382" cy="1278456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861942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091882"/>
                <a:gd name="connsiteX1" fmla="*/ 320040 w 8343900"/>
                <a:gd name="connsiteY1" fmla="*/ 1074420 h 1091882"/>
                <a:gd name="connsiteX2" fmla="*/ 331470 w 8343900"/>
                <a:gd name="connsiteY2" fmla="*/ 480060 h 1091882"/>
                <a:gd name="connsiteX3" fmla="*/ 1005840 w 8343900"/>
                <a:gd name="connsiteY3" fmla="*/ 45720 h 1091882"/>
                <a:gd name="connsiteX4" fmla="*/ 1002030 w 8343900"/>
                <a:gd name="connsiteY4" fmla="*/ 1078230 h 1091882"/>
                <a:gd name="connsiteX5" fmla="*/ 2004061 w 8343900"/>
                <a:gd name="connsiteY5" fmla="*/ 1074420 h 1091882"/>
                <a:gd name="connsiteX6" fmla="*/ 2011680 w 8343900"/>
                <a:gd name="connsiteY6" fmla="*/ 434340 h 1091882"/>
                <a:gd name="connsiteX7" fmla="*/ 2720340 w 8343900"/>
                <a:gd name="connsiteY7" fmla="*/ 22860 h 1091882"/>
                <a:gd name="connsiteX8" fmla="*/ 2715177 w 8343900"/>
                <a:gd name="connsiteY8" fmla="*/ 566066 h 1091882"/>
                <a:gd name="connsiteX9" fmla="*/ 3852217 w 8343900"/>
                <a:gd name="connsiteY9" fmla="*/ 575338 h 1091882"/>
                <a:gd name="connsiteX10" fmla="*/ 3861942 w 8343900"/>
                <a:gd name="connsiteY10" fmla="*/ 1058301 h 1091882"/>
                <a:gd name="connsiteX11" fmla="*/ 4997768 w 8343900"/>
                <a:gd name="connsiteY11" fmla="*/ 1079182 h 1091882"/>
                <a:gd name="connsiteX12" fmla="*/ 5006340 w 8343900"/>
                <a:gd name="connsiteY12" fmla="*/ 491490 h 1091882"/>
                <a:gd name="connsiteX13" fmla="*/ 5657850 w 8343900"/>
                <a:gd name="connsiteY13" fmla="*/ 0 h 1091882"/>
                <a:gd name="connsiteX14" fmla="*/ 5650230 w 8343900"/>
                <a:gd name="connsiteY14" fmla="*/ 484823 h 1091882"/>
                <a:gd name="connsiteX15" fmla="*/ 6981287 w 8343900"/>
                <a:gd name="connsiteY15" fmla="*/ 480060 h 1091882"/>
                <a:gd name="connsiteX16" fmla="*/ 6960870 w 8343900"/>
                <a:gd name="connsiteY16" fmla="*/ 1085850 h 1091882"/>
                <a:gd name="connsiteX17" fmla="*/ 8343900 w 8343900"/>
                <a:gd name="connsiteY17" fmla="*/ 1085850 h 1091882"/>
                <a:gd name="connsiteX0" fmla="*/ 0 w 8343900"/>
                <a:gd name="connsiteY0" fmla="*/ 1072515 h 1096256"/>
                <a:gd name="connsiteX1" fmla="*/ 320040 w 8343900"/>
                <a:gd name="connsiteY1" fmla="*/ 1074420 h 1096256"/>
                <a:gd name="connsiteX2" fmla="*/ 331470 w 8343900"/>
                <a:gd name="connsiteY2" fmla="*/ 480060 h 1096256"/>
                <a:gd name="connsiteX3" fmla="*/ 1005840 w 8343900"/>
                <a:gd name="connsiteY3" fmla="*/ 45720 h 1096256"/>
                <a:gd name="connsiteX4" fmla="*/ 1002030 w 8343900"/>
                <a:gd name="connsiteY4" fmla="*/ 1078230 h 1096256"/>
                <a:gd name="connsiteX5" fmla="*/ 2004061 w 8343900"/>
                <a:gd name="connsiteY5" fmla="*/ 1074420 h 1096256"/>
                <a:gd name="connsiteX6" fmla="*/ 2011680 w 8343900"/>
                <a:gd name="connsiteY6" fmla="*/ 434340 h 1096256"/>
                <a:gd name="connsiteX7" fmla="*/ 2720340 w 8343900"/>
                <a:gd name="connsiteY7" fmla="*/ 22860 h 1096256"/>
                <a:gd name="connsiteX8" fmla="*/ 2715177 w 8343900"/>
                <a:gd name="connsiteY8" fmla="*/ 566066 h 1096256"/>
                <a:gd name="connsiteX9" fmla="*/ 3852217 w 8343900"/>
                <a:gd name="connsiteY9" fmla="*/ 575338 h 1096256"/>
                <a:gd name="connsiteX10" fmla="*/ 3861942 w 8343900"/>
                <a:gd name="connsiteY10" fmla="*/ 1075864 h 1096256"/>
                <a:gd name="connsiteX11" fmla="*/ 4997768 w 8343900"/>
                <a:gd name="connsiteY11" fmla="*/ 1079182 h 1096256"/>
                <a:gd name="connsiteX12" fmla="*/ 5006340 w 8343900"/>
                <a:gd name="connsiteY12" fmla="*/ 491490 h 1096256"/>
                <a:gd name="connsiteX13" fmla="*/ 5657850 w 8343900"/>
                <a:gd name="connsiteY13" fmla="*/ 0 h 1096256"/>
                <a:gd name="connsiteX14" fmla="*/ 5650230 w 8343900"/>
                <a:gd name="connsiteY14" fmla="*/ 484823 h 1096256"/>
                <a:gd name="connsiteX15" fmla="*/ 6981287 w 8343900"/>
                <a:gd name="connsiteY15" fmla="*/ 480060 h 1096256"/>
                <a:gd name="connsiteX16" fmla="*/ 6960870 w 8343900"/>
                <a:gd name="connsiteY16" fmla="*/ 1085850 h 1096256"/>
                <a:gd name="connsiteX17" fmla="*/ 8343900 w 8343900"/>
                <a:gd name="connsiteY17" fmla="*/ 1085850 h 1096256"/>
                <a:gd name="connsiteX0" fmla="*/ 0 w 8343900"/>
                <a:gd name="connsiteY0" fmla="*/ 1072515 h 1090827"/>
                <a:gd name="connsiteX1" fmla="*/ 320040 w 8343900"/>
                <a:gd name="connsiteY1" fmla="*/ 1074420 h 1090827"/>
                <a:gd name="connsiteX2" fmla="*/ 331470 w 8343900"/>
                <a:gd name="connsiteY2" fmla="*/ 480060 h 1090827"/>
                <a:gd name="connsiteX3" fmla="*/ 1005840 w 8343900"/>
                <a:gd name="connsiteY3" fmla="*/ 45720 h 1090827"/>
                <a:gd name="connsiteX4" fmla="*/ 1002030 w 8343900"/>
                <a:gd name="connsiteY4" fmla="*/ 1078230 h 1090827"/>
                <a:gd name="connsiteX5" fmla="*/ 2004061 w 8343900"/>
                <a:gd name="connsiteY5" fmla="*/ 1074420 h 1090827"/>
                <a:gd name="connsiteX6" fmla="*/ 2011680 w 8343900"/>
                <a:gd name="connsiteY6" fmla="*/ 434340 h 1090827"/>
                <a:gd name="connsiteX7" fmla="*/ 2720340 w 8343900"/>
                <a:gd name="connsiteY7" fmla="*/ 22860 h 1090827"/>
                <a:gd name="connsiteX8" fmla="*/ 2715177 w 8343900"/>
                <a:gd name="connsiteY8" fmla="*/ 566066 h 1090827"/>
                <a:gd name="connsiteX9" fmla="*/ 3852217 w 8343900"/>
                <a:gd name="connsiteY9" fmla="*/ 575338 h 1090827"/>
                <a:gd name="connsiteX10" fmla="*/ 3861942 w 8343900"/>
                <a:gd name="connsiteY10" fmla="*/ 1075864 h 1090827"/>
                <a:gd name="connsiteX11" fmla="*/ 4997768 w 8343900"/>
                <a:gd name="connsiteY11" fmla="*/ 1079182 h 1090827"/>
                <a:gd name="connsiteX12" fmla="*/ 5006340 w 8343900"/>
                <a:gd name="connsiteY12" fmla="*/ 491490 h 1090827"/>
                <a:gd name="connsiteX13" fmla="*/ 5657850 w 8343900"/>
                <a:gd name="connsiteY13" fmla="*/ 0 h 1090827"/>
                <a:gd name="connsiteX14" fmla="*/ 5650230 w 8343900"/>
                <a:gd name="connsiteY14" fmla="*/ 484823 h 1090827"/>
                <a:gd name="connsiteX15" fmla="*/ 6981287 w 8343900"/>
                <a:gd name="connsiteY15" fmla="*/ 480060 h 1090827"/>
                <a:gd name="connsiteX16" fmla="*/ 6960870 w 8343900"/>
                <a:gd name="connsiteY16" fmla="*/ 1085850 h 1090827"/>
                <a:gd name="connsiteX17" fmla="*/ 8343900 w 8343900"/>
                <a:gd name="connsiteY17" fmla="*/ 1085850 h 1090827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92673"/>
                <a:gd name="connsiteX1" fmla="*/ 320040 w 8343900"/>
                <a:gd name="connsiteY1" fmla="*/ 1074420 h 1092673"/>
                <a:gd name="connsiteX2" fmla="*/ 331470 w 8343900"/>
                <a:gd name="connsiteY2" fmla="*/ 480060 h 1092673"/>
                <a:gd name="connsiteX3" fmla="*/ 1005840 w 8343900"/>
                <a:gd name="connsiteY3" fmla="*/ 45720 h 1092673"/>
                <a:gd name="connsiteX4" fmla="*/ 1002030 w 8343900"/>
                <a:gd name="connsiteY4" fmla="*/ 1078230 h 1092673"/>
                <a:gd name="connsiteX5" fmla="*/ 2004061 w 8343900"/>
                <a:gd name="connsiteY5" fmla="*/ 1074420 h 1092673"/>
                <a:gd name="connsiteX6" fmla="*/ 2011680 w 8343900"/>
                <a:gd name="connsiteY6" fmla="*/ 434340 h 1092673"/>
                <a:gd name="connsiteX7" fmla="*/ 2720340 w 8343900"/>
                <a:gd name="connsiteY7" fmla="*/ 22860 h 1092673"/>
                <a:gd name="connsiteX8" fmla="*/ 2715177 w 8343900"/>
                <a:gd name="connsiteY8" fmla="*/ 566066 h 1092673"/>
                <a:gd name="connsiteX9" fmla="*/ 3852217 w 8343900"/>
                <a:gd name="connsiteY9" fmla="*/ 575338 h 1092673"/>
                <a:gd name="connsiteX10" fmla="*/ 3861942 w 8343900"/>
                <a:gd name="connsiteY10" fmla="*/ 1075864 h 1092673"/>
                <a:gd name="connsiteX11" fmla="*/ 4997768 w 8343900"/>
                <a:gd name="connsiteY11" fmla="*/ 1079182 h 1092673"/>
                <a:gd name="connsiteX12" fmla="*/ 5006340 w 8343900"/>
                <a:gd name="connsiteY12" fmla="*/ 491490 h 1092673"/>
                <a:gd name="connsiteX13" fmla="*/ 5657850 w 8343900"/>
                <a:gd name="connsiteY13" fmla="*/ 0 h 1092673"/>
                <a:gd name="connsiteX14" fmla="*/ 5677707 w 8343900"/>
                <a:gd name="connsiteY14" fmla="*/ 1092673 h 1092673"/>
                <a:gd name="connsiteX15" fmla="*/ 6960870 w 8343900"/>
                <a:gd name="connsiteY15" fmla="*/ 1085850 h 1092673"/>
                <a:gd name="connsiteX16" fmla="*/ 8343900 w 8343900"/>
                <a:gd name="connsiteY16" fmla="*/ 1085850 h 1092673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77707 w 8343900"/>
                <a:gd name="connsiteY14" fmla="*/ 1055458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77707 w 8343900"/>
                <a:gd name="connsiteY14" fmla="*/ 1055458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43900"/>
                <a:gd name="connsiteY0" fmla="*/ 1072515 h 1092674"/>
                <a:gd name="connsiteX1" fmla="*/ 320040 w 8343900"/>
                <a:gd name="connsiteY1" fmla="*/ 1074420 h 1092674"/>
                <a:gd name="connsiteX2" fmla="*/ 331470 w 8343900"/>
                <a:gd name="connsiteY2" fmla="*/ 480060 h 1092674"/>
                <a:gd name="connsiteX3" fmla="*/ 1005840 w 8343900"/>
                <a:gd name="connsiteY3" fmla="*/ 45720 h 1092674"/>
                <a:gd name="connsiteX4" fmla="*/ 1002030 w 8343900"/>
                <a:gd name="connsiteY4" fmla="*/ 1078230 h 1092674"/>
                <a:gd name="connsiteX5" fmla="*/ 2004061 w 8343900"/>
                <a:gd name="connsiteY5" fmla="*/ 1074420 h 1092674"/>
                <a:gd name="connsiteX6" fmla="*/ 2011680 w 8343900"/>
                <a:gd name="connsiteY6" fmla="*/ 434340 h 1092674"/>
                <a:gd name="connsiteX7" fmla="*/ 2720340 w 8343900"/>
                <a:gd name="connsiteY7" fmla="*/ 22860 h 1092674"/>
                <a:gd name="connsiteX8" fmla="*/ 2715177 w 8343900"/>
                <a:gd name="connsiteY8" fmla="*/ 566066 h 1092674"/>
                <a:gd name="connsiteX9" fmla="*/ 3852217 w 8343900"/>
                <a:gd name="connsiteY9" fmla="*/ 575338 h 1092674"/>
                <a:gd name="connsiteX10" fmla="*/ 3861942 w 8343900"/>
                <a:gd name="connsiteY10" fmla="*/ 1075864 h 1092674"/>
                <a:gd name="connsiteX11" fmla="*/ 4997768 w 8343900"/>
                <a:gd name="connsiteY11" fmla="*/ 1079182 h 1092674"/>
                <a:gd name="connsiteX12" fmla="*/ 5006340 w 8343900"/>
                <a:gd name="connsiteY12" fmla="*/ 491490 h 1092674"/>
                <a:gd name="connsiteX13" fmla="*/ 5657850 w 8343900"/>
                <a:gd name="connsiteY13" fmla="*/ 0 h 1092674"/>
                <a:gd name="connsiteX14" fmla="*/ 5677707 w 8343900"/>
                <a:gd name="connsiteY14" fmla="*/ 1092674 h 1092674"/>
                <a:gd name="connsiteX15" fmla="*/ 8343900 w 8343900"/>
                <a:gd name="connsiteY15" fmla="*/ 1085850 h 1092674"/>
                <a:gd name="connsiteX0" fmla="*/ 0 w 8302684"/>
                <a:gd name="connsiteY0" fmla="*/ 1072515 h 1092674"/>
                <a:gd name="connsiteX1" fmla="*/ 278824 w 8302684"/>
                <a:gd name="connsiteY1" fmla="*/ 1074420 h 1092674"/>
                <a:gd name="connsiteX2" fmla="*/ 290254 w 8302684"/>
                <a:gd name="connsiteY2" fmla="*/ 480060 h 1092674"/>
                <a:gd name="connsiteX3" fmla="*/ 964624 w 8302684"/>
                <a:gd name="connsiteY3" fmla="*/ 45720 h 1092674"/>
                <a:gd name="connsiteX4" fmla="*/ 960814 w 8302684"/>
                <a:gd name="connsiteY4" fmla="*/ 1078230 h 1092674"/>
                <a:gd name="connsiteX5" fmla="*/ 1962845 w 8302684"/>
                <a:gd name="connsiteY5" fmla="*/ 1074420 h 1092674"/>
                <a:gd name="connsiteX6" fmla="*/ 1970464 w 8302684"/>
                <a:gd name="connsiteY6" fmla="*/ 434340 h 1092674"/>
                <a:gd name="connsiteX7" fmla="*/ 2679124 w 8302684"/>
                <a:gd name="connsiteY7" fmla="*/ 22860 h 1092674"/>
                <a:gd name="connsiteX8" fmla="*/ 2673961 w 8302684"/>
                <a:gd name="connsiteY8" fmla="*/ 566066 h 1092674"/>
                <a:gd name="connsiteX9" fmla="*/ 3811001 w 8302684"/>
                <a:gd name="connsiteY9" fmla="*/ 575338 h 1092674"/>
                <a:gd name="connsiteX10" fmla="*/ 3820726 w 8302684"/>
                <a:gd name="connsiteY10" fmla="*/ 1075864 h 1092674"/>
                <a:gd name="connsiteX11" fmla="*/ 4956552 w 8302684"/>
                <a:gd name="connsiteY11" fmla="*/ 1079182 h 1092674"/>
                <a:gd name="connsiteX12" fmla="*/ 4965124 w 8302684"/>
                <a:gd name="connsiteY12" fmla="*/ 491490 h 1092674"/>
                <a:gd name="connsiteX13" fmla="*/ 5616634 w 8302684"/>
                <a:gd name="connsiteY13" fmla="*/ 0 h 1092674"/>
                <a:gd name="connsiteX14" fmla="*/ 5636491 w 8302684"/>
                <a:gd name="connsiteY14" fmla="*/ 1092674 h 1092674"/>
                <a:gd name="connsiteX15" fmla="*/ 8302684 w 8302684"/>
                <a:gd name="connsiteY15" fmla="*/ 1085850 h 109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02684" h="1092674">
                  <a:moveTo>
                    <a:pt x="0" y="1072515"/>
                  </a:moveTo>
                  <a:lnTo>
                    <a:pt x="278824" y="1074420"/>
                  </a:lnTo>
                  <a:lnTo>
                    <a:pt x="290254" y="480060"/>
                  </a:lnTo>
                  <a:lnTo>
                    <a:pt x="964624" y="45720"/>
                  </a:lnTo>
                  <a:lnTo>
                    <a:pt x="960814" y="1078230"/>
                  </a:lnTo>
                  <a:lnTo>
                    <a:pt x="1962845" y="1074420"/>
                  </a:lnTo>
                  <a:cubicBezTo>
                    <a:pt x="1960622" y="868680"/>
                    <a:pt x="1972687" y="640080"/>
                    <a:pt x="1970464" y="434340"/>
                  </a:cubicBezTo>
                  <a:lnTo>
                    <a:pt x="2679124" y="22860"/>
                  </a:lnTo>
                  <a:cubicBezTo>
                    <a:pt x="2677403" y="203929"/>
                    <a:pt x="2676542" y="294463"/>
                    <a:pt x="2673961" y="566066"/>
                  </a:cubicBezTo>
                  <a:lnTo>
                    <a:pt x="3811001" y="575338"/>
                  </a:lnTo>
                  <a:lnTo>
                    <a:pt x="3820726" y="1075864"/>
                  </a:lnTo>
                  <a:lnTo>
                    <a:pt x="4956552" y="1079182"/>
                  </a:lnTo>
                  <a:lnTo>
                    <a:pt x="4965124" y="491490"/>
                  </a:lnTo>
                  <a:lnTo>
                    <a:pt x="5616634" y="0"/>
                  </a:lnTo>
                  <a:lnTo>
                    <a:pt x="5636491" y="1092674"/>
                  </a:lnTo>
                  <a:lnTo>
                    <a:pt x="8302684" y="108585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9" name="Right Brace 298">
            <a:extLst>
              <a:ext uri="{FF2B5EF4-FFF2-40B4-BE49-F238E27FC236}">
                <a16:creationId xmlns:a16="http://schemas.microsoft.com/office/drawing/2014/main" id="{E10C6615-2B8F-BF60-9DE8-62EC9203889F}"/>
              </a:ext>
            </a:extLst>
          </p:cNvPr>
          <p:cNvSpPr/>
          <p:nvPr/>
        </p:nvSpPr>
        <p:spPr>
          <a:xfrm>
            <a:off x="5158260" y="4936531"/>
            <a:ext cx="224296" cy="638623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Case 1 - Q1">
            <a:extLst>
              <a:ext uri="{FF2B5EF4-FFF2-40B4-BE49-F238E27FC236}">
                <a16:creationId xmlns:a16="http://schemas.microsoft.com/office/drawing/2014/main" id="{91F20C63-B3E8-E462-2D54-D0368FAEDC1E}"/>
              </a:ext>
            </a:extLst>
          </p:cNvPr>
          <p:cNvSpPr/>
          <p:nvPr/>
        </p:nvSpPr>
        <p:spPr>
          <a:xfrm>
            <a:off x="5382556" y="5106013"/>
            <a:ext cx="1217519" cy="3466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~Resistance</a:t>
            </a:r>
          </a:p>
        </p:txBody>
      </p:sp>
      <p:sp>
        <p:nvSpPr>
          <p:cNvPr id="96" name="Rounded Rectangle 140">
            <a:extLst>
              <a:ext uri="{FF2B5EF4-FFF2-40B4-BE49-F238E27FC236}">
                <a16:creationId xmlns:a16="http://schemas.microsoft.com/office/drawing/2014/main" id="{BD315950-DC3B-9490-D4D4-ECC9E4434B68}"/>
              </a:ext>
            </a:extLst>
          </p:cNvPr>
          <p:cNvSpPr/>
          <p:nvPr/>
        </p:nvSpPr>
        <p:spPr>
          <a:xfrm>
            <a:off x="2549814" y="770040"/>
            <a:ext cx="3536106" cy="4114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RESISTANCE </a:t>
            </a:r>
          </a:p>
        </p:txBody>
      </p:sp>
      <p:sp>
        <p:nvSpPr>
          <p:cNvPr id="95" name="Rounded Rectangle 139">
            <a:extLst>
              <a:ext uri="{FF2B5EF4-FFF2-40B4-BE49-F238E27FC236}">
                <a16:creationId xmlns:a16="http://schemas.microsoft.com/office/drawing/2014/main" id="{49522B21-4045-E3F9-F028-93EEFF9C6B76}"/>
              </a:ext>
            </a:extLst>
          </p:cNvPr>
          <p:cNvSpPr/>
          <p:nvPr/>
        </p:nvSpPr>
        <p:spPr>
          <a:xfrm>
            <a:off x="7242523" y="770040"/>
            <a:ext cx="3536106" cy="4114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COMPLIANCE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9373F147-342A-87DF-A3D0-9878ED18CBE8}"/>
              </a:ext>
            </a:extLst>
          </p:cNvPr>
          <p:cNvSpPr txBox="1"/>
          <p:nvPr/>
        </p:nvSpPr>
        <p:spPr>
          <a:xfrm>
            <a:off x="3913887" y="123288"/>
            <a:ext cx="5081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What Influences Peak Pressures?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80B9FECA-E0DB-5472-E69E-628C84DC99DA}"/>
              </a:ext>
            </a:extLst>
          </p:cNvPr>
          <p:cNvGrpSpPr/>
          <p:nvPr/>
        </p:nvGrpSpPr>
        <p:grpSpPr>
          <a:xfrm>
            <a:off x="7178655" y="3480637"/>
            <a:ext cx="3101708" cy="1372271"/>
            <a:chOff x="7079276" y="3549741"/>
            <a:chExt cx="3101708" cy="1372271"/>
          </a:xfrm>
        </p:grpSpPr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C8ED05D1-F896-0D2D-7FE6-7064EEF7D1C4}"/>
                </a:ext>
              </a:extLst>
            </p:cNvPr>
            <p:cNvSpPr/>
            <p:nvPr/>
          </p:nvSpPr>
          <p:spPr>
            <a:xfrm>
              <a:off x="8035926" y="4273292"/>
              <a:ext cx="2145058" cy="648720"/>
            </a:xfrm>
            <a:custGeom>
              <a:avLst/>
              <a:gdLst>
                <a:gd name="connsiteX0" fmla="*/ 76901 w 2147614"/>
                <a:gd name="connsiteY0" fmla="*/ 139361 h 624678"/>
                <a:gd name="connsiteX1" fmla="*/ 500763 w 2147614"/>
                <a:gd name="connsiteY1" fmla="*/ 86974 h 624678"/>
                <a:gd name="connsiteX2" fmla="*/ 662688 w 2147614"/>
                <a:gd name="connsiteY2" fmla="*/ 6011 h 624678"/>
                <a:gd name="connsiteX3" fmla="*/ 1124651 w 2147614"/>
                <a:gd name="connsiteY3" fmla="*/ 15536 h 624678"/>
                <a:gd name="connsiteX4" fmla="*/ 1458026 w 2147614"/>
                <a:gd name="connsiteY4" fmla="*/ 91736 h 624678"/>
                <a:gd name="connsiteX5" fmla="*/ 1886651 w 2147614"/>
                <a:gd name="connsiteY5" fmla="*/ 67924 h 624678"/>
                <a:gd name="connsiteX6" fmla="*/ 2010476 w 2147614"/>
                <a:gd name="connsiteY6" fmla="*/ 306049 h 624678"/>
                <a:gd name="connsiteX7" fmla="*/ 2143826 w 2147614"/>
                <a:gd name="connsiteY7" fmla="*/ 477499 h 624678"/>
                <a:gd name="connsiteX8" fmla="*/ 1853313 w 2147614"/>
                <a:gd name="connsiteY8" fmla="*/ 606086 h 624678"/>
                <a:gd name="connsiteX9" fmla="*/ 905576 w 2147614"/>
                <a:gd name="connsiteY9" fmla="*/ 610849 h 624678"/>
                <a:gd name="connsiteX10" fmla="*/ 329313 w 2147614"/>
                <a:gd name="connsiteY10" fmla="*/ 482261 h 624678"/>
                <a:gd name="connsiteX11" fmla="*/ 81663 w 2147614"/>
                <a:gd name="connsiteY11" fmla="*/ 344149 h 624678"/>
                <a:gd name="connsiteX12" fmla="*/ 701 w 2147614"/>
                <a:gd name="connsiteY12" fmla="*/ 167936 h 624678"/>
                <a:gd name="connsiteX13" fmla="*/ 76901 w 2147614"/>
                <a:gd name="connsiteY13" fmla="*/ 139361 h 624678"/>
                <a:gd name="connsiteX0" fmla="*/ 76620 w 2147333"/>
                <a:gd name="connsiteY0" fmla="*/ 86973 h 624678"/>
                <a:gd name="connsiteX1" fmla="*/ 500482 w 2147333"/>
                <a:gd name="connsiteY1" fmla="*/ 86974 h 624678"/>
                <a:gd name="connsiteX2" fmla="*/ 662407 w 2147333"/>
                <a:gd name="connsiteY2" fmla="*/ 6011 h 624678"/>
                <a:gd name="connsiteX3" fmla="*/ 1124370 w 2147333"/>
                <a:gd name="connsiteY3" fmla="*/ 15536 h 624678"/>
                <a:gd name="connsiteX4" fmla="*/ 1457745 w 2147333"/>
                <a:gd name="connsiteY4" fmla="*/ 91736 h 624678"/>
                <a:gd name="connsiteX5" fmla="*/ 1886370 w 2147333"/>
                <a:gd name="connsiteY5" fmla="*/ 67924 h 624678"/>
                <a:gd name="connsiteX6" fmla="*/ 2010195 w 2147333"/>
                <a:gd name="connsiteY6" fmla="*/ 306049 h 624678"/>
                <a:gd name="connsiteX7" fmla="*/ 2143545 w 2147333"/>
                <a:gd name="connsiteY7" fmla="*/ 477499 h 624678"/>
                <a:gd name="connsiteX8" fmla="*/ 1853032 w 2147333"/>
                <a:gd name="connsiteY8" fmla="*/ 606086 h 624678"/>
                <a:gd name="connsiteX9" fmla="*/ 905295 w 2147333"/>
                <a:gd name="connsiteY9" fmla="*/ 610849 h 624678"/>
                <a:gd name="connsiteX10" fmla="*/ 329032 w 2147333"/>
                <a:gd name="connsiteY10" fmla="*/ 482261 h 624678"/>
                <a:gd name="connsiteX11" fmla="*/ 81382 w 2147333"/>
                <a:gd name="connsiteY11" fmla="*/ 344149 h 624678"/>
                <a:gd name="connsiteX12" fmla="*/ 420 w 2147333"/>
                <a:gd name="connsiteY12" fmla="*/ 167936 h 624678"/>
                <a:gd name="connsiteX13" fmla="*/ 76620 w 2147333"/>
                <a:gd name="connsiteY13" fmla="*/ 86973 h 624678"/>
                <a:gd name="connsiteX0" fmla="*/ 76620 w 2147333"/>
                <a:gd name="connsiteY0" fmla="*/ 98968 h 636673"/>
                <a:gd name="connsiteX1" fmla="*/ 500482 w 2147333"/>
                <a:gd name="connsiteY1" fmla="*/ 98969 h 636673"/>
                <a:gd name="connsiteX2" fmla="*/ 662407 w 2147333"/>
                <a:gd name="connsiteY2" fmla="*/ 3718 h 636673"/>
                <a:gd name="connsiteX3" fmla="*/ 1124370 w 2147333"/>
                <a:gd name="connsiteY3" fmla="*/ 27531 h 636673"/>
                <a:gd name="connsiteX4" fmla="*/ 1457745 w 2147333"/>
                <a:gd name="connsiteY4" fmla="*/ 103731 h 636673"/>
                <a:gd name="connsiteX5" fmla="*/ 1886370 w 2147333"/>
                <a:gd name="connsiteY5" fmla="*/ 79919 h 636673"/>
                <a:gd name="connsiteX6" fmla="*/ 2010195 w 2147333"/>
                <a:gd name="connsiteY6" fmla="*/ 318044 h 636673"/>
                <a:gd name="connsiteX7" fmla="*/ 2143545 w 2147333"/>
                <a:gd name="connsiteY7" fmla="*/ 489494 h 636673"/>
                <a:gd name="connsiteX8" fmla="*/ 1853032 w 2147333"/>
                <a:gd name="connsiteY8" fmla="*/ 618081 h 636673"/>
                <a:gd name="connsiteX9" fmla="*/ 905295 w 2147333"/>
                <a:gd name="connsiteY9" fmla="*/ 622844 h 636673"/>
                <a:gd name="connsiteX10" fmla="*/ 329032 w 2147333"/>
                <a:gd name="connsiteY10" fmla="*/ 494256 h 636673"/>
                <a:gd name="connsiteX11" fmla="*/ 81382 w 2147333"/>
                <a:gd name="connsiteY11" fmla="*/ 356144 h 636673"/>
                <a:gd name="connsiteX12" fmla="*/ 420 w 2147333"/>
                <a:gd name="connsiteY12" fmla="*/ 179931 h 636673"/>
                <a:gd name="connsiteX13" fmla="*/ 76620 w 2147333"/>
                <a:gd name="connsiteY13" fmla="*/ 98968 h 636673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57745 w 2147333"/>
                <a:gd name="connsiteY5" fmla="*/ 102486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95845 w 2147333"/>
                <a:gd name="connsiteY5" fmla="*/ 31048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830"/>
                <a:gd name="connsiteY0" fmla="*/ 97723 h 635428"/>
                <a:gd name="connsiteX1" fmla="*/ 500482 w 2147830"/>
                <a:gd name="connsiteY1" fmla="*/ 97724 h 635428"/>
                <a:gd name="connsiteX2" fmla="*/ 662407 w 2147830"/>
                <a:gd name="connsiteY2" fmla="*/ 2473 h 635428"/>
                <a:gd name="connsiteX3" fmla="*/ 1124370 w 2147830"/>
                <a:gd name="connsiteY3" fmla="*/ 26286 h 635428"/>
                <a:gd name="connsiteX4" fmla="*/ 1152945 w 2147830"/>
                <a:gd name="connsiteY4" fmla="*/ 7237 h 635428"/>
                <a:gd name="connsiteX5" fmla="*/ 1495845 w 2147830"/>
                <a:gd name="connsiteY5" fmla="*/ 31048 h 635428"/>
                <a:gd name="connsiteX6" fmla="*/ 1786358 w 2147830"/>
                <a:gd name="connsiteY6" fmla="*/ 64387 h 635428"/>
                <a:gd name="connsiteX7" fmla="*/ 2010195 w 2147830"/>
                <a:gd name="connsiteY7" fmla="*/ 316799 h 635428"/>
                <a:gd name="connsiteX8" fmla="*/ 2143545 w 2147830"/>
                <a:gd name="connsiteY8" fmla="*/ 488249 h 635428"/>
                <a:gd name="connsiteX9" fmla="*/ 1853032 w 2147830"/>
                <a:gd name="connsiteY9" fmla="*/ 616836 h 635428"/>
                <a:gd name="connsiteX10" fmla="*/ 905295 w 2147830"/>
                <a:gd name="connsiteY10" fmla="*/ 621599 h 635428"/>
                <a:gd name="connsiteX11" fmla="*/ 329032 w 2147830"/>
                <a:gd name="connsiteY11" fmla="*/ 493011 h 635428"/>
                <a:gd name="connsiteX12" fmla="*/ 81382 w 2147830"/>
                <a:gd name="connsiteY12" fmla="*/ 354899 h 635428"/>
                <a:gd name="connsiteX13" fmla="*/ 420 w 2147830"/>
                <a:gd name="connsiteY13" fmla="*/ 178686 h 635428"/>
                <a:gd name="connsiteX14" fmla="*/ 76620 w 2147830"/>
                <a:gd name="connsiteY14" fmla="*/ 97723 h 635428"/>
                <a:gd name="connsiteX0" fmla="*/ 76620 w 2147830"/>
                <a:gd name="connsiteY0" fmla="*/ 97723 h 632954"/>
                <a:gd name="connsiteX1" fmla="*/ 500482 w 2147830"/>
                <a:gd name="connsiteY1" fmla="*/ 97724 h 632954"/>
                <a:gd name="connsiteX2" fmla="*/ 662407 w 2147830"/>
                <a:gd name="connsiteY2" fmla="*/ 2473 h 632954"/>
                <a:gd name="connsiteX3" fmla="*/ 1124370 w 2147830"/>
                <a:gd name="connsiteY3" fmla="*/ 26286 h 632954"/>
                <a:gd name="connsiteX4" fmla="*/ 1152945 w 2147830"/>
                <a:gd name="connsiteY4" fmla="*/ 7237 h 632954"/>
                <a:gd name="connsiteX5" fmla="*/ 1495845 w 2147830"/>
                <a:gd name="connsiteY5" fmla="*/ 31048 h 632954"/>
                <a:gd name="connsiteX6" fmla="*/ 1786358 w 2147830"/>
                <a:gd name="connsiteY6" fmla="*/ 64387 h 632954"/>
                <a:gd name="connsiteX7" fmla="*/ 2010195 w 2147830"/>
                <a:gd name="connsiteY7" fmla="*/ 316799 h 632954"/>
                <a:gd name="connsiteX8" fmla="*/ 2143545 w 2147830"/>
                <a:gd name="connsiteY8" fmla="*/ 535874 h 632954"/>
                <a:gd name="connsiteX9" fmla="*/ 1853032 w 2147830"/>
                <a:gd name="connsiteY9" fmla="*/ 616836 h 632954"/>
                <a:gd name="connsiteX10" fmla="*/ 905295 w 2147830"/>
                <a:gd name="connsiteY10" fmla="*/ 621599 h 632954"/>
                <a:gd name="connsiteX11" fmla="*/ 329032 w 2147830"/>
                <a:gd name="connsiteY11" fmla="*/ 493011 h 632954"/>
                <a:gd name="connsiteX12" fmla="*/ 81382 w 2147830"/>
                <a:gd name="connsiteY12" fmla="*/ 354899 h 632954"/>
                <a:gd name="connsiteX13" fmla="*/ 420 w 2147830"/>
                <a:gd name="connsiteY13" fmla="*/ 178686 h 632954"/>
                <a:gd name="connsiteX14" fmla="*/ 76620 w 2147830"/>
                <a:gd name="connsiteY14" fmla="*/ 97723 h 632954"/>
                <a:gd name="connsiteX0" fmla="*/ 76620 w 2147830"/>
                <a:gd name="connsiteY0" fmla="*/ 97955 h 633186"/>
                <a:gd name="connsiteX1" fmla="*/ 500482 w 2147830"/>
                <a:gd name="connsiteY1" fmla="*/ 97956 h 633186"/>
                <a:gd name="connsiteX2" fmla="*/ 662407 w 2147830"/>
                <a:gd name="connsiteY2" fmla="*/ 2705 h 633186"/>
                <a:gd name="connsiteX3" fmla="*/ 1124370 w 2147830"/>
                <a:gd name="connsiteY3" fmla="*/ 26518 h 633186"/>
                <a:gd name="connsiteX4" fmla="*/ 1495845 w 2147830"/>
                <a:gd name="connsiteY4" fmla="*/ 31280 h 633186"/>
                <a:gd name="connsiteX5" fmla="*/ 1786358 w 2147830"/>
                <a:gd name="connsiteY5" fmla="*/ 64619 h 633186"/>
                <a:gd name="connsiteX6" fmla="*/ 2010195 w 2147830"/>
                <a:gd name="connsiteY6" fmla="*/ 317031 h 633186"/>
                <a:gd name="connsiteX7" fmla="*/ 2143545 w 2147830"/>
                <a:gd name="connsiteY7" fmla="*/ 536106 h 633186"/>
                <a:gd name="connsiteX8" fmla="*/ 1853032 w 2147830"/>
                <a:gd name="connsiteY8" fmla="*/ 617068 h 633186"/>
                <a:gd name="connsiteX9" fmla="*/ 905295 w 2147830"/>
                <a:gd name="connsiteY9" fmla="*/ 621831 h 633186"/>
                <a:gd name="connsiteX10" fmla="*/ 329032 w 2147830"/>
                <a:gd name="connsiteY10" fmla="*/ 493243 h 633186"/>
                <a:gd name="connsiteX11" fmla="*/ 81382 w 2147830"/>
                <a:gd name="connsiteY11" fmla="*/ 355131 h 633186"/>
                <a:gd name="connsiteX12" fmla="*/ 420 w 2147830"/>
                <a:gd name="connsiteY12" fmla="*/ 178918 h 633186"/>
                <a:gd name="connsiteX13" fmla="*/ 76620 w 2147830"/>
                <a:gd name="connsiteY13" fmla="*/ 97955 h 633186"/>
                <a:gd name="connsiteX0" fmla="*/ 76620 w 2147830"/>
                <a:gd name="connsiteY0" fmla="*/ 112011 h 647242"/>
                <a:gd name="connsiteX1" fmla="*/ 500482 w 2147830"/>
                <a:gd name="connsiteY1" fmla="*/ 112012 h 647242"/>
                <a:gd name="connsiteX2" fmla="*/ 662407 w 2147830"/>
                <a:gd name="connsiteY2" fmla="*/ 16761 h 647242"/>
                <a:gd name="connsiteX3" fmla="*/ 1138657 w 2147830"/>
                <a:gd name="connsiteY3" fmla="*/ 2474 h 647242"/>
                <a:gd name="connsiteX4" fmla="*/ 1495845 w 2147830"/>
                <a:gd name="connsiteY4" fmla="*/ 45336 h 647242"/>
                <a:gd name="connsiteX5" fmla="*/ 1786358 w 2147830"/>
                <a:gd name="connsiteY5" fmla="*/ 78675 h 647242"/>
                <a:gd name="connsiteX6" fmla="*/ 2010195 w 2147830"/>
                <a:gd name="connsiteY6" fmla="*/ 331087 h 647242"/>
                <a:gd name="connsiteX7" fmla="*/ 2143545 w 2147830"/>
                <a:gd name="connsiteY7" fmla="*/ 550162 h 647242"/>
                <a:gd name="connsiteX8" fmla="*/ 1853032 w 2147830"/>
                <a:gd name="connsiteY8" fmla="*/ 631124 h 647242"/>
                <a:gd name="connsiteX9" fmla="*/ 905295 w 2147830"/>
                <a:gd name="connsiteY9" fmla="*/ 635887 h 647242"/>
                <a:gd name="connsiteX10" fmla="*/ 329032 w 2147830"/>
                <a:gd name="connsiteY10" fmla="*/ 507299 h 647242"/>
                <a:gd name="connsiteX11" fmla="*/ 81382 w 2147830"/>
                <a:gd name="connsiteY11" fmla="*/ 369187 h 647242"/>
                <a:gd name="connsiteX12" fmla="*/ 420 w 2147830"/>
                <a:gd name="connsiteY12" fmla="*/ 192974 h 647242"/>
                <a:gd name="connsiteX13" fmla="*/ 76620 w 2147830"/>
                <a:gd name="connsiteY13" fmla="*/ 112011 h 647242"/>
                <a:gd name="connsiteX0" fmla="*/ 76620 w 2147830"/>
                <a:gd name="connsiteY0" fmla="*/ 112529 h 647760"/>
                <a:gd name="connsiteX1" fmla="*/ 500482 w 2147830"/>
                <a:gd name="connsiteY1" fmla="*/ 112530 h 647760"/>
                <a:gd name="connsiteX2" fmla="*/ 662407 w 2147830"/>
                <a:gd name="connsiteY2" fmla="*/ 17279 h 647760"/>
                <a:gd name="connsiteX3" fmla="*/ 1138657 w 2147830"/>
                <a:gd name="connsiteY3" fmla="*/ 2992 h 647760"/>
                <a:gd name="connsiteX4" fmla="*/ 1514895 w 2147830"/>
                <a:gd name="connsiteY4" fmla="*/ 7754 h 647760"/>
                <a:gd name="connsiteX5" fmla="*/ 1786358 w 2147830"/>
                <a:gd name="connsiteY5" fmla="*/ 79193 h 647760"/>
                <a:gd name="connsiteX6" fmla="*/ 2010195 w 2147830"/>
                <a:gd name="connsiteY6" fmla="*/ 331605 h 647760"/>
                <a:gd name="connsiteX7" fmla="*/ 2143545 w 2147830"/>
                <a:gd name="connsiteY7" fmla="*/ 550680 h 647760"/>
                <a:gd name="connsiteX8" fmla="*/ 1853032 w 2147830"/>
                <a:gd name="connsiteY8" fmla="*/ 631642 h 647760"/>
                <a:gd name="connsiteX9" fmla="*/ 905295 w 2147830"/>
                <a:gd name="connsiteY9" fmla="*/ 636405 h 647760"/>
                <a:gd name="connsiteX10" fmla="*/ 329032 w 2147830"/>
                <a:gd name="connsiteY10" fmla="*/ 507817 h 647760"/>
                <a:gd name="connsiteX11" fmla="*/ 81382 w 2147830"/>
                <a:gd name="connsiteY11" fmla="*/ 369705 h 647760"/>
                <a:gd name="connsiteX12" fmla="*/ 420 w 2147830"/>
                <a:gd name="connsiteY12" fmla="*/ 193492 h 647760"/>
                <a:gd name="connsiteX13" fmla="*/ 76620 w 2147830"/>
                <a:gd name="connsiteY13" fmla="*/ 112529 h 647760"/>
                <a:gd name="connsiteX0" fmla="*/ 76620 w 2148024"/>
                <a:gd name="connsiteY0" fmla="*/ 113489 h 648720"/>
                <a:gd name="connsiteX1" fmla="*/ 500482 w 2148024"/>
                <a:gd name="connsiteY1" fmla="*/ 113490 h 648720"/>
                <a:gd name="connsiteX2" fmla="*/ 662407 w 2148024"/>
                <a:gd name="connsiteY2" fmla="*/ 18239 h 648720"/>
                <a:gd name="connsiteX3" fmla="*/ 1138657 w 2148024"/>
                <a:gd name="connsiteY3" fmla="*/ 3952 h 648720"/>
                <a:gd name="connsiteX4" fmla="*/ 1514895 w 2148024"/>
                <a:gd name="connsiteY4" fmla="*/ 8714 h 648720"/>
                <a:gd name="connsiteX5" fmla="*/ 1753021 w 2148024"/>
                <a:gd name="connsiteY5" fmla="*/ 94440 h 648720"/>
                <a:gd name="connsiteX6" fmla="*/ 2010195 w 2148024"/>
                <a:gd name="connsiteY6" fmla="*/ 332565 h 648720"/>
                <a:gd name="connsiteX7" fmla="*/ 2143545 w 2148024"/>
                <a:gd name="connsiteY7" fmla="*/ 551640 h 648720"/>
                <a:gd name="connsiteX8" fmla="*/ 1853032 w 2148024"/>
                <a:gd name="connsiteY8" fmla="*/ 632602 h 648720"/>
                <a:gd name="connsiteX9" fmla="*/ 905295 w 2148024"/>
                <a:gd name="connsiteY9" fmla="*/ 637365 h 648720"/>
                <a:gd name="connsiteX10" fmla="*/ 329032 w 2148024"/>
                <a:gd name="connsiteY10" fmla="*/ 508777 h 648720"/>
                <a:gd name="connsiteX11" fmla="*/ 81382 w 2148024"/>
                <a:gd name="connsiteY11" fmla="*/ 370665 h 648720"/>
                <a:gd name="connsiteX12" fmla="*/ 420 w 2148024"/>
                <a:gd name="connsiteY12" fmla="*/ 194452 h 648720"/>
                <a:gd name="connsiteX13" fmla="*/ 76620 w 2148024"/>
                <a:gd name="connsiteY13" fmla="*/ 113489 h 648720"/>
                <a:gd name="connsiteX0" fmla="*/ 76620 w 2145058"/>
                <a:gd name="connsiteY0" fmla="*/ 113489 h 648720"/>
                <a:gd name="connsiteX1" fmla="*/ 500482 w 2145058"/>
                <a:gd name="connsiteY1" fmla="*/ 113490 h 648720"/>
                <a:gd name="connsiteX2" fmla="*/ 662407 w 2145058"/>
                <a:gd name="connsiteY2" fmla="*/ 18239 h 648720"/>
                <a:gd name="connsiteX3" fmla="*/ 1138657 w 2145058"/>
                <a:gd name="connsiteY3" fmla="*/ 3952 h 648720"/>
                <a:gd name="connsiteX4" fmla="*/ 1514895 w 2145058"/>
                <a:gd name="connsiteY4" fmla="*/ 8714 h 648720"/>
                <a:gd name="connsiteX5" fmla="*/ 1753021 w 2145058"/>
                <a:gd name="connsiteY5" fmla="*/ 94440 h 648720"/>
                <a:gd name="connsiteX6" fmla="*/ 1957807 w 2145058"/>
                <a:gd name="connsiteY6" fmla="*/ 346852 h 648720"/>
                <a:gd name="connsiteX7" fmla="*/ 2143545 w 2145058"/>
                <a:gd name="connsiteY7" fmla="*/ 551640 h 648720"/>
                <a:gd name="connsiteX8" fmla="*/ 1853032 w 2145058"/>
                <a:gd name="connsiteY8" fmla="*/ 632602 h 648720"/>
                <a:gd name="connsiteX9" fmla="*/ 905295 w 2145058"/>
                <a:gd name="connsiteY9" fmla="*/ 637365 h 648720"/>
                <a:gd name="connsiteX10" fmla="*/ 329032 w 2145058"/>
                <a:gd name="connsiteY10" fmla="*/ 508777 h 648720"/>
                <a:gd name="connsiteX11" fmla="*/ 81382 w 2145058"/>
                <a:gd name="connsiteY11" fmla="*/ 370665 h 648720"/>
                <a:gd name="connsiteX12" fmla="*/ 420 w 2145058"/>
                <a:gd name="connsiteY12" fmla="*/ 194452 h 648720"/>
                <a:gd name="connsiteX13" fmla="*/ 76620 w 2145058"/>
                <a:gd name="connsiteY13" fmla="*/ 113489 h 64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5058" h="648720">
                  <a:moveTo>
                    <a:pt x="76620" y="113489"/>
                  </a:moveTo>
                  <a:cubicBezTo>
                    <a:pt x="159964" y="99995"/>
                    <a:pt x="402851" y="129365"/>
                    <a:pt x="500482" y="113490"/>
                  </a:cubicBezTo>
                  <a:cubicBezTo>
                    <a:pt x="598113" y="97615"/>
                    <a:pt x="556045" y="36495"/>
                    <a:pt x="662407" y="18239"/>
                  </a:cubicBezTo>
                  <a:cubicBezTo>
                    <a:pt x="768770" y="-17"/>
                    <a:pt x="996576" y="5539"/>
                    <a:pt x="1138657" y="3952"/>
                  </a:cubicBezTo>
                  <a:cubicBezTo>
                    <a:pt x="1280738" y="2365"/>
                    <a:pt x="1412501" y="-6367"/>
                    <a:pt x="1514895" y="8714"/>
                  </a:cubicBezTo>
                  <a:cubicBezTo>
                    <a:pt x="1617289" y="23795"/>
                    <a:pt x="1679202" y="38084"/>
                    <a:pt x="1753021" y="94440"/>
                  </a:cubicBezTo>
                  <a:cubicBezTo>
                    <a:pt x="1826840" y="150796"/>
                    <a:pt x="1892720" y="270652"/>
                    <a:pt x="1957807" y="346852"/>
                  </a:cubicBezTo>
                  <a:cubicBezTo>
                    <a:pt x="2022894" y="423052"/>
                    <a:pt x="2161008" y="504015"/>
                    <a:pt x="2143545" y="551640"/>
                  </a:cubicBezTo>
                  <a:cubicBezTo>
                    <a:pt x="2126083" y="599265"/>
                    <a:pt x="2059407" y="618315"/>
                    <a:pt x="1853032" y="632602"/>
                  </a:cubicBezTo>
                  <a:cubicBezTo>
                    <a:pt x="1646657" y="646890"/>
                    <a:pt x="1159295" y="658003"/>
                    <a:pt x="905295" y="637365"/>
                  </a:cubicBezTo>
                  <a:cubicBezTo>
                    <a:pt x="651295" y="616727"/>
                    <a:pt x="466351" y="553227"/>
                    <a:pt x="329032" y="508777"/>
                  </a:cubicBezTo>
                  <a:cubicBezTo>
                    <a:pt x="191713" y="464327"/>
                    <a:pt x="136151" y="423053"/>
                    <a:pt x="81382" y="370665"/>
                  </a:cubicBezTo>
                  <a:cubicBezTo>
                    <a:pt x="26613" y="318278"/>
                    <a:pt x="1214" y="237315"/>
                    <a:pt x="420" y="194452"/>
                  </a:cubicBezTo>
                  <a:cubicBezTo>
                    <a:pt x="-374" y="151589"/>
                    <a:pt x="-6724" y="126983"/>
                    <a:pt x="76620" y="113489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13751425-8F5E-3460-522C-4472F4DE6495}"/>
                </a:ext>
              </a:extLst>
            </p:cNvPr>
            <p:cNvSpPr/>
            <p:nvPr/>
          </p:nvSpPr>
          <p:spPr>
            <a:xfrm>
              <a:off x="7988767" y="3549741"/>
              <a:ext cx="2186000" cy="652937"/>
            </a:xfrm>
            <a:custGeom>
              <a:avLst/>
              <a:gdLst>
                <a:gd name="connsiteX0" fmla="*/ 477107 w 2156275"/>
                <a:gd name="connsiteY0" fmla="*/ 597713 h 633204"/>
                <a:gd name="connsiteX1" fmla="*/ 43720 w 2156275"/>
                <a:gd name="connsiteY1" fmla="*/ 554850 h 633204"/>
                <a:gd name="connsiteX2" fmla="*/ 29432 w 2156275"/>
                <a:gd name="connsiteY2" fmla="*/ 311963 h 633204"/>
                <a:gd name="connsiteX3" fmla="*/ 172307 w 2156275"/>
                <a:gd name="connsiteY3" fmla="*/ 88125 h 633204"/>
                <a:gd name="connsiteX4" fmla="*/ 1567720 w 2156275"/>
                <a:gd name="connsiteY4" fmla="*/ 7163 h 633204"/>
                <a:gd name="connsiteX5" fmla="*/ 2143982 w 2156275"/>
                <a:gd name="connsiteY5" fmla="*/ 30975 h 633204"/>
                <a:gd name="connsiteX6" fmla="*/ 1958245 w 2156275"/>
                <a:gd name="connsiteY6" fmla="*/ 245288 h 633204"/>
                <a:gd name="connsiteX7" fmla="*/ 1915382 w 2156275"/>
                <a:gd name="connsiteY7" fmla="*/ 502463 h 633204"/>
                <a:gd name="connsiteX8" fmla="*/ 1724882 w 2156275"/>
                <a:gd name="connsiteY8" fmla="*/ 631050 h 633204"/>
                <a:gd name="connsiteX9" fmla="*/ 1591532 w 2156275"/>
                <a:gd name="connsiteY9" fmla="*/ 578663 h 633204"/>
                <a:gd name="connsiteX10" fmla="*/ 1310545 w 2156275"/>
                <a:gd name="connsiteY10" fmla="*/ 521513 h 633204"/>
                <a:gd name="connsiteX11" fmla="*/ 1143857 w 2156275"/>
                <a:gd name="connsiteY11" fmla="*/ 621525 h 633204"/>
                <a:gd name="connsiteX12" fmla="*/ 477107 w 2156275"/>
                <a:gd name="connsiteY12" fmla="*/ 597713 h 633204"/>
                <a:gd name="connsiteX0" fmla="*/ 507533 w 2186701"/>
                <a:gd name="connsiteY0" fmla="*/ 603726 h 639217"/>
                <a:gd name="connsiteX1" fmla="*/ 74146 w 2186701"/>
                <a:gd name="connsiteY1" fmla="*/ 560863 h 639217"/>
                <a:gd name="connsiteX2" fmla="*/ 59858 w 2186701"/>
                <a:gd name="connsiteY2" fmla="*/ 317976 h 639217"/>
                <a:gd name="connsiteX3" fmla="*/ 674220 w 2186701"/>
                <a:gd name="connsiteY3" fmla="*/ 27463 h 639217"/>
                <a:gd name="connsiteX4" fmla="*/ 1598146 w 2186701"/>
                <a:gd name="connsiteY4" fmla="*/ 13176 h 639217"/>
                <a:gd name="connsiteX5" fmla="*/ 2174408 w 2186701"/>
                <a:gd name="connsiteY5" fmla="*/ 36988 h 639217"/>
                <a:gd name="connsiteX6" fmla="*/ 1988671 w 2186701"/>
                <a:gd name="connsiteY6" fmla="*/ 251301 h 639217"/>
                <a:gd name="connsiteX7" fmla="*/ 1945808 w 2186701"/>
                <a:gd name="connsiteY7" fmla="*/ 508476 h 639217"/>
                <a:gd name="connsiteX8" fmla="*/ 1755308 w 2186701"/>
                <a:gd name="connsiteY8" fmla="*/ 637063 h 639217"/>
                <a:gd name="connsiteX9" fmla="*/ 1621958 w 2186701"/>
                <a:gd name="connsiteY9" fmla="*/ 584676 h 639217"/>
                <a:gd name="connsiteX10" fmla="*/ 1340971 w 2186701"/>
                <a:gd name="connsiteY10" fmla="*/ 527526 h 639217"/>
                <a:gd name="connsiteX11" fmla="*/ 1174283 w 2186701"/>
                <a:gd name="connsiteY11" fmla="*/ 627538 h 639217"/>
                <a:gd name="connsiteX12" fmla="*/ 507533 w 2186701"/>
                <a:gd name="connsiteY12" fmla="*/ 603726 h 639217"/>
                <a:gd name="connsiteX0" fmla="*/ 507533 w 2186000"/>
                <a:gd name="connsiteY0" fmla="*/ 617446 h 652937"/>
                <a:gd name="connsiteX1" fmla="*/ 74146 w 2186000"/>
                <a:gd name="connsiteY1" fmla="*/ 574583 h 652937"/>
                <a:gd name="connsiteX2" fmla="*/ 59858 w 2186000"/>
                <a:gd name="connsiteY2" fmla="*/ 331696 h 652937"/>
                <a:gd name="connsiteX3" fmla="*/ 674220 w 2186000"/>
                <a:gd name="connsiteY3" fmla="*/ 41183 h 652937"/>
                <a:gd name="connsiteX4" fmla="*/ 1612433 w 2186000"/>
                <a:gd name="connsiteY4" fmla="*/ 3083 h 652937"/>
                <a:gd name="connsiteX5" fmla="*/ 2174408 w 2186000"/>
                <a:gd name="connsiteY5" fmla="*/ 50708 h 652937"/>
                <a:gd name="connsiteX6" fmla="*/ 1988671 w 2186000"/>
                <a:gd name="connsiteY6" fmla="*/ 265021 h 652937"/>
                <a:gd name="connsiteX7" fmla="*/ 1945808 w 2186000"/>
                <a:gd name="connsiteY7" fmla="*/ 522196 h 652937"/>
                <a:gd name="connsiteX8" fmla="*/ 1755308 w 2186000"/>
                <a:gd name="connsiteY8" fmla="*/ 650783 h 652937"/>
                <a:gd name="connsiteX9" fmla="*/ 1621958 w 2186000"/>
                <a:gd name="connsiteY9" fmla="*/ 598396 h 652937"/>
                <a:gd name="connsiteX10" fmla="*/ 1340971 w 2186000"/>
                <a:gd name="connsiteY10" fmla="*/ 541246 h 652937"/>
                <a:gd name="connsiteX11" fmla="*/ 1174283 w 2186000"/>
                <a:gd name="connsiteY11" fmla="*/ 641258 h 652937"/>
                <a:gd name="connsiteX12" fmla="*/ 507533 w 2186000"/>
                <a:gd name="connsiteY12" fmla="*/ 617446 h 65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86000" h="652937">
                  <a:moveTo>
                    <a:pt x="507533" y="617446"/>
                  </a:moveTo>
                  <a:cubicBezTo>
                    <a:pt x="324177" y="606333"/>
                    <a:pt x="148758" y="622208"/>
                    <a:pt x="74146" y="574583"/>
                  </a:cubicBezTo>
                  <a:cubicBezTo>
                    <a:pt x="-466" y="526958"/>
                    <a:pt x="-40154" y="420596"/>
                    <a:pt x="59858" y="331696"/>
                  </a:cubicBezTo>
                  <a:cubicBezTo>
                    <a:pt x="159870" y="242796"/>
                    <a:pt x="415458" y="95952"/>
                    <a:pt x="674220" y="41183"/>
                  </a:cubicBezTo>
                  <a:cubicBezTo>
                    <a:pt x="932983" y="-13586"/>
                    <a:pt x="1362402" y="1496"/>
                    <a:pt x="1612433" y="3083"/>
                  </a:cubicBezTo>
                  <a:cubicBezTo>
                    <a:pt x="1862464" y="4671"/>
                    <a:pt x="2111702" y="7052"/>
                    <a:pt x="2174408" y="50708"/>
                  </a:cubicBezTo>
                  <a:cubicBezTo>
                    <a:pt x="2237114" y="94364"/>
                    <a:pt x="2026771" y="186440"/>
                    <a:pt x="1988671" y="265021"/>
                  </a:cubicBezTo>
                  <a:cubicBezTo>
                    <a:pt x="1950571" y="343602"/>
                    <a:pt x="1984702" y="457902"/>
                    <a:pt x="1945808" y="522196"/>
                  </a:cubicBezTo>
                  <a:cubicBezTo>
                    <a:pt x="1906914" y="586490"/>
                    <a:pt x="1809283" y="638083"/>
                    <a:pt x="1755308" y="650783"/>
                  </a:cubicBezTo>
                  <a:cubicBezTo>
                    <a:pt x="1701333" y="663483"/>
                    <a:pt x="1691014" y="616652"/>
                    <a:pt x="1621958" y="598396"/>
                  </a:cubicBezTo>
                  <a:cubicBezTo>
                    <a:pt x="1552902" y="580140"/>
                    <a:pt x="1415583" y="534102"/>
                    <a:pt x="1340971" y="541246"/>
                  </a:cubicBezTo>
                  <a:cubicBezTo>
                    <a:pt x="1266359" y="548390"/>
                    <a:pt x="1307633" y="626970"/>
                    <a:pt x="1174283" y="641258"/>
                  </a:cubicBezTo>
                  <a:cubicBezTo>
                    <a:pt x="1040933" y="655546"/>
                    <a:pt x="690889" y="628559"/>
                    <a:pt x="507533" y="617446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99C5952A-A2B7-8702-8DD4-FB455BD4E575}"/>
                </a:ext>
              </a:extLst>
            </p:cNvPr>
            <p:cNvSpPr/>
            <p:nvPr/>
          </p:nvSpPr>
          <p:spPr>
            <a:xfrm>
              <a:off x="7079276" y="3716664"/>
              <a:ext cx="2191751" cy="1022420"/>
            </a:xfrm>
            <a:custGeom>
              <a:avLst/>
              <a:gdLst>
                <a:gd name="connsiteX0" fmla="*/ 207810 w 2105272"/>
                <a:gd name="connsiteY0" fmla="*/ 531349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07810 w 2105272"/>
                <a:gd name="connsiteY42" fmla="*/ 531349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474510 w 2105272"/>
                <a:gd name="connsiteY36" fmla="*/ 693273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95174 w 2173586"/>
                <a:gd name="connsiteY0" fmla="*/ 517061 h 1022420"/>
                <a:gd name="connsiteX1" fmla="*/ 695224 w 2173586"/>
                <a:gd name="connsiteY1" fmla="*/ 526586 h 1022420"/>
                <a:gd name="connsiteX2" fmla="*/ 1261962 w 2173586"/>
                <a:gd name="connsiteY2" fmla="*/ 517061 h 1022420"/>
                <a:gd name="connsiteX3" fmla="*/ 1485799 w 2173586"/>
                <a:gd name="connsiteY3" fmla="*/ 402761 h 1022420"/>
                <a:gd name="connsiteX4" fmla="*/ 1666774 w 2173586"/>
                <a:gd name="connsiteY4" fmla="*/ 255124 h 1022420"/>
                <a:gd name="connsiteX5" fmla="*/ 1671537 w 2173586"/>
                <a:gd name="connsiteY5" fmla="*/ 131299 h 1022420"/>
                <a:gd name="connsiteX6" fmla="*/ 1657249 w 2173586"/>
                <a:gd name="connsiteY6" fmla="*/ 74149 h 1022420"/>
                <a:gd name="connsiteX7" fmla="*/ 1719162 w 2173586"/>
                <a:gd name="connsiteY7" fmla="*/ 59861 h 1022420"/>
                <a:gd name="connsiteX8" fmla="*/ 1747737 w 2173586"/>
                <a:gd name="connsiteY8" fmla="*/ 217024 h 1022420"/>
                <a:gd name="connsiteX9" fmla="*/ 1842987 w 2173586"/>
                <a:gd name="connsiteY9" fmla="*/ 107486 h 1022420"/>
                <a:gd name="connsiteX10" fmla="*/ 1881087 w 2173586"/>
                <a:gd name="connsiteY10" fmla="*/ 26524 h 1022420"/>
                <a:gd name="connsiteX11" fmla="*/ 1962049 w 2173586"/>
                <a:gd name="connsiteY11" fmla="*/ 7474 h 1022420"/>
                <a:gd name="connsiteX12" fmla="*/ 1895374 w 2173586"/>
                <a:gd name="connsiteY12" fmla="*/ 140824 h 1022420"/>
                <a:gd name="connsiteX13" fmla="*/ 1804887 w 2173586"/>
                <a:gd name="connsiteY13" fmla="*/ 264649 h 1022420"/>
                <a:gd name="connsiteX14" fmla="*/ 2028724 w 2173586"/>
                <a:gd name="connsiteY14" fmla="*/ 259886 h 1022420"/>
                <a:gd name="connsiteX15" fmla="*/ 1985862 w 2173586"/>
                <a:gd name="connsiteY15" fmla="*/ 326561 h 1022420"/>
                <a:gd name="connsiteX16" fmla="*/ 1795362 w 2173586"/>
                <a:gd name="connsiteY16" fmla="*/ 345611 h 1022420"/>
                <a:gd name="connsiteX17" fmla="*/ 1690587 w 2173586"/>
                <a:gd name="connsiteY17" fmla="*/ 359899 h 1022420"/>
                <a:gd name="connsiteX18" fmla="*/ 1461987 w 2173586"/>
                <a:gd name="connsiteY18" fmla="*/ 540874 h 1022420"/>
                <a:gd name="connsiteX19" fmla="*/ 1604862 w 2173586"/>
                <a:gd name="connsiteY19" fmla="*/ 640886 h 1022420"/>
                <a:gd name="connsiteX20" fmla="*/ 1714399 w 2173586"/>
                <a:gd name="connsiteY20" fmla="*/ 712324 h 1022420"/>
                <a:gd name="connsiteX21" fmla="*/ 2023962 w 2173586"/>
                <a:gd name="connsiteY21" fmla="*/ 712324 h 1022420"/>
                <a:gd name="connsiteX22" fmla="*/ 2114449 w 2173586"/>
                <a:gd name="connsiteY22" fmla="*/ 650411 h 1022420"/>
                <a:gd name="connsiteX23" fmla="*/ 2171599 w 2173586"/>
                <a:gd name="connsiteY23" fmla="*/ 769474 h 1022420"/>
                <a:gd name="connsiteX24" fmla="*/ 2043012 w 2173586"/>
                <a:gd name="connsiteY24" fmla="*/ 774236 h 1022420"/>
                <a:gd name="connsiteX25" fmla="*/ 1785837 w 2173586"/>
                <a:gd name="connsiteY25" fmla="*/ 783761 h 1022420"/>
                <a:gd name="connsiteX26" fmla="*/ 1990624 w 2173586"/>
                <a:gd name="connsiteY26" fmla="*/ 874249 h 1022420"/>
                <a:gd name="connsiteX27" fmla="*/ 1952524 w 2173586"/>
                <a:gd name="connsiteY27" fmla="*/ 950449 h 1022420"/>
                <a:gd name="connsiteX28" fmla="*/ 1790599 w 2173586"/>
                <a:gd name="connsiteY28" fmla="*/ 864724 h 1022420"/>
                <a:gd name="connsiteX29" fmla="*/ 1762024 w 2173586"/>
                <a:gd name="connsiteY29" fmla="*/ 998074 h 1022420"/>
                <a:gd name="connsiteX30" fmla="*/ 1700112 w 2173586"/>
                <a:gd name="connsiteY30" fmla="*/ 1007599 h 1022420"/>
                <a:gd name="connsiteX31" fmla="*/ 1723924 w 2173586"/>
                <a:gd name="connsiteY31" fmla="*/ 840911 h 1022420"/>
                <a:gd name="connsiteX32" fmla="*/ 1652487 w 2173586"/>
                <a:gd name="connsiteY32" fmla="*/ 764711 h 1022420"/>
                <a:gd name="connsiteX33" fmla="*/ 1390549 w 2173586"/>
                <a:gd name="connsiteY33" fmla="*/ 640886 h 1022420"/>
                <a:gd name="connsiteX34" fmla="*/ 1190524 w 2173586"/>
                <a:gd name="connsiteY34" fmla="*/ 617074 h 1022420"/>
                <a:gd name="connsiteX35" fmla="*/ 795237 w 2173586"/>
                <a:gd name="connsiteY35" fmla="*/ 612311 h 1022420"/>
                <a:gd name="connsiteX36" fmla="*/ 542824 w 2173586"/>
                <a:gd name="connsiteY36" fmla="*/ 693273 h 1022420"/>
                <a:gd name="connsiteX37" fmla="*/ 409474 w 2173586"/>
                <a:gd name="connsiteY37" fmla="*/ 740899 h 1022420"/>
                <a:gd name="connsiteX38" fmla="*/ 238024 w 2173586"/>
                <a:gd name="connsiteY38" fmla="*/ 764711 h 1022420"/>
                <a:gd name="connsiteX39" fmla="*/ 4661 w 2173586"/>
                <a:gd name="connsiteY39" fmla="*/ 740899 h 1022420"/>
                <a:gd name="connsiteX40" fmla="*/ 85624 w 2173586"/>
                <a:gd name="connsiteY40" fmla="*/ 531349 h 1022420"/>
                <a:gd name="connsiteX41" fmla="*/ 209449 w 2173586"/>
                <a:gd name="connsiteY41" fmla="*/ 512299 h 1022420"/>
                <a:gd name="connsiteX42" fmla="*/ 295174 w 2173586"/>
                <a:gd name="connsiteY42" fmla="*/ 517061 h 1022420"/>
                <a:gd name="connsiteX0" fmla="*/ 306079 w 2184491"/>
                <a:gd name="connsiteY0" fmla="*/ 517061 h 1022420"/>
                <a:gd name="connsiteX1" fmla="*/ 706129 w 2184491"/>
                <a:gd name="connsiteY1" fmla="*/ 526586 h 1022420"/>
                <a:gd name="connsiteX2" fmla="*/ 1272867 w 2184491"/>
                <a:gd name="connsiteY2" fmla="*/ 517061 h 1022420"/>
                <a:gd name="connsiteX3" fmla="*/ 1496704 w 2184491"/>
                <a:gd name="connsiteY3" fmla="*/ 402761 h 1022420"/>
                <a:gd name="connsiteX4" fmla="*/ 1677679 w 2184491"/>
                <a:gd name="connsiteY4" fmla="*/ 255124 h 1022420"/>
                <a:gd name="connsiteX5" fmla="*/ 1682442 w 2184491"/>
                <a:gd name="connsiteY5" fmla="*/ 131299 h 1022420"/>
                <a:gd name="connsiteX6" fmla="*/ 1668154 w 2184491"/>
                <a:gd name="connsiteY6" fmla="*/ 74149 h 1022420"/>
                <a:gd name="connsiteX7" fmla="*/ 1730067 w 2184491"/>
                <a:gd name="connsiteY7" fmla="*/ 59861 h 1022420"/>
                <a:gd name="connsiteX8" fmla="*/ 1758642 w 2184491"/>
                <a:gd name="connsiteY8" fmla="*/ 217024 h 1022420"/>
                <a:gd name="connsiteX9" fmla="*/ 1853892 w 2184491"/>
                <a:gd name="connsiteY9" fmla="*/ 107486 h 1022420"/>
                <a:gd name="connsiteX10" fmla="*/ 1891992 w 2184491"/>
                <a:gd name="connsiteY10" fmla="*/ 26524 h 1022420"/>
                <a:gd name="connsiteX11" fmla="*/ 1972954 w 2184491"/>
                <a:gd name="connsiteY11" fmla="*/ 7474 h 1022420"/>
                <a:gd name="connsiteX12" fmla="*/ 1906279 w 2184491"/>
                <a:gd name="connsiteY12" fmla="*/ 140824 h 1022420"/>
                <a:gd name="connsiteX13" fmla="*/ 1815792 w 2184491"/>
                <a:gd name="connsiteY13" fmla="*/ 264649 h 1022420"/>
                <a:gd name="connsiteX14" fmla="*/ 2039629 w 2184491"/>
                <a:gd name="connsiteY14" fmla="*/ 259886 h 1022420"/>
                <a:gd name="connsiteX15" fmla="*/ 1996767 w 2184491"/>
                <a:gd name="connsiteY15" fmla="*/ 326561 h 1022420"/>
                <a:gd name="connsiteX16" fmla="*/ 1806267 w 2184491"/>
                <a:gd name="connsiteY16" fmla="*/ 345611 h 1022420"/>
                <a:gd name="connsiteX17" fmla="*/ 1701492 w 2184491"/>
                <a:gd name="connsiteY17" fmla="*/ 359899 h 1022420"/>
                <a:gd name="connsiteX18" fmla="*/ 1472892 w 2184491"/>
                <a:gd name="connsiteY18" fmla="*/ 540874 h 1022420"/>
                <a:gd name="connsiteX19" fmla="*/ 1615767 w 2184491"/>
                <a:gd name="connsiteY19" fmla="*/ 640886 h 1022420"/>
                <a:gd name="connsiteX20" fmla="*/ 1725304 w 2184491"/>
                <a:gd name="connsiteY20" fmla="*/ 712324 h 1022420"/>
                <a:gd name="connsiteX21" fmla="*/ 2034867 w 2184491"/>
                <a:gd name="connsiteY21" fmla="*/ 712324 h 1022420"/>
                <a:gd name="connsiteX22" fmla="*/ 2125354 w 2184491"/>
                <a:gd name="connsiteY22" fmla="*/ 650411 h 1022420"/>
                <a:gd name="connsiteX23" fmla="*/ 2182504 w 2184491"/>
                <a:gd name="connsiteY23" fmla="*/ 769474 h 1022420"/>
                <a:gd name="connsiteX24" fmla="*/ 2053917 w 2184491"/>
                <a:gd name="connsiteY24" fmla="*/ 774236 h 1022420"/>
                <a:gd name="connsiteX25" fmla="*/ 1796742 w 2184491"/>
                <a:gd name="connsiteY25" fmla="*/ 783761 h 1022420"/>
                <a:gd name="connsiteX26" fmla="*/ 2001529 w 2184491"/>
                <a:gd name="connsiteY26" fmla="*/ 874249 h 1022420"/>
                <a:gd name="connsiteX27" fmla="*/ 1963429 w 2184491"/>
                <a:gd name="connsiteY27" fmla="*/ 950449 h 1022420"/>
                <a:gd name="connsiteX28" fmla="*/ 1801504 w 2184491"/>
                <a:gd name="connsiteY28" fmla="*/ 864724 h 1022420"/>
                <a:gd name="connsiteX29" fmla="*/ 1772929 w 2184491"/>
                <a:gd name="connsiteY29" fmla="*/ 998074 h 1022420"/>
                <a:gd name="connsiteX30" fmla="*/ 1711017 w 2184491"/>
                <a:gd name="connsiteY30" fmla="*/ 1007599 h 1022420"/>
                <a:gd name="connsiteX31" fmla="*/ 1734829 w 2184491"/>
                <a:gd name="connsiteY31" fmla="*/ 840911 h 1022420"/>
                <a:gd name="connsiteX32" fmla="*/ 1663392 w 2184491"/>
                <a:gd name="connsiteY32" fmla="*/ 764711 h 1022420"/>
                <a:gd name="connsiteX33" fmla="*/ 1401454 w 2184491"/>
                <a:gd name="connsiteY33" fmla="*/ 640886 h 1022420"/>
                <a:gd name="connsiteX34" fmla="*/ 1201429 w 2184491"/>
                <a:gd name="connsiteY34" fmla="*/ 617074 h 1022420"/>
                <a:gd name="connsiteX35" fmla="*/ 806142 w 2184491"/>
                <a:gd name="connsiteY35" fmla="*/ 612311 h 1022420"/>
                <a:gd name="connsiteX36" fmla="*/ 553729 w 2184491"/>
                <a:gd name="connsiteY36" fmla="*/ 693273 h 1022420"/>
                <a:gd name="connsiteX37" fmla="*/ 420379 w 2184491"/>
                <a:gd name="connsiteY37" fmla="*/ 740899 h 1022420"/>
                <a:gd name="connsiteX38" fmla="*/ 248929 w 2184491"/>
                <a:gd name="connsiteY38" fmla="*/ 764711 h 1022420"/>
                <a:gd name="connsiteX39" fmla="*/ 15566 w 2184491"/>
                <a:gd name="connsiteY39" fmla="*/ 740899 h 1022420"/>
                <a:gd name="connsiteX40" fmla="*/ 34616 w 2184491"/>
                <a:gd name="connsiteY40" fmla="*/ 531349 h 1022420"/>
                <a:gd name="connsiteX41" fmla="*/ 220354 w 2184491"/>
                <a:gd name="connsiteY41" fmla="*/ 512299 h 1022420"/>
                <a:gd name="connsiteX42" fmla="*/ 306079 w 2184491"/>
                <a:gd name="connsiteY42" fmla="*/ 517061 h 1022420"/>
                <a:gd name="connsiteX0" fmla="*/ 313339 w 2191751"/>
                <a:gd name="connsiteY0" fmla="*/ 5170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313339 w 2191751"/>
                <a:gd name="connsiteY42" fmla="*/ 5170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70477 w 2191751"/>
                <a:gd name="connsiteY41" fmla="*/ 502774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813402 w 2191751"/>
                <a:gd name="connsiteY36" fmla="*/ 612311 h 1022420"/>
                <a:gd name="connsiteX37" fmla="*/ 560989 w 2191751"/>
                <a:gd name="connsiteY37" fmla="*/ 693273 h 1022420"/>
                <a:gd name="connsiteX38" fmla="*/ 427639 w 2191751"/>
                <a:gd name="connsiteY38" fmla="*/ 740899 h 1022420"/>
                <a:gd name="connsiteX39" fmla="*/ 256189 w 2191751"/>
                <a:gd name="connsiteY39" fmla="*/ 764711 h 1022420"/>
                <a:gd name="connsiteX40" fmla="*/ 22826 w 2191751"/>
                <a:gd name="connsiteY40" fmla="*/ 740899 h 1022420"/>
                <a:gd name="connsiteX41" fmla="*/ 22826 w 2191751"/>
                <a:gd name="connsiteY41" fmla="*/ 526586 h 1022420"/>
                <a:gd name="connsiteX42" fmla="*/ 299052 w 2191751"/>
                <a:gd name="connsiteY42" fmla="*/ 526586 h 1022420"/>
                <a:gd name="connsiteX43" fmla="*/ 456214 w 2191751"/>
                <a:gd name="connsiteY43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788374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191751" h="1022420">
                  <a:moveTo>
                    <a:pt x="456214" y="555161"/>
                  </a:moveTo>
                  <a:lnTo>
                    <a:pt x="718152" y="545636"/>
                  </a:lnTo>
                  <a:lnTo>
                    <a:pt x="1280127" y="517061"/>
                  </a:lnTo>
                  <a:cubicBezTo>
                    <a:pt x="1411889" y="496424"/>
                    <a:pt x="1436495" y="446417"/>
                    <a:pt x="1503964" y="402761"/>
                  </a:cubicBezTo>
                  <a:cubicBezTo>
                    <a:pt x="1571433" y="359105"/>
                    <a:pt x="1653983" y="300368"/>
                    <a:pt x="1684939" y="255124"/>
                  </a:cubicBezTo>
                  <a:cubicBezTo>
                    <a:pt x="1715895" y="209880"/>
                    <a:pt x="1691289" y="161461"/>
                    <a:pt x="1689702" y="131299"/>
                  </a:cubicBezTo>
                  <a:cubicBezTo>
                    <a:pt x="1688115" y="101137"/>
                    <a:pt x="1667477" y="86055"/>
                    <a:pt x="1675414" y="74149"/>
                  </a:cubicBezTo>
                  <a:cubicBezTo>
                    <a:pt x="1683351" y="62243"/>
                    <a:pt x="1722246" y="36048"/>
                    <a:pt x="1737327" y="59861"/>
                  </a:cubicBezTo>
                  <a:cubicBezTo>
                    <a:pt x="1752408" y="83674"/>
                    <a:pt x="1745265" y="209086"/>
                    <a:pt x="1765902" y="217024"/>
                  </a:cubicBezTo>
                  <a:cubicBezTo>
                    <a:pt x="1786540" y="224961"/>
                    <a:pt x="1838927" y="139236"/>
                    <a:pt x="1861152" y="107486"/>
                  </a:cubicBezTo>
                  <a:cubicBezTo>
                    <a:pt x="1883377" y="75736"/>
                    <a:pt x="1879408" y="43193"/>
                    <a:pt x="1899252" y="26524"/>
                  </a:cubicBezTo>
                  <a:cubicBezTo>
                    <a:pt x="1919096" y="9855"/>
                    <a:pt x="1977833" y="-11576"/>
                    <a:pt x="1980214" y="7474"/>
                  </a:cubicBezTo>
                  <a:cubicBezTo>
                    <a:pt x="1982595" y="26524"/>
                    <a:pt x="1939733" y="97961"/>
                    <a:pt x="1913539" y="140824"/>
                  </a:cubicBezTo>
                  <a:cubicBezTo>
                    <a:pt x="1887345" y="183686"/>
                    <a:pt x="1800827" y="244805"/>
                    <a:pt x="1823052" y="264649"/>
                  </a:cubicBezTo>
                  <a:cubicBezTo>
                    <a:pt x="1845277" y="284493"/>
                    <a:pt x="2016727" y="249567"/>
                    <a:pt x="2046889" y="259886"/>
                  </a:cubicBezTo>
                  <a:cubicBezTo>
                    <a:pt x="2077051" y="270205"/>
                    <a:pt x="2042921" y="312273"/>
                    <a:pt x="2004027" y="326561"/>
                  </a:cubicBezTo>
                  <a:cubicBezTo>
                    <a:pt x="1965133" y="340848"/>
                    <a:pt x="1862740" y="340055"/>
                    <a:pt x="1813527" y="345611"/>
                  </a:cubicBezTo>
                  <a:cubicBezTo>
                    <a:pt x="1764315" y="351167"/>
                    <a:pt x="1764315" y="327355"/>
                    <a:pt x="1708752" y="359899"/>
                  </a:cubicBezTo>
                  <a:cubicBezTo>
                    <a:pt x="1653189" y="392443"/>
                    <a:pt x="1494439" y="494043"/>
                    <a:pt x="1480152" y="540874"/>
                  </a:cubicBezTo>
                  <a:cubicBezTo>
                    <a:pt x="1465865" y="587705"/>
                    <a:pt x="1580958" y="612311"/>
                    <a:pt x="1623027" y="640886"/>
                  </a:cubicBezTo>
                  <a:cubicBezTo>
                    <a:pt x="1665096" y="669461"/>
                    <a:pt x="1662714" y="700418"/>
                    <a:pt x="1732564" y="712324"/>
                  </a:cubicBezTo>
                  <a:cubicBezTo>
                    <a:pt x="1802414" y="724230"/>
                    <a:pt x="1975452" y="722643"/>
                    <a:pt x="2042127" y="712324"/>
                  </a:cubicBezTo>
                  <a:cubicBezTo>
                    <a:pt x="2108802" y="702005"/>
                    <a:pt x="2108008" y="640886"/>
                    <a:pt x="2132614" y="650411"/>
                  </a:cubicBezTo>
                  <a:cubicBezTo>
                    <a:pt x="2157220" y="659936"/>
                    <a:pt x="2201670" y="748836"/>
                    <a:pt x="2189764" y="769474"/>
                  </a:cubicBezTo>
                  <a:cubicBezTo>
                    <a:pt x="2177858" y="790112"/>
                    <a:pt x="2061177" y="774236"/>
                    <a:pt x="2061177" y="774236"/>
                  </a:cubicBezTo>
                  <a:lnTo>
                    <a:pt x="1804002" y="783761"/>
                  </a:lnTo>
                  <a:cubicBezTo>
                    <a:pt x="1795271" y="800430"/>
                    <a:pt x="1981008" y="846468"/>
                    <a:pt x="2008789" y="874249"/>
                  </a:cubicBezTo>
                  <a:cubicBezTo>
                    <a:pt x="2036570" y="902030"/>
                    <a:pt x="2004026" y="952036"/>
                    <a:pt x="1970689" y="950449"/>
                  </a:cubicBezTo>
                  <a:cubicBezTo>
                    <a:pt x="1937352" y="948862"/>
                    <a:pt x="1840514" y="856787"/>
                    <a:pt x="1808764" y="864724"/>
                  </a:cubicBezTo>
                  <a:cubicBezTo>
                    <a:pt x="1777014" y="872661"/>
                    <a:pt x="1795270" y="974262"/>
                    <a:pt x="1780189" y="998074"/>
                  </a:cubicBezTo>
                  <a:cubicBezTo>
                    <a:pt x="1765108" y="1021886"/>
                    <a:pt x="1724627" y="1033793"/>
                    <a:pt x="1718277" y="1007599"/>
                  </a:cubicBezTo>
                  <a:cubicBezTo>
                    <a:pt x="1711927" y="981405"/>
                    <a:pt x="1750026" y="881392"/>
                    <a:pt x="1742089" y="840911"/>
                  </a:cubicBezTo>
                  <a:cubicBezTo>
                    <a:pt x="1734152" y="800430"/>
                    <a:pt x="1726215" y="798049"/>
                    <a:pt x="1670652" y="764711"/>
                  </a:cubicBezTo>
                  <a:cubicBezTo>
                    <a:pt x="1615090" y="731374"/>
                    <a:pt x="1485708" y="665492"/>
                    <a:pt x="1408714" y="640886"/>
                  </a:cubicBezTo>
                  <a:cubicBezTo>
                    <a:pt x="1331720" y="616280"/>
                    <a:pt x="1312079" y="618638"/>
                    <a:pt x="1208689" y="617074"/>
                  </a:cubicBezTo>
                  <a:cubicBezTo>
                    <a:pt x="1105299" y="615510"/>
                    <a:pt x="896324" y="618799"/>
                    <a:pt x="788374" y="631499"/>
                  </a:cubicBezTo>
                  <a:cubicBezTo>
                    <a:pt x="680424" y="644199"/>
                    <a:pt x="621111" y="675040"/>
                    <a:pt x="560989" y="693273"/>
                  </a:cubicBezTo>
                  <a:cubicBezTo>
                    <a:pt x="500867" y="711506"/>
                    <a:pt x="478439" y="728993"/>
                    <a:pt x="427639" y="740899"/>
                  </a:cubicBezTo>
                  <a:cubicBezTo>
                    <a:pt x="376839" y="752805"/>
                    <a:pt x="323658" y="764711"/>
                    <a:pt x="256189" y="764711"/>
                  </a:cubicBezTo>
                  <a:cubicBezTo>
                    <a:pt x="188720" y="764711"/>
                    <a:pt x="61720" y="780587"/>
                    <a:pt x="22826" y="740899"/>
                  </a:cubicBezTo>
                  <a:cubicBezTo>
                    <a:pt x="-16068" y="701211"/>
                    <a:pt x="2188" y="562305"/>
                    <a:pt x="22826" y="526586"/>
                  </a:cubicBezTo>
                  <a:cubicBezTo>
                    <a:pt x="43463" y="490867"/>
                    <a:pt x="226821" y="521824"/>
                    <a:pt x="299052" y="526586"/>
                  </a:cubicBezTo>
                  <a:cubicBezTo>
                    <a:pt x="371283" y="531349"/>
                    <a:pt x="427639" y="542857"/>
                    <a:pt x="456214" y="555161"/>
                  </a:cubicBezTo>
                  <a:close/>
                </a:path>
              </a:pathLst>
            </a:custGeom>
            <a:solidFill>
              <a:srgbClr val="FAB6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33C9A631-AA99-7144-4DE3-442BA25B4C70}"/>
              </a:ext>
            </a:extLst>
          </p:cNvPr>
          <p:cNvGrpSpPr/>
          <p:nvPr/>
        </p:nvGrpSpPr>
        <p:grpSpPr>
          <a:xfrm>
            <a:off x="2103034" y="3563764"/>
            <a:ext cx="4398217" cy="914384"/>
            <a:chOff x="2003655" y="3632868"/>
            <a:chExt cx="4398217" cy="914384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6875696E-2392-B952-7E55-10BBC6CB1581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73594D0A-CE64-F6EA-E5C7-6EE8A3AB553A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452" name="Rectangle 451">
                  <a:extLst>
                    <a:ext uri="{FF2B5EF4-FFF2-40B4-BE49-F238E27FC236}">
                      <a16:creationId xmlns:a16="http://schemas.microsoft.com/office/drawing/2014/main" id="{95425CCE-D352-3268-15FB-D3231921C77C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1D40E649-ECBB-077B-39F5-5D7D90961E6A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CE7A684-6704-65D4-BC31-BEAB15190D07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A744C36A-103B-B934-15EC-55CCC2C64AB4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12DC568B-0323-1F5D-EF02-9570AAAB8D3A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FB4B3122-7185-FC46-3144-95BBD3C029EE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8" name="Rectangle 457">
                  <a:extLst>
                    <a:ext uri="{FF2B5EF4-FFF2-40B4-BE49-F238E27FC236}">
                      <a16:creationId xmlns:a16="http://schemas.microsoft.com/office/drawing/2014/main" id="{95D9D72C-7EE5-3147-7A53-DEB5BA891F44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F27A25BE-D7C4-8B23-12A6-0FF4A82858D2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F418369-0C55-B619-9A4F-0AC0C429A541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7AF4ABB-E419-2766-A78A-685128147452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E7D5B4FA-61A8-409C-4E58-A57D40CAC6C9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8361D51A-463A-14BF-9AE8-83DE5F3F715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BE2ED628-9829-1D1A-F3E5-D1E2B13C4695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5D32949B-6DC9-1785-0285-1F6D021A6FCB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E84D9F2C-CF34-8D82-1E5B-D58D4A2A4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80E30D41-B26C-0D65-CC61-94DA79625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7D66F08D-4CBA-079E-6D2F-E5D8F4F01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>
                    <a:extLst>
                      <a:ext uri="{FF2B5EF4-FFF2-40B4-BE49-F238E27FC236}">
                        <a16:creationId xmlns:a16="http://schemas.microsoft.com/office/drawing/2014/main" id="{B4F25C8E-C916-5116-A06D-A6BEAF50E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Straight Connector 446">
                    <a:extLst>
                      <a:ext uri="{FF2B5EF4-FFF2-40B4-BE49-F238E27FC236}">
                        <a16:creationId xmlns:a16="http://schemas.microsoft.com/office/drawing/2014/main" id="{6A4F25FF-B60F-AD9B-9BDA-2D7B0370B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Straight Connector 447">
                    <a:extLst>
                      <a:ext uri="{FF2B5EF4-FFF2-40B4-BE49-F238E27FC236}">
                        <a16:creationId xmlns:a16="http://schemas.microsoft.com/office/drawing/2014/main" id="{05864B97-1B10-686C-2F2B-4A64225483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85DAC92E-210B-A31A-115A-83CD0D62B3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E373CF35-B069-C7A2-CB40-7A1718E023F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EB1A1259-CAF6-A1CC-93D6-499DB72B515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10574DAD-D0FD-8BE3-3F9C-8A88879C8B3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3D5E5FD6-7333-ADBF-8B22-807569D04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4A540592-321D-7F19-650F-C9469A2C7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0E89A0FE-3C3B-8AFA-DE5F-814D73EC84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C912F6B6-51A9-FC58-9466-8FA0E01FBE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4E203D1B-36C1-10A1-7F6B-536FA79BA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0F7D1ECF-2E25-707A-8C8A-6F1EFDBAF4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9B3F425-7144-6D54-034C-39A01B9AA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6DB7525B-B6FB-ED3F-39F4-90EA54EE5632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432B428D-E0F9-0794-4274-DCD1D6AE3B1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CD89AFF6-A474-F16B-79E1-F9732BB59FD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999F3B12-A5B6-CF2D-CD88-3B0CA8A0B4A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703CAD2E-D1A5-504A-A601-373B2AE0A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FDEAC8B0-3751-E5DD-01CC-897EF80A78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14B6484-C933-1E6F-A81E-E0152C296C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08F365B5-A506-DFB7-A959-EED7CFCC5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CEBE0C0E-6E8E-C214-F23C-588D1BF65F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2753D817-4B4B-6D1E-AFC5-6FF6B36FAA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626F0DB9-C182-E111-8392-EEAC4213AD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04D6053C-D902-2DE5-777C-4C8E4D618807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67473005-FA1B-7CFA-E3EE-A4A4AD51344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7516FC77-F1AA-451B-91FD-D7CD2906B43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FBBDAE66-E043-78FB-DB76-EF0C6F43F5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8D030C84-D924-F9EE-7C39-4134A8F761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AC886349-1E7A-0814-6771-5CDB9CD46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7F597010-281F-51EB-25C8-6FB03D792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54BF2E60-FAC4-4779-F8E7-EEB0207DA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A32B4809-D388-B8AA-25AC-09F8ABFE9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02B851F4-AE05-5761-8C69-2CD5E7F3FA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40FC5A55-85EC-276B-A5DB-E7FE47FAAE0C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B6371A92-7D42-74AC-339D-4A7691044176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6A1546C6-5EE5-4D5D-1237-AF7E2FF8BBD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F3BDEAC7-7E30-4257-B1B2-01C0B7CCCC98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5B12FB8C-533D-D2DF-FF6A-604580DAE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B8400430-1435-D5D0-36EE-66330C39C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C01965AF-0CB2-C266-F3CA-8663914642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282E0031-6EF6-EB8E-B519-066422EC7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>
                    <a:extLst>
                      <a:ext uri="{FF2B5EF4-FFF2-40B4-BE49-F238E27FC236}">
                        <a16:creationId xmlns:a16="http://schemas.microsoft.com/office/drawing/2014/main" id="{12B78943-AA19-C25C-A883-6AA9E8646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B0CB679E-C2EB-D351-0EE9-35DF87382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C74D51D4-E41F-AEC3-7FFC-1987BD257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F55F3E77-EF66-5138-D2C3-963129FCFCF0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19857843-282D-EACF-A099-2371FE22C5B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151D5F87-557E-2A5C-EFDE-DD516AE40F9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687EE888-53B6-B6D7-3CAF-5286F1AB3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70728916-2098-BEE8-D331-887122322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E65CBCC8-E1F7-662A-5A7F-ACB18299E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6DDFCCAC-EAA3-A569-1FDE-1481036D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BD620E8F-D019-FBCF-6C9F-07B018D65D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A76DAC3A-DE65-DAD7-F8A4-3F77F9EF3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43A90B2E-83AA-65F9-DE39-091F886FC1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1224056C-9ACC-1CA9-AE62-FE5CD524E069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B46572B2-9D29-01EF-E416-E016A504878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F16CB1D8-D619-5647-644F-06C5776CCB8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23F6596F-14A0-2741-D962-E1DE5730608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304E9F35-D9DB-1A57-353F-9E5F541F6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5C5ED7B3-901F-B2FA-84AC-9746E824F2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FEB9CF52-5676-2283-3B5A-AE70B0899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6765671E-1012-CC24-5BB0-F65DD6B451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7F7FABC4-EE60-4883-3B87-AF22E552A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891FC1E1-EA7D-5412-DE30-4C36E4303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Straight Connector 388">
                    <a:extLst>
                      <a:ext uri="{FF2B5EF4-FFF2-40B4-BE49-F238E27FC236}">
                        <a16:creationId xmlns:a16="http://schemas.microsoft.com/office/drawing/2014/main" id="{CFFD1D3B-D4B5-153B-8F9F-1B664F3CB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E127047E-5E52-2535-A5FB-DC7455AEBDDC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5704769C-738D-9CE2-6159-1E9B6608ED0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A9457FFC-D91E-2CE3-0D17-357B811CFE1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91E210CA-B74A-E5F8-83BD-E6434B8CF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91FC7F44-5B25-416A-4FCA-32E95202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E36CEB61-F703-5A54-1BCF-B48872AB1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A108C8CB-66B2-85A7-3F3D-25E86B9D8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19EF2BEC-E054-4E99-84B2-7A898CAB3C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FCCC4D-3181-4F89-22AC-73EA961251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D1F7AD2F-9ED2-1EBC-1193-9D4E83AEDF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88B550C0-8A0C-0E31-00EC-269EE47132C8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6D158E0C-58A7-519F-9F56-BD42E13DB63F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B3C586AE-45C0-A979-D40B-EA1389E77447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06A07F6E-26A8-AAD7-D396-4A9BE1C5A78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27053F8F-CBDC-3922-81B3-4DF8F363B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14B9FA4A-058E-BDF5-4DC4-92C98C890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21C091E1-BEAA-A36A-60FA-CB3C390B8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E62AB797-51F3-9848-51EA-0BF5DFD4FE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88044D02-0204-8E2A-6A1C-D40BBCE5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91EF5FC1-9E0F-28C4-2E8B-D152AF379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3433E414-F361-3339-9C9F-FAFCF6F5A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1" name="Group 350">
                  <a:extLst>
                    <a:ext uri="{FF2B5EF4-FFF2-40B4-BE49-F238E27FC236}">
                      <a16:creationId xmlns:a16="http://schemas.microsoft.com/office/drawing/2014/main" id="{10BE7B2B-248A-0574-B715-4D46F874CD4E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CFD92CE2-B634-B3F7-AB27-A7D5C4E16A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E4B6DF8E-8CC9-2736-90BA-922153FAB2B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4354CF5E-F54B-F8B1-1145-9EC600444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735B0A2A-16F2-B6EE-895F-2901B198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458A8278-64A7-9D34-5B28-18C55F1B64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B948C8A8-77D1-5F96-B8F4-092ED7F30D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BF458FB1-8189-DBB6-F14C-097727FE6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9088265C-7D87-7F47-2702-2A69AAED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EB239154-17F5-472D-3ACC-65ED1A665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B967425-2C16-B70B-5843-17401CF8A07C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A326669C-CCE9-28BE-EF46-7C7E1160E2DD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7FFCF6B4-75AB-66A5-A6F9-C0ECC87E3B0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24C63C2F-DA23-A49A-AF72-C4708BDC69E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4D0D12E-538D-C780-BE87-DF4BE6C3E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F6B402AD-C641-D76C-57E7-45D5306BD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EA52ECE4-D464-F079-4874-8D025A637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31D07645-6856-4768-5824-6ED532FB5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02790BE-D5E8-FFF0-7FBE-135E7406F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3FB06A5E-788C-AD83-50F5-084AEAA2F3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069EA97A-B265-F75F-8733-247D6E608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FD9633EB-F67E-E9D1-C30C-F193E54D7D6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95B53772-E521-F225-929F-ECB572321E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FB668516-F7BC-0CFC-3A8F-882DE5D5BB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297527BA-B0FD-62A7-BC9D-08A84A6C7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15E3C541-F4A8-BD48-022F-1D85FB574C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A19AA14-2724-5BDA-0F84-33831FDC86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7BF0E16C-FBD2-8DFB-A7CB-98C348E89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0A221369-9E89-B2FD-56C7-52B428C383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BE0C70FA-C532-D668-D17F-11D1A8FD9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E39F0CCE-2972-DFA3-B2C5-6C94C8C027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8B52A2BD-D196-7732-81FF-434871C23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4725F90D-725A-779E-E115-9E6158D8A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8CD89E57-0BDF-577E-78A2-5A9F6265EF9F}"/>
              </a:ext>
            </a:extLst>
          </p:cNvPr>
          <p:cNvGrpSpPr/>
          <p:nvPr/>
        </p:nvGrpSpPr>
        <p:grpSpPr>
          <a:xfrm>
            <a:off x="6507949" y="4187118"/>
            <a:ext cx="1121934" cy="166119"/>
            <a:chOff x="6408570" y="4256222"/>
            <a:chExt cx="1121934" cy="166119"/>
          </a:xfrm>
        </p:grpSpPr>
        <p:sp>
          <p:nvSpPr>
            <p:cNvPr id="460" name="Rectangle 279">
              <a:extLst>
                <a:ext uri="{FF2B5EF4-FFF2-40B4-BE49-F238E27FC236}">
                  <a16:creationId xmlns:a16="http://schemas.microsoft.com/office/drawing/2014/main" id="{AA66CDCB-E0D9-3DCC-54AB-EFB0DF332FFD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B7CF4B81-D775-0CFE-2D6C-0D3BABE17CE6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75875798-894B-0010-6CDF-39638600E90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243DAEDD-98E2-AB80-46E0-BF2B688C269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8" name="Right Brace 467">
            <a:extLst>
              <a:ext uri="{FF2B5EF4-FFF2-40B4-BE49-F238E27FC236}">
                <a16:creationId xmlns:a16="http://schemas.microsoft.com/office/drawing/2014/main" id="{20380D43-629D-485B-A535-C866913BCA32}"/>
              </a:ext>
            </a:extLst>
          </p:cNvPr>
          <p:cNvSpPr/>
          <p:nvPr/>
        </p:nvSpPr>
        <p:spPr>
          <a:xfrm>
            <a:off x="6283415" y="5594923"/>
            <a:ext cx="192035" cy="570927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/>
              <p:nvPr/>
            </p:nvSpPr>
            <p:spPr>
              <a:xfrm>
                <a:off x="6469217" y="5681006"/>
                <a:ext cx="448184" cy="42446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~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chemeClr val="bg1"/>
                            </a:solidFill>
                          </a:rPr>
                          <m:t>C</m:t>
                        </m:r>
                      </m:den>
                    </m:f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217" y="5681006"/>
                <a:ext cx="448184" cy="424468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74E9CE23-4345-AE20-08DA-8C394EC4BACC}"/>
              </a:ext>
            </a:extLst>
          </p:cNvPr>
          <p:cNvGrpSpPr/>
          <p:nvPr/>
        </p:nvGrpSpPr>
        <p:grpSpPr>
          <a:xfrm>
            <a:off x="8140996" y="3362911"/>
            <a:ext cx="788241" cy="787146"/>
            <a:chOff x="8140996" y="3362911"/>
            <a:chExt cx="788241" cy="78714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DBD6CCE-35D5-84DA-6020-48D7F10ED32F}"/>
                </a:ext>
              </a:extLst>
            </p:cNvPr>
            <p:cNvSpPr/>
            <p:nvPr/>
          </p:nvSpPr>
          <p:spPr>
            <a:xfrm>
              <a:off x="8140996" y="3562851"/>
              <a:ext cx="315602" cy="587206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B10B01A-BB48-9A8E-04CB-4A7356BDB3BD}"/>
                </a:ext>
              </a:extLst>
            </p:cNvPr>
            <p:cNvSpPr/>
            <p:nvPr/>
          </p:nvSpPr>
          <p:spPr>
            <a:xfrm>
              <a:off x="8361557" y="3446101"/>
              <a:ext cx="315602" cy="674464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DDB90E4B-7574-1672-C86D-CCC3C7239498}"/>
                </a:ext>
              </a:extLst>
            </p:cNvPr>
            <p:cNvSpPr/>
            <p:nvPr/>
          </p:nvSpPr>
          <p:spPr>
            <a:xfrm>
              <a:off x="8613635" y="3362911"/>
              <a:ext cx="315602" cy="747720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12D651E5-6523-EBE2-3D57-AFBA50740772}"/>
              </a:ext>
            </a:extLst>
          </p:cNvPr>
          <p:cNvSpPr txBox="1"/>
          <p:nvPr/>
        </p:nvSpPr>
        <p:spPr>
          <a:xfrm>
            <a:off x="4811127" y="4623368"/>
            <a:ext cx="140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Inspiratory hold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1C05589-385C-3DF6-195F-D85459328C14}"/>
              </a:ext>
            </a:extLst>
          </p:cNvPr>
          <p:cNvCxnSpPr>
            <a:cxnSpLocks/>
          </p:cNvCxnSpPr>
          <p:nvPr/>
        </p:nvCxnSpPr>
        <p:spPr>
          <a:xfrm flipH="1">
            <a:off x="4858276" y="4957111"/>
            <a:ext cx="164379" cy="621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99FC5A-D8B0-6CB4-476A-C81A840A33B0}"/>
              </a:ext>
            </a:extLst>
          </p:cNvPr>
          <p:cNvSpPr/>
          <p:nvPr/>
        </p:nvSpPr>
        <p:spPr>
          <a:xfrm>
            <a:off x="10156684" y="3566631"/>
            <a:ext cx="528573" cy="706111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5727 w 739189"/>
              <a:gd name="connsiteY0" fmla="*/ 750108 h 807985"/>
              <a:gd name="connsiteX1" fmla="*/ 100977 w 739189"/>
              <a:gd name="connsiteY1" fmla="*/ 645333 h 807985"/>
              <a:gd name="connsiteX2" fmla="*/ 253377 w 739189"/>
              <a:gd name="connsiteY2" fmla="*/ 350058 h 807985"/>
              <a:gd name="connsiteX3" fmla="*/ 443877 w 739189"/>
              <a:gd name="connsiteY3" fmla="*/ 35733 h 807985"/>
              <a:gd name="connsiteX4" fmla="*/ 739152 w 739189"/>
              <a:gd name="connsiteY4" fmla="*/ 16683 h 807985"/>
              <a:gd name="connsiteX5" fmla="*/ 462927 w 739189"/>
              <a:gd name="connsiteY5" fmla="*/ 121458 h 807985"/>
              <a:gd name="connsiteX6" fmla="*/ 272427 w 739189"/>
              <a:gd name="connsiteY6" fmla="*/ 502458 h 807985"/>
              <a:gd name="connsiteX7" fmla="*/ 269360 w 739189"/>
              <a:gd name="connsiteY7" fmla="*/ 793927 h 807985"/>
              <a:gd name="connsiteX8" fmla="*/ 5727 w 739189"/>
              <a:gd name="connsiteY8" fmla="*/ 750108 h 807985"/>
              <a:gd name="connsiteX0" fmla="*/ 21132 w 656883"/>
              <a:gd name="connsiteY0" fmla="*/ 771446 h 813569"/>
              <a:gd name="connsiteX1" fmla="*/ 18671 w 656883"/>
              <a:gd name="connsiteY1" fmla="*/ 645333 h 813569"/>
              <a:gd name="connsiteX2" fmla="*/ 171071 w 656883"/>
              <a:gd name="connsiteY2" fmla="*/ 350058 h 813569"/>
              <a:gd name="connsiteX3" fmla="*/ 361571 w 656883"/>
              <a:gd name="connsiteY3" fmla="*/ 35733 h 813569"/>
              <a:gd name="connsiteX4" fmla="*/ 656846 w 656883"/>
              <a:gd name="connsiteY4" fmla="*/ 16683 h 813569"/>
              <a:gd name="connsiteX5" fmla="*/ 380621 w 656883"/>
              <a:gd name="connsiteY5" fmla="*/ 121458 h 813569"/>
              <a:gd name="connsiteX6" fmla="*/ 190121 w 656883"/>
              <a:gd name="connsiteY6" fmla="*/ 502458 h 813569"/>
              <a:gd name="connsiteX7" fmla="*/ 187054 w 656883"/>
              <a:gd name="connsiteY7" fmla="*/ 793927 h 813569"/>
              <a:gd name="connsiteX8" fmla="*/ 21132 w 656883"/>
              <a:gd name="connsiteY8" fmla="*/ 771446 h 813569"/>
              <a:gd name="connsiteX0" fmla="*/ 7169 w 642920"/>
              <a:gd name="connsiteY0" fmla="*/ 771446 h 817044"/>
              <a:gd name="connsiteX1" fmla="*/ 42708 w 642920"/>
              <a:gd name="connsiteY1" fmla="*/ 554649 h 817044"/>
              <a:gd name="connsiteX2" fmla="*/ 157108 w 642920"/>
              <a:gd name="connsiteY2" fmla="*/ 350058 h 817044"/>
              <a:gd name="connsiteX3" fmla="*/ 347608 w 642920"/>
              <a:gd name="connsiteY3" fmla="*/ 35733 h 817044"/>
              <a:gd name="connsiteX4" fmla="*/ 642883 w 642920"/>
              <a:gd name="connsiteY4" fmla="*/ 16683 h 817044"/>
              <a:gd name="connsiteX5" fmla="*/ 366658 w 642920"/>
              <a:gd name="connsiteY5" fmla="*/ 121458 h 817044"/>
              <a:gd name="connsiteX6" fmla="*/ 176158 w 642920"/>
              <a:gd name="connsiteY6" fmla="*/ 502458 h 817044"/>
              <a:gd name="connsiteX7" fmla="*/ 173091 w 642920"/>
              <a:gd name="connsiteY7" fmla="*/ 793927 h 817044"/>
              <a:gd name="connsiteX8" fmla="*/ 7169 w 642920"/>
              <a:gd name="connsiteY8" fmla="*/ 771446 h 817044"/>
              <a:gd name="connsiteX0" fmla="*/ 16384 w 614136"/>
              <a:gd name="connsiteY0" fmla="*/ 720770 h 804122"/>
              <a:gd name="connsiteX1" fmla="*/ 13924 w 614136"/>
              <a:gd name="connsiteY1" fmla="*/ 554649 h 804122"/>
              <a:gd name="connsiteX2" fmla="*/ 128324 w 614136"/>
              <a:gd name="connsiteY2" fmla="*/ 350058 h 804122"/>
              <a:gd name="connsiteX3" fmla="*/ 318824 w 614136"/>
              <a:gd name="connsiteY3" fmla="*/ 35733 h 804122"/>
              <a:gd name="connsiteX4" fmla="*/ 614099 w 614136"/>
              <a:gd name="connsiteY4" fmla="*/ 16683 h 804122"/>
              <a:gd name="connsiteX5" fmla="*/ 337874 w 614136"/>
              <a:gd name="connsiteY5" fmla="*/ 121458 h 804122"/>
              <a:gd name="connsiteX6" fmla="*/ 147374 w 614136"/>
              <a:gd name="connsiteY6" fmla="*/ 502458 h 804122"/>
              <a:gd name="connsiteX7" fmla="*/ 144307 w 614136"/>
              <a:gd name="connsiteY7" fmla="*/ 793927 h 804122"/>
              <a:gd name="connsiteX8" fmla="*/ 16384 w 614136"/>
              <a:gd name="connsiteY8" fmla="*/ 720770 h 804122"/>
              <a:gd name="connsiteX0" fmla="*/ 12033 w 609785"/>
              <a:gd name="connsiteY0" fmla="*/ 720770 h 804375"/>
              <a:gd name="connsiteX1" fmla="*/ 9573 w 609785"/>
              <a:gd name="connsiteY1" fmla="*/ 554649 h 804375"/>
              <a:gd name="connsiteX2" fmla="*/ 123973 w 609785"/>
              <a:gd name="connsiteY2" fmla="*/ 350058 h 804375"/>
              <a:gd name="connsiteX3" fmla="*/ 314473 w 609785"/>
              <a:gd name="connsiteY3" fmla="*/ 35733 h 804375"/>
              <a:gd name="connsiteX4" fmla="*/ 609748 w 609785"/>
              <a:gd name="connsiteY4" fmla="*/ 16683 h 804375"/>
              <a:gd name="connsiteX5" fmla="*/ 333523 w 609785"/>
              <a:gd name="connsiteY5" fmla="*/ 121458 h 804375"/>
              <a:gd name="connsiteX6" fmla="*/ 143023 w 609785"/>
              <a:gd name="connsiteY6" fmla="*/ 502458 h 804375"/>
              <a:gd name="connsiteX7" fmla="*/ 139956 w 609785"/>
              <a:gd name="connsiteY7" fmla="*/ 793927 h 804375"/>
              <a:gd name="connsiteX8" fmla="*/ 12033 w 609785"/>
              <a:gd name="connsiteY8" fmla="*/ 720770 h 804375"/>
              <a:gd name="connsiteX0" fmla="*/ 4465 w 602217"/>
              <a:gd name="connsiteY0" fmla="*/ 720770 h 804820"/>
              <a:gd name="connsiteX1" fmla="*/ 37290 w 602217"/>
              <a:gd name="connsiteY1" fmla="*/ 511974 h 804820"/>
              <a:gd name="connsiteX2" fmla="*/ 116405 w 602217"/>
              <a:gd name="connsiteY2" fmla="*/ 350058 h 804820"/>
              <a:gd name="connsiteX3" fmla="*/ 306905 w 602217"/>
              <a:gd name="connsiteY3" fmla="*/ 35733 h 804820"/>
              <a:gd name="connsiteX4" fmla="*/ 602180 w 602217"/>
              <a:gd name="connsiteY4" fmla="*/ 16683 h 804820"/>
              <a:gd name="connsiteX5" fmla="*/ 325955 w 602217"/>
              <a:gd name="connsiteY5" fmla="*/ 121458 h 804820"/>
              <a:gd name="connsiteX6" fmla="*/ 135455 w 602217"/>
              <a:gd name="connsiteY6" fmla="*/ 502458 h 804820"/>
              <a:gd name="connsiteX7" fmla="*/ 132388 w 602217"/>
              <a:gd name="connsiteY7" fmla="*/ 793927 h 804820"/>
              <a:gd name="connsiteX8" fmla="*/ 4465 w 602217"/>
              <a:gd name="connsiteY8" fmla="*/ 720770 h 804820"/>
              <a:gd name="connsiteX0" fmla="*/ 4382 w 602134"/>
              <a:gd name="connsiteY0" fmla="*/ 719924 h 803974"/>
              <a:gd name="connsiteX1" fmla="*/ 37207 w 602134"/>
              <a:gd name="connsiteY1" fmla="*/ 511128 h 803974"/>
              <a:gd name="connsiteX2" fmla="*/ 110894 w 602134"/>
              <a:gd name="connsiteY2" fmla="*/ 335876 h 803974"/>
              <a:gd name="connsiteX3" fmla="*/ 306822 w 602134"/>
              <a:gd name="connsiteY3" fmla="*/ 34887 h 803974"/>
              <a:gd name="connsiteX4" fmla="*/ 602097 w 602134"/>
              <a:gd name="connsiteY4" fmla="*/ 15837 h 803974"/>
              <a:gd name="connsiteX5" fmla="*/ 325872 w 602134"/>
              <a:gd name="connsiteY5" fmla="*/ 120612 h 803974"/>
              <a:gd name="connsiteX6" fmla="*/ 135372 w 602134"/>
              <a:gd name="connsiteY6" fmla="*/ 501612 h 803974"/>
              <a:gd name="connsiteX7" fmla="*/ 132305 w 602134"/>
              <a:gd name="connsiteY7" fmla="*/ 793081 h 803974"/>
              <a:gd name="connsiteX8" fmla="*/ 4382 w 602134"/>
              <a:gd name="connsiteY8" fmla="*/ 719924 h 803974"/>
              <a:gd name="connsiteX0" fmla="*/ 4382 w 602134"/>
              <a:gd name="connsiteY0" fmla="*/ 719924 h 794293"/>
              <a:gd name="connsiteX1" fmla="*/ 37207 w 602134"/>
              <a:gd name="connsiteY1" fmla="*/ 511128 h 794293"/>
              <a:gd name="connsiteX2" fmla="*/ 110894 w 602134"/>
              <a:gd name="connsiteY2" fmla="*/ 335876 h 794293"/>
              <a:gd name="connsiteX3" fmla="*/ 306822 w 602134"/>
              <a:gd name="connsiteY3" fmla="*/ 34887 h 794293"/>
              <a:gd name="connsiteX4" fmla="*/ 602097 w 602134"/>
              <a:gd name="connsiteY4" fmla="*/ 15837 h 794293"/>
              <a:gd name="connsiteX5" fmla="*/ 325872 w 602134"/>
              <a:gd name="connsiteY5" fmla="*/ 120612 h 794293"/>
              <a:gd name="connsiteX6" fmla="*/ 135372 w 602134"/>
              <a:gd name="connsiteY6" fmla="*/ 501612 h 794293"/>
              <a:gd name="connsiteX7" fmla="*/ 104762 w 602134"/>
              <a:gd name="connsiteY7" fmla="*/ 670727 h 794293"/>
              <a:gd name="connsiteX8" fmla="*/ 132305 w 602134"/>
              <a:gd name="connsiteY8" fmla="*/ 793081 h 794293"/>
              <a:gd name="connsiteX9" fmla="*/ 4382 w 602134"/>
              <a:gd name="connsiteY9" fmla="*/ 719924 h 794293"/>
              <a:gd name="connsiteX0" fmla="*/ 4731 w 602483"/>
              <a:gd name="connsiteY0" fmla="*/ 716537 h 790906"/>
              <a:gd name="connsiteX1" fmla="*/ 37556 w 602483"/>
              <a:gd name="connsiteY1" fmla="*/ 507741 h 790906"/>
              <a:gd name="connsiteX2" fmla="*/ 132957 w 602483"/>
              <a:gd name="connsiteY2" fmla="*/ 276478 h 790906"/>
              <a:gd name="connsiteX3" fmla="*/ 307171 w 602483"/>
              <a:gd name="connsiteY3" fmla="*/ 31500 h 790906"/>
              <a:gd name="connsiteX4" fmla="*/ 602446 w 602483"/>
              <a:gd name="connsiteY4" fmla="*/ 12450 h 790906"/>
              <a:gd name="connsiteX5" fmla="*/ 326221 w 602483"/>
              <a:gd name="connsiteY5" fmla="*/ 117225 h 790906"/>
              <a:gd name="connsiteX6" fmla="*/ 135721 w 602483"/>
              <a:gd name="connsiteY6" fmla="*/ 498225 h 790906"/>
              <a:gd name="connsiteX7" fmla="*/ 105111 w 602483"/>
              <a:gd name="connsiteY7" fmla="*/ 667340 h 790906"/>
              <a:gd name="connsiteX8" fmla="*/ 132654 w 602483"/>
              <a:gd name="connsiteY8" fmla="*/ 789694 h 790906"/>
              <a:gd name="connsiteX9" fmla="*/ 4731 w 602483"/>
              <a:gd name="connsiteY9" fmla="*/ 716537 h 7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483" h="790906">
                <a:moveTo>
                  <a:pt x="4731" y="716537"/>
                </a:moveTo>
                <a:cubicBezTo>
                  <a:pt x="-11119" y="669545"/>
                  <a:pt x="16185" y="581084"/>
                  <a:pt x="37556" y="507741"/>
                </a:cubicBezTo>
                <a:cubicBezTo>
                  <a:pt x="58927" y="434398"/>
                  <a:pt x="88021" y="355852"/>
                  <a:pt x="132957" y="276478"/>
                </a:cubicBezTo>
                <a:cubicBezTo>
                  <a:pt x="177893" y="197104"/>
                  <a:pt x="228923" y="75505"/>
                  <a:pt x="307171" y="31500"/>
                </a:cubicBezTo>
                <a:cubicBezTo>
                  <a:pt x="385419" y="-12505"/>
                  <a:pt x="599271" y="-1837"/>
                  <a:pt x="602446" y="12450"/>
                </a:cubicBezTo>
                <a:cubicBezTo>
                  <a:pt x="605621" y="26737"/>
                  <a:pt x="404008" y="36263"/>
                  <a:pt x="326221" y="117225"/>
                </a:cubicBezTo>
                <a:cubicBezTo>
                  <a:pt x="248434" y="198187"/>
                  <a:pt x="168954" y="405650"/>
                  <a:pt x="135721" y="498225"/>
                </a:cubicBezTo>
                <a:cubicBezTo>
                  <a:pt x="102488" y="590800"/>
                  <a:pt x="105622" y="618762"/>
                  <a:pt x="105111" y="667340"/>
                </a:cubicBezTo>
                <a:cubicBezTo>
                  <a:pt x="104600" y="715918"/>
                  <a:pt x="149384" y="781495"/>
                  <a:pt x="132654" y="789694"/>
                </a:cubicBezTo>
                <a:cubicBezTo>
                  <a:pt x="115924" y="797894"/>
                  <a:pt x="20581" y="763529"/>
                  <a:pt x="4731" y="716537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3A5D3F87-62E1-CB33-0C08-2F7D59B8A33F}"/>
              </a:ext>
            </a:extLst>
          </p:cNvPr>
          <p:cNvSpPr/>
          <p:nvPr/>
        </p:nvSpPr>
        <p:spPr>
          <a:xfrm flipV="1">
            <a:off x="10153759" y="4240810"/>
            <a:ext cx="611404" cy="553487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3538 w 737000"/>
              <a:gd name="connsiteY0" fmla="*/ 750108 h 752603"/>
              <a:gd name="connsiteX1" fmla="*/ 98788 w 737000"/>
              <a:gd name="connsiteY1" fmla="*/ 645333 h 752603"/>
              <a:gd name="connsiteX2" fmla="*/ 251188 w 737000"/>
              <a:gd name="connsiteY2" fmla="*/ 350058 h 752603"/>
              <a:gd name="connsiteX3" fmla="*/ 441688 w 737000"/>
              <a:gd name="connsiteY3" fmla="*/ 35733 h 752603"/>
              <a:gd name="connsiteX4" fmla="*/ 736963 w 737000"/>
              <a:gd name="connsiteY4" fmla="*/ 16683 h 752603"/>
              <a:gd name="connsiteX5" fmla="*/ 460738 w 737000"/>
              <a:gd name="connsiteY5" fmla="*/ 121458 h 752603"/>
              <a:gd name="connsiteX6" fmla="*/ 270238 w 737000"/>
              <a:gd name="connsiteY6" fmla="*/ 502458 h 752603"/>
              <a:gd name="connsiteX7" fmla="*/ 222613 w 737000"/>
              <a:gd name="connsiteY7" fmla="*/ 701259 h 752603"/>
              <a:gd name="connsiteX8" fmla="*/ 3538 w 737000"/>
              <a:gd name="connsiteY8" fmla="*/ 750108 h 752603"/>
              <a:gd name="connsiteX0" fmla="*/ 37600 w 644855"/>
              <a:gd name="connsiteY0" fmla="*/ 759939 h 761876"/>
              <a:gd name="connsiteX1" fmla="*/ 6643 w 644855"/>
              <a:gd name="connsiteY1" fmla="*/ 645333 h 761876"/>
              <a:gd name="connsiteX2" fmla="*/ 159043 w 644855"/>
              <a:gd name="connsiteY2" fmla="*/ 350058 h 761876"/>
              <a:gd name="connsiteX3" fmla="*/ 349543 w 644855"/>
              <a:gd name="connsiteY3" fmla="*/ 35733 h 761876"/>
              <a:gd name="connsiteX4" fmla="*/ 644818 w 644855"/>
              <a:gd name="connsiteY4" fmla="*/ 16683 h 761876"/>
              <a:gd name="connsiteX5" fmla="*/ 368593 w 644855"/>
              <a:gd name="connsiteY5" fmla="*/ 121458 h 761876"/>
              <a:gd name="connsiteX6" fmla="*/ 178093 w 644855"/>
              <a:gd name="connsiteY6" fmla="*/ 502458 h 761876"/>
              <a:gd name="connsiteX7" fmla="*/ 130468 w 644855"/>
              <a:gd name="connsiteY7" fmla="*/ 701259 h 761876"/>
              <a:gd name="connsiteX8" fmla="*/ 37600 w 644855"/>
              <a:gd name="connsiteY8" fmla="*/ 759939 h 761876"/>
              <a:gd name="connsiteX0" fmla="*/ 12056 w 619311"/>
              <a:gd name="connsiteY0" fmla="*/ 759939 h 763137"/>
              <a:gd name="connsiteX1" fmla="*/ 14437 w 619311"/>
              <a:gd name="connsiteY1" fmla="*/ 622394 h 763137"/>
              <a:gd name="connsiteX2" fmla="*/ 133499 w 619311"/>
              <a:gd name="connsiteY2" fmla="*/ 350058 h 763137"/>
              <a:gd name="connsiteX3" fmla="*/ 323999 w 619311"/>
              <a:gd name="connsiteY3" fmla="*/ 35733 h 763137"/>
              <a:gd name="connsiteX4" fmla="*/ 619274 w 619311"/>
              <a:gd name="connsiteY4" fmla="*/ 16683 h 763137"/>
              <a:gd name="connsiteX5" fmla="*/ 343049 w 619311"/>
              <a:gd name="connsiteY5" fmla="*/ 121458 h 763137"/>
              <a:gd name="connsiteX6" fmla="*/ 152549 w 619311"/>
              <a:gd name="connsiteY6" fmla="*/ 502458 h 763137"/>
              <a:gd name="connsiteX7" fmla="*/ 104924 w 619311"/>
              <a:gd name="connsiteY7" fmla="*/ 701259 h 763137"/>
              <a:gd name="connsiteX8" fmla="*/ 12056 w 619311"/>
              <a:gd name="connsiteY8" fmla="*/ 759939 h 763137"/>
              <a:gd name="connsiteX0" fmla="*/ 13264 w 620519"/>
              <a:gd name="connsiteY0" fmla="*/ 759939 h 761307"/>
              <a:gd name="connsiteX1" fmla="*/ 15645 w 620519"/>
              <a:gd name="connsiteY1" fmla="*/ 622394 h 761307"/>
              <a:gd name="connsiteX2" fmla="*/ 134707 w 620519"/>
              <a:gd name="connsiteY2" fmla="*/ 350058 h 761307"/>
              <a:gd name="connsiteX3" fmla="*/ 325207 w 620519"/>
              <a:gd name="connsiteY3" fmla="*/ 35733 h 761307"/>
              <a:gd name="connsiteX4" fmla="*/ 620482 w 620519"/>
              <a:gd name="connsiteY4" fmla="*/ 16683 h 761307"/>
              <a:gd name="connsiteX5" fmla="*/ 344257 w 620519"/>
              <a:gd name="connsiteY5" fmla="*/ 121458 h 761307"/>
              <a:gd name="connsiteX6" fmla="*/ 153757 w 620519"/>
              <a:gd name="connsiteY6" fmla="*/ 502458 h 761307"/>
              <a:gd name="connsiteX7" fmla="*/ 125182 w 620519"/>
              <a:gd name="connsiteY7" fmla="*/ 681597 h 761307"/>
              <a:gd name="connsiteX8" fmla="*/ 13264 w 620519"/>
              <a:gd name="connsiteY8" fmla="*/ 759939 h 761307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529"/>
              <a:gd name="connsiteX1" fmla="*/ 30995 w 612056"/>
              <a:gd name="connsiteY1" fmla="*/ 612563 h 761529"/>
              <a:gd name="connsiteX2" fmla="*/ 126244 w 612056"/>
              <a:gd name="connsiteY2" fmla="*/ 350058 h 761529"/>
              <a:gd name="connsiteX3" fmla="*/ 316744 w 612056"/>
              <a:gd name="connsiteY3" fmla="*/ 35733 h 761529"/>
              <a:gd name="connsiteX4" fmla="*/ 612019 w 612056"/>
              <a:gd name="connsiteY4" fmla="*/ 16683 h 761529"/>
              <a:gd name="connsiteX5" fmla="*/ 335794 w 612056"/>
              <a:gd name="connsiteY5" fmla="*/ 121458 h 761529"/>
              <a:gd name="connsiteX6" fmla="*/ 145294 w 612056"/>
              <a:gd name="connsiteY6" fmla="*/ 502458 h 761529"/>
              <a:gd name="connsiteX7" fmla="*/ 116719 w 612056"/>
              <a:gd name="connsiteY7" fmla="*/ 681597 h 761529"/>
              <a:gd name="connsiteX8" fmla="*/ 4801 w 612056"/>
              <a:gd name="connsiteY8" fmla="*/ 759939 h 761529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150 w 611404"/>
              <a:gd name="connsiteY0" fmla="*/ 759939 h 761687"/>
              <a:gd name="connsiteX1" fmla="*/ 30344 w 611404"/>
              <a:gd name="connsiteY1" fmla="*/ 612563 h 761687"/>
              <a:gd name="connsiteX2" fmla="*/ 125593 w 611404"/>
              <a:gd name="connsiteY2" fmla="*/ 350058 h 761687"/>
              <a:gd name="connsiteX3" fmla="*/ 316093 w 611404"/>
              <a:gd name="connsiteY3" fmla="*/ 35733 h 761687"/>
              <a:gd name="connsiteX4" fmla="*/ 611368 w 611404"/>
              <a:gd name="connsiteY4" fmla="*/ 16683 h 761687"/>
              <a:gd name="connsiteX5" fmla="*/ 335143 w 611404"/>
              <a:gd name="connsiteY5" fmla="*/ 121458 h 761687"/>
              <a:gd name="connsiteX6" fmla="*/ 156549 w 611404"/>
              <a:gd name="connsiteY6" fmla="*/ 505736 h 761687"/>
              <a:gd name="connsiteX7" fmla="*/ 106543 w 611404"/>
              <a:gd name="connsiteY7" fmla="*/ 681597 h 761687"/>
              <a:gd name="connsiteX8" fmla="*/ 4150 w 611404"/>
              <a:gd name="connsiteY8" fmla="*/ 759939 h 7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404" h="761687">
                <a:moveTo>
                  <a:pt x="4150" y="759939"/>
                </a:moveTo>
                <a:cubicBezTo>
                  <a:pt x="-8550" y="748433"/>
                  <a:pt x="10104" y="680876"/>
                  <a:pt x="30344" y="612563"/>
                </a:cubicBezTo>
                <a:cubicBezTo>
                  <a:pt x="50584" y="544250"/>
                  <a:pt x="77968" y="446196"/>
                  <a:pt x="125593" y="350058"/>
                </a:cubicBezTo>
                <a:cubicBezTo>
                  <a:pt x="173218" y="253920"/>
                  <a:pt x="235131" y="91296"/>
                  <a:pt x="316093" y="35733"/>
                </a:cubicBezTo>
                <a:cubicBezTo>
                  <a:pt x="397056" y="-19830"/>
                  <a:pt x="608193" y="2396"/>
                  <a:pt x="611368" y="16683"/>
                </a:cubicBezTo>
                <a:cubicBezTo>
                  <a:pt x="614543" y="30970"/>
                  <a:pt x="410946" y="39949"/>
                  <a:pt x="335143" y="121458"/>
                </a:cubicBezTo>
                <a:cubicBezTo>
                  <a:pt x="259340" y="202967"/>
                  <a:pt x="195443" y="408797"/>
                  <a:pt x="156549" y="505736"/>
                </a:cubicBezTo>
                <a:cubicBezTo>
                  <a:pt x="124799" y="589566"/>
                  <a:pt x="124799" y="639229"/>
                  <a:pt x="106543" y="681597"/>
                </a:cubicBezTo>
                <a:cubicBezTo>
                  <a:pt x="88287" y="723965"/>
                  <a:pt x="16850" y="771445"/>
                  <a:pt x="4150" y="759939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BF7520-FF63-A81B-4B4F-80435851BD36}"/>
              </a:ext>
            </a:extLst>
          </p:cNvPr>
          <p:cNvSpPr/>
          <p:nvPr/>
        </p:nvSpPr>
        <p:spPr>
          <a:xfrm>
            <a:off x="2278994" y="698993"/>
            <a:ext cx="568033" cy="5372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C48BF0-B382-269E-9A64-E49010D3871A}"/>
              </a:ext>
            </a:extLst>
          </p:cNvPr>
          <p:cNvGrpSpPr/>
          <p:nvPr/>
        </p:nvGrpSpPr>
        <p:grpSpPr>
          <a:xfrm>
            <a:off x="5228395" y="4227528"/>
            <a:ext cx="414590" cy="89136"/>
            <a:chOff x="5228395" y="4233878"/>
            <a:chExt cx="414590" cy="89136"/>
          </a:xfrm>
        </p:grpSpPr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D0A33FEF-CEF0-136C-E01D-DC8D0CBA8736}"/>
                </a:ext>
              </a:extLst>
            </p:cNvPr>
            <p:cNvCxnSpPr>
              <a:cxnSpLocks/>
            </p:cNvCxnSpPr>
            <p:nvPr/>
          </p:nvCxnSpPr>
          <p:spPr>
            <a:xfrm>
              <a:off x="5232678" y="4281018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1C847C5D-EE3C-99B6-A21F-1EB7E71197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395" y="4323014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E40C645F-399C-79FB-359A-7659DBD698B5}"/>
                </a:ext>
              </a:extLst>
            </p:cNvPr>
            <p:cNvCxnSpPr>
              <a:cxnSpLocks/>
            </p:cNvCxnSpPr>
            <p:nvPr/>
          </p:nvCxnSpPr>
          <p:spPr>
            <a:xfrm>
              <a:off x="5228395" y="4233878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26992F1-2DCD-40B1-9DFA-DB9714F57316}"/>
              </a:ext>
            </a:extLst>
          </p:cNvPr>
          <p:cNvSpPr txBox="1"/>
          <p:nvPr/>
        </p:nvSpPr>
        <p:spPr>
          <a:xfrm>
            <a:off x="4850904" y="3657886"/>
            <a:ext cx="2959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Inspiratory flow rate/ pattern</a:t>
            </a:r>
          </a:p>
        </p:txBody>
      </p:sp>
      <p:sp>
        <p:nvSpPr>
          <p:cNvPr id="222" name="Obj 1">
            <a:hlinkClick r:id="rId6" action="ppaction://hlinksldjump"/>
            <a:extLst>
              <a:ext uri="{FF2B5EF4-FFF2-40B4-BE49-F238E27FC236}">
                <a16:creationId xmlns:a16="http://schemas.microsoft.com/office/drawing/2014/main" id="{63F6A195-632B-006B-9E58-54B4F6E1F45F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223" name="Obj 2">
            <a:hlinkClick r:id="" action="ppaction://noaction"/>
            <a:extLst>
              <a:ext uri="{FF2B5EF4-FFF2-40B4-BE49-F238E27FC236}">
                <a16:creationId xmlns:a16="http://schemas.microsoft.com/office/drawing/2014/main" id="{71D538C2-D113-F028-FBC7-EECD0DD721F1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224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B6EDE608-439C-88B3-C4A2-389261903650}"/>
              </a:ext>
            </a:extLst>
          </p:cNvPr>
          <p:cNvSpPr/>
          <p:nvPr/>
        </p:nvSpPr>
        <p:spPr>
          <a:xfrm>
            <a:off x="167950" y="274797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232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11A45C3B-92E5-352A-DEBD-27BB24A0E376}"/>
              </a:ext>
            </a:extLst>
          </p:cNvPr>
          <p:cNvSpPr/>
          <p:nvPr/>
        </p:nvSpPr>
        <p:spPr>
          <a:xfrm>
            <a:off x="427769" y="1173650"/>
            <a:ext cx="121441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</a:t>
            </a:r>
            <a:r>
              <a:rPr lang="en-US" baseline="-25000" dirty="0" err="1">
                <a:solidFill>
                  <a:schemeClr val="bg1"/>
                </a:solidFill>
              </a:rPr>
              <a:t>peak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4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9E39C5C9-0BCF-FCB4-E6A4-D7F0D8916341}"/>
              </a:ext>
            </a:extLst>
          </p:cNvPr>
          <p:cNvSpPr/>
          <p:nvPr/>
        </p:nvSpPr>
        <p:spPr>
          <a:xfrm>
            <a:off x="427769" y="168838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plateau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E69012F9-ADAE-16CC-78F2-F2792F6D6974}"/>
              </a:ext>
            </a:extLst>
          </p:cNvPr>
          <p:cNvCxnSpPr>
            <a:cxnSpLocks/>
            <a:endCxn id="232" idx="1"/>
          </p:cNvCxnSpPr>
          <p:nvPr/>
        </p:nvCxnSpPr>
        <p:spPr>
          <a:xfrm rot="16200000" flipH="1">
            <a:off x="199936" y="1129807"/>
            <a:ext cx="304522" cy="15114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9B839FA0-2E37-9CDD-990B-973E834DF508}"/>
              </a:ext>
            </a:extLst>
          </p:cNvPr>
          <p:cNvCxnSpPr>
            <a:cxnSpLocks/>
            <a:endCxn id="234" idx="1"/>
          </p:cNvCxnSpPr>
          <p:nvPr/>
        </p:nvCxnSpPr>
        <p:spPr>
          <a:xfrm rot="16200000" flipH="1">
            <a:off x="95384" y="1538881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bj 2">
            <a:hlinkClick r:id="rId9" action="ppaction://hlinksldjump"/>
            <a:extLst>
              <a:ext uri="{FF2B5EF4-FFF2-40B4-BE49-F238E27FC236}">
                <a16:creationId xmlns:a16="http://schemas.microsoft.com/office/drawing/2014/main" id="{A70B5B3E-6D41-8268-80D9-D067AD957B7B}"/>
              </a:ext>
            </a:extLst>
          </p:cNvPr>
          <p:cNvSpPr/>
          <p:nvPr/>
        </p:nvSpPr>
        <p:spPr>
          <a:xfrm>
            <a:off x="427769" y="222672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driving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02EEAA49-3A10-4D1D-B715-94F532B9F88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384" y="2073287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1">
            <a:extLst>
              <a:ext uri="{FF2B5EF4-FFF2-40B4-BE49-F238E27FC236}">
                <a16:creationId xmlns:a16="http://schemas.microsoft.com/office/drawing/2014/main" id="{D1675EC3-7C84-E189-0542-724828D9160A}"/>
              </a:ext>
            </a:extLst>
          </p:cNvPr>
          <p:cNvSpPr/>
          <p:nvPr/>
        </p:nvSpPr>
        <p:spPr>
          <a:xfrm>
            <a:off x="2273576" y="697416"/>
            <a:ext cx="568033" cy="537202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242" name="Graphic 241" descr="Cursor with solid fill">
            <a:extLst>
              <a:ext uri="{FF2B5EF4-FFF2-40B4-BE49-F238E27FC236}">
                <a16:creationId xmlns:a16="http://schemas.microsoft.com/office/drawing/2014/main" id="{E5667132-F88A-8DC3-932A-690C8F27A2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9414" y="1049547"/>
            <a:ext cx="274320" cy="274320"/>
          </a:xfrm>
          <a:prstGeom prst="rect">
            <a:avLst/>
          </a:prstGeom>
        </p:spPr>
      </p:pic>
      <p:sp>
        <p:nvSpPr>
          <p:cNvPr id="243" name="Oval 242">
            <a:extLst>
              <a:ext uri="{FF2B5EF4-FFF2-40B4-BE49-F238E27FC236}">
                <a16:creationId xmlns:a16="http://schemas.microsoft.com/office/drawing/2014/main" id="{9533B0B3-1AE2-6AFD-7F01-6B98E6CC6379}"/>
              </a:ext>
            </a:extLst>
          </p:cNvPr>
          <p:cNvSpPr/>
          <p:nvPr/>
        </p:nvSpPr>
        <p:spPr>
          <a:xfrm>
            <a:off x="7037462" y="714286"/>
            <a:ext cx="568033" cy="5372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244" name="2">
            <a:extLst>
              <a:ext uri="{FF2B5EF4-FFF2-40B4-BE49-F238E27FC236}">
                <a16:creationId xmlns:a16="http://schemas.microsoft.com/office/drawing/2014/main" id="{6E5D70DA-534B-611B-643D-E00DAA0B48E3}"/>
              </a:ext>
            </a:extLst>
          </p:cNvPr>
          <p:cNvSpPr/>
          <p:nvPr/>
        </p:nvSpPr>
        <p:spPr>
          <a:xfrm>
            <a:off x="7032044" y="712709"/>
            <a:ext cx="568033" cy="537202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245" name="Graphic 244" descr="Cursor with solid fill">
            <a:extLst>
              <a:ext uri="{FF2B5EF4-FFF2-40B4-BE49-F238E27FC236}">
                <a16:creationId xmlns:a16="http://schemas.microsoft.com/office/drawing/2014/main" id="{C6A64F47-CD54-95C1-88C5-2965415188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17882" y="1064840"/>
            <a:ext cx="274320" cy="274320"/>
          </a:xfrm>
          <a:prstGeom prst="rect">
            <a:avLst/>
          </a:prstGeom>
        </p:spPr>
      </p:pic>
      <p:sp>
        <p:nvSpPr>
          <p:cNvPr id="246" name="Oval 245">
            <a:extLst>
              <a:ext uri="{FF2B5EF4-FFF2-40B4-BE49-F238E27FC236}">
                <a16:creationId xmlns:a16="http://schemas.microsoft.com/office/drawing/2014/main" id="{D10216E1-EC9C-BEE0-AA4C-ED37412BE94B}"/>
              </a:ext>
            </a:extLst>
          </p:cNvPr>
          <p:cNvSpPr/>
          <p:nvPr/>
        </p:nvSpPr>
        <p:spPr>
          <a:xfrm>
            <a:off x="4248002" y="3584328"/>
            <a:ext cx="568033" cy="5372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247" name="3">
            <a:extLst>
              <a:ext uri="{FF2B5EF4-FFF2-40B4-BE49-F238E27FC236}">
                <a16:creationId xmlns:a16="http://schemas.microsoft.com/office/drawing/2014/main" id="{29F79E74-C728-4736-8132-12720BD428FD}"/>
              </a:ext>
            </a:extLst>
          </p:cNvPr>
          <p:cNvSpPr/>
          <p:nvPr/>
        </p:nvSpPr>
        <p:spPr>
          <a:xfrm>
            <a:off x="4242584" y="3582751"/>
            <a:ext cx="568033" cy="537202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248" name="Graphic 247" descr="Cursor with solid fill">
            <a:extLst>
              <a:ext uri="{FF2B5EF4-FFF2-40B4-BE49-F238E27FC236}">
                <a16:creationId xmlns:a16="http://schemas.microsoft.com/office/drawing/2014/main" id="{E2842FEC-FE7C-0AEC-32F1-500E1ED269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8422" y="3934882"/>
            <a:ext cx="274320" cy="274320"/>
          </a:xfrm>
          <a:prstGeom prst="rect">
            <a:avLst/>
          </a:prstGeom>
        </p:spPr>
      </p:pic>
      <p:sp>
        <p:nvSpPr>
          <p:cNvPr id="249" name="Oval 248">
            <a:extLst>
              <a:ext uri="{FF2B5EF4-FFF2-40B4-BE49-F238E27FC236}">
                <a16:creationId xmlns:a16="http://schemas.microsoft.com/office/drawing/2014/main" id="{DCD28ECA-2BA5-0019-2374-856AB09AC1CC}"/>
              </a:ext>
            </a:extLst>
          </p:cNvPr>
          <p:cNvSpPr/>
          <p:nvPr/>
        </p:nvSpPr>
        <p:spPr>
          <a:xfrm>
            <a:off x="7677299" y="5849070"/>
            <a:ext cx="568033" cy="5372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250" name="4">
            <a:extLst>
              <a:ext uri="{FF2B5EF4-FFF2-40B4-BE49-F238E27FC236}">
                <a16:creationId xmlns:a16="http://schemas.microsoft.com/office/drawing/2014/main" id="{33163E55-A4E7-80E1-AB18-CF70FCB4A283}"/>
              </a:ext>
            </a:extLst>
          </p:cNvPr>
          <p:cNvSpPr/>
          <p:nvPr/>
        </p:nvSpPr>
        <p:spPr>
          <a:xfrm>
            <a:off x="7671881" y="5847493"/>
            <a:ext cx="568033" cy="537202"/>
          </a:xfrm>
          <a:prstGeom prst="ellipse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251" name="Graphic 250" descr="Cursor with solid fill">
            <a:extLst>
              <a:ext uri="{FF2B5EF4-FFF2-40B4-BE49-F238E27FC236}">
                <a16:creationId xmlns:a16="http://schemas.microsoft.com/office/drawing/2014/main" id="{5C24C772-489D-131F-5B1A-881EF99E98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57719" y="6199624"/>
            <a:ext cx="274320" cy="274320"/>
          </a:xfrm>
          <a:prstGeom prst="rect">
            <a:avLst/>
          </a:prstGeom>
        </p:spPr>
      </p:pic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A30FEA8-C6A3-E06E-4E22-0B63EEDFEBFE}"/>
              </a:ext>
            </a:extLst>
          </p:cNvPr>
          <p:cNvGrpSpPr/>
          <p:nvPr/>
        </p:nvGrpSpPr>
        <p:grpSpPr>
          <a:xfrm>
            <a:off x="4022150" y="4215969"/>
            <a:ext cx="4575026" cy="65911"/>
            <a:chOff x="4022150" y="4215969"/>
            <a:chExt cx="4575026" cy="65911"/>
          </a:xfrm>
        </p:grpSpPr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7A9B8BB2-F477-CB6F-F5E5-4B594F3AD3B2}"/>
                </a:ext>
              </a:extLst>
            </p:cNvPr>
            <p:cNvCxnSpPr>
              <a:cxnSpLocks/>
            </p:cNvCxnSpPr>
            <p:nvPr/>
          </p:nvCxnSpPr>
          <p:spPr>
            <a:xfrm>
              <a:off x="4022150" y="4267759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D6AA045B-4227-746A-8ECA-EA3B1C8E5594}"/>
                </a:ext>
              </a:extLst>
            </p:cNvPr>
            <p:cNvCxnSpPr>
              <a:cxnSpLocks/>
            </p:cNvCxnSpPr>
            <p:nvPr/>
          </p:nvCxnSpPr>
          <p:spPr>
            <a:xfrm>
              <a:off x="5232678" y="4281018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8C66FA07-9AEB-559A-146C-052020955C17}"/>
                </a:ext>
              </a:extLst>
            </p:cNvPr>
            <p:cNvCxnSpPr>
              <a:cxnSpLocks/>
            </p:cNvCxnSpPr>
            <p:nvPr/>
          </p:nvCxnSpPr>
          <p:spPr>
            <a:xfrm>
              <a:off x="6768348" y="4281880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71F5901C-C889-FB71-51E0-10434F8FA0EB}"/>
                </a:ext>
              </a:extLst>
            </p:cNvPr>
            <p:cNvCxnSpPr>
              <a:cxnSpLocks/>
            </p:cNvCxnSpPr>
            <p:nvPr/>
          </p:nvCxnSpPr>
          <p:spPr>
            <a:xfrm>
              <a:off x="8186869" y="4215969"/>
              <a:ext cx="41030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2" name="Left Brace 31">
            <a:extLst>
              <a:ext uri="{FF2B5EF4-FFF2-40B4-BE49-F238E27FC236}">
                <a16:creationId xmlns:a16="http://schemas.microsoft.com/office/drawing/2014/main" id="{AAE6D96A-8A3E-53A1-E6B7-C72D03D84596}"/>
              </a:ext>
            </a:extLst>
          </p:cNvPr>
          <p:cNvSpPr/>
          <p:nvPr/>
        </p:nvSpPr>
        <p:spPr>
          <a:xfrm>
            <a:off x="3940556" y="4944643"/>
            <a:ext cx="231222" cy="1569361"/>
          </a:xfrm>
          <a:prstGeom prst="leftBrace">
            <a:avLst>
              <a:gd name="adj1" fmla="val 0"/>
              <a:gd name="adj2" fmla="val 56907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CE0B18CF-4375-8C45-AAB6-9DE45F93B8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sp>
        <p:nvSpPr>
          <p:cNvPr id="30" name="Obj 3">
            <a:hlinkClick r:id="rId12" action="ppaction://hlinksldjump"/>
            <a:extLst>
              <a:ext uri="{FF2B5EF4-FFF2-40B4-BE49-F238E27FC236}">
                <a16:creationId xmlns:a16="http://schemas.microsoft.com/office/drawing/2014/main" id="{340C93CB-BE04-F616-4042-4325E939FD1B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33" name="Obj 3">
            <a:hlinkClick r:id="rId13" action="ppaction://hlinksldjump"/>
            <a:extLst>
              <a:ext uri="{FF2B5EF4-FFF2-40B4-BE49-F238E27FC236}">
                <a16:creationId xmlns:a16="http://schemas.microsoft.com/office/drawing/2014/main" id="{55D8B914-2521-2081-9092-98068D4FA984}"/>
              </a:ext>
            </a:extLst>
          </p:cNvPr>
          <p:cNvSpPr/>
          <p:nvPr/>
        </p:nvSpPr>
        <p:spPr>
          <a:xfrm>
            <a:off x="167883" y="326733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77456009-4118-7B57-3BAE-FA367EBFB1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2465256"/>
            <a:ext cx="274320" cy="274320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A4ACE872-F37F-233C-8D68-F39567B745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2988994"/>
            <a:ext cx="274320" cy="274320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E0214FD4-6DCC-C220-1CEF-89516246B1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1941518"/>
            <a:ext cx="274320" cy="274320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FFB1431F-56BB-A6C9-10D6-CE7DAF9489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CD312D13-00EB-B6E9-FDFD-FE4437A394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3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0"/>
                  </p:tgtEl>
                </p:cond>
              </p:nextCondLst>
            </p:seq>
          </p:childTnLst>
        </p:cTn>
      </p:par>
    </p:tnLst>
    <p:bldLst>
      <p:bldP spid="258" grpId="0" animBg="1"/>
      <p:bldP spid="257" grpId="0" animBg="1"/>
      <p:bldP spid="2" grpId="0" animBg="1"/>
      <p:bldP spid="128" grpId="0" animBg="1"/>
      <p:bldP spid="299" grpId="0" animBg="1"/>
      <p:bldP spid="300" grpId="0" animBg="1"/>
      <p:bldP spid="96" grpId="0" animBg="1"/>
      <p:bldP spid="95" grpId="0" animBg="1"/>
      <p:bldP spid="468" grpId="0" animBg="1"/>
      <p:bldP spid="469" grpId="0" animBg="1"/>
      <p:bldP spid="18" grpId="0" animBg="1"/>
      <p:bldP spid="218" grpId="0" animBg="1"/>
      <p:bldP spid="15" grpId="0"/>
      <p:bldP spid="241" grpId="0" animBg="1"/>
      <p:bldP spid="244" grpId="0" animBg="1"/>
      <p:bldP spid="247" grpId="0" animBg="1"/>
      <p:bldP spid="2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25DD85-2C99-01DF-3586-C303ACB1CA71}"/>
              </a:ext>
            </a:extLst>
          </p:cNvPr>
          <p:cNvGrpSpPr/>
          <p:nvPr/>
        </p:nvGrpSpPr>
        <p:grpSpPr>
          <a:xfrm>
            <a:off x="1642186" y="4868236"/>
            <a:ext cx="9851016" cy="1873073"/>
            <a:chOff x="2536492" y="3841495"/>
            <a:chExt cx="9851016" cy="1873073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80F4E-7DA1-4D32-DDB6-A80D9D737084}"/>
                </a:ext>
              </a:extLst>
            </p:cNvPr>
            <p:cNvSpPr txBox="1"/>
            <p:nvPr/>
          </p:nvSpPr>
          <p:spPr>
            <a:xfrm>
              <a:off x="11701304" y="5282441"/>
              <a:ext cx="686204" cy="432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DD04172-84E9-CDC7-9963-171D2E3F4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081" y="3841495"/>
              <a:ext cx="0" cy="16570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20091512-B404-0F1E-888D-D03271DF4733}"/>
                </a:ext>
              </a:extLst>
            </p:cNvPr>
            <p:cNvCxnSpPr>
              <a:cxnSpLocks/>
              <a:endCxn id="131" idx="1"/>
            </p:cNvCxnSpPr>
            <p:nvPr/>
          </p:nvCxnSpPr>
          <p:spPr>
            <a:xfrm flipV="1">
              <a:off x="2920228" y="5498505"/>
              <a:ext cx="8781076" cy="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95F7CD0-E358-7D45-E81C-5AC699C8066A}"/>
                </a:ext>
              </a:extLst>
            </p:cNvPr>
            <p:cNvSpPr txBox="1"/>
            <p:nvPr/>
          </p:nvSpPr>
          <p:spPr>
            <a:xfrm rot="16200000">
              <a:off x="2152562" y="4474910"/>
              <a:ext cx="1158041" cy="390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10A3F6-61A0-2C21-2492-25A9188C9A7B}"/>
              </a:ext>
            </a:extLst>
          </p:cNvPr>
          <p:cNvSpPr/>
          <p:nvPr/>
        </p:nvSpPr>
        <p:spPr>
          <a:xfrm>
            <a:off x="7993869" y="3393825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teachIM logo" descr="Icon&#10;&#10;Description automatically generated">
            <a:extLst>
              <a:ext uri="{FF2B5EF4-FFF2-40B4-BE49-F238E27FC236}">
                <a16:creationId xmlns:a16="http://schemas.microsoft.com/office/drawing/2014/main" id="{9292709E-0727-5093-7759-2259CF377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sp>
        <p:nvSpPr>
          <p:cNvPr id="313" name="TextBox 312">
            <a:extLst>
              <a:ext uri="{FF2B5EF4-FFF2-40B4-BE49-F238E27FC236}">
                <a16:creationId xmlns:a16="http://schemas.microsoft.com/office/drawing/2014/main" id="{9373F147-342A-87DF-A3D0-9878ED18CBE8}"/>
              </a:ext>
            </a:extLst>
          </p:cNvPr>
          <p:cNvSpPr txBox="1"/>
          <p:nvPr/>
        </p:nvSpPr>
        <p:spPr>
          <a:xfrm>
            <a:off x="4056426" y="123288"/>
            <a:ext cx="534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What Influences Plateau Pressure?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80B9FECA-E0DB-5472-E69E-628C84DC99DA}"/>
              </a:ext>
            </a:extLst>
          </p:cNvPr>
          <p:cNvGrpSpPr/>
          <p:nvPr/>
        </p:nvGrpSpPr>
        <p:grpSpPr>
          <a:xfrm>
            <a:off x="7178655" y="3480637"/>
            <a:ext cx="3101708" cy="1372271"/>
            <a:chOff x="7079276" y="3549741"/>
            <a:chExt cx="3101708" cy="1372271"/>
          </a:xfrm>
        </p:grpSpPr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C8ED05D1-F896-0D2D-7FE6-7064EEF7D1C4}"/>
                </a:ext>
              </a:extLst>
            </p:cNvPr>
            <p:cNvSpPr/>
            <p:nvPr/>
          </p:nvSpPr>
          <p:spPr>
            <a:xfrm>
              <a:off x="8035926" y="4273292"/>
              <a:ext cx="2145058" cy="648720"/>
            </a:xfrm>
            <a:custGeom>
              <a:avLst/>
              <a:gdLst>
                <a:gd name="connsiteX0" fmla="*/ 76901 w 2147614"/>
                <a:gd name="connsiteY0" fmla="*/ 139361 h 624678"/>
                <a:gd name="connsiteX1" fmla="*/ 500763 w 2147614"/>
                <a:gd name="connsiteY1" fmla="*/ 86974 h 624678"/>
                <a:gd name="connsiteX2" fmla="*/ 662688 w 2147614"/>
                <a:gd name="connsiteY2" fmla="*/ 6011 h 624678"/>
                <a:gd name="connsiteX3" fmla="*/ 1124651 w 2147614"/>
                <a:gd name="connsiteY3" fmla="*/ 15536 h 624678"/>
                <a:gd name="connsiteX4" fmla="*/ 1458026 w 2147614"/>
                <a:gd name="connsiteY4" fmla="*/ 91736 h 624678"/>
                <a:gd name="connsiteX5" fmla="*/ 1886651 w 2147614"/>
                <a:gd name="connsiteY5" fmla="*/ 67924 h 624678"/>
                <a:gd name="connsiteX6" fmla="*/ 2010476 w 2147614"/>
                <a:gd name="connsiteY6" fmla="*/ 306049 h 624678"/>
                <a:gd name="connsiteX7" fmla="*/ 2143826 w 2147614"/>
                <a:gd name="connsiteY7" fmla="*/ 477499 h 624678"/>
                <a:gd name="connsiteX8" fmla="*/ 1853313 w 2147614"/>
                <a:gd name="connsiteY8" fmla="*/ 606086 h 624678"/>
                <a:gd name="connsiteX9" fmla="*/ 905576 w 2147614"/>
                <a:gd name="connsiteY9" fmla="*/ 610849 h 624678"/>
                <a:gd name="connsiteX10" fmla="*/ 329313 w 2147614"/>
                <a:gd name="connsiteY10" fmla="*/ 482261 h 624678"/>
                <a:gd name="connsiteX11" fmla="*/ 81663 w 2147614"/>
                <a:gd name="connsiteY11" fmla="*/ 344149 h 624678"/>
                <a:gd name="connsiteX12" fmla="*/ 701 w 2147614"/>
                <a:gd name="connsiteY12" fmla="*/ 167936 h 624678"/>
                <a:gd name="connsiteX13" fmla="*/ 76901 w 2147614"/>
                <a:gd name="connsiteY13" fmla="*/ 139361 h 624678"/>
                <a:gd name="connsiteX0" fmla="*/ 76620 w 2147333"/>
                <a:gd name="connsiteY0" fmla="*/ 86973 h 624678"/>
                <a:gd name="connsiteX1" fmla="*/ 500482 w 2147333"/>
                <a:gd name="connsiteY1" fmla="*/ 86974 h 624678"/>
                <a:gd name="connsiteX2" fmla="*/ 662407 w 2147333"/>
                <a:gd name="connsiteY2" fmla="*/ 6011 h 624678"/>
                <a:gd name="connsiteX3" fmla="*/ 1124370 w 2147333"/>
                <a:gd name="connsiteY3" fmla="*/ 15536 h 624678"/>
                <a:gd name="connsiteX4" fmla="*/ 1457745 w 2147333"/>
                <a:gd name="connsiteY4" fmla="*/ 91736 h 624678"/>
                <a:gd name="connsiteX5" fmla="*/ 1886370 w 2147333"/>
                <a:gd name="connsiteY5" fmla="*/ 67924 h 624678"/>
                <a:gd name="connsiteX6" fmla="*/ 2010195 w 2147333"/>
                <a:gd name="connsiteY6" fmla="*/ 306049 h 624678"/>
                <a:gd name="connsiteX7" fmla="*/ 2143545 w 2147333"/>
                <a:gd name="connsiteY7" fmla="*/ 477499 h 624678"/>
                <a:gd name="connsiteX8" fmla="*/ 1853032 w 2147333"/>
                <a:gd name="connsiteY8" fmla="*/ 606086 h 624678"/>
                <a:gd name="connsiteX9" fmla="*/ 905295 w 2147333"/>
                <a:gd name="connsiteY9" fmla="*/ 610849 h 624678"/>
                <a:gd name="connsiteX10" fmla="*/ 329032 w 2147333"/>
                <a:gd name="connsiteY10" fmla="*/ 482261 h 624678"/>
                <a:gd name="connsiteX11" fmla="*/ 81382 w 2147333"/>
                <a:gd name="connsiteY11" fmla="*/ 344149 h 624678"/>
                <a:gd name="connsiteX12" fmla="*/ 420 w 2147333"/>
                <a:gd name="connsiteY12" fmla="*/ 167936 h 624678"/>
                <a:gd name="connsiteX13" fmla="*/ 76620 w 2147333"/>
                <a:gd name="connsiteY13" fmla="*/ 86973 h 624678"/>
                <a:gd name="connsiteX0" fmla="*/ 76620 w 2147333"/>
                <a:gd name="connsiteY0" fmla="*/ 98968 h 636673"/>
                <a:gd name="connsiteX1" fmla="*/ 500482 w 2147333"/>
                <a:gd name="connsiteY1" fmla="*/ 98969 h 636673"/>
                <a:gd name="connsiteX2" fmla="*/ 662407 w 2147333"/>
                <a:gd name="connsiteY2" fmla="*/ 3718 h 636673"/>
                <a:gd name="connsiteX3" fmla="*/ 1124370 w 2147333"/>
                <a:gd name="connsiteY3" fmla="*/ 27531 h 636673"/>
                <a:gd name="connsiteX4" fmla="*/ 1457745 w 2147333"/>
                <a:gd name="connsiteY4" fmla="*/ 103731 h 636673"/>
                <a:gd name="connsiteX5" fmla="*/ 1886370 w 2147333"/>
                <a:gd name="connsiteY5" fmla="*/ 79919 h 636673"/>
                <a:gd name="connsiteX6" fmla="*/ 2010195 w 2147333"/>
                <a:gd name="connsiteY6" fmla="*/ 318044 h 636673"/>
                <a:gd name="connsiteX7" fmla="*/ 2143545 w 2147333"/>
                <a:gd name="connsiteY7" fmla="*/ 489494 h 636673"/>
                <a:gd name="connsiteX8" fmla="*/ 1853032 w 2147333"/>
                <a:gd name="connsiteY8" fmla="*/ 618081 h 636673"/>
                <a:gd name="connsiteX9" fmla="*/ 905295 w 2147333"/>
                <a:gd name="connsiteY9" fmla="*/ 622844 h 636673"/>
                <a:gd name="connsiteX10" fmla="*/ 329032 w 2147333"/>
                <a:gd name="connsiteY10" fmla="*/ 494256 h 636673"/>
                <a:gd name="connsiteX11" fmla="*/ 81382 w 2147333"/>
                <a:gd name="connsiteY11" fmla="*/ 356144 h 636673"/>
                <a:gd name="connsiteX12" fmla="*/ 420 w 2147333"/>
                <a:gd name="connsiteY12" fmla="*/ 179931 h 636673"/>
                <a:gd name="connsiteX13" fmla="*/ 76620 w 2147333"/>
                <a:gd name="connsiteY13" fmla="*/ 98968 h 636673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57745 w 2147333"/>
                <a:gd name="connsiteY5" fmla="*/ 102486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95845 w 2147333"/>
                <a:gd name="connsiteY5" fmla="*/ 31048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830"/>
                <a:gd name="connsiteY0" fmla="*/ 97723 h 635428"/>
                <a:gd name="connsiteX1" fmla="*/ 500482 w 2147830"/>
                <a:gd name="connsiteY1" fmla="*/ 97724 h 635428"/>
                <a:gd name="connsiteX2" fmla="*/ 662407 w 2147830"/>
                <a:gd name="connsiteY2" fmla="*/ 2473 h 635428"/>
                <a:gd name="connsiteX3" fmla="*/ 1124370 w 2147830"/>
                <a:gd name="connsiteY3" fmla="*/ 26286 h 635428"/>
                <a:gd name="connsiteX4" fmla="*/ 1152945 w 2147830"/>
                <a:gd name="connsiteY4" fmla="*/ 7237 h 635428"/>
                <a:gd name="connsiteX5" fmla="*/ 1495845 w 2147830"/>
                <a:gd name="connsiteY5" fmla="*/ 31048 h 635428"/>
                <a:gd name="connsiteX6" fmla="*/ 1786358 w 2147830"/>
                <a:gd name="connsiteY6" fmla="*/ 64387 h 635428"/>
                <a:gd name="connsiteX7" fmla="*/ 2010195 w 2147830"/>
                <a:gd name="connsiteY7" fmla="*/ 316799 h 635428"/>
                <a:gd name="connsiteX8" fmla="*/ 2143545 w 2147830"/>
                <a:gd name="connsiteY8" fmla="*/ 488249 h 635428"/>
                <a:gd name="connsiteX9" fmla="*/ 1853032 w 2147830"/>
                <a:gd name="connsiteY9" fmla="*/ 616836 h 635428"/>
                <a:gd name="connsiteX10" fmla="*/ 905295 w 2147830"/>
                <a:gd name="connsiteY10" fmla="*/ 621599 h 635428"/>
                <a:gd name="connsiteX11" fmla="*/ 329032 w 2147830"/>
                <a:gd name="connsiteY11" fmla="*/ 493011 h 635428"/>
                <a:gd name="connsiteX12" fmla="*/ 81382 w 2147830"/>
                <a:gd name="connsiteY12" fmla="*/ 354899 h 635428"/>
                <a:gd name="connsiteX13" fmla="*/ 420 w 2147830"/>
                <a:gd name="connsiteY13" fmla="*/ 178686 h 635428"/>
                <a:gd name="connsiteX14" fmla="*/ 76620 w 2147830"/>
                <a:gd name="connsiteY14" fmla="*/ 97723 h 635428"/>
                <a:gd name="connsiteX0" fmla="*/ 76620 w 2147830"/>
                <a:gd name="connsiteY0" fmla="*/ 97723 h 632954"/>
                <a:gd name="connsiteX1" fmla="*/ 500482 w 2147830"/>
                <a:gd name="connsiteY1" fmla="*/ 97724 h 632954"/>
                <a:gd name="connsiteX2" fmla="*/ 662407 w 2147830"/>
                <a:gd name="connsiteY2" fmla="*/ 2473 h 632954"/>
                <a:gd name="connsiteX3" fmla="*/ 1124370 w 2147830"/>
                <a:gd name="connsiteY3" fmla="*/ 26286 h 632954"/>
                <a:gd name="connsiteX4" fmla="*/ 1152945 w 2147830"/>
                <a:gd name="connsiteY4" fmla="*/ 7237 h 632954"/>
                <a:gd name="connsiteX5" fmla="*/ 1495845 w 2147830"/>
                <a:gd name="connsiteY5" fmla="*/ 31048 h 632954"/>
                <a:gd name="connsiteX6" fmla="*/ 1786358 w 2147830"/>
                <a:gd name="connsiteY6" fmla="*/ 64387 h 632954"/>
                <a:gd name="connsiteX7" fmla="*/ 2010195 w 2147830"/>
                <a:gd name="connsiteY7" fmla="*/ 316799 h 632954"/>
                <a:gd name="connsiteX8" fmla="*/ 2143545 w 2147830"/>
                <a:gd name="connsiteY8" fmla="*/ 535874 h 632954"/>
                <a:gd name="connsiteX9" fmla="*/ 1853032 w 2147830"/>
                <a:gd name="connsiteY9" fmla="*/ 616836 h 632954"/>
                <a:gd name="connsiteX10" fmla="*/ 905295 w 2147830"/>
                <a:gd name="connsiteY10" fmla="*/ 621599 h 632954"/>
                <a:gd name="connsiteX11" fmla="*/ 329032 w 2147830"/>
                <a:gd name="connsiteY11" fmla="*/ 493011 h 632954"/>
                <a:gd name="connsiteX12" fmla="*/ 81382 w 2147830"/>
                <a:gd name="connsiteY12" fmla="*/ 354899 h 632954"/>
                <a:gd name="connsiteX13" fmla="*/ 420 w 2147830"/>
                <a:gd name="connsiteY13" fmla="*/ 178686 h 632954"/>
                <a:gd name="connsiteX14" fmla="*/ 76620 w 2147830"/>
                <a:gd name="connsiteY14" fmla="*/ 97723 h 632954"/>
                <a:gd name="connsiteX0" fmla="*/ 76620 w 2147830"/>
                <a:gd name="connsiteY0" fmla="*/ 97955 h 633186"/>
                <a:gd name="connsiteX1" fmla="*/ 500482 w 2147830"/>
                <a:gd name="connsiteY1" fmla="*/ 97956 h 633186"/>
                <a:gd name="connsiteX2" fmla="*/ 662407 w 2147830"/>
                <a:gd name="connsiteY2" fmla="*/ 2705 h 633186"/>
                <a:gd name="connsiteX3" fmla="*/ 1124370 w 2147830"/>
                <a:gd name="connsiteY3" fmla="*/ 26518 h 633186"/>
                <a:gd name="connsiteX4" fmla="*/ 1495845 w 2147830"/>
                <a:gd name="connsiteY4" fmla="*/ 31280 h 633186"/>
                <a:gd name="connsiteX5" fmla="*/ 1786358 w 2147830"/>
                <a:gd name="connsiteY5" fmla="*/ 64619 h 633186"/>
                <a:gd name="connsiteX6" fmla="*/ 2010195 w 2147830"/>
                <a:gd name="connsiteY6" fmla="*/ 317031 h 633186"/>
                <a:gd name="connsiteX7" fmla="*/ 2143545 w 2147830"/>
                <a:gd name="connsiteY7" fmla="*/ 536106 h 633186"/>
                <a:gd name="connsiteX8" fmla="*/ 1853032 w 2147830"/>
                <a:gd name="connsiteY8" fmla="*/ 617068 h 633186"/>
                <a:gd name="connsiteX9" fmla="*/ 905295 w 2147830"/>
                <a:gd name="connsiteY9" fmla="*/ 621831 h 633186"/>
                <a:gd name="connsiteX10" fmla="*/ 329032 w 2147830"/>
                <a:gd name="connsiteY10" fmla="*/ 493243 h 633186"/>
                <a:gd name="connsiteX11" fmla="*/ 81382 w 2147830"/>
                <a:gd name="connsiteY11" fmla="*/ 355131 h 633186"/>
                <a:gd name="connsiteX12" fmla="*/ 420 w 2147830"/>
                <a:gd name="connsiteY12" fmla="*/ 178918 h 633186"/>
                <a:gd name="connsiteX13" fmla="*/ 76620 w 2147830"/>
                <a:gd name="connsiteY13" fmla="*/ 97955 h 633186"/>
                <a:gd name="connsiteX0" fmla="*/ 76620 w 2147830"/>
                <a:gd name="connsiteY0" fmla="*/ 112011 h 647242"/>
                <a:gd name="connsiteX1" fmla="*/ 500482 w 2147830"/>
                <a:gd name="connsiteY1" fmla="*/ 112012 h 647242"/>
                <a:gd name="connsiteX2" fmla="*/ 662407 w 2147830"/>
                <a:gd name="connsiteY2" fmla="*/ 16761 h 647242"/>
                <a:gd name="connsiteX3" fmla="*/ 1138657 w 2147830"/>
                <a:gd name="connsiteY3" fmla="*/ 2474 h 647242"/>
                <a:gd name="connsiteX4" fmla="*/ 1495845 w 2147830"/>
                <a:gd name="connsiteY4" fmla="*/ 45336 h 647242"/>
                <a:gd name="connsiteX5" fmla="*/ 1786358 w 2147830"/>
                <a:gd name="connsiteY5" fmla="*/ 78675 h 647242"/>
                <a:gd name="connsiteX6" fmla="*/ 2010195 w 2147830"/>
                <a:gd name="connsiteY6" fmla="*/ 331087 h 647242"/>
                <a:gd name="connsiteX7" fmla="*/ 2143545 w 2147830"/>
                <a:gd name="connsiteY7" fmla="*/ 550162 h 647242"/>
                <a:gd name="connsiteX8" fmla="*/ 1853032 w 2147830"/>
                <a:gd name="connsiteY8" fmla="*/ 631124 h 647242"/>
                <a:gd name="connsiteX9" fmla="*/ 905295 w 2147830"/>
                <a:gd name="connsiteY9" fmla="*/ 635887 h 647242"/>
                <a:gd name="connsiteX10" fmla="*/ 329032 w 2147830"/>
                <a:gd name="connsiteY10" fmla="*/ 507299 h 647242"/>
                <a:gd name="connsiteX11" fmla="*/ 81382 w 2147830"/>
                <a:gd name="connsiteY11" fmla="*/ 369187 h 647242"/>
                <a:gd name="connsiteX12" fmla="*/ 420 w 2147830"/>
                <a:gd name="connsiteY12" fmla="*/ 192974 h 647242"/>
                <a:gd name="connsiteX13" fmla="*/ 76620 w 2147830"/>
                <a:gd name="connsiteY13" fmla="*/ 112011 h 647242"/>
                <a:gd name="connsiteX0" fmla="*/ 76620 w 2147830"/>
                <a:gd name="connsiteY0" fmla="*/ 112529 h 647760"/>
                <a:gd name="connsiteX1" fmla="*/ 500482 w 2147830"/>
                <a:gd name="connsiteY1" fmla="*/ 112530 h 647760"/>
                <a:gd name="connsiteX2" fmla="*/ 662407 w 2147830"/>
                <a:gd name="connsiteY2" fmla="*/ 17279 h 647760"/>
                <a:gd name="connsiteX3" fmla="*/ 1138657 w 2147830"/>
                <a:gd name="connsiteY3" fmla="*/ 2992 h 647760"/>
                <a:gd name="connsiteX4" fmla="*/ 1514895 w 2147830"/>
                <a:gd name="connsiteY4" fmla="*/ 7754 h 647760"/>
                <a:gd name="connsiteX5" fmla="*/ 1786358 w 2147830"/>
                <a:gd name="connsiteY5" fmla="*/ 79193 h 647760"/>
                <a:gd name="connsiteX6" fmla="*/ 2010195 w 2147830"/>
                <a:gd name="connsiteY6" fmla="*/ 331605 h 647760"/>
                <a:gd name="connsiteX7" fmla="*/ 2143545 w 2147830"/>
                <a:gd name="connsiteY7" fmla="*/ 550680 h 647760"/>
                <a:gd name="connsiteX8" fmla="*/ 1853032 w 2147830"/>
                <a:gd name="connsiteY8" fmla="*/ 631642 h 647760"/>
                <a:gd name="connsiteX9" fmla="*/ 905295 w 2147830"/>
                <a:gd name="connsiteY9" fmla="*/ 636405 h 647760"/>
                <a:gd name="connsiteX10" fmla="*/ 329032 w 2147830"/>
                <a:gd name="connsiteY10" fmla="*/ 507817 h 647760"/>
                <a:gd name="connsiteX11" fmla="*/ 81382 w 2147830"/>
                <a:gd name="connsiteY11" fmla="*/ 369705 h 647760"/>
                <a:gd name="connsiteX12" fmla="*/ 420 w 2147830"/>
                <a:gd name="connsiteY12" fmla="*/ 193492 h 647760"/>
                <a:gd name="connsiteX13" fmla="*/ 76620 w 2147830"/>
                <a:gd name="connsiteY13" fmla="*/ 112529 h 647760"/>
                <a:gd name="connsiteX0" fmla="*/ 76620 w 2148024"/>
                <a:gd name="connsiteY0" fmla="*/ 113489 h 648720"/>
                <a:gd name="connsiteX1" fmla="*/ 500482 w 2148024"/>
                <a:gd name="connsiteY1" fmla="*/ 113490 h 648720"/>
                <a:gd name="connsiteX2" fmla="*/ 662407 w 2148024"/>
                <a:gd name="connsiteY2" fmla="*/ 18239 h 648720"/>
                <a:gd name="connsiteX3" fmla="*/ 1138657 w 2148024"/>
                <a:gd name="connsiteY3" fmla="*/ 3952 h 648720"/>
                <a:gd name="connsiteX4" fmla="*/ 1514895 w 2148024"/>
                <a:gd name="connsiteY4" fmla="*/ 8714 h 648720"/>
                <a:gd name="connsiteX5" fmla="*/ 1753021 w 2148024"/>
                <a:gd name="connsiteY5" fmla="*/ 94440 h 648720"/>
                <a:gd name="connsiteX6" fmla="*/ 2010195 w 2148024"/>
                <a:gd name="connsiteY6" fmla="*/ 332565 h 648720"/>
                <a:gd name="connsiteX7" fmla="*/ 2143545 w 2148024"/>
                <a:gd name="connsiteY7" fmla="*/ 551640 h 648720"/>
                <a:gd name="connsiteX8" fmla="*/ 1853032 w 2148024"/>
                <a:gd name="connsiteY8" fmla="*/ 632602 h 648720"/>
                <a:gd name="connsiteX9" fmla="*/ 905295 w 2148024"/>
                <a:gd name="connsiteY9" fmla="*/ 637365 h 648720"/>
                <a:gd name="connsiteX10" fmla="*/ 329032 w 2148024"/>
                <a:gd name="connsiteY10" fmla="*/ 508777 h 648720"/>
                <a:gd name="connsiteX11" fmla="*/ 81382 w 2148024"/>
                <a:gd name="connsiteY11" fmla="*/ 370665 h 648720"/>
                <a:gd name="connsiteX12" fmla="*/ 420 w 2148024"/>
                <a:gd name="connsiteY12" fmla="*/ 194452 h 648720"/>
                <a:gd name="connsiteX13" fmla="*/ 76620 w 2148024"/>
                <a:gd name="connsiteY13" fmla="*/ 113489 h 648720"/>
                <a:gd name="connsiteX0" fmla="*/ 76620 w 2145058"/>
                <a:gd name="connsiteY0" fmla="*/ 113489 h 648720"/>
                <a:gd name="connsiteX1" fmla="*/ 500482 w 2145058"/>
                <a:gd name="connsiteY1" fmla="*/ 113490 h 648720"/>
                <a:gd name="connsiteX2" fmla="*/ 662407 w 2145058"/>
                <a:gd name="connsiteY2" fmla="*/ 18239 h 648720"/>
                <a:gd name="connsiteX3" fmla="*/ 1138657 w 2145058"/>
                <a:gd name="connsiteY3" fmla="*/ 3952 h 648720"/>
                <a:gd name="connsiteX4" fmla="*/ 1514895 w 2145058"/>
                <a:gd name="connsiteY4" fmla="*/ 8714 h 648720"/>
                <a:gd name="connsiteX5" fmla="*/ 1753021 w 2145058"/>
                <a:gd name="connsiteY5" fmla="*/ 94440 h 648720"/>
                <a:gd name="connsiteX6" fmla="*/ 1957807 w 2145058"/>
                <a:gd name="connsiteY6" fmla="*/ 346852 h 648720"/>
                <a:gd name="connsiteX7" fmla="*/ 2143545 w 2145058"/>
                <a:gd name="connsiteY7" fmla="*/ 551640 h 648720"/>
                <a:gd name="connsiteX8" fmla="*/ 1853032 w 2145058"/>
                <a:gd name="connsiteY8" fmla="*/ 632602 h 648720"/>
                <a:gd name="connsiteX9" fmla="*/ 905295 w 2145058"/>
                <a:gd name="connsiteY9" fmla="*/ 637365 h 648720"/>
                <a:gd name="connsiteX10" fmla="*/ 329032 w 2145058"/>
                <a:gd name="connsiteY10" fmla="*/ 508777 h 648720"/>
                <a:gd name="connsiteX11" fmla="*/ 81382 w 2145058"/>
                <a:gd name="connsiteY11" fmla="*/ 370665 h 648720"/>
                <a:gd name="connsiteX12" fmla="*/ 420 w 2145058"/>
                <a:gd name="connsiteY12" fmla="*/ 194452 h 648720"/>
                <a:gd name="connsiteX13" fmla="*/ 76620 w 2145058"/>
                <a:gd name="connsiteY13" fmla="*/ 113489 h 64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5058" h="648720">
                  <a:moveTo>
                    <a:pt x="76620" y="113489"/>
                  </a:moveTo>
                  <a:cubicBezTo>
                    <a:pt x="159964" y="99995"/>
                    <a:pt x="402851" y="129365"/>
                    <a:pt x="500482" y="113490"/>
                  </a:cubicBezTo>
                  <a:cubicBezTo>
                    <a:pt x="598113" y="97615"/>
                    <a:pt x="556045" y="36495"/>
                    <a:pt x="662407" y="18239"/>
                  </a:cubicBezTo>
                  <a:cubicBezTo>
                    <a:pt x="768770" y="-17"/>
                    <a:pt x="996576" y="5539"/>
                    <a:pt x="1138657" y="3952"/>
                  </a:cubicBezTo>
                  <a:cubicBezTo>
                    <a:pt x="1280738" y="2365"/>
                    <a:pt x="1412501" y="-6367"/>
                    <a:pt x="1514895" y="8714"/>
                  </a:cubicBezTo>
                  <a:cubicBezTo>
                    <a:pt x="1617289" y="23795"/>
                    <a:pt x="1679202" y="38084"/>
                    <a:pt x="1753021" y="94440"/>
                  </a:cubicBezTo>
                  <a:cubicBezTo>
                    <a:pt x="1826840" y="150796"/>
                    <a:pt x="1892720" y="270652"/>
                    <a:pt x="1957807" y="346852"/>
                  </a:cubicBezTo>
                  <a:cubicBezTo>
                    <a:pt x="2022894" y="423052"/>
                    <a:pt x="2161008" y="504015"/>
                    <a:pt x="2143545" y="551640"/>
                  </a:cubicBezTo>
                  <a:cubicBezTo>
                    <a:pt x="2126083" y="599265"/>
                    <a:pt x="2059407" y="618315"/>
                    <a:pt x="1853032" y="632602"/>
                  </a:cubicBezTo>
                  <a:cubicBezTo>
                    <a:pt x="1646657" y="646890"/>
                    <a:pt x="1159295" y="658003"/>
                    <a:pt x="905295" y="637365"/>
                  </a:cubicBezTo>
                  <a:cubicBezTo>
                    <a:pt x="651295" y="616727"/>
                    <a:pt x="466351" y="553227"/>
                    <a:pt x="329032" y="508777"/>
                  </a:cubicBezTo>
                  <a:cubicBezTo>
                    <a:pt x="191713" y="464327"/>
                    <a:pt x="136151" y="423053"/>
                    <a:pt x="81382" y="370665"/>
                  </a:cubicBezTo>
                  <a:cubicBezTo>
                    <a:pt x="26613" y="318278"/>
                    <a:pt x="1214" y="237315"/>
                    <a:pt x="420" y="194452"/>
                  </a:cubicBezTo>
                  <a:cubicBezTo>
                    <a:pt x="-374" y="151589"/>
                    <a:pt x="-6724" y="126983"/>
                    <a:pt x="76620" y="113489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13751425-8F5E-3460-522C-4472F4DE6495}"/>
                </a:ext>
              </a:extLst>
            </p:cNvPr>
            <p:cNvSpPr/>
            <p:nvPr/>
          </p:nvSpPr>
          <p:spPr>
            <a:xfrm>
              <a:off x="7988767" y="3549741"/>
              <a:ext cx="2186000" cy="652937"/>
            </a:xfrm>
            <a:custGeom>
              <a:avLst/>
              <a:gdLst>
                <a:gd name="connsiteX0" fmla="*/ 477107 w 2156275"/>
                <a:gd name="connsiteY0" fmla="*/ 597713 h 633204"/>
                <a:gd name="connsiteX1" fmla="*/ 43720 w 2156275"/>
                <a:gd name="connsiteY1" fmla="*/ 554850 h 633204"/>
                <a:gd name="connsiteX2" fmla="*/ 29432 w 2156275"/>
                <a:gd name="connsiteY2" fmla="*/ 311963 h 633204"/>
                <a:gd name="connsiteX3" fmla="*/ 172307 w 2156275"/>
                <a:gd name="connsiteY3" fmla="*/ 88125 h 633204"/>
                <a:gd name="connsiteX4" fmla="*/ 1567720 w 2156275"/>
                <a:gd name="connsiteY4" fmla="*/ 7163 h 633204"/>
                <a:gd name="connsiteX5" fmla="*/ 2143982 w 2156275"/>
                <a:gd name="connsiteY5" fmla="*/ 30975 h 633204"/>
                <a:gd name="connsiteX6" fmla="*/ 1958245 w 2156275"/>
                <a:gd name="connsiteY6" fmla="*/ 245288 h 633204"/>
                <a:gd name="connsiteX7" fmla="*/ 1915382 w 2156275"/>
                <a:gd name="connsiteY7" fmla="*/ 502463 h 633204"/>
                <a:gd name="connsiteX8" fmla="*/ 1724882 w 2156275"/>
                <a:gd name="connsiteY8" fmla="*/ 631050 h 633204"/>
                <a:gd name="connsiteX9" fmla="*/ 1591532 w 2156275"/>
                <a:gd name="connsiteY9" fmla="*/ 578663 h 633204"/>
                <a:gd name="connsiteX10" fmla="*/ 1310545 w 2156275"/>
                <a:gd name="connsiteY10" fmla="*/ 521513 h 633204"/>
                <a:gd name="connsiteX11" fmla="*/ 1143857 w 2156275"/>
                <a:gd name="connsiteY11" fmla="*/ 621525 h 633204"/>
                <a:gd name="connsiteX12" fmla="*/ 477107 w 2156275"/>
                <a:gd name="connsiteY12" fmla="*/ 597713 h 633204"/>
                <a:gd name="connsiteX0" fmla="*/ 507533 w 2186701"/>
                <a:gd name="connsiteY0" fmla="*/ 603726 h 639217"/>
                <a:gd name="connsiteX1" fmla="*/ 74146 w 2186701"/>
                <a:gd name="connsiteY1" fmla="*/ 560863 h 639217"/>
                <a:gd name="connsiteX2" fmla="*/ 59858 w 2186701"/>
                <a:gd name="connsiteY2" fmla="*/ 317976 h 639217"/>
                <a:gd name="connsiteX3" fmla="*/ 674220 w 2186701"/>
                <a:gd name="connsiteY3" fmla="*/ 27463 h 639217"/>
                <a:gd name="connsiteX4" fmla="*/ 1598146 w 2186701"/>
                <a:gd name="connsiteY4" fmla="*/ 13176 h 639217"/>
                <a:gd name="connsiteX5" fmla="*/ 2174408 w 2186701"/>
                <a:gd name="connsiteY5" fmla="*/ 36988 h 639217"/>
                <a:gd name="connsiteX6" fmla="*/ 1988671 w 2186701"/>
                <a:gd name="connsiteY6" fmla="*/ 251301 h 639217"/>
                <a:gd name="connsiteX7" fmla="*/ 1945808 w 2186701"/>
                <a:gd name="connsiteY7" fmla="*/ 508476 h 639217"/>
                <a:gd name="connsiteX8" fmla="*/ 1755308 w 2186701"/>
                <a:gd name="connsiteY8" fmla="*/ 637063 h 639217"/>
                <a:gd name="connsiteX9" fmla="*/ 1621958 w 2186701"/>
                <a:gd name="connsiteY9" fmla="*/ 584676 h 639217"/>
                <a:gd name="connsiteX10" fmla="*/ 1340971 w 2186701"/>
                <a:gd name="connsiteY10" fmla="*/ 527526 h 639217"/>
                <a:gd name="connsiteX11" fmla="*/ 1174283 w 2186701"/>
                <a:gd name="connsiteY11" fmla="*/ 627538 h 639217"/>
                <a:gd name="connsiteX12" fmla="*/ 507533 w 2186701"/>
                <a:gd name="connsiteY12" fmla="*/ 603726 h 639217"/>
                <a:gd name="connsiteX0" fmla="*/ 507533 w 2186000"/>
                <a:gd name="connsiteY0" fmla="*/ 617446 h 652937"/>
                <a:gd name="connsiteX1" fmla="*/ 74146 w 2186000"/>
                <a:gd name="connsiteY1" fmla="*/ 574583 h 652937"/>
                <a:gd name="connsiteX2" fmla="*/ 59858 w 2186000"/>
                <a:gd name="connsiteY2" fmla="*/ 331696 h 652937"/>
                <a:gd name="connsiteX3" fmla="*/ 674220 w 2186000"/>
                <a:gd name="connsiteY3" fmla="*/ 41183 h 652937"/>
                <a:gd name="connsiteX4" fmla="*/ 1612433 w 2186000"/>
                <a:gd name="connsiteY4" fmla="*/ 3083 h 652937"/>
                <a:gd name="connsiteX5" fmla="*/ 2174408 w 2186000"/>
                <a:gd name="connsiteY5" fmla="*/ 50708 h 652937"/>
                <a:gd name="connsiteX6" fmla="*/ 1988671 w 2186000"/>
                <a:gd name="connsiteY6" fmla="*/ 265021 h 652937"/>
                <a:gd name="connsiteX7" fmla="*/ 1945808 w 2186000"/>
                <a:gd name="connsiteY7" fmla="*/ 522196 h 652937"/>
                <a:gd name="connsiteX8" fmla="*/ 1755308 w 2186000"/>
                <a:gd name="connsiteY8" fmla="*/ 650783 h 652937"/>
                <a:gd name="connsiteX9" fmla="*/ 1621958 w 2186000"/>
                <a:gd name="connsiteY9" fmla="*/ 598396 h 652937"/>
                <a:gd name="connsiteX10" fmla="*/ 1340971 w 2186000"/>
                <a:gd name="connsiteY10" fmla="*/ 541246 h 652937"/>
                <a:gd name="connsiteX11" fmla="*/ 1174283 w 2186000"/>
                <a:gd name="connsiteY11" fmla="*/ 641258 h 652937"/>
                <a:gd name="connsiteX12" fmla="*/ 507533 w 2186000"/>
                <a:gd name="connsiteY12" fmla="*/ 617446 h 65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86000" h="652937">
                  <a:moveTo>
                    <a:pt x="507533" y="617446"/>
                  </a:moveTo>
                  <a:cubicBezTo>
                    <a:pt x="324177" y="606333"/>
                    <a:pt x="148758" y="622208"/>
                    <a:pt x="74146" y="574583"/>
                  </a:cubicBezTo>
                  <a:cubicBezTo>
                    <a:pt x="-466" y="526958"/>
                    <a:pt x="-40154" y="420596"/>
                    <a:pt x="59858" y="331696"/>
                  </a:cubicBezTo>
                  <a:cubicBezTo>
                    <a:pt x="159870" y="242796"/>
                    <a:pt x="415458" y="95952"/>
                    <a:pt x="674220" y="41183"/>
                  </a:cubicBezTo>
                  <a:cubicBezTo>
                    <a:pt x="932983" y="-13586"/>
                    <a:pt x="1362402" y="1496"/>
                    <a:pt x="1612433" y="3083"/>
                  </a:cubicBezTo>
                  <a:cubicBezTo>
                    <a:pt x="1862464" y="4671"/>
                    <a:pt x="2111702" y="7052"/>
                    <a:pt x="2174408" y="50708"/>
                  </a:cubicBezTo>
                  <a:cubicBezTo>
                    <a:pt x="2237114" y="94364"/>
                    <a:pt x="2026771" y="186440"/>
                    <a:pt x="1988671" y="265021"/>
                  </a:cubicBezTo>
                  <a:cubicBezTo>
                    <a:pt x="1950571" y="343602"/>
                    <a:pt x="1984702" y="457902"/>
                    <a:pt x="1945808" y="522196"/>
                  </a:cubicBezTo>
                  <a:cubicBezTo>
                    <a:pt x="1906914" y="586490"/>
                    <a:pt x="1809283" y="638083"/>
                    <a:pt x="1755308" y="650783"/>
                  </a:cubicBezTo>
                  <a:cubicBezTo>
                    <a:pt x="1701333" y="663483"/>
                    <a:pt x="1691014" y="616652"/>
                    <a:pt x="1621958" y="598396"/>
                  </a:cubicBezTo>
                  <a:cubicBezTo>
                    <a:pt x="1552902" y="580140"/>
                    <a:pt x="1415583" y="534102"/>
                    <a:pt x="1340971" y="541246"/>
                  </a:cubicBezTo>
                  <a:cubicBezTo>
                    <a:pt x="1266359" y="548390"/>
                    <a:pt x="1307633" y="626970"/>
                    <a:pt x="1174283" y="641258"/>
                  </a:cubicBezTo>
                  <a:cubicBezTo>
                    <a:pt x="1040933" y="655546"/>
                    <a:pt x="690889" y="628559"/>
                    <a:pt x="507533" y="617446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99C5952A-A2B7-8702-8DD4-FB455BD4E575}"/>
                </a:ext>
              </a:extLst>
            </p:cNvPr>
            <p:cNvSpPr/>
            <p:nvPr/>
          </p:nvSpPr>
          <p:spPr>
            <a:xfrm>
              <a:off x="7079276" y="3716664"/>
              <a:ext cx="2191751" cy="1022420"/>
            </a:xfrm>
            <a:custGeom>
              <a:avLst/>
              <a:gdLst>
                <a:gd name="connsiteX0" fmla="*/ 207810 w 2105272"/>
                <a:gd name="connsiteY0" fmla="*/ 531349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07810 w 2105272"/>
                <a:gd name="connsiteY42" fmla="*/ 531349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474510 w 2105272"/>
                <a:gd name="connsiteY36" fmla="*/ 693273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95174 w 2173586"/>
                <a:gd name="connsiteY0" fmla="*/ 517061 h 1022420"/>
                <a:gd name="connsiteX1" fmla="*/ 695224 w 2173586"/>
                <a:gd name="connsiteY1" fmla="*/ 526586 h 1022420"/>
                <a:gd name="connsiteX2" fmla="*/ 1261962 w 2173586"/>
                <a:gd name="connsiteY2" fmla="*/ 517061 h 1022420"/>
                <a:gd name="connsiteX3" fmla="*/ 1485799 w 2173586"/>
                <a:gd name="connsiteY3" fmla="*/ 402761 h 1022420"/>
                <a:gd name="connsiteX4" fmla="*/ 1666774 w 2173586"/>
                <a:gd name="connsiteY4" fmla="*/ 255124 h 1022420"/>
                <a:gd name="connsiteX5" fmla="*/ 1671537 w 2173586"/>
                <a:gd name="connsiteY5" fmla="*/ 131299 h 1022420"/>
                <a:gd name="connsiteX6" fmla="*/ 1657249 w 2173586"/>
                <a:gd name="connsiteY6" fmla="*/ 74149 h 1022420"/>
                <a:gd name="connsiteX7" fmla="*/ 1719162 w 2173586"/>
                <a:gd name="connsiteY7" fmla="*/ 59861 h 1022420"/>
                <a:gd name="connsiteX8" fmla="*/ 1747737 w 2173586"/>
                <a:gd name="connsiteY8" fmla="*/ 217024 h 1022420"/>
                <a:gd name="connsiteX9" fmla="*/ 1842987 w 2173586"/>
                <a:gd name="connsiteY9" fmla="*/ 107486 h 1022420"/>
                <a:gd name="connsiteX10" fmla="*/ 1881087 w 2173586"/>
                <a:gd name="connsiteY10" fmla="*/ 26524 h 1022420"/>
                <a:gd name="connsiteX11" fmla="*/ 1962049 w 2173586"/>
                <a:gd name="connsiteY11" fmla="*/ 7474 h 1022420"/>
                <a:gd name="connsiteX12" fmla="*/ 1895374 w 2173586"/>
                <a:gd name="connsiteY12" fmla="*/ 140824 h 1022420"/>
                <a:gd name="connsiteX13" fmla="*/ 1804887 w 2173586"/>
                <a:gd name="connsiteY13" fmla="*/ 264649 h 1022420"/>
                <a:gd name="connsiteX14" fmla="*/ 2028724 w 2173586"/>
                <a:gd name="connsiteY14" fmla="*/ 259886 h 1022420"/>
                <a:gd name="connsiteX15" fmla="*/ 1985862 w 2173586"/>
                <a:gd name="connsiteY15" fmla="*/ 326561 h 1022420"/>
                <a:gd name="connsiteX16" fmla="*/ 1795362 w 2173586"/>
                <a:gd name="connsiteY16" fmla="*/ 345611 h 1022420"/>
                <a:gd name="connsiteX17" fmla="*/ 1690587 w 2173586"/>
                <a:gd name="connsiteY17" fmla="*/ 359899 h 1022420"/>
                <a:gd name="connsiteX18" fmla="*/ 1461987 w 2173586"/>
                <a:gd name="connsiteY18" fmla="*/ 540874 h 1022420"/>
                <a:gd name="connsiteX19" fmla="*/ 1604862 w 2173586"/>
                <a:gd name="connsiteY19" fmla="*/ 640886 h 1022420"/>
                <a:gd name="connsiteX20" fmla="*/ 1714399 w 2173586"/>
                <a:gd name="connsiteY20" fmla="*/ 712324 h 1022420"/>
                <a:gd name="connsiteX21" fmla="*/ 2023962 w 2173586"/>
                <a:gd name="connsiteY21" fmla="*/ 712324 h 1022420"/>
                <a:gd name="connsiteX22" fmla="*/ 2114449 w 2173586"/>
                <a:gd name="connsiteY22" fmla="*/ 650411 h 1022420"/>
                <a:gd name="connsiteX23" fmla="*/ 2171599 w 2173586"/>
                <a:gd name="connsiteY23" fmla="*/ 769474 h 1022420"/>
                <a:gd name="connsiteX24" fmla="*/ 2043012 w 2173586"/>
                <a:gd name="connsiteY24" fmla="*/ 774236 h 1022420"/>
                <a:gd name="connsiteX25" fmla="*/ 1785837 w 2173586"/>
                <a:gd name="connsiteY25" fmla="*/ 783761 h 1022420"/>
                <a:gd name="connsiteX26" fmla="*/ 1990624 w 2173586"/>
                <a:gd name="connsiteY26" fmla="*/ 874249 h 1022420"/>
                <a:gd name="connsiteX27" fmla="*/ 1952524 w 2173586"/>
                <a:gd name="connsiteY27" fmla="*/ 950449 h 1022420"/>
                <a:gd name="connsiteX28" fmla="*/ 1790599 w 2173586"/>
                <a:gd name="connsiteY28" fmla="*/ 864724 h 1022420"/>
                <a:gd name="connsiteX29" fmla="*/ 1762024 w 2173586"/>
                <a:gd name="connsiteY29" fmla="*/ 998074 h 1022420"/>
                <a:gd name="connsiteX30" fmla="*/ 1700112 w 2173586"/>
                <a:gd name="connsiteY30" fmla="*/ 1007599 h 1022420"/>
                <a:gd name="connsiteX31" fmla="*/ 1723924 w 2173586"/>
                <a:gd name="connsiteY31" fmla="*/ 840911 h 1022420"/>
                <a:gd name="connsiteX32" fmla="*/ 1652487 w 2173586"/>
                <a:gd name="connsiteY32" fmla="*/ 764711 h 1022420"/>
                <a:gd name="connsiteX33" fmla="*/ 1390549 w 2173586"/>
                <a:gd name="connsiteY33" fmla="*/ 640886 h 1022420"/>
                <a:gd name="connsiteX34" fmla="*/ 1190524 w 2173586"/>
                <a:gd name="connsiteY34" fmla="*/ 617074 h 1022420"/>
                <a:gd name="connsiteX35" fmla="*/ 795237 w 2173586"/>
                <a:gd name="connsiteY35" fmla="*/ 612311 h 1022420"/>
                <a:gd name="connsiteX36" fmla="*/ 542824 w 2173586"/>
                <a:gd name="connsiteY36" fmla="*/ 693273 h 1022420"/>
                <a:gd name="connsiteX37" fmla="*/ 409474 w 2173586"/>
                <a:gd name="connsiteY37" fmla="*/ 740899 h 1022420"/>
                <a:gd name="connsiteX38" fmla="*/ 238024 w 2173586"/>
                <a:gd name="connsiteY38" fmla="*/ 764711 h 1022420"/>
                <a:gd name="connsiteX39" fmla="*/ 4661 w 2173586"/>
                <a:gd name="connsiteY39" fmla="*/ 740899 h 1022420"/>
                <a:gd name="connsiteX40" fmla="*/ 85624 w 2173586"/>
                <a:gd name="connsiteY40" fmla="*/ 531349 h 1022420"/>
                <a:gd name="connsiteX41" fmla="*/ 209449 w 2173586"/>
                <a:gd name="connsiteY41" fmla="*/ 512299 h 1022420"/>
                <a:gd name="connsiteX42" fmla="*/ 295174 w 2173586"/>
                <a:gd name="connsiteY42" fmla="*/ 517061 h 1022420"/>
                <a:gd name="connsiteX0" fmla="*/ 306079 w 2184491"/>
                <a:gd name="connsiteY0" fmla="*/ 517061 h 1022420"/>
                <a:gd name="connsiteX1" fmla="*/ 706129 w 2184491"/>
                <a:gd name="connsiteY1" fmla="*/ 526586 h 1022420"/>
                <a:gd name="connsiteX2" fmla="*/ 1272867 w 2184491"/>
                <a:gd name="connsiteY2" fmla="*/ 517061 h 1022420"/>
                <a:gd name="connsiteX3" fmla="*/ 1496704 w 2184491"/>
                <a:gd name="connsiteY3" fmla="*/ 402761 h 1022420"/>
                <a:gd name="connsiteX4" fmla="*/ 1677679 w 2184491"/>
                <a:gd name="connsiteY4" fmla="*/ 255124 h 1022420"/>
                <a:gd name="connsiteX5" fmla="*/ 1682442 w 2184491"/>
                <a:gd name="connsiteY5" fmla="*/ 131299 h 1022420"/>
                <a:gd name="connsiteX6" fmla="*/ 1668154 w 2184491"/>
                <a:gd name="connsiteY6" fmla="*/ 74149 h 1022420"/>
                <a:gd name="connsiteX7" fmla="*/ 1730067 w 2184491"/>
                <a:gd name="connsiteY7" fmla="*/ 59861 h 1022420"/>
                <a:gd name="connsiteX8" fmla="*/ 1758642 w 2184491"/>
                <a:gd name="connsiteY8" fmla="*/ 217024 h 1022420"/>
                <a:gd name="connsiteX9" fmla="*/ 1853892 w 2184491"/>
                <a:gd name="connsiteY9" fmla="*/ 107486 h 1022420"/>
                <a:gd name="connsiteX10" fmla="*/ 1891992 w 2184491"/>
                <a:gd name="connsiteY10" fmla="*/ 26524 h 1022420"/>
                <a:gd name="connsiteX11" fmla="*/ 1972954 w 2184491"/>
                <a:gd name="connsiteY11" fmla="*/ 7474 h 1022420"/>
                <a:gd name="connsiteX12" fmla="*/ 1906279 w 2184491"/>
                <a:gd name="connsiteY12" fmla="*/ 140824 h 1022420"/>
                <a:gd name="connsiteX13" fmla="*/ 1815792 w 2184491"/>
                <a:gd name="connsiteY13" fmla="*/ 264649 h 1022420"/>
                <a:gd name="connsiteX14" fmla="*/ 2039629 w 2184491"/>
                <a:gd name="connsiteY14" fmla="*/ 259886 h 1022420"/>
                <a:gd name="connsiteX15" fmla="*/ 1996767 w 2184491"/>
                <a:gd name="connsiteY15" fmla="*/ 326561 h 1022420"/>
                <a:gd name="connsiteX16" fmla="*/ 1806267 w 2184491"/>
                <a:gd name="connsiteY16" fmla="*/ 345611 h 1022420"/>
                <a:gd name="connsiteX17" fmla="*/ 1701492 w 2184491"/>
                <a:gd name="connsiteY17" fmla="*/ 359899 h 1022420"/>
                <a:gd name="connsiteX18" fmla="*/ 1472892 w 2184491"/>
                <a:gd name="connsiteY18" fmla="*/ 540874 h 1022420"/>
                <a:gd name="connsiteX19" fmla="*/ 1615767 w 2184491"/>
                <a:gd name="connsiteY19" fmla="*/ 640886 h 1022420"/>
                <a:gd name="connsiteX20" fmla="*/ 1725304 w 2184491"/>
                <a:gd name="connsiteY20" fmla="*/ 712324 h 1022420"/>
                <a:gd name="connsiteX21" fmla="*/ 2034867 w 2184491"/>
                <a:gd name="connsiteY21" fmla="*/ 712324 h 1022420"/>
                <a:gd name="connsiteX22" fmla="*/ 2125354 w 2184491"/>
                <a:gd name="connsiteY22" fmla="*/ 650411 h 1022420"/>
                <a:gd name="connsiteX23" fmla="*/ 2182504 w 2184491"/>
                <a:gd name="connsiteY23" fmla="*/ 769474 h 1022420"/>
                <a:gd name="connsiteX24" fmla="*/ 2053917 w 2184491"/>
                <a:gd name="connsiteY24" fmla="*/ 774236 h 1022420"/>
                <a:gd name="connsiteX25" fmla="*/ 1796742 w 2184491"/>
                <a:gd name="connsiteY25" fmla="*/ 783761 h 1022420"/>
                <a:gd name="connsiteX26" fmla="*/ 2001529 w 2184491"/>
                <a:gd name="connsiteY26" fmla="*/ 874249 h 1022420"/>
                <a:gd name="connsiteX27" fmla="*/ 1963429 w 2184491"/>
                <a:gd name="connsiteY27" fmla="*/ 950449 h 1022420"/>
                <a:gd name="connsiteX28" fmla="*/ 1801504 w 2184491"/>
                <a:gd name="connsiteY28" fmla="*/ 864724 h 1022420"/>
                <a:gd name="connsiteX29" fmla="*/ 1772929 w 2184491"/>
                <a:gd name="connsiteY29" fmla="*/ 998074 h 1022420"/>
                <a:gd name="connsiteX30" fmla="*/ 1711017 w 2184491"/>
                <a:gd name="connsiteY30" fmla="*/ 1007599 h 1022420"/>
                <a:gd name="connsiteX31" fmla="*/ 1734829 w 2184491"/>
                <a:gd name="connsiteY31" fmla="*/ 840911 h 1022420"/>
                <a:gd name="connsiteX32" fmla="*/ 1663392 w 2184491"/>
                <a:gd name="connsiteY32" fmla="*/ 764711 h 1022420"/>
                <a:gd name="connsiteX33" fmla="*/ 1401454 w 2184491"/>
                <a:gd name="connsiteY33" fmla="*/ 640886 h 1022420"/>
                <a:gd name="connsiteX34" fmla="*/ 1201429 w 2184491"/>
                <a:gd name="connsiteY34" fmla="*/ 617074 h 1022420"/>
                <a:gd name="connsiteX35" fmla="*/ 806142 w 2184491"/>
                <a:gd name="connsiteY35" fmla="*/ 612311 h 1022420"/>
                <a:gd name="connsiteX36" fmla="*/ 553729 w 2184491"/>
                <a:gd name="connsiteY36" fmla="*/ 693273 h 1022420"/>
                <a:gd name="connsiteX37" fmla="*/ 420379 w 2184491"/>
                <a:gd name="connsiteY37" fmla="*/ 740899 h 1022420"/>
                <a:gd name="connsiteX38" fmla="*/ 248929 w 2184491"/>
                <a:gd name="connsiteY38" fmla="*/ 764711 h 1022420"/>
                <a:gd name="connsiteX39" fmla="*/ 15566 w 2184491"/>
                <a:gd name="connsiteY39" fmla="*/ 740899 h 1022420"/>
                <a:gd name="connsiteX40" fmla="*/ 34616 w 2184491"/>
                <a:gd name="connsiteY40" fmla="*/ 531349 h 1022420"/>
                <a:gd name="connsiteX41" fmla="*/ 220354 w 2184491"/>
                <a:gd name="connsiteY41" fmla="*/ 512299 h 1022420"/>
                <a:gd name="connsiteX42" fmla="*/ 306079 w 2184491"/>
                <a:gd name="connsiteY42" fmla="*/ 517061 h 1022420"/>
                <a:gd name="connsiteX0" fmla="*/ 313339 w 2191751"/>
                <a:gd name="connsiteY0" fmla="*/ 5170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313339 w 2191751"/>
                <a:gd name="connsiteY42" fmla="*/ 5170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70477 w 2191751"/>
                <a:gd name="connsiteY41" fmla="*/ 502774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813402 w 2191751"/>
                <a:gd name="connsiteY36" fmla="*/ 612311 h 1022420"/>
                <a:gd name="connsiteX37" fmla="*/ 560989 w 2191751"/>
                <a:gd name="connsiteY37" fmla="*/ 693273 h 1022420"/>
                <a:gd name="connsiteX38" fmla="*/ 427639 w 2191751"/>
                <a:gd name="connsiteY38" fmla="*/ 740899 h 1022420"/>
                <a:gd name="connsiteX39" fmla="*/ 256189 w 2191751"/>
                <a:gd name="connsiteY39" fmla="*/ 764711 h 1022420"/>
                <a:gd name="connsiteX40" fmla="*/ 22826 w 2191751"/>
                <a:gd name="connsiteY40" fmla="*/ 740899 h 1022420"/>
                <a:gd name="connsiteX41" fmla="*/ 22826 w 2191751"/>
                <a:gd name="connsiteY41" fmla="*/ 526586 h 1022420"/>
                <a:gd name="connsiteX42" fmla="*/ 299052 w 2191751"/>
                <a:gd name="connsiteY42" fmla="*/ 526586 h 1022420"/>
                <a:gd name="connsiteX43" fmla="*/ 456214 w 2191751"/>
                <a:gd name="connsiteY43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788374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191751" h="1022420">
                  <a:moveTo>
                    <a:pt x="456214" y="555161"/>
                  </a:moveTo>
                  <a:lnTo>
                    <a:pt x="718152" y="545636"/>
                  </a:lnTo>
                  <a:lnTo>
                    <a:pt x="1280127" y="517061"/>
                  </a:lnTo>
                  <a:cubicBezTo>
                    <a:pt x="1411889" y="496424"/>
                    <a:pt x="1436495" y="446417"/>
                    <a:pt x="1503964" y="402761"/>
                  </a:cubicBezTo>
                  <a:cubicBezTo>
                    <a:pt x="1571433" y="359105"/>
                    <a:pt x="1653983" y="300368"/>
                    <a:pt x="1684939" y="255124"/>
                  </a:cubicBezTo>
                  <a:cubicBezTo>
                    <a:pt x="1715895" y="209880"/>
                    <a:pt x="1691289" y="161461"/>
                    <a:pt x="1689702" y="131299"/>
                  </a:cubicBezTo>
                  <a:cubicBezTo>
                    <a:pt x="1688115" y="101137"/>
                    <a:pt x="1667477" y="86055"/>
                    <a:pt x="1675414" y="74149"/>
                  </a:cubicBezTo>
                  <a:cubicBezTo>
                    <a:pt x="1683351" y="62243"/>
                    <a:pt x="1722246" y="36048"/>
                    <a:pt x="1737327" y="59861"/>
                  </a:cubicBezTo>
                  <a:cubicBezTo>
                    <a:pt x="1752408" y="83674"/>
                    <a:pt x="1745265" y="209086"/>
                    <a:pt x="1765902" y="217024"/>
                  </a:cubicBezTo>
                  <a:cubicBezTo>
                    <a:pt x="1786540" y="224961"/>
                    <a:pt x="1838927" y="139236"/>
                    <a:pt x="1861152" y="107486"/>
                  </a:cubicBezTo>
                  <a:cubicBezTo>
                    <a:pt x="1883377" y="75736"/>
                    <a:pt x="1879408" y="43193"/>
                    <a:pt x="1899252" y="26524"/>
                  </a:cubicBezTo>
                  <a:cubicBezTo>
                    <a:pt x="1919096" y="9855"/>
                    <a:pt x="1977833" y="-11576"/>
                    <a:pt x="1980214" y="7474"/>
                  </a:cubicBezTo>
                  <a:cubicBezTo>
                    <a:pt x="1982595" y="26524"/>
                    <a:pt x="1939733" y="97961"/>
                    <a:pt x="1913539" y="140824"/>
                  </a:cubicBezTo>
                  <a:cubicBezTo>
                    <a:pt x="1887345" y="183686"/>
                    <a:pt x="1800827" y="244805"/>
                    <a:pt x="1823052" y="264649"/>
                  </a:cubicBezTo>
                  <a:cubicBezTo>
                    <a:pt x="1845277" y="284493"/>
                    <a:pt x="2016727" y="249567"/>
                    <a:pt x="2046889" y="259886"/>
                  </a:cubicBezTo>
                  <a:cubicBezTo>
                    <a:pt x="2077051" y="270205"/>
                    <a:pt x="2042921" y="312273"/>
                    <a:pt x="2004027" y="326561"/>
                  </a:cubicBezTo>
                  <a:cubicBezTo>
                    <a:pt x="1965133" y="340848"/>
                    <a:pt x="1862740" y="340055"/>
                    <a:pt x="1813527" y="345611"/>
                  </a:cubicBezTo>
                  <a:cubicBezTo>
                    <a:pt x="1764315" y="351167"/>
                    <a:pt x="1764315" y="327355"/>
                    <a:pt x="1708752" y="359899"/>
                  </a:cubicBezTo>
                  <a:cubicBezTo>
                    <a:pt x="1653189" y="392443"/>
                    <a:pt x="1494439" y="494043"/>
                    <a:pt x="1480152" y="540874"/>
                  </a:cubicBezTo>
                  <a:cubicBezTo>
                    <a:pt x="1465865" y="587705"/>
                    <a:pt x="1580958" y="612311"/>
                    <a:pt x="1623027" y="640886"/>
                  </a:cubicBezTo>
                  <a:cubicBezTo>
                    <a:pt x="1665096" y="669461"/>
                    <a:pt x="1662714" y="700418"/>
                    <a:pt x="1732564" y="712324"/>
                  </a:cubicBezTo>
                  <a:cubicBezTo>
                    <a:pt x="1802414" y="724230"/>
                    <a:pt x="1975452" y="722643"/>
                    <a:pt x="2042127" y="712324"/>
                  </a:cubicBezTo>
                  <a:cubicBezTo>
                    <a:pt x="2108802" y="702005"/>
                    <a:pt x="2108008" y="640886"/>
                    <a:pt x="2132614" y="650411"/>
                  </a:cubicBezTo>
                  <a:cubicBezTo>
                    <a:pt x="2157220" y="659936"/>
                    <a:pt x="2201670" y="748836"/>
                    <a:pt x="2189764" y="769474"/>
                  </a:cubicBezTo>
                  <a:cubicBezTo>
                    <a:pt x="2177858" y="790112"/>
                    <a:pt x="2061177" y="774236"/>
                    <a:pt x="2061177" y="774236"/>
                  </a:cubicBezTo>
                  <a:lnTo>
                    <a:pt x="1804002" y="783761"/>
                  </a:lnTo>
                  <a:cubicBezTo>
                    <a:pt x="1795271" y="800430"/>
                    <a:pt x="1981008" y="846468"/>
                    <a:pt x="2008789" y="874249"/>
                  </a:cubicBezTo>
                  <a:cubicBezTo>
                    <a:pt x="2036570" y="902030"/>
                    <a:pt x="2004026" y="952036"/>
                    <a:pt x="1970689" y="950449"/>
                  </a:cubicBezTo>
                  <a:cubicBezTo>
                    <a:pt x="1937352" y="948862"/>
                    <a:pt x="1840514" y="856787"/>
                    <a:pt x="1808764" y="864724"/>
                  </a:cubicBezTo>
                  <a:cubicBezTo>
                    <a:pt x="1777014" y="872661"/>
                    <a:pt x="1795270" y="974262"/>
                    <a:pt x="1780189" y="998074"/>
                  </a:cubicBezTo>
                  <a:cubicBezTo>
                    <a:pt x="1765108" y="1021886"/>
                    <a:pt x="1724627" y="1033793"/>
                    <a:pt x="1718277" y="1007599"/>
                  </a:cubicBezTo>
                  <a:cubicBezTo>
                    <a:pt x="1711927" y="981405"/>
                    <a:pt x="1750026" y="881392"/>
                    <a:pt x="1742089" y="840911"/>
                  </a:cubicBezTo>
                  <a:cubicBezTo>
                    <a:pt x="1734152" y="800430"/>
                    <a:pt x="1726215" y="798049"/>
                    <a:pt x="1670652" y="764711"/>
                  </a:cubicBezTo>
                  <a:cubicBezTo>
                    <a:pt x="1615090" y="731374"/>
                    <a:pt x="1485708" y="665492"/>
                    <a:pt x="1408714" y="640886"/>
                  </a:cubicBezTo>
                  <a:cubicBezTo>
                    <a:pt x="1331720" y="616280"/>
                    <a:pt x="1312079" y="618638"/>
                    <a:pt x="1208689" y="617074"/>
                  </a:cubicBezTo>
                  <a:cubicBezTo>
                    <a:pt x="1105299" y="615510"/>
                    <a:pt x="896324" y="618799"/>
                    <a:pt x="788374" y="631499"/>
                  </a:cubicBezTo>
                  <a:cubicBezTo>
                    <a:pt x="680424" y="644199"/>
                    <a:pt x="621111" y="675040"/>
                    <a:pt x="560989" y="693273"/>
                  </a:cubicBezTo>
                  <a:cubicBezTo>
                    <a:pt x="500867" y="711506"/>
                    <a:pt x="478439" y="728993"/>
                    <a:pt x="427639" y="740899"/>
                  </a:cubicBezTo>
                  <a:cubicBezTo>
                    <a:pt x="376839" y="752805"/>
                    <a:pt x="323658" y="764711"/>
                    <a:pt x="256189" y="764711"/>
                  </a:cubicBezTo>
                  <a:cubicBezTo>
                    <a:pt x="188720" y="764711"/>
                    <a:pt x="61720" y="780587"/>
                    <a:pt x="22826" y="740899"/>
                  </a:cubicBezTo>
                  <a:cubicBezTo>
                    <a:pt x="-16068" y="701211"/>
                    <a:pt x="2188" y="562305"/>
                    <a:pt x="22826" y="526586"/>
                  </a:cubicBezTo>
                  <a:cubicBezTo>
                    <a:pt x="43463" y="490867"/>
                    <a:pt x="226821" y="521824"/>
                    <a:pt x="299052" y="526586"/>
                  </a:cubicBezTo>
                  <a:cubicBezTo>
                    <a:pt x="371283" y="531349"/>
                    <a:pt x="427639" y="542857"/>
                    <a:pt x="456214" y="555161"/>
                  </a:cubicBezTo>
                  <a:close/>
                </a:path>
              </a:pathLst>
            </a:custGeom>
            <a:solidFill>
              <a:srgbClr val="FAB6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33C9A631-AA99-7144-4DE3-442BA25B4C70}"/>
              </a:ext>
            </a:extLst>
          </p:cNvPr>
          <p:cNvGrpSpPr/>
          <p:nvPr/>
        </p:nvGrpSpPr>
        <p:grpSpPr>
          <a:xfrm>
            <a:off x="2103034" y="3563764"/>
            <a:ext cx="4398217" cy="914384"/>
            <a:chOff x="2003655" y="3632868"/>
            <a:chExt cx="4398217" cy="914384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6875696E-2392-B952-7E55-10BBC6CB1581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73594D0A-CE64-F6EA-E5C7-6EE8A3AB553A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452" name="Rectangle 451">
                  <a:extLst>
                    <a:ext uri="{FF2B5EF4-FFF2-40B4-BE49-F238E27FC236}">
                      <a16:creationId xmlns:a16="http://schemas.microsoft.com/office/drawing/2014/main" id="{95425CCE-D352-3268-15FB-D3231921C77C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1D40E649-ECBB-077B-39F5-5D7D90961E6A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CE7A684-6704-65D4-BC31-BEAB15190D07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A744C36A-103B-B934-15EC-55CCC2C64AB4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12DC568B-0323-1F5D-EF02-9570AAAB8D3A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FB4B3122-7185-FC46-3144-95BBD3C029EE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8" name="Rectangle 457">
                  <a:extLst>
                    <a:ext uri="{FF2B5EF4-FFF2-40B4-BE49-F238E27FC236}">
                      <a16:creationId xmlns:a16="http://schemas.microsoft.com/office/drawing/2014/main" id="{95D9D72C-7EE5-3147-7A53-DEB5BA891F44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F27A25BE-D7C4-8B23-12A6-0FF4A82858D2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F418369-0C55-B619-9A4F-0AC0C429A541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7AF4ABB-E419-2766-A78A-685128147452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E7D5B4FA-61A8-409C-4E58-A57D40CAC6C9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8361D51A-463A-14BF-9AE8-83DE5F3F715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BE2ED628-9829-1D1A-F3E5-D1E2B13C4695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5D32949B-6DC9-1785-0285-1F6D021A6FCB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E84D9F2C-CF34-8D82-1E5B-D58D4A2A4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80E30D41-B26C-0D65-CC61-94DA79625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7D66F08D-4CBA-079E-6D2F-E5D8F4F01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>
                    <a:extLst>
                      <a:ext uri="{FF2B5EF4-FFF2-40B4-BE49-F238E27FC236}">
                        <a16:creationId xmlns:a16="http://schemas.microsoft.com/office/drawing/2014/main" id="{B4F25C8E-C916-5116-A06D-A6BEAF50E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Straight Connector 446">
                    <a:extLst>
                      <a:ext uri="{FF2B5EF4-FFF2-40B4-BE49-F238E27FC236}">
                        <a16:creationId xmlns:a16="http://schemas.microsoft.com/office/drawing/2014/main" id="{6A4F25FF-B60F-AD9B-9BDA-2D7B0370B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Straight Connector 447">
                    <a:extLst>
                      <a:ext uri="{FF2B5EF4-FFF2-40B4-BE49-F238E27FC236}">
                        <a16:creationId xmlns:a16="http://schemas.microsoft.com/office/drawing/2014/main" id="{05864B97-1B10-686C-2F2B-4A64225483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85DAC92E-210B-A31A-115A-83CD0D62B3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E373CF35-B069-C7A2-CB40-7A1718E023F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EB1A1259-CAF6-A1CC-93D6-499DB72B515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10574DAD-D0FD-8BE3-3F9C-8A88879C8B3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3D5E5FD6-7333-ADBF-8B22-807569D04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4A540592-321D-7F19-650F-C9469A2C7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0E89A0FE-3C3B-8AFA-DE5F-814D73EC84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C912F6B6-51A9-FC58-9466-8FA0E01FBE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4E203D1B-36C1-10A1-7F6B-536FA79BA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0F7D1ECF-2E25-707A-8C8A-6F1EFDBAF4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9B3F425-7144-6D54-034C-39A01B9AA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6DB7525B-B6FB-ED3F-39F4-90EA54EE5632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432B428D-E0F9-0794-4274-DCD1D6AE3B1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CD89AFF6-A474-F16B-79E1-F9732BB59FD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999F3B12-A5B6-CF2D-CD88-3B0CA8A0B4A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703CAD2E-D1A5-504A-A601-373B2AE0A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FDEAC8B0-3751-E5DD-01CC-897EF80A78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14B6484-C933-1E6F-A81E-E0152C296C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08F365B5-A506-DFB7-A959-EED7CFCC5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CEBE0C0E-6E8E-C214-F23C-588D1BF65F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2753D817-4B4B-6D1E-AFC5-6FF6B36FAA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626F0DB9-C182-E111-8392-EEAC4213AD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04D6053C-D902-2DE5-777C-4C8E4D618807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67473005-FA1B-7CFA-E3EE-A4A4AD51344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7516FC77-F1AA-451B-91FD-D7CD2906B43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FBBDAE66-E043-78FB-DB76-EF0C6F43F5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8D030C84-D924-F9EE-7C39-4134A8F761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AC886349-1E7A-0814-6771-5CDB9CD46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7F597010-281F-51EB-25C8-6FB03D792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54BF2E60-FAC4-4779-F8E7-EEB0207DA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A32B4809-D388-B8AA-25AC-09F8ABFE9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02B851F4-AE05-5761-8C69-2CD5E7F3FA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40FC5A55-85EC-276B-A5DB-E7FE47FAAE0C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B6371A92-7D42-74AC-339D-4A7691044176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6A1546C6-5EE5-4D5D-1237-AF7E2FF8BBD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F3BDEAC7-7E30-4257-B1B2-01C0B7CCCC98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5B12FB8C-533D-D2DF-FF6A-604580DAE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B8400430-1435-D5D0-36EE-66330C39C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C01965AF-0CB2-C266-F3CA-8663914642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282E0031-6EF6-EB8E-B519-066422EC7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>
                    <a:extLst>
                      <a:ext uri="{FF2B5EF4-FFF2-40B4-BE49-F238E27FC236}">
                        <a16:creationId xmlns:a16="http://schemas.microsoft.com/office/drawing/2014/main" id="{12B78943-AA19-C25C-A883-6AA9E8646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B0CB679E-C2EB-D351-0EE9-35DF87382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C74D51D4-E41F-AEC3-7FFC-1987BD257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F55F3E77-EF66-5138-D2C3-963129FCFCF0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19857843-282D-EACF-A099-2371FE22C5B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151D5F87-557E-2A5C-EFDE-DD516AE40F9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687EE888-53B6-B6D7-3CAF-5286F1AB3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70728916-2098-BEE8-D331-887122322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E65CBCC8-E1F7-662A-5A7F-ACB18299E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6DDFCCAC-EAA3-A569-1FDE-1481036D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BD620E8F-D019-FBCF-6C9F-07B018D65D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A76DAC3A-DE65-DAD7-F8A4-3F77F9EF3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43A90B2E-83AA-65F9-DE39-091F886FC1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1224056C-9ACC-1CA9-AE62-FE5CD524E069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B46572B2-9D29-01EF-E416-E016A504878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F16CB1D8-D619-5647-644F-06C5776CCB8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23F6596F-14A0-2741-D962-E1DE5730608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304E9F35-D9DB-1A57-353F-9E5F541F6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5C5ED7B3-901F-B2FA-84AC-9746E824F2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FEB9CF52-5676-2283-3B5A-AE70B0899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6765671E-1012-CC24-5BB0-F65DD6B451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7F7FABC4-EE60-4883-3B87-AF22E552A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891FC1E1-EA7D-5412-DE30-4C36E4303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Straight Connector 388">
                    <a:extLst>
                      <a:ext uri="{FF2B5EF4-FFF2-40B4-BE49-F238E27FC236}">
                        <a16:creationId xmlns:a16="http://schemas.microsoft.com/office/drawing/2014/main" id="{CFFD1D3B-D4B5-153B-8F9F-1B664F3CB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E127047E-5E52-2535-A5FB-DC7455AEBDDC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5704769C-738D-9CE2-6159-1E9B6608ED0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A9457FFC-D91E-2CE3-0D17-357B811CFE1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91E210CA-B74A-E5F8-83BD-E6434B8CF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91FC7F44-5B25-416A-4FCA-32E95202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E36CEB61-F703-5A54-1BCF-B48872AB1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A108C8CB-66B2-85A7-3F3D-25E86B9D8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19EF2BEC-E054-4E99-84B2-7A898CAB3C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FCCC4D-3181-4F89-22AC-73EA961251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D1F7AD2F-9ED2-1EBC-1193-9D4E83AEDF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88B550C0-8A0C-0E31-00EC-269EE47132C8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6D158E0C-58A7-519F-9F56-BD42E13DB63F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B3C586AE-45C0-A979-D40B-EA1389E77447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06A07F6E-26A8-AAD7-D396-4A9BE1C5A78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27053F8F-CBDC-3922-81B3-4DF8F363B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14B9FA4A-058E-BDF5-4DC4-92C98C890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21C091E1-BEAA-A36A-60FA-CB3C390B8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E62AB797-51F3-9848-51EA-0BF5DFD4FE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88044D02-0204-8E2A-6A1C-D40BBCE5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91EF5FC1-9E0F-28C4-2E8B-D152AF379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3433E414-F361-3339-9C9F-FAFCF6F5A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1" name="Group 350">
                  <a:extLst>
                    <a:ext uri="{FF2B5EF4-FFF2-40B4-BE49-F238E27FC236}">
                      <a16:creationId xmlns:a16="http://schemas.microsoft.com/office/drawing/2014/main" id="{10BE7B2B-248A-0574-B715-4D46F874CD4E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CFD92CE2-B634-B3F7-AB27-A7D5C4E16A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E4B6DF8E-8CC9-2736-90BA-922153FAB2B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4354CF5E-F54B-F8B1-1145-9EC600444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735B0A2A-16F2-B6EE-895F-2901B198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458A8278-64A7-9D34-5B28-18C55F1B64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B948C8A8-77D1-5F96-B8F4-092ED7F30D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BF458FB1-8189-DBB6-F14C-097727FE6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9088265C-7D87-7F47-2702-2A69AAED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EB239154-17F5-472D-3ACC-65ED1A665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B967425-2C16-B70B-5843-17401CF8A07C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A326669C-CCE9-28BE-EF46-7C7E1160E2DD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7FFCF6B4-75AB-66A5-A6F9-C0ECC87E3B0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24C63C2F-DA23-A49A-AF72-C4708BDC69E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4D0D12E-538D-C780-BE87-DF4BE6C3E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F6B402AD-C641-D76C-57E7-45D5306BD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EA52ECE4-D464-F079-4874-8D025A637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31D07645-6856-4768-5824-6ED532FB5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02790BE-D5E8-FFF0-7FBE-135E7406F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3FB06A5E-788C-AD83-50F5-084AEAA2F3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069EA97A-B265-F75F-8733-247D6E608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FD9633EB-F67E-E9D1-C30C-F193E54D7D6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95B53772-E521-F225-929F-ECB572321E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FB668516-F7BC-0CFC-3A8F-882DE5D5BB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297527BA-B0FD-62A7-BC9D-08A84A6C7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15E3C541-F4A8-BD48-022F-1D85FB574C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A19AA14-2724-5BDA-0F84-33831FDC86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7BF0E16C-FBD2-8DFB-A7CB-98C348E89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0A221369-9E89-B2FD-56C7-52B428C383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BE0C70FA-C532-D668-D17F-11D1A8FD9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E39F0CCE-2972-DFA3-B2C5-6C94C8C027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8B52A2BD-D196-7732-81FF-434871C23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4725F90D-725A-779E-E115-9E6158D8A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8CD89E57-0BDF-577E-78A2-5A9F6265EF9F}"/>
              </a:ext>
            </a:extLst>
          </p:cNvPr>
          <p:cNvGrpSpPr/>
          <p:nvPr/>
        </p:nvGrpSpPr>
        <p:grpSpPr>
          <a:xfrm>
            <a:off x="6507949" y="4187118"/>
            <a:ext cx="1121934" cy="166119"/>
            <a:chOff x="6408570" y="4256222"/>
            <a:chExt cx="1121934" cy="166119"/>
          </a:xfrm>
        </p:grpSpPr>
        <p:sp>
          <p:nvSpPr>
            <p:cNvPr id="460" name="Rectangle 279">
              <a:extLst>
                <a:ext uri="{FF2B5EF4-FFF2-40B4-BE49-F238E27FC236}">
                  <a16:creationId xmlns:a16="http://schemas.microsoft.com/office/drawing/2014/main" id="{AA66CDCB-E0D9-3DCC-54AB-EFB0DF332FFD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B7CF4B81-D775-0CFE-2D6C-0D3BABE17CE6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75875798-894B-0010-6CDF-39638600E90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243DAEDD-98E2-AB80-46E0-BF2B688C269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12D651E5-6523-EBE2-3D57-AFBA50740772}"/>
              </a:ext>
            </a:extLst>
          </p:cNvPr>
          <p:cNvSpPr txBox="1"/>
          <p:nvPr/>
        </p:nvSpPr>
        <p:spPr>
          <a:xfrm>
            <a:off x="4811127" y="4623368"/>
            <a:ext cx="140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Inspiratory hold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1C05589-385C-3DF6-195F-D85459328C14}"/>
              </a:ext>
            </a:extLst>
          </p:cNvPr>
          <p:cNvCxnSpPr>
            <a:cxnSpLocks/>
          </p:cNvCxnSpPr>
          <p:nvPr/>
        </p:nvCxnSpPr>
        <p:spPr>
          <a:xfrm flipH="1">
            <a:off x="4858276" y="4957111"/>
            <a:ext cx="164379" cy="621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7E79102-131D-87D0-B970-4452F8842887}"/>
              </a:ext>
            </a:extLst>
          </p:cNvPr>
          <p:cNvCxnSpPr>
            <a:cxnSpLocks/>
          </p:cNvCxnSpPr>
          <p:nvPr/>
        </p:nvCxnSpPr>
        <p:spPr>
          <a:xfrm>
            <a:off x="4990720" y="5599073"/>
            <a:ext cx="8000" cy="931267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ase 1 - Q1">
            <a:extLst>
              <a:ext uri="{FF2B5EF4-FFF2-40B4-BE49-F238E27FC236}">
                <a16:creationId xmlns:a16="http://schemas.microsoft.com/office/drawing/2014/main" id="{CE5D2EB8-1FAA-EBCC-D472-7F2534D5E5E4}"/>
              </a:ext>
            </a:extLst>
          </p:cNvPr>
          <p:cNvSpPr/>
          <p:nvPr/>
        </p:nvSpPr>
        <p:spPr>
          <a:xfrm>
            <a:off x="5056126" y="5927800"/>
            <a:ext cx="852459" cy="40209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</a:t>
            </a:r>
            <a:r>
              <a:rPr lang="en-US" baseline="-25000" dirty="0">
                <a:solidFill>
                  <a:schemeClr val="bg1"/>
                </a:solidFill>
              </a:rPr>
              <a:t>plateau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72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E02F0051-4ADD-5BB8-D01E-43E5FF6811C1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273" name="Obj 2">
            <a:hlinkClick r:id="" action="ppaction://noaction"/>
            <a:extLst>
              <a:ext uri="{FF2B5EF4-FFF2-40B4-BE49-F238E27FC236}">
                <a16:creationId xmlns:a16="http://schemas.microsoft.com/office/drawing/2014/main" id="{386904D5-EED3-21D4-ADE6-726C8A368DB7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274" name="Obj 3">
            <a:hlinkClick r:id="rId5" action="ppaction://hlinksldjump"/>
            <a:extLst>
              <a:ext uri="{FF2B5EF4-FFF2-40B4-BE49-F238E27FC236}">
                <a16:creationId xmlns:a16="http://schemas.microsoft.com/office/drawing/2014/main" id="{6CC2B9FB-64F0-2337-DA9E-41BE6D8B24F6}"/>
              </a:ext>
            </a:extLst>
          </p:cNvPr>
          <p:cNvSpPr/>
          <p:nvPr/>
        </p:nvSpPr>
        <p:spPr>
          <a:xfrm>
            <a:off x="167950" y="274797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279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BB93E66C-B303-1EA9-1DFD-89122391DCE7}"/>
              </a:ext>
            </a:extLst>
          </p:cNvPr>
          <p:cNvSpPr/>
          <p:nvPr/>
        </p:nvSpPr>
        <p:spPr>
          <a:xfrm>
            <a:off x="427769" y="1173650"/>
            <a:ext cx="121441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peak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D039C73D-0C91-E11D-33C1-3330DDF61F72}"/>
              </a:ext>
            </a:extLst>
          </p:cNvPr>
          <p:cNvSpPr/>
          <p:nvPr/>
        </p:nvSpPr>
        <p:spPr>
          <a:xfrm>
            <a:off x="427769" y="1688386"/>
            <a:ext cx="1214417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</a:t>
            </a:r>
            <a:r>
              <a:rPr lang="en-US" baseline="-25000" dirty="0" err="1">
                <a:solidFill>
                  <a:schemeClr val="bg1"/>
                </a:solidFill>
              </a:rPr>
              <a:t>plateau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83" name="Connector: Elbow 282">
            <a:extLst>
              <a:ext uri="{FF2B5EF4-FFF2-40B4-BE49-F238E27FC236}">
                <a16:creationId xmlns:a16="http://schemas.microsoft.com/office/drawing/2014/main" id="{926B03E9-D5E7-6857-8128-0E40E14D5073}"/>
              </a:ext>
            </a:extLst>
          </p:cNvPr>
          <p:cNvCxnSpPr>
            <a:cxnSpLocks/>
            <a:endCxn id="279" idx="1"/>
          </p:cNvCxnSpPr>
          <p:nvPr/>
        </p:nvCxnSpPr>
        <p:spPr>
          <a:xfrm rot="16200000" flipH="1">
            <a:off x="199936" y="1129807"/>
            <a:ext cx="304522" cy="15114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72AE66BE-5059-AD5F-8B77-CC69DBCDA810}"/>
              </a:ext>
            </a:extLst>
          </p:cNvPr>
          <p:cNvCxnSpPr>
            <a:cxnSpLocks/>
            <a:endCxn id="281" idx="1"/>
          </p:cNvCxnSpPr>
          <p:nvPr/>
        </p:nvCxnSpPr>
        <p:spPr>
          <a:xfrm rot="16200000" flipH="1">
            <a:off x="95384" y="1538881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A0CE01B3-AD96-70EE-117C-61D1C0DEC2C2}"/>
              </a:ext>
            </a:extLst>
          </p:cNvPr>
          <p:cNvSpPr/>
          <p:nvPr/>
        </p:nvSpPr>
        <p:spPr>
          <a:xfrm>
            <a:off x="427769" y="222672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driving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2CDA316F-8DDE-0F8B-3916-83B10DF0BA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384" y="2073287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BED94B-9BBF-C935-C3CB-A9C8EFBE66E1}"/>
              </a:ext>
            </a:extLst>
          </p:cNvPr>
          <p:cNvSpPr txBox="1"/>
          <p:nvPr/>
        </p:nvSpPr>
        <p:spPr>
          <a:xfrm>
            <a:off x="2413450" y="833223"/>
            <a:ext cx="8111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Because plateau pressure is measured during an inspiratory hold, there is NO AIR FLOW and thus no resistance in the system. </a:t>
            </a:r>
          </a:p>
        </p:txBody>
      </p:sp>
      <p:sp>
        <p:nvSpPr>
          <p:cNvPr id="291" name="Freeform: Shape 290">
            <a:extLst>
              <a:ext uri="{FF2B5EF4-FFF2-40B4-BE49-F238E27FC236}">
                <a16:creationId xmlns:a16="http://schemas.microsoft.com/office/drawing/2014/main" id="{22BF435F-6BEB-FFDD-5AF1-69EF23BDB714}"/>
              </a:ext>
            </a:extLst>
          </p:cNvPr>
          <p:cNvSpPr/>
          <p:nvPr/>
        </p:nvSpPr>
        <p:spPr>
          <a:xfrm>
            <a:off x="1992073" y="4936531"/>
            <a:ext cx="8814925" cy="1270472"/>
          </a:xfrm>
          <a:custGeom>
            <a:avLst/>
            <a:gdLst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51560 h 1085850"/>
              <a:gd name="connsiteX9" fmla="*/ 4983480 w 8343900"/>
              <a:gd name="connsiteY9" fmla="*/ 1017270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51560 h 1085850"/>
              <a:gd name="connsiteX9" fmla="*/ 4983480 w 8343900"/>
              <a:gd name="connsiteY9" fmla="*/ 1083945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83945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8204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8204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18348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18348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861942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091882"/>
              <a:gd name="connsiteX1" fmla="*/ 320040 w 8343900"/>
              <a:gd name="connsiteY1" fmla="*/ 1074420 h 1091882"/>
              <a:gd name="connsiteX2" fmla="*/ 331470 w 8343900"/>
              <a:gd name="connsiteY2" fmla="*/ 480060 h 1091882"/>
              <a:gd name="connsiteX3" fmla="*/ 1005840 w 8343900"/>
              <a:gd name="connsiteY3" fmla="*/ 45720 h 1091882"/>
              <a:gd name="connsiteX4" fmla="*/ 1002030 w 8343900"/>
              <a:gd name="connsiteY4" fmla="*/ 1078230 h 1091882"/>
              <a:gd name="connsiteX5" fmla="*/ 2004061 w 8343900"/>
              <a:gd name="connsiteY5" fmla="*/ 1074420 h 1091882"/>
              <a:gd name="connsiteX6" fmla="*/ 2011680 w 8343900"/>
              <a:gd name="connsiteY6" fmla="*/ 434340 h 1091882"/>
              <a:gd name="connsiteX7" fmla="*/ 2720340 w 8343900"/>
              <a:gd name="connsiteY7" fmla="*/ 22860 h 1091882"/>
              <a:gd name="connsiteX8" fmla="*/ 2715177 w 8343900"/>
              <a:gd name="connsiteY8" fmla="*/ 566066 h 1091882"/>
              <a:gd name="connsiteX9" fmla="*/ 3852217 w 8343900"/>
              <a:gd name="connsiteY9" fmla="*/ 575338 h 1091882"/>
              <a:gd name="connsiteX10" fmla="*/ 3861942 w 8343900"/>
              <a:gd name="connsiteY10" fmla="*/ 1058301 h 1091882"/>
              <a:gd name="connsiteX11" fmla="*/ 4997768 w 8343900"/>
              <a:gd name="connsiteY11" fmla="*/ 1079182 h 1091882"/>
              <a:gd name="connsiteX12" fmla="*/ 5006340 w 8343900"/>
              <a:gd name="connsiteY12" fmla="*/ 491490 h 1091882"/>
              <a:gd name="connsiteX13" fmla="*/ 5657850 w 8343900"/>
              <a:gd name="connsiteY13" fmla="*/ 0 h 1091882"/>
              <a:gd name="connsiteX14" fmla="*/ 5650230 w 8343900"/>
              <a:gd name="connsiteY14" fmla="*/ 484823 h 1091882"/>
              <a:gd name="connsiteX15" fmla="*/ 6981287 w 8343900"/>
              <a:gd name="connsiteY15" fmla="*/ 480060 h 1091882"/>
              <a:gd name="connsiteX16" fmla="*/ 6960870 w 8343900"/>
              <a:gd name="connsiteY16" fmla="*/ 1085850 h 1091882"/>
              <a:gd name="connsiteX17" fmla="*/ 8343900 w 8343900"/>
              <a:gd name="connsiteY17" fmla="*/ 1085850 h 1091882"/>
              <a:gd name="connsiteX0" fmla="*/ 0 w 8343900"/>
              <a:gd name="connsiteY0" fmla="*/ 1072515 h 1096256"/>
              <a:gd name="connsiteX1" fmla="*/ 320040 w 8343900"/>
              <a:gd name="connsiteY1" fmla="*/ 1074420 h 1096256"/>
              <a:gd name="connsiteX2" fmla="*/ 331470 w 8343900"/>
              <a:gd name="connsiteY2" fmla="*/ 480060 h 1096256"/>
              <a:gd name="connsiteX3" fmla="*/ 1005840 w 8343900"/>
              <a:gd name="connsiteY3" fmla="*/ 45720 h 1096256"/>
              <a:gd name="connsiteX4" fmla="*/ 1002030 w 8343900"/>
              <a:gd name="connsiteY4" fmla="*/ 1078230 h 1096256"/>
              <a:gd name="connsiteX5" fmla="*/ 2004061 w 8343900"/>
              <a:gd name="connsiteY5" fmla="*/ 1074420 h 1096256"/>
              <a:gd name="connsiteX6" fmla="*/ 2011680 w 8343900"/>
              <a:gd name="connsiteY6" fmla="*/ 434340 h 1096256"/>
              <a:gd name="connsiteX7" fmla="*/ 2720340 w 8343900"/>
              <a:gd name="connsiteY7" fmla="*/ 22860 h 1096256"/>
              <a:gd name="connsiteX8" fmla="*/ 2715177 w 8343900"/>
              <a:gd name="connsiteY8" fmla="*/ 566066 h 1096256"/>
              <a:gd name="connsiteX9" fmla="*/ 3852217 w 8343900"/>
              <a:gd name="connsiteY9" fmla="*/ 575338 h 1096256"/>
              <a:gd name="connsiteX10" fmla="*/ 3861942 w 8343900"/>
              <a:gd name="connsiteY10" fmla="*/ 1075864 h 1096256"/>
              <a:gd name="connsiteX11" fmla="*/ 4997768 w 8343900"/>
              <a:gd name="connsiteY11" fmla="*/ 1079182 h 1096256"/>
              <a:gd name="connsiteX12" fmla="*/ 5006340 w 8343900"/>
              <a:gd name="connsiteY12" fmla="*/ 491490 h 1096256"/>
              <a:gd name="connsiteX13" fmla="*/ 5657850 w 8343900"/>
              <a:gd name="connsiteY13" fmla="*/ 0 h 1096256"/>
              <a:gd name="connsiteX14" fmla="*/ 5650230 w 8343900"/>
              <a:gd name="connsiteY14" fmla="*/ 484823 h 1096256"/>
              <a:gd name="connsiteX15" fmla="*/ 6981287 w 8343900"/>
              <a:gd name="connsiteY15" fmla="*/ 480060 h 1096256"/>
              <a:gd name="connsiteX16" fmla="*/ 6960870 w 8343900"/>
              <a:gd name="connsiteY16" fmla="*/ 1085850 h 1096256"/>
              <a:gd name="connsiteX17" fmla="*/ 8343900 w 8343900"/>
              <a:gd name="connsiteY17" fmla="*/ 1085850 h 1096256"/>
              <a:gd name="connsiteX0" fmla="*/ 0 w 8343900"/>
              <a:gd name="connsiteY0" fmla="*/ 1072515 h 1090827"/>
              <a:gd name="connsiteX1" fmla="*/ 320040 w 8343900"/>
              <a:gd name="connsiteY1" fmla="*/ 1074420 h 1090827"/>
              <a:gd name="connsiteX2" fmla="*/ 331470 w 8343900"/>
              <a:gd name="connsiteY2" fmla="*/ 480060 h 1090827"/>
              <a:gd name="connsiteX3" fmla="*/ 1005840 w 8343900"/>
              <a:gd name="connsiteY3" fmla="*/ 45720 h 1090827"/>
              <a:gd name="connsiteX4" fmla="*/ 1002030 w 8343900"/>
              <a:gd name="connsiteY4" fmla="*/ 1078230 h 1090827"/>
              <a:gd name="connsiteX5" fmla="*/ 2004061 w 8343900"/>
              <a:gd name="connsiteY5" fmla="*/ 1074420 h 1090827"/>
              <a:gd name="connsiteX6" fmla="*/ 2011680 w 8343900"/>
              <a:gd name="connsiteY6" fmla="*/ 434340 h 1090827"/>
              <a:gd name="connsiteX7" fmla="*/ 2720340 w 8343900"/>
              <a:gd name="connsiteY7" fmla="*/ 22860 h 1090827"/>
              <a:gd name="connsiteX8" fmla="*/ 2715177 w 8343900"/>
              <a:gd name="connsiteY8" fmla="*/ 566066 h 1090827"/>
              <a:gd name="connsiteX9" fmla="*/ 3852217 w 8343900"/>
              <a:gd name="connsiteY9" fmla="*/ 575338 h 1090827"/>
              <a:gd name="connsiteX10" fmla="*/ 3861942 w 8343900"/>
              <a:gd name="connsiteY10" fmla="*/ 1075864 h 1090827"/>
              <a:gd name="connsiteX11" fmla="*/ 4997768 w 8343900"/>
              <a:gd name="connsiteY11" fmla="*/ 1079182 h 1090827"/>
              <a:gd name="connsiteX12" fmla="*/ 5006340 w 8343900"/>
              <a:gd name="connsiteY12" fmla="*/ 491490 h 1090827"/>
              <a:gd name="connsiteX13" fmla="*/ 5657850 w 8343900"/>
              <a:gd name="connsiteY13" fmla="*/ 0 h 1090827"/>
              <a:gd name="connsiteX14" fmla="*/ 5650230 w 8343900"/>
              <a:gd name="connsiteY14" fmla="*/ 484823 h 1090827"/>
              <a:gd name="connsiteX15" fmla="*/ 6981287 w 8343900"/>
              <a:gd name="connsiteY15" fmla="*/ 480060 h 1090827"/>
              <a:gd name="connsiteX16" fmla="*/ 6960870 w 8343900"/>
              <a:gd name="connsiteY16" fmla="*/ 1085850 h 1090827"/>
              <a:gd name="connsiteX17" fmla="*/ 8343900 w 8343900"/>
              <a:gd name="connsiteY17" fmla="*/ 1085850 h 1090827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50230 w 8343900"/>
              <a:gd name="connsiteY14" fmla="*/ 484823 h 1085850"/>
              <a:gd name="connsiteX15" fmla="*/ 6981287 w 8343900"/>
              <a:gd name="connsiteY15" fmla="*/ 480060 h 1085850"/>
              <a:gd name="connsiteX16" fmla="*/ 6960870 w 8343900"/>
              <a:gd name="connsiteY16" fmla="*/ 1085850 h 1085850"/>
              <a:gd name="connsiteX17" fmla="*/ 8343900 w 8343900"/>
              <a:gd name="connsiteY17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50230 w 8343900"/>
              <a:gd name="connsiteY14" fmla="*/ 484823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92673"/>
              <a:gd name="connsiteX1" fmla="*/ 320040 w 8343900"/>
              <a:gd name="connsiteY1" fmla="*/ 1074420 h 1092673"/>
              <a:gd name="connsiteX2" fmla="*/ 331470 w 8343900"/>
              <a:gd name="connsiteY2" fmla="*/ 480060 h 1092673"/>
              <a:gd name="connsiteX3" fmla="*/ 1005840 w 8343900"/>
              <a:gd name="connsiteY3" fmla="*/ 45720 h 1092673"/>
              <a:gd name="connsiteX4" fmla="*/ 1002030 w 8343900"/>
              <a:gd name="connsiteY4" fmla="*/ 1078230 h 1092673"/>
              <a:gd name="connsiteX5" fmla="*/ 2004061 w 8343900"/>
              <a:gd name="connsiteY5" fmla="*/ 1074420 h 1092673"/>
              <a:gd name="connsiteX6" fmla="*/ 2011680 w 8343900"/>
              <a:gd name="connsiteY6" fmla="*/ 434340 h 1092673"/>
              <a:gd name="connsiteX7" fmla="*/ 2720340 w 8343900"/>
              <a:gd name="connsiteY7" fmla="*/ 22860 h 1092673"/>
              <a:gd name="connsiteX8" fmla="*/ 2715177 w 8343900"/>
              <a:gd name="connsiteY8" fmla="*/ 566066 h 1092673"/>
              <a:gd name="connsiteX9" fmla="*/ 3852217 w 8343900"/>
              <a:gd name="connsiteY9" fmla="*/ 575338 h 1092673"/>
              <a:gd name="connsiteX10" fmla="*/ 3861942 w 8343900"/>
              <a:gd name="connsiteY10" fmla="*/ 1075864 h 1092673"/>
              <a:gd name="connsiteX11" fmla="*/ 4997768 w 8343900"/>
              <a:gd name="connsiteY11" fmla="*/ 1079182 h 1092673"/>
              <a:gd name="connsiteX12" fmla="*/ 5006340 w 8343900"/>
              <a:gd name="connsiteY12" fmla="*/ 491490 h 1092673"/>
              <a:gd name="connsiteX13" fmla="*/ 5657850 w 8343900"/>
              <a:gd name="connsiteY13" fmla="*/ 0 h 1092673"/>
              <a:gd name="connsiteX14" fmla="*/ 5677707 w 8343900"/>
              <a:gd name="connsiteY14" fmla="*/ 1092673 h 1092673"/>
              <a:gd name="connsiteX15" fmla="*/ 6960870 w 8343900"/>
              <a:gd name="connsiteY15" fmla="*/ 1085850 h 1092673"/>
              <a:gd name="connsiteX16" fmla="*/ 8343900 w 8343900"/>
              <a:gd name="connsiteY16" fmla="*/ 1085850 h 1092673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55458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55458 h 1085850"/>
              <a:gd name="connsiteX15" fmla="*/ 8343900 w 8343900"/>
              <a:gd name="connsiteY15" fmla="*/ 1085850 h 1085850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2669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66156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5004981 w 8343900"/>
              <a:gd name="connsiteY11" fmla="*/ 1085694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0556 w 8343900"/>
              <a:gd name="connsiteY11" fmla="*/ 1053131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0556 w 8343900"/>
              <a:gd name="connsiteY11" fmla="*/ 1066156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343900" h="1085850">
                <a:moveTo>
                  <a:pt x="0" y="1072515"/>
                </a:moveTo>
                <a:lnTo>
                  <a:pt x="320040" y="1074420"/>
                </a:lnTo>
                <a:lnTo>
                  <a:pt x="331470" y="480060"/>
                </a:lnTo>
                <a:lnTo>
                  <a:pt x="1005840" y="45720"/>
                </a:lnTo>
                <a:lnTo>
                  <a:pt x="1002030" y="1078230"/>
                </a:lnTo>
                <a:lnTo>
                  <a:pt x="2004061" y="1074420"/>
                </a:lnTo>
                <a:cubicBezTo>
                  <a:pt x="2001838" y="868680"/>
                  <a:pt x="2013903" y="640080"/>
                  <a:pt x="2011680" y="434340"/>
                </a:cubicBezTo>
                <a:lnTo>
                  <a:pt x="2720340" y="22860"/>
                </a:lnTo>
                <a:cubicBezTo>
                  <a:pt x="2718619" y="203929"/>
                  <a:pt x="2717758" y="294463"/>
                  <a:pt x="2715177" y="566066"/>
                </a:cubicBezTo>
                <a:lnTo>
                  <a:pt x="3852217" y="575338"/>
                </a:lnTo>
                <a:lnTo>
                  <a:pt x="3840303" y="1075864"/>
                </a:lnTo>
                <a:lnTo>
                  <a:pt x="4983343" y="1079182"/>
                </a:lnTo>
                <a:lnTo>
                  <a:pt x="5006340" y="491490"/>
                </a:lnTo>
                <a:lnTo>
                  <a:pt x="5657850" y="0"/>
                </a:lnTo>
                <a:lnTo>
                  <a:pt x="5677707" y="1079649"/>
                </a:lnTo>
                <a:lnTo>
                  <a:pt x="8343900" y="108585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&quot;Not Allowed&quot; Symbol 4">
            <a:extLst>
              <a:ext uri="{FF2B5EF4-FFF2-40B4-BE49-F238E27FC236}">
                <a16:creationId xmlns:a16="http://schemas.microsoft.com/office/drawing/2014/main" id="{EA534042-82F1-BDC5-0580-B22216FC04B5}"/>
              </a:ext>
            </a:extLst>
          </p:cNvPr>
          <p:cNvSpPr/>
          <p:nvPr/>
        </p:nvSpPr>
        <p:spPr>
          <a:xfrm>
            <a:off x="4790122" y="4133574"/>
            <a:ext cx="264941" cy="27373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2F1B83B0-2475-27C0-1279-B8C40A17A5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sp>
        <p:nvSpPr>
          <p:cNvPr id="26" name="Obj 3">
            <a:hlinkClick r:id="rId5" action="ppaction://hlinksldjump"/>
            <a:extLst>
              <a:ext uri="{FF2B5EF4-FFF2-40B4-BE49-F238E27FC236}">
                <a16:creationId xmlns:a16="http://schemas.microsoft.com/office/drawing/2014/main" id="{8E71C060-269C-34EB-D954-8AB432DC8584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28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44874097-47EB-3EBD-B167-3F5DB9DD845D}"/>
              </a:ext>
            </a:extLst>
          </p:cNvPr>
          <p:cNvSpPr/>
          <p:nvPr/>
        </p:nvSpPr>
        <p:spPr>
          <a:xfrm>
            <a:off x="167883" y="326733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C3961078-1546-EC77-F1C3-BFC3B88FDA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2465256"/>
            <a:ext cx="274320" cy="274320"/>
          </a:xfrm>
          <a:prstGeom prst="rect">
            <a:avLst/>
          </a:prstGeom>
        </p:spPr>
      </p:pic>
      <p:pic>
        <p:nvPicPr>
          <p:cNvPr id="4" name="Graphic 3" descr="Cursor with solid fill">
            <a:extLst>
              <a:ext uri="{FF2B5EF4-FFF2-40B4-BE49-F238E27FC236}">
                <a16:creationId xmlns:a16="http://schemas.microsoft.com/office/drawing/2014/main" id="{7F16334F-E495-4D3D-5A7C-433A40D7D8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2988994"/>
            <a:ext cx="274320" cy="274320"/>
          </a:xfrm>
          <a:prstGeom prst="rect">
            <a:avLst/>
          </a:prstGeom>
        </p:spPr>
      </p:pic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1BC06DEA-887D-3548-6D0F-F2A41351E7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1417780"/>
            <a:ext cx="274320" cy="27432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B21FDFF-B051-1934-6E7B-4BE8D6C57A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22646989-8A37-D1D2-875C-9BB8BCCF4A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6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10A3F6-61A0-2C21-2492-25A9188C9A7B}"/>
              </a:ext>
            </a:extLst>
          </p:cNvPr>
          <p:cNvSpPr/>
          <p:nvPr/>
        </p:nvSpPr>
        <p:spPr>
          <a:xfrm>
            <a:off x="7993869" y="3393825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teachIM logo" descr="Icon&#10;&#10;Description automatically generated">
            <a:extLst>
              <a:ext uri="{FF2B5EF4-FFF2-40B4-BE49-F238E27FC236}">
                <a16:creationId xmlns:a16="http://schemas.microsoft.com/office/drawing/2014/main" id="{9292709E-0727-5093-7759-2259CF377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" y="6329894"/>
            <a:ext cx="1387970" cy="528106"/>
          </a:xfrm>
          <a:prstGeom prst="rect">
            <a:avLst/>
          </a:prstGeom>
        </p:spPr>
      </p:pic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99E6841-BD20-8070-B443-2AB19287E36F}"/>
              </a:ext>
            </a:extLst>
          </p:cNvPr>
          <p:cNvCxnSpPr>
            <a:cxnSpLocks/>
          </p:cNvCxnSpPr>
          <p:nvPr/>
        </p:nvCxnSpPr>
        <p:spPr>
          <a:xfrm>
            <a:off x="5035339" y="5601867"/>
            <a:ext cx="1481" cy="928473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ase 1 - Q1">
            <a:extLst>
              <a:ext uri="{FF2B5EF4-FFF2-40B4-BE49-F238E27FC236}">
                <a16:creationId xmlns:a16="http://schemas.microsoft.com/office/drawing/2014/main" id="{D60F5A03-D6D8-B24D-6B42-C56CBBA186E8}"/>
              </a:ext>
            </a:extLst>
          </p:cNvPr>
          <p:cNvSpPr/>
          <p:nvPr/>
        </p:nvSpPr>
        <p:spPr>
          <a:xfrm>
            <a:off x="5092741" y="5971055"/>
            <a:ext cx="922295" cy="2743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A966454-CE49-A039-F6A4-7B71CE1F35B4}"/>
              </a:ext>
            </a:extLst>
          </p:cNvPr>
          <p:cNvCxnSpPr>
            <a:cxnSpLocks/>
          </p:cNvCxnSpPr>
          <p:nvPr/>
        </p:nvCxnSpPr>
        <p:spPr>
          <a:xfrm>
            <a:off x="6265674" y="6181698"/>
            <a:ext cx="5586" cy="356262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ase 1 - Q1">
            <a:extLst>
              <a:ext uri="{FF2B5EF4-FFF2-40B4-BE49-F238E27FC236}">
                <a16:creationId xmlns:a16="http://schemas.microsoft.com/office/drawing/2014/main" id="{1FE008F4-F37D-ECCF-13BA-C4F92B10B426}"/>
              </a:ext>
            </a:extLst>
          </p:cNvPr>
          <p:cNvSpPr/>
          <p:nvPr/>
        </p:nvSpPr>
        <p:spPr>
          <a:xfrm>
            <a:off x="6423625" y="6253875"/>
            <a:ext cx="713224" cy="2743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PEEP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25DD85-2C99-01DF-3586-C303ACB1CA71}"/>
              </a:ext>
            </a:extLst>
          </p:cNvPr>
          <p:cNvGrpSpPr/>
          <p:nvPr/>
        </p:nvGrpSpPr>
        <p:grpSpPr>
          <a:xfrm>
            <a:off x="1642186" y="4868236"/>
            <a:ext cx="9822647" cy="1893785"/>
            <a:chOff x="2536492" y="3841495"/>
            <a:chExt cx="9822647" cy="1893785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E80F4E-7DA1-4D32-DDB6-A80D9D737084}"/>
                </a:ext>
              </a:extLst>
            </p:cNvPr>
            <p:cNvSpPr txBox="1"/>
            <p:nvPr/>
          </p:nvSpPr>
          <p:spPr>
            <a:xfrm>
              <a:off x="11672935" y="5303153"/>
              <a:ext cx="686204" cy="4321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</a:t>
              </a:r>
              <a:endParaRPr lang="en-US" baseline="-25000" dirty="0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CDD04172-84E9-CDC7-9963-171D2E3F4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081" y="3841495"/>
              <a:ext cx="0" cy="16570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95F7CD0-E358-7D45-E81C-5AC699C8066A}"/>
                </a:ext>
              </a:extLst>
            </p:cNvPr>
            <p:cNvSpPr txBox="1"/>
            <p:nvPr/>
          </p:nvSpPr>
          <p:spPr>
            <a:xfrm rot="16200000">
              <a:off x="2152562" y="4474910"/>
              <a:ext cx="1158041" cy="3901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Pressure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BD77BBB8-9BE8-BC8F-21B3-167A522BE062}"/>
                </a:ext>
              </a:extLst>
            </p:cNvPr>
            <p:cNvCxnSpPr>
              <a:cxnSpLocks/>
              <a:endCxn id="214" idx="8"/>
            </p:cNvCxnSpPr>
            <p:nvPr/>
          </p:nvCxnSpPr>
          <p:spPr>
            <a:xfrm flipH="1">
              <a:off x="5754832" y="3937871"/>
              <a:ext cx="177466" cy="6418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9373F147-342A-87DF-A3D0-9878ED18CBE8}"/>
              </a:ext>
            </a:extLst>
          </p:cNvPr>
          <p:cNvSpPr txBox="1"/>
          <p:nvPr/>
        </p:nvSpPr>
        <p:spPr>
          <a:xfrm>
            <a:off x="4050528" y="122044"/>
            <a:ext cx="5284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What Influences Driving Pressure?</a:t>
            </a:r>
          </a:p>
        </p:txBody>
      </p:sp>
      <p:sp>
        <p:nvSpPr>
          <p:cNvPr id="315" name="Freeform: Shape 314">
            <a:extLst>
              <a:ext uri="{FF2B5EF4-FFF2-40B4-BE49-F238E27FC236}">
                <a16:creationId xmlns:a16="http://schemas.microsoft.com/office/drawing/2014/main" id="{C8ED05D1-F896-0D2D-7FE6-7064EEF7D1C4}"/>
              </a:ext>
            </a:extLst>
          </p:cNvPr>
          <p:cNvSpPr/>
          <p:nvPr/>
        </p:nvSpPr>
        <p:spPr>
          <a:xfrm>
            <a:off x="8135305" y="4204188"/>
            <a:ext cx="2145058" cy="648720"/>
          </a:xfrm>
          <a:custGeom>
            <a:avLst/>
            <a:gdLst>
              <a:gd name="connsiteX0" fmla="*/ 76901 w 2147614"/>
              <a:gd name="connsiteY0" fmla="*/ 139361 h 624678"/>
              <a:gd name="connsiteX1" fmla="*/ 500763 w 2147614"/>
              <a:gd name="connsiteY1" fmla="*/ 86974 h 624678"/>
              <a:gd name="connsiteX2" fmla="*/ 662688 w 2147614"/>
              <a:gd name="connsiteY2" fmla="*/ 6011 h 624678"/>
              <a:gd name="connsiteX3" fmla="*/ 1124651 w 2147614"/>
              <a:gd name="connsiteY3" fmla="*/ 15536 h 624678"/>
              <a:gd name="connsiteX4" fmla="*/ 1458026 w 2147614"/>
              <a:gd name="connsiteY4" fmla="*/ 91736 h 624678"/>
              <a:gd name="connsiteX5" fmla="*/ 1886651 w 2147614"/>
              <a:gd name="connsiteY5" fmla="*/ 67924 h 624678"/>
              <a:gd name="connsiteX6" fmla="*/ 2010476 w 2147614"/>
              <a:gd name="connsiteY6" fmla="*/ 306049 h 624678"/>
              <a:gd name="connsiteX7" fmla="*/ 2143826 w 2147614"/>
              <a:gd name="connsiteY7" fmla="*/ 477499 h 624678"/>
              <a:gd name="connsiteX8" fmla="*/ 1853313 w 2147614"/>
              <a:gd name="connsiteY8" fmla="*/ 606086 h 624678"/>
              <a:gd name="connsiteX9" fmla="*/ 905576 w 2147614"/>
              <a:gd name="connsiteY9" fmla="*/ 610849 h 624678"/>
              <a:gd name="connsiteX10" fmla="*/ 329313 w 2147614"/>
              <a:gd name="connsiteY10" fmla="*/ 482261 h 624678"/>
              <a:gd name="connsiteX11" fmla="*/ 81663 w 2147614"/>
              <a:gd name="connsiteY11" fmla="*/ 344149 h 624678"/>
              <a:gd name="connsiteX12" fmla="*/ 701 w 2147614"/>
              <a:gd name="connsiteY12" fmla="*/ 167936 h 624678"/>
              <a:gd name="connsiteX13" fmla="*/ 76901 w 2147614"/>
              <a:gd name="connsiteY13" fmla="*/ 139361 h 624678"/>
              <a:gd name="connsiteX0" fmla="*/ 76620 w 2147333"/>
              <a:gd name="connsiteY0" fmla="*/ 86973 h 624678"/>
              <a:gd name="connsiteX1" fmla="*/ 500482 w 2147333"/>
              <a:gd name="connsiteY1" fmla="*/ 86974 h 624678"/>
              <a:gd name="connsiteX2" fmla="*/ 662407 w 2147333"/>
              <a:gd name="connsiteY2" fmla="*/ 6011 h 624678"/>
              <a:gd name="connsiteX3" fmla="*/ 1124370 w 2147333"/>
              <a:gd name="connsiteY3" fmla="*/ 15536 h 624678"/>
              <a:gd name="connsiteX4" fmla="*/ 1457745 w 2147333"/>
              <a:gd name="connsiteY4" fmla="*/ 91736 h 624678"/>
              <a:gd name="connsiteX5" fmla="*/ 1886370 w 2147333"/>
              <a:gd name="connsiteY5" fmla="*/ 67924 h 624678"/>
              <a:gd name="connsiteX6" fmla="*/ 2010195 w 2147333"/>
              <a:gd name="connsiteY6" fmla="*/ 306049 h 624678"/>
              <a:gd name="connsiteX7" fmla="*/ 2143545 w 2147333"/>
              <a:gd name="connsiteY7" fmla="*/ 477499 h 624678"/>
              <a:gd name="connsiteX8" fmla="*/ 1853032 w 2147333"/>
              <a:gd name="connsiteY8" fmla="*/ 606086 h 624678"/>
              <a:gd name="connsiteX9" fmla="*/ 905295 w 2147333"/>
              <a:gd name="connsiteY9" fmla="*/ 610849 h 624678"/>
              <a:gd name="connsiteX10" fmla="*/ 329032 w 2147333"/>
              <a:gd name="connsiteY10" fmla="*/ 482261 h 624678"/>
              <a:gd name="connsiteX11" fmla="*/ 81382 w 2147333"/>
              <a:gd name="connsiteY11" fmla="*/ 344149 h 624678"/>
              <a:gd name="connsiteX12" fmla="*/ 420 w 2147333"/>
              <a:gd name="connsiteY12" fmla="*/ 167936 h 624678"/>
              <a:gd name="connsiteX13" fmla="*/ 76620 w 2147333"/>
              <a:gd name="connsiteY13" fmla="*/ 86973 h 624678"/>
              <a:gd name="connsiteX0" fmla="*/ 76620 w 2147333"/>
              <a:gd name="connsiteY0" fmla="*/ 98968 h 636673"/>
              <a:gd name="connsiteX1" fmla="*/ 500482 w 2147333"/>
              <a:gd name="connsiteY1" fmla="*/ 98969 h 636673"/>
              <a:gd name="connsiteX2" fmla="*/ 662407 w 2147333"/>
              <a:gd name="connsiteY2" fmla="*/ 3718 h 636673"/>
              <a:gd name="connsiteX3" fmla="*/ 1124370 w 2147333"/>
              <a:gd name="connsiteY3" fmla="*/ 27531 h 636673"/>
              <a:gd name="connsiteX4" fmla="*/ 1457745 w 2147333"/>
              <a:gd name="connsiteY4" fmla="*/ 103731 h 636673"/>
              <a:gd name="connsiteX5" fmla="*/ 1886370 w 2147333"/>
              <a:gd name="connsiteY5" fmla="*/ 79919 h 636673"/>
              <a:gd name="connsiteX6" fmla="*/ 2010195 w 2147333"/>
              <a:gd name="connsiteY6" fmla="*/ 318044 h 636673"/>
              <a:gd name="connsiteX7" fmla="*/ 2143545 w 2147333"/>
              <a:gd name="connsiteY7" fmla="*/ 489494 h 636673"/>
              <a:gd name="connsiteX8" fmla="*/ 1853032 w 2147333"/>
              <a:gd name="connsiteY8" fmla="*/ 618081 h 636673"/>
              <a:gd name="connsiteX9" fmla="*/ 905295 w 2147333"/>
              <a:gd name="connsiteY9" fmla="*/ 622844 h 636673"/>
              <a:gd name="connsiteX10" fmla="*/ 329032 w 2147333"/>
              <a:gd name="connsiteY10" fmla="*/ 494256 h 636673"/>
              <a:gd name="connsiteX11" fmla="*/ 81382 w 2147333"/>
              <a:gd name="connsiteY11" fmla="*/ 356144 h 636673"/>
              <a:gd name="connsiteX12" fmla="*/ 420 w 2147333"/>
              <a:gd name="connsiteY12" fmla="*/ 179931 h 636673"/>
              <a:gd name="connsiteX13" fmla="*/ 76620 w 2147333"/>
              <a:gd name="connsiteY13" fmla="*/ 98968 h 636673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57745 w 2147333"/>
              <a:gd name="connsiteY5" fmla="*/ 102486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95845 w 2147333"/>
              <a:gd name="connsiteY5" fmla="*/ 31048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830"/>
              <a:gd name="connsiteY0" fmla="*/ 97723 h 635428"/>
              <a:gd name="connsiteX1" fmla="*/ 500482 w 2147830"/>
              <a:gd name="connsiteY1" fmla="*/ 97724 h 635428"/>
              <a:gd name="connsiteX2" fmla="*/ 662407 w 2147830"/>
              <a:gd name="connsiteY2" fmla="*/ 2473 h 635428"/>
              <a:gd name="connsiteX3" fmla="*/ 1124370 w 2147830"/>
              <a:gd name="connsiteY3" fmla="*/ 26286 h 635428"/>
              <a:gd name="connsiteX4" fmla="*/ 1152945 w 2147830"/>
              <a:gd name="connsiteY4" fmla="*/ 7237 h 635428"/>
              <a:gd name="connsiteX5" fmla="*/ 1495845 w 2147830"/>
              <a:gd name="connsiteY5" fmla="*/ 31048 h 635428"/>
              <a:gd name="connsiteX6" fmla="*/ 1786358 w 2147830"/>
              <a:gd name="connsiteY6" fmla="*/ 64387 h 635428"/>
              <a:gd name="connsiteX7" fmla="*/ 2010195 w 2147830"/>
              <a:gd name="connsiteY7" fmla="*/ 316799 h 635428"/>
              <a:gd name="connsiteX8" fmla="*/ 2143545 w 2147830"/>
              <a:gd name="connsiteY8" fmla="*/ 488249 h 635428"/>
              <a:gd name="connsiteX9" fmla="*/ 1853032 w 2147830"/>
              <a:gd name="connsiteY9" fmla="*/ 616836 h 635428"/>
              <a:gd name="connsiteX10" fmla="*/ 905295 w 2147830"/>
              <a:gd name="connsiteY10" fmla="*/ 621599 h 635428"/>
              <a:gd name="connsiteX11" fmla="*/ 329032 w 2147830"/>
              <a:gd name="connsiteY11" fmla="*/ 493011 h 635428"/>
              <a:gd name="connsiteX12" fmla="*/ 81382 w 2147830"/>
              <a:gd name="connsiteY12" fmla="*/ 354899 h 635428"/>
              <a:gd name="connsiteX13" fmla="*/ 420 w 2147830"/>
              <a:gd name="connsiteY13" fmla="*/ 178686 h 635428"/>
              <a:gd name="connsiteX14" fmla="*/ 76620 w 2147830"/>
              <a:gd name="connsiteY14" fmla="*/ 97723 h 635428"/>
              <a:gd name="connsiteX0" fmla="*/ 76620 w 2147830"/>
              <a:gd name="connsiteY0" fmla="*/ 97723 h 632954"/>
              <a:gd name="connsiteX1" fmla="*/ 500482 w 2147830"/>
              <a:gd name="connsiteY1" fmla="*/ 97724 h 632954"/>
              <a:gd name="connsiteX2" fmla="*/ 662407 w 2147830"/>
              <a:gd name="connsiteY2" fmla="*/ 2473 h 632954"/>
              <a:gd name="connsiteX3" fmla="*/ 1124370 w 2147830"/>
              <a:gd name="connsiteY3" fmla="*/ 26286 h 632954"/>
              <a:gd name="connsiteX4" fmla="*/ 1152945 w 2147830"/>
              <a:gd name="connsiteY4" fmla="*/ 7237 h 632954"/>
              <a:gd name="connsiteX5" fmla="*/ 1495845 w 2147830"/>
              <a:gd name="connsiteY5" fmla="*/ 31048 h 632954"/>
              <a:gd name="connsiteX6" fmla="*/ 1786358 w 2147830"/>
              <a:gd name="connsiteY6" fmla="*/ 64387 h 632954"/>
              <a:gd name="connsiteX7" fmla="*/ 2010195 w 2147830"/>
              <a:gd name="connsiteY7" fmla="*/ 316799 h 632954"/>
              <a:gd name="connsiteX8" fmla="*/ 2143545 w 2147830"/>
              <a:gd name="connsiteY8" fmla="*/ 535874 h 632954"/>
              <a:gd name="connsiteX9" fmla="*/ 1853032 w 2147830"/>
              <a:gd name="connsiteY9" fmla="*/ 616836 h 632954"/>
              <a:gd name="connsiteX10" fmla="*/ 905295 w 2147830"/>
              <a:gd name="connsiteY10" fmla="*/ 621599 h 632954"/>
              <a:gd name="connsiteX11" fmla="*/ 329032 w 2147830"/>
              <a:gd name="connsiteY11" fmla="*/ 493011 h 632954"/>
              <a:gd name="connsiteX12" fmla="*/ 81382 w 2147830"/>
              <a:gd name="connsiteY12" fmla="*/ 354899 h 632954"/>
              <a:gd name="connsiteX13" fmla="*/ 420 w 2147830"/>
              <a:gd name="connsiteY13" fmla="*/ 178686 h 632954"/>
              <a:gd name="connsiteX14" fmla="*/ 76620 w 2147830"/>
              <a:gd name="connsiteY14" fmla="*/ 97723 h 632954"/>
              <a:gd name="connsiteX0" fmla="*/ 76620 w 2147830"/>
              <a:gd name="connsiteY0" fmla="*/ 97955 h 633186"/>
              <a:gd name="connsiteX1" fmla="*/ 500482 w 2147830"/>
              <a:gd name="connsiteY1" fmla="*/ 97956 h 633186"/>
              <a:gd name="connsiteX2" fmla="*/ 662407 w 2147830"/>
              <a:gd name="connsiteY2" fmla="*/ 2705 h 633186"/>
              <a:gd name="connsiteX3" fmla="*/ 1124370 w 2147830"/>
              <a:gd name="connsiteY3" fmla="*/ 26518 h 633186"/>
              <a:gd name="connsiteX4" fmla="*/ 1495845 w 2147830"/>
              <a:gd name="connsiteY4" fmla="*/ 31280 h 633186"/>
              <a:gd name="connsiteX5" fmla="*/ 1786358 w 2147830"/>
              <a:gd name="connsiteY5" fmla="*/ 64619 h 633186"/>
              <a:gd name="connsiteX6" fmla="*/ 2010195 w 2147830"/>
              <a:gd name="connsiteY6" fmla="*/ 317031 h 633186"/>
              <a:gd name="connsiteX7" fmla="*/ 2143545 w 2147830"/>
              <a:gd name="connsiteY7" fmla="*/ 536106 h 633186"/>
              <a:gd name="connsiteX8" fmla="*/ 1853032 w 2147830"/>
              <a:gd name="connsiteY8" fmla="*/ 617068 h 633186"/>
              <a:gd name="connsiteX9" fmla="*/ 905295 w 2147830"/>
              <a:gd name="connsiteY9" fmla="*/ 621831 h 633186"/>
              <a:gd name="connsiteX10" fmla="*/ 329032 w 2147830"/>
              <a:gd name="connsiteY10" fmla="*/ 493243 h 633186"/>
              <a:gd name="connsiteX11" fmla="*/ 81382 w 2147830"/>
              <a:gd name="connsiteY11" fmla="*/ 355131 h 633186"/>
              <a:gd name="connsiteX12" fmla="*/ 420 w 2147830"/>
              <a:gd name="connsiteY12" fmla="*/ 178918 h 633186"/>
              <a:gd name="connsiteX13" fmla="*/ 76620 w 2147830"/>
              <a:gd name="connsiteY13" fmla="*/ 97955 h 633186"/>
              <a:gd name="connsiteX0" fmla="*/ 76620 w 2147830"/>
              <a:gd name="connsiteY0" fmla="*/ 112011 h 647242"/>
              <a:gd name="connsiteX1" fmla="*/ 500482 w 2147830"/>
              <a:gd name="connsiteY1" fmla="*/ 112012 h 647242"/>
              <a:gd name="connsiteX2" fmla="*/ 662407 w 2147830"/>
              <a:gd name="connsiteY2" fmla="*/ 16761 h 647242"/>
              <a:gd name="connsiteX3" fmla="*/ 1138657 w 2147830"/>
              <a:gd name="connsiteY3" fmla="*/ 2474 h 647242"/>
              <a:gd name="connsiteX4" fmla="*/ 1495845 w 2147830"/>
              <a:gd name="connsiteY4" fmla="*/ 45336 h 647242"/>
              <a:gd name="connsiteX5" fmla="*/ 1786358 w 2147830"/>
              <a:gd name="connsiteY5" fmla="*/ 78675 h 647242"/>
              <a:gd name="connsiteX6" fmla="*/ 2010195 w 2147830"/>
              <a:gd name="connsiteY6" fmla="*/ 331087 h 647242"/>
              <a:gd name="connsiteX7" fmla="*/ 2143545 w 2147830"/>
              <a:gd name="connsiteY7" fmla="*/ 550162 h 647242"/>
              <a:gd name="connsiteX8" fmla="*/ 1853032 w 2147830"/>
              <a:gd name="connsiteY8" fmla="*/ 631124 h 647242"/>
              <a:gd name="connsiteX9" fmla="*/ 905295 w 2147830"/>
              <a:gd name="connsiteY9" fmla="*/ 635887 h 647242"/>
              <a:gd name="connsiteX10" fmla="*/ 329032 w 2147830"/>
              <a:gd name="connsiteY10" fmla="*/ 507299 h 647242"/>
              <a:gd name="connsiteX11" fmla="*/ 81382 w 2147830"/>
              <a:gd name="connsiteY11" fmla="*/ 369187 h 647242"/>
              <a:gd name="connsiteX12" fmla="*/ 420 w 2147830"/>
              <a:gd name="connsiteY12" fmla="*/ 192974 h 647242"/>
              <a:gd name="connsiteX13" fmla="*/ 76620 w 2147830"/>
              <a:gd name="connsiteY13" fmla="*/ 112011 h 647242"/>
              <a:gd name="connsiteX0" fmla="*/ 76620 w 2147830"/>
              <a:gd name="connsiteY0" fmla="*/ 112529 h 647760"/>
              <a:gd name="connsiteX1" fmla="*/ 500482 w 2147830"/>
              <a:gd name="connsiteY1" fmla="*/ 112530 h 647760"/>
              <a:gd name="connsiteX2" fmla="*/ 662407 w 2147830"/>
              <a:gd name="connsiteY2" fmla="*/ 17279 h 647760"/>
              <a:gd name="connsiteX3" fmla="*/ 1138657 w 2147830"/>
              <a:gd name="connsiteY3" fmla="*/ 2992 h 647760"/>
              <a:gd name="connsiteX4" fmla="*/ 1514895 w 2147830"/>
              <a:gd name="connsiteY4" fmla="*/ 7754 h 647760"/>
              <a:gd name="connsiteX5" fmla="*/ 1786358 w 2147830"/>
              <a:gd name="connsiteY5" fmla="*/ 79193 h 647760"/>
              <a:gd name="connsiteX6" fmla="*/ 2010195 w 2147830"/>
              <a:gd name="connsiteY6" fmla="*/ 331605 h 647760"/>
              <a:gd name="connsiteX7" fmla="*/ 2143545 w 2147830"/>
              <a:gd name="connsiteY7" fmla="*/ 550680 h 647760"/>
              <a:gd name="connsiteX8" fmla="*/ 1853032 w 2147830"/>
              <a:gd name="connsiteY8" fmla="*/ 631642 h 647760"/>
              <a:gd name="connsiteX9" fmla="*/ 905295 w 2147830"/>
              <a:gd name="connsiteY9" fmla="*/ 636405 h 647760"/>
              <a:gd name="connsiteX10" fmla="*/ 329032 w 2147830"/>
              <a:gd name="connsiteY10" fmla="*/ 507817 h 647760"/>
              <a:gd name="connsiteX11" fmla="*/ 81382 w 2147830"/>
              <a:gd name="connsiteY11" fmla="*/ 369705 h 647760"/>
              <a:gd name="connsiteX12" fmla="*/ 420 w 2147830"/>
              <a:gd name="connsiteY12" fmla="*/ 193492 h 647760"/>
              <a:gd name="connsiteX13" fmla="*/ 76620 w 2147830"/>
              <a:gd name="connsiteY13" fmla="*/ 112529 h 647760"/>
              <a:gd name="connsiteX0" fmla="*/ 76620 w 2148024"/>
              <a:gd name="connsiteY0" fmla="*/ 113489 h 648720"/>
              <a:gd name="connsiteX1" fmla="*/ 500482 w 2148024"/>
              <a:gd name="connsiteY1" fmla="*/ 113490 h 648720"/>
              <a:gd name="connsiteX2" fmla="*/ 662407 w 2148024"/>
              <a:gd name="connsiteY2" fmla="*/ 18239 h 648720"/>
              <a:gd name="connsiteX3" fmla="*/ 1138657 w 2148024"/>
              <a:gd name="connsiteY3" fmla="*/ 3952 h 648720"/>
              <a:gd name="connsiteX4" fmla="*/ 1514895 w 2148024"/>
              <a:gd name="connsiteY4" fmla="*/ 8714 h 648720"/>
              <a:gd name="connsiteX5" fmla="*/ 1753021 w 2148024"/>
              <a:gd name="connsiteY5" fmla="*/ 94440 h 648720"/>
              <a:gd name="connsiteX6" fmla="*/ 2010195 w 2148024"/>
              <a:gd name="connsiteY6" fmla="*/ 332565 h 648720"/>
              <a:gd name="connsiteX7" fmla="*/ 2143545 w 2148024"/>
              <a:gd name="connsiteY7" fmla="*/ 551640 h 648720"/>
              <a:gd name="connsiteX8" fmla="*/ 1853032 w 2148024"/>
              <a:gd name="connsiteY8" fmla="*/ 632602 h 648720"/>
              <a:gd name="connsiteX9" fmla="*/ 905295 w 2148024"/>
              <a:gd name="connsiteY9" fmla="*/ 637365 h 648720"/>
              <a:gd name="connsiteX10" fmla="*/ 329032 w 2148024"/>
              <a:gd name="connsiteY10" fmla="*/ 508777 h 648720"/>
              <a:gd name="connsiteX11" fmla="*/ 81382 w 2148024"/>
              <a:gd name="connsiteY11" fmla="*/ 370665 h 648720"/>
              <a:gd name="connsiteX12" fmla="*/ 420 w 2148024"/>
              <a:gd name="connsiteY12" fmla="*/ 194452 h 648720"/>
              <a:gd name="connsiteX13" fmla="*/ 76620 w 2148024"/>
              <a:gd name="connsiteY13" fmla="*/ 113489 h 648720"/>
              <a:gd name="connsiteX0" fmla="*/ 76620 w 2145058"/>
              <a:gd name="connsiteY0" fmla="*/ 113489 h 648720"/>
              <a:gd name="connsiteX1" fmla="*/ 500482 w 2145058"/>
              <a:gd name="connsiteY1" fmla="*/ 113490 h 648720"/>
              <a:gd name="connsiteX2" fmla="*/ 662407 w 2145058"/>
              <a:gd name="connsiteY2" fmla="*/ 18239 h 648720"/>
              <a:gd name="connsiteX3" fmla="*/ 1138657 w 2145058"/>
              <a:gd name="connsiteY3" fmla="*/ 3952 h 648720"/>
              <a:gd name="connsiteX4" fmla="*/ 1514895 w 2145058"/>
              <a:gd name="connsiteY4" fmla="*/ 8714 h 648720"/>
              <a:gd name="connsiteX5" fmla="*/ 1753021 w 2145058"/>
              <a:gd name="connsiteY5" fmla="*/ 94440 h 648720"/>
              <a:gd name="connsiteX6" fmla="*/ 1957807 w 2145058"/>
              <a:gd name="connsiteY6" fmla="*/ 346852 h 648720"/>
              <a:gd name="connsiteX7" fmla="*/ 2143545 w 2145058"/>
              <a:gd name="connsiteY7" fmla="*/ 551640 h 648720"/>
              <a:gd name="connsiteX8" fmla="*/ 1853032 w 2145058"/>
              <a:gd name="connsiteY8" fmla="*/ 632602 h 648720"/>
              <a:gd name="connsiteX9" fmla="*/ 905295 w 2145058"/>
              <a:gd name="connsiteY9" fmla="*/ 637365 h 648720"/>
              <a:gd name="connsiteX10" fmla="*/ 329032 w 2145058"/>
              <a:gd name="connsiteY10" fmla="*/ 508777 h 648720"/>
              <a:gd name="connsiteX11" fmla="*/ 81382 w 2145058"/>
              <a:gd name="connsiteY11" fmla="*/ 370665 h 648720"/>
              <a:gd name="connsiteX12" fmla="*/ 420 w 2145058"/>
              <a:gd name="connsiteY12" fmla="*/ 194452 h 648720"/>
              <a:gd name="connsiteX13" fmla="*/ 76620 w 2145058"/>
              <a:gd name="connsiteY13" fmla="*/ 113489 h 64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45058" h="648720">
                <a:moveTo>
                  <a:pt x="76620" y="113489"/>
                </a:moveTo>
                <a:cubicBezTo>
                  <a:pt x="159964" y="99995"/>
                  <a:pt x="402851" y="129365"/>
                  <a:pt x="500482" y="113490"/>
                </a:cubicBezTo>
                <a:cubicBezTo>
                  <a:pt x="598113" y="97615"/>
                  <a:pt x="556045" y="36495"/>
                  <a:pt x="662407" y="18239"/>
                </a:cubicBezTo>
                <a:cubicBezTo>
                  <a:pt x="768770" y="-17"/>
                  <a:pt x="996576" y="5539"/>
                  <a:pt x="1138657" y="3952"/>
                </a:cubicBezTo>
                <a:cubicBezTo>
                  <a:pt x="1280738" y="2365"/>
                  <a:pt x="1412501" y="-6367"/>
                  <a:pt x="1514895" y="8714"/>
                </a:cubicBezTo>
                <a:cubicBezTo>
                  <a:pt x="1617289" y="23795"/>
                  <a:pt x="1679202" y="38084"/>
                  <a:pt x="1753021" y="94440"/>
                </a:cubicBezTo>
                <a:cubicBezTo>
                  <a:pt x="1826840" y="150796"/>
                  <a:pt x="1892720" y="270652"/>
                  <a:pt x="1957807" y="346852"/>
                </a:cubicBezTo>
                <a:cubicBezTo>
                  <a:pt x="2022894" y="423052"/>
                  <a:pt x="2161008" y="504015"/>
                  <a:pt x="2143545" y="551640"/>
                </a:cubicBezTo>
                <a:cubicBezTo>
                  <a:pt x="2126083" y="599265"/>
                  <a:pt x="2059407" y="618315"/>
                  <a:pt x="1853032" y="632602"/>
                </a:cubicBezTo>
                <a:cubicBezTo>
                  <a:pt x="1646657" y="646890"/>
                  <a:pt x="1159295" y="658003"/>
                  <a:pt x="905295" y="637365"/>
                </a:cubicBezTo>
                <a:cubicBezTo>
                  <a:pt x="651295" y="616727"/>
                  <a:pt x="466351" y="553227"/>
                  <a:pt x="329032" y="508777"/>
                </a:cubicBezTo>
                <a:cubicBezTo>
                  <a:pt x="191713" y="464327"/>
                  <a:pt x="136151" y="423053"/>
                  <a:pt x="81382" y="370665"/>
                </a:cubicBezTo>
                <a:cubicBezTo>
                  <a:pt x="26613" y="318278"/>
                  <a:pt x="1214" y="237315"/>
                  <a:pt x="420" y="194452"/>
                </a:cubicBezTo>
                <a:cubicBezTo>
                  <a:pt x="-374" y="151589"/>
                  <a:pt x="-6724" y="126983"/>
                  <a:pt x="76620" y="113489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Freeform: Shape 315">
            <a:extLst>
              <a:ext uri="{FF2B5EF4-FFF2-40B4-BE49-F238E27FC236}">
                <a16:creationId xmlns:a16="http://schemas.microsoft.com/office/drawing/2014/main" id="{13751425-8F5E-3460-522C-4472F4DE6495}"/>
              </a:ext>
            </a:extLst>
          </p:cNvPr>
          <p:cNvSpPr/>
          <p:nvPr/>
        </p:nvSpPr>
        <p:spPr>
          <a:xfrm>
            <a:off x="8088146" y="3480637"/>
            <a:ext cx="2186000" cy="652937"/>
          </a:xfrm>
          <a:custGeom>
            <a:avLst/>
            <a:gdLst>
              <a:gd name="connsiteX0" fmla="*/ 477107 w 2156275"/>
              <a:gd name="connsiteY0" fmla="*/ 597713 h 633204"/>
              <a:gd name="connsiteX1" fmla="*/ 43720 w 2156275"/>
              <a:gd name="connsiteY1" fmla="*/ 554850 h 633204"/>
              <a:gd name="connsiteX2" fmla="*/ 29432 w 2156275"/>
              <a:gd name="connsiteY2" fmla="*/ 311963 h 633204"/>
              <a:gd name="connsiteX3" fmla="*/ 172307 w 2156275"/>
              <a:gd name="connsiteY3" fmla="*/ 88125 h 633204"/>
              <a:gd name="connsiteX4" fmla="*/ 1567720 w 2156275"/>
              <a:gd name="connsiteY4" fmla="*/ 7163 h 633204"/>
              <a:gd name="connsiteX5" fmla="*/ 2143982 w 2156275"/>
              <a:gd name="connsiteY5" fmla="*/ 30975 h 633204"/>
              <a:gd name="connsiteX6" fmla="*/ 1958245 w 2156275"/>
              <a:gd name="connsiteY6" fmla="*/ 245288 h 633204"/>
              <a:gd name="connsiteX7" fmla="*/ 1915382 w 2156275"/>
              <a:gd name="connsiteY7" fmla="*/ 502463 h 633204"/>
              <a:gd name="connsiteX8" fmla="*/ 1724882 w 2156275"/>
              <a:gd name="connsiteY8" fmla="*/ 631050 h 633204"/>
              <a:gd name="connsiteX9" fmla="*/ 1591532 w 2156275"/>
              <a:gd name="connsiteY9" fmla="*/ 578663 h 633204"/>
              <a:gd name="connsiteX10" fmla="*/ 1310545 w 2156275"/>
              <a:gd name="connsiteY10" fmla="*/ 521513 h 633204"/>
              <a:gd name="connsiteX11" fmla="*/ 1143857 w 2156275"/>
              <a:gd name="connsiteY11" fmla="*/ 621525 h 633204"/>
              <a:gd name="connsiteX12" fmla="*/ 477107 w 2156275"/>
              <a:gd name="connsiteY12" fmla="*/ 597713 h 633204"/>
              <a:gd name="connsiteX0" fmla="*/ 507533 w 2186701"/>
              <a:gd name="connsiteY0" fmla="*/ 603726 h 639217"/>
              <a:gd name="connsiteX1" fmla="*/ 74146 w 2186701"/>
              <a:gd name="connsiteY1" fmla="*/ 560863 h 639217"/>
              <a:gd name="connsiteX2" fmla="*/ 59858 w 2186701"/>
              <a:gd name="connsiteY2" fmla="*/ 317976 h 639217"/>
              <a:gd name="connsiteX3" fmla="*/ 674220 w 2186701"/>
              <a:gd name="connsiteY3" fmla="*/ 27463 h 639217"/>
              <a:gd name="connsiteX4" fmla="*/ 1598146 w 2186701"/>
              <a:gd name="connsiteY4" fmla="*/ 13176 h 639217"/>
              <a:gd name="connsiteX5" fmla="*/ 2174408 w 2186701"/>
              <a:gd name="connsiteY5" fmla="*/ 36988 h 639217"/>
              <a:gd name="connsiteX6" fmla="*/ 1988671 w 2186701"/>
              <a:gd name="connsiteY6" fmla="*/ 251301 h 639217"/>
              <a:gd name="connsiteX7" fmla="*/ 1945808 w 2186701"/>
              <a:gd name="connsiteY7" fmla="*/ 508476 h 639217"/>
              <a:gd name="connsiteX8" fmla="*/ 1755308 w 2186701"/>
              <a:gd name="connsiteY8" fmla="*/ 637063 h 639217"/>
              <a:gd name="connsiteX9" fmla="*/ 1621958 w 2186701"/>
              <a:gd name="connsiteY9" fmla="*/ 584676 h 639217"/>
              <a:gd name="connsiteX10" fmla="*/ 1340971 w 2186701"/>
              <a:gd name="connsiteY10" fmla="*/ 527526 h 639217"/>
              <a:gd name="connsiteX11" fmla="*/ 1174283 w 2186701"/>
              <a:gd name="connsiteY11" fmla="*/ 627538 h 639217"/>
              <a:gd name="connsiteX12" fmla="*/ 507533 w 2186701"/>
              <a:gd name="connsiteY12" fmla="*/ 603726 h 639217"/>
              <a:gd name="connsiteX0" fmla="*/ 507533 w 2186000"/>
              <a:gd name="connsiteY0" fmla="*/ 617446 h 652937"/>
              <a:gd name="connsiteX1" fmla="*/ 74146 w 2186000"/>
              <a:gd name="connsiteY1" fmla="*/ 574583 h 652937"/>
              <a:gd name="connsiteX2" fmla="*/ 59858 w 2186000"/>
              <a:gd name="connsiteY2" fmla="*/ 331696 h 652937"/>
              <a:gd name="connsiteX3" fmla="*/ 674220 w 2186000"/>
              <a:gd name="connsiteY3" fmla="*/ 41183 h 652937"/>
              <a:gd name="connsiteX4" fmla="*/ 1612433 w 2186000"/>
              <a:gd name="connsiteY4" fmla="*/ 3083 h 652937"/>
              <a:gd name="connsiteX5" fmla="*/ 2174408 w 2186000"/>
              <a:gd name="connsiteY5" fmla="*/ 50708 h 652937"/>
              <a:gd name="connsiteX6" fmla="*/ 1988671 w 2186000"/>
              <a:gd name="connsiteY6" fmla="*/ 265021 h 652937"/>
              <a:gd name="connsiteX7" fmla="*/ 1945808 w 2186000"/>
              <a:gd name="connsiteY7" fmla="*/ 522196 h 652937"/>
              <a:gd name="connsiteX8" fmla="*/ 1755308 w 2186000"/>
              <a:gd name="connsiteY8" fmla="*/ 650783 h 652937"/>
              <a:gd name="connsiteX9" fmla="*/ 1621958 w 2186000"/>
              <a:gd name="connsiteY9" fmla="*/ 598396 h 652937"/>
              <a:gd name="connsiteX10" fmla="*/ 1340971 w 2186000"/>
              <a:gd name="connsiteY10" fmla="*/ 541246 h 652937"/>
              <a:gd name="connsiteX11" fmla="*/ 1174283 w 2186000"/>
              <a:gd name="connsiteY11" fmla="*/ 641258 h 652937"/>
              <a:gd name="connsiteX12" fmla="*/ 507533 w 2186000"/>
              <a:gd name="connsiteY12" fmla="*/ 617446 h 65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86000" h="652937">
                <a:moveTo>
                  <a:pt x="507533" y="617446"/>
                </a:moveTo>
                <a:cubicBezTo>
                  <a:pt x="324177" y="606333"/>
                  <a:pt x="148758" y="622208"/>
                  <a:pt x="74146" y="574583"/>
                </a:cubicBezTo>
                <a:cubicBezTo>
                  <a:pt x="-466" y="526958"/>
                  <a:pt x="-40154" y="420596"/>
                  <a:pt x="59858" y="331696"/>
                </a:cubicBezTo>
                <a:cubicBezTo>
                  <a:pt x="159870" y="242796"/>
                  <a:pt x="415458" y="95952"/>
                  <a:pt x="674220" y="41183"/>
                </a:cubicBezTo>
                <a:cubicBezTo>
                  <a:pt x="932983" y="-13586"/>
                  <a:pt x="1362402" y="1496"/>
                  <a:pt x="1612433" y="3083"/>
                </a:cubicBezTo>
                <a:cubicBezTo>
                  <a:pt x="1862464" y="4671"/>
                  <a:pt x="2111702" y="7052"/>
                  <a:pt x="2174408" y="50708"/>
                </a:cubicBezTo>
                <a:cubicBezTo>
                  <a:pt x="2237114" y="94364"/>
                  <a:pt x="2026771" y="186440"/>
                  <a:pt x="1988671" y="265021"/>
                </a:cubicBezTo>
                <a:cubicBezTo>
                  <a:pt x="1950571" y="343602"/>
                  <a:pt x="1984702" y="457902"/>
                  <a:pt x="1945808" y="522196"/>
                </a:cubicBezTo>
                <a:cubicBezTo>
                  <a:pt x="1906914" y="586490"/>
                  <a:pt x="1809283" y="638083"/>
                  <a:pt x="1755308" y="650783"/>
                </a:cubicBezTo>
                <a:cubicBezTo>
                  <a:pt x="1701333" y="663483"/>
                  <a:pt x="1691014" y="616652"/>
                  <a:pt x="1621958" y="598396"/>
                </a:cubicBezTo>
                <a:cubicBezTo>
                  <a:pt x="1552902" y="580140"/>
                  <a:pt x="1415583" y="534102"/>
                  <a:pt x="1340971" y="541246"/>
                </a:cubicBezTo>
                <a:cubicBezTo>
                  <a:pt x="1266359" y="548390"/>
                  <a:pt x="1307633" y="626970"/>
                  <a:pt x="1174283" y="641258"/>
                </a:cubicBezTo>
                <a:cubicBezTo>
                  <a:pt x="1040933" y="655546"/>
                  <a:pt x="690889" y="628559"/>
                  <a:pt x="507533" y="617446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Freeform: Shape 316">
            <a:extLst>
              <a:ext uri="{FF2B5EF4-FFF2-40B4-BE49-F238E27FC236}">
                <a16:creationId xmlns:a16="http://schemas.microsoft.com/office/drawing/2014/main" id="{99C5952A-A2B7-8702-8DD4-FB455BD4E575}"/>
              </a:ext>
            </a:extLst>
          </p:cNvPr>
          <p:cNvSpPr/>
          <p:nvPr/>
        </p:nvSpPr>
        <p:spPr>
          <a:xfrm>
            <a:off x="7178655" y="3647560"/>
            <a:ext cx="2191751" cy="1022420"/>
          </a:xfrm>
          <a:custGeom>
            <a:avLst/>
            <a:gdLst>
              <a:gd name="connsiteX0" fmla="*/ 207810 w 2105272"/>
              <a:gd name="connsiteY0" fmla="*/ 531349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07810 w 2105272"/>
              <a:gd name="connsiteY42" fmla="*/ 531349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474510 w 2105272"/>
              <a:gd name="connsiteY36" fmla="*/ 693273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95174 w 2173586"/>
              <a:gd name="connsiteY0" fmla="*/ 517061 h 1022420"/>
              <a:gd name="connsiteX1" fmla="*/ 695224 w 2173586"/>
              <a:gd name="connsiteY1" fmla="*/ 526586 h 1022420"/>
              <a:gd name="connsiteX2" fmla="*/ 1261962 w 2173586"/>
              <a:gd name="connsiteY2" fmla="*/ 517061 h 1022420"/>
              <a:gd name="connsiteX3" fmla="*/ 1485799 w 2173586"/>
              <a:gd name="connsiteY3" fmla="*/ 402761 h 1022420"/>
              <a:gd name="connsiteX4" fmla="*/ 1666774 w 2173586"/>
              <a:gd name="connsiteY4" fmla="*/ 255124 h 1022420"/>
              <a:gd name="connsiteX5" fmla="*/ 1671537 w 2173586"/>
              <a:gd name="connsiteY5" fmla="*/ 131299 h 1022420"/>
              <a:gd name="connsiteX6" fmla="*/ 1657249 w 2173586"/>
              <a:gd name="connsiteY6" fmla="*/ 74149 h 1022420"/>
              <a:gd name="connsiteX7" fmla="*/ 1719162 w 2173586"/>
              <a:gd name="connsiteY7" fmla="*/ 59861 h 1022420"/>
              <a:gd name="connsiteX8" fmla="*/ 1747737 w 2173586"/>
              <a:gd name="connsiteY8" fmla="*/ 217024 h 1022420"/>
              <a:gd name="connsiteX9" fmla="*/ 1842987 w 2173586"/>
              <a:gd name="connsiteY9" fmla="*/ 107486 h 1022420"/>
              <a:gd name="connsiteX10" fmla="*/ 1881087 w 2173586"/>
              <a:gd name="connsiteY10" fmla="*/ 26524 h 1022420"/>
              <a:gd name="connsiteX11" fmla="*/ 1962049 w 2173586"/>
              <a:gd name="connsiteY11" fmla="*/ 7474 h 1022420"/>
              <a:gd name="connsiteX12" fmla="*/ 1895374 w 2173586"/>
              <a:gd name="connsiteY12" fmla="*/ 140824 h 1022420"/>
              <a:gd name="connsiteX13" fmla="*/ 1804887 w 2173586"/>
              <a:gd name="connsiteY13" fmla="*/ 264649 h 1022420"/>
              <a:gd name="connsiteX14" fmla="*/ 2028724 w 2173586"/>
              <a:gd name="connsiteY14" fmla="*/ 259886 h 1022420"/>
              <a:gd name="connsiteX15" fmla="*/ 1985862 w 2173586"/>
              <a:gd name="connsiteY15" fmla="*/ 326561 h 1022420"/>
              <a:gd name="connsiteX16" fmla="*/ 1795362 w 2173586"/>
              <a:gd name="connsiteY16" fmla="*/ 345611 h 1022420"/>
              <a:gd name="connsiteX17" fmla="*/ 1690587 w 2173586"/>
              <a:gd name="connsiteY17" fmla="*/ 359899 h 1022420"/>
              <a:gd name="connsiteX18" fmla="*/ 1461987 w 2173586"/>
              <a:gd name="connsiteY18" fmla="*/ 540874 h 1022420"/>
              <a:gd name="connsiteX19" fmla="*/ 1604862 w 2173586"/>
              <a:gd name="connsiteY19" fmla="*/ 640886 h 1022420"/>
              <a:gd name="connsiteX20" fmla="*/ 1714399 w 2173586"/>
              <a:gd name="connsiteY20" fmla="*/ 712324 h 1022420"/>
              <a:gd name="connsiteX21" fmla="*/ 2023962 w 2173586"/>
              <a:gd name="connsiteY21" fmla="*/ 712324 h 1022420"/>
              <a:gd name="connsiteX22" fmla="*/ 2114449 w 2173586"/>
              <a:gd name="connsiteY22" fmla="*/ 650411 h 1022420"/>
              <a:gd name="connsiteX23" fmla="*/ 2171599 w 2173586"/>
              <a:gd name="connsiteY23" fmla="*/ 769474 h 1022420"/>
              <a:gd name="connsiteX24" fmla="*/ 2043012 w 2173586"/>
              <a:gd name="connsiteY24" fmla="*/ 774236 h 1022420"/>
              <a:gd name="connsiteX25" fmla="*/ 1785837 w 2173586"/>
              <a:gd name="connsiteY25" fmla="*/ 783761 h 1022420"/>
              <a:gd name="connsiteX26" fmla="*/ 1990624 w 2173586"/>
              <a:gd name="connsiteY26" fmla="*/ 874249 h 1022420"/>
              <a:gd name="connsiteX27" fmla="*/ 1952524 w 2173586"/>
              <a:gd name="connsiteY27" fmla="*/ 950449 h 1022420"/>
              <a:gd name="connsiteX28" fmla="*/ 1790599 w 2173586"/>
              <a:gd name="connsiteY28" fmla="*/ 864724 h 1022420"/>
              <a:gd name="connsiteX29" fmla="*/ 1762024 w 2173586"/>
              <a:gd name="connsiteY29" fmla="*/ 998074 h 1022420"/>
              <a:gd name="connsiteX30" fmla="*/ 1700112 w 2173586"/>
              <a:gd name="connsiteY30" fmla="*/ 1007599 h 1022420"/>
              <a:gd name="connsiteX31" fmla="*/ 1723924 w 2173586"/>
              <a:gd name="connsiteY31" fmla="*/ 840911 h 1022420"/>
              <a:gd name="connsiteX32" fmla="*/ 1652487 w 2173586"/>
              <a:gd name="connsiteY32" fmla="*/ 764711 h 1022420"/>
              <a:gd name="connsiteX33" fmla="*/ 1390549 w 2173586"/>
              <a:gd name="connsiteY33" fmla="*/ 640886 h 1022420"/>
              <a:gd name="connsiteX34" fmla="*/ 1190524 w 2173586"/>
              <a:gd name="connsiteY34" fmla="*/ 617074 h 1022420"/>
              <a:gd name="connsiteX35" fmla="*/ 795237 w 2173586"/>
              <a:gd name="connsiteY35" fmla="*/ 612311 h 1022420"/>
              <a:gd name="connsiteX36" fmla="*/ 542824 w 2173586"/>
              <a:gd name="connsiteY36" fmla="*/ 693273 h 1022420"/>
              <a:gd name="connsiteX37" fmla="*/ 409474 w 2173586"/>
              <a:gd name="connsiteY37" fmla="*/ 740899 h 1022420"/>
              <a:gd name="connsiteX38" fmla="*/ 238024 w 2173586"/>
              <a:gd name="connsiteY38" fmla="*/ 764711 h 1022420"/>
              <a:gd name="connsiteX39" fmla="*/ 4661 w 2173586"/>
              <a:gd name="connsiteY39" fmla="*/ 740899 h 1022420"/>
              <a:gd name="connsiteX40" fmla="*/ 85624 w 2173586"/>
              <a:gd name="connsiteY40" fmla="*/ 531349 h 1022420"/>
              <a:gd name="connsiteX41" fmla="*/ 209449 w 2173586"/>
              <a:gd name="connsiteY41" fmla="*/ 512299 h 1022420"/>
              <a:gd name="connsiteX42" fmla="*/ 295174 w 2173586"/>
              <a:gd name="connsiteY42" fmla="*/ 517061 h 1022420"/>
              <a:gd name="connsiteX0" fmla="*/ 306079 w 2184491"/>
              <a:gd name="connsiteY0" fmla="*/ 517061 h 1022420"/>
              <a:gd name="connsiteX1" fmla="*/ 706129 w 2184491"/>
              <a:gd name="connsiteY1" fmla="*/ 526586 h 1022420"/>
              <a:gd name="connsiteX2" fmla="*/ 1272867 w 2184491"/>
              <a:gd name="connsiteY2" fmla="*/ 517061 h 1022420"/>
              <a:gd name="connsiteX3" fmla="*/ 1496704 w 2184491"/>
              <a:gd name="connsiteY3" fmla="*/ 402761 h 1022420"/>
              <a:gd name="connsiteX4" fmla="*/ 1677679 w 2184491"/>
              <a:gd name="connsiteY4" fmla="*/ 255124 h 1022420"/>
              <a:gd name="connsiteX5" fmla="*/ 1682442 w 2184491"/>
              <a:gd name="connsiteY5" fmla="*/ 131299 h 1022420"/>
              <a:gd name="connsiteX6" fmla="*/ 1668154 w 2184491"/>
              <a:gd name="connsiteY6" fmla="*/ 74149 h 1022420"/>
              <a:gd name="connsiteX7" fmla="*/ 1730067 w 2184491"/>
              <a:gd name="connsiteY7" fmla="*/ 59861 h 1022420"/>
              <a:gd name="connsiteX8" fmla="*/ 1758642 w 2184491"/>
              <a:gd name="connsiteY8" fmla="*/ 217024 h 1022420"/>
              <a:gd name="connsiteX9" fmla="*/ 1853892 w 2184491"/>
              <a:gd name="connsiteY9" fmla="*/ 107486 h 1022420"/>
              <a:gd name="connsiteX10" fmla="*/ 1891992 w 2184491"/>
              <a:gd name="connsiteY10" fmla="*/ 26524 h 1022420"/>
              <a:gd name="connsiteX11" fmla="*/ 1972954 w 2184491"/>
              <a:gd name="connsiteY11" fmla="*/ 7474 h 1022420"/>
              <a:gd name="connsiteX12" fmla="*/ 1906279 w 2184491"/>
              <a:gd name="connsiteY12" fmla="*/ 140824 h 1022420"/>
              <a:gd name="connsiteX13" fmla="*/ 1815792 w 2184491"/>
              <a:gd name="connsiteY13" fmla="*/ 264649 h 1022420"/>
              <a:gd name="connsiteX14" fmla="*/ 2039629 w 2184491"/>
              <a:gd name="connsiteY14" fmla="*/ 259886 h 1022420"/>
              <a:gd name="connsiteX15" fmla="*/ 1996767 w 2184491"/>
              <a:gd name="connsiteY15" fmla="*/ 326561 h 1022420"/>
              <a:gd name="connsiteX16" fmla="*/ 1806267 w 2184491"/>
              <a:gd name="connsiteY16" fmla="*/ 345611 h 1022420"/>
              <a:gd name="connsiteX17" fmla="*/ 1701492 w 2184491"/>
              <a:gd name="connsiteY17" fmla="*/ 359899 h 1022420"/>
              <a:gd name="connsiteX18" fmla="*/ 1472892 w 2184491"/>
              <a:gd name="connsiteY18" fmla="*/ 540874 h 1022420"/>
              <a:gd name="connsiteX19" fmla="*/ 1615767 w 2184491"/>
              <a:gd name="connsiteY19" fmla="*/ 640886 h 1022420"/>
              <a:gd name="connsiteX20" fmla="*/ 1725304 w 2184491"/>
              <a:gd name="connsiteY20" fmla="*/ 712324 h 1022420"/>
              <a:gd name="connsiteX21" fmla="*/ 2034867 w 2184491"/>
              <a:gd name="connsiteY21" fmla="*/ 712324 h 1022420"/>
              <a:gd name="connsiteX22" fmla="*/ 2125354 w 2184491"/>
              <a:gd name="connsiteY22" fmla="*/ 650411 h 1022420"/>
              <a:gd name="connsiteX23" fmla="*/ 2182504 w 2184491"/>
              <a:gd name="connsiteY23" fmla="*/ 769474 h 1022420"/>
              <a:gd name="connsiteX24" fmla="*/ 2053917 w 2184491"/>
              <a:gd name="connsiteY24" fmla="*/ 774236 h 1022420"/>
              <a:gd name="connsiteX25" fmla="*/ 1796742 w 2184491"/>
              <a:gd name="connsiteY25" fmla="*/ 783761 h 1022420"/>
              <a:gd name="connsiteX26" fmla="*/ 2001529 w 2184491"/>
              <a:gd name="connsiteY26" fmla="*/ 874249 h 1022420"/>
              <a:gd name="connsiteX27" fmla="*/ 1963429 w 2184491"/>
              <a:gd name="connsiteY27" fmla="*/ 950449 h 1022420"/>
              <a:gd name="connsiteX28" fmla="*/ 1801504 w 2184491"/>
              <a:gd name="connsiteY28" fmla="*/ 864724 h 1022420"/>
              <a:gd name="connsiteX29" fmla="*/ 1772929 w 2184491"/>
              <a:gd name="connsiteY29" fmla="*/ 998074 h 1022420"/>
              <a:gd name="connsiteX30" fmla="*/ 1711017 w 2184491"/>
              <a:gd name="connsiteY30" fmla="*/ 1007599 h 1022420"/>
              <a:gd name="connsiteX31" fmla="*/ 1734829 w 2184491"/>
              <a:gd name="connsiteY31" fmla="*/ 840911 h 1022420"/>
              <a:gd name="connsiteX32" fmla="*/ 1663392 w 2184491"/>
              <a:gd name="connsiteY32" fmla="*/ 764711 h 1022420"/>
              <a:gd name="connsiteX33" fmla="*/ 1401454 w 2184491"/>
              <a:gd name="connsiteY33" fmla="*/ 640886 h 1022420"/>
              <a:gd name="connsiteX34" fmla="*/ 1201429 w 2184491"/>
              <a:gd name="connsiteY34" fmla="*/ 617074 h 1022420"/>
              <a:gd name="connsiteX35" fmla="*/ 806142 w 2184491"/>
              <a:gd name="connsiteY35" fmla="*/ 612311 h 1022420"/>
              <a:gd name="connsiteX36" fmla="*/ 553729 w 2184491"/>
              <a:gd name="connsiteY36" fmla="*/ 693273 h 1022420"/>
              <a:gd name="connsiteX37" fmla="*/ 420379 w 2184491"/>
              <a:gd name="connsiteY37" fmla="*/ 740899 h 1022420"/>
              <a:gd name="connsiteX38" fmla="*/ 248929 w 2184491"/>
              <a:gd name="connsiteY38" fmla="*/ 764711 h 1022420"/>
              <a:gd name="connsiteX39" fmla="*/ 15566 w 2184491"/>
              <a:gd name="connsiteY39" fmla="*/ 740899 h 1022420"/>
              <a:gd name="connsiteX40" fmla="*/ 34616 w 2184491"/>
              <a:gd name="connsiteY40" fmla="*/ 531349 h 1022420"/>
              <a:gd name="connsiteX41" fmla="*/ 220354 w 2184491"/>
              <a:gd name="connsiteY41" fmla="*/ 512299 h 1022420"/>
              <a:gd name="connsiteX42" fmla="*/ 306079 w 2184491"/>
              <a:gd name="connsiteY42" fmla="*/ 517061 h 1022420"/>
              <a:gd name="connsiteX0" fmla="*/ 313339 w 2191751"/>
              <a:gd name="connsiteY0" fmla="*/ 5170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313339 w 2191751"/>
              <a:gd name="connsiteY42" fmla="*/ 5170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70477 w 2191751"/>
              <a:gd name="connsiteY41" fmla="*/ 502774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813402 w 2191751"/>
              <a:gd name="connsiteY36" fmla="*/ 612311 h 1022420"/>
              <a:gd name="connsiteX37" fmla="*/ 560989 w 2191751"/>
              <a:gd name="connsiteY37" fmla="*/ 693273 h 1022420"/>
              <a:gd name="connsiteX38" fmla="*/ 427639 w 2191751"/>
              <a:gd name="connsiteY38" fmla="*/ 740899 h 1022420"/>
              <a:gd name="connsiteX39" fmla="*/ 256189 w 2191751"/>
              <a:gd name="connsiteY39" fmla="*/ 764711 h 1022420"/>
              <a:gd name="connsiteX40" fmla="*/ 22826 w 2191751"/>
              <a:gd name="connsiteY40" fmla="*/ 740899 h 1022420"/>
              <a:gd name="connsiteX41" fmla="*/ 22826 w 2191751"/>
              <a:gd name="connsiteY41" fmla="*/ 526586 h 1022420"/>
              <a:gd name="connsiteX42" fmla="*/ 299052 w 2191751"/>
              <a:gd name="connsiteY42" fmla="*/ 526586 h 1022420"/>
              <a:gd name="connsiteX43" fmla="*/ 456214 w 2191751"/>
              <a:gd name="connsiteY43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788374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191751" h="1022420">
                <a:moveTo>
                  <a:pt x="456214" y="555161"/>
                </a:moveTo>
                <a:lnTo>
                  <a:pt x="718152" y="545636"/>
                </a:lnTo>
                <a:lnTo>
                  <a:pt x="1280127" y="517061"/>
                </a:lnTo>
                <a:cubicBezTo>
                  <a:pt x="1411889" y="496424"/>
                  <a:pt x="1436495" y="446417"/>
                  <a:pt x="1503964" y="402761"/>
                </a:cubicBezTo>
                <a:cubicBezTo>
                  <a:pt x="1571433" y="359105"/>
                  <a:pt x="1653983" y="300368"/>
                  <a:pt x="1684939" y="255124"/>
                </a:cubicBezTo>
                <a:cubicBezTo>
                  <a:pt x="1715895" y="209880"/>
                  <a:pt x="1691289" y="161461"/>
                  <a:pt x="1689702" y="131299"/>
                </a:cubicBezTo>
                <a:cubicBezTo>
                  <a:pt x="1688115" y="101137"/>
                  <a:pt x="1667477" y="86055"/>
                  <a:pt x="1675414" y="74149"/>
                </a:cubicBezTo>
                <a:cubicBezTo>
                  <a:pt x="1683351" y="62243"/>
                  <a:pt x="1722246" y="36048"/>
                  <a:pt x="1737327" y="59861"/>
                </a:cubicBezTo>
                <a:cubicBezTo>
                  <a:pt x="1752408" y="83674"/>
                  <a:pt x="1745265" y="209086"/>
                  <a:pt x="1765902" y="217024"/>
                </a:cubicBezTo>
                <a:cubicBezTo>
                  <a:pt x="1786540" y="224961"/>
                  <a:pt x="1838927" y="139236"/>
                  <a:pt x="1861152" y="107486"/>
                </a:cubicBezTo>
                <a:cubicBezTo>
                  <a:pt x="1883377" y="75736"/>
                  <a:pt x="1879408" y="43193"/>
                  <a:pt x="1899252" y="26524"/>
                </a:cubicBezTo>
                <a:cubicBezTo>
                  <a:pt x="1919096" y="9855"/>
                  <a:pt x="1977833" y="-11576"/>
                  <a:pt x="1980214" y="7474"/>
                </a:cubicBezTo>
                <a:cubicBezTo>
                  <a:pt x="1982595" y="26524"/>
                  <a:pt x="1939733" y="97961"/>
                  <a:pt x="1913539" y="140824"/>
                </a:cubicBezTo>
                <a:cubicBezTo>
                  <a:pt x="1887345" y="183686"/>
                  <a:pt x="1800827" y="244805"/>
                  <a:pt x="1823052" y="264649"/>
                </a:cubicBezTo>
                <a:cubicBezTo>
                  <a:pt x="1845277" y="284493"/>
                  <a:pt x="2016727" y="249567"/>
                  <a:pt x="2046889" y="259886"/>
                </a:cubicBezTo>
                <a:cubicBezTo>
                  <a:pt x="2077051" y="270205"/>
                  <a:pt x="2042921" y="312273"/>
                  <a:pt x="2004027" y="326561"/>
                </a:cubicBezTo>
                <a:cubicBezTo>
                  <a:pt x="1965133" y="340848"/>
                  <a:pt x="1862740" y="340055"/>
                  <a:pt x="1813527" y="345611"/>
                </a:cubicBezTo>
                <a:cubicBezTo>
                  <a:pt x="1764315" y="351167"/>
                  <a:pt x="1764315" y="327355"/>
                  <a:pt x="1708752" y="359899"/>
                </a:cubicBezTo>
                <a:cubicBezTo>
                  <a:pt x="1653189" y="392443"/>
                  <a:pt x="1494439" y="494043"/>
                  <a:pt x="1480152" y="540874"/>
                </a:cubicBezTo>
                <a:cubicBezTo>
                  <a:pt x="1465865" y="587705"/>
                  <a:pt x="1580958" y="612311"/>
                  <a:pt x="1623027" y="640886"/>
                </a:cubicBezTo>
                <a:cubicBezTo>
                  <a:pt x="1665096" y="669461"/>
                  <a:pt x="1662714" y="700418"/>
                  <a:pt x="1732564" y="712324"/>
                </a:cubicBezTo>
                <a:cubicBezTo>
                  <a:pt x="1802414" y="724230"/>
                  <a:pt x="1975452" y="722643"/>
                  <a:pt x="2042127" y="712324"/>
                </a:cubicBezTo>
                <a:cubicBezTo>
                  <a:pt x="2108802" y="702005"/>
                  <a:pt x="2108008" y="640886"/>
                  <a:pt x="2132614" y="650411"/>
                </a:cubicBezTo>
                <a:cubicBezTo>
                  <a:pt x="2157220" y="659936"/>
                  <a:pt x="2201670" y="748836"/>
                  <a:pt x="2189764" y="769474"/>
                </a:cubicBezTo>
                <a:cubicBezTo>
                  <a:pt x="2177858" y="790112"/>
                  <a:pt x="2061177" y="774236"/>
                  <a:pt x="2061177" y="774236"/>
                </a:cubicBezTo>
                <a:lnTo>
                  <a:pt x="1804002" y="783761"/>
                </a:lnTo>
                <a:cubicBezTo>
                  <a:pt x="1795271" y="800430"/>
                  <a:pt x="1981008" y="846468"/>
                  <a:pt x="2008789" y="874249"/>
                </a:cubicBezTo>
                <a:cubicBezTo>
                  <a:pt x="2036570" y="902030"/>
                  <a:pt x="2004026" y="952036"/>
                  <a:pt x="1970689" y="950449"/>
                </a:cubicBezTo>
                <a:cubicBezTo>
                  <a:pt x="1937352" y="948862"/>
                  <a:pt x="1840514" y="856787"/>
                  <a:pt x="1808764" y="864724"/>
                </a:cubicBezTo>
                <a:cubicBezTo>
                  <a:pt x="1777014" y="872661"/>
                  <a:pt x="1795270" y="974262"/>
                  <a:pt x="1780189" y="998074"/>
                </a:cubicBezTo>
                <a:cubicBezTo>
                  <a:pt x="1765108" y="1021886"/>
                  <a:pt x="1724627" y="1033793"/>
                  <a:pt x="1718277" y="1007599"/>
                </a:cubicBezTo>
                <a:cubicBezTo>
                  <a:pt x="1711927" y="981405"/>
                  <a:pt x="1750026" y="881392"/>
                  <a:pt x="1742089" y="840911"/>
                </a:cubicBezTo>
                <a:cubicBezTo>
                  <a:pt x="1734152" y="800430"/>
                  <a:pt x="1726215" y="798049"/>
                  <a:pt x="1670652" y="764711"/>
                </a:cubicBezTo>
                <a:cubicBezTo>
                  <a:pt x="1615090" y="731374"/>
                  <a:pt x="1485708" y="665492"/>
                  <a:pt x="1408714" y="640886"/>
                </a:cubicBezTo>
                <a:cubicBezTo>
                  <a:pt x="1331720" y="616280"/>
                  <a:pt x="1312079" y="618638"/>
                  <a:pt x="1208689" y="617074"/>
                </a:cubicBezTo>
                <a:cubicBezTo>
                  <a:pt x="1105299" y="615510"/>
                  <a:pt x="896324" y="618799"/>
                  <a:pt x="788374" y="631499"/>
                </a:cubicBezTo>
                <a:cubicBezTo>
                  <a:pt x="680424" y="644199"/>
                  <a:pt x="621111" y="675040"/>
                  <a:pt x="560989" y="693273"/>
                </a:cubicBezTo>
                <a:cubicBezTo>
                  <a:pt x="500867" y="711506"/>
                  <a:pt x="478439" y="728993"/>
                  <a:pt x="427639" y="740899"/>
                </a:cubicBezTo>
                <a:cubicBezTo>
                  <a:pt x="376839" y="752805"/>
                  <a:pt x="323658" y="764711"/>
                  <a:pt x="256189" y="764711"/>
                </a:cubicBezTo>
                <a:cubicBezTo>
                  <a:pt x="188720" y="764711"/>
                  <a:pt x="61720" y="780587"/>
                  <a:pt x="22826" y="740899"/>
                </a:cubicBezTo>
                <a:cubicBezTo>
                  <a:pt x="-16068" y="701211"/>
                  <a:pt x="2188" y="562305"/>
                  <a:pt x="22826" y="526586"/>
                </a:cubicBezTo>
                <a:cubicBezTo>
                  <a:pt x="43463" y="490867"/>
                  <a:pt x="226821" y="521824"/>
                  <a:pt x="299052" y="526586"/>
                </a:cubicBezTo>
                <a:cubicBezTo>
                  <a:pt x="371283" y="531349"/>
                  <a:pt x="427639" y="542857"/>
                  <a:pt x="456214" y="555161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33C9A631-AA99-7144-4DE3-442BA25B4C70}"/>
              </a:ext>
            </a:extLst>
          </p:cNvPr>
          <p:cNvGrpSpPr/>
          <p:nvPr/>
        </p:nvGrpSpPr>
        <p:grpSpPr>
          <a:xfrm>
            <a:off x="2103034" y="3563764"/>
            <a:ext cx="4398217" cy="914384"/>
            <a:chOff x="2003655" y="3632868"/>
            <a:chExt cx="4398217" cy="914384"/>
          </a:xfrm>
        </p:grpSpPr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6875696E-2392-B952-7E55-10BBC6CB1581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73594D0A-CE64-F6EA-E5C7-6EE8A3AB553A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452" name="Rectangle 451">
                  <a:extLst>
                    <a:ext uri="{FF2B5EF4-FFF2-40B4-BE49-F238E27FC236}">
                      <a16:creationId xmlns:a16="http://schemas.microsoft.com/office/drawing/2014/main" id="{95425CCE-D352-3268-15FB-D3231921C77C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1D40E649-ECBB-077B-39F5-5D7D90961E6A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CE7A684-6704-65D4-BC31-BEAB15190D07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A744C36A-103B-B934-15EC-55CCC2C64AB4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12DC568B-0323-1F5D-EF02-9570AAAB8D3A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FB4B3122-7185-FC46-3144-95BBD3C029EE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8" name="Rectangle 457">
                  <a:extLst>
                    <a:ext uri="{FF2B5EF4-FFF2-40B4-BE49-F238E27FC236}">
                      <a16:creationId xmlns:a16="http://schemas.microsoft.com/office/drawing/2014/main" id="{95D9D72C-7EE5-3147-7A53-DEB5BA891F44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F27A25BE-D7C4-8B23-12A6-0FF4A82858D2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F418369-0C55-B619-9A4F-0AC0C429A541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7AF4ABB-E419-2766-A78A-685128147452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E7D5B4FA-61A8-409C-4E58-A57D40CAC6C9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8361D51A-463A-14BF-9AE8-83DE5F3F715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BE2ED628-9829-1D1A-F3E5-D1E2B13C4695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5D32949B-6DC9-1785-0285-1F6D021A6FCB}"/>
                      </a:ext>
                    </a:extLst>
                  </p:cNvPr>
                  <p:cNvCxnSpPr>
                    <a:stCxn id="321" idx="1"/>
                    <a:endCxn id="321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3" name="Straight Connector 442">
                    <a:extLst>
                      <a:ext uri="{FF2B5EF4-FFF2-40B4-BE49-F238E27FC236}">
                        <a16:creationId xmlns:a16="http://schemas.microsoft.com/office/drawing/2014/main" id="{E84D9F2C-CF34-8D82-1E5B-D58D4A2A4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80E30D41-B26C-0D65-CC61-94DA79625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7D66F08D-4CBA-079E-6D2F-E5D8F4F01E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>
                    <a:extLst>
                      <a:ext uri="{FF2B5EF4-FFF2-40B4-BE49-F238E27FC236}">
                        <a16:creationId xmlns:a16="http://schemas.microsoft.com/office/drawing/2014/main" id="{B4F25C8E-C916-5116-A06D-A6BEAF50E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7" name="Straight Connector 446">
                    <a:extLst>
                      <a:ext uri="{FF2B5EF4-FFF2-40B4-BE49-F238E27FC236}">
                        <a16:creationId xmlns:a16="http://schemas.microsoft.com/office/drawing/2014/main" id="{6A4F25FF-B60F-AD9B-9BDA-2D7B0370B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8" name="Straight Connector 447">
                    <a:extLst>
                      <a:ext uri="{FF2B5EF4-FFF2-40B4-BE49-F238E27FC236}">
                        <a16:creationId xmlns:a16="http://schemas.microsoft.com/office/drawing/2014/main" id="{05864B97-1B10-686C-2F2B-4A64225483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85DAC92E-210B-A31A-115A-83CD0D62B3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E373CF35-B069-C7A2-CB40-7A1718E023F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EB1A1259-CAF6-A1CC-93D6-499DB72B515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10574DAD-D0FD-8BE3-3F9C-8A88879C8B3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3D5E5FD6-7333-ADBF-8B22-807569D04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4A540592-321D-7F19-650F-C9469A2C7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0E89A0FE-3C3B-8AFA-DE5F-814D73EC84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C912F6B6-51A9-FC58-9466-8FA0E01FBE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4E203D1B-36C1-10A1-7F6B-536FA79BA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0F7D1ECF-2E25-707A-8C8A-6F1EFDBAF4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Straight Connector 439">
                    <a:extLst>
                      <a:ext uri="{FF2B5EF4-FFF2-40B4-BE49-F238E27FC236}">
                        <a16:creationId xmlns:a16="http://schemas.microsoft.com/office/drawing/2014/main" id="{09B3F425-7144-6D54-034C-39A01B9AA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6DB7525B-B6FB-ED3F-39F4-90EA54EE5632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432B428D-E0F9-0794-4274-DCD1D6AE3B1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CD89AFF6-A474-F16B-79E1-F9732BB59FD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999F3B12-A5B6-CF2D-CD88-3B0CA8A0B4A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703CAD2E-D1A5-504A-A601-373B2AE0A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FDEAC8B0-3751-E5DD-01CC-897EF80A78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14B6484-C933-1E6F-A81E-E0152C296C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08F365B5-A506-DFB7-A959-EED7CFCC5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CEBE0C0E-6E8E-C214-F23C-588D1BF65F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Straight Connector 427">
                    <a:extLst>
                      <a:ext uri="{FF2B5EF4-FFF2-40B4-BE49-F238E27FC236}">
                        <a16:creationId xmlns:a16="http://schemas.microsoft.com/office/drawing/2014/main" id="{2753D817-4B4B-6D1E-AFC5-6FF6B36FAA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626F0DB9-C182-E111-8392-EEAC4213AD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04D6053C-D902-2DE5-777C-4C8E4D618807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67473005-FA1B-7CFA-E3EE-A4A4AD51344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7516FC77-F1AA-451B-91FD-D7CD2906B43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FBBDAE66-E043-78FB-DB76-EF0C6F43F5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8D030C84-D924-F9EE-7C39-4134A8F761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AC886349-1E7A-0814-6771-5CDB9CD46F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7F597010-281F-51EB-25C8-6FB03D792E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Straight Connector 417">
                    <a:extLst>
                      <a:ext uri="{FF2B5EF4-FFF2-40B4-BE49-F238E27FC236}">
                        <a16:creationId xmlns:a16="http://schemas.microsoft.com/office/drawing/2014/main" id="{54BF2E60-FAC4-4779-F8E7-EEB0207DA0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A32B4809-D388-B8AA-25AC-09F8ABFE9C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02B851F4-AE05-5761-8C69-2CD5E7F3FA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40FC5A55-85EC-276B-A5DB-E7FE47FAAE0C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B6371A92-7D42-74AC-339D-4A7691044176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6A1546C6-5EE5-4D5D-1237-AF7E2FF8BBD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F3BDEAC7-7E30-4257-B1B2-01C0B7CCCC98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5B12FB8C-533D-D2DF-FF6A-604580DAE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B8400430-1435-D5D0-36EE-66330C39C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C01965AF-0CB2-C266-F3CA-8663914642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282E0031-6EF6-EB8E-B519-066422EC75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>
                    <a:extLst>
                      <a:ext uri="{FF2B5EF4-FFF2-40B4-BE49-F238E27FC236}">
                        <a16:creationId xmlns:a16="http://schemas.microsoft.com/office/drawing/2014/main" id="{12B78943-AA19-C25C-A883-6AA9E86467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B0CB679E-C2EB-D351-0EE9-35DF87382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C74D51D4-E41F-AEC3-7FFC-1987BD2574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1" name="Group 390">
                  <a:extLst>
                    <a:ext uri="{FF2B5EF4-FFF2-40B4-BE49-F238E27FC236}">
                      <a16:creationId xmlns:a16="http://schemas.microsoft.com/office/drawing/2014/main" id="{F55F3E77-EF66-5138-D2C3-963129FCFCF0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19857843-282D-EACF-A099-2371FE22C5B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151D5F87-557E-2A5C-EFDE-DD516AE40F99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687EE888-53B6-B6D7-3CAF-5286F1AB35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70728916-2098-BEE8-D331-887122322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E65CBCC8-E1F7-662A-5A7F-ACB18299E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6DDFCCAC-EAA3-A569-1FDE-1481036D8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BD620E8F-D019-FBCF-6C9F-07B018D65D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A76DAC3A-DE65-DAD7-F8A4-3F77F9EF3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43A90B2E-83AA-65F9-DE39-091F886FC1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1224056C-9ACC-1CA9-AE62-FE5CD524E069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B46572B2-9D29-01EF-E416-E016A5048788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F16CB1D8-D619-5647-644F-06C5776CCB8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23F6596F-14A0-2741-D962-E1DE57306083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304E9F35-D9DB-1A57-353F-9E5F541F61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5C5ED7B3-901F-B2FA-84AC-9746E824F2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FEB9CF52-5676-2283-3B5A-AE70B08999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6765671E-1012-CC24-5BB0-F65DD6B451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7F7FABC4-EE60-4883-3B87-AF22E552AD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891FC1E1-EA7D-5412-DE30-4C36E4303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Straight Connector 388">
                    <a:extLst>
                      <a:ext uri="{FF2B5EF4-FFF2-40B4-BE49-F238E27FC236}">
                        <a16:creationId xmlns:a16="http://schemas.microsoft.com/office/drawing/2014/main" id="{CFFD1D3B-D4B5-153B-8F9F-1B664F3CB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E127047E-5E52-2535-A5FB-DC7455AEBDDC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5704769C-738D-9CE2-6159-1E9B6608ED0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A9457FFC-D91E-2CE3-0D17-357B811CFE1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91E210CA-B74A-E5F8-83BD-E6434B8CF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91FC7F44-5B25-416A-4FCA-32E95202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E36CEB61-F703-5A54-1BCF-B48872AB1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A108C8CB-66B2-85A7-3F3D-25E86B9D80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19EF2BEC-E054-4E99-84B2-7A898CAB3C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07FCCC4D-3181-4F89-22AC-73EA961251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D1F7AD2F-9ED2-1EBC-1193-9D4E83AEDF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88B550C0-8A0C-0E31-00EC-269EE47132C8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6D158E0C-58A7-519F-9F56-BD42E13DB63F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B3C586AE-45C0-A979-D40B-EA1389E77447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06A07F6E-26A8-AAD7-D396-4A9BE1C5A786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27053F8F-CBDC-3922-81B3-4DF8F363BA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14B9FA4A-058E-BDF5-4DC4-92C98C890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21C091E1-BEAA-A36A-60FA-CB3C390B8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E62AB797-51F3-9848-51EA-0BF5DFD4FE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88044D02-0204-8E2A-6A1C-D40BBCE55C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91EF5FC1-9E0F-28C4-2E8B-D152AF379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3433E414-F361-3339-9C9F-FAFCF6F5A8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1" name="Group 350">
                  <a:extLst>
                    <a:ext uri="{FF2B5EF4-FFF2-40B4-BE49-F238E27FC236}">
                      <a16:creationId xmlns:a16="http://schemas.microsoft.com/office/drawing/2014/main" id="{10BE7B2B-248A-0574-B715-4D46F874CD4E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CFD92CE2-B634-B3F7-AB27-A7D5C4E16A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E4B6DF8E-8CC9-2736-90BA-922153FAB2B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4354CF5E-F54B-F8B1-1145-9EC6004444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735B0A2A-16F2-B6EE-895F-2901B198D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458A8278-64A7-9D34-5B28-18C55F1B64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B948C8A8-77D1-5F96-B8F4-092ED7F30D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BF458FB1-8189-DBB6-F14C-097727FE6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9088265C-7D87-7F47-2702-2A69AAEDB5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EB239154-17F5-472D-3ACC-65ED1A665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B967425-2C16-B70B-5843-17401CF8A07C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A326669C-CCE9-28BE-EF46-7C7E1160E2DD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7FFCF6B4-75AB-66A5-A6F9-C0ECC87E3B0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24C63C2F-DA23-A49A-AF72-C4708BDC69E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D4D0D12E-538D-C780-BE87-DF4BE6C3E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F6B402AD-C641-D76C-57E7-45D5306BD8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EA52ECE4-D464-F079-4874-8D025A637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31D07645-6856-4768-5824-6ED532FB58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C02790BE-D5E8-FFF0-7FBE-135E7406F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3FB06A5E-788C-AD83-50F5-084AEAA2F3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069EA97A-B265-F75F-8733-247D6E608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FD9633EB-F67E-E9D1-C30C-F193E54D7D6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95B53772-E521-F225-929F-ECB572321E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FB668516-F7BC-0CFC-3A8F-882DE5D5BBE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297527BA-B0FD-62A7-BC9D-08A84A6C7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15E3C541-F4A8-BD48-022F-1D85FB574C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A19AA14-2724-5BDA-0F84-33831FDC86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7BF0E16C-FBD2-8DFB-A7CB-98C348E890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0A221369-9E89-B2FD-56C7-52B428C383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BE0C70FA-C532-D668-D17F-11D1A8FD99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E39F0CCE-2972-DFA3-B2C5-6C94C8C027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8B52A2BD-D196-7732-81FF-434871C23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4725F90D-725A-779E-E115-9E6158D8A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8CD89E57-0BDF-577E-78A2-5A9F6265EF9F}"/>
              </a:ext>
            </a:extLst>
          </p:cNvPr>
          <p:cNvGrpSpPr/>
          <p:nvPr/>
        </p:nvGrpSpPr>
        <p:grpSpPr>
          <a:xfrm>
            <a:off x="6507949" y="4187118"/>
            <a:ext cx="1121934" cy="166119"/>
            <a:chOff x="6408570" y="4256222"/>
            <a:chExt cx="1121934" cy="166119"/>
          </a:xfrm>
        </p:grpSpPr>
        <p:sp>
          <p:nvSpPr>
            <p:cNvPr id="460" name="Rectangle 279">
              <a:extLst>
                <a:ext uri="{FF2B5EF4-FFF2-40B4-BE49-F238E27FC236}">
                  <a16:creationId xmlns:a16="http://schemas.microsoft.com/office/drawing/2014/main" id="{AA66CDCB-E0D9-3DCC-54AB-EFB0DF332FFD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B7CF4B81-D775-0CFE-2D6C-0D3BABE17CE6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75875798-894B-0010-6CDF-39638600E90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: Rounded Corners 462">
              <a:extLst>
                <a:ext uri="{FF2B5EF4-FFF2-40B4-BE49-F238E27FC236}">
                  <a16:creationId xmlns:a16="http://schemas.microsoft.com/office/drawing/2014/main" id="{243DAEDD-98E2-AB80-46E0-BF2B688C269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8" name="Right Brace 467">
            <a:extLst>
              <a:ext uri="{FF2B5EF4-FFF2-40B4-BE49-F238E27FC236}">
                <a16:creationId xmlns:a16="http://schemas.microsoft.com/office/drawing/2014/main" id="{20380D43-629D-485B-A535-C866913BCA32}"/>
              </a:ext>
            </a:extLst>
          </p:cNvPr>
          <p:cNvSpPr/>
          <p:nvPr/>
        </p:nvSpPr>
        <p:spPr>
          <a:xfrm>
            <a:off x="6176965" y="5592243"/>
            <a:ext cx="118827" cy="576744"/>
          </a:xfrm>
          <a:prstGeom prst="rightBrace">
            <a:avLst>
              <a:gd name="adj1" fmla="val 0"/>
              <a:gd name="adj2" fmla="val 50000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E9CE23-4345-AE20-08DA-8C394EC4BACC}"/>
              </a:ext>
            </a:extLst>
          </p:cNvPr>
          <p:cNvGrpSpPr/>
          <p:nvPr/>
        </p:nvGrpSpPr>
        <p:grpSpPr>
          <a:xfrm>
            <a:off x="8140996" y="3362911"/>
            <a:ext cx="788241" cy="787146"/>
            <a:chOff x="8140996" y="3362911"/>
            <a:chExt cx="788241" cy="78714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DBD6CCE-35D5-84DA-6020-48D7F10ED32F}"/>
                </a:ext>
              </a:extLst>
            </p:cNvPr>
            <p:cNvSpPr/>
            <p:nvPr/>
          </p:nvSpPr>
          <p:spPr>
            <a:xfrm>
              <a:off x="8140996" y="3562851"/>
              <a:ext cx="315602" cy="587206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B10B01A-BB48-9A8E-04CB-4A7356BDB3BD}"/>
                </a:ext>
              </a:extLst>
            </p:cNvPr>
            <p:cNvSpPr/>
            <p:nvPr/>
          </p:nvSpPr>
          <p:spPr>
            <a:xfrm>
              <a:off x="8361557" y="3446101"/>
              <a:ext cx="315602" cy="674464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DDB90E4B-7574-1672-C86D-CCC3C7239498}"/>
                </a:ext>
              </a:extLst>
            </p:cNvPr>
            <p:cNvSpPr/>
            <p:nvPr/>
          </p:nvSpPr>
          <p:spPr>
            <a:xfrm>
              <a:off x="8613635" y="3362911"/>
              <a:ext cx="315602" cy="747720"/>
            </a:xfrm>
            <a:custGeom>
              <a:avLst/>
              <a:gdLst>
                <a:gd name="connsiteX0" fmla="*/ 6411 w 315602"/>
                <a:gd name="connsiteY0" fmla="*/ 105023 h 587206"/>
                <a:gd name="connsiteX1" fmla="*/ 181071 w 315602"/>
                <a:gd name="connsiteY1" fmla="*/ 279684 h 587206"/>
                <a:gd name="connsiteX2" fmla="*/ 222168 w 315602"/>
                <a:gd name="connsiteY2" fmla="*/ 474893 h 587206"/>
                <a:gd name="connsiteX3" fmla="*/ 222168 w 315602"/>
                <a:gd name="connsiteY3" fmla="*/ 536538 h 587206"/>
                <a:gd name="connsiteX4" fmla="*/ 314635 w 315602"/>
                <a:gd name="connsiteY4" fmla="*/ 567360 h 587206"/>
                <a:gd name="connsiteX5" fmla="*/ 263265 w 315602"/>
                <a:gd name="connsiteY5" fmla="*/ 218039 h 587206"/>
                <a:gd name="connsiteX6" fmla="*/ 150249 w 315602"/>
                <a:gd name="connsiteY6" fmla="*/ 53652 h 587206"/>
                <a:gd name="connsiteX7" fmla="*/ 47507 w 315602"/>
                <a:gd name="connsiteY7" fmla="*/ 2282 h 587206"/>
                <a:gd name="connsiteX8" fmla="*/ 6411 w 315602"/>
                <a:gd name="connsiteY8" fmla="*/ 105023 h 58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602" h="587206">
                  <a:moveTo>
                    <a:pt x="6411" y="105023"/>
                  </a:moveTo>
                  <a:cubicBezTo>
                    <a:pt x="28672" y="151257"/>
                    <a:pt x="145112" y="218039"/>
                    <a:pt x="181071" y="279684"/>
                  </a:cubicBezTo>
                  <a:cubicBezTo>
                    <a:pt x="217030" y="341329"/>
                    <a:pt x="215318" y="432084"/>
                    <a:pt x="222168" y="474893"/>
                  </a:cubicBezTo>
                  <a:cubicBezTo>
                    <a:pt x="229018" y="517702"/>
                    <a:pt x="206757" y="521127"/>
                    <a:pt x="222168" y="536538"/>
                  </a:cubicBezTo>
                  <a:cubicBezTo>
                    <a:pt x="237579" y="551949"/>
                    <a:pt x="307786" y="620443"/>
                    <a:pt x="314635" y="567360"/>
                  </a:cubicBezTo>
                  <a:cubicBezTo>
                    <a:pt x="321484" y="514277"/>
                    <a:pt x="290663" y="303657"/>
                    <a:pt x="263265" y="218039"/>
                  </a:cubicBezTo>
                  <a:cubicBezTo>
                    <a:pt x="235867" y="132421"/>
                    <a:pt x="186209" y="89611"/>
                    <a:pt x="150249" y="53652"/>
                  </a:cubicBezTo>
                  <a:cubicBezTo>
                    <a:pt x="114289" y="17693"/>
                    <a:pt x="69768" y="-7992"/>
                    <a:pt x="47507" y="2282"/>
                  </a:cubicBezTo>
                  <a:cubicBezTo>
                    <a:pt x="25246" y="12556"/>
                    <a:pt x="-15850" y="58789"/>
                    <a:pt x="6411" y="10502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12D651E5-6523-EBE2-3D57-AFBA50740772}"/>
              </a:ext>
            </a:extLst>
          </p:cNvPr>
          <p:cNvSpPr txBox="1"/>
          <p:nvPr/>
        </p:nvSpPr>
        <p:spPr>
          <a:xfrm>
            <a:off x="4811127" y="4623368"/>
            <a:ext cx="140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Inspiratory hold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99FC5A-D8B0-6CB4-476A-C81A840A33B0}"/>
              </a:ext>
            </a:extLst>
          </p:cNvPr>
          <p:cNvSpPr/>
          <p:nvPr/>
        </p:nvSpPr>
        <p:spPr>
          <a:xfrm>
            <a:off x="10156684" y="3566631"/>
            <a:ext cx="528573" cy="706111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5727 w 739189"/>
              <a:gd name="connsiteY0" fmla="*/ 750108 h 807985"/>
              <a:gd name="connsiteX1" fmla="*/ 100977 w 739189"/>
              <a:gd name="connsiteY1" fmla="*/ 645333 h 807985"/>
              <a:gd name="connsiteX2" fmla="*/ 253377 w 739189"/>
              <a:gd name="connsiteY2" fmla="*/ 350058 h 807985"/>
              <a:gd name="connsiteX3" fmla="*/ 443877 w 739189"/>
              <a:gd name="connsiteY3" fmla="*/ 35733 h 807985"/>
              <a:gd name="connsiteX4" fmla="*/ 739152 w 739189"/>
              <a:gd name="connsiteY4" fmla="*/ 16683 h 807985"/>
              <a:gd name="connsiteX5" fmla="*/ 462927 w 739189"/>
              <a:gd name="connsiteY5" fmla="*/ 121458 h 807985"/>
              <a:gd name="connsiteX6" fmla="*/ 272427 w 739189"/>
              <a:gd name="connsiteY6" fmla="*/ 502458 h 807985"/>
              <a:gd name="connsiteX7" fmla="*/ 269360 w 739189"/>
              <a:gd name="connsiteY7" fmla="*/ 793927 h 807985"/>
              <a:gd name="connsiteX8" fmla="*/ 5727 w 739189"/>
              <a:gd name="connsiteY8" fmla="*/ 750108 h 807985"/>
              <a:gd name="connsiteX0" fmla="*/ 21132 w 656883"/>
              <a:gd name="connsiteY0" fmla="*/ 771446 h 813569"/>
              <a:gd name="connsiteX1" fmla="*/ 18671 w 656883"/>
              <a:gd name="connsiteY1" fmla="*/ 645333 h 813569"/>
              <a:gd name="connsiteX2" fmla="*/ 171071 w 656883"/>
              <a:gd name="connsiteY2" fmla="*/ 350058 h 813569"/>
              <a:gd name="connsiteX3" fmla="*/ 361571 w 656883"/>
              <a:gd name="connsiteY3" fmla="*/ 35733 h 813569"/>
              <a:gd name="connsiteX4" fmla="*/ 656846 w 656883"/>
              <a:gd name="connsiteY4" fmla="*/ 16683 h 813569"/>
              <a:gd name="connsiteX5" fmla="*/ 380621 w 656883"/>
              <a:gd name="connsiteY5" fmla="*/ 121458 h 813569"/>
              <a:gd name="connsiteX6" fmla="*/ 190121 w 656883"/>
              <a:gd name="connsiteY6" fmla="*/ 502458 h 813569"/>
              <a:gd name="connsiteX7" fmla="*/ 187054 w 656883"/>
              <a:gd name="connsiteY7" fmla="*/ 793927 h 813569"/>
              <a:gd name="connsiteX8" fmla="*/ 21132 w 656883"/>
              <a:gd name="connsiteY8" fmla="*/ 771446 h 813569"/>
              <a:gd name="connsiteX0" fmla="*/ 7169 w 642920"/>
              <a:gd name="connsiteY0" fmla="*/ 771446 h 817044"/>
              <a:gd name="connsiteX1" fmla="*/ 42708 w 642920"/>
              <a:gd name="connsiteY1" fmla="*/ 554649 h 817044"/>
              <a:gd name="connsiteX2" fmla="*/ 157108 w 642920"/>
              <a:gd name="connsiteY2" fmla="*/ 350058 h 817044"/>
              <a:gd name="connsiteX3" fmla="*/ 347608 w 642920"/>
              <a:gd name="connsiteY3" fmla="*/ 35733 h 817044"/>
              <a:gd name="connsiteX4" fmla="*/ 642883 w 642920"/>
              <a:gd name="connsiteY4" fmla="*/ 16683 h 817044"/>
              <a:gd name="connsiteX5" fmla="*/ 366658 w 642920"/>
              <a:gd name="connsiteY5" fmla="*/ 121458 h 817044"/>
              <a:gd name="connsiteX6" fmla="*/ 176158 w 642920"/>
              <a:gd name="connsiteY6" fmla="*/ 502458 h 817044"/>
              <a:gd name="connsiteX7" fmla="*/ 173091 w 642920"/>
              <a:gd name="connsiteY7" fmla="*/ 793927 h 817044"/>
              <a:gd name="connsiteX8" fmla="*/ 7169 w 642920"/>
              <a:gd name="connsiteY8" fmla="*/ 771446 h 817044"/>
              <a:gd name="connsiteX0" fmla="*/ 16384 w 614136"/>
              <a:gd name="connsiteY0" fmla="*/ 720770 h 804122"/>
              <a:gd name="connsiteX1" fmla="*/ 13924 w 614136"/>
              <a:gd name="connsiteY1" fmla="*/ 554649 h 804122"/>
              <a:gd name="connsiteX2" fmla="*/ 128324 w 614136"/>
              <a:gd name="connsiteY2" fmla="*/ 350058 h 804122"/>
              <a:gd name="connsiteX3" fmla="*/ 318824 w 614136"/>
              <a:gd name="connsiteY3" fmla="*/ 35733 h 804122"/>
              <a:gd name="connsiteX4" fmla="*/ 614099 w 614136"/>
              <a:gd name="connsiteY4" fmla="*/ 16683 h 804122"/>
              <a:gd name="connsiteX5" fmla="*/ 337874 w 614136"/>
              <a:gd name="connsiteY5" fmla="*/ 121458 h 804122"/>
              <a:gd name="connsiteX6" fmla="*/ 147374 w 614136"/>
              <a:gd name="connsiteY6" fmla="*/ 502458 h 804122"/>
              <a:gd name="connsiteX7" fmla="*/ 144307 w 614136"/>
              <a:gd name="connsiteY7" fmla="*/ 793927 h 804122"/>
              <a:gd name="connsiteX8" fmla="*/ 16384 w 614136"/>
              <a:gd name="connsiteY8" fmla="*/ 720770 h 804122"/>
              <a:gd name="connsiteX0" fmla="*/ 12033 w 609785"/>
              <a:gd name="connsiteY0" fmla="*/ 720770 h 804375"/>
              <a:gd name="connsiteX1" fmla="*/ 9573 w 609785"/>
              <a:gd name="connsiteY1" fmla="*/ 554649 h 804375"/>
              <a:gd name="connsiteX2" fmla="*/ 123973 w 609785"/>
              <a:gd name="connsiteY2" fmla="*/ 350058 h 804375"/>
              <a:gd name="connsiteX3" fmla="*/ 314473 w 609785"/>
              <a:gd name="connsiteY3" fmla="*/ 35733 h 804375"/>
              <a:gd name="connsiteX4" fmla="*/ 609748 w 609785"/>
              <a:gd name="connsiteY4" fmla="*/ 16683 h 804375"/>
              <a:gd name="connsiteX5" fmla="*/ 333523 w 609785"/>
              <a:gd name="connsiteY5" fmla="*/ 121458 h 804375"/>
              <a:gd name="connsiteX6" fmla="*/ 143023 w 609785"/>
              <a:gd name="connsiteY6" fmla="*/ 502458 h 804375"/>
              <a:gd name="connsiteX7" fmla="*/ 139956 w 609785"/>
              <a:gd name="connsiteY7" fmla="*/ 793927 h 804375"/>
              <a:gd name="connsiteX8" fmla="*/ 12033 w 609785"/>
              <a:gd name="connsiteY8" fmla="*/ 720770 h 804375"/>
              <a:gd name="connsiteX0" fmla="*/ 4465 w 602217"/>
              <a:gd name="connsiteY0" fmla="*/ 720770 h 804820"/>
              <a:gd name="connsiteX1" fmla="*/ 37290 w 602217"/>
              <a:gd name="connsiteY1" fmla="*/ 511974 h 804820"/>
              <a:gd name="connsiteX2" fmla="*/ 116405 w 602217"/>
              <a:gd name="connsiteY2" fmla="*/ 350058 h 804820"/>
              <a:gd name="connsiteX3" fmla="*/ 306905 w 602217"/>
              <a:gd name="connsiteY3" fmla="*/ 35733 h 804820"/>
              <a:gd name="connsiteX4" fmla="*/ 602180 w 602217"/>
              <a:gd name="connsiteY4" fmla="*/ 16683 h 804820"/>
              <a:gd name="connsiteX5" fmla="*/ 325955 w 602217"/>
              <a:gd name="connsiteY5" fmla="*/ 121458 h 804820"/>
              <a:gd name="connsiteX6" fmla="*/ 135455 w 602217"/>
              <a:gd name="connsiteY6" fmla="*/ 502458 h 804820"/>
              <a:gd name="connsiteX7" fmla="*/ 132388 w 602217"/>
              <a:gd name="connsiteY7" fmla="*/ 793927 h 804820"/>
              <a:gd name="connsiteX8" fmla="*/ 4465 w 602217"/>
              <a:gd name="connsiteY8" fmla="*/ 720770 h 804820"/>
              <a:gd name="connsiteX0" fmla="*/ 4382 w 602134"/>
              <a:gd name="connsiteY0" fmla="*/ 719924 h 803974"/>
              <a:gd name="connsiteX1" fmla="*/ 37207 w 602134"/>
              <a:gd name="connsiteY1" fmla="*/ 511128 h 803974"/>
              <a:gd name="connsiteX2" fmla="*/ 110894 w 602134"/>
              <a:gd name="connsiteY2" fmla="*/ 335876 h 803974"/>
              <a:gd name="connsiteX3" fmla="*/ 306822 w 602134"/>
              <a:gd name="connsiteY3" fmla="*/ 34887 h 803974"/>
              <a:gd name="connsiteX4" fmla="*/ 602097 w 602134"/>
              <a:gd name="connsiteY4" fmla="*/ 15837 h 803974"/>
              <a:gd name="connsiteX5" fmla="*/ 325872 w 602134"/>
              <a:gd name="connsiteY5" fmla="*/ 120612 h 803974"/>
              <a:gd name="connsiteX6" fmla="*/ 135372 w 602134"/>
              <a:gd name="connsiteY6" fmla="*/ 501612 h 803974"/>
              <a:gd name="connsiteX7" fmla="*/ 132305 w 602134"/>
              <a:gd name="connsiteY7" fmla="*/ 793081 h 803974"/>
              <a:gd name="connsiteX8" fmla="*/ 4382 w 602134"/>
              <a:gd name="connsiteY8" fmla="*/ 719924 h 803974"/>
              <a:gd name="connsiteX0" fmla="*/ 4382 w 602134"/>
              <a:gd name="connsiteY0" fmla="*/ 719924 h 794293"/>
              <a:gd name="connsiteX1" fmla="*/ 37207 w 602134"/>
              <a:gd name="connsiteY1" fmla="*/ 511128 h 794293"/>
              <a:gd name="connsiteX2" fmla="*/ 110894 w 602134"/>
              <a:gd name="connsiteY2" fmla="*/ 335876 h 794293"/>
              <a:gd name="connsiteX3" fmla="*/ 306822 w 602134"/>
              <a:gd name="connsiteY3" fmla="*/ 34887 h 794293"/>
              <a:gd name="connsiteX4" fmla="*/ 602097 w 602134"/>
              <a:gd name="connsiteY4" fmla="*/ 15837 h 794293"/>
              <a:gd name="connsiteX5" fmla="*/ 325872 w 602134"/>
              <a:gd name="connsiteY5" fmla="*/ 120612 h 794293"/>
              <a:gd name="connsiteX6" fmla="*/ 135372 w 602134"/>
              <a:gd name="connsiteY6" fmla="*/ 501612 h 794293"/>
              <a:gd name="connsiteX7" fmla="*/ 104762 w 602134"/>
              <a:gd name="connsiteY7" fmla="*/ 670727 h 794293"/>
              <a:gd name="connsiteX8" fmla="*/ 132305 w 602134"/>
              <a:gd name="connsiteY8" fmla="*/ 793081 h 794293"/>
              <a:gd name="connsiteX9" fmla="*/ 4382 w 602134"/>
              <a:gd name="connsiteY9" fmla="*/ 719924 h 794293"/>
              <a:gd name="connsiteX0" fmla="*/ 4731 w 602483"/>
              <a:gd name="connsiteY0" fmla="*/ 716537 h 790906"/>
              <a:gd name="connsiteX1" fmla="*/ 37556 w 602483"/>
              <a:gd name="connsiteY1" fmla="*/ 507741 h 790906"/>
              <a:gd name="connsiteX2" fmla="*/ 132957 w 602483"/>
              <a:gd name="connsiteY2" fmla="*/ 276478 h 790906"/>
              <a:gd name="connsiteX3" fmla="*/ 307171 w 602483"/>
              <a:gd name="connsiteY3" fmla="*/ 31500 h 790906"/>
              <a:gd name="connsiteX4" fmla="*/ 602446 w 602483"/>
              <a:gd name="connsiteY4" fmla="*/ 12450 h 790906"/>
              <a:gd name="connsiteX5" fmla="*/ 326221 w 602483"/>
              <a:gd name="connsiteY5" fmla="*/ 117225 h 790906"/>
              <a:gd name="connsiteX6" fmla="*/ 135721 w 602483"/>
              <a:gd name="connsiteY6" fmla="*/ 498225 h 790906"/>
              <a:gd name="connsiteX7" fmla="*/ 105111 w 602483"/>
              <a:gd name="connsiteY7" fmla="*/ 667340 h 790906"/>
              <a:gd name="connsiteX8" fmla="*/ 132654 w 602483"/>
              <a:gd name="connsiteY8" fmla="*/ 789694 h 790906"/>
              <a:gd name="connsiteX9" fmla="*/ 4731 w 602483"/>
              <a:gd name="connsiteY9" fmla="*/ 716537 h 7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483" h="790906">
                <a:moveTo>
                  <a:pt x="4731" y="716537"/>
                </a:moveTo>
                <a:cubicBezTo>
                  <a:pt x="-11119" y="669545"/>
                  <a:pt x="16185" y="581084"/>
                  <a:pt x="37556" y="507741"/>
                </a:cubicBezTo>
                <a:cubicBezTo>
                  <a:pt x="58927" y="434398"/>
                  <a:pt x="88021" y="355852"/>
                  <a:pt x="132957" y="276478"/>
                </a:cubicBezTo>
                <a:cubicBezTo>
                  <a:pt x="177893" y="197104"/>
                  <a:pt x="228923" y="75505"/>
                  <a:pt x="307171" y="31500"/>
                </a:cubicBezTo>
                <a:cubicBezTo>
                  <a:pt x="385419" y="-12505"/>
                  <a:pt x="599271" y="-1837"/>
                  <a:pt x="602446" y="12450"/>
                </a:cubicBezTo>
                <a:cubicBezTo>
                  <a:pt x="605621" y="26737"/>
                  <a:pt x="404008" y="36263"/>
                  <a:pt x="326221" y="117225"/>
                </a:cubicBezTo>
                <a:cubicBezTo>
                  <a:pt x="248434" y="198187"/>
                  <a:pt x="168954" y="405650"/>
                  <a:pt x="135721" y="498225"/>
                </a:cubicBezTo>
                <a:cubicBezTo>
                  <a:pt x="102488" y="590800"/>
                  <a:pt x="105622" y="618762"/>
                  <a:pt x="105111" y="667340"/>
                </a:cubicBezTo>
                <a:cubicBezTo>
                  <a:pt x="104600" y="715918"/>
                  <a:pt x="149384" y="781495"/>
                  <a:pt x="132654" y="789694"/>
                </a:cubicBezTo>
                <a:cubicBezTo>
                  <a:pt x="115924" y="797894"/>
                  <a:pt x="20581" y="763529"/>
                  <a:pt x="4731" y="716537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3A5D3F87-62E1-CB33-0C08-2F7D59B8A33F}"/>
              </a:ext>
            </a:extLst>
          </p:cNvPr>
          <p:cNvSpPr/>
          <p:nvPr/>
        </p:nvSpPr>
        <p:spPr>
          <a:xfrm flipV="1">
            <a:off x="10153759" y="4240810"/>
            <a:ext cx="611404" cy="553487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3538 w 737000"/>
              <a:gd name="connsiteY0" fmla="*/ 750108 h 752603"/>
              <a:gd name="connsiteX1" fmla="*/ 98788 w 737000"/>
              <a:gd name="connsiteY1" fmla="*/ 645333 h 752603"/>
              <a:gd name="connsiteX2" fmla="*/ 251188 w 737000"/>
              <a:gd name="connsiteY2" fmla="*/ 350058 h 752603"/>
              <a:gd name="connsiteX3" fmla="*/ 441688 w 737000"/>
              <a:gd name="connsiteY3" fmla="*/ 35733 h 752603"/>
              <a:gd name="connsiteX4" fmla="*/ 736963 w 737000"/>
              <a:gd name="connsiteY4" fmla="*/ 16683 h 752603"/>
              <a:gd name="connsiteX5" fmla="*/ 460738 w 737000"/>
              <a:gd name="connsiteY5" fmla="*/ 121458 h 752603"/>
              <a:gd name="connsiteX6" fmla="*/ 270238 w 737000"/>
              <a:gd name="connsiteY6" fmla="*/ 502458 h 752603"/>
              <a:gd name="connsiteX7" fmla="*/ 222613 w 737000"/>
              <a:gd name="connsiteY7" fmla="*/ 701259 h 752603"/>
              <a:gd name="connsiteX8" fmla="*/ 3538 w 737000"/>
              <a:gd name="connsiteY8" fmla="*/ 750108 h 752603"/>
              <a:gd name="connsiteX0" fmla="*/ 37600 w 644855"/>
              <a:gd name="connsiteY0" fmla="*/ 759939 h 761876"/>
              <a:gd name="connsiteX1" fmla="*/ 6643 w 644855"/>
              <a:gd name="connsiteY1" fmla="*/ 645333 h 761876"/>
              <a:gd name="connsiteX2" fmla="*/ 159043 w 644855"/>
              <a:gd name="connsiteY2" fmla="*/ 350058 h 761876"/>
              <a:gd name="connsiteX3" fmla="*/ 349543 w 644855"/>
              <a:gd name="connsiteY3" fmla="*/ 35733 h 761876"/>
              <a:gd name="connsiteX4" fmla="*/ 644818 w 644855"/>
              <a:gd name="connsiteY4" fmla="*/ 16683 h 761876"/>
              <a:gd name="connsiteX5" fmla="*/ 368593 w 644855"/>
              <a:gd name="connsiteY5" fmla="*/ 121458 h 761876"/>
              <a:gd name="connsiteX6" fmla="*/ 178093 w 644855"/>
              <a:gd name="connsiteY6" fmla="*/ 502458 h 761876"/>
              <a:gd name="connsiteX7" fmla="*/ 130468 w 644855"/>
              <a:gd name="connsiteY7" fmla="*/ 701259 h 761876"/>
              <a:gd name="connsiteX8" fmla="*/ 37600 w 644855"/>
              <a:gd name="connsiteY8" fmla="*/ 759939 h 761876"/>
              <a:gd name="connsiteX0" fmla="*/ 12056 w 619311"/>
              <a:gd name="connsiteY0" fmla="*/ 759939 h 763137"/>
              <a:gd name="connsiteX1" fmla="*/ 14437 w 619311"/>
              <a:gd name="connsiteY1" fmla="*/ 622394 h 763137"/>
              <a:gd name="connsiteX2" fmla="*/ 133499 w 619311"/>
              <a:gd name="connsiteY2" fmla="*/ 350058 h 763137"/>
              <a:gd name="connsiteX3" fmla="*/ 323999 w 619311"/>
              <a:gd name="connsiteY3" fmla="*/ 35733 h 763137"/>
              <a:gd name="connsiteX4" fmla="*/ 619274 w 619311"/>
              <a:gd name="connsiteY4" fmla="*/ 16683 h 763137"/>
              <a:gd name="connsiteX5" fmla="*/ 343049 w 619311"/>
              <a:gd name="connsiteY5" fmla="*/ 121458 h 763137"/>
              <a:gd name="connsiteX6" fmla="*/ 152549 w 619311"/>
              <a:gd name="connsiteY6" fmla="*/ 502458 h 763137"/>
              <a:gd name="connsiteX7" fmla="*/ 104924 w 619311"/>
              <a:gd name="connsiteY7" fmla="*/ 701259 h 763137"/>
              <a:gd name="connsiteX8" fmla="*/ 12056 w 619311"/>
              <a:gd name="connsiteY8" fmla="*/ 759939 h 763137"/>
              <a:gd name="connsiteX0" fmla="*/ 13264 w 620519"/>
              <a:gd name="connsiteY0" fmla="*/ 759939 h 761307"/>
              <a:gd name="connsiteX1" fmla="*/ 15645 w 620519"/>
              <a:gd name="connsiteY1" fmla="*/ 622394 h 761307"/>
              <a:gd name="connsiteX2" fmla="*/ 134707 w 620519"/>
              <a:gd name="connsiteY2" fmla="*/ 350058 h 761307"/>
              <a:gd name="connsiteX3" fmla="*/ 325207 w 620519"/>
              <a:gd name="connsiteY3" fmla="*/ 35733 h 761307"/>
              <a:gd name="connsiteX4" fmla="*/ 620482 w 620519"/>
              <a:gd name="connsiteY4" fmla="*/ 16683 h 761307"/>
              <a:gd name="connsiteX5" fmla="*/ 344257 w 620519"/>
              <a:gd name="connsiteY5" fmla="*/ 121458 h 761307"/>
              <a:gd name="connsiteX6" fmla="*/ 153757 w 620519"/>
              <a:gd name="connsiteY6" fmla="*/ 502458 h 761307"/>
              <a:gd name="connsiteX7" fmla="*/ 125182 w 620519"/>
              <a:gd name="connsiteY7" fmla="*/ 681597 h 761307"/>
              <a:gd name="connsiteX8" fmla="*/ 13264 w 620519"/>
              <a:gd name="connsiteY8" fmla="*/ 759939 h 761307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529"/>
              <a:gd name="connsiteX1" fmla="*/ 30995 w 612056"/>
              <a:gd name="connsiteY1" fmla="*/ 612563 h 761529"/>
              <a:gd name="connsiteX2" fmla="*/ 126244 w 612056"/>
              <a:gd name="connsiteY2" fmla="*/ 350058 h 761529"/>
              <a:gd name="connsiteX3" fmla="*/ 316744 w 612056"/>
              <a:gd name="connsiteY3" fmla="*/ 35733 h 761529"/>
              <a:gd name="connsiteX4" fmla="*/ 612019 w 612056"/>
              <a:gd name="connsiteY4" fmla="*/ 16683 h 761529"/>
              <a:gd name="connsiteX5" fmla="*/ 335794 w 612056"/>
              <a:gd name="connsiteY5" fmla="*/ 121458 h 761529"/>
              <a:gd name="connsiteX6" fmla="*/ 145294 w 612056"/>
              <a:gd name="connsiteY6" fmla="*/ 502458 h 761529"/>
              <a:gd name="connsiteX7" fmla="*/ 116719 w 612056"/>
              <a:gd name="connsiteY7" fmla="*/ 681597 h 761529"/>
              <a:gd name="connsiteX8" fmla="*/ 4801 w 612056"/>
              <a:gd name="connsiteY8" fmla="*/ 759939 h 761529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150 w 611404"/>
              <a:gd name="connsiteY0" fmla="*/ 759939 h 761687"/>
              <a:gd name="connsiteX1" fmla="*/ 30344 w 611404"/>
              <a:gd name="connsiteY1" fmla="*/ 612563 h 761687"/>
              <a:gd name="connsiteX2" fmla="*/ 125593 w 611404"/>
              <a:gd name="connsiteY2" fmla="*/ 350058 h 761687"/>
              <a:gd name="connsiteX3" fmla="*/ 316093 w 611404"/>
              <a:gd name="connsiteY3" fmla="*/ 35733 h 761687"/>
              <a:gd name="connsiteX4" fmla="*/ 611368 w 611404"/>
              <a:gd name="connsiteY4" fmla="*/ 16683 h 761687"/>
              <a:gd name="connsiteX5" fmla="*/ 335143 w 611404"/>
              <a:gd name="connsiteY5" fmla="*/ 121458 h 761687"/>
              <a:gd name="connsiteX6" fmla="*/ 156549 w 611404"/>
              <a:gd name="connsiteY6" fmla="*/ 505736 h 761687"/>
              <a:gd name="connsiteX7" fmla="*/ 106543 w 611404"/>
              <a:gd name="connsiteY7" fmla="*/ 681597 h 761687"/>
              <a:gd name="connsiteX8" fmla="*/ 4150 w 611404"/>
              <a:gd name="connsiteY8" fmla="*/ 759939 h 7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404" h="761687">
                <a:moveTo>
                  <a:pt x="4150" y="759939"/>
                </a:moveTo>
                <a:cubicBezTo>
                  <a:pt x="-8550" y="748433"/>
                  <a:pt x="10104" y="680876"/>
                  <a:pt x="30344" y="612563"/>
                </a:cubicBezTo>
                <a:cubicBezTo>
                  <a:pt x="50584" y="544250"/>
                  <a:pt x="77968" y="446196"/>
                  <a:pt x="125593" y="350058"/>
                </a:cubicBezTo>
                <a:cubicBezTo>
                  <a:pt x="173218" y="253920"/>
                  <a:pt x="235131" y="91296"/>
                  <a:pt x="316093" y="35733"/>
                </a:cubicBezTo>
                <a:cubicBezTo>
                  <a:pt x="397056" y="-19830"/>
                  <a:pt x="608193" y="2396"/>
                  <a:pt x="611368" y="16683"/>
                </a:cubicBezTo>
                <a:cubicBezTo>
                  <a:pt x="614543" y="30970"/>
                  <a:pt x="410946" y="39949"/>
                  <a:pt x="335143" y="121458"/>
                </a:cubicBezTo>
                <a:cubicBezTo>
                  <a:pt x="259340" y="202967"/>
                  <a:pt x="195443" y="408797"/>
                  <a:pt x="156549" y="505736"/>
                </a:cubicBezTo>
                <a:cubicBezTo>
                  <a:pt x="124799" y="589566"/>
                  <a:pt x="124799" y="639229"/>
                  <a:pt x="106543" y="681597"/>
                </a:cubicBezTo>
                <a:cubicBezTo>
                  <a:pt x="88287" y="723965"/>
                  <a:pt x="16850" y="771445"/>
                  <a:pt x="4150" y="759939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Obj 1">
            <a:hlinkClick r:id="rId4" action="ppaction://hlinksldjump"/>
            <a:extLst>
              <a:ext uri="{FF2B5EF4-FFF2-40B4-BE49-F238E27FC236}">
                <a16:creationId xmlns:a16="http://schemas.microsoft.com/office/drawing/2014/main" id="{33AF33E8-D574-9397-CEC2-EDE043609ACE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235" name="Obj 2">
            <a:hlinkClick r:id="" action="ppaction://noaction"/>
            <a:extLst>
              <a:ext uri="{FF2B5EF4-FFF2-40B4-BE49-F238E27FC236}">
                <a16:creationId xmlns:a16="http://schemas.microsoft.com/office/drawing/2014/main" id="{CBA424A9-46E9-E572-69F1-CF310A3E856A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236" name="Obj 3">
            <a:hlinkClick r:id="rId5" action="ppaction://hlinksldjump"/>
            <a:extLst>
              <a:ext uri="{FF2B5EF4-FFF2-40B4-BE49-F238E27FC236}">
                <a16:creationId xmlns:a16="http://schemas.microsoft.com/office/drawing/2014/main" id="{59ACF3E0-ED0C-D6B6-E26F-4149C4C62890}"/>
              </a:ext>
            </a:extLst>
          </p:cNvPr>
          <p:cNvSpPr/>
          <p:nvPr/>
        </p:nvSpPr>
        <p:spPr>
          <a:xfrm>
            <a:off x="167950" y="274797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</a:t>
            </a:r>
          </a:p>
        </p:txBody>
      </p:sp>
      <p:sp>
        <p:nvSpPr>
          <p:cNvPr id="241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FF2BFEA8-1B53-8698-F3A1-F5F7220CB780}"/>
              </a:ext>
            </a:extLst>
          </p:cNvPr>
          <p:cNvSpPr/>
          <p:nvPr/>
        </p:nvSpPr>
        <p:spPr>
          <a:xfrm>
            <a:off x="427769" y="1173650"/>
            <a:ext cx="121441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peak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3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D1891F59-7830-AFB6-04BB-51644EF3D36D}"/>
              </a:ext>
            </a:extLst>
          </p:cNvPr>
          <p:cNvSpPr/>
          <p:nvPr/>
        </p:nvSpPr>
        <p:spPr>
          <a:xfrm>
            <a:off x="427769" y="1688386"/>
            <a:ext cx="1214417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baseline="-25000" dirty="0" err="1">
                <a:solidFill>
                  <a:schemeClr val="tx1"/>
                </a:solidFill>
              </a:rPr>
              <a:t>plateau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5961E925-6F3C-43E2-C3A7-02636F3AA3DE}"/>
              </a:ext>
            </a:extLst>
          </p:cNvPr>
          <p:cNvCxnSpPr>
            <a:cxnSpLocks/>
            <a:endCxn id="241" idx="1"/>
          </p:cNvCxnSpPr>
          <p:nvPr/>
        </p:nvCxnSpPr>
        <p:spPr>
          <a:xfrm rot="16200000" flipH="1">
            <a:off x="199936" y="1129807"/>
            <a:ext cx="304522" cy="15114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E5110E6D-124C-0B73-DCA3-20B5485B24A6}"/>
              </a:ext>
            </a:extLst>
          </p:cNvPr>
          <p:cNvCxnSpPr>
            <a:cxnSpLocks/>
            <a:endCxn id="243" idx="1"/>
          </p:cNvCxnSpPr>
          <p:nvPr/>
        </p:nvCxnSpPr>
        <p:spPr>
          <a:xfrm rot="16200000" flipH="1">
            <a:off x="95384" y="1538881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30CE6B94-3977-5DB3-7B23-755F5531F6BE}"/>
              </a:ext>
            </a:extLst>
          </p:cNvPr>
          <p:cNvSpPr/>
          <p:nvPr/>
        </p:nvSpPr>
        <p:spPr>
          <a:xfrm>
            <a:off x="427769" y="2226726"/>
            <a:ext cx="1214417" cy="365760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</a:t>
            </a:r>
            <a:r>
              <a:rPr lang="en-US" baseline="-25000" dirty="0" err="1">
                <a:solidFill>
                  <a:schemeClr val="bg1"/>
                </a:solidFill>
              </a:rPr>
              <a:t>driving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A70752FE-95BD-D0BB-7BB4-B91F51FA93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384" y="2073287"/>
            <a:ext cx="513628" cy="15114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CBAE56B5-17D8-0502-FCCC-57522D9AFE6F}"/>
              </a:ext>
            </a:extLst>
          </p:cNvPr>
          <p:cNvSpPr/>
          <p:nvPr/>
        </p:nvSpPr>
        <p:spPr>
          <a:xfrm>
            <a:off x="2011529" y="4936531"/>
            <a:ext cx="8795469" cy="1270472"/>
          </a:xfrm>
          <a:custGeom>
            <a:avLst/>
            <a:gdLst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51560 h 1085850"/>
              <a:gd name="connsiteX9" fmla="*/ 4983480 w 8343900"/>
              <a:gd name="connsiteY9" fmla="*/ 1017270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51560 h 1085850"/>
              <a:gd name="connsiteX9" fmla="*/ 4983480 w 8343900"/>
              <a:gd name="connsiteY9" fmla="*/ 1083945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83945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69280 w 8343900"/>
              <a:gd name="connsiteY12" fmla="*/ 480060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83480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6299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8204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82040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23110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18348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20340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18348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6299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16" fmla="*/ 8343900 w 8343900"/>
              <a:gd name="connsiteY16" fmla="*/ 106299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6299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5156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17270 w 8343900"/>
              <a:gd name="connsiteY4" fmla="*/ 108585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38010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34627 w 8343900"/>
              <a:gd name="connsiteY8" fmla="*/ 1075372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4997768 w 8343900"/>
              <a:gd name="connsiteY9" fmla="*/ 1079182 h 1085850"/>
              <a:gd name="connsiteX10" fmla="*/ 5006340 w 8343900"/>
              <a:gd name="connsiteY10" fmla="*/ 491490 h 1085850"/>
              <a:gd name="connsiteX11" fmla="*/ 5657850 w 8343900"/>
              <a:gd name="connsiteY11" fmla="*/ 0 h 1085850"/>
              <a:gd name="connsiteX12" fmla="*/ 5650230 w 8343900"/>
              <a:gd name="connsiteY12" fmla="*/ 484823 h 1085850"/>
              <a:gd name="connsiteX13" fmla="*/ 6981287 w 8343900"/>
              <a:gd name="connsiteY13" fmla="*/ 480060 h 1085850"/>
              <a:gd name="connsiteX14" fmla="*/ 6960870 w 8343900"/>
              <a:gd name="connsiteY14" fmla="*/ 1085850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4997768 w 8343900"/>
              <a:gd name="connsiteY10" fmla="*/ 1079182 h 1085850"/>
              <a:gd name="connsiteX11" fmla="*/ 5006340 w 8343900"/>
              <a:gd name="connsiteY11" fmla="*/ 491490 h 1085850"/>
              <a:gd name="connsiteX12" fmla="*/ 5657850 w 8343900"/>
              <a:gd name="connsiteY12" fmla="*/ 0 h 1085850"/>
              <a:gd name="connsiteX13" fmla="*/ 5650230 w 8343900"/>
              <a:gd name="connsiteY13" fmla="*/ 484823 h 1085850"/>
              <a:gd name="connsiteX14" fmla="*/ 6981287 w 8343900"/>
              <a:gd name="connsiteY14" fmla="*/ 480060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930018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112673"/>
              <a:gd name="connsiteX1" fmla="*/ 320040 w 8343900"/>
              <a:gd name="connsiteY1" fmla="*/ 1074420 h 1112673"/>
              <a:gd name="connsiteX2" fmla="*/ 331470 w 8343900"/>
              <a:gd name="connsiteY2" fmla="*/ 480060 h 1112673"/>
              <a:gd name="connsiteX3" fmla="*/ 1005840 w 8343900"/>
              <a:gd name="connsiteY3" fmla="*/ 45720 h 1112673"/>
              <a:gd name="connsiteX4" fmla="*/ 1002030 w 8343900"/>
              <a:gd name="connsiteY4" fmla="*/ 1078230 h 1112673"/>
              <a:gd name="connsiteX5" fmla="*/ 2004061 w 8343900"/>
              <a:gd name="connsiteY5" fmla="*/ 1074420 h 1112673"/>
              <a:gd name="connsiteX6" fmla="*/ 2011680 w 8343900"/>
              <a:gd name="connsiteY6" fmla="*/ 434340 h 1112673"/>
              <a:gd name="connsiteX7" fmla="*/ 2720340 w 8343900"/>
              <a:gd name="connsiteY7" fmla="*/ 22860 h 1112673"/>
              <a:gd name="connsiteX8" fmla="*/ 2715177 w 8343900"/>
              <a:gd name="connsiteY8" fmla="*/ 566066 h 1112673"/>
              <a:gd name="connsiteX9" fmla="*/ 3852217 w 8343900"/>
              <a:gd name="connsiteY9" fmla="*/ 575338 h 1112673"/>
              <a:gd name="connsiteX10" fmla="*/ 3861942 w 8343900"/>
              <a:gd name="connsiteY10" fmla="*/ 1058301 h 1112673"/>
              <a:gd name="connsiteX11" fmla="*/ 4997768 w 8343900"/>
              <a:gd name="connsiteY11" fmla="*/ 1079182 h 1112673"/>
              <a:gd name="connsiteX12" fmla="*/ 5006340 w 8343900"/>
              <a:gd name="connsiteY12" fmla="*/ 491490 h 1112673"/>
              <a:gd name="connsiteX13" fmla="*/ 5657850 w 8343900"/>
              <a:gd name="connsiteY13" fmla="*/ 0 h 1112673"/>
              <a:gd name="connsiteX14" fmla="*/ 5650230 w 8343900"/>
              <a:gd name="connsiteY14" fmla="*/ 484823 h 1112673"/>
              <a:gd name="connsiteX15" fmla="*/ 6981287 w 8343900"/>
              <a:gd name="connsiteY15" fmla="*/ 480060 h 1112673"/>
              <a:gd name="connsiteX16" fmla="*/ 6960870 w 8343900"/>
              <a:gd name="connsiteY16" fmla="*/ 1085850 h 1112673"/>
              <a:gd name="connsiteX17" fmla="*/ 8343900 w 8343900"/>
              <a:gd name="connsiteY17" fmla="*/ 1085850 h 1112673"/>
              <a:gd name="connsiteX0" fmla="*/ 0 w 8343900"/>
              <a:gd name="connsiteY0" fmla="*/ 1072515 h 1091882"/>
              <a:gd name="connsiteX1" fmla="*/ 320040 w 8343900"/>
              <a:gd name="connsiteY1" fmla="*/ 1074420 h 1091882"/>
              <a:gd name="connsiteX2" fmla="*/ 331470 w 8343900"/>
              <a:gd name="connsiteY2" fmla="*/ 480060 h 1091882"/>
              <a:gd name="connsiteX3" fmla="*/ 1005840 w 8343900"/>
              <a:gd name="connsiteY3" fmla="*/ 45720 h 1091882"/>
              <a:gd name="connsiteX4" fmla="*/ 1002030 w 8343900"/>
              <a:gd name="connsiteY4" fmla="*/ 1078230 h 1091882"/>
              <a:gd name="connsiteX5" fmla="*/ 2004061 w 8343900"/>
              <a:gd name="connsiteY5" fmla="*/ 1074420 h 1091882"/>
              <a:gd name="connsiteX6" fmla="*/ 2011680 w 8343900"/>
              <a:gd name="connsiteY6" fmla="*/ 434340 h 1091882"/>
              <a:gd name="connsiteX7" fmla="*/ 2720340 w 8343900"/>
              <a:gd name="connsiteY7" fmla="*/ 22860 h 1091882"/>
              <a:gd name="connsiteX8" fmla="*/ 2715177 w 8343900"/>
              <a:gd name="connsiteY8" fmla="*/ 566066 h 1091882"/>
              <a:gd name="connsiteX9" fmla="*/ 3852217 w 8343900"/>
              <a:gd name="connsiteY9" fmla="*/ 575338 h 1091882"/>
              <a:gd name="connsiteX10" fmla="*/ 3861942 w 8343900"/>
              <a:gd name="connsiteY10" fmla="*/ 1058301 h 1091882"/>
              <a:gd name="connsiteX11" fmla="*/ 4997768 w 8343900"/>
              <a:gd name="connsiteY11" fmla="*/ 1079182 h 1091882"/>
              <a:gd name="connsiteX12" fmla="*/ 5006340 w 8343900"/>
              <a:gd name="connsiteY12" fmla="*/ 491490 h 1091882"/>
              <a:gd name="connsiteX13" fmla="*/ 5657850 w 8343900"/>
              <a:gd name="connsiteY13" fmla="*/ 0 h 1091882"/>
              <a:gd name="connsiteX14" fmla="*/ 5650230 w 8343900"/>
              <a:gd name="connsiteY14" fmla="*/ 484823 h 1091882"/>
              <a:gd name="connsiteX15" fmla="*/ 6981287 w 8343900"/>
              <a:gd name="connsiteY15" fmla="*/ 480060 h 1091882"/>
              <a:gd name="connsiteX16" fmla="*/ 6960870 w 8343900"/>
              <a:gd name="connsiteY16" fmla="*/ 1085850 h 1091882"/>
              <a:gd name="connsiteX17" fmla="*/ 8343900 w 8343900"/>
              <a:gd name="connsiteY17" fmla="*/ 1085850 h 1091882"/>
              <a:gd name="connsiteX0" fmla="*/ 0 w 8343900"/>
              <a:gd name="connsiteY0" fmla="*/ 1072515 h 1096256"/>
              <a:gd name="connsiteX1" fmla="*/ 320040 w 8343900"/>
              <a:gd name="connsiteY1" fmla="*/ 1074420 h 1096256"/>
              <a:gd name="connsiteX2" fmla="*/ 331470 w 8343900"/>
              <a:gd name="connsiteY2" fmla="*/ 480060 h 1096256"/>
              <a:gd name="connsiteX3" fmla="*/ 1005840 w 8343900"/>
              <a:gd name="connsiteY3" fmla="*/ 45720 h 1096256"/>
              <a:gd name="connsiteX4" fmla="*/ 1002030 w 8343900"/>
              <a:gd name="connsiteY4" fmla="*/ 1078230 h 1096256"/>
              <a:gd name="connsiteX5" fmla="*/ 2004061 w 8343900"/>
              <a:gd name="connsiteY5" fmla="*/ 1074420 h 1096256"/>
              <a:gd name="connsiteX6" fmla="*/ 2011680 w 8343900"/>
              <a:gd name="connsiteY6" fmla="*/ 434340 h 1096256"/>
              <a:gd name="connsiteX7" fmla="*/ 2720340 w 8343900"/>
              <a:gd name="connsiteY7" fmla="*/ 22860 h 1096256"/>
              <a:gd name="connsiteX8" fmla="*/ 2715177 w 8343900"/>
              <a:gd name="connsiteY8" fmla="*/ 566066 h 1096256"/>
              <a:gd name="connsiteX9" fmla="*/ 3852217 w 8343900"/>
              <a:gd name="connsiteY9" fmla="*/ 575338 h 1096256"/>
              <a:gd name="connsiteX10" fmla="*/ 3861942 w 8343900"/>
              <a:gd name="connsiteY10" fmla="*/ 1075864 h 1096256"/>
              <a:gd name="connsiteX11" fmla="*/ 4997768 w 8343900"/>
              <a:gd name="connsiteY11" fmla="*/ 1079182 h 1096256"/>
              <a:gd name="connsiteX12" fmla="*/ 5006340 w 8343900"/>
              <a:gd name="connsiteY12" fmla="*/ 491490 h 1096256"/>
              <a:gd name="connsiteX13" fmla="*/ 5657850 w 8343900"/>
              <a:gd name="connsiteY13" fmla="*/ 0 h 1096256"/>
              <a:gd name="connsiteX14" fmla="*/ 5650230 w 8343900"/>
              <a:gd name="connsiteY14" fmla="*/ 484823 h 1096256"/>
              <a:gd name="connsiteX15" fmla="*/ 6981287 w 8343900"/>
              <a:gd name="connsiteY15" fmla="*/ 480060 h 1096256"/>
              <a:gd name="connsiteX16" fmla="*/ 6960870 w 8343900"/>
              <a:gd name="connsiteY16" fmla="*/ 1085850 h 1096256"/>
              <a:gd name="connsiteX17" fmla="*/ 8343900 w 8343900"/>
              <a:gd name="connsiteY17" fmla="*/ 1085850 h 1096256"/>
              <a:gd name="connsiteX0" fmla="*/ 0 w 8343900"/>
              <a:gd name="connsiteY0" fmla="*/ 1072515 h 1090827"/>
              <a:gd name="connsiteX1" fmla="*/ 320040 w 8343900"/>
              <a:gd name="connsiteY1" fmla="*/ 1074420 h 1090827"/>
              <a:gd name="connsiteX2" fmla="*/ 331470 w 8343900"/>
              <a:gd name="connsiteY2" fmla="*/ 480060 h 1090827"/>
              <a:gd name="connsiteX3" fmla="*/ 1005840 w 8343900"/>
              <a:gd name="connsiteY3" fmla="*/ 45720 h 1090827"/>
              <a:gd name="connsiteX4" fmla="*/ 1002030 w 8343900"/>
              <a:gd name="connsiteY4" fmla="*/ 1078230 h 1090827"/>
              <a:gd name="connsiteX5" fmla="*/ 2004061 w 8343900"/>
              <a:gd name="connsiteY5" fmla="*/ 1074420 h 1090827"/>
              <a:gd name="connsiteX6" fmla="*/ 2011680 w 8343900"/>
              <a:gd name="connsiteY6" fmla="*/ 434340 h 1090827"/>
              <a:gd name="connsiteX7" fmla="*/ 2720340 w 8343900"/>
              <a:gd name="connsiteY7" fmla="*/ 22860 h 1090827"/>
              <a:gd name="connsiteX8" fmla="*/ 2715177 w 8343900"/>
              <a:gd name="connsiteY8" fmla="*/ 566066 h 1090827"/>
              <a:gd name="connsiteX9" fmla="*/ 3852217 w 8343900"/>
              <a:gd name="connsiteY9" fmla="*/ 575338 h 1090827"/>
              <a:gd name="connsiteX10" fmla="*/ 3861942 w 8343900"/>
              <a:gd name="connsiteY10" fmla="*/ 1075864 h 1090827"/>
              <a:gd name="connsiteX11" fmla="*/ 4997768 w 8343900"/>
              <a:gd name="connsiteY11" fmla="*/ 1079182 h 1090827"/>
              <a:gd name="connsiteX12" fmla="*/ 5006340 w 8343900"/>
              <a:gd name="connsiteY12" fmla="*/ 491490 h 1090827"/>
              <a:gd name="connsiteX13" fmla="*/ 5657850 w 8343900"/>
              <a:gd name="connsiteY13" fmla="*/ 0 h 1090827"/>
              <a:gd name="connsiteX14" fmla="*/ 5650230 w 8343900"/>
              <a:gd name="connsiteY14" fmla="*/ 484823 h 1090827"/>
              <a:gd name="connsiteX15" fmla="*/ 6981287 w 8343900"/>
              <a:gd name="connsiteY15" fmla="*/ 480060 h 1090827"/>
              <a:gd name="connsiteX16" fmla="*/ 6960870 w 8343900"/>
              <a:gd name="connsiteY16" fmla="*/ 1085850 h 1090827"/>
              <a:gd name="connsiteX17" fmla="*/ 8343900 w 8343900"/>
              <a:gd name="connsiteY17" fmla="*/ 1085850 h 1090827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50230 w 8343900"/>
              <a:gd name="connsiteY14" fmla="*/ 484823 h 1085850"/>
              <a:gd name="connsiteX15" fmla="*/ 6981287 w 8343900"/>
              <a:gd name="connsiteY15" fmla="*/ 480060 h 1085850"/>
              <a:gd name="connsiteX16" fmla="*/ 6960870 w 8343900"/>
              <a:gd name="connsiteY16" fmla="*/ 1085850 h 1085850"/>
              <a:gd name="connsiteX17" fmla="*/ 8343900 w 8343900"/>
              <a:gd name="connsiteY17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50230 w 8343900"/>
              <a:gd name="connsiteY14" fmla="*/ 484823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92673"/>
              <a:gd name="connsiteX1" fmla="*/ 320040 w 8343900"/>
              <a:gd name="connsiteY1" fmla="*/ 1074420 h 1092673"/>
              <a:gd name="connsiteX2" fmla="*/ 331470 w 8343900"/>
              <a:gd name="connsiteY2" fmla="*/ 480060 h 1092673"/>
              <a:gd name="connsiteX3" fmla="*/ 1005840 w 8343900"/>
              <a:gd name="connsiteY3" fmla="*/ 45720 h 1092673"/>
              <a:gd name="connsiteX4" fmla="*/ 1002030 w 8343900"/>
              <a:gd name="connsiteY4" fmla="*/ 1078230 h 1092673"/>
              <a:gd name="connsiteX5" fmla="*/ 2004061 w 8343900"/>
              <a:gd name="connsiteY5" fmla="*/ 1074420 h 1092673"/>
              <a:gd name="connsiteX6" fmla="*/ 2011680 w 8343900"/>
              <a:gd name="connsiteY6" fmla="*/ 434340 h 1092673"/>
              <a:gd name="connsiteX7" fmla="*/ 2720340 w 8343900"/>
              <a:gd name="connsiteY7" fmla="*/ 22860 h 1092673"/>
              <a:gd name="connsiteX8" fmla="*/ 2715177 w 8343900"/>
              <a:gd name="connsiteY8" fmla="*/ 566066 h 1092673"/>
              <a:gd name="connsiteX9" fmla="*/ 3852217 w 8343900"/>
              <a:gd name="connsiteY9" fmla="*/ 575338 h 1092673"/>
              <a:gd name="connsiteX10" fmla="*/ 3861942 w 8343900"/>
              <a:gd name="connsiteY10" fmla="*/ 1075864 h 1092673"/>
              <a:gd name="connsiteX11" fmla="*/ 4997768 w 8343900"/>
              <a:gd name="connsiteY11" fmla="*/ 1079182 h 1092673"/>
              <a:gd name="connsiteX12" fmla="*/ 5006340 w 8343900"/>
              <a:gd name="connsiteY12" fmla="*/ 491490 h 1092673"/>
              <a:gd name="connsiteX13" fmla="*/ 5657850 w 8343900"/>
              <a:gd name="connsiteY13" fmla="*/ 0 h 1092673"/>
              <a:gd name="connsiteX14" fmla="*/ 5677707 w 8343900"/>
              <a:gd name="connsiteY14" fmla="*/ 1092673 h 1092673"/>
              <a:gd name="connsiteX15" fmla="*/ 6960870 w 8343900"/>
              <a:gd name="connsiteY15" fmla="*/ 1085850 h 1092673"/>
              <a:gd name="connsiteX16" fmla="*/ 8343900 w 8343900"/>
              <a:gd name="connsiteY16" fmla="*/ 1085850 h 1092673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55458 h 1085850"/>
              <a:gd name="connsiteX15" fmla="*/ 6960870 w 8343900"/>
              <a:gd name="connsiteY15" fmla="*/ 1085850 h 1085850"/>
              <a:gd name="connsiteX16" fmla="*/ 8343900 w 8343900"/>
              <a:gd name="connsiteY16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55458 h 1085850"/>
              <a:gd name="connsiteX15" fmla="*/ 8343900 w 8343900"/>
              <a:gd name="connsiteY15" fmla="*/ 1085850 h 1085850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2669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92674"/>
              <a:gd name="connsiteX1" fmla="*/ 320040 w 8343900"/>
              <a:gd name="connsiteY1" fmla="*/ 1074420 h 1092674"/>
              <a:gd name="connsiteX2" fmla="*/ 331470 w 8343900"/>
              <a:gd name="connsiteY2" fmla="*/ 480060 h 1092674"/>
              <a:gd name="connsiteX3" fmla="*/ 1005840 w 8343900"/>
              <a:gd name="connsiteY3" fmla="*/ 45720 h 1092674"/>
              <a:gd name="connsiteX4" fmla="*/ 1002030 w 8343900"/>
              <a:gd name="connsiteY4" fmla="*/ 1078230 h 1092674"/>
              <a:gd name="connsiteX5" fmla="*/ 2004061 w 8343900"/>
              <a:gd name="connsiteY5" fmla="*/ 1074420 h 1092674"/>
              <a:gd name="connsiteX6" fmla="*/ 2011680 w 8343900"/>
              <a:gd name="connsiteY6" fmla="*/ 434340 h 1092674"/>
              <a:gd name="connsiteX7" fmla="*/ 2720340 w 8343900"/>
              <a:gd name="connsiteY7" fmla="*/ 22860 h 1092674"/>
              <a:gd name="connsiteX8" fmla="*/ 2715177 w 8343900"/>
              <a:gd name="connsiteY8" fmla="*/ 566066 h 1092674"/>
              <a:gd name="connsiteX9" fmla="*/ 3852217 w 8343900"/>
              <a:gd name="connsiteY9" fmla="*/ 575338 h 1092674"/>
              <a:gd name="connsiteX10" fmla="*/ 3861942 w 8343900"/>
              <a:gd name="connsiteY10" fmla="*/ 1075864 h 1092674"/>
              <a:gd name="connsiteX11" fmla="*/ 4997768 w 8343900"/>
              <a:gd name="connsiteY11" fmla="*/ 1079182 h 1092674"/>
              <a:gd name="connsiteX12" fmla="*/ 5006340 w 8343900"/>
              <a:gd name="connsiteY12" fmla="*/ 491490 h 1092674"/>
              <a:gd name="connsiteX13" fmla="*/ 5657850 w 8343900"/>
              <a:gd name="connsiteY13" fmla="*/ 0 h 1092674"/>
              <a:gd name="connsiteX14" fmla="*/ 5677707 w 8343900"/>
              <a:gd name="connsiteY14" fmla="*/ 1092674 h 1092674"/>
              <a:gd name="connsiteX15" fmla="*/ 8343900 w 8343900"/>
              <a:gd name="connsiteY15" fmla="*/ 1085850 h 1092674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7768 w 8343900"/>
              <a:gd name="connsiteY11" fmla="*/ 1066156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5004981 w 8343900"/>
              <a:gd name="connsiteY11" fmla="*/ 1085694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0556 w 8343900"/>
              <a:gd name="connsiteY11" fmla="*/ 1053131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90556 w 8343900"/>
              <a:gd name="connsiteY11" fmla="*/ 1066156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61942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66066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85604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43900"/>
              <a:gd name="connsiteY0" fmla="*/ 1072515 h 1085850"/>
              <a:gd name="connsiteX1" fmla="*/ 320040 w 8343900"/>
              <a:gd name="connsiteY1" fmla="*/ 1074420 h 1085850"/>
              <a:gd name="connsiteX2" fmla="*/ 331470 w 8343900"/>
              <a:gd name="connsiteY2" fmla="*/ 480060 h 1085850"/>
              <a:gd name="connsiteX3" fmla="*/ 1005840 w 8343900"/>
              <a:gd name="connsiteY3" fmla="*/ 45720 h 1085850"/>
              <a:gd name="connsiteX4" fmla="*/ 1002030 w 8343900"/>
              <a:gd name="connsiteY4" fmla="*/ 1078230 h 1085850"/>
              <a:gd name="connsiteX5" fmla="*/ 2004061 w 8343900"/>
              <a:gd name="connsiteY5" fmla="*/ 1074420 h 1085850"/>
              <a:gd name="connsiteX6" fmla="*/ 2011680 w 8343900"/>
              <a:gd name="connsiteY6" fmla="*/ 434340 h 1085850"/>
              <a:gd name="connsiteX7" fmla="*/ 2720340 w 8343900"/>
              <a:gd name="connsiteY7" fmla="*/ 22860 h 1085850"/>
              <a:gd name="connsiteX8" fmla="*/ 2715177 w 8343900"/>
              <a:gd name="connsiteY8" fmla="*/ 572579 h 1085850"/>
              <a:gd name="connsiteX9" fmla="*/ 3852217 w 8343900"/>
              <a:gd name="connsiteY9" fmla="*/ 575338 h 1085850"/>
              <a:gd name="connsiteX10" fmla="*/ 3840303 w 8343900"/>
              <a:gd name="connsiteY10" fmla="*/ 1075864 h 1085850"/>
              <a:gd name="connsiteX11" fmla="*/ 4983343 w 8343900"/>
              <a:gd name="connsiteY11" fmla="*/ 1079182 h 1085850"/>
              <a:gd name="connsiteX12" fmla="*/ 5006340 w 8343900"/>
              <a:gd name="connsiteY12" fmla="*/ 491490 h 1085850"/>
              <a:gd name="connsiteX13" fmla="*/ 5657850 w 8343900"/>
              <a:gd name="connsiteY13" fmla="*/ 0 h 1085850"/>
              <a:gd name="connsiteX14" fmla="*/ 5677707 w 8343900"/>
              <a:gd name="connsiteY14" fmla="*/ 1079649 h 1085850"/>
              <a:gd name="connsiteX15" fmla="*/ 8343900 w 8343900"/>
              <a:gd name="connsiteY15" fmla="*/ 1085850 h 1085850"/>
              <a:gd name="connsiteX0" fmla="*/ 0 w 8316276"/>
              <a:gd name="connsiteY0" fmla="*/ 1080829 h 1085850"/>
              <a:gd name="connsiteX1" fmla="*/ 292416 w 8316276"/>
              <a:gd name="connsiteY1" fmla="*/ 1074420 h 1085850"/>
              <a:gd name="connsiteX2" fmla="*/ 303846 w 8316276"/>
              <a:gd name="connsiteY2" fmla="*/ 480060 h 1085850"/>
              <a:gd name="connsiteX3" fmla="*/ 978216 w 8316276"/>
              <a:gd name="connsiteY3" fmla="*/ 45720 h 1085850"/>
              <a:gd name="connsiteX4" fmla="*/ 974406 w 8316276"/>
              <a:gd name="connsiteY4" fmla="*/ 1078230 h 1085850"/>
              <a:gd name="connsiteX5" fmla="*/ 1976437 w 8316276"/>
              <a:gd name="connsiteY5" fmla="*/ 1074420 h 1085850"/>
              <a:gd name="connsiteX6" fmla="*/ 1984056 w 8316276"/>
              <a:gd name="connsiteY6" fmla="*/ 434340 h 1085850"/>
              <a:gd name="connsiteX7" fmla="*/ 2692716 w 8316276"/>
              <a:gd name="connsiteY7" fmla="*/ 22860 h 1085850"/>
              <a:gd name="connsiteX8" fmla="*/ 2687553 w 8316276"/>
              <a:gd name="connsiteY8" fmla="*/ 572579 h 1085850"/>
              <a:gd name="connsiteX9" fmla="*/ 3824593 w 8316276"/>
              <a:gd name="connsiteY9" fmla="*/ 575338 h 1085850"/>
              <a:gd name="connsiteX10" fmla="*/ 3812679 w 8316276"/>
              <a:gd name="connsiteY10" fmla="*/ 1075864 h 1085850"/>
              <a:gd name="connsiteX11" fmla="*/ 4955719 w 8316276"/>
              <a:gd name="connsiteY11" fmla="*/ 1079182 h 1085850"/>
              <a:gd name="connsiteX12" fmla="*/ 4978716 w 8316276"/>
              <a:gd name="connsiteY12" fmla="*/ 491490 h 1085850"/>
              <a:gd name="connsiteX13" fmla="*/ 5630226 w 8316276"/>
              <a:gd name="connsiteY13" fmla="*/ 0 h 1085850"/>
              <a:gd name="connsiteX14" fmla="*/ 5650083 w 8316276"/>
              <a:gd name="connsiteY14" fmla="*/ 1079649 h 1085850"/>
              <a:gd name="connsiteX15" fmla="*/ 8316276 w 8316276"/>
              <a:gd name="connsiteY15" fmla="*/ 1085850 h 1085850"/>
              <a:gd name="connsiteX0" fmla="*/ 0 w 8297860"/>
              <a:gd name="connsiteY0" fmla="*/ 1072515 h 1085850"/>
              <a:gd name="connsiteX1" fmla="*/ 274000 w 8297860"/>
              <a:gd name="connsiteY1" fmla="*/ 1074420 h 1085850"/>
              <a:gd name="connsiteX2" fmla="*/ 285430 w 8297860"/>
              <a:gd name="connsiteY2" fmla="*/ 480060 h 1085850"/>
              <a:gd name="connsiteX3" fmla="*/ 959800 w 8297860"/>
              <a:gd name="connsiteY3" fmla="*/ 45720 h 1085850"/>
              <a:gd name="connsiteX4" fmla="*/ 955990 w 8297860"/>
              <a:gd name="connsiteY4" fmla="*/ 1078230 h 1085850"/>
              <a:gd name="connsiteX5" fmla="*/ 1958021 w 8297860"/>
              <a:gd name="connsiteY5" fmla="*/ 1074420 h 1085850"/>
              <a:gd name="connsiteX6" fmla="*/ 1965640 w 8297860"/>
              <a:gd name="connsiteY6" fmla="*/ 434340 h 1085850"/>
              <a:gd name="connsiteX7" fmla="*/ 2674300 w 8297860"/>
              <a:gd name="connsiteY7" fmla="*/ 22860 h 1085850"/>
              <a:gd name="connsiteX8" fmla="*/ 2669137 w 8297860"/>
              <a:gd name="connsiteY8" fmla="*/ 572579 h 1085850"/>
              <a:gd name="connsiteX9" fmla="*/ 3806177 w 8297860"/>
              <a:gd name="connsiteY9" fmla="*/ 575338 h 1085850"/>
              <a:gd name="connsiteX10" fmla="*/ 3794263 w 8297860"/>
              <a:gd name="connsiteY10" fmla="*/ 1075864 h 1085850"/>
              <a:gd name="connsiteX11" fmla="*/ 4937303 w 8297860"/>
              <a:gd name="connsiteY11" fmla="*/ 1079182 h 1085850"/>
              <a:gd name="connsiteX12" fmla="*/ 4960300 w 8297860"/>
              <a:gd name="connsiteY12" fmla="*/ 491490 h 1085850"/>
              <a:gd name="connsiteX13" fmla="*/ 5611810 w 8297860"/>
              <a:gd name="connsiteY13" fmla="*/ 0 h 1085850"/>
              <a:gd name="connsiteX14" fmla="*/ 5631667 w 8297860"/>
              <a:gd name="connsiteY14" fmla="*/ 1079649 h 1085850"/>
              <a:gd name="connsiteX15" fmla="*/ 8297860 w 8297860"/>
              <a:gd name="connsiteY15" fmla="*/ 1085850 h 1085850"/>
              <a:gd name="connsiteX0" fmla="*/ 0 w 8297860"/>
              <a:gd name="connsiteY0" fmla="*/ 1072515 h 1085850"/>
              <a:gd name="connsiteX1" fmla="*/ 274000 w 8297860"/>
              <a:gd name="connsiteY1" fmla="*/ 1074420 h 1085850"/>
              <a:gd name="connsiteX2" fmla="*/ 285430 w 8297860"/>
              <a:gd name="connsiteY2" fmla="*/ 480060 h 1085850"/>
              <a:gd name="connsiteX3" fmla="*/ 959800 w 8297860"/>
              <a:gd name="connsiteY3" fmla="*/ 45720 h 1085850"/>
              <a:gd name="connsiteX4" fmla="*/ 955990 w 8297860"/>
              <a:gd name="connsiteY4" fmla="*/ 1078230 h 1085850"/>
              <a:gd name="connsiteX5" fmla="*/ 1958021 w 8297860"/>
              <a:gd name="connsiteY5" fmla="*/ 1074420 h 1085850"/>
              <a:gd name="connsiteX6" fmla="*/ 1965640 w 8297860"/>
              <a:gd name="connsiteY6" fmla="*/ 434340 h 1085850"/>
              <a:gd name="connsiteX7" fmla="*/ 2674300 w 8297860"/>
              <a:gd name="connsiteY7" fmla="*/ 22860 h 1085850"/>
              <a:gd name="connsiteX8" fmla="*/ 2669137 w 8297860"/>
              <a:gd name="connsiteY8" fmla="*/ 572579 h 1085850"/>
              <a:gd name="connsiteX9" fmla="*/ 3806177 w 8297860"/>
              <a:gd name="connsiteY9" fmla="*/ 575338 h 1085850"/>
              <a:gd name="connsiteX10" fmla="*/ 3794263 w 8297860"/>
              <a:gd name="connsiteY10" fmla="*/ 1075864 h 1085850"/>
              <a:gd name="connsiteX11" fmla="*/ 4937303 w 8297860"/>
              <a:gd name="connsiteY11" fmla="*/ 1079182 h 1085850"/>
              <a:gd name="connsiteX12" fmla="*/ 4960300 w 8297860"/>
              <a:gd name="connsiteY12" fmla="*/ 491490 h 1085850"/>
              <a:gd name="connsiteX13" fmla="*/ 5611810 w 8297860"/>
              <a:gd name="connsiteY13" fmla="*/ 0 h 1085850"/>
              <a:gd name="connsiteX14" fmla="*/ 5631667 w 8297860"/>
              <a:gd name="connsiteY14" fmla="*/ 1079649 h 1085850"/>
              <a:gd name="connsiteX15" fmla="*/ 8297860 w 8297860"/>
              <a:gd name="connsiteY15" fmla="*/ 1085850 h 1085850"/>
              <a:gd name="connsiteX0" fmla="*/ 0 w 8325484"/>
              <a:gd name="connsiteY0" fmla="*/ 1072515 h 1085850"/>
              <a:gd name="connsiteX1" fmla="*/ 301624 w 8325484"/>
              <a:gd name="connsiteY1" fmla="*/ 1074420 h 1085850"/>
              <a:gd name="connsiteX2" fmla="*/ 313054 w 8325484"/>
              <a:gd name="connsiteY2" fmla="*/ 480060 h 1085850"/>
              <a:gd name="connsiteX3" fmla="*/ 987424 w 8325484"/>
              <a:gd name="connsiteY3" fmla="*/ 45720 h 1085850"/>
              <a:gd name="connsiteX4" fmla="*/ 983614 w 8325484"/>
              <a:gd name="connsiteY4" fmla="*/ 1078230 h 1085850"/>
              <a:gd name="connsiteX5" fmla="*/ 1985645 w 8325484"/>
              <a:gd name="connsiteY5" fmla="*/ 1074420 h 1085850"/>
              <a:gd name="connsiteX6" fmla="*/ 1993264 w 8325484"/>
              <a:gd name="connsiteY6" fmla="*/ 434340 h 1085850"/>
              <a:gd name="connsiteX7" fmla="*/ 2701924 w 8325484"/>
              <a:gd name="connsiteY7" fmla="*/ 22860 h 1085850"/>
              <a:gd name="connsiteX8" fmla="*/ 2696761 w 8325484"/>
              <a:gd name="connsiteY8" fmla="*/ 572579 h 1085850"/>
              <a:gd name="connsiteX9" fmla="*/ 3833801 w 8325484"/>
              <a:gd name="connsiteY9" fmla="*/ 575338 h 1085850"/>
              <a:gd name="connsiteX10" fmla="*/ 3821887 w 8325484"/>
              <a:gd name="connsiteY10" fmla="*/ 1075864 h 1085850"/>
              <a:gd name="connsiteX11" fmla="*/ 4964927 w 8325484"/>
              <a:gd name="connsiteY11" fmla="*/ 1079182 h 1085850"/>
              <a:gd name="connsiteX12" fmla="*/ 4987924 w 8325484"/>
              <a:gd name="connsiteY12" fmla="*/ 491490 h 1085850"/>
              <a:gd name="connsiteX13" fmla="*/ 5639434 w 8325484"/>
              <a:gd name="connsiteY13" fmla="*/ 0 h 1085850"/>
              <a:gd name="connsiteX14" fmla="*/ 5659291 w 8325484"/>
              <a:gd name="connsiteY14" fmla="*/ 1079649 h 1085850"/>
              <a:gd name="connsiteX15" fmla="*/ 8325484 w 8325484"/>
              <a:gd name="connsiteY15" fmla="*/ 108585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325484" h="1085850">
                <a:moveTo>
                  <a:pt x="0" y="1072515"/>
                </a:moveTo>
                <a:lnTo>
                  <a:pt x="301624" y="1074420"/>
                </a:lnTo>
                <a:lnTo>
                  <a:pt x="313054" y="480060"/>
                </a:lnTo>
                <a:lnTo>
                  <a:pt x="987424" y="45720"/>
                </a:lnTo>
                <a:lnTo>
                  <a:pt x="983614" y="1078230"/>
                </a:lnTo>
                <a:lnTo>
                  <a:pt x="1985645" y="1074420"/>
                </a:lnTo>
                <a:cubicBezTo>
                  <a:pt x="1983422" y="868680"/>
                  <a:pt x="1995487" y="640080"/>
                  <a:pt x="1993264" y="434340"/>
                </a:cubicBezTo>
                <a:lnTo>
                  <a:pt x="2701924" y="22860"/>
                </a:lnTo>
                <a:cubicBezTo>
                  <a:pt x="2700203" y="203929"/>
                  <a:pt x="2699342" y="300976"/>
                  <a:pt x="2696761" y="572579"/>
                </a:cubicBezTo>
                <a:lnTo>
                  <a:pt x="3833801" y="575338"/>
                </a:lnTo>
                <a:lnTo>
                  <a:pt x="3821887" y="1075864"/>
                </a:lnTo>
                <a:lnTo>
                  <a:pt x="4964927" y="1079182"/>
                </a:lnTo>
                <a:lnTo>
                  <a:pt x="4987924" y="491490"/>
                </a:lnTo>
                <a:lnTo>
                  <a:pt x="5639434" y="0"/>
                </a:lnTo>
                <a:lnTo>
                  <a:pt x="5659291" y="1079649"/>
                </a:lnTo>
                <a:lnTo>
                  <a:pt x="8325484" y="108585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B49AA55E-42D9-CE1E-5DBE-605ED4A93374}"/>
              </a:ext>
            </a:extLst>
          </p:cNvPr>
          <p:cNvCxnSpPr>
            <a:cxnSpLocks/>
          </p:cNvCxnSpPr>
          <p:nvPr/>
        </p:nvCxnSpPr>
        <p:spPr>
          <a:xfrm flipV="1">
            <a:off x="2025922" y="6520089"/>
            <a:ext cx="8814925" cy="51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/>
              <p:nvPr/>
            </p:nvSpPr>
            <p:spPr>
              <a:xfrm>
                <a:off x="6295792" y="5636295"/>
                <a:ext cx="2608127" cy="46013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bg1"/>
                    </a:solidFill>
                  </a:rPr>
                  <a:t>P</a:t>
                </a:r>
                <a:r>
                  <a:rPr lang="en-US" baseline="-25000" dirty="0" err="1">
                    <a:solidFill>
                      <a:schemeClr val="bg1"/>
                    </a:solidFill>
                  </a:rPr>
                  <a:t>driving</a:t>
                </a:r>
                <a:r>
                  <a:rPr lang="en-US" dirty="0">
                    <a:solidFill>
                      <a:schemeClr val="bg1"/>
                    </a:solidFill>
                  </a:rPr>
                  <a:t> = </a:t>
                </a:r>
                <a:r>
                  <a:rPr lang="en-US" dirty="0" err="1">
                    <a:solidFill>
                      <a:schemeClr val="bg1"/>
                    </a:solidFill>
                  </a:rPr>
                  <a:t>P</a:t>
                </a:r>
                <a:r>
                  <a:rPr lang="en-US" baseline="-25000" dirty="0" err="1">
                    <a:solidFill>
                      <a:schemeClr val="bg1"/>
                    </a:solidFill>
                  </a:rPr>
                  <a:t>plateau</a:t>
                </a:r>
                <a:r>
                  <a:rPr lang="en-US" dirty="0">
                    <a:solidFill>
                      <a:schemeClr val="bg1"/>
                    </a:solidFill>
                  </a:rPr>
                  <a:t> – PEEP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chemeClr val="bg1"/>
                            </a:solidFill>
                          </a:rPr>
                          <m:t>C</m:t>
                        </m:r>
                      </m:den>
                    </m:f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9" name="Case 1 - Q1">
                <a:extLst>
                  <a:ext uri="{FF2B5EF4-FFF2-40B4-BE49-F238E27FC236}">
                    <a16:creationId xmlns:a16="http://schemas.microsoft.com/office/drawing/2014/main" id="{54C3C055-3ADD-37FB-5E29-248DCAD90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92" y="5636295"/>
                <a:ext cx="2608127" cy="460135"/>
              </a:xfrm>
              <a:prstGeom prst="rect">
                <a:avLst/>
              </a:prstGeom>
              <a:blipFill>
                <a:blip r:embed="rId14"/>
                <a:stretch>
                  <a:fillRect l="-1395" b="-10390"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582C8B3F-19F5-689D-8F7E-33906E2E7E2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sp>
        <p:nvSpPr>
          <p:cNvPr id="21" name="Obj 3">
            <a:hlinkClick r:id="rId17" action="ppaction://hlinksldjump"/>
            <a:extLst>
              <a:ext uri="{FF2B5EF4-FFF2-40B4-BE49-F238E27FC236}">
                <a16:creationId xmlns:a16="http://schemas.microsoft.com/office/drawing/2014/main" id="{94C3F0DF-E1BA-0489-A843-7BA38F23DAB8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23" name="Obj 3">
            <a:hlinkClick r:id="rId18" action="ppaction://hlinksldjump"/>
            <a:extLst>
              <a:ext uri="{FF2B5EF4-FFF2-40B4-BE49-F238E27FC236}">
                <a16:creationId xmlns:a16="http://schemas.microsoft.com/office/drawing/2014/main" id="{5E2800FB-85B9-19E6-A2B7-42F688A2C808}"/>
              </a:ext>
            </a:extLst>
          </p:cNvPr>
          <p:cNvSpPr/>
          <p:nvPr/>
        </p:nvSpPr>
        <p:spPr>
          <a:xfrm>
            <a:off x="167883" y="326733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172BDA2F-C5FC-7B23-063F-6B5238CC43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2988994"/>
            <a:ext cx="274320" cy="274320"/>
          </a:xfrm>
          <a:prstGeom prst="rect">
            <a:avLst/>
          </a:prstGeom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B3DBC9A3-68AD-F949-6178-72B036385C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1417780"/>
            <a:ext cx="274320" cy="274320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7689D059-BD7F-698A-B213-B344C2F48AC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1941518"/>
            <a:ext cx="274320" cy="27432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9B525E23-A38D-52C6-887C-ABA9048AE7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EBCF2106-8286-7D75-2610-35DD67B442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50CFF6-81D0-F86C-6DC7-E784980CAE4C}"/>
                  </a:ext>
                </a:extLst>
              </p:cNvPr>
              <p:cNvSpPr txBox="1"/>
              <p:nvPr/>
            </p:nvSpPr>
            <p:spPr>
              <a:xfrm>
                <a:off x="7270703" y="1162311"/>
                <a:ext cx="3494460" cy="20079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Stiffness of respiratory system (lungs, pleural, chest wall, abdomen)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𝑝𝑙𝑎𝑡𝑒𝑎𝑢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𝑃𝐸𝐸𝑃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𝑑𝑟𝑖𝑣𝑖𝑛𝑔</m:t>
                              </m:r>
                            </m:sub>
                          </m:sSub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pPr marL="114300" indent="-114300">
                  <a:buFont typeface="Arial" panose="020B0604020202020204" pitchFamily="34" charset="0"/>
                  <a:buChar char="•"/>
                </a:pPr>
                <a:r>
                  <a:rPr lang="en-US" dirty="0"/>
                  <a:t>Normally, pressure needed to achieve 4-6 cc/kg is &lt;10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50CFF6-81D0-F86C-6DC7-E784980CA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703" y="1162311"/>
                <a:ext cx="3494460" cy="2007986"/>
              </a:xfrm>
              <a:prstGeom prst="rect">
                <a:avLst/>
              </a:prstGeom>
              <a:blipFill>
                <a:blip r:embed="rId19"/>
                <a:stretch>
                  <a:fillRect l="-1222" t="-1824" b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39">
            <a:extLst>
              <a:ext uri="{FF2B5EF4-FFF2-40B4-BE49-F238E27FC236}">
                <a16:creationId xmlns:a16="http://schemas.microsoft.com/office/drawing/2014/main" id="{AF009815-6CCF-57D5-8C4E-B9276EAA49D2}"/>
              </a:ext>
            </a:extLst>
          </p:cNvPr>
          <p:cNvSpPr/>
          <p:nvPr/>
        </p:nvSpPr>
        <p:spPr>
          <a:xfrm>
            <a:off x="7242523" y="768973"/>
            <a:ext cx="3536106" cy="4114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421096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2AE13333-3CA7-2D71-8738-92CCB6C84B55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46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6942969D-544C-1F9B-8FA1-BE4C88821761}"/>
              </a:ext>
            </a:extLst>
          </p:cNvPr>
          <p:cNvSpPr/>
          <p:nvPr/>
        </p:nvSpPr>
        <p:spPr>
          <a:xfrm>
            <a:off x="503702" y="1714397"/>
            <a:ext cx="1134658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1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D40F51C-16D6-B9E8-5214-8EE75AFC178C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211831" y="1606516"/>
            <a:ext cx="359738" cy="22400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34A93A8A-6B6F-898E-5BD4-E1B313D9247E}"/>
              </a:ext>
            </a:extLst>
          </p:cNvPr>
          <p:cNvSpPr/>
          <p:nvPr/>
        </p:nvSpPr>
        <p:spPr>
          <a:xfrm>
            <a:off x="503702" y="2236333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2</a:t>
            </a:r>
          </a:p>
        </p:txBody>
      </p:sp>
      <p:sp>
        <p:nvSpPr>
          <p:cNvPr id="52" name="Obj 1">
            <a:hlinkClick r:id="rId5" action="ppaction://hlinksldjump"/>
            <a:extLst>
              <a:ext uri="{FF2B5EF4-FFF2-40B4-BE49-F238E27FC236}">
                <a16:creationId xmlns:a16="http://schemas.microsoft.com/office/drawing/2014/main" id="{4FC0AFFA-E9A3-E913-0B28-DBAF43D51B16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53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B40E1644-056A-444F-B466-4EA32F3ABECE}"/>
              </a:ext>
            </a:extLst>
          </p:cNvPr>
          <p:cNvSpPr/>
          <p:nvPr/>
        </p:nvSpPr>
        <p:spPr>
          <a:xfrm>
            <a:off x="167950" y="6705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40321E6-F3B0-A47E-98FC-BF9EA06DBF00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119373" y="2035994"/>
            <a:ext cx="544652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912258DA-D789-590D-223C-94255B889F6E}"/>
              </a:ext>
            </a:extLst>
          </p:cNvPr>
          <p:cNvSpPr/>
          <p:nvPr/>
        </p:nvSpPr>
        <p:spPr>
          <a:xfrm>
            <a:off x="503702" y="2758269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3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7113BDE-BEDF-7991-3911-6DC19F849A07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119471" y="2558028"/>
            <a:ext cx="544456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DCD172A-EE62-3E22-7142-D448CE426CEA}"/>
              </a:ext>
            </a:extLst>
          </p:cNvPr>
          <p:cNvSpPr/>
          <p:nvPr/>
        </p:nvSpPr>
        <p:spPr>
          <a:xfrm>
            <a:off x="1852076" y="688113"/>
            <a:ext cx="3189249" cy="4945245"/>
          </a:xfrm>
          <a:prstGeom prst="roundRect">
            <a:avLst>
              <a:gd name="adj" fmla="val 10988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A316461-BE21-4BD7-9E65-3D80B301DF18}"/>
              </a:ext>
            </a:extLst>
          </p:cNvPr>
          <p:cNvSpPr txBox="1"/>
          <p:nvPr/>
        </p:nvSpPr>
        <p:spPr>
          <a:xfrm>
            <a:off x="1979341" y="829879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6CEBCAA-A186-5C55-FE7C-102779B4F3BA}"/>
              </a:ext>
            </a:extLst>
          </p:cNvPr>
          <p:cNvSpPr txBox="1"/>
          <p:nvPr/>
        </p:nvSpPr>
        <p:spPr>
          <a:xfrm>
            <a:off x="2063190" y="1330131"/>
            <a:ext cx="2778449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Check vitals</a:t>
            </a:r>
          </a:p>
          <a:p>
            <a:pPr algn="ctr"/>
            <a:r>
              <a:rPr lang="en-US" b="1" dirty="0"/>
              <a:t>P</a:t>
            </a:r>
            <a:r>
              <a:rPr lang="en-US" b="1" baseline="-25000" dirty="0"/>
              <a:t>CO2 </a:t>
            </a:r>
            <a:r>
              <a:rPr lang="en-US" dirty="0"/>
              <a:t>(on ABG)</a:t>
            </a:r>
            <a:endParaRPr lang="en-US" baseline="-25000" dirty="0"/>
          </a:p>
          <a:p>
            <a:pPr algn="ctr"/>
            <a:r>
              <a:rPr lang="en-US" b="1" dirty="0"/>
              <a:t>V</a:t>
            </a:r>
            <a:r>
              <a:rPr lang="en-US" b="1" baseline="-25000" dirty="0"/>
              <a:t>T 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/>
              <a:t>V</a:t>
            </a:r>
            <a:r>
              <a:rPr lang="en-US" b="1" baseline="-25000" dirty="0"/>
              <a:t>E</a:t>
            </a:r>
            <a:r>
              <a:rPr lang="en-US" b="1" dirty="0"/>
              <a:t> </a:t>
            </a:r>
            <a:r>
              <a:rPr lang="en-US" dirty="0"/>
              <a:t>(on vent)</a:t>
            </a:r>
            <a:endParaRPr lang="en-US" b="1" baseline="-25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2C6CF8-8CD7-EAC5-2344-A3E2F0DB270B}"/>
              </a:ext>
            </a:extLst>
          </p:cNvPr>
          <p:cNvSpPr txBox="1"/>
          <p:nvPr/>
        </p:nvSpPr>
        <p:spPr>
          <a:xfrm>
            <a:off x="2002264" y="2637528"/>
            <a:ext cx="1427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↓O</a:t>
            </a:r>
            <a:r>
              <a:rPr lang="en-US" baseline="-25000" dirty="0"/>
              <a:t>2</a:t>
            </a:r>
            <a:r>
              <a:rPr lang="en-US" dirty="0"/>
              <a:t>, V</a:t>
            </a:r>
            <a:r>
              <a:rPr lang="en-US" baseline="-25000" dirty="0"/>
              <a:t>T</a:t>
            </a:r>
            <a:r>
              <a:rPr lang="en-US" dirty="0"/>
              <a:t>, V</a:t>
            </a:r>
            <a:r>
              <a:rPr lang="en-US" baseline="-25000" dirty="0"/>
              <a:t>E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or</a:t>
            </a:r>
          </a:p>
          <a:p>
            <a:pPr algn="ctr"/>
            <a:r>
              <a:rPr lang="en-US" dirty="0"/>
              <a:t>↑P</a:t>
            </a:r>
            <a:r>
              <a:rPr lang="en-US" baseline="-25000" dirty="0"/>
              <a:t>CO2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F2D6009-2220-7384-B267-DF43B4EB5980}"/>
              </a:ext>
            </a:extLst>
          </p:cNvPr>
          <p:cNvSpPr txBox="1"/>
          <p:nvPr/>
        </p:nvSpPr>
        <p:spPr>
          <a:xfrm>
            <a:off x="3515379" y="2637528"/>
            <a:ext cx="1380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↓↓V</a:t>
            </a:r>
            <a:r>
              <a:rPr lang="en-US" baseline="-25000" dirty="0"/>
              <a:t>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55F551D-96C6-D355-0913-79746084B294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 rot="5400000">
            <a:off x="2892080" y="2077192"/>
            <a:ext cx="384067" cy="73660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F85047A5-011D-99D9-CF16-8ABF7E804B00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 rot="16200000" flipH="1">
            <a:off x="3636997" y="2068879"/>
            <a:ext cx="384067" cy="75323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D233A04-F308-EA67-E511-C76059FEAA96}"/>
              </a:ext>
            </a:extLst>
          </p:cNvPr>
          <p:cNvCxnSpPr>
            <a:cxnSpLocks/>
            <a:stCxn id="98" idx="2"/>
            <a:endCxn id="103" idx="0"/>
          </p:cNvCxnSpPr>
          <p:nvPr/>
        </p:nvCxnSpPr>
        <p:spPr>
          <a:xfrm flipH="1">
            <a:off x="2715809" y="3560858"/>
            <a:ext cx="2" cy="4998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88A06-84F1-6768-F668-25DF8BB17639}"/>
              </a:ext>
            </a:extLst>
          </p:cNvPr>
          <p:cNvSpPr txBox="1"/>
          <p:nvPr/>
        </p:nvSpPr>
        <p:spPr>
          <a:xfrm>
            <a:off x="2079810" y="4060689"/>
            <a:ext cx="1271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Get HELP!  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E28AB85-0BA9-058A-21EF-25D7534ABBE3}"/>
              </a:ext>
            </a:extLst>
          </p:cNvPr>
          <p:cNvCxnSpPr>
            <a:cxnSpLocks/>
            <a:stCxn id="99" idx="2"/>
            <a:endCxn id="105" idx="0"/>
          </p:cNvCxnSpPr>
          <p:nvPr/>
        </p:nvCxnSpPr>
        <p:spPr>
          <a:xfrm>
            <a:off x="4205645" y="3560858"/>
            <a:ext cx="10228" cy="4998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763DB45-03ED-4182-7C18-12FAC8327F79}"/>
              </a:ext>
            </a:extLst>
          </p:cNvPr>
          <p:cNvSpPr txBox="1"/>
          <p:nvPr/>
        </p:nvSpPr>
        <p:spPr>
          <a:xfrm>
            <a:off x="3579874" y="4060689"/>
            <a:ext cx="1271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Proceed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DF7286E-380B-5C82-8750-6DF3626704E7}"/>
              </a:ext>
            </a:extLst>
          </p:cNvPr>
          <p:cNvSpPr/>
          <p:nvPr/>
        </p:nvSpPr>
        <p:spPr>
          <a:xfrm>
            <a:off x="2503935" y="4466006"/>
            <a:ext cx="423747" cy="946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3854611-050A-151B-27F8-AC6E48F8349A}"/>
              </a:ext>
            </a:extLst>
          </p:cNvPr>
          <p:cNvSpPr/>
          <p:nvPr/>
        </p:nvSpPr>
        <p:spPr>
          <a:xfrm>
            <a:off x="2609871" y="4549369"/>
            <a:ext cx="211873" cy="238127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glow rad="2032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8804306-11DF-7C9E-C94A-4FE8ACAABA49}"/>
              </a:ext>
            </a:extLst>
          </p:cNvPr>
          <p:cNvSpPr/>
          <p:nvPr/>
        </p:nvSpPr>
        <p:spPr>
          <a:xfrm>
            <a:off x="2609871" y="4820650"/>
            <a:ext cx="211873" cy="238127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007CD2B-6B45-AC20-7EDF-8D307D58ED68}"/>
              </a:ext>
            </a:extLst>
          </p:cNvPr>
          <p:cNvSpPr/>
          <p:nvPr/>
        </p:nvSpPr>
        <p:spPr>
          <a:xfrm>
            <a:off x="2609871" y="5103082"/>
            <a:ext cx="211873" cy="238127"/>
          </a:xfrm>
          <a:prstGeom prst="ellipse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A88293E-30FC-B926-41EC-2913B419CC2C}"/>
              </a:ext>
            </a:extLst>
          </p:cNvPr>
          <p:cNvSpPr/>
          <p:nvPr/>
        </p:nvSpPr>
        <p:spPr>
          <a:xfrm>
            <a:off x="3993772" y="4439454"/>
            <a:ext cx="423747" cy="946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93A960E-0BE0-711D-EBAF-6458CBAFAE78}"/>
              </a:ext>
            </a:extLst>
          </p:cNvPr>
          <p:cNvSpPr/>
          <p:nvPr/>
        </p:nvSpPr>
        <p:spPr>
          <a:xfrm>
            <a:off x="4104822" y="4522817"/>
            <a:ext cx="211873" cy="238127"/>
          </a:xfrm>
          <a:prstGeom prst="ellipse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F86FEC3-66F5-DD18-90DB-0B3288362ED5}"/>
              </a:ext>
            </a:extLst>
          </p:cNvPr>
          <p:cNvSpPr/>
          <p:nvPr/>
        </p:nvSpPr>
        <p:spPr>
          <a:xfrm>
            <a:off x="4104822" y="5076530"/>
            <a:ext cx="211873" cy="238127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glow rad="228600">
              <a:schemeClr val="accent6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261D467-1525-62E6-5893-449B4D1941AF}"/>
              </a:ext>
            </a:extLst>
          </p:cNvPr>
          <p:cNvSpPr/>
          <p:nvPr/>
        </p:nvSpPr>
        <p:spPr>
          <a:xfrm>
            <a:off x="4104822" y="4793562"/>
            <a:ext cx="211873" cy="238127"/>
          </a:xfrm>
          <a:prstGeom prst="ellipse">
            <a:avLst/>
          </a:prstGeom>
          <a:solidFill>
            <a:schemeClr val="accent4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bj 3">
            <a:hlinkClick r:id="rId3" action="ppaction://hlinksldjump"/>
            <a:extLst>
              <a:ext uri="{FF2B5EF4-FFF2-40B4-BE49-F238E27FC236}">
                <a16:creationId xmlns:a16="http://schemas.microsoft.com/office/drawing/2014/main" id="{D0007676-94A3-DA52-6B86-7F160626A2BA}"/>
              </a:ext>
            </a:extLst>
          </p:cNvPr>
          <p:cNvSpPr/>
          <p:nvPr/>
        </p:nvSpPr>
        <p:spPr>
          <a:xfrm>
            <a:off x="167951" y="1192461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Peak P Alarm </a:t>
            </a:r>
          </a:p>
        </p:txBody>
      </p:sp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55F44C77-4F8E-C646-2909-6D4A40DAA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439" y="387178"/>
            <a:ext cx="274320" cy="274320"/>
          </a:xfrm>
          <a:prstGeom prst="rect">
            <a:avLst/>
          </a:prstGeom>
        </p:spPr>
      </p:pic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E6FAF78E-D62A-1260-4457-1B99F5044A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439" y="905527"/>
            <a:ext cx="274320" cy="274320"/>
          </a:xfrm>
          <a:prstGeom prst="rect">
            <a:avLst/>
          </a:prstGeom>
        </p:spPr>
      </p:pic>
      <p:sp>
        <p:nvSpPr>
          <p:cNvPr id="19" name="Obj 3">
            <a:hlinkClick r:id="rId10" action="ppaction://hlinksldjump"/>
            <a:extLst>
              <a:ext uri="{FF2B5EF4-FFF2-40B4-BE49-F238E27FC236}">
                <a16:creationId xmlns:a16="http://schemas.microsoft.com/office/drawing/2014/main" id="{640D0F5B-E28A-DF24-1B6F-632A430044EF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21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33AF5B8F-7861-4C40-578C-77DEAA7B3155}"/>
              </a:ext>
            </a:extLst>
          </p:cNvPr>
          <p:cNvSpPr/>
          <p:nvPr/>
        </p:nvSpPr>
        <p:spPr>
          <a:xfrm>
            <a:off x="167883" y="326733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B90804B2-7385-AE45-4968-5BC09BBC96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2472876"/>
            <a:ext cx="274320" cy="274320"/>
          </a:xfrm>
          <a:prstGeom prst="rect">
            <a:avLst/>
          </a:prstGeom>
        </p:spPr>
      </p:pic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360AFA1A-3DB2-9CB9-0120-10B69246BB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2996614"/>
            <a:ext cx="274320" cy="274320"/>
          </a:xfrm>
          <a:prstGeom prst="rect">
            <a:avLst/>
          </a:prstGeom>
        </p:spPr>
      </p:pic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477174FE-A5C4-CA88-671F-4D9B5158BF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5174813D-ACD8-C11D-CD7C-D3C34B0DBA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6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BFB8C18-16D9-D04B-003E-22B8EBC9B756}"/>
              </a:ext>
            </a:extLst>
          </p:cNvPr>
          <p:cNvGrpSpPr/>
          <p:nvPr/>
        </p:nvGrpSpPr>
        <p:grpSpPr>
          <a:xfrm>
            <a:off x="1642186" y="4868236"/>
            <a:ext cx="9837303" cy="1902455"/>
            <a:chOff x="1642186" y="4868236"/>
            <a:chExt cx="9837303" cy="1902455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CB2D0F9-0716-721F-E59D-AB88A666402B}"/>
                </a:ext>
              </a:extLst>
            </p:cNvPr>
            <p:cNvGrpSpPr/>
            <p:nvPr/>
          </p:nvGrpSpPr>
          <p:grpSpPr>
            <a:xfrm>
              <a:off x="1642186" y="4868236"/>
              <a:ext cx="9837303" cy="1902455"/>
              <a:chOff x="2536492" y="3841495"/>
              <a:chExt cx="9837303" cy="1902455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4FF4D44-8B2B-51E3-6152-331EF3A89212}"/>
                  </a:ext>
                </a:extLst>
              </p:cNvPr>
              <p:cNvSpPr txBox="1"/>
              <p:nvPr/>
            </p:nvSpPr>
            <p:spPr>
              <a:xfrm>
                <a:off x="11687591" y="5311823"/>
                <a:ext cx="686204" cy="4321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924DDA44-C8A6-6A23-CED9-C992CFFB55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7081" y="3841495"/>
                <a:ext cx="0" cy="165701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68AB4573-BFF4-55C5-56AD-03A52880B6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0228" y="5493348"/>
                <a:ext cx="8814925" cy="516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353A7D3F-C875-954F-691A-2BEC6A4EFA14}"/>
                  </a:ext>
                </a:extLst>
              </p:cNvPr>
              <p:cNvSpPr txBox="1"/>
              <p:nvPr/>
            </p:nvSpPr>
            <p:spPr>
              <a:xfrm rot="16200000">
                <a:off x="2152562" y="4474910"/>
                <a:ext cx="1158041" cy="39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</p:grp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5BD4509-A568-7A4C-C92E-2D4824791C93}"/>
                </a:ext>
              </a:extLst>
            </p:cNvPr>
            <p:cNvSpPr/>
            <p:nvPr/>
          </p:nvSpPr>
          <p:spPr>
            <a:xfrm>
              <a:off x="2045195" y="4926016"/>
              <a:ext cx="8768272" cy="1270472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861942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091882"/>
                <a:gd name="connsiteX1" fmla="*/ 320040 w 8343900"/>
                <a:gd name="connsiteY1" fmla="*/ 1074420 h 1091882"/>
                <a:gd name="connsiteX2" fmla="*/ 331470 w 8343900"/>
                <a:gd name="connsiteY2" fmla="*/ 480060 h 1091882"/>
                <a:gd name="connsiteX3" fmla="*/ 1005840 w 8343900"/>
                <a:gd name="connsiteY3" fmla="*/ 45720 h 1091882"/>
                <a:gd name="connsiteX4" fmla="*/ 1002030 w 8343900"/>
                <a:gd name="connsiteY4" fmla="*/ 1078230 h 1091882"/>
                <a:gd name="connsiteX5" fmla="*/ 2004061 w 8343900"/>
                <a:gd name="connsiteY5" fmla="*/ 1074420 h 1091882"/>
                <a:gd name="connsiteX6" fmla="*/ 2011680 w 8343900"/>
                <a:gd name="connsiteY6" fmla="*/ 434340 h 1091882"/>
                <a:gd name="connsiteX7" fmla="*/ 2720340 w 8343900"/>
                <a:gd name="connsiteY7" fmla="*/ 22860 h 1091882"/>
                <a:gd name="connsiteX8" fmla="*/ 2715177 w 8343900"/>
                <a:gd name="connsiteY8" fmla="*/ 566066 h 1091882"/>
                <a:gd name="connsiteX9" fmla="*/ 3852217 w 8343900"/>
                <a:gd name="connsiteY9" fmla="*/ 575338 h 1091882"/>
                <a:gd name="connsiteX10" fmla="*/ 3861942 w 8343900"/>
                <a:gd name="connsiteY10" fmla="*/ 1058301 h 1091882"/>
                <a:gd name="connsiteX11" fmla="*/ 4997768 w 8343900"/>
                <a:gd name="connsiteY11" fmla="*/ 1079182 h 1091882"/>
                <a:gd name="connsiteX12" fmla="*/ 5006340 w 8343900"/>
                <a:gd name="connsiteY12" fmla="*/ 491490 h 1091882"/>
                <a:gd name="connsiteX13" fmla="*/ 5657850 w 8343900"/>
                <a:gd name="connsiteY13" fmla="*/ 0 h 1091882"/>
                <a:gd name="connsiteX14" fmla="*/ 5650230 w 8343900"/>
                <a:gd name="connsiteY14" fmla="*/ 484823 h 1091882"/>
                <a:gd name="connsiteX15" fmla="*/ 6981287 w 8343900"/>
                <a:gd name="connsiteY15" fmla="*/ 480060 h 1091882"/>
                <a:gd name="connsiteX16" fmla="*/ 6960870 w 8343900"/>
                <a:gd name="connsiteY16" fmla="*/ 1085850 h 1091882"/>
                <a:gd name="connsiteX17" fmla="*/ 8343900 w 8343900"/>
                <a:gd name="connsiteY17" fmla="*/ 1085850 h 1091882"/>
                <a:gd name="connsiteX0" fmla="*/ 0 w 8343900"/>
                <a:gd name="connsiteY0" fmla="*/ 1072515 h 1096256"/>
                <a:gd name="connsiteX1" fmla="*/ 320040 w 8343900"/>
                <a:gd name="connsiteY1" fmla="*/ 1074420 h 1096256"/>
                <a:gd name="connsiteX2" fmla="*/ 331470 w 8343900"/>
                <a:gd name="connsiteY2" fmla="*/ 480060 h 1096256"/>
                <a:gd name="connsiteX3" fmla="*/ 1005840 w 8343900"/>
                <a:gd name="connsiteY3" fmla="*/ 45720 h 1096256"/>
                <a:gd name="connsiteX4" fmla="*/ 1002030 w 8343900"/>
                <a:gd name="connsiteY4" fmla="*/ 1078230 h 1096256"/>
                <a:gd name="connsiteX5" fmla="*/ 2004061 w 8343900"/>
                <a:gd name="connsiteY5" fmla="*/ 1074420 h 1096256"/>
                <a:gd name="connsiteX6" fmla="*/ 2011680 w 8343900"/>
                <a:gd name="connsiteY6" fmla="*/ 434340 h 1096256"/>
                <a:gd name="connsiteX7" fmla="*/ 2720340 w 8343900"/>
                <a:gd name="connsiteY7" fmla="*/ 22860 h 1096256"/>
                <a:gd name="connsiteX8" fmla="*/ 2715177 w 8343900"/>
                <a:gd name="connsiteY8" fmla="*/ 566066 h 1096256"/>
                <a:gd name="connsiteX9" fmla="*/ 3852217 w 8343900"/>
                <a:gd name="connsiteY9" fmla="*/ 575338 h 1096256"/>
                <a:gd name="connsiteX10" fmla="*/ 3861942 w 8343900"/>
                <a:gd name="connsiteY10" fmla="*/ 1075864 h 1096256"/>
                <a:gd name="connsiteX11" fmla="*/ 4997768 w 8343900"/>
                <a:gd name="connsiteY11" fmla="*/ 1079182 h 1096256"/>
                <a:gd name="connsiteX12" fmla="*/ 5006340 w 8343900"/>
                <a:gd name="connsiteY12" fmla="*/ 491490 h 1096256"/>
                <a:gd name="connsiteX13" fmla="*/ 5657850 w 8343900"/>
                <a:gd name="connsiteY13" fmla="*/ 0 h 1096256"/>
                <a:gd name="connsiteX14" fmla="*/ 5650230 w 8343900"/>
                <a:gd name="connsiteY14" fmla="*/ 484823 h 1096256"/>
                <a:gd name="connsiteX15" fmla="*/ 6981287 w 8343900"/>
                <a:gd name="connsiteY15" fmla="*/ 480060 h 1096256"/>
                <a:gd name="connsiteX16" fmla="*/ 6960870 w 8343900"/>
                <a:gd name="connsiteY16" fmla="*/ 1085850 h 1096256"/>
                <a:gd name="connsiteX17" fmla="*/ 8343900 w 8343900"/>
                <a:gd name="connsiteY17" fmla="*/ 1085850 h 1096256"/>
                <a:gd name="connsiteX0" fmla="*/ 0 w 8343900"/>
                <a:gd name="connsiteY0" fmla="*/ 1072515 h 1090827"/>
                <a:gd name="connsiteX1" fmla="*/ 320040 w 8343900"/>
                <a:gd name="connsiteY1" fmla="*/ 1074420 h 1090827"/>
                <a:gd name="connsiteX2" fmla="*/ 331470 w 8343900"/>
                <a:gd name="connsiteY2" fmla="*/ 480060 h 1090827"/>
                <a:gd name="connsiteX3" fmla="*/ 1005840 w 8343900"/>
                <a:gd name="connsiteY3" fmla="*/ 45720 h 1090827"/>
                <a:gd name="connsiteX4" fmla="*/ 1002030 w 8343900"/>
                <a:gd name="connsiteY4" fmla="*/ 1078230 h 1090827"/>
                <a:gd name="connsiteX5" fmla="*/ 2004061 w 8343900"/>
                <a:gd name="connsiteY5" fmla="*/ 1074420 h 1090827"/>
                <a:gd name="connsiteX6" fmla="*/ 2011680 w 8343900"/>
                <a:gd name="connsiteY6" fmla="*/ 434340 h 1090827"/>
                <a:gd name="connsiteX7" fmla="*/ 2720340 w 8343900"/>
                <a:gd name="connsiteY7" fmla="*/ 22860 h 1090827"/>
                <a:gd name="connsiteX8" fmla="*/ 2715177 w 8343900"/>
                <a:gd name="connsiteY8" fmla="*/ 566066 h 1090827"/>
                <a:gd name="connsiteX9" fmla="*/ 3852217 w 8343900"/>
                <a:gd name="connsiteY9" fmla="*/ 575338 h 1090827"/>
                <a:gd name="connsiteX10" fmla="*/ 3861942 w 8343900"/>
                <a:gd name="connsiteY10" fmla="*/ 1075864 h 1090827"/>
                <a:gd name="connsiteX11" fmla="*/ 4997768 w 8343900"/>
                <a:gd name="connsiteY11" fmla="*/ 1079182 h 1090827"/>
                <a:gd name="connsiteX12" fmla="*/ 5006340 w 8343900"/>
                <a:gd name="connsiteY12" fmla="*/ 491490 h 1090827"/>
                <a:gd name="connsiteX13" fmla="*/ 5657850 w 8343900"/>
                <a:gd name="connsiteY13" fmla="*/ 0 h 1090827"/>
                <a:gd name="connsiteX14" fmla="*/ 5650230 w 8343900"/>
                <a:gd name="connsiteY14" fmla="*/ 484823 h 1090827"/>
                <a:gd name="connsiteX15" fmla="*/ 6981287 w 8343900"/>
                <a:gd name="connsiteY15" fmla="*/ 480060 h 1090827"/>
                <a:gd name="connsiteX16" fmla="*/ 6960870 w 8343900"/>
                <a:gd name="connsiteY16" fmla="*/ 1085850 h 1090827"/>
                <a:gd name="connsiteX17" fmla="*/ 8343900 w 8343900"/>
                <a:gd name="connsiteY17" fmla="*/ 1085850 h 1090827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699079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74466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718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687756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299740"/>
                <a:gd name="connsiteY0" fmla="*/ 1072515 h 1085850"/>
                <a:gd name="connsiteX1" fmla="*/ 275880 w 8299740"/>
                <a:gd name="connsiteY1" fmla="*/ 1074420 h 1085850"/>
                <a:gd name="connsiteX2" fmla="*/ 280097 w 8299740"/>
                <a:gd name="connsiteY2" fmla="*/ 688465 h 1085850"/>
                <a:gd name="connsiteX3" fmla="*/ 961680 w 8299740"/>
                <a:gd name="connsiteY3" fmla="*/ 254126 h 1085850"/>
                <a:gd name="connsiteX4" fmla="*/ 957870 w 8299740"/>
                <a:gd name="connsiteY4" fmla="*/ 1078230 h 1085850"/>
                <a:gd name="connsiteX5" fmla="*/ 1959901 w 8299740"/>
                <a:gd name="connsiteY5" fmla="*/ 1074420 h 1085850"/>
                <a:gd name="connsiteX6" fmla="*/ 1960307 w 8299740"/>
                <a:gd name="connsiteY6" fmla="*/ 623208 h 1085850"/>
                <a:gd name="connsiteX7" fmla="*/ 2682121 w 8299740"/>
                <a:gd name="connsiteY7" fmla="*/ 211728 h 1085850"/>
                <a:gd name="connsiteX8" fmla="*/ 2681202 w 8299740"/>
                <a:gd name="connsiteY8" fmla="*/ 694788 h 1085850"/>
                <a:gd name="connsiteX9" fmla="*/ 3815270 w 8299740"/>
                <a:gd name="connsiteY9" fmla="*/ 697547 h 1085850"/>
                <a:gd name="connsiteX10" fmla="*/ 3817782 w 8299740"/>
                <a:gd name="connsiteY10" fmla="*/ 1075864 h 1085850"/>
                <a:gd name="connsiteX11" fmla="*/ 4953608 w 8299740"/>
                <a:gd name="connsiteY11" fmla="*/ 1079182 h 1085850"/>
                <a:gd name="connsiteX12" fmla="*/ 4962180 w 8299740"/>
                <a:gd name="connsiteY12" fmla="*/ 491490 h 1085850"/>
                <a:gd name="connsiteX13" fmla="*/ 5613690 w 8299740"/>
                <a:gd name="connsiteY13" fmla="*/ 0 h 1085850"/>
                <a:gd name="connsiteX14" fmla="*/ 5612254 w 8299740"/>
                <a:gd name="connsiteY14" fmla="*/ 687756 h 1085850"/>
                <a:gd name="connsiteX15" fmla="*/ 6908277 w 8299740"/>
                <a:gd name="connsiteY15" fmla="*/ 683101 h 1085850"/>
                <a:gd name="connsiteX16" fmla="*/ 6916710 w 8299740"/>
                <a:gd name="connsiteY16" fmla="*/ 1085850 h 1085850"/>
                <a:gd name="connsiteX17" fmla="*/ 8299740 w 8299740"/>
                <a:gd name="connsiteY17" fmla="*/ 1085850 h 1085850"/>
                <a:gd name="connsiteX0" fmla="*/ 0 w 8299740"/>
                <a:gd name="connsiteY0" fmla="*/ 1072515 h 1085850"/>
                <a:gd name="connsiteX1" fmla="*/ 275880 w 8299740"/>
                <a:gd name="connsiteY1" fmla="*/ 1074420 h 1085850"/>
                <a:gd name="connsiteX2" fmla="*/ 280097 w 8299740"/>
                <a:gd name="connsiteY2" fmla="*/ 688465 h 1085850"/>
                <a:gd name="connsiteX3" fmla="*/ 961680 w 8299740"/>
                <a:gd name="connsiteY3" fmla="*/ 254126 h 1085850"/>
                <a:gd name="connsiteX4" fmla="*/ 957870 w 8299740"/>
                <a:gd name="connsiteY4" fmla="*/ 1078230 h 1085850"/>
                <a:gd name="connsiteX5" fmla="*/ 1959901 w 8299740"/>
                <a:gd name="connsiteY5" fmla="*/ 1074420 h 1085850"/>
                <a:gd name="connsiteX6" fmla="*/ 1960307 w 8299740"/>
                <a:gd name="connsiteY6" fmla="*/ 623208 h 1085850"/>
                <a:gd name="connsiteX7" fmla="*/ 2682121 w 8299740"/>
                <a:gd name="connsiteY7" fmla="*/ 211728 h 1085850"/>
                <a:gd name="connsiteX8" fmla="*/ 2681202 w 8299740"/>
                <a:gd name="connsiteY8" fmla="*/ 694788 h 1085850"/>
                <a:gd name="connsiteX9" fmla="*/ 3815270 w 8299740"/>
                <a:gd name="connsiteY9" fmla="*/ 697547 h 1085850"/>
                <a:gd name="connsiteX10" fmla="*/ 3817782 w 8299740"/>
                <a:gd name="connsiteY10" fmla="*/ 1075864 h 1085850"/>
                <a:gd name="connsiteX11" fmla="*/ 4953608 w 8299740"/>
                <a:gd name="connsiteY11" fmla="*/ 1079182 h 1085850"/>
                <a:gd name="connsiteX12" fmla="*/ 4962180 w 8299740"/>
                <a:gd name="connsiteY12" fmla="*/ 491490 h 1085850"/>
                <a:gd name="connsiteX13" fmla="*/ 5613690 w 8299740"/>
                <a:gd name="connsiteY13" fmla="*/ 0 h 1085850"/>
                <a:gd name="connsiteX14" fmla="*/ 5612254 w 8299740"/>
                <a:gd name="connsiteY14" fmla="*/ 687756 h 1085850"/>
                <a:gd name="connsiteX15" fmla="*/ 6908277 w 8299740"/>
                <a:gd name="connsiteY15" fmla="*/ 683101 h 1085850"/>
                <a:gd name="connsiteX16" fmla="*/ 6916710 w 8299740"/>
                <a:gd name="connsiteY16" fmla="*/ 1085850 h 1085850"/>
                <a:gd name="connsiteX17" fmla="*/ 8299740 w 8299740"/>
                <a:gd name="connsiteY17" fmla="*/ 108585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299740" h="1085850">
                  <a:moveTo>
                    <a:pt x="0" y="1072515"/>
                  </a:moveTo>
                  <a:lnTo>
                    <a:pt x="275880" y="1074420"/>
                  </a:lnTo>
                  <a:cubicBezTo>
                    <a:pt x="277286" y="932743"/>
                    <a:pt x="278691" y="830142"/>
                    <a:pt x="280097" y="688465"/>
                  </a:cubicBezTo>
                  <a:lnTo>
                    <a:pt x="961680" y="254126"/>
                  </a:lnTo>
                  <a:lnTo>
                    <a:pt x="957870" y="1078230"/>
                  </a:lnTo>
                  <a:lnTo>
                    <a:pt x="1959901" y="1074420"/>
                  </a:lnTo>
                  <a:cubicBezTo>
                    <a:pt x="1957678" y="868680"/>
                    <a:pt x="1962530" y="828948"/>
                    <a:pt x="1960307" y="623208"/>
                  </a:cubicBezTo>
                  <a:lnTo>
                    <a:pt x="2682121" y="211728"/>
                  </a:lnTo>
                  <a:cubicBezTo>
                    <a:pt x="2691845" y="453258"/>
                    <a:pt x="2683783" y="423185"/>
                    <a:pt x="2681202" y="694788"/>
                  </a:cubicBezTo>
                  <a:lnTo>
                    <a:pt x="3815270" y="697547"/>
                  </a:lnTo>
                  <a:cubicBezTo>
                    <a:pt x="3816107" y="814458"/>
                    <a:pt x="3816945" y="958953"/>
                    <a:pt x="3817782" y="1075864"/>
                  </a:cubicBezTo>
                  <a:cubicBezTo>
                    <a:pt x="4096234" y="1071220"/>
                    <a:pt x="4385695" y="1077523"/>
                    <a:pt x="4953608" y="1079182"/>
                  </a:cubicBezTo>
                  <a:lnTo>
                    <a:pt x="4962180" y="491490"/>
                  </a:lnTo>
                  <a:lnTo>
                    <a:pt x="5613690" y="0"/>
                  </a:lnTo>
                  <a:cubicBezTo>
                    <a:pt x="5613211" y="229252"/>
                    <a:pt x="5612733" y="458504"/>
                    <a:pt x="5612254" y="687756"/>
                  </a:cubicBezTo>
                  <a:lnTo>
                    <a:pt x="6908277" y="683101"/>
                  </a:lnTo>
                  <a:lnTo>
                    <a:pt x="6916710" y="1085850"/>
                  </a:lnTo>
                  <a:lnTo>
                    <a:pt x="8299740" y="108585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898E09-D616-B4BB-B2DA-29549518F5E3}"/>
              </a:ext>
            </a:extLst>
          </p:cNvPr>
          <p:cNvCxnSpPr>
            <a:cxnSpLocks/>
          </p:cNvCxnSpPr>
          <p:nvPr/>
        </p:nvCxnSpPr>
        <p:spPr>
          <a:xfrm>
            <a:off x="2019397" y="5719886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8C84504-EA14-DA4E-A320-263FD745BECA}"/>
              </a:ext>
            </a:extLst>
          </p:cNvPr>
          <p:cNvSpPr/>
          <p:nvPr/>
        </p:nvSpPr>
        <p:spPr>
          <a:xfrm>
            <a:off x="5134183" y="688113"/>
            <a:ext cx="3290965" cy="3027282"/>
          </a:xfrm>
          <a:prstGeom prst="roundRect">
            <a:avLst>
              <a:gd name="adj" fmla="val 106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99EB5E-2896-0249-BBE4-82179988BBEA}"/>
              </a:ext>
            </a:extLst>
          </p:cNvPr>
          <p:cNvSpPr txBox="1"/>
          <p:nvPr/>
        </p:nvSpPr>
        <p:spPr>
          <a:xfrm>
            <a:off x="5284306" y="800085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ASSESS RESISTANCE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4D88A31-BEDF-49B1-57D6-C68750342076}"/>
              </a:ext>
            </a:extLst>
          </p:cNvPr>
          <p:cNvSpPr/>
          <p:nvPr/>
        </p:nvSpPr>
        <p:spPr>
          <a:xfrm>
            <a:off x="5389519" y="2550058"/>
            <a:ext cx="2780292" cy="3657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Differential?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9C5DC02-FA5D-AC85-001E-566814556D4A}"/>
              </a:ext>
            </a:extLst>
          </p:cNvPr>
          <p:cNvSpPr/>
          <p:nvPr/>
        </p:nvSpPr>
        <p:spPr>
          <a:xfrm>
            <a:off x="5382098" y="1190510"/>
            <a:ext cx="2795135" cy="112198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</a:t>
            </a:r>
            <a:r>
              <a:rPr lang="en-US" sz="1600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resistance problem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ACB7F383-A026-065D-1218-EC755F925E0C}"/>
              </a:ext>
            </a:extLst>
          </p:cNvPr>
          <p:cNvSpPr/>
          <p:nvPr/>
        </p:nvSpPr>
        <p:spPr>
          <a:xfrm>
            <a:off x="503702" y="1714397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1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B9A89B5-6BD9-33C9-BD45-4369401A802C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222727" y="1617411"/>
            <a:ext cx="337945" cy="22400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16390E83-4B90-F7F6-14BB-EB4A1A17D0A0}"/>
              </a:ext>
            </a:extLst>
          </p:cNvPr>
          <p:cNvSpPr/>
          <p:nvPr/>
        </p:nvSpPr>
        <p:spPr>
          <a:xfrm>
            <a:off x="503702" y="2236333"/>
            <a:ext cx="1134658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2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E0C433F-FC1C-C859-C9F2-A6720A1E8ED5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119373" y="2035994"/>
            <a:ext cx="544652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EB34357A-4572-184D-A907-A2928B18E7CA}"/>
              </a:ext>
            </a:extLst>
          </p:cNvPr>
          <p:cNvSpPr/>
          <p:nvPr/>
        </p:nvSpPr>
        <p:spPr>
          <a:xfrm>
            <a:off x="503702" y="2758269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3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605BD1F-FB46-890D-3223-A48D89214E8C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119471" y="2558028"/>
            <a:ext cx="544456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5F2A5661-4CF8-5F52-2169-18F0E7DF8DB5}"/>
              </a:ext>
            </a:extLst>
          </p:cNvPr>
          <p:cNvSpPr/>
          <p:nvPr/>
        </p:nvSpPr>
        <p:spPr>
          <a:xfrm>
            <a:off x="1852076" y="688113"/>
            <a:ext cx="3189249" cy="2242304"/>
          </a:xfrm>
          <a:prstGeom prst="roundRect">
            <a:avLst>
              <a:gd name="adj" fmla="val 17997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FCBACFE-691F-1038-0D0F-3130A68A1E12}"/>
              </a:ext>
            </a:extLst>
          </p:cNvPr>
          <p:cNvSpPr txBox="1"/>
          <p:nvPr/>
        </p:nvSpPr>
        <p:spPr>
          <a:xfrm>
            <a:off x="2004704" y="811510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C5316EA-7B3F-5491-F63E-23378B41DD2D}"/>
              </a:ext>
            </a:extLst>
          </p:cNvPr>
          <p:cNvCxnSpPr>
            <a:cxnSpLocks/>
          </p:cNvCxnSpPr>
          <p:nvPr/>
        </p:nvCxnSpPr>
        <p:spPr>
          <a:xfrm flipH="1">
            <a:off x="2715809" y="3560858"/>
            <a:ext cx="2" cy="4998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A3E09BB-12CA-49F2-956D-6835CEFE4EF2}"/>
              </a:ext>
            </a:extLst>
          </p:cNvPr>
          <p:cNvCxnSpPr>
            <a:cxnSpLocks/>
          </p:cNvCxnSpPr>
          <p:nvPr/>
        </p:nvCxnSpPr>
        <p:spPr>
          <a:xfrm>
            <a:off x="3177540" y="5158740"/>
            <a:ext cx="8573" cy="1375410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se 1 - Q1">
            <a:extLst>
              <a:ext uri="{FF2B5EF4-FFF2-40B4-BE49-F238E27FC236}">
                <a16:creationId xmlns:a16="http://schemas.microsoft.com/office/drawing/2014/main" id="{C2C169FB-20EF-83E0-5255-972DEF1119DE}"/>
              </a:ext>
            </a:extLst>
          </p:cNvPr>
          <p:cNvSpPr/>
          <p:nvPr/>
        </p:nvSpPr>
        <p:spPr>
          <a:xfrm>
            <a:off x="3271957" y="5640144"/>
            <a:ext cx="654646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91BA5E1-EA02-71E8-528D-E6A34CAA99F4}"/>
              </a:ext>
            </a:extLst>
          </p:cNvPr>
          <p:cNvCxnSpPr>
            <a:cxnSpLocks/>
          </p:cNvCxnSpPr>
          <p:nvPr/>
        </p:nvCxnSpPr>
        <p:spPr>
          <a:xfrm>
            <a:off x="5007429" y="5747657"/>
            <a:ext cx="6531" cy="782683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Case 1 - Q1">
            <a:extLst>
              <a:ext uri="{FF2B5EF4-FFF2-40B4-BE49-F238E27FC236}">
                <a16:creationId xmlns:a16="http://schemas.microsoft.com/office/drawing/2014/main" id="{5391730D-909D-BBAC-36CE-52E03B5DEBA4}"/>
              </a:ext>
            </a:extLst>
          </p:cNvPr>
          <p:cNvSpPr/>
          <p:nvPr/>
        </p:nvSpPr>
        <p:spPr>
          <a:xfrm>
            <a:off x="5079489" y="5972275"/>
            <a:ext cx="922295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443F0BD-A5AC-FACD-88FB-768065B5E3F6}"/>
              </a:ext>
            </a:extLst>
          </p:cNvPr>
          <p:cNvGrpSpPr/>
          <p:nvPr/>
        </p:nvGrpSpPr>
        <p:grpSpPr>
          <a:xfrm>
            <a:off x="7501889" y="3448756"/>
            <a:ext cx="3101708" cy="1372271"/>
            <a:chOff x="7079276" y="3549741"/>
            <a:chExt cx="3101708" cy="1372271"/>
          </a:xfrm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8A8BC78-87BD-8667-54E4-C009401836F2}"/>
                </a:ext>
              </a:extLst>
            </p:cNvPr>
            <p:cNvSpPr/>
            <p:nvPr/>
          </p:nvSpPr>
          <p:spPr>
            <a:xfrm>
              <a:off x="8035926" y="4273292"/>
              <a:ext cx="2145058" cy="648720"/>
            </a:xfrm>
            <a:custGeom>
              <a:avLst/>
              <a:gdLst>
                <a:gd name="connsiteX0" fmla="*/ 76901 w 2147614"/>
                <a:gd name="connsiteY0" fmla="*/ 139361 h 624678"/>
                <a:gd name="connsiteX1" fmla="*/ 500763 w 2147614"/>
                <a:gd name="connsiteY1" fmla="*/ 86974 h 624678"/>
                <a:gd name="connsiteX2" fmla="*/ 662688 w 2147614"/>
                <a:gd name="connsiteY2" fmla="*/ 6011 h 624678"/>
                <a:gd name="connsiteX3" fmla="*/ 1124651 w 2147614"/>
                <a:gd name="connsiteY3" fmla="*/ 15536 h 624678"/>
                <a:gd name="connsiteX4" fmla="*/ 1458026 w 2147614"/>
                <a:gd name="connsiteY4" fmla="*/ 91736 h 624678"/>
                <a:gd name="connsiteX5" fmla="*/ 1886651 w 2147614"/>
                <a:gd name="connsiteY5" fmla="*/ 67924 h 624678"/>
                <a:gd name="connsiteX6" fmla="*/ 2010476 w 2147614"/>
                <a:gd name="connsiteY6" fmla="*/ 306049 h 624678"/>
                <a:gd name="connsiteX7" fmla="*/ 2143826 w 2147614"/>
                <a:gd name="connsiteY7" fmla="*/ 477499 h 624678"/>
                <a:gd name="connsiteX8" fmla="*/ 1853313 w 2147614"/>
                <a:gd name="connsiteY8" fmla="*/ 606086 h 624678"/>
                <a:gd name="connsiteX9" fmla="*/ 905576 w 2147614"/>
                <a:gd name="connsiteY9" fmla="*/ 610849 h 624678"/>
                <a:gd name="connsiteX10" fmla="*/ 329313 w 2147614"/>
                <a:gd name="connsiteY10" fmla="*/ 482261 h 624678"/>
                <a:gd name="connsiteX11" fmla="*/ 81663 w 2147614"/>
                <a:gd name="connsiteY11" fmla="*/ 344149 h 624678"/>
                <a:gd name="connsiteX12" fmla="*/ 701 w 2147614"/>
                <a:gd name="connsiteY12" fmla="*/ 167936 h 624678"/>
                <a:gd name="connsiteX13" fmla="*/ 76901 w 2147614"/>
                <a:gd name="connsiteY13" fmla="*/ 139361 h 624678"/>
                <a:gd name="connsiteX0" fmla="*/ 76620 w 2147333"/>
                <a:gd name="connsiteY0" fmla="*/ 86973 h 624678"/>
                <a:gd name="connsiteX1" fmla="*/ 500482 w 2147333"/>
                <a:gd name="connsiteY1" fmla="*/ 86974 h 624678"/>
                <a:gd name="connsiteX2" fmla="*/ 662407 w 2147333"/>
                <a:gd name="connsiteY2" fmla="*/ 6011 h 624678"/>
                <a:gd name="connsiteX3" fmla="*/ 1124370 w 2147333"/>
                <a:gd name="connsiteY3" fmla="*/ 15536 h 624678"/>
                <a:gd name="connsiteX4" fmla="*/ 1457745 w 2147333"/>
                <a:gd name="connsiteY4" fmla="*/ 91736 h 624678"/>
                <a:gd name="connsiteX5" fmla="*/ 1886370 w 2147333"/>
                <a:gd name="connsiteY5" fmla="*/ 67924 h 624678"/>
                <a:gd name="connsiteX6" fmla="*/ 2010195 w 2147333"/>
                <a:gd name="connsiteY6" fmla="*/ 306049 h 624678"/>
                <a:gd name="connsiteX7" fmla="*/ 2143545 w 2147333"/>
                <a:gd name="connsiteY7" fmla="*/ 477499 h 624678"/>
                <a:gd name="connsiteX8" fmla="*/ 1853032 w 2147333"/>
                <a:gd name="connsiteY8" fmla="*/ 606086 h 624678"/>
                <a:gd name="connsiteX9" fmla="*/ 905295 w 2147333"/>
                <a:gd name="connsiteY9" fmla="*/ 610849 h 624678"/>
                <a:gd name="connsiteX10" fmla="*/ 329032 w 2147333"/>
                <a:gd name="connsiteY10" fmla="*/ 482261 h 624678"/>
                <a:gd name="connsiteX11" fmla="*/ 81382 w 2147333"/>
                <a:gd name="connsiteY11" fmla="*/ 344149 h 624678"/>
                <a:gd name="connsiteX12" fmla="*/ 420 w 2147333"/>
                <a:gd name="connsiteY12" fmla="*/ 167936 h 624678"/>
                <a:gd name="connsiteX13" fmla="*/ 76620 w 2147333"/>
                <a:gd name="connsiteY13" fmla="*/ 86973 h 624678"/>
                <a:gd name="connsiteX0" fmla="*/ 76620 w 2147333"/>
                <a:gd name="connsiteY0" fmla="*/ 98968 h 636673"/>
                <a:gd name="connsiteX1" fmla="*/ 500482 w 2147333"/>
                <a:gd name="connsiteY1" fmla="*/ 98969 h 636673"/>
                <a:gd name="connsiteX2" fmla="*/ 662407 w 2147333"/>
                <a:gd name="connsiteY2" fmla="*/ 3718 h 636673"/>
                <a:gd name="connsiteX3" fmla="*/ 1124370 w 2147333"/>
                <a:gd name="connsiteY3" fmla="*/ 27531 h 636673"/>
                <a:gd name="connsiteX4" fmla="*/ 1457745 w 2147333"/>
                <a:gd name="connsiteY4" fmla="*/ 103731 h 636673"/>
                <a:gd name="connsiteX5" fmla="*/ 1886370 w 2147333"/>
                <a:gd name="connsiteY5" fmla="*/ 79919 h 636673"/>
                <a:gd name="connsiteX6" fmla="*/ 2010195 w 2147333"/>
                <a:gd name="connsiteY6" fmla="*/ 318044 h 636673"/>
                <a:gd name="connsiteX7" fmla="*/ 2143545 w 2147333"/>
                <a:gd name="connsiteY7" fmla="*/ 489494 h 636673"/>
                <a:gd name="connsiteX8" fmla="*/ 1853032 w 2147333"/>
                <a:gd name="connsiteY8" fmla="*/ 618081 h 636673"/>
                <a:gd name="connsiteX9" fmla="*/ 905295 w 2147333"/>
                <a:gd name="connsiteY9" fmla="*/ 622844 h 636673"/>
                <a:gd name="connsiteX10" fmla="*/ 329032 w 2147333"/>
                <a:gd name="connsiteY10" fmla="*/ 494256 h 636673"/>
                <a:gd name="connsiteX11" fmla="*/ 81382 w 2147333"/>
                <a:gd name="connsiteY11" fmla="*/ 356144 h 636673"/>
                <a:gd name="connsiteX12" fmla="*/ 420 w 2147333"/>
                <a:gd name="connsiteY12" fmla="*/ 179931 h 636673"/>
                <a:gd name="connsiteX13" fmla="*/ 76620 w 2147333"/>
                <a:gd name="connsiteY13" fmla="*/ 98968 h 636673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57745 w 2147333"/>
                <a:gd name="connsiteY5" fmla="*/ 102486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95845 w 2147333"/>
                <a:gd name="connsiteY5" fmla="*/ 31048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830"/>
                <a:gd name="connsiteY0" fmla="*/ 97723 h 635428"/>
                <a:gd name="connsiteX1" fmla="*/ 500482 w 2147830"/>
                <a:gd name="connsiteY1" fmla="*/ 97724 h 635428"/>
                <a:gd name="connsiteX2" fmla="*/ 662407 w 2147830"/>
                <a:gd name="connsiteY2" fmla="*/ 2473 h 635428"/>
                <a:gd name="connsiteX3" fmla="*/ 1124370 w 2147830"/>
                <a:gd name="connsiteY3" fmla="*/ 26286 h 635428"/>
                <a:gd name="connsiteX4" fmla="*/ 1152945 w 2147830"/>
                <a:gd name="connsiteY4" fmla="*/ 7237 h 635428"/>
                <a:gd name="connsiteX5" fmla="*/ 1495845 w 2147830"/>
                <a:gd name="connsiteY5" fmla="*/ 31048 h 635428"/>
                <a:gd name="connsiteX6" fmla="*/ 1786358 w 2147830"/>
                <a:gd name="connsiteY6" fmla="*/ 64387 h 635428"/>
                <a:gd name="connsiteX7" fmla="*/ 2010195 w 2147830"/>
                <a:gd name="connsiteY7" fmla="*/ 316799 h 635428"/>
                <a:gd name="connsiteX8" fmla="*/ 2143545 w 2147830"/>
                <a:gd name="connsiteY8" fmla="*/ 488249 h 635428"/>
                <a:gd name="connsiteX9" fmla="*/ 1853032 w 2147830"/>
                <a:gd name="connsiteY9" fmla="*/ 616836 h 635428"/>
                <a:gd name="connsiteX10" fmla="*/ 905295 w 2147830"/>
                <a:gd name="connsiteY10" fmla="*/ 621599 h 635428"/>
                <a:gd name="connsiteX11" fmla="*/ 329032 w 2147830"/>
                <a:gd name="connsiteY11" fmla="*/ 493011 h 635428"/>
                <a:gd name="connsiteX12" fmla="*/ 81382 w 2147830"/>
                <a:gd name="connsiteY12" fmla="*/ 354899 h 635428"/>
                <a:gd name="connsiteX13" fmla="*/ 420 w 2147830"/>
                <a:gd name="connsiteY13" fmla="*/ 178686 h 635428"/>
                <a:gd name="connsiteX14" fmla="*/ 76620 w 2147830"/>
                <a:gd name="connsiteY14" fmla="*/ 97723 h 635428"/>
                <a:gd name="connsiteX0" fmla="*/ 76620 w 2147830"/>
                <a:gd name="connsiteY0" fmla="*/ 97723 h 632954"/>
                <a:gd name="connsiteX1" fmla="*/ 500482 w 2147830"/>
                <a:gd name="connsiteY1" fmla="*/ 97724 h 632954"/>
                <a:gd name="connsiteX2" fmla="*/ 662407 w 2147830"/>
                <a:gd name="connsiteY2" fmla="*/ 2473 h 632954"/>
                <a:gd name="connsiteX3" fmla="*/ 1124370 w 2147830"/>
                <a:gd name="connsiteY3" fmla="*/ 26286 h 632954"/>
                <a:gd name="connsiteX4" fmla="*/ 1152945 w 2147830"/>
                <a:gd name="connsiteY4" fmla="*/ 7237 h 632954"/>
                <a:gd name="connsiteX5" fmla="*/ 1495845 w 2147830"/>
                <a:gd name="connsiteY5" fmla="*/ 31048 h 632954"/>
                <a:gd name="connsiteX6" fmla="*/ 1786358 w 2147830"/>
                <a:gd name="connsiteY6" fmla="*/ 64387 h 632954"/>
                <a:gd name="connsiteX7" fmla="*/ 2010195 w 2147830"/>
                <a:gd name="connsiteY7" fmla="*/ 316799 h 632954"/>
                <a:gd name="connsiteX8" fmla="*/ 2143545 w 2147830"/>
                <a:gd name="connsiteY8" fmla="*/ 535874 h 632954"/>
                <a:gd name="connsiteX9" fmla="*/ 1853032 w 2147830"/>
                <a:gd name="connsiteY9" fmla="*/ 616836 h 632954"/>
                <a:gd name="connsiteX10" fmla="*/ 905295 w 2147830"/>
                <a:gd name="connsiteY10" fmla="*/ 621599 h 632954"/>
                <a:gd name="connsiteX11" fmla="*/ 329032 w 2147830"/>
                <a:gd name="connsiteY11" fmla="*/ 493011 h 632954"/>
                <a:gd name="connsiteX12" fmla="*/ 81382 w 2147830"/>
                <a:gd name="connsiteY12" fmla="*/ 354899 h 632954"/>
                <a:gd name="connsiteX13" fmla="*/ 420 w 2147830"/>
                <a:gd name="connsiteY13" fmla="*/ 178686 h 632954"/>
                <a:gd name="connsiteX14" fmla="*/ 76620 w 2147830"/>
                <a:gd name="connsiteY14" fmla="*/ 97723 h 632954"/>
                <a:gd name="connsiteX0" fmla="*/ 76620 w 2147830"/>
                <a:gd name="connsiteY0" fmla="*/ 97955 h 633186"/>
                <a:gd name="connsiteX1" fmla="*/ 500482 w 2147830"/>
                <a:gd name="connsiteY1" fmla="*/ 97956 h 633186"/>
                <a:gd name="connsiteX2" fmla="*/ 662407 w 2147830"/>
                <a:gd name="connsiteY2" fmla="*/ 2705 h 633186"/>
                <a:gd name="connsiteX3" fmla="*/ 1124370 w 2147830"/>
                <a:gd name="connsiteY3" fmla="*/ 26518 h 633186"/>
                <a:gd name="connsiteX4" fmla="*/ 1495845 w 2147830"/>
                <a:gd name="connsiteY4" fmla="*/ 31280 h 633186"/>
                <a:gd name="connsiteX5" fmla="*/ 1786358 w 2147830"/>
                <a:gd name="connsiteY5" fmla="*/ 64619 h 633186"/>
                <a:gd name="connsiteX6" fmla="*/ 2010195 w 2147830"/>
                <a:gd name="connsiteY6" fmla="*/ 317031 h 633186"/>
                <a:gd name="connsiteX7" fmla="*/ 2143545 w 2147830"/>
                <a:gd name="connsiteY7" fmla="*/ 536106 h 633186"/>
                <a:gd name="connsiteX8" fmla="*/ 1853032 w 2147830"/>
                <a:gd name="connsiteY8" fmla="*/ 617068 h 633186"/>
                <a:gd name="connsiteX9" fmla="*/ 905295 w 2147830"/>
                <a:gd name="connsiteY9" fmla="*/ 621831 h 633186"/>
                <a:gd name="connsiteX10" fmla="*/ 329032 w 2147830"/>
                <a:gd name="connsiteY10" fmla="*/ 493243 h 633186"/>
                <a:gd name="connsiteX11" fmla="*/ 81382 w 2147830"/>
                <a:gd name="connsiteY11" fmla="*/ 355131 h 633186"/>
                <a:gd name="connsiteX12" fmla="*/ 420 w 2147830"/>
                <a:gd name="connsiteY12" fmla="*/ 178918 h 633186"/>
                <a:gd name="connsiteX13" fmla="*/ 76620 w 2147830"/>
                <a:gd name="connsiteY13" fmla="*/ 97955 h 633186"/>
                <a:gd name="connsiteX0" fmla="*/ 76620 w 2147830"/>
                <a:gd name="connsiteY0" fmla="*/ 112011 h 647242"/>
                <a:gd name="connsiteX1" fmla="*/ 500482 w 2147830"/>
                <a:gd name="connsiteY1" fmla="*/ 112012 h 647242"/>
                <a:gd name="connsiteX2" fmla="*/ 662407 w 2147830"/>
                <a:gd name="connsiteY2" fmla="*/ 16761 h 647242"/>
                <a:gd name="connsiteX3" fmla="*/ 1138657 w 2147830"/>
                <a:gd name="connsiteY3" fmla="*/ 2474 h 647242"/>
                <a:gd name="connsiteX4" fmla="*/ 1495845 w 2147830"/>
                <a:gd name="connsiteY4" fmla="*/ 45336 h 647242"/>
                <a:gd name="connsiteX5" fmla="*/ 1786358 w 2147830"/>
                <a:gd name="connsiteY5" fmla="*/ 78675 h 647242"/>
                <a:gd name="connsiteX6" fmla="*/ 2010195 w 2147830"/>
                <a:gd name="connsiteY6" fmla="*/ 331087 h 647242"/>
                <a:gd name="connsiteX7" fmla="*/ 2143545 w 2147830"/>
                <a:gd name="connsiteY7" fmla="*/ 550162 h 647242"/>
                <a:gd name="connsiteX8" fmla="*/ 1853032 w 2147830"/>
                <a:gd name="connsiteY8" fmla="*/ 631124 h 647242"/>
                <a:gd name="connsiteX9" fmla="*/ 905295 w 2147830"/>
                <a:gd name="connsiteY9" fmla="*/ 635887 h 647242"/>
                <a:gd name="connsiteX10" fmla="*/ 329032 w 2147830"/>
                <a:gd name="connsiteY10" fmla="*/ 507299 h 647242"/>
                <a:gd name="connsiteX11" fmla="*/ 81382 w 2147830"/>
                <a:gd name="connsiteY11" fmla="*/ 369187 h 647242"/>
                <a:gd name="connsiteX12" fmla="*/ 420 w 2147830"/>
                <a:gd name="connsiteY12" fmla="*/ 192974 h 647242"/>
                <a:gd name="connsiteX13" fmla="*/ 76620 w 2147830"/>
                <a:gd name="connsiteY13" fmla="*/ 112011 h 647242"/>
                <a:gd name="connsiteX0" fmla="*/ 76620 w 2147830"/>
                <a:gd name="connsiteY0" fmla="*/ 112529 h 647760"/>
                <a:gd name="connsiteX1" fmla="*/ 500482 w 2147830"/>
                <a:gd name="connsiteY1" fmla="*/ 112530 h 647760"/>
                <a:gd name="connsiteX2" fmla="*/ 662407 w 2147830"/>
                <a:gd name="connsiteY2" fmla="*/ 17279 h 647760"/>
                <a:gd name="connsiteX3" fmla="*/ 1138657 w 2147830"/>
                <a:gd name="connsiteY3" fmla="*/ 2992 h 647760"/>
                <a:gd name="connsiteX4" fmla="*/ 1514895 w 2147830"/>
                <a:gd name="connsiteY4" fmla="*/ 7754 h 647760"/>
                <a:gd name="connsiteX5" fmla="*/ 1786358 w 2147830"/>
                <a:gd name="connsiteY5" fmla="*/ 79193 h 647760"/>
                <a:gd name="connsiteX6" fmla="*/ 2010195 w 2147830"/>
                <a:gd name="connsiteY6" fmla="*/ 331605 h 647760"/>
                <a:gd name="connsiteX7" fmla="*/ 2143545 w 2147830"/>
                <a:gd name="connsiteY7" fmla="*/ 550680 h 647760"/>
                <a:gd name="connsiteX8" fmla="*/ 1853032 w 2147830"/>
                <a:gd name="connsiteY8" fmla="*/ 631642 h 647760"/>
                <a:gd name="connsiteX9" fmla="*/ 905295 w 2147830"/>
                <a:gd name="connsiteY9" fmla="*/ 636405 h 647760"/>
                <a:gd name="connsiteX10" fmla="*/ 329032 w 2147830"/>
                <a:gd name="connsiteY10" fmla="*/ 507817 h 647760"/>
                <a:gd name="connsiteX11" fmla="*/ 81382 w 2147830"/>
                <a:gd name="connsiteY11" fmla="*/ 369705 h 647760"/>
                <a:gd name="connsiteX12" fmla="*/ 420 w 2147830"/>
                <a:gd name="connsiteY12" fmla="*/ 193492 h 647760"/>
                <a:gd name="connsiteX13" fmla="*/ 76620 w 2147830"/>
                <a:gd name="connsiteY13" fmla="*/ 112529 h 647760"/>
                <a:gd name="connsiteX0" fmla="*/ 76620 w 2148024"/>
                <a:gd name="connsiteY0" fmla="*/ 113489 h 648720"/>
                <a:gd name="connsiteX1" fmla="*/ 500482 w 2148024"/>
                <a:gd name="connsiteY1" fmla="*/ 113490 h 648720"/>
                <a:gd name="connsiteX2" fmla="*/ 662407 w 2148024"/>
                <a:gd name="connsiteY2" fmla="*/ 18239 h 648720"/>
                <a:gd name="connsiteX3" fmla="*/ 1138657 w 2148024"/>
                <a:gd name="connsiteY3" fmla="*/ 3952 h 648720"/>
                <a:gd name="connsiteX4" fmla="*/ 1514895 w 2148024"/>
                <a:gd name="connsiteY4" fmla="*/ 8714 h 648720"/>
                <a:gd name="connsiteX5" fmla="*/ 1753021 w 2148024"/>
                <a:gd name="connsiteY5" fmla="*/ 94440 h 648720"/>
                <a:gd name="connsiteX6" fmla="*/ 2010195 w 2148024"/>
                <a:gd name="connsiteY6" fmla="*/ 332565 h 648720"/>
                <a:gd name="connsiteX7" fmla="*/ 2143545 w 2148024"/>
                <a:gd name="connsiteY7" fmla="*/ 551640 h 648720"/>
                <a:gd name="connsiteX8" fmla="*/ 1853032 w 2148024"/>
                <a:gd name="connsiteY8" fmla="*/ 632602 h 648720"/>
                <a:gd name="connsiteX9" fmla="*/ 905295 w 2148024"/>
                <a:gd name="connsiteY9" fmla="*/ 637365 h 648720"/>
                <a:gd name="connsiteX10" fmla="*/ 329032 w 2148024"/>
                <a:gd name="connsiteY10" fmla="*/ 508777 h 648720"/>
                <a:gd name="connsiteX11" fmla="*/ 81382 w 2148024"/>
                <a:gd name="connsiteY11" fmla="*/ 370665 h 648720"/>
                <a:gd name="connsiteX12" fmla="*/ 420 w 2148024"/>
                <a:gd name="connsiteY12" fmla="*/ 194452 h 648720"/>
                <a:gd name="connsiteX13" fmla="*/ 76620 w 2148024"/>
                <a:gd name="connsiteY13" fmla="*/ 113489 h 648720"/>
                <a:gd name="connsiteX0" fmla="*/ 76620 w 2145058"/>
                <a:gd name="connsiteY0" fmla="*/ 113489 h 648720"/>
                <a:gd name="connsiteX1" fmla="*/ 500482 w 2145058"/>
                <a:gd name="connsiteY1" fmla="*/ 113490 h 648720"/>
                <a:gd name="connsiteX2" fmla="*/ 662407 w 2145058"/>
                <a:gd name="connsiteY2" fmla="*/ 18239 h 648720"/>
                <a:gd name="connsiteX3" fmla="*/ 1138657 w 2145058"/>
                <a:gd name="connsiteY3" fmla="*/ 3952 h 648720"/>
                <a:gd name="connsiteX4" fmla="*/ 1514895 w 2145058"/>
                <a:gd name="connsiteY4" fmla="*/ 8714 h 648720"/>
                <a:gd name="connsiteX5" fmla="*/ 1753021 w 2145058"/>
                <a:gd name="connsiteY5" fmla="*/ 94440 h 648720"/>
                <a:gd name="connsiteX6" fmla="*/ 1957807 w 2145058"/>
                <a:gd name="connsiteY6" fmla="*/ 346852 h 648720"/>
                <a:gd name="connsiteX7" fmla="*/ 2143545 w 2145058"/>
                <a:gd name="connsiteY7" fmla="*/ 551640 h 648720"/>
                <a:gd name="connsiteX8" fmla="*/ 1853032 w 2145058"/>
                <a:gd name="connsiteY8" fmla="*/ 632602 h 648720"/>
                <a:gd name="connsiteX9" fmla="*/ 905295 w 2145058"/>
                <a:gd name="connsiteY9" fmla="*/ 637365 h 648720"/>
                <a:gd name="connsiteX10" fmla="*/ 329032 w 2145058"/>
                <a:gd name="connsiteY10" fmla="*/ 508777 h 648720"/>
                <a:gd name="connsiteX11" fmla="*/ 81382 w 2145058"/>
                <a:gd name="connsiteY11" fmla="*/ 370665 h 648720"/>
                <a:gd name="connsiteX12" fmla="*/ 420 w 2145058"/>
                <a:gd name="connsiteY12" fmla="*/ 194452 h 648720"/>
                <a:gd name="connsiteX13" fmla="*/ 76620 w 2145058"/>
                <a:gd name="connsiteY13" fmla="*/ 113489 h 64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5058" h="648720">
                  <a:moveTo>
                    <a:pt x="76620" y="113489"/>
                  </a:moveTo>
                  <a:cubicBezTo>
                    <a:pt x="159964" y="99995"/>
                    <a:pt x="402851" y="129365"/>
                    <a:pt x="500482" y="113490"/>
                  </a:cubicBezTo>
                  <a:cubicBezTo>
                    <a:pt x="598113" y="97615"/>
                    <a:pt x="556045" y="36495"/>
                    <a:pt x="662407" y="18239"/>
                  </a:cubicBezTo>
                  <a:cubicBezTo>
                    <a:pt x="768770" y="-17"/>
                    <a:pt x="996576" y="5539"/>
                    <a:pt x="1138657" y="3952"/>
                  </a:cubicBezTo>
                  <a:cubicBezTo>
                    <a:pt x="1280738" y="2365"/>
                    <a:pt x="1412501" y="-6367"/>
                    <a:pt x="1514895" y="8714"/>
                  </a:cubicBezTo>
                  <a:cubicBezTo>
                    <a:pt x="1617289" y="23795"/>
                    <a:pt x="1679202" y="38084"/>
                    <a:pt x="1753021" y="94440"/>
                  </a:cubicBezTo>
                  <a:cubicBezTo>
                    <a:pt x="1826840" y="150796"/>
                    <a:pt x="1892720" y="270652"/>
                    <a:pt x="1957807" y="346852"/>
                  </a:cubicBezTo>
                  <a:cubicBezTo>
                    <a:pt x="2022894" y="423052"/>
                    <a:pt x="2161008" y="504015"/>
                    <a:pt x="2143545" y="551640"/>
                  </a:cubicBezTo>
                  <a:cubicBezTo>
                    <a:pt x="2126083" y="599265"/>
                    <a:pt x="2059407" y="618315"/>
                    <a:pt x="1853032" y="632602"/>
                  </a:cubicBezTo>
                  <a:cubicBezTo>
                    <a:pt x="1646657" y="646890"/>
                    <a:pt x="1159295" y="658003"/>
                    <a:pt x="905295" y="637365"/>
                  </a:cubicBezTo>
                  <a:cubicBezTo>
                    <a:pt x="651295" y="616727"/>
                    <a:pt x="466351" y="553227"/>
                    <a:pt x="329032" y="508777"/>
                  </a:cubicBezTo>
                  <a:cubicBezTo>
                    <a:pt x="191713" y="464327"/>
                    <a:pt x="136151" y="423053"/>
                    <a:pt x="81382" y="370665"/>
                  </a:cubicBezTo>
                  <a:cubicBezTo>
                    <a:pt x="26613" y="318278"/>
                    <a:pt x="1214" y="237315"/>
                    <a:pt x="420" y="194452"/>
                  </a:cubicBezTo>
                  <a:cubicBezTo>
                    <a:pt x="-374" y="151589"/>
                    <a:pt x="-6724" y="126983"/>
                    <a:pt x="76620" y="113489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D993A81-02D0-5DE1-7140-A18AC4347ABF}"/>
                </a:ext>
              </a:extLst>
            </p:cNvPr>
            <p:cNvSpPr/>
            <p:nvPr/>
          </p:nvSpPr>
          <p:spPr>
            <a:xfrm>
              <a:off x="7988767" y="3549741"/>
              <a:ext cx="2186000" cy="652937"/>
            </a:xfrm>
            <a:custGeom>
              <a:avLst/>
              <a:gdLst>
                <a:gd name="connsiteX0" fmla="*/ 477107 w 2156275"/>
                <a:gd name="connsiteY0" fmla="*/ 597713 h 633204"/>
                <a:gd name="connsiteX1" fmla="*/ 43720 w 2156275"/>
                <a:gd name="connsiteY1" fmla="*/ 554850 h 633204"/>
                <a:gd name="connsiteX2" fmla="*/ 29432 w 2156275"/>
                <a:gd name="connsiteY2" fmla="*/ 311963 h 633204"/>
                <a:gd name="connsiteX3" fmla="*/ 172307 w 2156275"/>
                <a:gd name="connsiteY3" fmla="*/ 88125 h 633204"/>
                <a:gd name="connsiteX4" fmla="*/ 1567720 w 2156275"/>
                <a:gd name="connsiteY4" fmla="*/ 7163 h 633204"/>
                <a:gd name="connsiteX5" fmla="*/ 2143982 w 2156275"/>
                <a:gd name="connsiteY5" fmla="*/ 30975 h 633204"/>
                <a:gd name="connsiteX6" fmla="*/ 1958245 w 2156275"/>
                <a:gd name="connsiteY6" fmla="*/ 245288 h 633204"/>
                <a:gd name="connsiteX7" fmla="*/ 1915382 w 2156275"/>
                <a:gd name="connsiteY7" fmla="*/ 502463 h 633204"/>
                <a:gd name="connsiteX8" fmla="*/ 1724882 w 2156275"/>
                <a:gd name="connsiteY8" fmla="*/ 631050 h 633204"/>
                <a:gd name="connsiteX9" fmla="*/ 1591532 w 2156275"/>
                <a:gd name="connsiteY9" fmla="*/ 578663 h 633204"/>
                <a:gd name="connsiteX10" fmla="*/ 1310545 w 2156275"/>
                <a:gd name="connsiteY10" fmla="*/ 521513 h 633204"/>
                <a:gd name="connsiteX11" fmla="*/ 1143857 w 2156275"/>
                <a:gd name="connsiteY11" fmla="*/ 621525 h 633204"/>
                <a:gd name="connsiteX12" fmla="*/ 477107 w 2156275"/>
                <a:gd name="connsiteY12" fmla="*/ 597713 h 633204"/>
                <a:gd name="connsiteX0" fmla="*/ 507533 w 2186701"/>
                <a:gd name="connsiteY0" fmla="*/ 603726 h 639217"/>
                <a:gd name="connsiteX1" fmla="*/ 74146 w 2186701"/>
                <a:gd name="connsiteY1" fmla="*/ 560863 h 639217"/>
                <a:gd name="connsiteX2" fmla="*/ 59858 w 2186701"/>
                <a:gd name="connsiteY2" fmla="*/ 317976 h 639217"/>
                <a:gd name="connsiteX3" fmla="*/ 674220 w 2186701"/>
                <a:gd name="connsiteY3" fmla="*/ 27463 h 639217"/>
                <a:gd name="connsiteX4" fmla="*/ 1598146 w 2186701"/>
                <a:gd name="connsiteY4" fmla="*/ 13176 h 639217"/>
                <a:gd name="connsiteX5" fmla="*/ 2174408 w 2186701"/>
                <a:gd name="connsiteY5" fmla="*/ 36988 h 639217"/>
                <a:gd name="connsiteX6" fmla="*/ 1988671 w 2186701"/>
                <a:gd name="connsiteY6" fmla="*/ 251301 h 639217"/>
                <a:gd name="connsiteX7" fmla="*/ 1945808 w 2186701"/>
                <a:gd name="connsiteY7" fmla="*/ 508476 h 639217"/>
                <a:gd name="connsiteX8" fmla="*/ 1755308 w 2186701"/>
                <a:gd name="connsiteY8" fmla="*/ 637063 h 639217"/>
                <a:gd name="connsiteX9" fmla="*/ 1621958 w 2186701"/>
                <a:gd name="connsiteY9" fmla="*/ 584676 h 639217"/>
                <a:gd name="connsiteX10" fmla="*/ 1340971 w 2186701"/>
                <a:gd name="connsiteY10" fmla="*/ 527526 h 639217"/>
                <a:gd name="connsiteX11" fmla="*/ 1174283 w 2186701"/>
                <a:gd name="connsiteY11" fmla="*/ 627538 h 639217"/>
                <a:gd name="connsiteX12" fmla="*/ 507533 w 2186701"/>
                <a:gd name="connsiteY12" fmla="*/ 603726 h 639217"/>
                <a:gd name="connsiteX0" fmla="*/ 507533 w 2186000"/>
                <a:gd name="connsiteY0" fmla="*/ 617446 h 652937"/>
                <a:gd name="connsiteX1" fmla="*/ 74146 w 2186000"/>
                <a:gd name="connsiteY1" fmla="*/ 574583 h 652937"/>
                <a:gd name="connsiteX2" fmla="*/ 59858 w 2186000"/>
                <a:gd name="connsiteY2" fmla="*/ 331696 h 652937"/>
                <a:gd name="connsiteX3" fmla="*/ 674220 w 2186000"/>
                <a:gd name="connsiteY3" fmla="*/ 41183 h 652937"/>
                <a:gd name="connsiteX4" fmla="*/ 1612433 w 2186000"/>
                <a:gd name="connsiteY4" fmla="*/ 3083 h 652937"/>
                <a:gd name="connsiteX5" fmla="*/ 2174408 w 2186000"/>
                <a:gd name="connsiteY5" fmla="*/ 50708 h 652937"/>
                <a:gd name="connsiteX6" fmla="*/ 1988671 w 2186000"/>
                <a:gd name="connsiteY6" fmla="*/ 265021 h 652937"/>
                <a:gd name="connsiteX7" fmla="*/ 1945808 w 2186000"/>
                <a:gd name="connsiteY7" fmla="*/ 522196 h 652937"/>
                <a:gd name="connsiteX8" fmla="*/ 1755308 w 2186000"/>
                <a:gd name="connsiteY8" fmla="*/ 650783 h 652937"/>
                <a:gd name="connsiteX9" fmla="*/ 1621958 w 2186000"/>
                <a:gd name="connsiteY9" fmla="*/ 598396 h 652937"/>
                <a:gd name="connsiteX10" fmla="*/ 1340971 w 2186000"/>
                <a:gd name="connsiteY10" fmla="*/ 541246 h 652937"/>
                <a:gd name="connsiteX11" fmla="*/ 1174283 w 2186000"/>
                <a:gd name="connsiteY11" fmla="*/ 641258 h 652937"/>
                <a:gd name="connsiteX12" fmla="*/ 507533 w 2186000"/>
                <a:gd name="connsiteY12" fmla="*/ 617446 h 65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86000" h="652937">
                  <a:moveTo>
                    <a:pt x="507533" y="617446"/>
                  </a:moveTo>
                  <a:cubicBezTo>
                    <a:pt x="324177" y="606333"/>
                    <a:pt x="148758" y="622208"/>
                    <a:pt x="74146" y="574583"/>
                  </a:cubicBezTo>
                  <a:cubicBezTo>
                    <a:pt x="-466" y="526958"/>
                    <a:pt x="-40154" y="420596"/>
                    <a:pt x="59858" y="331696"/>
                  </a:cubicBezTo>
                  <a:cubicBezTo>
                    <a:pt x="159870" y="242796"/>
                    <a:pt x="415458" y="95952"/>
                    <a:pt x="674220" y="41183"/>
                  </a:cubicBezTo>
                  <a:cubicBezTo>
                    <a:pt x="932983" y="-13586"/>
                    <a:pt x="1362402" y="1496"/>
                    <a:pt x="1612433" y="3083"/>
                  </a:cubicBezTo>
                  <a:cubicBezTo>
                    <a:pt x="1862464" y="4671"/>
                    <a:pt x="2111702" y="7052"/>
                    <a:pt x="2174408" y="50708"/>
                  </a:cubicBezTo>
                  <a:cubicBezTo>
                    <a:pt x="2237114" y="94364"/>
                    <a:pt x="2026771" y="186440"/>
                    <a:pt x="1988671" y="265021"/>
                  </a:cubicBezTo>
                  <a:cubicBezTo>
                    <a:pt x="1950571" y="343602"/>
                    <a:pt x="1984702" y="457902"/>
                    <a:pt x="1945808" y="522196"/>
                  </a:cubicBezTo>
                  <a:cubicBezTo>
                    <a:pt x="1906914" y="586490"/>
                    <a:pt x="1809283" y="638083"/>
                    <a:pt x="1755308" y="650783"/>
                  </a:cubicBezTo>
                  <a:cubicBezTo>
                    <a:pt x="1701333" y="663483"/>
                    <a:pt x="1691014" y="616652"/>
                    <a:pt x="1621958" y="598396"/>
                  </a:cubicBezTo>
                  <a:cubicBezTo>
                    <a:pt x="1552902" y="580140"/>
                    <a:pt x="1415583" y="534102"/>
                    <a:pt x="1340971" y="541246"/>
                  </a:cubicBezTo>
                  <a:cubicBezTo>
                    <a:pt x="1266359" y="548390"/>
                    <a:pt x="1307633" y="626970"/>
                    <a:pt x="1174283" y="641258"/>
                  </a:cubicBezTo>
                  <a:cubicBezTo>
                    <a:pt x="1040933" y="655546"/>
                    <a:pt x="690889" y="628559"/>
                    <a:pt x="507533" y="617446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F7F516E-F586-CFAA-44A6-D4DF24D84287}"/>
                </a:ext>
              </a:extLst>
            </p:cNvPr>
            <p:cNvSpPr/>
            <p:nvPr/>
          </p:nvSpPr>
          <p:spPr>
            <a:xfrm>
              <a:off x="7079276" y="3716664"/>
              <a:ext cx="2191751" cy="1022420"/>
            </a:xfrm>
            <a:custGeom>
              <a:avLst/>
              <a:gdLst>
                <a:gd name="connsiteX0" fmla="*/ 207810 w 2105272"/>
                <a:gd name="connsiteY0" fmla="*/ 531349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07810 w 2105272"/>
                <a:gd name="connsiteY42" fmla="*/ 531349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474510 w 2105272"/>
                <a:gd name="connsiteY36" fmla="*/ 693273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95174 w 2173586"/>
                <a:gd name="connsiteY0" fmla="*/ 517061 h 1022420"/>
                <a:gd name="connsiteX1" fmla="*/ 695224 w 2173586"/>
                <a:gd name="connsiteY1" fmla="*/ 526586 h 1022420"/>
                <a:gd name="connsiteX2" fmla="*/ 1261962 w 2173586"/>
                <a:gd name="connsiteY2" fmla="*/ 517061 h 1022420"/>
                <a:gd name="connsiteX3" fmla="*/ 1485799 w 2173586"/>
                <a:gd name="connsiteY3" fmla="*/ 402761 h 1022420"/>
                <a:gd name="connsiteX4" fmla="*/ 1666774 w 2173586"/>
                <a:gd name="connsiteY4" fmla="*/ 255124 h 1022420"/>
                <a:gd name="connsiteX5" fmla="*/ 1671537 w 2173586"/>
                <a:gd name="connsiteY5" fmla="*/ 131299 h 1022420"/>
                <a:gd name="connsiteX6" fmla="*/ 1657249 w 2173586"/>
                <a:gd name="connsiteY6" fmla="*/ 74149 h 1022420"/>
                <a:gd name="connsiteX7" fmla="*/ 1719162 w 2173586"/>
                <a:gd name="connsiteY7" fmla="*/ 59861 h 1022420"/>
                <a:gd name="connsiteX8" fmla="*/ 1747737 w 2173586"/>
                <a:gd name="connsiteY8" fmla="*/ 217024 h 1022420"/>
                <a:gd name="connsiteX9" fmla="*/ 1842987 w 2173586"/>
                <a:gd name="connsiteY9" fmla="*/ 107486 h 1022420"/>
                <a:gd name="connsiteX10" fmla="*/ 1881087 w 2173586"/>
                <a:gd name="connsiteY10" fmla="*/ 26524 h 1022420"/>
                <a:gd name="connsiteX11" fmla="*/ 1962049 w 2173586"/>
                <a:gd name="connsiteY11" fmla="*/ 7474 h 1022420"/>
                <a:gd name="connsiteX12" fmla="*/ 1895374 w 2173586"/>
                <a:gd name="connsiteY12" fmla="*/ 140824 h 1022420"/>
                <a:gd name="connsiteX13" fmla="*/ 1804887 w 2173586"/>
                <a:gd name="connsiteY13" fmla="*/ 264649 h 1022420"/>
                <a:gd name="connsiteX14" fmla="*/ 2028724 w 2173586"/>
                <a:gd name="connsiteY14" fmla="*/ 259886 h 1022420"/>
                <a:gd name="connsiteX15" fmla="*/ 1985862 w 2173586"/>
                <a:gd name="connsiteY15" fmla="*/ 326561 h 1022420"/>
                <a:gd name="connsiteX16" fmla="*/ 1795362 w 2173586"/>
                <a:gd name="connsiteY16" fmla="*/ 345611 h 1022420"/>
                <a:gd name="connsiteX17" fmla="*/ 1690587 w 2173586"/>
                <a:gd name="connsiteY17" fmla="*/ 359899 h 1022420"/>
                <a:gd name="connsiteX18" fmla="*/ 1461987 w 2173586"/>
                <a:gd name="connsiteY18" fmla="*/ 540874 h 1022420"/>
                <a:gd name="connsiteX19" fmla="*/ 1604862 w 2173586"/>
                <a:gd name="connsiteY19" fmla="*/ 640886 h 1022420"/>
                <a:gd name="connsiteX20" fmla="*/ 1714399 w 2173586"/>
                <a:gd name="connsiteY20" fmla="*/ 712324 h 1022420"/>
                <a:gd name="connsiteX21" fmla="*/ 2023962 w 2173586"/>
                <a:gd name="connsiteY21" fmla="*/ 712324 h 1022420"/>
                <a:gd name="connsiteX22" fmla="*/ 2114449 w 2173586"/>
                <a:gd name="connsiteY22" fmla="*/ 650411 h 1022420"/>
                <a:gd name="connsiteX23" fmla="*/ 2171599 w 2173586"/>
                <a:gd name="connsiteY23" fmla="*/ 769474 h 1022420"/>
                <a:gd name="connsiteX24" fmla="*/ 2043012 w 2173586"/>
                <a:gd name="connsiteY24" fmla="*/ 774236 h 1022420"/>
                <a:gd name="connsiteX25" fmla="*/ 1785837 w 2173586"/>
                <a:gd name="connsiteY25" fmla="*/ 783761 h 1022420"/>
                <a:gd name="connsiteX26" fmla="*/ 1990624 w 2173586"/>
                <a:gd name="connsiteY26" fmla="*/ 874249 h 1022420"/>
                <a:gd name="connsiteX27" fmla="*/ 1952524 w 2173586"/>
                <a:gd name="connsiteY27" fmla="*/ 950449 h 1022420"/>
                <a:gd name="connsiteX28" fmla="*/ 1790599 w 2173586"/>
                <a:gd name="connsiteY28" fmla="*/ 864724 h 1022420"/>
                <a:gd name="connsiteX29" fmla="*/ 1762024 w 2173586"/>
                <a:gd name="connsiteY29" fmla="*/ 998074 h 1022420"/>
                <a:gd name="connsiteX30" fmla="*/ 1700112 w 2173586"/>
                <a:gd name="connsiteY30" fmla="*/ 1007599 h 1022420"/>
                <a:gd name="connsiteX31" fmla="*/ 1723924 w 2173586"/>
                <a:gd name="connsiteY31" fmla="*/ 840911 h 1022420"/>
                <a:gd name="connsiteX32" fmla="*/ 1652487 w 2173586"/>
                <a:gd name="connsiteY32" fmla="*/ 764711 h 1022420"/>
                <a:gd name="connsiteX33" fmla="*/ 1390549 w 2173586"/>
                <a:gd name="connsiteY33" fmla="*/ 640886 h 1022420"/>
                <a:gd name="connsiteX34" fmla="*/ 1190524 w 2173586"/>
                <a:gd name="connsiteY34" fmla="*/ 617074 h 1022420"/>
                <a:gd name="connsiteX35" fmla="*/ 795237 w 2173586"/>
                <a:gd name="connsiteY35" fmla="*/ 612311 h 1022420"/>
                <a:gd name="connsiteX36" fmla="*/ 542824 w 2173586"/>
                <a:gd name="connsiteY36" fmla="*/ 693273 h 1022420"/>
                <a:gd name="connsiteX37" fmla="*/ 409474 w 2173586"/>
                <a:gd name="connsiteY37" fmla="*/ 740899 h 1022420"/>
                <a:gd name="connsiteX38" fmla="*/ 238024 w 2173586"/>
                <a:gd name="connsiteY38" fmla="*/ 764711 h 1022420"/>
                <a:gd name="connsiteX39" fmla="*/ 4661 w 2173586"/>
                <a:gd name="connsiteY39" fmla="*/ 740899 h 1022420"/>
                <a:gd name="connsiteX40" fmla="*/ 85624 w 2173586"/>
                <a:gd name="connsiteY40" fmla="*/ 531349 h 1022420"/>
                <a:gd name="connsiteX41" fmla="*/ 209449 w 2173586"/>
                <a:gd name="connsiteY41" fmla="*/ 512299 h 1022420"/>
                <a:gd name="connsiteX42" fmla="*/ 295174 w 2173586"/>
                <a:gd name="connsiteY42" fmla="*/ 517061 h 1022420"/>
                <a:gd name="connsiteX0" fmla="*/ 306079 w 2184491"/>
                <a:gd name="connsiteY0" fmla="*/ 517061 h 1022420"/>
                <a:gd name="connsiteX1" fmla="*/ 706129 w 2184491"/>
                <a:gd name="connsiteY1" fmla="*/ 526586 h 1022420"/>
                <a:gd name="connsiteX2" fmla="*/ 1272867 w 2184491"/>
                <a:gd name="connsiteY2" fmla="*/ 517061 h 1022420"/>
                <a:gd name="connsiteX3" fmla="*/ 1496704 w 2184491"/>
                <a:gd name="connsiteY3" fmla="*/ 402761 h 1022420"/>
                <a:gd name="connsiteX4" fmla="*/ 1677679 w 2184491"/>
                <a:gd name="connsiteY4" fmla="*/ 255124 h 1022420"/>
                <a:gd name="connsiteX5" fmla="*/ 1682442 w 2184491"/>
                <a:gd name="connsiteY5" fmla="*/ 131299 h 1022420"/>
                <a:gd name="connsiteX6" fmla="*/ 1668154 w 2184491"/>
                <a:gd name="connsiteY6" fmla="*/ 74149 h 1022420"/>
                <a:gd name="connsiteX7" fmla="*/ 1730067 w 2184491"/>
                <a:gd name="connsiteY7" fmla="*/ 59861 h 1022420"/>
                <a:gd name="connsiteX8" fmla="*/ 1758642 w 2184491"/>
                <a:gd name="connsiteY8" fmla="*/ 217024 h 1022420"/>
                <a:gd name="connsiteX9" fmla="*/ 1853892 w 2184491"/>
                <a:gd name="connsiteY9" fmla="*/ 107486 h 1022420"/>
                <a:gd name="connsiteX10" fmla="*/ 1891992 w 2184491"/>
                <a:gd name="connsiteY10" fmla="*/ 26524 h 1022420"/>
                <a:gd name="connsiteX11" fmla="*/ 1972954 w 2184491"/>
                <a:gd name="connsiteY11" fmla="*/ 7474 h 1022420"/>
                <a:gd name="connsiteX12" fmla="*/ 1906279 w 2184491"/>
                <a:gd name="connsiteY12" fmla="*/ 140824 h 1022420"/>
                <a:gd name="connsiteX13" fmla="*/ 1815792 w 2184491"/>
                <a:gd name="connsiteY13" fmla="*/ 264649 h 1022420"/>
                <a:gd name="connsiteX14" fmla="*/ 2039629 w 2184491"/>
                <a:gd name="connsiteY14" fmla="*/ 259886 h 1022420"/>
                <a:gd name="connsiteX15" fmla="*/ 1996767 w 2184491"/>
                <a:gd name="connsiteY15" fmla="*/ 326561 h 1022420"/>
                <a:gd name="connsiteX16" fmla="*/ 1806267 w 2184491"/>
                <a:gd name="connsiteY16" fmla="*/ 345611 h 1022420"/>
                <a:gd name="connsiteX17" fmla="*/ 1701492 w 2184491"/>
                <a:gd name="connsiteY17" fmla="*/ 359899 h 1022420"/>
                <a:gd name="connsiteX18" fmla="*/ 1472892 w 2184491"/>
                <a:gd name="connsiteY18" fmla="*/ 540874 h 1022420"/>
                <a:gd name="connsiteX19" fmla="*/ 1615767 w 2184491"/>
                <a:gd name="connsiteY19" fmla="*/ 640886 h 1022420"/>
                <a:gd name="connsiteX20" fmla="*/ 1725304 w 2184491"/>
                <a:gd name="connsiteY20" fmla="*/ 712324 h 1022420"/>
                <a:gd name="connsiteX21" fmla="*/ 2034867 w 2184491"/>
                <a:gd name="connsiteY21" fmla="*/ 712324 h 1022420"/>
                <a:gd name="connsiteX22" fmla="*/ 2125354 w 2184491"/>
                <a:gd name="connsiteY22" fmla="*/ 650411 h 1022420"/>
                <a:gd name="connsiteX23" fmla="*/ 2182504 w 2184491"/>
                <a:gd name="connsiteY23" fmla="*/ 769474 h 1022420"/>
                <a:gd name="connsiteX24" fmla="*/ 2053917 w 2184491"/>
                <a:gd name="connsiteY24" fmla="*/ 774236 h 1022420"/>
                <a:gd name="connsiteX25" fmla="*/ 1796742 w 2184491"/>
                <a:gd name="connsiteY25" fmla="*/ 783761 h 1022420"/>
                <a:gd name="connsiteX26" fmla="*/ 2001529 w 2184491"/>
                <a:gd name="connsiteY26" fmla="*/ 874249 h 1022420"/>
                <a:gd name="connsiteX27" fmla="*/ 1963429 w 2184491"/>
                <a:gd name="connsiteY27" fmla="*/ 950449 h 1022420"/>
                <a:gd name="connsiteX28" fmla="*/ 1801504 w 2184491"/>
                <a:gd name="connsiteY28" fmla="*/ 864724 h 1022420"/>
                <a:gd name="connsiteX29" fmla="*/ 1772929 w 2184491"/>
                <a:gd name="connsiteY29" fmla="*/ 998074 h 1022420"/>
                <a:gd name="connsiteX30" fmla="*/ 1711017 w 2184491"/>
                <a:gd name="connsiteY30" fmla="*/ 1007599 h 1022420"/>
                <a:gd name="connsiteX31" fmla="*/ 1734829 w 2184491"/>
                <a:gd name="connsiteY31" fmla="*/ 840911 h 1022420"/>
                <a:gd name="connsiteX32" fmla="*/ 1663392 w 2184491"/>
                <a:gd name="connsiteY32" fmla="*/ 764711 h 1022420"/>
                <a:gd name="connsiteX33" fmla="*/ 1401454 w 2184491"/>
                <a:gd name="connsiteY33" fmla="*/ 640886 h 1022420"/>
                <a:gd name="connsiteX34" fmla="*/ 1201429 w 2184491"/>
                <a:gd name="connsiteY34" fmla="*/ 617074 h 1022420"/>
                <a:gd name="connsiteX35" fmla="*/ 806142 w 2184491"/>
                <a:gd name="connsiteY35" fmla="*/ 612311 h 1022420"/>
                <a:gd name="connsiteX36" fmla="*/ 553729 w 2184491"/>
                <a:gd name="connsiteY36" fmla="*/ 693273 h 1022420"/>
                <a:gd name="connsiteX37" fmla="*/ 420379 w 2184491"/>
                <a:gd name="connsiteY37" fmla="*/ 740899 h 1022420"/>
                <a:gd name="connsiteX38" fmla="*/ 248929 w 2184491"/>
                <a:gd name="connsiteY38" fmla="*/ 764711 h 1022420"/>
                <a:gd name="connsiteX39" fmla="*/ 15566 w 2184491"/>
                <a:gd name="connsiteY39" fmla="*/ 740899 h 1022420"/>
                <a:gd name="connsiteX40" fmla="*/ 34616 w 2184491"/>
                <a:gd name="connsiteY40" fmla="*/ 531349 h 1022420"/>
                <a:gd name="connsiteX41" fmla="*/ 220354 w 2184491"/>
                <a:gd name="connsiteY41" fmla="*/ 512299 h 1022420"/>
                <a:gd name="connsiteX42" fmla="*/ 306079 w 2184491"/>
                <a:gd name="connsiteY42" fmla="*/ 517061 h 1022420"/>
                <a:gd name="connsiteX0" fmla="*/ 313339 w 2191751"/>
                <a:gd name="connsiteY0" fmla="*/ 5170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313339 w 2191751"/>
                <a:gd name="connsiteY42" fmla="*/ 5170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70477 w 2191751"/>
                <a:gd name="connsiteY41" fmla="*/ 502774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813402 w 2191751"/>
                <a:gd name="connsiteY36" fmla="*/ 612311 h 1022420"/>
                <a:gd name="connsiteX37" fmla="*/ 560989 w 2191751"/>
                <a:gd name="connsiteY37" fmla="*/ 693273 h 1022420"/>
                <a:gd name="connsiteX38" fmla="*/ 427639 w 2191751"/>
                <a:gd name="connsiteY38" fmla="*/ 740899 h 1022420"/>
                <a:gd name="connsiteX39" fmla="*/ 256189 w 2191751"/>
                <a:gd name="connsiteY39" fmla="*/ 764711 h 1022420"/>
                <a:gd name="connsiteX40" fmla="*/ 22826 w 2191751"/>
                <a:gd name="connsiteY40" fmla="*/ 740899 h 1022420"/>
                <a:gd name="connsiteX41" fmla="*/ 22826 w 2191751"/>
                <a:gd name="connsiteY41" fmla="*/ 526586 h 1022420"/>
                <a:gd name="connsiteX42" fmla="*/ 299052 w 2191751"/>
                <a:gd name="connsiteY42" fmla="*/ 526586 h 1022420"/>
                <a:gd name="connsiteX43" fmla="*/ 456214 w 2191751"/>
                <a:gd name="connsiteY43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788374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191751" h="1022420">
                  <a:moveTo>
                    <a:pt x="456214" y="555161"/>
                  </a:moveTo>
                  <a:lnTo>
                    <a:pt x="718152" y="545636"/>
                  </a:lnTo>
                  <a:lnTo>
                    <a:pt x="1280127" y="517061"/>
                  </a:lnTo>
                  <a:cubicBezTo>
                    <a:pt x="1411889" y="496424"/>
                    <a:pt x="1436495" y="446417"/>
                    <a:pt x="1503964" y="402761"/>
                  </a:cubicBezTo>
                  <a:cubicBezTo>
                    <a:pt x="1571433" y="359105"/>
                    <a:pt x="1653983" y="300368"/>
                    <a:pt x="1684939" y="255124"/>
                  </a:cubicBezTo>
                  <a:cubicBezTo>
                    <a:pt x="1715895" y="209880"/>
                    <a:pt x="1691289" y="161461"/>
                    <a:pt x="1689702" y="131299"/>
                  </a:cubicBezTo>
                  <a:cubicBezTo>
                    <a:pt x="1688115" y="101137"/>
                    <a:pt x="1667477" y="86055"/>
                    <a:pt x="1675414" y="74149"/>
                  </a:cubicBezTo>
                  <a:cubicBezTo>
                    <a:pt x="1683351" y="62243"/>
                    <a:pt x="1722246" y="36048"/>
                    <a:pt x="1737327" y="59861"/>
                  </a:cubicBezTo>
                  <a:cubicBezTo>
                    <a:pt x="1752408" y="83674"/>
                    <a:pt x="1745265" y="209086"/>
                    <a:pt x="1765902" y="217024"/>
                  </a:cubicBezTo>
                  <a:cubicBezTo>
                    <a:pt x="1786540" y="224961"/>
                    <a:pt x="1838927" y="139236"/>
                    <a:pt x="1861152" y="107486"/>
                  </a:cubicBezTo>
                  <a:cubicBezTo>
                    <a:pt x="1883377" y="75736"/>
                    <a:pt x="1879408" y="43193"/>
                    <a:pt x="1899252" y="26524"/>
                  </a:cubicBezTo>
                  <a:cubicBezTo>
                    <a:pt x="1919096" y="9855"/>
                    <a:pt x="1977833" y="-11576"/>
                    <a:pt x="1980214" y="7474"/>
                  </a:cubicBezTo>
                  <a:cubicBezTo>
                    <a:pt x="1982595" y="26524"/>
                    <a:pt x="1939733" y="97961"/>
                    <a:pt x="1913539" y="140824"/>
                  </a:cubicBezTo>
                  <a:cubicBezTo>
                    <a:pt x="1887345" y="183686"/>
                    <a:pt x="1800827" y="244805"/>
                    <a:pt x="1823052" y="264649"/>
                  </a:cubicBezTo>
                  <a:cubicBezTo>
                    <a:pt x="1845277" y="284493"/>
                    <a:pt x="2016727" y="249567"/>
                    <a:pt x="2046889" y="259886"/>
                  </a:cubicBezTo>
                  <a:cubicBezTo>
                    <a:pt x="2077051" y="270205"/>
                    <a:pt x="2042921" y="312273"/>
                    <a:pt x="2004027" y="326561"/>
                  </a:cubicBezTo>
                  <a:cubicBezTo>
                    <a:pt x="1965133" y="340848"/>
                    <a:pt x="1862740" y="340055"/>
                    <a:pt x="1813527" y="345611"/>
                  </a:cubicBezTo>
                  <a:cubicBezTo>
                    <a:pt x="1764315" y="351167"/>
                    <a:pt x="1764315" y="327355"/>
                    <a:pt x="1708752" y="359899"/>
                  </a:cubicBezTo>
                  <a:cubicBezTo>
                    <a:pt x="1653189" y="392443"/>
                    <a:pt x="1494439" y="494043"/>
                    <a:pt x="1480152" y="540874"/>
                  </a:cubicBezTo>
                  <a:cubicBezTo>
                    <a:pt x="1465865" y="587705"/>
                    <a:pt x="1580958" y="612311"/>
                    <a:pt x="1623027" y="640886"/>
                  </a:cubicBezTo>
                  <a:cubicBezTo>
                    <a:pt x="1665096" y="669461"/>
                    <a:pt x="1662714" y="700418"/>
                    <a:pt x="1732564" y="712324"/>
                  </a:cubicBezTo>
                  <a:cubicBezTo>
                    <a:pt x="1802414" y="724230"/>
                    <a:pt x="1975452" y="722643"/>
                    <a:pt x="2042127" y="712324"/>
                  </a:cubicBezTo>
                  <a:cubicBezTo>
                    <a:pt x="2108802" y="702005"/>
                    <a:pt x="2108008" y="640886"/>
                    <a:pt x="2132614" y="650411"/>
                  </a:cubicBezTo>
                  <a:cubicBezTo>
                    <a:pt x="2157220" y="659936"/>
                    <a:pt x="2201670" y="748836"/>
                    <a:pt x="2189764" y="769474"/>
                  </a:cubicBezTo>
                  <a:cubicBezTo>
                    <a:pt x="2177858" y="790112"/>
                    <a:pt x="2061177" y="774236"/>
                    <a:pt x="2061177" y="774236"/>
                  </a:cubicBezTo>
                  <a:lnTo>
                    <a:pt x="1804002" y="783761"/>
                  </a:lnTo>
                  <a:cubicBezTo>
                    <a:pt x="1795271" y="800430"/>
                    <a:pt x="1981008" y="846468"/>
                    <a:pt x="2008789" y="874249"/>
                  </a:cubicBezTo>
                  <a:cubicBezTo>
                    <a:pt x="2036570" y="902030"/>
                    <a:pt x="2004026" y="952036"/>
                    <a:pt x="1970689" y="950449"/>
                  </a:cubicBezTo>
                  <a:cubicBezTo>
                    <a:pt x="1937352" y="948862"/>
                    <a:pt x="1840514" y="856787"/>
                    <a:pt x="1808764" y="864724"/>
                  </a:cubicBezTo>
                  <a:cubicBezTo>
                    <a:pt x="1777014" y="872661"/>
                    <a:pt x="1795270" y="974262"/>
                    <a:pt x="1780189" y="998074"/>
                  </a:cubicBezTo>
                  <a:cubicBezTo>
                    <a:pt x="1765108" y="1021886"/>
                    <a:pt x="1724627" y="1033793"/>
                    <a:pt x="1718277" y="1007599"/>
                  </a:cubicBezTo>
                  <a:cubicBezTo>
                    <a:pt x="1711927" y="981405"/>
                    <a:pt x="1750026" y="881392"/>
                    <a:pt x="1742089" y="840911"/>
                  </a:cubicBezTo>
                  <a:cubicBezTo>
                    <a:pt x="1734152" y="800430"/>
                    <a:pt x="1726215" y="798049"/>
                    <a:pt x="1670652" y="764711"/>
                  </a:cubicBezTo>
                  <a:cubicBezTo>
                    <a:pt x="1615090" y="731374"/>
                    <a:pt x="1485708" y="665492"/>
                    <a:pt x="1408714" y="640886"/>
                  </a:cubicBezTo>
                  <a:cubicBezTo>
                    <a:pt x="1331720" y="616280"/>
                    <a:pt x="1312079" y="618638"/>
                    <a:pt x="1208689" y="617074"/>
                  </a:cubicBezTo>
                  <a:cubicBezTo>
                    <a:pt x="1105299" y="615510"/>
                    <a:pt x="896324" y="618799"/>
                    <a:pt x="788374" y="631499"/>
                  </a:cubicBezTo>
                  <a:cubicBezTo>
                    <a:pt x="680424" y="644199"/>
                    <a:pt x="621111" y="675040"/>
                    <a:pt x="560989" y="693273"/>
                  </a:cubicBezTo>
                  <a:cubicBezTo>
                    <a:pt x="500867" y="711506"/>
                    <a:pt x="478439" y="728993"/>
                    <a:pt x="427639" y="740899"/>
                  </a:cubicBezTo>
                  <a:cubicBezTo>
                    <a:pt x="376839" y="752805"/>
                    <a:pt x="323658" y="764711"/>
                    <a:pt x="256189" y="764711"/>
                  </a:cubicBezTo>
                  <a:cubicBezTo>
                    <a:pt x="188720" y="764711"/>
                    <a:pt x="61720" y="780587"/>
                    <a:pt x="22826" y="740899"/>
                  </a:cubicBezTo>
                  <a:cubicBezTo>
                    <a:pt x="-16068" y="701211"/>
                    <a:pt x="2188" y="562305"/>
                    <a:pt x="22826" y="526586"/>
                  </a:cubicBezTo>
                  <a:cubicBezTo>
                    <a:pt x="43463" y="490867"/>
                    <a:pt x="226821" y="521824"/>
                    <a:pt x="299052" y="526586"/>
                  </a:cubicBezTo>
                  <a:cubicBezTo>
                    <a:pt x="371283" y="531349"/>
                    <a:pt x="427639" y="542857"/>
                    <a:pt x="456214" y="555161"/>
                  </a:cubicBezTo>
                  <a:close/>
                </a:path>
              </a:pathLst>
            </a:custGeom>
            <a:solidFill>
              <a:srgbClr val="FAB6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9F30F29-5E5D-02E2-43B6-FA13C882AFB0}"/>
              </a:ext>
            </a:extLst>
          </p:cNvPr>
          <p:cNvGrpSpPr/>
          <p:nvPr/>
        </p:nvGrpSpPr>
        <p:grpSpPr>
          <a:xfrm>
            <a:off x="2426268" y="3531883"/>
            <a:ext cx="4398217" cy="914384"/>
            <a:chOff x="2003655" y="3632868"/>
            <a:chExt cx="4398217" cy="914384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2B9C2BE-E742-0B64-4AFB-AB4C695CFCCA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71624D2B-C07C-327D-A959-E1A6B1076C30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286" name="Rectangle 285">
                  <a:extLst>
                    <a:ext uri="{FF2B5EF4-FFF2-40B4-BE49-F238E27FC236}">
                      <a16:creationId xmlns:a16="http://schemas.microsoft.com/office/drawing/2014/main" id="{597A81FB-1827-02EE-0EC0-37793D142BAA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255C58D5-32C9-8294-3518-81BF9DE0CA3D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9D299E92-54D3-B065-AA84-E2B5D76D00B6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FB7D0363-3477-B33B-7DBC-EC398F4FA92F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11BF3C39-1E7F-6D18-6C9E-F297254B8435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C128C5E-28E6-59D5-226F-4CB7E8D9F9F6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277010B1-CBD8-D978-A070-3DCE7C577F98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2F78102D-FBC0-2595-E84B-8720E00C604C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BE8DFBC-163C-3A8F-16F2-5A0A0D496C9F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FCEE7A43-C329-A5DA-B0A9-C6E8E3962F36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426A0E14-9CAE-4D55-A36F-C279A95CCE04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ED676087-6A11-2241-9D86-D0C81AD253C9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B551C52B-E154-5749-4160-AFD2E57DC1FE}"/>
                      </a:ext>
                    </a:extLst>
                  </p:cNvPr>
                  <p:cNvCxnSpPr>
                    <a:stCxn id="155" idx="1"/>
                    <a:endCxn id="155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8393F5B7-30A0-CC4D-E02D-74116F1D460E}"/>
                      </a:ext>
                    </a:extLst>
                  </p:cNvPr>
                  <p:cNvCxnSpPr>
                    <a:stCxn id="155" idx="1"/>
                    <a:endCxn id="155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1FE71C50-472B-8C93-04B9-28EAEBFDA7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9245EF52-0FF9-A938-0164-4EF0246FF8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Connector 278">
                    <a:extLst>
                      <a:ext uri="{FF2B5EF4-FFF2-40B4-BE49-F238E27FC236}">
                        <a16:creationId xmlns:a16="http://schemas.microsoft.com/office/drawing/2014/main" id="{9B2B26E0-13E0-372A-68F1-58FCA240A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BA979AC9-3CB7-4B75-CA85-13F289867F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C2E945DE-CD8B-A841-CBE4-9E7E1612D5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A5292C9A-945C-8DFE-826B-F6FC27C6E0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D12A6D13-DA15-F889-28CA-7E42BE8884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21878C2F-4EF5-68E7-3793-EAC76920A78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2584468A-178E-AF46-A746-3D656040466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87630F24-CB4C-2EE1-6248-A998D560A12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530823F3-CA15-58F9-BAAB-B3A8EF0F6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74FA6F55-5972-98FC-B3CB-51DF947DE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1630FBED-DBB7-F944-76BB-EFB54ADA74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FE1BF4BE-9760-786F-4034-B8E39189FE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9E0419BF-E055-1396-75C3-AD291CCED6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2975D74D-AE13-0425-0F8E-2B8196C80E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B5CB83DE-76A2-A4EB-4C17-B8FA535BF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C0CD3CF-7131-07ED-4086-756540E98548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44" name="Group 243">
                  <a:extLst>
                    <a:ext uri="{FF2B5EF4-FFF2-40B4-BE49-F238E27FC236}">
                      <a16:creationId xmlns:a16="http://schemas.microsoft.com/office/drawing/2014/main" id="{F65E0636-CACF-DF7B-F821-F7E6F7B1FBF5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55" name="Straight Connector 254">
                    <a:extLst>
                      <a:ext uri="{FF2B5EF4-FFF2-40B4-BE49-F238E27FC236}">
                        <a16:creationId xmlns:a16="http://schemas.microsoft.com/office/drawing/2014/main" id="{B3CC1115-596D-F4C0-895E-55A046D9D99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CA2BD2E0-5883-F03E-FC6F-086007CCA81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E402E8AE-381A-E3D1-C78F-7F90B0517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986AF33D-7375-FD38-CA82-86ED1034A9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Connector 258">
                    <a:extLst>
                      <a:ext uri="{FF2B5EF4-FFF2-40B4-BE49-F238E27FC236}">
                        <a16:creationId xmlns:a16="http://schemas.microsoft.com/office/drawing/2014/main" id="{CEEED1D5-BB19-F475-78FF-B8615C990F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024B3E50-CCED-B50A-B25A-0F3564E877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D5A17C72-03BE-90EE-1415-BBD006083D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33817E57-7099-990C-EB85-E6506C50ED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E81569D2-9F48-688D-9A43-F6033D32E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Group 244">
                  <a:extLst>
                    <a:ext uri="{FF2B5EF4-FFF2-40B4-BE49-F238E27FC236}">
                      <a16:creationId xmlns:a16="http://schemas.microsoft.com/office/drawing/2014/main" id="{78CC5139-2195-1562-521D-4FFD29EE1ADF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78DDD797-FF81-59E8-84A6-960487FF15D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860F845D-ACE3-CFF3-D841-E57937694E6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2E995C3E-5B70-AD86-7469-B760CCDAE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18D988C5-77F9-21F0-C897-8E418FD401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DF0DD3A1-67ED-163F-423C-C5EB64D4E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Straight Connector 250">
                    <a:extLst>
                      <a:ext uri="{FF2B5EF4-FFF2-40B4-BE49-F238E27FC236}">
                        <a16:creationId xmlns:a16="http://schemas.microsoft.com/office/drawing/2014/main" id="{EAB80809-B047-B8E5-36AB-DDC4A58690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BE8F2B17-E4CE-9870-1E15-C7B0E030EF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4AA5A860-4A9C-24F7-FC83-E522042A26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803BD5A3-752A-0E23-7283-77BF0CD075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7EBE8E7C-75FB-DDFE-B1B1-5F4496F18978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27C435BB-4F3F-5E34-0E78-05E1B92B251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2F6347DC-FD8A-0C0F-B3DF-2BA1375984E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EFBA3A31-2188-017D-843C-4FE2E25788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F253EE7C-181B-6BCF-2DEE-3F5A172A24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F35786A9-C94D-689A-B00B-35DB09CE5C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DE28ECC6-FDF6-C254-45AA-F5E202DFAC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439C6195-8CE5-E546-16C2-AFBC7570D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B6F08BEF-CCA1-D770-73B7-240A15E785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3D1CC59F-3098-7AA7-8A5F-600D6FBB57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F1F866AD-2C40-3326-4B7D-BDFAE46DFA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035AC883-5981-3243-3603-76328386B9A2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71A321B6-CA7A-6A3E-9936-1C9DBD117F5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5A93F96D-526C-88A5-D9C6-5D5B51452E4F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968254D4-BC14-1905-5B2F-8BA3A61C8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D0351FC5-D2FF-C2E1-F0EA-A73C90CAF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E81F2411-B523-FB0B-4C77-EC74EB8457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515192E2-510B-39A9-82FC-16789D11C6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B73EBD60-C514-EC94-DE5F-C69C7BEC7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110FA29D-326C-9155-C1D3-BA5971BE02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8D1BAE84-28BC-CE35-215F-53BD982790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2F930227-C230-747B-EC7F-7F0F9ABE269F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D68A78AE-3706-29D8-E9E3-102D6FF1BED3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D8462BB2-6C8A-DC25-E2AD-2677AE0C341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56EA340E-CF32-340E-F4B8-11B028B3CA0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B4B52161-4E7E-9543-3A5D-51E6AE6CCB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FEFF18F1-73D1-8D0A-66FC-3F3D1D1068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00F1357D-7560-52FA-A99A-B23D6307D7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3C5D1C72-4210-C186-E0FC-B6B07E6A5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F5F3CA5E-3A69-BB7A-8ADB-3CEC10C99C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A0D2D25A-B4B6-BB60-68D7-C96EF7416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C37CE522-2400-F227-C3FF-FC9EAD181B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F0943E25-0A03-6935-E8A3-698812B4849D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96D4F399-67D8-A860-B489-4EE8865B186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B8633A69-7FDC-682D-A1A7-183B343AD30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E045B4D2-41C9-8D17-F0BC-6EDD23D7F3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4EAAE545-F489-4464-B037-988E3158B0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37314B3B-66AD-F1D9-A51F-EB48108A6C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07D9CE63-238A-5824-3AAB-D75674D8A1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AC5A6730-9CD8-6B2C-53BF-D20FB64BD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B9F53B92-5327-88F8-BC1F-D564F2F2F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026ED211-F483-6C2A-8274-CF1719B319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EB383C8B-C88A-9DBB-38F6-1155FC36AF26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0B71A4EB-10E8-A7DC-21CB-606DEFD0028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D6E3452E-93CC-4786-860D-8933BC3B93F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AEC82465-E33F-CFC1-B055-4920A98804D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A0A538FB-67BC-2A79-1228-3173D82868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372F87CB-8E5A-D78A-0E13-981501A6D5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B89D23B5-AA6C-0FC3-2738-53B96AFC48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BA57ACC4-BE35-08E5-BC57-C156310915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6B125D49-C0C9-6AFC-58AE-FA1FD24812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C95BA019-F6C8-14DE-8EB6-A122589BB5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86E7CEBE-0BBF-35CB-F8B0-7E4F0BE044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0EBE4522-9CA1-3207-9B7C-252F4E04968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DFD09BBB-905D-783F-66DA-E0C5C936991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F4C7D378-EA6F-637C-B6BD-5FFE2947556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6CEAA63E-EBC8-5C0A-8DB2-FBF31CB493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1FA5E3D0-A925-323D-295D-13059DEAB2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9AF0FA87-F047-35A6-D6EA-4D31F0C947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A61E022B-10FF-7F79-0DE3-80382ACDCA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C9F9E848-497C-722A-BA3A-47170F0F76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E63E9213-0012-E09A-5CFC-F9CF66E6F4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08D3A3E8-5FB5-9CF0-7443-B5BB14FE82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8C5E560F-4F80-6B35-FE49-6A59E5BDCAB5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D1891AD3-3281-5A7E-9FEC-3AC125248864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1E3975BB-5FB3-60C2-724F-1979BF9D38F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52DB19CE-46F6-DB80-D8B7-2A50B6B61BD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0E6F9DB5-25D2-FBCC-D2EA-8119637DE4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A83D5FA7-F87D-865C-DCAA-6EB381B4A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D33CAB54-2098-6E95-A6E8-4E5C75C6DA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7C11E524-9913-D7D2-7BFE-5CAD4D54E3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E42B5E6D-110F-A7B6-08F3-A58F17533B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1AAA3C65-3FB4-F236-83BE-4080D97996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76E11F5F-AD44-E485-0F8A-05719F08D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A6899B54-ABD5-BEA0-240B-F107FCEC2418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3BB31C9D-79D1-0522-BE0F-42687060916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101E077A-8733-EF52-5555-1C8F04C5793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6F0ECB8C-E356-63E5-6422-293064545F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F0E73556-9DEE-E66E-ADF6-374A9B5F5E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4AC6B5AC-D674-DE31-D178-C4F8648032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56C3D547-6B97-5D08-25A3-E741AA9A88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09DC43EB-A673-8025-F20F-F94C90994F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370A9681-2B3B-7B8F-D370-143FD92FAC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F27226F5-1888-5863-6296-CE70A72FCC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CD739734-5C51-4E8D-B99E-819A47159A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6FD4541-3A9B-D669-C1DC-5F6111306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878C19C4-F633-BBED-8A05-DD92C6016EF4}"/>
              </a:ext>
            </a:extLst>
          </p:cNvPr>
          <p:cNvGrpSpPr/>
          <p:nvPr/>
        </p:nvGrpSpPr>
        <p:grpSpPr>
          <a:xfrm>
            <a:off x="6831183" y="4155237"/>
            <a:ext cx="1121934" cy="166119"/>
            <a:chOff x="6408570" y="4256222"/>
            <a:chExt cx="1121934" cy="166119"/>
          </a:xfrm>
        </p:grpSpPr>
        <p:sp>
          <p:nvSpPr>
            <p:cNvPr id="294" name="Rectangle 279">
              <a:extLst>
                <a:ext uri="{FF2B5EF4-FFF2-40B4-BE49-F238E27FC236}">
                  <a16:creationId xmlns:a16="http://schemas.microsoft.com/office/drawing/2014/main" id="{7E7060F1-E203-1819-B3FF-9534C81CD880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28C0DDFA-165D-8DD6-03A3-1A90CF22E5C4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E07C5F1-F78A-EA2D-24E8-445A379FDA5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: Rounded Corners 296">
              <a:extLst>
                <a:ext uri="{FF2B5EF4-FFF2-40B4-BE49-F238E27FC236}">
                  <a16:creationId xmlns:a16="http://schemas.microsoft.com/office/drawing/2014/main" id="{745DC66B-2B4A-4D3B-EDC7-68D3F5A80300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3580FC-0060-1B9A-D17C-B3AB5532D99B}"/>
              </a:ext>
            </a:extLst>
          </p:cNvPr>
          <p:cNvGrpSpPr/>
          <p:nvPr/>
        </p:nvGrpSpPr>
        <p:grpSpPr>
          <a:xfrm>
            <a:off x="9294224" y="3580614"/>
            <a:ext cx="221604" cy="240070"/>
            <a:chOff x="9016694" y="3846383"/>
            <a:chExt cx="221604" cy="24007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E86B105-BFAF-C7DC-CE5F-81119316C7CF}"/>
                </a:ext>
              </a:extLst>
            </p:cNvPr>
            <p:cNvCxnSpPr/>
            <p:nvPr/>
          </p:nvCxnSpPr>
          <p:spPr>
            <a:xfrm>
              <a:off x="9016694" y="3846383"/>
              <a:ext cx="89210" cy="919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29BD819C-EF9E-540E-A706-E910156852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1951" y="3986278"/>
              <a:ext cx="86347" cy="1001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AEF8942-8E1E-C6F0-516F-6A7E59FC93F9}"/>
              </a:ext>
            </a:extLst>
          </p:cNvPr>
          <p:cNvGrpSpPr/>
          <p:nvPr/>
        </p:nvGrpSpPr>
        <p:grpSpPr>
          <a:xfrm>
            <a:off x="4479595" y="4035543"/>
            <a:ext cx="3749" cy="400669"/>
            <a:chOff x="7166288" y="4072085"/>
            <a:chExt cx="3749" cy="400669"/>
          </a:xfrm>
        </p:grpSpPr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BE207661-45C6-A98C-9C58-EBFFE08D0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288" y="4072085"/>
              <a:ext cx="1231" cy="136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B63D5A58-F7DF-1773-CB92-381FD6D94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7475" y="4348040"/>
              <a:ext cx="2562" cy="1247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17DBBD-8CB7-86AC-A1AE-8AA90DC519A2}"/>
              </a:ext>
            </a:extLst>
          </p:cNvPr>
          <p:cNvGrpSpPr/>
          <p:nvPr/>
        </p:nvGrpSpPr>
        <p:grpSpPr>
          <a:xfrm>
            <a:off x="7124674" y="4072085"/>
            <a:ext cx="84211" cy="342689"/>
            <a:chOff x="7124674" y="4072085"/>
            <a:chExt cx="84211" cy="34268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4EE276-76BD-D2A8-3B1B-247E8664C1A2}"/>
                </a:ext>
              </a:extLst>
            </p:cNvPr>
            <p:cNvGrpSpPr/>
            <p:nvPr/>
          </p:nvGrpSpPr>
          <p:grpSpPr>
            <a:xfrm>
              <a:off x="7166288" y="4072085"/>
              <a:ext cx="8934" cy="342689"/>
              <a:chOff x="7166288" y="4072085"/>
              <a:chExt cx="8934" cy="342689"/>
            </a:xfrm>
          </p:grpSpPr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EBA7CBC9-074E-A8F2-0D01-9AA273C8B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6288" y="4072085"/>
                <a:ext cx="1231" cy="13653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Arrow Connector 301">
                <a:extLst>
                  <a:ext uri="{FF2B5EF4-FFF2-40B4-BE49-F238E27FC236}">
                    <a16:creationId xmlns:a16="http://schemas.microsoft.com/office/drawing/2014/main" id="{4DF6DF8F-D0D5-D9A0-C56C-C35442542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72660" y="4290060"/>
                <a:ext cx="2562" cy="12471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A6D73CE-11C6-3E35-5790-6AA1F664D954}"/>
                </a:ext>
              </a:extLst>
            </p:cNvPr>
            <p:cNvSpPr/>
            <p:nvPr/>
          </p:nvSpPr>
          <p:spPr>
            <a:xfrm>
              <a:off x="7124674" y="4221275"/>
              <a:ext cx="84211" cy="5613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47E4DBE6-6ABC-159F-4203-BD06F48D1D0B}"/>
              </a:ext>
            </a:extLst>
          </p:cNvPr>
          <p:cNvGrpSpPr/>
          <p:nvPr/>
        </p:nvGrpSpPr>
        <p:grpSpPr>
          <a:xfrm>
            <a:off x="8312919" y="4018523"/>
            <a:ext cx="84211" cy="342689"/>
            <a:chOff x="7124674" y="4072085"/>
            <a:chExt cx="84211" cy="342689"/>
          </a:xfrm>
        </p:grpSpPr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4F7DF09F-4A58-895C-1A7D-71DE4AC716A8}"/>
                </a:ext>
              </a:extLst>
            </p:cNvPr>
            <p:cNvGrpSpPr/>
            <p:nvPr/>
          </p:nvGrpSpPr>
          <p:grpSpPr>
            <a:xfrm>
              <a:off x="7166288" y="4072085"/>
              <a:ext cx="8934" cy="342689"/>
              <a:chOff x="7166288" y="4072085"/>
              <a:chExt cx="8934" cy="342689"/>
            </a:xfrm>
          </p:grpSpPr>
          <p:cxnSp>
            <p:nvCxnSpPr>
              <p:cNvPr id="310" name="Straight Arrow Connector 309">
                <a:extLst>
                  <a:ext uri="{FF2B5EF4-FFF2-40B4-BE49-F238E27FC236}">
                    <a16:creationId xmlns:a16="http://schemas.microsoft.com/office/drawing/2014/main" id="{91528FB7-28A3-543A-FAA0-74BEB8DB4B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6288" y="4072085"/>
                <a:ext cx="1231" cy="13653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Arrow Connector 310">
                <a:extLst>
                  <a:ext uri="{FF2B5EF4-FFF2-40B4-BE49-F238E27FC236}">
                    <a16:creationId xmlns:a16="http://schemas.microsoft.com/office/drawing/2014/main" id="{204BE850-7DE7-F5C4-65BF-57143D0C6A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72660" y="4290060"/>
                <a:ext cx="2562" cy="12471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C5D3CAD-5B83-3F9B-81BA-4BD90E8D069A}"/>
                </a:ext>
              </a:extLst>
            </p:cNvPr>
            <p:cNvSpPr/>
            <p:nvPr/>
          </p:nvSpPr>
          <p:spPr>
            <a:xfrm>
              <a:off x="7124674" y="4221275"/>
              <a:ext cx="84211" cy="5613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357CD26-CAE7-DC97-68AD-85E8B071D9E3}"/>
              </a:ext>
            </a:extLst>
          </p:cNvPr>
          <p:cNvGrpSpPr/>
          <p:nvPr/>
        </p:nvGrpSpPr>
        <p:grpSpPr>
          <a:xfrm>
            <a:off x="6444764" y="5988153"/>
            <a:ext cx="283857" cy="361389"/>
            <a:chOff x="6444764" y="5988153"/>
            <a:chExt cx="283857" cy="36138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D59ED0C-C88B-14DF-8B9F-0AE271379865}"/>
                </a:ext>
              </a:extLst>
            </p:cNvPr>
            <p:cNvCxnSpPr/>
            <p:nvPr/>
          </p:nvCxnSpPr>
          <p:spPr>
            <a:xfrm flipH="1">
              <a:off x="6444764" y="6036682"/>
              <a:ext cx="132912" cy="266409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73CDA91F-AD37-2440-FD45-02EEC5E7696D}"/>
                </a:ext>
              </a:extLst>
            </p:cNvPr>
            <p:cNvCxnSpPr/>
            <p:nvPr/>
          </p:nvCxnSpPr>
          <p:spPr>
            <a:xfrm flipH="1">
              <a:off x="6595709" y="6046532"/>
              <a:ext cx="132912" cy="266409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31B610-7028-1F57-994E-F9DF4683A9E2}"/>
                </a:ext>
              </a:extLst>
            </p:cNvPr>
            <p:cNvSpPr/>
            <p:nvPr/>
          </p:nvSpPr>
          <p:spPr>
            <a:xfrm rot="1531525">
              <a:off x="6540095" y="5988153"/>
              <a:ext cx="100672" cy="361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7A024BBF-512C-7205-FF10-F671DDDC56A6}"/>
              </a:ext>
            </a:extLst>
          </p:cNvPr>
          <p:cNvCxnSpPr>
            <a:cxnSpLocks/>
          </p:cNvCxnSpPr>
          <p:nvPr/>
        </p:nvCxnSpPr>
        <p:spPr>
          <a:xfrm>
            <a:off x="2019397" y="5158740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49325F46-1DB1-2756-1624-BE768CF7FC04}"/>
              </a:ext>
            </a:extLst>
          </p:cNvPr>
          <p:cNvCxnSpPr>
            <a:cxnSpLocks/>
          </p:cNvCxnSpPr>
          <p:nvPr/>
        </p:nvCxnSpPr>
        <p:spPr>
          <a:xfrm>
            <a:off x="2032367" y="4868236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E2661E-F7EE-89E7-8EF4-4BE8388FF51B}"/>
              </a:ext>
            </a:extLst>
          </p:cNvPr>
          <p:cNvSpPr txBox="1"/>
          <p:nvPr/>
        </p:nvSpPr>
        <p:spPr>
          <a:xfrm>
            <a:off x="3888436" y="6534150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Baseline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12081CDF-9748-481D-06B0-73939C4AA642}"/>
              </a:ext>
            </a:extLst>
          </p:cNvPr>
          <p:cNvSpPr txBox="1"/>
          <p:nvPr/>
        </p:nvSpPr>
        <p:spPr>
          <a:xfrm>
            <a:off x="7208885" y="6531829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New condition</a:t>
            </a:r>
          </a:p>
        </p:txBody>
      </p:sp>
      <p:sp>
        <p:nvSpPr>
          <p:cNvPr id="341" name="Differential">
            <a:extLst>
              <a:ext uri="{FF2B5EF4-FFF2-40B4-BE49-F238E27FC236}">
                <a16:creationId xmlns:a16="http://schemas.microsoft.com/office/drawing/2014/main" id="{44FEFD84-FC47-06F6-E660-77FC2182DCEA}"/>
              </a:ext>
            </a:extLst>
          </p:cNvPr>
          <p:cNvSpPr/>
          <p:nvPr/>
        </p:nvSpPr>
        <p:spPr>
          <a:xfrm>
            <a:off x="5389519" y="2552086"/>
            <a:ext cx="278029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Differential?</a:t>
            </a:r>
          </a:p>
        </p:txBody>
      </p:sp>
      <p:pic>
        <p:nvPicPr>
          <p:cNvPr id="342" name="Graphic 341" descr="Cursor with solid fill">
            <a:extLst>
              <a:ext uri="{FF2B5EF4-FFF2-40B4-BE49-F238E27FC236}">
                <a16:creationId xmlns:a16="http://schemas.microsoft.com/office/drawing/2014/main" id="{4A7DC81C-25CB-C4F2-64D1-00DF7063F1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1813" y="2781044"/>
            <a:ext cx="274320" cy="274320"/>
          </a:xfrm>
          <a:prstGeom prst="rect">
            <a:avLst/>
          </a:prstGeom>
        </p:spPr>
      </p:pic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F9CB3A8F-B8DF-946D-F60C-D46A8FCB5702}"/>
              </a:ext>
            </a:extLst>
          </p:cNvPr>
          <p:cNvCxnSpPr>
            <a:cxnSpLocks/>
          </p:cNvCxnSpPr>
          <p:nvPr/>
        </p:nvCxnSpPr>
        <p:spPr>
          <a:xfrm>
            <a:off x="8117513" y="4874817"/>
            <a:ext cx="15755" cy="1657012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Case 1 - Q1">
            <a:extLst>
              <a:ext uri="{FF2B5EF4-FFF2-40B4-BE49-F238E27FC236}">
                <a16:creationId xmlns:a16="http://schemas.microsoft.com/office/drawing/2014/main" id="{968DA172-8318-9194-F250-4EBD94677F0F}"/>
              </a:ext>
            </a:extLst>
          </p:cNvPr>
          <p:cNvSpPr/>
          <p:nvPr/>
        </p:nvSpPr>
        <p:spPr>
          <a:xfrm>
            <a:off x="8211930" y="5356221"/>
            <a:ext cx="654646" cy="2743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A7F522CC-7E9D-FF15-4650-D586A233C372}"/>
              </a:ext>
            </a:extLst>
          </p:cNvPr>
          <p:cNvCxnSpPr>
            <a:cxnSpLocks/>
          </p:cNvCxnSpPr>
          <p:nvPr/>
        </p:nvCxnSpPr>
        <p:spPr>
          <a:xfrm>
            <a:off x="8368691" y="5737412"/>
            <a:ext cx="3784" cy="787213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Case 1 - Q1">
            <a:extLst>
              <a:ext uri="{FF2B5EF4-FFF2-40B4-BE49-F238E27FC236}">
                <a16:creationId xmlns:a16="http://schemas.microsoft.com/office/drawing/2014/main" id="{D61BF73F-80CE-89CD-4A1E-42187138F726}"/>
              </a:ext>
            </a:extLst>
          </p:cNvPr>
          <p:cNvSpPr/>
          <p:nvPr/>
        </p:nvSpPr>
        <p:spPr>
          <a:xfrm>
            <a:off x="8440751" y="5962030"/>
            <a:ext cx="760335" cy="2743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6A692065-FA81-B12D-2585-C527B7A01A28}"/>
              </a:ext>
            </a:extLst>
          </p:cNvPr>
          <p:cNvSpPr txBox="1"/>
          <p:nvPr/>
        </p:nvSpPr>
        <p:spPr>
          <a:xfrm>
            <a:off x="7059235" y="4420880"/>
            <a:ext cx="1480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Mucus plugging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2AF54-20EC-F221-EDBF-688428CD40F8}"/>
              </a:ext>
            </a:extLst>
          </p:cNvPr>
          <p:cNvSpPr txBox="1"/>
          <p:nvPr/>
        </p:nvSpPr>
        <p:spPr>
          <a:xfrm>
            <a:off x="8665007" y="3095691"/>
            <a:ext cx="161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Bronchospasm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15BDA4E-70AB-73DD-52AE-B25E6006CF14}"/>
              </a:ext>
            </a:extLst>
          </p:cNvPr>
          <p:cNvSpPr txBox="1"/>
          <p:nvPr/>
        </p:nvSpPr>
        <p:spPr>
          <a:xfrm>
            <a:off x="4014684" y="4420121"/>
            <a:ext cx="2007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Kinked tubing or ETT</a:t>
            </a:r>
          </a:p>
        </p:txBody>
      </p:sp>
      <p:sp>
        <p:nvSpPr>
          <p:cNvPr id="350" name="Differential">
            <a:hlinkClick r:id="rId8" action="ppaction://hlinksldjump"/>
            <a:extLst>
              <a:ext uri="{FF2B5EF4-FFF2-40B4-BE49-F238E27FC236}">
                <a16:creationId xmlns:a16="http://schemas.microsoft.com/office/drawing/2014/main" id="{4BF53181-0EFF-08F2-575B-035ABA73BA7C}"/>
              </a:ext>
            </a:extLst>
          </p:cNvPr>
          <p:cNvSpPr/>
          <p:nvPr/>
        </p:nvSpPr>
        <p:spPr>
          <a:xfrm>
            <a:off x="5389519" y="3061245"/>
            <a:ext cx="278029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Action?</a:t>
            </a:r>
          </a:p>
        </p:txBody>
      </p:sp>
      <p:pic>
        <p:nvPicPr>
          <p:cNvPr id="351" name="Graphic 350" descr="Cursor with solid fill">
            <a:extLst>
              <a:ext uri="{FF2B5EF4-FFF2-40B4-BE49-F238E27FC236}">
                <a16:creationId xmlns:a16="http://schemas.microsoft.com/office/drawing/2014/main" id="{CF162BB9-B093-131B-4F9F-34CE912F0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1813" y="3297648"/>
            <a:ext cx="274320" cy="274320"/>
          </a:xfrm>
          <a:prstGeom prst="rect">
            <a:avLst/>
          </a:prstGeom>
        </p:spPr>
      </p:pic>
      <p:sp>
        <p:nvSpPr>
          <p:cNvPr id="299" name="TextBox 298">
            <a:extLst>
              <a:ext uri="{FF2B5EF4-FFF2-40B4-BE49-F238E27FC236}">
                <a16:creationId xmlns:a16="http://schemas.microsoft.com/office/drawing/2014/main" id="{89005522-BEB5-F222-3FEB-65979C01A703}"/>
              </a:ext>
            </a:extLst>
          </p:cNvPr>
          <p:cNvSpPr txBox="1"/>
          <p:nvPr/>
        </p:nvSpPr>
        <p:spPr>
          <a:xfrm>
            <a:off x="2105210" y="1221300"/>
            <a:ext cx="26597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Proceed if:</a:t>
            </a:r>
          </a:p>
          <a:p>
            <a:pPr algn="ctr"/>
            <a:r>
              <a:rPr lang="en-US" dirty="0"/>
              <a:t>Hemodynamically stable</a:t>
            </a:r>
          </a:p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</a:t>
            </a:r>
          </a:p>
          <a:p>
            <a:pPr algn="ctr"/>
            <a:r>
              <a:rPr lang="en-US" dirty="0"/>
              <a:t>↓↓V</a:t>
            </a:r>
            <a:r>
              <a:rPr lang="en-US" baseline="-25000" dirty="0"/>
              <a:t>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00" name="Right Brace 299">
            <a:extLst>
              <a:ext uri="{FF2B5EF4-FFF2-40B4-BE49-F238E27FC236}">
                <a16:creationId xmlns:a16="http://schemas.microsoft.com/office/drawing/2014/main" id="{6780D4DF-F915-9F50-1397-C10F1DE20ABC}"/>
              </a:ext>
            </a:extLst>
          </p:cNvPr>
          <p:cNvSpPr/>
          <p:nvPr/>
        </p:nvSpPr>
        <p:spPr>
          <a:xfrm>
            <a:off x="9232595" y="4891641"/>
            <a:ext cx="224011" cy="808028"/>
          </a:xfrm>
          <a:prstGeom prst="rightBrace">
            <a:avLst>
              <a:gd name="adj1" fmla="val 0"/>
              <a:gd name="adj2" fmla="val 50000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3" name="Case 1 - Q1">
            <a:extLst>
              <a:ext uri="{FF2B5EF4-FFF2-40B4-BE49-F238E27FC236}">
                <a16:creationId xmlns:a16="http://schemas.microsoft.com/office/drawing/2014/main" id="{DB6E385B-6A54-E5D5-B68B-7128AA38870D}"/>
              </a:ext>
            </a:extLst>
          </p:cNvPr>
          <p:cNvSpPr/>
          <p:nvPr/>
        </p:nvSpPr>
        <p:spPr>
          <a:xfrm>
            <a:off x="9450772" y="5136591"/>
            <a:ext cx="766828" cy="2980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~R &gt;10</a:t>
            </a:r>
          </a:p>
        </p:txBody>
      </p:sp>
      <p:sp>
        <p:nvSpPr>
          <p:cNvPr id="312" name="Obj 3">
            <a:hlinkClick r:id="rId3" action="ppaction://hlinksldjump"/>
            <a:extLst>
              <a:ext uri="{FF2B5EF4-FFF2-40B4-BE49-F238E27FC236}">
                <a16:creationId xmlns:a16="http://schemas.microsoft.com/office/drawing/2014/main" id="{0873A365-75CE-D8B8-33C7-A85227DF927E}"/>
              </a:ext>
            </a:extLst>
          </p:cNvPr>
          <p:cNvSpPr/>
          <p:nvPr/>
        </p:nvSpPr>
        <p:spPr>
          <a:xfrm>
            <a:off x="167951" y="1192461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Peak P Alarm </a:t>
            </a:r>
          </a:p>
        </p:txBody>
      </p:sp>
      <p:sp>
        <p:nvSpPr>
          <p:cNvPr id="2" name="Obj 1">
            <a:hlinkClick r:id="rId9" action="ppaction://hlinksldjump"/>
            <a:extLst>
              <a:ext uri="{FF2B5EF4-FFF2-40B4-BE49-F238E27FC236}">
                <a16:creationId xmlns:a16="http://schemas.microsoft.com/office/drawing/2014/main" id="{028B038F-3359-082D-F852-06C88EBF3FF5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7" name="Obj 2">
            <a:hlinkClick r:id="rId10" action="ppaction://hlinksldjump"/>
            <a:extLst>
              <a:ext uri="{FF2B5EF4-FFF2-40B4-BE49-F238E27FC236}">
                <a16:creationId xmlns:a16="http://schemas.microsoft.com/office/drawing/2014/main" id="{2C700B0E-9E20-A81A-B74B-052BDDB188C7}"/>
              </a:ext>
            </a:extLst>
          </p:cNvPr>
          <p:cNvSpPr/>
          <p:nvPr/>
        </p:nvSpPr>
        <p:spPr>
          <a:xfrm>
            <a:off x="167950" y="6705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EC5D1-90BB-3DD8-A366-255016F6BBF5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31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BFBF2BCB-A2FD-E860-976B-A4625BEB672B}"/>
              </a:ext>
            </a:extLst>
          </p:cNvPr>
          <p:cNvSpPr/>
          <p:nvPr/>
        </p:nvSpPr>
        <p:spPr>
          <a:xfrm>
            <a:off x="167949" y="326749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72FAE-94DF-414A-F9E2-B4BD90246E9B}"/>
              </a:ext>
            </a:extLst>
          </p:cNvPr>
          <p:cNvSpPr txBox="1"/>
          <p:nvPr/>
        </p:nvSpPr>
        <p:spPr>
          <a:xfrm>
            <a:off x="6626791" y="3772141"/>
            <a:ext cx="1034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Biting ETT</a:t>
            </a:r>
          </a:p>
        </p:txBody>
      </p:sp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BC8115C5-C226-B535-CD34-115CB96BFF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A4465B29-B520-4BFF-DF81-26ECAA83D0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1949846"/>
            <a:ext cx="274320" cy="274320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2029DFD2-103F-AC79-9A8B-5DE5F8F586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905527"/>
            <a:ext cx="274320" cy="274320"/>
          </a:xfrm>
          <a:prstGeom prst="rect">
            <a:avLst/>
          </a:prstGeom>
        </p:spPr>
      </p:pic>
      <p:sp>
        <p:nvSpPr>
          <p:cNvPr id="42" name="Obj 3">
            <a:hlinkClick r:id="rId11" action="ppaction://hlinksldjump"/>
            <a:extLst>
              <a:ext uri="{FF2B5EF4-FFF2-40B4-BE49-F238E27FC236}">
                <a16:creationId xmlns:a16="http://schemas.microsoft.com/office/drawing/2014/main" id="{408969B2-F6B6-0E78-5F1B-84320244798F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B9B86FF8-13BB-3869-6719-DC977A76F8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2996614"/>
            <a:ext cx="274320" cy="274320"/>
          </a:xfrm>
          <a:prstGeom prst="rect">
            <a:avLst/>
          </a:prstGeom>
        </p:spPr>
      </p:pic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98747EB6-7D1F-EF70-D829-68A4E0D56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1558204A-8047-F6D2-2329-1DA536968A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5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1"/>
                  </p:tgtEl>
                </p:cond>
              </p:nextCondLst>
            </p:seq>
          </p:childTnLst>
        </p:cTn>
      </p:par>
    </p:tnLst>
    <p:bldLst>
      <p:bldP spid="341" grpId="0" animBg="1"/>
      <p:bldP spid="347" grpId="0"/>
      <p:bldP spid="28" grpId="0"/>
      <p:bldP spid="348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C5316EA-7B3F-5491-F63E-23378B41DD2D}"/>
              </a:ext>
            </a:extLst>
          </p:cNvPr>
          <p:cNvCxnSpPr>
            <a:cxnSpLocks/>
          </p:cNvCxnSpPr>
          <p:nvPr/>
        </p:nvCxnSpPr>
        <p:spPr>
          <a:xfrm flipH="1">
            <a:off x="2715809" y="3560858"/>
            <a:ext cx="2" cy="4998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443F0BD-A5AC-FACD-88FB-768065B5E3F6}"/>
              </a:ext>
            </a:extLst>
          </p:cNvPr>
          <p:cNvGrpSpPr/>
          <p:nvPr/>
        </p:nvGrpSpPr>
        <p:grpSpPr>
          <a:xfrm>
            <a:off x="7501889" y="3448756"/>
            <a:ext cx="3101708" cy="1372271"/>
            <a:chOff x="7079276" y="3549741"/>
            <a:chExt cx="3101708" cy="1372271"/>
          </a:xfrm>
        </p:grpSpPr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8A8BC78-87BD-8667-54E4-C009401836F2}"/>
                </a:ext>
              </a:extLst>
            </p:cNvPr>
            <p:cNvSpPr/>
            <p:nvPr/>
          </p:nvSpPr>
          <p:spPr>
            <a:xfrm>
              <a:off x="8035926" y="4273292"/>
              <a:ext cx="2145058" cy="648720"/>
            </a:xfrm>
            <a:custGeom>
              <a:avLst/>
              <a:gdLst>
                <a:gd name="connsiteX0" fmla="*/ 76901 w 2147614"/>
                <a:gd name="connsiteY0" fmla="*/ 139361 h 624678"/>
                <a:gd name="connsiteX1" fmla="*/ 500763 w 2147614"/>
                <a:gd name="connsiteY1" fmla="*/ 86974 h 624678"/>
                <a:gd name="connsiteX2" fmla="*/ 662688 w 2147614"/>
                <a:gd name="connsiteY2" fmla="*/ 6011 h 624678"/>
                <a:gd name="connsiteX3" fmla="*/ 1124651 w 2147614"/>
                <a:gd name="connsiteY3" fmla="*/ 15536 h 624678"/>
                <a:gd name="connsiteX4" fmla="*/ 1458026 w 2147614"/>
                <a:gd name="connsiteY4" fmla="*/ 91736 h 624678"/>
                <a:gd name="connsiteX5" fmla="*/ 1886651 w 2147614"/>
                <a:gd name="connsiteY5" fmla="*/ 67924 h 624678"/>
                <a:gd name="connsiteX6" fmla="*/ 2010476 w 2147614"/>
                <a:gd name="connsiteY6" fmla="*/ 306049 h 624678"/>
                <a:gd name="connsiteX7" fmla="*/ 2143826 w 2147614"/>
                <a:gd name="connsiteY7" fmla="*/ 477499 h 624678"/>
                <a:gd name="connsiteX8" fmla="*/ 1853313 w 2147614"/>
                <a:gd name="connsiteY8" fmla="*/ 606086 h 624678"/>
                <a:gd name="connsiteX9" fmla="*/ 905576 w 2147614"/>
                <a:gd name="connsiteY9" fmla="*/ 610849 h 624678"/>
                <a:gd name="connsiteX10" fmla="*/ 329313 w 2147614"/>
                <a:gd name="connsiteY10" fmla="*/ 482261 h 624678"/>
                <a:gd name="connsiteX11" fmla="*/ 81663 w 2147614"/>
                <a:gd name="connsiteY11" fmla="*/ 344149 h 624678"/>
                <a:gd name="connsiteX12" fmla="*/ 701 w 2147614"/>
                <a:gd name="connsiteY12" fmla="*/ 167936 h 624678"/>
                <a:gd name="connsiteX13" fmla="*/ 76901 w 2147614"/>
                <a:gd name="connsiteY13" fmla="*/ 139361 h 624678"/>
                <a:gd name="connsiteX0" fmla="*/ 76620 w 2147333"/>
                <a:gd name="connsiteY0" fmla="*/ 86973 h 624678"/>
                <a:gd name="connsiteX1" fmla="*/ 500482 w 2147333"/>
                <a:gd name="connsiteY1" fmla="*/ 86974 h 624678"/>
                <a:gd name="connsiteX2" fmla="*/ 662407 w 2147333"/>
                <a:gd name="connsiteY2" fmla="*/ 6011 h 624678"/>
                <a:gd name="connsiteX3" fmla="*/ 1124370 w 2147333"/>
                <a:gd name="connsiteY3" fmla="*/ 15536 h 624678"/>
                <a:gd name="connsiteX4" fmla="*/ 1457745 w 2147333"/>
                <a:gd name="connsiteY4" fmla="*/ 91736 h 624678"/>
                <a:gd name="connsiteX5" fmla="*/ 1886370 w 2147333"/>
                <a:gd name="connsiteY5" fmla="*/ 67924 h 624678"/>
                <a:gd name="connsiteX6" fmla="*/ 2010195 w 2147333"/>
                <a:gd name="connsiteY6" fmla="*/ 306049 h 624678"/>
                <a:gd name="connsiteX7" fmla="*/ 2143545 w 2147333"/>
                <a:gd name="connsiteY7" fmla="*/ 477499 h 624678"/>
                <a:gd name="connsiteX8" fmla="*/ 1853032 w 2147333"/>
                <a:gd name="connsiteY8" fmla="*/ 606086 h 624678"/>
                <a:gd name="connsiteX9" fmla="*/ 905295 w 2147333"/>
                <a:gd name="connsiteY9" fmla="*/ 610849 h 624678"/>
                <a:gd name="connsiteX10" fmla="*/ 329032 w 2147333"/>
                <a:gd name="connsiteY10" fmla="*/ 482261 h 624678"/>
                <a:gd name="connsiteX11" fmla="*/ 81382 w 2147333"/>
                <a:gd name="connsiteY11" fmla="*/ 344149 h 624678"/>
                <a:gd name="connsiteX12" fmla="*/ 420 w 2147333"/>
                <a:gd name="connsiteY12" fmla="*/ 167936 h 624678"/>
                <a:gd name="connsiteX13" fmla="*/ 76620 w 2147333"/>
                <a:gd name="connsiteY13" fmla="*/ 86973 h 624678"/>
                <a:gd name="connsiteX0" fmla="*/ 76620 w 2147333"/>
                <a:gd name="connsiteY0" fmla="*/ 98968 h 636673"/>
                <a:gd name="connsiteX1" fmla="*/ 500482 w 2147333"/>
                <a:gd name="connsiteY1" fmla="*/ 98969 h 636673"/>
                <a:gd name="connsiteX2" fmla="*/ 662407 w 2147333"/>
                <a:gd name="connsiteY2" fmla="*/ 3718 h 636673"/>
                <a:gd name="connsiteX3" fmla="*/ 1124370 w 2147333"/>
                <a:gd name="connsiteY3" fmla="*/ 27531 h 636673"/>
                <a:gd name="connsiteX4" fmla="*/ 1457745 w 2147333"/>
                <a:gd name="connsiteY4" fmla="*/ 103731 h 636673"/>
                <a:gd name="connsiteX5" fmla="*/ 1886370 w 2147333"/>
                <a:gd name="connsiteY5" fmla="*/ 79919 h 636673"/>
                <a:gd name="connsiteX6" fmla="*/ 2010195 w 2147333"/>
                <a:gd name="connsiteY6" fmla="*/ 318044 h 636673"/>
                <a:gd name="connsiteX7" fmla="*/ 2143545 w 2147333"/>
                <a:gd name="connsiteY7" fmla="*/ 489494 h 636673"/>
                <a:gd name="connsiteX8" fmla="*/ 1853032 w 2147333"/>
                <a:gd name="connsiteY8" fmla="*/ 618081 h 636673"/>
                <a:gd name="connsiteX9" fmla="*/ 905295 w 2147333"/>
                <a:gd name="connsiteY9" fmla="*/ 622844 h 636673"/>
                <a:gd name="connsiteX10" fmla="*/ 329032 w 2147333"/>
                <a:gd name="connsiteY10" fmla="*/ 494256 h 636673"/>
                <a:gd name="connsiteX11" fmla="*/ 81382 w 2147333"/>
                <a:gd name="connsiteY11" fmla="*/ 356144 h 636673"/>
                <a:gd name="connsiteX12" fmla="*/ 420 w 2147333"/>
                <a:gd name="connsiteY12" fmla="*/ 179931 h 636673"/>
                <a:gd name="connsiteX13" fmla="*/ 76620 w 2147333"/>
                <a:gd name="connsiteY13" fmla="*/ 98968 h 636673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57745 w 2147333"/>
                <a:gd name="connsiteY5" fmla="*/ 102486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333"/>
                <a:gd name="connsiteY0" fmla="*/ 97723 h 635428"/>
                <a:gd name="connsiteX1" fmla="*/ 500482 w 2147333"/>
                <a:gd name="connsiteY1" fmla="*/ 97724 h 635428"/>
                <a:gd name="connsiteX2" fmla="*/ 662407 w 2147333"/>
                <a:gd name="connsiteY2" fmla="*/ 2473 h 635428"/>
                <a:gd name="connsiteX3" fmla="*/ 1124370 w 2147333"/>
                <a:gd name="connsiteY3" fmla="*/ 26286 h 635428"/>
                <a:gd name="connsiteX4" fmla="*/ 1152945 w 2147333"/>
                <a:gd name="connsiteY4" fmla="*/ 7237 h 635428"/>
                <a:gd name="connsiteX5" fmla="*/ 1495845 w 2147333"/>
                <a:gd name="connsiteY5" fmla="*/ 31048 h 635428"/>
                <a:gd name="connsiteX6" fmla="*/ 1886370 w 2147333"/>
                <a:gd name="connsiteY6" fmla="*/ 78674 h 635428"/>
                <a:gd name="connsiteX7" fmla="*/ 2010195 w 2147333"/>
                <a:gd name="connsiteY7" fmla="*/ 316799 h 635428"/>
                <a:gd name="connsiteX8" fmla="*/ 2143545 w 2147333"/>
                <a:gd name="connsiteY8" fmla="*/ 488249 h 635428"/>
                <a:gd name="connsiteX9" fmla="*/ 1853032 w 2147333"/>
                <a:gd name="connsiteY9" fmla="*/ 616836 h 635428"/>
                <a:gd name="connsiteX10" fmla="*/ 905295 w 2147333"/>
                <a:gd name="connsiteY10" fmla="*/ 621599 h 635428"/>
                <a:gd name="connsiteX11" fmla="*/ 329032 w 2147333"/>
                <a:gd name="connsiteY11" fmla="*/ 493011 h 635428"/>
                <a:gd name="connsiteX12" fmla="*/ 81382 w 2147333"/>
                <a:gd name="connsiteY12" fmla="*/ 354899 h 635428"/>
                <a:gd name="connsiteX13" fmla="*/ 420 w 2147333"/>
                <a:gd name="connsiteY13" fmla="*/ 178686 h 635428"/>
                <a:gd name="connsiteX14" fmla="*/ 76620 w 2147333"/>
                <a:gd name="connsiteY14" fmla="*/ 97723 h 635428"/>
                <a:gd name="connsiteX0" fmla="*/ 76620 w 2147830"/>
                <a:gd name="connsiteY0" fmla="*/ 97723 h 635428"/>
                <a:gd name="connsiteX1" fmla="*/ 500482 w 2147830"/>
                <a:gd name="connsiteY1" fmla="*/ 97724 h 635428"/>
                <a:gd name="connsiteX2" fmla="*/ 662407 w 2147830"/>
                <a:gd name="connsiteY2" fmla="*/ 2473 h 635428"/>
                <a:gd name="connsiteX3" fmla="*/ 1124370 w 2147830"/>
                <a:gd name="connsiteY3" fmla="*/ 26286 h 635428"/>
                <a:gd name="connsiteX4" fmla="*/ 1152945 w 2147830"/>
                <a:gd name="connsiteY4" fmla="*/ 7237 h 635428"/>
                <a:gd name="connsiteX5" fmla="*/ 1495845 w 2147830"/>
                <a:gd name="connsiteY5" fmla="*/ 31048 h 635428"/>
                <a:gd name="connsiteX6" fmla="*/ 1786358 w 2147830"/>
                <a:gd name="connsiteY6" fmla="*/ 64387 h 635428"/>
                <a:gd name="connsiteX7" fmla="*/ 2010195 w 2147830"/>
                <a:gd name="connsiteY7" fmla="*/ 316799 h 635428"/>
                <a:gd name="connsiteX8" fmla="*/ 2143545 w 2147830"/>
                <a:gd name="connsiteY8" fmla="*/ 488249 h 635428"/>
                <a:gd name="connsiteX9" fmla="*/ 1853032 w 2147830"/>
                <a:gd name="connsiteY9" fmla="*/ 616836 h 635428"/>
                <a:gd name="connsiteX10" fmla="*/ 905295 w 2147830"/>
                <a:gd name="connsiteY10" fmla="*/ 621599 h 635428"/>
                <a:gd name="connsiteX11" fmla="*/ 329032 w 2147830"/>
                <a:gd name="connsiteY11" fmla="*/ 493011 h 635428"/>
                <a:gd name="connsiteX12" fmla="*/ 81382 w 2147830"/>
                <a:gd name="connsiteY12" fmla="*/ 354899 h 635428"/>
                <a:gd name="connsiteX13" fmla="*/ 420 w 2147830"/>
                <a:gd name="connsiteY13" fmla="*/ 178686 h 635428"/>
                <a:gd name="connsiteX14" fmla="*/ 76620 w 2147830"/>
                <a:gd name="connsiteY14" fmla="*/ 97723 h 635428"/>
                <a:gd name="connsiteX0" fmla="*/ 76620 w 2147830"/>
                <a:gd name="connsiteY0" fmla="*/ 97723 h 632954"/>
                <a:gd name="connsiteX1" fmla="*/ 500482 w 2147830"/>
                <a:gd name="connsiteY1" fmla="*/ 97724 h 632954"/>
                <a:gd name="connsiteX2" fmla="*/ 662407 w 2147830"/>
                <a:gd name="connsiteY2" fmla="*/ 2473 h 632954"/>
                <a:gd name="connsiteX3" fmla="*/ 1124370 w 2147830"/>
                <a:gd name="connsiteY3" fmla="*/ 26286 h 632954"/>
                <a:gd name="connsiteX4" fmla="*/ 1152945 w 2147830"/>
                <a:gd name="connsiteY4" fmla="*/ 7237 h 632954"/>
                <a:gd name="connsiteX5" fmla="*/ 1495845 w 2147830"/>
                <a:gd name="connsiteY5" fmla="*/ 31048 h 632954"/>
                <a:gd name="connsiteX6" fmla="*/ 1786358 w 2147830"/>
                <a:gd name="connsiteY6" fmla="*/ 64387 h 632954"/>
                <a:gd name="connsiteX7" fmla="*/ 2010195 w 2147830"/>
                <a:gd name="connsiteY7" fmla="*/ 316799 h 632954"/>
                <a:gd name="connsiteX8" fmla="*/ 2143545 w 2147830"/>
                <a:gd name="connsiteY8" fmla="*/ 535874 h 632954"/>
                <a:gd name="connsiteX9" fmla="*/ 1853032 w 2147830"/>
                <a:gd name="connsiteY9" fmla="*/ 616836 h 632954"/>
                <a:gd name="connsiteX10" fmla="*/ 905295 w 2147830"/>
                <a:gd name="connsiteY10" fmla="*/ 621599 h 632954"/>
                <a:gd name="connsiteX11" fmla="*/ 329032 w 2147830"/>
                <a:gd name="connsiteY11" fmla="*/ 493011 h 632954"/>
                <a:gd name="connsiteX12" fmla="*/ 81382 w 2147830"/>
                <a:gd name="connsiteY12" fmla="*/ 354899 h 632954"/>
                <a:gd name="connsiteX13" fmla="*/ 420 w 2147830"/>
                <a:gd name="connsiteY13" fmla="*/ 178686 h 632954"/>
                <a:gd name="connsiteX14" fmla="*/ 76620 w 2147830"/>
                <a:gd name="connsiteY14" fmla="*/ 97723 h 632954"/>
                <a:gd name="connsiteX0" fmla="*/ 76620 w 2147830"/>
                <a:gd name="connsiteY0" fmla="*/ 97955 h 633186"/>
                <a:gd name="connsiteX1" fmla="*/ 500482 w 2147830"/>
                <a:gd name="connsiteY1" fmla="*/ 97956 h 633186"/>
                <a:gd name="connsiteX2" fmla="*/ 662407 w 2147830"/>
                <a:gd name="connsiteY2" fmla="*/ 2705 h 633186"/>
                <a:gd name="connsiteX3" fmla="*/ 1124370 w 2147830"/>
                <a:gd name="connsiteY3" fmla="*/ 26518 h 633186"/>
                <a:gd name="connsiteX4" fmla="*/ 1495845 w 2147830"/>
                <a:gd name="connsiteY4" fmla="*/ 31280 h 633186"/>
                <a:gd name="connsiteX5" fmla="*/ 1786358 w 2147830"/>
                <a:gd name="connsiteY5" fmla="*/ 64619 h 633186"/>
                <a:gd name="connsiteX6" fmla="*/ 2010195 w 2147830"/>
                <a:gd name="connsiteY6" fmla="*/ 317031 h 633186"/>
                <a:gd name="connsiteX7" fmla="*/ 2143545 w 2147830"/>
                <a:gd name="connsiteY7" fmla="*/ 536106 h 633186"/>
                <a:gd name="connsiteX8" fmla="*/ 1853032 w 2147830"/>
                <a:gd name="connsiteY8" fmla="*/ 617068 h 633186"/>
                <a:gd name="connsiteX9" fmla="*/ 905295 w 2147830"/>
                <a:gd name="connsiteY9" fmla="*/ 621831 h 633186"/>
                <a:gd name="connsiteX10" fmla="*/ 329032 w 2147830"/>
                <a:gd name="connsiteY10" fmla="*/ 493243 h 633186"/>
                <a:gd name="connsiteX11" fmla="*/ 81382 w 2147830"/>
                <a:gd name="connsiteY11" fmla="*/ 355131 h 633186"/>
                <a:gd name="connsiteX12" fmla="*/ 420 w 2147830"/>
                <a:gd name="connsiteY12" fmla="*/ 178918 h 633186"/>
                <a:gd name="connsiteX13" fmla="*/ 76620 w 2147830"/>
                <a:gd name="connsiteY13" fmla="*/ 97955 h 633186"/>
                <a:gd name="connsiteX0" fmla="*/ 76620 w 2147830"/>
                <a:gd name="connsiteY0" fmla="*/ 112011 h 647242"/>
                <a:gd name="connsiteX1" fmla="*/ 500482 w 2147830"/>
                <a:gd name="connsiteY1" fmla="*/ 112012 h 647242"/>
                <a:gd name="connsiteX2" fmla="*/ 662407 w 2147830"/>
                <a:gd name="connsiteY2" fmla="*/ 16761 h 647242"/>
                <a:gd name="connsiteX3" fmla="*/ 1138657 w 2147830"/>
                <a:gd name="connsiteY3" fmla="*/ 2474 h 647242"/>
                <a:gd name="connsiteX4" fmla="*/ 1495845 w 2147830"/>
                <a:gd name="connsiteY4" fmla="*/ 45336 h 647242"/>
                <a:gd name="connsiteX5" fmla="*/ 1786358 w 2147830"/>
                <a:gd name="connsiteY5" fmla="*/ 78675 h 647242"/>
                <a:gd name="connsiteX6" fmla="*/ 2010195 w 2147830"/>
                <a:gd name="connsiteY6" fmla="*/ 331087 h 647242"/>
                <a:gd name="connsiteX7" fmla="*/ 2143545 w 2147830"/>
                <a:gd name="connsiteY7" fmla="*/ 550162 h 647242"/>
                <a:gd name="connsiteX8" fmla="*/ 1853032 w 2147830"/>
                <a:gd name="connsiteY8" fmla="*/ 631124 h 647242"/>
                <a:gd name="connsiteX9" fmla="*/ 905295 w 2147830"/>
                <a:gd name="connsiteY9" fmla="*/ 635887 h 647242"/>
                <a:gd name="connsiteX10" fmla="*/ 329032 w 2147830"/>
                <a:gd name="connsiteY10" fmla="*/ 507299 h 647242"/>
                <a:gd name="connsiteX11" fmla="*/ 81382 w 2147830"/>
                <a:gd name="connsiteY11" fmla="*/ 369187 h 647242"/>
                <a:gd name="connsiteX12" fmla="*/ 420 w 2147830"/>
                <a:gd name="connsiteY12" fmla="*/ 192974 h 647242"/>
                <a:gd name="connsiteX13" fmla="*/ 76620 w 2147830"/>
                <a:gd name="connsiteY13" fmla="*/ 112011 h 647242"/>
                <a:gd name="connsiteX0" fmla="*/ 76620 w 2147830"/>
                <a:gd name="connsiteY0" fmla="*/ 112529 h 647760"/>
                <a:gd name="connsiteX1" fmla="*/ 500482 w 2147830"/>
                <a:gd name="connsiteY1" fmla="*/ 112530 h 647760"/>
                <a:gd name="connsiteX2" fmla="*/ 662407 w 2147830"/>
                <a:gd name="connsiteY2" fmla="*/ 17279 h 647760"/>
                <a:gd name="connsiteX3" fmla="*/ 1138657 w 2147830"/>
                <a:gd name="connsiteY3" fmla="*/ 2992 h 647760"/>
                <a:gd name="connsiteX4" fmla="*/ 1514895 w 2147830"/>
                <a:gd name="connsiteY4" fmla="*/ 7754 h 647760"/>
                <a:gd name="connsiteX5" fmla="*/ 1786358 w 2147830"/>
                <a:gd name="connsiteY5" fmla="*/ 79193 h 647760"/>
                <a:gd name="connsiteX6" fmla="*/ 2010195 w 2147830"/>
                <a:gd name="connsiteY6" fmla="*/ 331605 h 647760"/>
                <a:gd name="connsiteX7" fmla="*/ 2143545 w 2147830"/>
                <a:gd name="connsiteY7" fmla="*/ 550680 h 647760"/>
                <a:gd name="connsiteX8" fmla="*/ 1853032 w 2147830"/>
                <a:gd name="connsiteY8" fmla="*/ 631642 h 647760"/>
                <a:gd name="connsiteX9" fmla="*/ 905295 w 2147830"/>
                <a:gd name="connsiteY9" fmla="*/ 636405 h 647760"/>
                <a:gd name="connsiteX10" fmla="*/ 329032 w 2147830"/>
                <a:gd name="connsiteY10" fmla="*/ 507817 h 647760"/>
                <a:gd name="connsiteX11" fmla="*/ 81382 w 2147830"/>
                <a:gd name="connsiteY11" fmla="*/ 369705 h 647760"/>
                <a:gd name="connsiteX12" fmla="*/ 420 w 2147830"/>
                <a:gd name="connsiteY12" fmla="*/ 193492 h 647760"/>
                <a:gd name="connsiteX13" fmla="*/ 76620 w 2147830"/>
                <a:gd name="connsiteY13" fmla="*/ 112529 h 647760"/>
                <a:gd name="connsiteX0" fmla="*/ 76620 w 2148024"/>
                <a:gd name="connsiteY0" fmla="*/ 113489 h 648720"/>
                <a:gd name="connsiteX1" fmla="*/ 500482 w 2148024"/>
                <a:gd name="connsiteY1" fmla="*/ 113490 h 648720"/>
                <a:gd name="connsiteX2" fmla="*/ 662407 w 2148024"/>
                <a:gd name="connsiteY2" fmla="*/ 18239 h 648720"/>
                <a:gd name="connsiteX3" fmla="*/ 1138657 w 2148024"/>
                <a:gd name="connsiteY3" fmla="*/ 3952 h 648720"/>
                <a:gd name="connsiteX4" fmla="*/ 1514895 w 2148024"/>
                <a:gd name="connsiteY4" fmla="*/ 8714 h 648720"/>
                <a:gd name="connsiteX5" fmla="*/ 1753021 w 2148024"/>
                <a:gd name="connsiteY5" fmla="*/ 94440 h 648720"/>
                <a:gd name="connsiteX6" fmla="*/ 2010195 w 2148024"/>
                <a:gd name="connsiteY6" fmla="*/ 332565 h 648720"/>
                <a:gd name="connsiteX7" fmla="*/ 2143545 w 2148024"/>
                <a:gd name="connsiteY7" fmla="*/ 551640 h 648720"/>
                <a:gd name="connsiteX8" fmla="*/ 1853032 w 2148024"/>
                <a:gd name="connsiteY8" fmla="*/ 632602 h 648720"/>
                <a:gd name="connsiteX9" fmla="*/ 905295 w 2148024"/>
                <a:gd name="connsiteY9" fmla="*/ 637365 h 648720"/>
                <a:gd name="connsiteX10" fmla="*/ 329032 w 2148024"/>
                <a:gd name="connsiteY10" fmla="*/ 508777 h 648720"/>
                <a:gd name="connsiteX11" fmla="*/ 81382 w 2148024"/>
                <a:gd name="connsiteY11" fmla="*/ 370665 h 648720"/>
                <a:gd name="connsiteX12" fmla="*/ 420 w 2148024"/>
                <a:gd name="connsiteY12" fmla="*/ 194452 h 648720"/>
                <a:gd name="connsiteX13" fmla="*/ 76620 w 2148024"/>
                <a:gd name="connsiteY13" fmla="*/ 113489 h 648720"/>
                <a:gd name="connsiteX0" fmla="*/ 76620 w 2145058"/>
                <a:gd name="connsiteY0" fmla="*/ 113489 h 648720"/>
                <a:gd name="connsiteX1" fmla="*/ 500482 w 2145058"/>
                <a:gd name="connsiteY1" fmla="*/ 113490 h 648720"/>
                <a:gd name="connsiteX2" fmla="*/ 662407 w 2145058"/>
                <a:gd name="connsiteY2" fmla="*/ 18239 h 648720"/>
                <a:gd name="connsiteX3" fmla="*/ 1138657 w 2145058"/>
                <a:gd name="connsiteY3" fmla="*/ 3952 h 648720"/>
                <a:gd name="connsiteX4" fmla="*/ 1514895 w 2145058"/>
                <a:gd name="connsiteY4" fmla="*/ 8714 h 648720"/>
                <a:gd name="connsiteX5" fmla="*/ 1753021 w 2145058"/>
                <a:gd name="connsiteY5" fmla="*/ 94440 h 648720"/>
                <a:gd name="connsiteX6" fmla="*/ 1957807 w 2145058"/>
                <a:gd name="connsiteY6" fmla="*/ 346852 h 648720"/>
                <a:gd name="connsiteX7" fmla="*/ 2143545 w 2145058"/>
                <a:gd name="connsiteY7" fmla="*/ 551640 h 648720"/>
                <a:gd name="connsiteX8" fmla="*/ 1853032 w 2145058"/>
                <a:gd name="connsiteY8" fmla="*/ 632602 h 648720"/>
                <a:gd name="connsiteX9" fmla="*/ 905295 w 2145058"/>
                <a:gd name="connsiteY9" fmla="*/ 637365 h 648720"/>
                <a:gd name="connsiteX10" fmla="*/ 329032 w 2145058"/>
                <a:gd name="connsiteY10" fmla="*/ 508777 h 648720"/>
                <a:gd name="connsiteX11" fmla="*/ 81382 w 2145058"/>
                <a:gd name="connsiteY11" fmla="*/ 370665 h 648720"/>
                <a:gd name="connsiteX12" fmla="*/ 420 w 2145058"/>
                <a:gd name="connsiteY12" fmla="*/ 194452 h 648720"/>
                <a:gd name="connsiteX13" fmla="*/ 76620 w 2145058"/>
                <a:gd name="connsiteY13" fmla="*/ 113489 h 64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5058" h="648720">
                  <a:moveTo>
                    <a:pt x="76620" y="113489"/>
                  </a:moveTo>
                  <a:cubicBezTo>
                    <a:pt x="159964" y="99995"/>
                    <a:pt x="402851" y="129365"/>
                    <a:pt x="500482" y="113490"/>
                  </a:cubicBezTo>
                  <a:cubicBezTo>
                    <a:pt x="598113" y="97615"/>
                    <a:pt x="556045" y="36495"/>
                    <a:pt x="662407" y="18239"/>
                  </a:cubicBezTo>
                  <a:cubicBezTo>
                    <a:pt x="768770" y="-17"/>
                    <a:pt x="996576" y="5539"/>
                    <a:pt x="1138657" y="3952"/>
                  </a:cubicBezTo>
                  <a:cubicBezTo>
                    <a:pt x="1280738" y="2365"/>
                    <a:pt x="1412501" y="-6367"/>
                    <a:pt x="1514895" y="8714"/>
                  </a:cubicBezTo>
                  <a:cubicBezTo>
                    <a:pt x="1617289" y="23795"/>
                    <a:pt x="1679202" y="38084"/>
                    <a:pt x="1753021" y="94440"/>
                  </a:cubicBezTo>
                  <a:cubicBezTo>
                    <a:pt x="1826840" y="150796"/>
                    <a:pt x="1892720" y="270652"/>
                    <a:pt x="1957807" y="346852"/>
                  </a:cubicBezTo>
                  <a:cubicBezTo>
                    <a:pt x="2022894" y="423052"/>
                    <a:pt x="2161008" y="504015"/>
                    <a:pt x="2143545" y="551640"/>
                  </a:cubicBezTo>
                  <a:cubicBezTo>
                    <a:pt x="2126083" y="599265"/>
                    <a:pt x="2059407" y="618315"/>
                    <a:pt x="1853032" y="632602"/>
                  </a:cubicBezTo>
                  <a:cubicBezTo>
                    <a:pt x="1646657" y="646890"/>
                    <a:pt x="1159295" y="658003"/>
                    <a:pt x="905295" y="637365"/>
                  </a:cubicBezTo>
                  <a:cubicBezTo>
                    <a:pt x="651295" y="616727"/>
                    <a:pt x="466351" y="553227"/>
                    <a:pt x="329032" y="508777"/>
                  </a:cubicBezTo>
                  <a:cubicBezTo>
                    <a:pt x="191713" y="464327"/>
                    <a:pt x="136151" y="423053"/>
                    <a:pt x="81382" y="370665"/>
                  </a:cubicBezTo>
                  <a:cubicBezTo>
                    <a:pt x="26613" y="318278"/>
                    <a:pt x="1214" y="237315"/>
                    <a:pt x="420" y="194452"/>
                  </a:cubicBezTo>
                  <a:cubicBezTo>
                    <a:pt x="-374" y="151589"/>
                    <a:pt x="-6724" y="126983"/>
                    <a:pt x="76620" y="113489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D993A81-02D0-5DE1-7140-A18AC4347ABF}"/>
                </a:ext>
              </a:extLst>
            </p:cNvPr>
            <p:cNvSpPr/>
            <p:nvPr/>
          </p:nvSpPr>
          <p:spPr>
            <a:xfrm>
              <a:off x="7988767" y="3549741"/>
              <a:ext cx="2186000" cy="652937"/>
            </a:xfrm>
            <a:custGeom>
              <a:avLst/>
              <a:gdLst>
                <a:gd name="connsiteX0" fmla="*/ 477107 w 2156275"/>
                <a:gd name="connsiteY0" fmla="*/ 597713 h 633204"/>
                <a:gd name="connsiteX1" fmla="*/ 43720 w 2156275"/>
                <a:gd name="connsiteY1" fmla="*/ 554850 h 633204"/>
                <a:gd name="connsiteX2" fmla="*/ 29432 w 2156275"/>
                <a:gd name="connsiteY2" fmla="*/ 311963 h 633204"/>
                <a:gd name="connsiteX3" fmla="*/ 172307 w 2156275"/>
                <a:gd name="connsiteY3" fmla="*/ 88125 h 633204"/>
                <a:gd name="connsiteX4" fmla="*/ 1567720 w 2156275"/>
                <a:gd name="connsiteY4" fmla="*/ 7163 h 633204"/>
                <a:gd name="connsiteX5" fmla="*/ 2143982 w 2156275"/>
                <a:gd name="connsiteY5" fmla="*/ 30975 h 633204"/>
                <a:gd name="connsiteX6" fmla="*/ 1958245 w 2156275"/>
                <a:gd name="connsiteY6" fmla="*/ 245288 h 633204"/>
                <a:gd name="connsiteX7" fmla="*/ 1915382 w 2156275"/>
                <a:gd name="connsiteY7" fmla="*/ 502463 h 633204"/>
                <a:gd name="connsiteX8" fmla="*/ 1724882 w 2156275"/>
                <a:gd name="connsiteY8" fmla="*/ 631050 h 633204"/>
                <a:gd name="connsiteX9" fmla="*/ 1591532 w 2156275"/>
                <a:gd name="connsiteY9" fmla="*/ 578663 h 633204"/>
                <a:gd name="connsiteX10" fmla="*/ 1310545 w 2156275"/>
                <a:gd name="connsiteY10" fmla="*/ 521513 h 633204"/>
                <a:gd name="connsiteX11" fmla="*/ 1143857 w 2156275"/>
                <a:gd name="connsiteY11" fmla="*/ 621525 h 633204"/>
                <a:gd name="connsiteX12" fmla="*/ 477107 w 2156275"/>
                <a:gd name="connsiteY12" fmla="*/ 597713 h 633204"/>
                <a:gd name="connsiteX0" fmla="*/ 507533 w 2186701"/>
                <a:gd name="connsiteY0" fmla="*/ 603726 h 639217"/>
                <a:gd name="connsiteX1" fmla="*/ 74146 w 2186701"/>
                <a:gd name="connsiteY1" fmla="*/ 560863 h 639217"/>
                <a:gd name="connsiteX2" fmla="*/ 59858 w 2186701"/>
                <a:gd name="connsiteY2" fmla="*/ 317976 h 639217"/>
                <a:gd name="connsiteX3" fmla="*/ 674220 w 2186701"/>
                <a:gd name="connsiteY3" fmla="*/ 27463 h 639217"/>
                <a:gd name="connsiteX4" fmla="*/ 1598146 w 2186701"/>
                <a:gd name="connsiteY4" fmla="*/ 13176 h 639217"/>
                <a:gd name="connsiteX5" fmla="*/ 2174408 w 2186701"/>
                <a:gd name="connsiteY5" fmla="*/ 36988 h 639217"/>
                <a:gd name="connsiteX6" fmla="*/ 1988671 w 2186701"/>
                <a:gd name="connsiteY6" fmla="*/ 251301 h 639217"/>
                <a:gd name="connsiteX7" fmla="*/ 1945808 w 2186701"/>
                <a:gd name="connsiteY7" fmla="*/ 508476 h 639217"/>
                <a:gd name="connsiteX8" fmla="*/ 1755308 w 2186701"/>
                <a:gd name="connsiteY8" fmla="*/ 637063 h 639217"/>
                <a:gd name="connsiteX9" fmla="*/ 1621958 w 2186701"/>
                <a:gd name="connsiteY9" fmla="*/ 584676 h 639217"/>
                <a:gd name="connsiteX10" fmla="*/ 1340971 w 2186701"/>
                <a:gd name="connsiteY10" fmla="*/ 527526 h 639217"/>
                <a:gd name="connsiteX11" fmla="*/ 1174283 w 2186701"/>
                <a:gd name="connsiteY11" fmla="*/ 627538 h 639217"/>
                <a:gd name="connsiteX12" fmla="*/ 507533 w 2186701"/>
                <a:gd name="connsiteY12" fmla="*/ 603726 h 639217"/>
                <a:gd name="connsiteX0" fmla="*/ 507533 w 2186000"/>
                <a:gd name="connsiteY0" fmla="*/ 617446 h 652937"/>
                <a:gd name="connsiteX1" fmla="*/ 74146 w 2186000"/>
                <a:gd name="connsiteY1" fmla="*/ 574583 h 652937"/>
                <a:gd name="connsiteX2" fmla="*/ 59858 w 2186000"/>
                <a:gd name="connsiteY2" fmla="*/ 331696 h 652937"/>
                <a:gd name="connsiteX3" fmla="*/ 674220 w 2186000"/>
                <a:gd name="connsiteY3" fmla="*/ 41183 h 652937"/>
                <a:gd name="connsiteX4" fmla="*/ 1612433 w 2186000"/>
                <a:gd name="connsiteY4" fmla="*/ 3083 h 652937"/>
                <a:gd name="connsiteX5" fmla="*/ 2174408 w 2186000"/>
                <a:gd name="connsiteY5" fmla="*/ 50708 h 652937"/>
                <a:gd name="connsiteX6" fmla="*/ 1988671 w 2186000"/>
                <a:gd name="connsiteY6" fmla="*/ 265021 h 652937"/>
                <a:gd name="connsiteX7" fmla="*/ 1945808 w 2186000"/>
                <a:gd name="connsiteY7" fmla="*/ 522196 h 652937"/>
                <a:gd name="connsiteX8" fmla="*/ 1755308 w 2186000"/>
                <a:gd name="connsiteY8" fmla="*/ 650783 h 652937"/>
                <a:gd name="connsiteX9" fmla="*/ 1621958 w 2186000"/>
                <a:gd name="connsiteY9" fmla="*/ 598396 h 652937"/>
                <a:gd name="connsiteX10" fmla="*/ 1340971 w 2186000"/>
                <a:gd name="connsiteY10" fmla="*/ 541246 h 652937"/>
                <a:gd name="connsiteX11" fmla="*/ 1174283 w 2186000"/>
                <a:gd name="connsiteY11" fmla="*/ 641258 h 652937"/>
                <a:gd name="connsiteX12" fmla="*/ 507533 w 2186000"/>
                <a:gd name="connsiteY12" fmla="*/ 617446 h 65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86000" h="652937">
                  <a:moveTo>
                    <a:pt x="507533" y="617446"/>
                  </a:moveTo>
                  <a:cubicBezTo>
                    <a:pt x="324177" y="606333"/>
                    <a:pt x="148758" y="622208"/>
                    <a:pt x="74146" y="574583"/>
                  </a:cubicBezTo>
                  <a:cubicBezTo>
                    <a:pt x="-466" y="526958"/>
                    <a:pt x="-40154" y="420596"/>
                    <a:pt x="59858" y="331696"/>
                  </a:cubicBezTo>
                  <a:cubicBezTo>
                    <a:pt x="159870" y="242796"/>
                    <a:pt x="415458" y="95952"/>
                    <a:pt x="674220" y="41183"/>
                  </a:cubicBezTo>
                  <a:cubicBezTo>
                    <a:pt x="932983" y="-13586"/>
                    <a:pt x="1362402" y="1496"/>
                    <a:pt x="1612433" y="3083"/>
                  </a:cubicBezTo>
                  <a:cubicBezTo>
                    <a:pt x="1862464" y="4671"/>
                    <a:pt x="2111702" y="7052"/>
                    <a:pt x="2174408" y="50708"/>
                  </a:cubicBezTo>
                  <a:cubicBezTo>
                    <a:pt x="2237114" y="94364"/>
                    <a:pt x="2026771" y="186440"/>
                    <a:pt x="1988671" y="265021"/>
                  </a:cubicBezTo>
                  <a:cubicBezTo>
                    <a:pt x="1950571" y="343602"/>
                    <a:pt x="1984702" y="457902"/>
                    <a:pt x="1945808" y="522196"/>
                  </a:cubicBezTo>
                  <a:cubicBezTo>
                    <a:pt x="1906914" y="586490"/>
                    <a:pt x="1809283" y="638083"/>
                    <a:pt x="1755308" y="650783"/>
                  </a:cubicBezTo>
                  <a:cubicBezTo>
                    <a:pt x="1701333" y="663483"/>
                    <a:pt x="1691014" y="616652"/>
                    <a:pt x="1621958" y="598396"/>
                  </a:cubicBezTo>
                  <a:cubicBezTo>
                    <a:pt x="1552902" y="580140"/>
                    <a:pt x="1415583" y="534102"/>
                    <a:pt x="1340971" y="541246"/>
                  </a:cubicBezTo>
                  <a:cubicBezTo>
                    <a:pt x="1266359" y="548390"/>
                    <a:pt x="1307633" y="626970"/>
                    <a:pt x="1174283" y="641258"/>
                  </a:cubicBezTo>
                  <a:cubicBezTo>
                    <a:pt x="1040933" y="655546"/>
                    <a:pt x="690889" y="628559"/>
                    <a:pt x="507533" y="617446"/>
                  </a:cubicBezTo>
                  <a:close/>
                </a:path>
              </a:pathLst>
            </a:custGeom>
            <a:solidFill>
              <a:srgbClr val="F090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F7F516E-F586-CFAA-44A6-D4DF24D84287}"/>
                </a:ext>
              </a:extLst>
            </p:cNvPr>
            <p:cNvSpPr/>
            <p:nvPr/>
          </p:nvSpPr>
          <p:spPr>
            <a:xfrm>
              <a:off x="7079276" y="3716664"/>
              <a:ext cx="2191751" cy="1022420"/>
            </a:xfrm>
            <a:custGeom>
              <a:avLst/>
              <a:gdLst>
                <a:gd name="connsiteX0" fmla="*/ 207810 w 2105272"/>
                <a:gd name="connsiteY0" fmla="*/ 531349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07810 w 2105272"/>
                <a:gd name="connsiteY42" fmla="*/ 531349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531660 w 2105272"/>
                <a:gd name="connsiteY36" fmla="*/ 688511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26860 w 2105272"/>
                <a:gd name="connsiteY0" fmla="*/ 517061 h 1022420"/>
                <a:gd name="connsiteX1" fmla="*/ 626910 w 2105272"/>
                <a:gd name="connsiteY1" fmla="*/ 526586 h 1022420"/>
                <a:gd name="connsiteX2" fmla="*/ 1193648 w 2105272"/>
                <a:gd name="connsiteY2" fmla="*/ 517061 h 1022420"/>
                <a:gd name="connsiteX3" fmla="*/ 1417485 w 2105272"/>
                <a:gd name="connsiteY3" fmla="*/ 402761 h 1022420"/>
                <a:gd name="connsiteX4" fmla="*/ 1598460 w 2105272"/>
                <a:gd name="connsiteY4" fmla="*/ 255124 h 1022420"/>
                <a:gd name="connsiteX5" fmla="*/ 1603223 w 2105272"/>
                <a:gd name="connsiteY5" fmla="*/ 131299 h 1022420"/>
                <a:gd name="connsiteX6" fmla="*/ 1588935 w 2105272"/>
                <a:gd name="connsiteY6" fmla="*/ 74149 h 1022420"/>
                <a:gd name="connsiteX7" fmla="*/ 1650848 w 2105272"/>
                <a:gd name="connsiteY7" fmla="*/ 59861 h 1022420"/>
                <a:gd name="connsiteX8" fmla="*/ 1679423 w 2105272"/>
                <a:gd name="connsiteY8" fmla="*/ 217024 h 1022420"/>
                <a:gd name="connsiteX9" fmla="*/ 1774673 w 2105272"/>
                <a:gd name="connsiteY9" fmla="*/ 107486 h 1022420"/>
                <a:gd name="connsiteX10" fmla="*/ 1812773 w 2105272"/>
                <a:gd name="connsiteY10" fmla="*/ 26524 h 1022420"/>
                <a:gd name="connsiteX11" fmla="*/ 1893735 w 2105272"/>
                <a:gd name="connsiteY11" fmla="*/ 7474 h 1022420"/>
                <a:gd name="connsiteX12" fmla="*/ 1827060 w 2105272"/>
                <a:gd name="connsiteY12" fmla="*/ 140824 h 1022420"/>
                <a:gd name="connsiteX13" fmla="*/ 1736573 w 2105272"/>
                <a:gd name="connsiteY13" fmla="*/ 264649 h 1022420"/>
                <a:gd name="connsiteX14" fmla="*/ 1960410 w 2105272"/>
                <a:gd name="connsiteY14" fmla="*/ 259886 h 1022420"/>
                <a:gd name="connsiteX15" fmla="*/ 1917548 w 2105272"/>
                <a:gd name="connsiteY15" fmla="*/ 326561 h 1022420"/>
                <a:gd name="connsiteX16" fmla="*/ 1727048 w 2105272"/>
                <a:gd name="connsiteY16" fmla="*/ 345611 h 1022420"/>
                <a:gd name="connsiteX17" fmla="*/ 1622273 w 2105272"/>
                <a:gd name="connsiteY17" fmla="*/ 359899 h 1022420"/>
                <a:gd name="connsiteX18" fmla="*/ 1393673 w 2105272"/>
                <a:gd name="connsiteY18" fmla="*/ 540874 h 1022420"/>
                <a:gd name="connsiteX19" fmla="*/ 1536548 w 2105272"/>
                <a:gd name="connsiteY19" fmla="*/ 640886 h 1022420"/>
                <a:gd name="connsiteX20" fmla="*/ 1646085 w 2105272"/>
                <a:gd name="connsiteY20" fmla="*/ 712324 h 1022420"/>
                <a:gd name="connsiteX21" fmla="*/ 1955648 w 2105272"/>
                <a:gd name="connsiteY21" fmla="*/ 712324 h 1022420"/>
                <a:gd name="connsiteX22" fmla="*/ 2046135 w 2105272"/>
                <a:gd name="connsiteY22" fmla="*/ 650411 h 1022420"/>
                <a:gd name="connsiteX23" fmla="*/ 2103285 w 2105272"/>
                <a:gd name="connsiteY23" fmla="*/ 769474 h 1022420"/>
                <a:gd name="connsiteX24" fmla="*/ 1974698 w 2105272"/>
                <a:gd name="connsiteY24" fmla="*/ 774236 h 1022420"/>
                <a:gd name="connsiteX25" fmla="*/ 1717523 w 2105272"/>
                <a:gd name="connsiteY25" fmla="*/ 783761 h 1022420"/>
                <a:gd name="connsiteX26" fmla="*/ 1922310 w 2105272"/>
                <a:gd name="connsiteY26" fmla="*/ 874249 h 1022420"/>
                <a:gd name="connsiteX27" fmla="*/ 1884210 w 2105272"/>
                <a:gd name="connsiteY27" fmla="*/ 950449 h 1022420"/>
                <a:gd name="connsiteX28" fmla="*/ 1722285 w 2105272"/>
                <a:gd name="connsiteY28" fmla="*/ 864724 h 1022420"/>
                <a:gd name="connsiteX29" fmla="*/ 1693710 w 2105272"/>
                <a:gd name="connsiteY29" fmla="*/ 998074 h 1022420"/>
                <a:gd name="connsiteX30" fmla="*/ 1631798 w 2105272"/>
                <a:gd name="connsiteY30" fmla="*/ 1007599 h 1022420"/>
                <a:gd name="connsiteX31" fmla="*/ 1655610 w 2105272"/>
                <a:gd name="connsiteY31" fmla="*/ 840911 h 1022420"/>
                <a:gd name="connsiteX32" fmla="*/ 1584173 w 2105272"/>
                <a:gd name="connsiteY32" fmla="*/ 764711 h 1022420"/>
                <a:gd name="connsiteX33" fmla="*/ 1322235 w 2105272"/>
                <a:gd name="connsiteY33" fmla="*/ 640886 h 1022420"/>
                <a:gd name="connsiteX34" fmla="*/ 1122210 w 2105272"/>
                <a:gd name="connsiteY34" fmla="*/ 617074 h 1022420"/>
                <a:gd name="connsiteX35" fmla="*/ 726923 w 2105272"/>
                <a:gd name="connsiteY35" fmla="*/ 612311 h 1022420"/>
                <a:gd name="connsiteX36" fmla="*/ 474510 w 2105272"/>
                <a:gd name="connsiteY36" fmla="*/ 693273 h 1022420"/>
                <a:gd name="connsiteX37" fmla="*/ 341160 w 2105272"/>
                <a:gd name="connsiteY37" fmla="*/ 740899 h 1022420"/>
                <a:gd name="connsiteX38" fmla="*/ 169710 w 2105272"/>
                <a:gd name="connsiteY38" fmla="*/ 764711 h 1022420"/>
                <a:gd name="connsiteX39" fmla="*/ 17310 w 2105272"/>
                <a:gd name="connsiteY39" fmla="*/ 726611 h 1022420"/>
                <a:gd name="connsiteX40" fmla="*/ 17310 w 2105272"/>
                <a:gd name="connsiteY40" fmla="*/ 531349 h 1022420"/>
                <a:gd name="connsiteX41" fmla="*/ 141135 w 2105272"/>
                <a:gd name="connsiteY41" fmla="*/ 512299 h 1022420"/>
                <a:gd name="connsiteX42" fmla="*/ 226860 w 2105272"/>
                <a:gd name="connsiteY42" fmla="*/ 517061 h 1022420"/>
                <a:gd name="connsiteX0" fmla="*/ 295174 w 2173586"/>
                <a:gd name="connsiteY0" fmla="*/ 517061 h 1022420"/>
                <a:gd name="connsiteX1" fmla="*/ 695224 w 2173586"/>
                <a:gd name="connsiteY1" fmla="*/ 526586 h 1022420"/>
                <a:gd name="connsiteX2" fmla="*/ 1261962 w 2173586"/>
                <a:gd name="connsiteY2" fmla="*/ 517061 h 1022420"/>
                <a:gd name="connsiteX3" fmla="*/ 1485799 w 2173586"/>
                <a:gd name="connsiteY3" fmla="*/ 402761 h 1022420"/>
                <a:gd name="connsiteX4" fmla="*/ 1666774 w 2173586"/>
                <a:gd name="connsiteY4" fmla="*/ 255124 h 1022420"/>
                <a:gd name="connsiteX5" fmla="*/ 1671537 w 2173586"/>
                <a:gd name="connsiteY5" fmla="*/ 131299 h 1022420"/>
                <a:gd name="connsiteX6" fmla="*/ 1657249 w 2173586"/>
                <a:gd name="connsiteY6" fmla="*/ 74149 h 1022420"/>
                <a:gd name="connsiteX7" fmla="*/ 1719162 w 2173586"/>
                <a:gd name="connsiteY7" fmla="*/ 59861 h 1022420"/>
                <a:gd name="connsiteX8" fmla="*/ 1747737 w 2173586"/>
                <a:gd name="connsiteY8" fmla="*/ 217024 h 1022420"/>
                <a:gd name="connsiteX9" fmla="*/ 1842987 w 2173586"/>
                <a:gd name="connsiteY9" fmla="*/ 107486 h 1022420"/>
                <a:gd name="connsiteX10" fmla="*/ 1881087 w 2173586"/>
                <a:gd name="connsiteY10" fmla="*/ 26524 h 1022420"/>
                <a:gd name="connsiteX11" fmla="*/ 1962049 w 2173586"/>
                <a:gd name="connsiteY11" fmla="*/ 7474 h 1022420"/>
                <a:gd name="connsiteX12" fmla="*/ 1895374 w 2173586"/>
                <a:gd name="connsiteY12" fmla="*/ 140824 h 1022420"/>
                <a:gd name="connsiteX13" fmla="*/ 1804887 w 2173586"/>
                <a:gd name="connsiteY13" fmla="*/ 264649 h 1022420"/>
                <a:gd name="connsiteX14" fmla="*/ 2028724 w 2173586"/>
                <a:gd name="connsiteY14" fmla="*/ 259886 h 1022420"/>
                <a:gd name="connsiteX15" fmla="*/ 1985862 w 2173586"/>
                <a:gd name="connsiteY15" fmla="*/ 326561 h 1022420"/>
                <a:gd name="connsiteX16" fmla="*/ 1795362 w 2173586"/>
                <a:gd name="connsiteY16" fmla="*/ 345611 h 1022420"/>
                <a:gd name="connsiteX17" fmla="*/ 1690587 w 2173586"/>
                <a:gd name="connsiteY17" fmla="*/ 359899 h 1022420"/>
                <a:gd name="connsiteX18" fmla="*/ 1461987 w 2173586"/>
                <a:gd name="connsiteY18" fmla="*/ 540874 h 1022420"/>
                <a:gd name="connsiteX19" fmla="*/ 1604862 w 2173586"/>
                <a:gd name="connsiteY19" fmla="*/ 640886 h 1022420"/>
                <a:gd name="connsiteX20" fmla="*/ 1714399 w 2173586"/>
                <a:gd name="connsiteY20" fmla="*/ 712324 h 1022420"/>
                <a:gd name="connsiteX21" fmla="*/ 2023962 w 2173586"/>
                <a:gd name="connsiteY21" fmla="*/ 712324 h 1022420"/>
                <a:gd name="connsiteX22" fmla="*/ 2114449 w 2173586"/>
                <a:gd name="connsiteY22" fmla="*/ 650411 h 1022420"/>
                <a:gd name="connsiteX23" fmla="*/ 2171599 w 2173586"/>
                <a:gd name="connsiteY23" fmla="*/ 769474 h 1022420"/>
                <a:gd name="connsiteX24" fmla="*/ 2043012 w 2173586"/>
                <a:gd name="connsiteY24" fmla="*/ 774236 h 1022420"/>
                <a:gd name="connsiteX25" fmla="*/ 1785837 w 2173586"/>
                <a:gd name="connsiteY25" fmla="*/ 783761 h 1022420"/>
                <a:gd name="connsiteX26" fmla="*/ 1990624 w 2173586"/>
                <a:gd name="connsiteY26" fmla="*/ 874249 h 1022420"/>
                <a:gd name="connsiteX27" fmla="*/ 1952524 w 2173586"/>
                <a:gd name="connsiteY27" fmla="*/ 950449 h 1022420"/>
                <a:gd name="connsiteX28" fmla="*/ 1790599 w 2173586"/>
                <a:gd name="connsiteY28" fmla="*/ 864724 h 1022420"/>
                <a:gd name="connsiteX29" fmla="*/ 1762024 w 2173586"/>
                <a:gd name="connsiteY29" fmla="*/ 998074 h 1022420"/>
                <a:gd name="connsiteX30" fmla="*/ 1700112 w 2173586"/>
                <a:gd name="connsiteY30" fmla="*/ 1007599 h 1022420"/>
                <a:gd name="connsiteX31" fmla="*/ 1723924 w 2173586"/>
                <a:gd name="connsiteY31" fmla="*/ 840911 h 1022420"/>
                <a:gd name="connsiteX32" fmla="*/ 1652487 w 2173586"/>
                <a:gd name="connsiteY32" fmla="*/ 764711 h 1022420"/>
                <a:gd name="connsiteX33" fmla="*/ 1390549 w 2173586"/>
                <a:gd name="connsiteY33" fmla="*/ 640886 h 1022420"/>
                <a:gd name="connsiteX34" fmla="*/ 1190524 w 2173586"/>
                <a:gd name="connsiteY34" fmla="*/ 617074 h 1022420"/>
                <a:gd name="connsiteX35" fmla="*/ 795237 w 2173586"/>
                <a:gd name="connsiteY35" fmla="*/ 612311 h 1022420"/>
                <a:gd name="connsiteX36" fmla="*/ 542824 w 2173586"/>
                <a:gd name="connsiteY36" fmla="*/ 693273 h 1022420"/>
                <a:gd name="connsiteX37" fmla="*/ 409474 w 2173586"/>
                <a:gd name="connsiteY37" fmla="*/ 740899 h 1022420"/>
                <a:gd name="connsiteX38" fmla="*/ 238024 w 2173586"/>
                <a:gd name="connsiteY38" fmla="*/ 764711 h 1022420"/>
                <a:gd name="connsiteX39" fmla="*/ 4661 w 2173586"/>
                <a:gd name="connsiteY39" fmla="*/ 740899 h 1022420"/>
                <a:gd name="connsiteX40" fmla="*/ 85624 w 2173586"/>
                <a:gd name="connsiteY40" fmla="*/ 531349 h 1022420"/>
                <a:gd name="connsiteX41" fmla="*/ 209449 w 2173586"/>
                <a:gd name="connsiteY41" fmla="*/ 512299 h 1022420"/>
                <a:gd name="connsiteX42" fmla="*/ 295174 w 2173586"/>
                <a:gd name="connsiteY42" fmla="*/ 517061 h 1022420"/>
                <a:gd name="connsiteX0" fmla="*/ 306079 w 2184491"/>
                <a:gd name="connsiteY0" fmla="*/ 517061 h 1022420"/>
                <a:gd name="connsiteX1" fmla="*/ 706129 w 2184491"/>
                <a:gd name="connsiteY1" fmla="*/ 526586 h 1022420"/>
                <a:gd name="connsiteX2" fmla="*/ 1272867 w 2184491"/>
                <a:gd name="connsiteY2" fmla="*/ 517061 h 1022420"/>
                <a:gd name="connsiteX3" fmla="*/ 1496704 w 2184491"/>
                <a:gd name="connsiteY3" fmla="*/ 402761 h 1022420"/>
                <a:gd name="connsiteX4" fmla="*/ 1677679 w 2184491"/>
                <a:gd name="connsiteY4" fmla="*/ 255124 h 1022420"/>
                <a:gd name="connsiteX5" fmla="*/ 1682442 w 2184491"/>
                <a:gd name="connsiteY5" fmla="*/ 131299 h 1022420"/>
                <a:gd name="connsiteX6" fmla="*/ 1668154 w 2184491"/>
                <a:gd name="connsiteY6" fmla="*/ 74149 h 1022420"/>
                <a:gd name="connsiteX7" fmla="*/ 1730067 w 2184491"/>
                <a:gd name="connsiteY7" fmla="*/ 59861 h 1022420"/>
                <a:gd name="connsiteX8" fmla="*/ 1758642 w 2184491"/>
                <a:gd name="connsiteY8" fmla="*/ 217024 h 1022420"/>
                <a:gd name="connsiteX9" fmla="*/ 1853892 w 2184491"/>
                <a:gd name="connsiteY9" fmla="*/ 107486 h 1022420"/>
                <a:gd name="connsiteX10" fmla="*/ 1891992 w 2184491"/>
                <a:gd name="connsiteY10" fmla="*/ 26524 h 1022420"/>
                <a:gd name="connsiteX11" fmla="*/ 1972954 w 2184491"/>
                <a:gd name="connsiteY11" fmla="*/ 7474 h 1022420"/>
                <a:gd name="connsiteX12" fmla="*/ 1906279 w 2184491"/>
                <a:gd name="connsiteY12" fmla="*/ 140824 h 1022420"/>
                <a:gd name="connsiteX13" fmla="*/ 1815792 w 2184491"/>
                <a:gd name="connsiteY13" fmla="*/ 264649 h 1022420"/>
                <a:gd name="connsiteX14" fmla="*/ 2039629 w 2184491"/>
                <a:gd name="connsiteY14" fmla="*/ 259886 h 1022420"/>
                <a:gd name="connsiteX15" fmla="*/ 1996767 w 2184491"/>
                <a:gd name="connsiteY15" fmla="*/ 326561 h 1022420"/>
                <a:gd name="connsiteX16" fmla="*/ 1806267 w 2184491"/>
                <a:gd name="connsiteY16" fmla="*/ 345611 h 1022420"/>
                <a:gd name="connsiteX17" fmla="*/ 1701492 w 2184491"/>
                <a:gd name="connsiteY17" fmla="*/ 359899 h 1022420"/>
                <a:gd name="connsiteX18" fmla="*/ 1472892 w 2184491"/>
                <a:gd name="connsiteY18" fmla="*/ 540874 h 1022420"/>
                <a:gd name="connsiteX19" fmla="*/ 1615767 w 2184491"/>
                <a:gd name="connsiteY19" fmla="*/ 640886 h 1022420"/>
                <a:gd name="connsiteX20" fmla="*/ 1725304 w 2184491"/>
                <a:gd name="connsiteY20" fmla="*/ 712324 h 1022420"/>
                <a:gd name="connsiteX21" fmla="*/ 2034867 w 2184491"/>
                <a:gd name="connsiteY21" fmla="*/ 712324 h 1022420"/>
                <a:gd name="connsiteX22" fmla="*/ 2125354 w 2184491"/>
                <a:gd name="connsiteY22" fmla="*/ 650411 h 1022420"/>
                <a:gd name="connsiteX23" fmla="*/ 2182504 w 2184491"/>
                <a:gd name="connsiteY23" fmla="*/ 769474 h 1022420"/>
                <a:gd name="connsiteX24" fmla="*/ 2053917 w 2184491"/>
                <a:gd name="connsiteY24" fmla="*/ 774236 h 1022420"/>
                <a:gd name="connsiteX25" fmla="*/ 1796742 w 2184491"/>
                <a:gd name="connsiteY25" fmla="*/ 783761 h 1022420"/>
                <a:gd name="connsiteX26" fmla="*/ 2001529 w 2184491"/>
                <a:gd name="connsiteY26" fmla="*/ 874249 h 1022420"/>
                <a:gd name="connsiteX27" fmla="*/ 1963429 w 2184491"/>
                <a:gd name="connsiteY27" fmla="*/ 950449 h 1022420"/>
                <a:gd name="connsiteX28" fmla="*/ 1801504 w 2184491"/>
                <a:gd name="connsiteY28" fmla="*/ 864724 h 1022420"/>
                <a:gd name="connsiteX29" fmla="*/ 1772929 w 2184491"/>
                <a:gd name="connsiteY29" fmla="*/ 998074 h 1022420"/>
                <a:gd name="connsiteX30" fmla="*/ 1711017 w 2184491"/>
                <a:gd name="connsiteY30" fmla="*/ 1007599 h 1022420"/>
                <a:gd name="connsiteX31" fmla="*/ 1734829 w 2184491"/>
                <a:gd name="connsiteY31" fmla="*/ 840911 h 1022420"/>
                <a:gd name="connsiteX32" fmla="*/ 1663392 w 2184491"/>
                <a:gd name="connsiteY32" fmla="*/ 764711 h 1022420"/>
                <a:gd name="connsiteX33" fmla="*/ 1401454 w 2184491"/>
                <a:gd name="connsiteY33" fmla="*/ 640886 h 1022420"/>
                <a:gd name="connsiteX34" fmla="*/ 1201429 w 2184491"/>
                <a:gd name="connsiteY34" fmla="*/ 617074 h 1022420"/>
                <a:gd name="connsiteX35" fmla="*/ 806142 w 2184491"/>
                <a:gd name="connsiteY35" fmla="*/ 612311 h 1022420"/>
                <a:gd name="connsiteX36" fmla="*/ 553729 w 2184491"/>
                <a:gd name="connsiteY36" fmla="*/ 693273 h 1022420"/>
                <a:gd name="connsiteX37" fmla="*/ 420379 w 2184491"/>
                <a:gd name="connsiteY37" fmla="*/ 740899 h 1022420"/>
                <a:gd name="connsiteX38" fmla="*/ 248929 w 2184491"/>
                <a:gd name="connsiteY38" fmla="*/ 764711 h 1022420"/>
                <a:gd name="connsiteX39" fmla="*/ 15566 w 2184491"/>
                <a:gd name="connsiteY39" fmla="*/ 740899 h 1022420"/>
                <a:gd name="connsiteX40" fmla="*/ 34616 w 2184491"/>
                <a:gd name="connsiteY40" fmla="*/ 531349 h 1022420"/>
                <a:gd name="connsiteX41" fmla="*/ 220354 w 2184491"/>
                <a:gd name="connsiteY41" fmla="*/ 512299 h 1022420"/>
                <a:gd name="connsiteX42" fmla="*/ 306079 w 2184491"/>
                <a:gd name="connsiteY42" fmla="*/ 517061 h 1022420"/>
                <a:gd name="connsiteX0" fmla="*/ 313339 w 2191751"/>
                <a:gd name="connsiteY0" fmla="*/ 5170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313339 w 2191751"/>
                <a:gd name="connsiteY42" fmla="*/ 5170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27614 w 2191751"/>
                <a:gd name="connsiteY41" fmla="*/ 512299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70477 w 2191751"/>
                <a:gd name="connsiteY41" fmla="*/ 502774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3389 w 2191751"/>
                <a:gd name="connsiteY1" fmla="*/ 52658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13402 w 2191751"/>
                <a:gd name="connsiteY35" fmla="*/ 612311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813402 w 2191751"/>
                <a:gd name="connsiteY36" fmla="*/ 612311 h 1022420"/>
                <a:gd name="connsiteX37" fmla="*/ 560989 w 2191751"/>
                <a:gd name="connsiteY37" fmla="*/ 693273 h 1022420"/>
                <a:gd name="connsiteX38" fmla="*/ 427639 w 2191751"/>
                <a:gd name="connsiteY38" fmla="*/ 740899 h 1022420"/>
                <a:gd name="connsiteX39" fmla="*/ 256189 w 2191751"/>
                <a:gd name="connsiteY39" fmla="*/ 764711 h 1022420"/>
                <a:gd name="connsiteX40" fmla="*/ 22826 w 2191751"/>
                <a:gd name="connsiteY40" fmla="*/ 740899 h 1022420"/>
                <a:gd name="connsiteX41" fmla="*/ 22826 w 2191751"/>
                <a:gd name="connsiteY41" fmla="*/ 526586 h 1022420"/>
                <a:gd name="connsiteX42" fmla="*/ 299052 w 2191751"/>
                <a:gd name="connsiteY42" fmla="*/ 526586 h 1022420"/>
                <a:gd name="connsiteX43" fmla="*/ 456214 w 2191751"/>
                <a:gd name="connsiteY43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835999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  <a:gd name="connsiteX0" fmla="*/ 456214 w 2191751"/>
                <a:gd name="connsiteY0" fmla="*/ 555161 h 1022420"/>
                <a:gd name="connsiteX1" fmla="*/ 718152 w 2191751"/>
                <a:gd name="connsiteY1" fmla="*/ 545636 h 1022420"/>
                <a:gd name="connsiteX2" fmla="*/ 1280127 w 2191751"/>
                <a:gd name="connsiteY2" fmla="*/ 517061 h 1022420"/>
                <a:gd name="connsiteX3" fmla="*/ 1503964 w 2191751"/>
                <a:gd name="connsiteY3" fmla="*/ 402761 h 1022420"/>
                <a:gd name="connsiteX4" fmla="*/ 1684939 w 2191751"/>
                <a:gd name="connsiteY4" fmla="*/ 255124 h 1022420"/>
                <a:gd name="connsiteX5" fmla="*/ 1689702 w 2191751"/>
                <a:gd name="connsiteY5" fmla="*/ 131299 h 1022420"/>
                <a:gd name="connsiteX6" fmla="*/ 1675414 w 2191751"/>
                <a:gd name="connsiteY6" fmla="*/ 74149 h 1022420"/>
                <a:gd name="connsiteX7" fmla="*/ 1737327 w 2191751"/>
                <a:gd name="connsiteY7" fmla="*/ 59861 h 1022420"/>
                <a:gd name="connsiteX8" fmla="*/ 1765902 w 2191751"/>
                <a:gd name="connsiteY8" fmla="*/ 217024 h 1022420"/>
                <a:gd name="connsiteX9" fmla="*/ 1861152 w 2191751"/>
                <a:gd name="connsiteY9" fmla="*/ 107486 h 1022420"/>
                <a:gd name="connsiteX10" fmla="*/ 1899252 w 2191751"/>
                <a:gd name="connsiteY10" fmla="*/ 26524 h 1022420"/>
                <a:gd name="connsiteX11" fmla="*/ 1980214 w 2191751"/>
                <a:gd name="connsiteY11" fmla="*/ 7474 h 1022420"/>
                <a:gd name="connsiteX12" fmla="*/ 1913539 w 2191751"/>
                <a:gd name="connsiteY12" fmla="*/ 140824 h 1022420"/>
                <a:gd name="connsiteX13" fmla="*/ 1823052 w 2191751"/>
                <a:gd name="connsiteY13" fmla="*/ 264649 h 1022420"/>
                <a:gd name="connsiteX14" fmla="*/ 2046889 w 2191751"/>
                <a:gd name="connsiteY14" fmla="*/ 259886 h 1022420"/>
                <a:gd name="connsiteX15" fmla="*/ 2004027 w 2191751"/>
                <a:gd name="connsiteY15" fmla="*/ 326561 h 1022420"/>
                <a:gd name="connsiteX16" fmla="*/ 1813527 w 2191751"/>
                <a:gd name="connsiteY16" fmla="*/ 345611 h 1022420"/>
                <a:gd name="connsiteX17" fmla="*/ 1708752 w 2191751"/>
                <a:gd name="connsiteY17" fmla="*/ 359899 h 1022420"/>
                <a:gd name="connsiteX18" fmla="*/ 1480152 w 2191751"/>
                <a:gd name="connsiteY18" fmla="*/ 540874 h 1022420"/>
                <a:gd name="connsiteX19" fmla="*/ 1623027 w 2191751"/>
                <a:gd name="connsiteY19" fmla="*/ 640886 h 1022420"/>
                <a:gd name="connsiteX20" fmla="*/ 1732564 w 2191751"/>
                <a:gd name="connsiteY20" fmla="*/ 712324 h 1022420"/>
                <a:gd name="connsiteX21" fmla="*/ 2042127 w 2191751"/>
                <a:gd name="connsiteY21" fmla="*/ 712324 h 1022420"/>
                <a:gd name="connsiteX22" fmla="*/ 2132614 w 2191751"/>
                <a:gd name="connsiteY22" fmla="*/ 650411 h 1022420"/>
                <a:gd name="connsiteX23" fmla="*/ 2189764 w 2191751"/>
                <a:gd name="connsiteY23" fmla="*/ 769474 h 1022420"/>
                <a:gd name="connsiteX24" fmla="*/ 2061177 w 2191751"/>
                <a:gd name="connsiteY24" fmla="*/ 774236 h 1022420"/>
                <a:gd name="connsiteX25" fmla="*/ 1804002 w 2191751"/>
                <a:gd name="connsiteY25" fmla="*/ 783761 h 1022420"/>
                <a:gd name="connsiteX26" fmla="*/ 2008789 w 2191751"/>
                <a:gd name="connsiteY26" fmla="*/ 874249 h 1022420"/>
                <a:gd name="connsiteX27" fmla="*/ 1970689 w 2191751"/>
                <a:gd name="connsiteY27" fmla="*/ 950449 h 1022420"/>
                <a:gd name="connsiteX28" fmla="*/ 1808764 w 2191751"/>
                <a:gd name="connsiteY28" fmla="*/ 864724 h 1022420"/>
                <a:gd name="connsiteX29" fmla="*/ 1780189 w 2191751"/>
                <a:gd name="connsiteY29" fmla="*/ 998074 h 1022420"/>
                <a:gd name="connsiteX30" fmla="*/ 1718277 w 2191751"/>
                <a:gd name="connsiteY30" fmla="*/ 1007599 h 1022420"/>
                <a:gd name="connsiteX31" fmla="*/ 1742089 w 2191751"/>
                <a:gd name="connsiteY31" fmla="*/ 840911 h 1022420"/>
                <a:gd name="connsiteX32" fmla="*/ 1670652 w 2191751"/>
                <a:gd name="connsiteY32" fmla="*/ 764711 h 1022420"/>
                <a:gd name="connsiteX33" fmla="*/ 1408714 w 2191751"/>
                <a:gd name="connsiteY33" fmla="*/ 640886 h 1022420"/>
                <a:gd name="connsiteX34" fmla="*/ 1208689 w 2191751"/>
                <a:gd name="connsiteY34" fmla="*/ 617074 h 1022420"/>
                <a:gd name="connsiteX35" fmla="*/ 788374 w 2191751"/>
                <a:gd name="connsiteY35" fmla="*/ 631499 h 1022420"/>
                <a:gd name="connsiteX36" fmla="*/ 560989 w 2191751"/>
                <a:gd name="connsiteY36" fmla="*/ 693273 h 1022420"/>
                <a:gd name="connsiteX37" fmla="*/ 427639 w 2191751"/>
                <a:gd name="connsiteY37" fmla="*/ 740899 h 1022420"/>
                <a:gd name="connsiteX38" fmla="*/ 256189 w 2191751"/>
                <a:gd name="connsiteY38" fmla="*/ 764711 h 1022420"/>
                <a:gd name="connsiteX39" fmla="*/ 22826 w 2191751"/>
                <a:gd name="connsiteY39" fmla="*/ 740899 h 1022420"/>
                <a:gd name="connsiteX40" fmla="*/ 22826 w 2191751"/>
                <a:gd name="connsiteY40" fmla="*/ 526586 h 1022420"/>
                <a:gd name="connsiteX41" fmla="*/ 299052 w 2191751"/>
                <a:gd name="connsiteY41" fmla="*/ 526586 h 1022420"/>
                <a:gd name="connsiteX42" fmla="*/ 456214 w 2191751"/>
                <a:gd name="connsiteY42" fmla="*/ 555161 h 102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191751" h="1022420">
                  <a:moveTo>
                    <a:pt x="456214" y="555161"/>
                  </a:moveTo>
                  <a:lnTo>
                    <a:pt x="718152" y="545636"/>
                  </a:lnTo>
                  <a:lnTo>
                    <a:pt x="1280127" y="517061"/>
                  </a:lnTo>
                  <a:cubicBezTo>
                    <a:pt x="1411889" y="496424"/>
                    <a:pt x="1436495" y="446417"/>
                    <a:pt x="1503964" y="402761"/>
                  </a:cubicBezTo>
                  <a:cubicBezTo>
                    <a:pt x="1571433" y="359105"/>
                    <a:pt x="1653983" y="300368"/>
                    <a:pt x="1684939" y="255124"/>
                  </a:cubicBezTo>
                  <a:cubicBezTo>
                    <a:pt x="1715895" y="209880"/>
                    <a:pt x="1691289" y="161461"/>
                    <a:pt x="1689702" y="131299"/>
                  </a:cubicBezTo>
                  <a:cubicBezTo>
                    <a:pt x="1688115" y="101137"/>
                    <a:pt x="1667477" y="86055"/>
                    <a:pt x="1675414" y="74149"/>
                  </a:cubicBezTo>
                  <a:cubicBezTo>
                    <a:pt x="1683351" y="62243"/>
                    <a:pt x="1722246" y="36048"/>
                    <a:pt x="1737327" y="59861"/>
                  </a:cubicBezTo>
                  <a:cubicBezTo>
                    <a:pt x="1752408" y="83674"/>
                    <a:pt x="1745265" y="209086"/>
                    <a:pt x="1765902" y="217024"/>
                  </a:cubicBezTo>
                  <a:cubicBezTo>
                    <a:pt x="1786540" y="224961"/>
                    <a:pt x="1838927" y="139236"/>
                    <a:pt x="1861152" y="107486"/>
                  </a:cubicBezTo>
                  <a:cubicBezTo>
                    <a:pt x="1883377" y="75736"/>
                    <a:pt x="1879408" y="43193"/>
                    <a:pt x="1899252" y="26524"/>
                  </a:cubicBezTo>
                  <a:cubicBezTo>
                    <a:pt x="1919096" y="9855"/>
                    <a:pt x="1977833" y="-11576"/>
                    <a:pt x="1980214" y="7474"/>
                  </a:cubicBezTo>
                  <a:cubicBezTo>
                    <a:pt x="1982595" y="26524"/>
                    <a:pt x="1939733" y="97961"/>
                    <a:pt x="1913539" y="140824"/>
                  </a:cubicBezTo>
                  <a:cubicBezTo>
                    <a:pt x="1887345" y="183686"/>
                    <a:pt x="1800827" y="244805"/>
                    <a:pt x="1823052" y="264649"/>
                  </a:cubicBezTo>
                  <a:cubicBezTo>
                    <a:pt x="1845277" y="284493"/>
                    <a:pt x="2016727" y="249567"/>
                    <a:pt x="2046889" y="259886"/>
                  </a:cubicBezTo>
                  <a:cubicBezTo>
                    <a:pt x="2077051" y="270205"/>
                    <a:pt x="2042921" y="312273"/>
                    <a:pt x="2004027" y="326561"/>
                  </a:cubicBezTo>
                  <a:cubicBezTo>
                    <a:pt x="1965133" y="340848"/>
                    <a:pt x="1862740" y="340055"/>
                    <a:pt x="1813527" y="345611"/>
                  </a:cubicBezTo>
                  <a:cubicBezTo>
                    <a:pt x="1764315" y="351167"/>
                    <a:pt x="1764315" y="327355"/>
                    <a:pt x="1708752" y="359899"/>
                  </a:cubicBezTo>
                  <a:cubicBezTo>
                    <a:pt x="1653189" y="392443"/>
                    <a:pt x="1494439" y="494043"/>
                    <a:pt x="1480152" y="540874"/>
                  </a:cubicBezTo>
                  <a:cubicBezTo>
                    <a:pt x="1465865" y="587705"/>
                    <a:pt x="1580958" y="612311"/>
                    <a:pt x="1623027" y="640886"/>
                  </a:cubicBezTo>
                  <a:cubicBezTo>
                    <a:pt x="1665096" y="669461"/>
                    <a:pt x="1662714" y="700418"/>
                    <a:pt x="1732564" y="712324"/>
                  </a:cubicBezTo>
                  <a:cubicBezTo>
                    <a:pt x="1802414" y="724230"/>
                    <a:pt x="1975452" y="722643"/>
                    <a:pt x="2042127" y="712324"/>
                  </a:cubicBezTo>
                  <a:cubicBezTo>
                    <a:pt x="2108802" y="702005"/>
                    <a:pt x="2108008" y="640886"/>
                    <a:pt x="2132614" y="650411"/>
                  </a:cubicBezTo>
                  <a:cubicBezTo>
                    <a:pt x="2157220" y="659936"/>
                    <a:pt x="2201670" y="748836"/>
                    <a:pt x="2189764" y="769474"/>
                  </a:cubicBezTo>
                  <a:cubicBezTo>
                    <a:pt x="2177858" y="790112"/>
                    <a:pt x="2061177" y="774236"/>
                    <a:pt x="2061177" y="774236"/>
                  </a:cubicBezTo>
                  <a:lnTo>
                    <a:pt x="1804002" y="783761"/>
                  </a:lnTo>
                  <a:cubicBezTo>
                    <a:pt x="1795271" y="800430"/>
                    <a:pt x="1981008" y="846468"/>
                    <a:pt x="2008789" y="874249"/>
                  </a:cubicBezTo>
                  <a:cubicBezTo>
                    <a:pt x="2036570" y="902030"/>
                    <a:pt x="2004026" y="952036"/>
                    <a:pt x="1970689" y="950449"/>
                  </a:cubicBezTo>
                  <a:cubicBezTo>
                    <a:pt x="1937352" y="948862"/>
                    <a:pt x="1840514" y="856787"/>
                    <a:pt x="1808764" y="864724"/>
                  </a:cubicBezTo>
                  <a:cubicBezTo>
                    <a:pt x="1777014" y="872661"/>
                    <a:pt x="1795270" y="974262"/>
                    <a:pt x="1780189" y="998074"/>
                  </a:cubicBezTo>
                  <a:cubicBezTo>
                    <a:pt x="1765108" y="1021886"/>
                    <a:pt x="1724627" y="1033793"/>
                    <a:pt x="1718277" y="1007599"/>
                  </a:cubicBezTo>
                  <a:cubicBezTo>
                    <a:pt x="1711927" y="981405"/>
                    <a:pt x="1750026" y="881392"/>
                    <a:pt x="1742089" y="840911"/>
                  </a:cubicBezTo>
                  <a:cubicBezTo>
                    <a:pt x="1734152" y="800430"/>
                    <a:pt x="1726215" y="798049"/>
                    <a:pt x="1670652" y="764711"/>
                  </a:cubicBezTo>
                  <a:cubicBezTo>
                    <a:pt x="1615090" y="731374"/>
                    <a:pt x="1485708" y="665492"/>
                    <a:pt x="1408714" y="640886"/>
                  </a:cubicBezTo>
                  <a:cubicBezTo>
                    <a:pt x="1331720" y="616280"/>
                    <a:pt x="1312079" y="618638"/>
                    <a:pt x="1208689" y="617074"/>
                  </a:cubicBezTo>
                  <a:cubicBezTo>
                    <a:pt x="1105299" y="615510"/>
                    <a:pt x="896324" y="618799"/>
                    <a:pt x="788374" y="631499"/>
                  </a:cubicBezTo>
                  <a:cubicBezTo>
                    <a:pt x="680424" y="644199"/>
                    <a:pt x="621111" y="675040"/>
                    <a:pt x="560989" y="693273"/>
                  </a:cubicBezTo>
                  <a:cubicBezTo>
                    <a:pt x="500867" y="711506"/>
                    <a:pt x="478439" y="728993"/>
                    <a:pt x="427639" y="740899"/>
                  </a:cubicBezTo>
                  <a:cubicBezTo>
                    <a:pt x="376839" y="752805"/>
                    <a:pt x="323658" y="764711"/>
                    <a:pt x="256189" y="764711"/>
                  </a:cubicBezTo>
                  <a:cubicBezTo>
                    <a:pt x="188720" y="764711"/>
                    <a:pt x="61720" y="780587"/>
                    <a:pt x="22826" y="740899"/>
                  </a:cubicBezTo>
                  <a:cubicBezTo>
                    <a:pt x="-16068" y="701211"/>
                    <a:pt x="2188" y="562305"/>
                    <a:pt x="22826" y="526586"/>
                  </a:cubicBezTo>
                  <a:cubicBezTo>
                    <a:pt x="43463" y="490867"/>
                    <a:pt x="226821" y="521824"/>
                    <a:pt x="299052" y="526586"/>
                  </a:cubicBezTo>
                  <a:cubicBezTo>
                    <a:pt x="371283" y="531349"/>
                    <a:pt x="427639" y="542857"/>
                    <a:pt x="456214" y="555161"/>
                  </a:cubicBezTo>
                  <a:close/>
                </a:path>
              </a:pathLst>
            </a:custGeom>
            <a:solidFill>
              <a:srgbClr val="FAB6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9F30F29-5E5D-02E2-43B6-FA13C882AFB0}"/>
              </a:ext>
            </a:extLst>
          </p:cNvPr>
          <p:cNvGrpSpPr/>
          <p:nvPr/>
        </p:nvGrpSpPr>
        <p:grpSpPr>
          <a:xfrm>
            <a:off x="2426268" y="3531883"/>
            <a:ext cx="4398217" cy="914384"/>
            <a:chOff x="2003655" y="3632868"/>
            <a:chExt cx="4398217" cy="914384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42B9C2BE-E742-0B64-4AFB-AB4C695CFCCA}"/>
                </a:ext>
              </a:extLst>
            </p:cNvPr>
            <p:cNvGrpSpPr/>
            <p:nvPr/>
          </p:nvGrpSpPr>
          <p:grpSpPr>
            <a:xfrm>
              <a:off x="2003655" y="3632868"/>
              <a:ext cx="1439953" cy="914384"/>
              <a:chOff x="2003655" y="3632868"/>
              <a:chExt cx="1439953" cy="914384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71624D2B-C07C-327D-A959-E1A6B1076C30}"/>
                  </a:ext>
                </a:extLst>
              </p:cNvPr>
              <p:cNvGrpSpPr/>
              <p:nvPr/>
            </p:nvGrpSpPr>
            <p:grpSpPr>
              <a:xfrm>
                <a:off x="2003655" y="3632868"/>
                <a:ext cx="1439953" cy="914384"/>
                <a:chOff x="2003655" y="3632868"/>
                <a:chExt cx="1439953" cy="914384"/>
              </a:xfrm>
            </p:grpSpPr>
            <p:sp>
              <p:nvSpPr>
                <p:cNvPr id="286" name="Rectangle 285">
                  <a:extLst>
                    <a:ext uri="{FF2B5EF4-FFF2-40B4-BE49-F238E27FC236}">
                      <a16:creationId xmlns:a16="http://schemas.microsoft.com/office/drawing/2014/main" id="{597A81FB-1827-02EE-0EC0-37793D142BAA}"/>
                    </a:ext>
                  </a:extLst>
                </p:cNvPr>
                <p:cNvSpPr/>
                <p:nvPr/>
              </p:nvSpPr>
              <p:spPr>
                <a:xfrm>
                  <a:off x="2003655" y="3632868"/>
                  <a:ext cx="1439953" cy="914384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255C58D5-32C9-8294-3518-81BF9DE0CA3D}"/>
                    </a:ext>
                  </a:extLst>
                </p:cNvPr>
                <p:cNvSpPr/>
                <p:nvPr/>
              </p:nvSpPr>
              <p:spPr>
                <a:xfrm>
                  <a:off x="2125980" y="3752995"/>
                  <a:ext cx="1059653" cy="4706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9D299E92-54D3-B065-AA84-E2B5D76D00B6}"/>
                    </a:ext>
                  </a:extLst>
                </p:cNvPr>
                <p:cNvSpPr/>
                <p:nvPr/>
              </p:nvSpPr>
              <p:spPr>
                <a:xfrm>
                  <a:off x="2125980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FB7D0363-3477-B33B-7DBC-EC398F4FA92F}"/>
                    </a:ext>
                  </a:extLst>
                </p:cNvPr>
                <p:cNvSpPr/>
                <p:nvPr/>
              </p:nvSpPr>
              <p:spPr>
                <a:xfrm>
                  <a:off x="2412451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11BF3C39-1E7F-6D18-6C9E-F297254B8435}"/>
                    </a:ext>
                  </a:extLst>
                </p:cNvPr>
                <p:cNvSpPr/>
                <p:nvPr/>
              </p:nvSpPr>
              <p:spPr>
                <a:xfrm>
                  <a:off x="2698922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C128C5E-28E6-59D5-226F-4CB7E8D9F9F6}"/>
                    </a:ext>
                  </a:extLst>
                </p:cNvPr>
                <p:cNvSpPr/>
                <p:nvPr/>
              </p:nvSpPr>
              <p:spPr>
                <a:xfrm>
                  <a:off x="2985394" y="4288151"/>
                  <a:ext cx="171450" cy="175582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277010B1-CBD8-D978-A070-3DCE7C577F98}"/>
                    </a:ext>
                  </a:extLst>
                </p:cNvPr>
                <p:cNvSpPr/>
                <p:nvPr/>
              </p:nvSpPr>
              <p:spPr>
                <a:xfrm rot="5400000">
                  <a:off x="2932777" y="4036669"/>
                  <a:ext cx="691453" cy="11810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2F78102D-FBC0-2595-E84B-8720E00C604C}"/>
                  </a:ext>
                </a:extLst>
              </p:cNvPr>
              <p:cNvSpPr/>
              <p:nvPr/>
            </p:nvSpPr>
            <p:spPr>
              <a:xfrm>
                <a:off x="2134494" y="3883051"/>
                <a:ext cx="1022350" cy="120650"/>
              </a:xfrm>
              <a:custGeom>
                <a:avLst/>
                <a:gdLst>
                  <a:gd name="connsiteX0" fmla="*/ 0 w 1022350"/>
                  <a:gd name="connsiteY0" fmla="*/ 101600 h 120650"/>
                  <a:gd name="connsiteX1" fmla="*/ 82550 w 1022350"/>
                  <a:gd name="connsiteY1" fmla="*/ 101600 h 120650"/>
                  <a:gd name="connsiteX2" fmla="*/ 76200 w 1022350"/>
                  <a:gd name="connsiteY2" fmla="*/ 6350 h 120650"/>
                  <a:gd name="connsiteX3" fmla="*/ 171450 w 1022350"/>
                  <a:gd name="connsiteY3" fmla="*/ 31750 h 120650"/>
                  <a:gd name="connsiteX4" fmla="*/ 190500 w 1022350"/>
                  <a:gd name="connsiteY4" fmla="*/ 114300 h 120650"/>
                  <a:gd name="connsiteX5" fmla="*/ 304800 w 1022350"/>
                  <a:gd name="connsiteY5" fmla="*/ 120650 h 120650"/>
                  <a:gd name="connsiteX6" fmla="*/ 311150 w 1022350"/>
                  <a:gd name="connsiteY6" fmla="*/ 19050 h 120650"/>
                  <a:gd name="connsiteX7" fmla="*/ 387350 w 1022350"/>
                  <a:gd name="connsiteY7" fmla="*/ 63500 h 120650"/>
                  <a:gd name="connsiteX8" fmla="*/ 387350 w 1022350"/>
                  <a:gd name="connsiteY8" fmla="*/ 120650 h 120650"/>
                  <a:gd name="connsiteX9" fmla="*/ 527050 w 1022350"/>
                  <a:gd name="connsiteY9" fmla="*/ 114300 h 120650"/>
                  <a:gd name="connsiteX10" fmla="*/ 527050 w 1022350"/>
                  <a:gd name="connsiteY10" fmla="*/ 31750 h 120650"/>
                  <a:gd name="connsiteX11" fmla="*/ 590550 w 1022350"/>
                  <a:gd name="connsiteY11" fmla="*/ 63500 h 120650"/>
                  <a:gd name="connsiteX12" fmla="*/ 590550 w 1022350"/>
                  <a:gd name="connsiteY12" fmla="*/ 120650 h 120650"/>
                  <a:gd name="connsiteX13" fmla="*/ 660400 w 1022350"/>
                  <a:gd name="connsiteY13" fmla="*/ 120650 h 120650"/>
                  <a:gd name="connsiteX14" fmla="*/ 660400 w 1022350"/>
                  <a:gd name="connsiteY14" fmla="*/ 0 h 120650"/>
                  <a:gd name="connsiteX15" fmla="*/ 768350 w 1022350"/>
                  <a:gd name="connsiteY15" fmla="*/ 44450 h 120650"/>
                  <a:gd name="connsiteX16" fmla="*/ 762000 w 1022350"/>
                  <a:gd name="connsiteY16" fmla="*/ 107950 h 120650"/>
                  <a:gd name="connsiteX17" fmla="*/ 869950 w 1022350"/>
                  <a:gd name="connsiteY17" fmla="*/ 114300 h 120650"/>
                  <a:gd name="connsiteX18" fmla="*/ 863600 w 1022350"/>
                  <a:gd name="connsiteY18" fmla="*/ 19050 h 120650"/>
                  <a:gd name="connsiteX19" fmla="*/ 939800 w 1022350"/>
                  <a:gd name="connsiteY19" fmla="*/ 50800 h 120650"/>
                  <a:gd name="connsiteX20" fmla="*/ 939800 w 1022350"/>
                  <a:gd name="connsiteY20" fmla="*/ 120650 h 120650"/>
                  <a:gd name="connsiteX21" fmla="*/ 1022350 w 1022350"/>
                  <a:gd name="connsiteY21" fmla="*/ 114300 h 120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22350" h="120650">
                    <a:moveTo>
                      <a:pt x="0" y="101600"/>
                    </a:moveTo>
                    <a:lnTo>
                      <a:pt x="82550" y="101600"/>
                    </a:lnTo>
                    <a:lnTo>
                      <a:pt x="76200" y="6350"/>
                    </a:lnTo>
                    <a:lnTo>
                      <a:pt x="171450" y="31750"/>
                    </a:lnTo>
                    <a:lnTo>
                      <a:pt x="190500" y="114300"/>
                    </a:lnTo>
                    <a:lnTo>
                      <a:pt x="304800" y="120650"/>
                    </a:lnTo>
                    <a:lnTo>
                      <a:pt x="311150" y="19050"/>
                    </a:lnTo>
                    <a:lnTo>
                      <a:pt x="387350" y="63500"/>
                    </a:lnTo>
                    <a:lnTo>
                      <a:pt x="387350" y="120650"/>
                    </a:lnTo>
                    <a:lnTo>
                      <a:pt x="527050" y="114300"/>
                    </a:lnTo>
                    <a:lnTo>
                      <a:pt x="527050" y="31750"/>
                    </a:lnTo>
                    <a:lnTo>
                      <a:pt x="590550" y="63500"/>
                    </a:lnTo>
                    <a:lnTo>
                      <a:pt x="590550" y="120650"/>
                    </a:lnTo>
                    <a:lnTo>
                      <a:pt x="660400" y="120650"/>
                    </a:lnTo>
                    <a:lnTo>
                      <a:pt x="660400" y="0"/>
                    </a:lnTo>
                    <a:lnTo>
                      <a:pt x="768350" y="44450"/>
                    </a:lnTo>
                    <a:lnTo>
                      <a:pt x="762000" y="107950"/>
                    </a:lnTo>
                    <a:lnTo>
                      <a:pt x="869950" y="114300"/>
                    </a:lnTo>
                    <a:lnTo>
                      <a:pt x="863600" y="19050"/>
                    </a:lnTo>
                    <a:lnTo>
                      <a:pt x="939800" y="50800"/>
                    </a:lnTo>
                    <a:lnTo>
                      <a:pt x="939800" y="120650"/>
                    </a:lnTo>
                    <a:lnTo>
                      <a:pt x="1022350" y="1143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BE8DFBC-163C-3A8F-16F2-5A0A0D496C9F}"/>
                </a:ext>
              </a:extLst>
            </p:cNvPr>
            <p:cNvGrpSpPr/>
            <p:nvPr/>
          </p:nvGrpSpPr>
          <p:grpSpPr>
            <a:xfrm>
              <a:off x="3444680" y="4269940"/>
              <a:ext cx="2957192" cy="141685"/>
              <a:chOff x="3452122" y="3954038"/>
              <a:chExt cx="2957192" cy="141685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FCEE7A43-C329-A5DA-B0A9-C6E8E3962F36}"/>
                  </a:ext>
                </a:extLst>
              </p:cNvPr>
              <p:cNvSpPr/>
              <p:nvPr/>
            </p:nvSpPr>
            <p:spPr>
              <a:xfrm>
                <a:off x="3452122" y="3954038"/>
                <a:ext cx="2957192" cy="1416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426A0E14-9CAE-4D55-A36F-C279A95CCE04}"/>
                  </a:ext>
                </a:extLst>
              </p:cNvPr>
              <p:cNvGrpSpPr/>
              <p:nvPr/>
            </p:nvGrpSpPr>
            <p:grpSpPr>
              <a:xfrm>
                <a:off x="3452122" y="3959225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ED676087-6A11-2241-9D86-D0C81AD253C9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B551C52B-E154-5749-4160-AFD2E57DC1FE}"/>
                      </a:ext>
                    </a:extLst>
                  </p:cNvPr>
                  <p:cNvCxnSpPr>
                    <a:stCxn id="155" idx="1"/>
                    <a:endCxn id="155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8393F5B7-30A0-CC4D-E02D-74116F1D460E}"/>
                      </a:ext>
                    </a:extLst>
                  </p:cNvPr>
                  <p:cNvCxnSpPr>
                    <a:stCxn id="155" idx="1"/>
                    <a:endCxn id="155" idx="1"/>
                  </p:cNvCxnSpPr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1FE71C50-472B-8C93-04B9-28EAEBFDA7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9245EF52-0FF9-A938-0164-4EF0246FF8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Connector 278">
                    <a:extLst>
                      <a:ext uri="{FF2B5EF4-FFF2-40B4-BE49-F238E27FC236}">
                        <a16:creationId xmlns:a16="http://schemas.microsoft.com/office/drawing/2014/main" id="{9B2B26E0-13E0-372A-68F1-58FCA240A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BA979AC9-3CB7-4B75-CA85-13F289867F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C2E945DE-CD8B-A841-CBE4-9E7E1612D5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A5292C9A-945C-8DFE-826B-F6FC27C6E0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D12A6D13-DA15-F889-28CA-7E42BE8884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21878C2F-4EF5-68E7-3793-EAC76920A785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2584468A-178E-AF46-A746-3D656040466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87630F24-CB4C-2EE1-6248-A998D560A12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530823F3-CA15-58F9-BAAB-B3A8EF0F6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Straight Connector 268">
                    <a:extLst>
                      <a:ext uri="{FF2B5EF4-FFF2-40B4-BE49-F238E27FC236}">
                        <a16:creationId xmlns:a16="http://schemas.microsoft.com/office/drawing/2014/main" id="{74FA6F55-5972-98FC-B3CB-51DF947DE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1630FBED-DBB7-F944-76BB-EFB54ADA74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FE1BF4BE-9760-786F-4034-B8E39189FE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9E0419BF-E055-1396-75C3-AD291CCED6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2975D74D-AE13-0425-0F8E-2B8196C80E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B5CB83DE-76A2-A4EB-4C17-B8FA535BF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C0CD3CF-7131-07ED-4086-756540E98548}"/>
                  </a:ext>
                </a:extLst>
              </p:cNvPr>
              <p:cNvGrpSpPr/>
              <p:nvPr/>
            </p:nvGrpSpPr>
            <p:grpSpPr>
              <a:xfrm>
                <a:off x="3926603" y="3958553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44" name="Group 243">
                  <a:extLst>
                    <a:ext uri="{FF2B5EF4-FFF2-40B4-BE49-F238E27FC236}">
                      <a16:creationId xmlns:a16="http://schemas.microsoft.com/office/drawing/2014/main" id="{F65E0636-CACF-DF7B-F821-F7E6F7B1FBF5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55" name="Straight Connector 254">
                    <a:extLst>
                      <a:ext uri="{FF2B5EF4-FFF2-40B4-BE49-F238E27FC236}">
                        <a16:creationId xmlns:a16="http://schemas.microsoft.com/office/drawing/2014/main" id="{B3CC1115-596D-F4C0-895E-55A046D9D99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" name="Straight Connector 255">
                    <a:extLst>
                      <a:ext uri="{FF2B5EF4-FFF2-40B4-BE49-F238E27FC236}">
                        <a16:creationId xmlns:a16="http://schemas.microsoft.com/office/drawing/2014/main" id="{CA2BD2E0-5883-F03E-FC6F-086007CCA81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7" name="Straight Connector 256">
                    <a:extLst>
                      <a:ext uri="{FF2B5EF4-FFF2-40B4-BE49-F238E27FC236}">
                        <a16:creationId xmlns:a16="http://schemas.microsoft.com/office/drawing/2014/main" id="{E402E8AE-381A-E3D1-C78F-7F90B0517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" name="Straight Connector 257">
                    <a:extLst>
                      <a:ext uri="{FF2B5EF4-FFF2-40B4-BE49-F238E27FC236}">
                        <a16:creationId xmlns:a16="http://schemas.microsoft.com/office/drawing/2014/main" id="{986AF33D-7375-FD38-CA82-86ED1034A9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" name="Straight Connector 258">
                    <a:extLst>
                      <a:ext uri="{FF2B5EF4-FFF2-40B4-BE49-F238E27FC236}">
                        <a16:creationId xmlns:a16="http://schemas.microsoft.com/office/drawing/2014/main" id="{CEEED1D5-BB19-F475-78FF-B8615C990F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>
                    <a:extLst>
                      <a:ext uri="{FF2B5EF4-FFF2-40B4-BE49-F238E27FC236}">
                        <a16:creationId xmlns:a16="http://schemas.microsoft.com/office/drawing/2014/main" id="{024B3E50-CCED-B50A-B25A-0F3564E877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D5A17C72-03BE-90EE-1415-BBD006083D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" name="Straight Connector 261">
                    <a:extLst>
                      <a:ext uri="{FF2B5EF4-FFF2-40B4-BE49-F238E27FC236}">
                        <a16:creationId xmlns:a16="http://schemas.microsoft.com/office/drawing/2014/main" id="{33817E57-7099-990C-EB85-E6506C50ED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E81569D2-9F48-688D-9A43-F6033D32E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Group 244">
                  <a:extLst>
                    <a:ext uri="{FF2B5EF4-FFF2-40B4-BE49-F238E27FC236}">
                      <a16:creationId xmlns:a16="http://schemas.microsoft.com/office/drawing/2014/main" id="{78CC5139-2195-1562-521D-4FFD29EE1ADF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78DDD797-FF81-59E8-84A6-960487FF15D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860F845D-ACE3-CFF3-D841-E57937694E6C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2E995C3E-5B70-AD86-7469-B760CCDAE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248">
                    <a:extLst>
                      <a:ext uri="{FF2B5EF4-FFF2-40B4-BE49-F238E27FC236}">
                        <a16:creationId xmlns:a16="http://schemas.microsoft.com/office/drawing/2014/main" id="{18D988C5-77F9-21F0-C897-8E418FD401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DF0DD3A1-67ED-163F-423C-C5EB64D4E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Straight Connector 250">
                    <a:extLst>
                      <a:ext uri="{FF2B5EF4-FFF2-40B4-BE49-F238E27FC236}">
                        <a16:creationId xmlns:a16="http://schemas.microsoft.com/office/drawing/2014/main" id="{EAB80809-B047-B8E5-36AB-DDC4A58690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BE8F2B17-E4CE-9870-1E15-C7B0E030EF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>
                    <a:extLst>
                      <a:ext uri="{FF2B5EF4-FFF2-40B4-BE49-F238E27FC236}">
                        <a16:creationId xmlns:a16="http://schemas.microsoft.com/office/drawing/2014/main" id="{4AA5A860-4A9C-24F7-FC83-E522042A26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803BD5A3-752A-0E23-7283-77BF0CD075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7EBE8E7C-75FB-DDFE-B1B1-5F4496F18978}"/>
                  </a:ext>
                </a:extLst>
              </p:cNvPr>
              <p:cNvGrpSpPr/>
              <p:nvPr/>
            </p:nvGrpSpPr>
            <p:grpSpPr>
              <a:xfrm>
                <a:off x="4389427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27C435BB-4F3F-5E34-0E78-05E1B92B251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2F6347DC-FD8A-0C0F-B3DF-2BA1375984E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EFBA3A31-2188-017D-843C-4FE2E2578885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F253EE7C-181B-6BCF-2DEE-3F5A172A24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F35786A9-C94D-689A-B00B-35DB09CE5C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DE28ECC6-FDF6-C254-45AA-F5E202DFAC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439C6195-8CE5-E546-16C2-AFBC7570D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B6F08BEF-CCA1-D770-73B7-240A15E785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3D1CC59F-3098-7AA7-8A5F-600D6FBB57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F1F866AD-2C40-3326-4B7D-BDFAE46DFA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035AC883-5981-3243-3603-76328386B9A2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71A321B6-CA7A-6A3E-9936-1C9DBD117F5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5A93F96D-526C-88A5-D9C6-5D5B51452E4F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968254D4-BC14-1905-5B2F-8BA3A61C87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D0351FC5-D2FF-C2E1-F0EA-A73C90CAF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E81F2411-B523-FB0B-4C77-EC74EB8457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515192E2-510B-39A9-82FC-16789D11C6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B73EBD60-C514-EC94-DE5F-C69C7BEC7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110FA29D-326C-9155-C1D3-BA5971BE02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8D1BAE84-28BC-CE35-215F-53BD982790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2F930227-C230-747B-EC7F-7F0F9ABE269F}"/>
                  </a:ext>
                </a:extLst>
              </p:cNvPr>
              <p:cNvGrpSpPr/>
              <p:nvPr/>
            </p:nvGrpSpPr>
            <p:grpSpPr>
              <a:xfrm>
                <a:off x="4871810" y="3957946"/>
                <a:ext cx="478091" cy="131517"/>
                <a:chOff x="3452122" y="3959225"/>
                <a:chExt cx="478091" cy="131517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D68A78AE-3706-29D8-E9E3-102D6FF1BED3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D8462BB2-6C8A-DC25-E2AD-2677AE0C341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56EA340E-CF32-340E-F4B8-11B028B3CA0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B4B52161-4E7E-9543-3A5D-51E6AE6CCB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FEFF18F1-73D1-8D0A-66FC-3F3D1D1068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00F1357D-7560-52FA-A99A-B23D6307D7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3C5D1C72-4210-C186-E0FC-B6B07E6A5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F5F3CA5E-3A69-BB7A-8ADB-3CEC10C99C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A0D2D25A-B4B6-BB60-68D7-C96EF7416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C37CE522-2400-F227-C3FF-FC9EAD181B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F0943E25-0A03-6935-E8A3-698812B4849D}"/>
                    </a:ext>
                  </a:extLst>
                </p:cNvPr>
                <p:cNvGrpSpPr/>
                <p:nvPr/>
              </p:nvGrpSpPr>
              <p:grpSpPr>
                <a:xfrm>
                  <a:off x="3686635" y="3960567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96D4F399-67D8-A860-B489-4EE8865B186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B8633A69-7FDC-682D-A1A7-183B343AD30D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E045B4D2-41C9-8D17-F0BC-6EDD23D7F3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4EAAE545-F489-4464-B037-988E3158B0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37314B3B-66AD-F1D9-A51F-EB48108A6C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07D9CE63-238A-5824-3AAB-D75674D8A1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AC5A6730-9CD8-6B2C-53BF-D20FB64BD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B9F53B92-5327-88F8-BC1F-D564F2F2F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026ED211-F483-6C2A-8274-CF1719B319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EB383C8B-C88A-9DBB-38F6-1155FC36AF26}"/>
                  </a:ext>
                </a:extLst>
              </p:cNvPr>
              <p:cNvGrpSpPr/>
              <p:nvPr/>
            </p:nvGrpSpPr>
            <p:grpSpPr>
              <a:xfrm>
                <a:off x="5341335" y="3958188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0B71A4EB-10E8-A7DC-21CB-606DEFD00280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D6E3452E-93CC-4786-860D-8933BC3B93FB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AEC82465-E33F-CFC1-B055-4920A98804D4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A0A538FB-67BC-2A79-1228-3173D82868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372F87CB-8E5A-D78A-0E13-981501A6D5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B89D23B5-AA6C-0FC3-2738-53B96AFC48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BA57ACC4-BE35-08E5-BC57-C156310915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6B125D49-C0C9-6AFC-58AE-FA1FD24812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C95BA019-F6C8-14DE-8EB6-A122589BB5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86E7CEBE-0BBF-35CB-F8B0-7E4F0BE044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0EBE4522-9CA1-3207-9B7C-252F4E04968C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DFD09BBB-905D-783F-66DA-E0C5C936991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F4C7D378-EA6F-637C-B6BD-5FFE2947556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6CEAA63E-EBC8-5C0A-8DB2-FBF31CB493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1FA5E3D0-A925-323D-295D-13059DEAB2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9AF0FA87-F047-35A6-D6EA-4D31F0C947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A61E022B-10FF-7F79-0DE3-80382ACDCA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C9F9E848-497C-722A-BA3A-47170F0F76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Connector 192">
                    <a:extLst>
                      <a:ext uri="{FF2B5EF4-FFF2-40B4-BE49-F238E27FC236}">
                        <a16:creationId xmlns:a16="http://schemas.microsoft.com/office/drawing/2014/main" id="{E63E9213-0012-E09A-5CFC-F9CF66E6F4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08D3A3E8-5FB5-9CF0-7443-B5BB14FE82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8C5E560F-4F80-6B35-FE49-6A59E5BDCAB5}"/>
                  </a:ext>
                </a:extLst>
              </p:cNvPr>
              <p:cNvGrpSpPr/>
              <p:nvPr/>
            </p:nvGrpSpPr>
            <p:grpSpPr>
              <a:xfrm>
                <a:off x="5814987" y="3957946"/>
                <a:ext cx="478091" cy="132008"/>
                <a:chOff x="3452122" y="3957392"/>
                <a:chExt cx="478091" cy="132008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D1891AD3-3281-5A7E-9FEC-3AC125248864}"/>
                    </a:ext>
                  </a:extLst>
                </p:cNvPr>
                <p:cNvGrpSpPr/>
                <p:nvPr/>
              </p:nvGrpSpPr>
              <p:grpSpPr>
                <a:xfrm>
                  <a:off x="3452122" y="3959225"/>
                  <a:ext cx="243578" cy="130175"/>
                  <a:chOff x="3452122" y="3959225"/>
                  <a:chExt cx="243578" cy="130175"/>
                </a:xfrm>
              </p:grpSpPr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1E3975BB-5FB3-60C2-724F-1979BF9D38F0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Straight Connector 175">
                    <a:extLst>
                      <a:ext uri="{FF2B5EF4-FFF2-40B4-BE49-F238E27FC236}">
                        <a16:creationId xmlns:a16="http://schemas.microsoft.com/office/drawing/2014/main" id="{52DB19CE-46F6-DB80-D8B7-2A50B6B61BD1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0E6F9DB5-25D2-FBCC-D2EA-8119637DE4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>
                    <a:extLst>
                      <a:ext uri="{FF2B5EF4-FFF2-40B4-BE49-F238E27FC236}">
                        <a16:creationId xmlns:a16="http://schemas.microsoft.com/office/drawing/2014/main" id="{A83D5FA7-F87D-865C-DCAA-6EB381B4A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D33CAB54-2098-6E95-A6E8-4E5C75C6DA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7C11E524-9913-D7D2-7BFE-5CAD4D54E3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E42B5E6D-110F-A7B6-08F3-A58F17533B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1AAA3C65-3FB4-F236-83BE-4080D97996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Straight Connector 182">
                    <a:extLst>
                      <a:ext uri="{FF2B5EF4-FFF2-40B4-BE49-F238E27FC236}">
                        <a16:creationId xmlns:a16="http://schemas.microsoft.com/office/drawing/2014/main" id="{76E11F5F-AD44-E485-0F8A-05719F08D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9225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A6899B54-ABD5-BEA0-240B-F107FCEC2418}"/>
                    </a:ext>
                  </a:extLst>
                </p:cNvPr>
                <p:cNvGrpSpPr/>
                <p:nvPr/>
              </p:nvGrpSpPr>
              <p:grpSpPr>
                <a:xfrm>
                  <a:off x="3686635" y="3957392"/>
                  <a:ext cx="243578" cy="130175"/>
                  <a:chOff x="3452122" y="3956050"/>
                  <a:chExt cx="243578" cy="130175"/>
                </a:xfrm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3BB31C9D-79D1-0522-BE0F-42687060916E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101E077A-8733-EF52-5555-1C8F04C5793A}"/>
                      </a:ext>
                    </a:extLst>
                  </p:cNvPr>
                  <p:cNvCxnSpPr/>
                  <p:nvPr/>
                </p:nvCxnSpPr>
                <p:spPr>
                  <a:xfrm>
                    <a:off x="3452122" y="4024881"/>
                    <a:ext cx="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6F0ECB8C-E356-63E5-6422-293064545F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94101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F0E73556-9DEE-E66E-ADF6-374A9B5F5E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60234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4AC6B5AC-D674-DE31-D178-C4F8648032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26367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56C3D547-6B97-5D08-25A3-E741AA9A88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925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09DC43EB-A673-8025-F20F-F94C90994F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7968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370A9681-2B3B-7B8F-D370-143FD92FAC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61835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F27226F5-1888-5863-6296-CE70A72FCC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5700" y="3956050"/>
                    <a:ext cx="0" cy="130175"/>
                  </a:xfrm>
                  <a:prstGeom prst="line">
                    <a:avLst/>
                  </a:prstGeom>
                  <a:ln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CD739734-5C51-4E8D-B99E-819A47159A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003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6FD4541-3A9B-D669-C1DC-5F6111306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2928" y="3960388"/>
                <a:ext cx="0" cy="130175"/>
              </a:xfrm>
              <a:prstGeom prst="line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878C19C4-F633-BBED-8A05-DD92C6016EF4}"/>
              </a:ext>
            </a:extLst>
          </p:cNvPr>
          <p:cNvGrpSpPr/>
          <p:nvPr/>
        </p:nvGrpSpPr>
        <p:grpSpPr>
          <a:xfrm>
            <a:off x="6831183" y="4155237"/>
            <a:ext cx="1121934" cy="166119"/>
            <a:chOff x="6408570" y="4256222"/>
            <a:chExt cx="1121934" cy="166119"/>
          </a:xfrm>
        </p:grpSpPr>
        <p:sp>
          <p:nvSpPr>
            <p:cNvPr id="294" name="Rectangle 279">
              <a:extLst>
                <a:ext uri="{FF2B5EF4-FFF2-40B4-BE49-F238E27FC236}">
                  <a16:creationId xmlns:a16="http://schemas.microsoft.com/office/drawing/2014/main" id="{7E7060F1-E203-1819-B3FF-9534C81CD880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28C0DDFA-165D-8DD6-03A3-1A90CF22E5C4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7E07C5F1-F78A-EA2D-24E8-445A379FDA5E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: Rounded Corners 296">
              <a:extLst>
                <a:ext uri="{FF2B5EF4-FFF2-40B4-BE49-F238E27FC236}">
                  <a16:creationId xmlns:a16="http://schemas.microsoft.com/office/drawing/2014/main" id="{745DC66B-2B4A-4D3B-EDC7-68D3F5A80300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3580FC-0060-1B9A-D17C-B3AB5532D99B}"/>
              </a:ext>
            </a:extLst>
          </p:cNvPr>
          <p:cNvGrpSpPr/>
          <p:nvPr/>
        </p:nvGrpSpPr>
        <p:grpSpPr>
          <a:xfrm>
            <a:off x="9294224" y="3580614"/>
            <a:ext cx="221604" cy="240070"/>
            <a:chOff x="9016694" y="3846383"/>
            <a:chExt cx="221604" cy="24007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E86B105-BFAF-C7DC-CE5F-81119316C7CF}"/>
                </a:ext>
              </a:extLst>
            </p:cNvPr>
            <p:cNvCxnSpPr/>
            <p:nvPr/>
          </p:nvCxnSpPr>
          <p:spPr>
            <a:xfrm>
              <a:off x="9016694" y="3846383"/>
              <a:ext cx="89210" cy="919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29BD819C-EF9E-540E-A706-E910156852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1951" y="3986278"/>
              <a:ext cx="86347" cy="1001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AEF8942-8E1E-C6F0-516F-6A7E59FC93F9}"/>
              </a:ext>
            </a:extLst>
          </p:cNvPr>
          <p:cNvGrpSpPr/>
          <p:nvPr/>
        </p:nvGrpSpPr>
        <p:grpSpPr>
          <a:xfrm>
            <a:off x="4483838" y="4034685"/>
            <a:ext cx="3749" cy="400669"/>
            <a:chOff x="7166288" y="4072085"/>
            <a:chExt cx="3749" cy="400669"/>
          </a:xfrm>
        </p:grpSpPr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BE207661-45C6-A98C-9C58-EBFFE08D0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288" y="4072085"/>
              <a:ext cx="1231" cy="136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B63D5A58-F7DF-1773-CB92-381FD6D94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67475" y="4348040"/>
              <a:ext cx="2562" cy="1247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17DBBD-8CB7-86AC-A1AE-8AA90DC519A2}"/>
              </a:ext>
            </a:extLst>
          </p:cNvPr>
          <p:cNvGrpSpPr/>
          <p:nvPr/>
        </p:nvGrpSpPr>
        <p:grpSpPr>
          <a:xfrm>
            <a:off x="7124674" y="4072085"/>
            <a:ext cx="84211" cy="342689"/>
            <a:chOff x="7124674" y="4072085"/>
            <a:chExt cx="84211" cy="34268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4EE276-76BD-D2A8-3B1B-247E8664C1A2}"/>
                </a:ext>
              </a:extLst>
            </p:cNvPr>
            <p:cNvGrpSpPr/>
            <p:nvPr/>
          </p:nvGrpSpPr>
          <p:grpSpPr>
            <a:xfrm>
              <a:off x="7166288" y="4072085"/>
              <a:ext cx="8934" cy="342689"/>
              <a:chOff x="7166288" y="4072085"/>
              <a:chExt cx="8934" cy="342689"/>
            </a:xfrm>
          </p:grpSpPr>
          <p:cxnSp>
            <p:nvCxnSpPr>
              <p:cNvPr id="301" name="Straight Arrow Connector 300">
                <a:extLst>
                  <a:ext uri="{FF2B5EF4-FFF2-40B4-BE49-F238E27FC236}">
                    <a16:creationId xmlns:a16="http://schemas.microsoft.com/office/drawing/2014/main" id="{EBA7CBC9-074E-A8F2-0D01-9AA273C8B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6288" y="4072085"/>
                <a:ext cx="1231" cy="13653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Arrow Connector 301">
                <a:extLst>
                  <a:ext uri="{FF2B5EF4-FFF2-40B4-BE49-F238E27FC236}">
                    <a16:creationId xmlns:a16="http://schemas.microsoft.com/office/drawing/2014/main" id="{4DF6DF8F-D0D5-D9A0-C56C-C354425423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72660" y="4290060"/>
                <a:ext cx="2562" cy="12471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A6D73CE-11C6-3E35-5790-6AA1F664D954}"/>
                </a:ext>
              </a:extLst>
            </p:cNvPr>
            <p:cNvSpPr/>
            <p:nvPr/>
          </p:nvSpPr>
          <p:spPr>
            <a:xfrm>
              <a:off x="7124674" y="4221275"/>
              <a:ext cx="84211" cy="5613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47E4DBE6-6ABC-159F-4203-BD06F48D1D0B}"/>
              </a:ext>
            </a:extLst>
          </p:cNvPr>
          <p:cNvGrpSpPr/>
          <p:nvPr/>
        </p:nvGrpSpPr>
        <p:grpSpPr>
          <a:xfrm>
            <a:off x="8312919" y="4018523"/>
            <a:ext cx="84211" cy="342689"/>
            <a:chOff x="7124674" y="4072085"/>
            <a:chExt cx="84211" cy="342689"/>
          </a:xfrm>
        </p:grpSpPr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4F7DF09F-4A58-895C-1A7D-71DE4AC716A8}"/>
                </a:ext>
              </a:extLst>
            </p:cNvPr>
            <p:cNvGrpSpPr/>
            <p:nvPr/>
          </p:nvGrpSpPr>
          <p:grpSpPr>
            <a:xfrm>
              <a:off x="7166288" y="4072085"/>
              <a:ext cx="8934" cy="342689"/>
              <a:chOff x="7166288" y="4072085"/>
              <a:chExt cx="8934" cy="342689"/>
            </a:xfrm>
          </p:grpSpPr>
          <p:cxnSp>
            <p:nvCxnSpPr>
              <p:cNvPr id="310" name="Straight Arrow Connector 309">
                <a:extLst>
                  <a:ext uri="{FF2B5EF4-FFF2-40B4-BE49-F238E27FC236}">
                    <a16:creationId xmlns:a16="http://schemas.microsoft.com/office/drawing/2014/main" id="{91528FB7-28A3-543A-FAA0-74BEB8DB4B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66288" y="4072085"/>
                <a:ext cx="1231" cy="13653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Arrow Connector 310">
                <a:extLst>
                  <a:ext uri="{FF2B5EF4-FFF2-40B4-BE49-F238E27FC236}">
                    <a16:creationId xmlns:a16="http://schemas.microsoft.com/office/drawing/2014/main" id="{204BE850-7DE7-F5C4-65BF-57143D0C6A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72660" y="4290060"/>
                <a:ext cx="2562" cy="12471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C5D3CAD-5B83-3F9B-81BA-4BD90E8D069A}"/>
                </a:ext>
              </a:extLst>
            </p:cNvPr>
            <p:cNvSpPr/>
            <p:nvPr/>
          </p:nvSpPr>
          <p:spPr>
            <a:xfrm>
              <a:off x="7124674" y="4221275"/>
              <a:ext cx="84211" cy="5613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6A692065-FA81-B12D-2585-C527B7A01A28}"/>
              </a:ext>
            </a:extLst>
          </p:cNvPr>
          <p:cNvSpPr txBox="1"/>
          <p:nvPr/>
        </p:nvSpPr>
        <p:spPr>
          <a:xfrm>
            <a:off x="7059235" y="4420880"/>
            <a:ext cx="1480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Mucus plugging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2AF54-20EC-F221-EDBF-688428CD40F8}"/>
              </a:ext>
            </a:extLst>
          </p:cNvPr>
          <p:cNvSpPr txBox="1"/>
          <p:nvPr/>
        </p:nvSpPr>
        <p:spPr>
          <a:xfrm>
            <a:off x="8665007" y="3095691"/>
            <a:ext cx="161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Bronchospasm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15BDA4E-70AB-73DD-52AE-B25E6006CF14}"/>
              </a:ext>
            </a:extLst>
          </p:cNvPr>
          <p:cNvSpPr txBox="1"/>
          <p:nvPr/>
        </p:nvSpPr>
        <p:spPr>
          <a:xfrm>
            <a:off x="4014684" y="4420121"/>
            <a:ext cx="2007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Kinked tubing or ETT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40C35C-BECE-CBF9-A1DA-FB4D2F3E23D7}"/>
              </a:ext>
            </a:extLst>
          </p:cNvPr>
          <p:cNvSpPr txBox="1"/>
          <p:nvPr/>
        </p:nvSpPr>
        <p:spPr>
          <a:xfrm>
            <a:off x="3597087" y="4714826"/>
            <a:ext cx="256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Check tubing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AD82811F-2DBA-5E10-9B1B-500C209D5E7B}"/>
              </a:ext>
            </a:extLst>
          </p:cNvPr>
          <p:cNvSpPr txBox="1"/>
          <p:nvPr/>
        </p:nvSpPr>
        <p:spPr>
          <a:xfrm>
            <a:off x="7117998" y="4714826"/>
            <a:ext cx="1228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Suction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18AAF848-222D-70FD-AD11-8BE26C2616BA}"/>
              </a:ext>
            </a:extLst>
          </p:cNvPr>
          <p:cNvSpPr txBox="1"/>
          <p:nvPr/>
        </p:nvSpPr>
        <p:spPr>
          <a:xfrm>
            <a:off x="10036608" y="3088689"/>
            <a:ext cx="1796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Bronchodilators</a:t>
            </a: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B1744503-26B7-FC26-C6A7-DAE096BF72B3}"/>
              </a:ext>
            </a:extLst>
          </p:cNvPr>
          <p:cNvSpPr/>
          <p:nvPr/>
        </p:nvSpPr>
        <p:spPr>
          <a:xfrm>
            <a:off x="1852076" y="688113"/>
            <a:ext cx="3189249" cy="2242304"/>
          </a:xfrm>
          <a:prstGeom prst="roundRect">
            <a:avLst>
              <a:gd name="adj" fmla="val 17997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1EA88048-4BB8-4978-31BE-86C136F83D86}"/>
              </a:ext>
            </a:extLst>
          </p:cNvPr>
          <p:cNvSpPr txBox="1"/>
          <p:nvPr/>
        </p:nvSpPr>
        <p:spPr>
          <a:xfrm>
            <a:off x="2004704" y="811510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36EE4F7-9519-B3C9-50CC-31DD0FF62B8F}"/>
              </a:ext>
            </a:extLst>
          </p:cNvPr>
          <p:cNvSpPr txBox="1"/>
          <p:nvPr/>
        </p:nvSpPr>
        <p:spPr>
          <a:xfrm>
            <a:off x="2105210" y="1221300"/>
            <a:ext cx="26597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Proceed if:</a:t>
            </a:r>
          </a:p>
          <a:p>
            <a:pPr algn="ctr"/>
            <a:r>
              <a:rPr lang="en-US" dirty="0"/>
              <a:t>Hemodynamically stable</a:t>
            </a:r>
          </a:p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</a:t>
            </a:r>
          </a:p>
          <a:p>
            <a:pPr algn="ctr"/>
            <a:r>
              <a:rPr lang="en-US" dirty="0"/>
              <a:t>↓↓V</a:t>
            </a:r>
            <a:r>
              <a:rPr lang="en-US" baseline="-25000" dirty="0"/>
              <a:t>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9E8EA-4F92-433F-1625-FE0CB18A50EC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7FC6CD-FC0B-4BDB-F4A8-12BEE59A3A81}"/>
              </a:ext>
            </a:extLst>
          </p:cNvPr>
          <p:cNvSpPr/>
          <p:nvPr/>
        </p:nvSpPr>
        <p:spPr>
          <a:xfrm>
            <a:off x="5134183" y="688113"/>
            <a:ext cx="3290965" cy="3027282"/>
          </a:xfrm>
          <a:prstGeom prst="roundRect">
            <a:avLst>
              <a:gd name="adj" fmla="val 106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C2DB0-0C12-695F-C01C-AA1AEA6367D2}"/>
              </a:ext>
            </a:extLst>
          </p:cNvPr>
          <p:cNvSpPr txBox="1"/>
          <p:nvPr/>
        </p:nvSpPr>
        <p:spPr>
          <a:xfrm>
            <a:off x="5284306" y="800085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ASSESS RESISTANCE</a:t>
            </a:r>
          </a:p>
        </p:txBody>
      </p:sp>
      <p:sp>
        <p:nvSpPr>
          <p:cNvPr id="11" name="Rounded Rectangle 23">
            <a:extLst>
              <a:ext uri="{FF2B5EF4-FFF2-40B4-BE49-F238E27FC236}">
                <a16:creationId xmlns:a16="http://schemas.microsoft.com/office/drawing/2014/main" id="{5950BE3D-F5B9-F1D0-6AE0-5182A7C51EC7}"/>
              </a:ext>
            </a:extLst>
          </p:cNvPr>
          <p:cNvSpPr/>
          <p:nvPr/>
        </p:nvSpPr>
        <p:spPr>
          <a:xfrm>
            <a:off x="5389519" y="2550058"/>
            <a:ext cx="2780292" cy="3657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Differential?</a:t>
            </a:r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6478991A-FE8E-4706-13DC-4C15FC8CEBED}"/>
              </a:ext>
            </a:extLst>
          </p:cNvPr>
          <p:cNvSpPr/>
          <p:nvPr/>
        </p:nvSpPr>
        <p:spPr>
          <a:xfrm>
            <a:off x="5382098" y="1190510"/>
            <a:ext cx="2795135" cy="1121984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</a:t>
            </a:r>
            <a:r>
              <a:rPr lang="en-US" sz="1600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resistance problem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Differential">
            <a:hlinkClick r:id="rId3" action="ppaction://hlinksldjump"/>
            <a:extLst>
              <a:ext uri="{FF2B5EF4-FFF2-40B4-BE49-F238E27FC236}">
                <a16:creationId xmlns:a16="http://schemas.microsoft.com/office/drawing/2014/main" id="{2FA085A8-449C-9B64-8C95-EB3DD901E689}"/>
              </a:ext>
            </a:extLst>
          </p:cNvPr>
          <p:cNvSpPr/>
          <p:nvPr/>
        </p:nvSpPr>
        <p:spPr>
          <a:xfrm>
            <a:off x="5389519" y="3061245"/>
            <a:ext cx="2780292" cy="3657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4">
                <a:lumMod val="5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Action?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75D01E-D7BD-F483-79A9-61A728D9386E}"/>
              </a:ext>
            </a:extLst>
          </p:cNvPr>
          <p:cNvSpPr txBox="1"/>
          <p:nvPr/>
        </p:nvSpPr>
        <p:spPr>
          <a:xfrm>
            <a:off x="6674384" y="3784593"/>
            <a:ext cx="1034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Biting ETT</a:t>
            </a:r>
          </a:p>
        </p:txBody>
      </p:sp>
      <p:sp>
        <p:nvSpPr>
          <p:cNvPr id="20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A99DC0D3-31BC-90B1-BCC0-D93AEC607537}"/>
              </a:ext>
            </a:extLst>
          </p:cNvPr>
          <p:cNvSpPr/>
          <p:nvPr/>
        </p:nvSpPr>
        <p:spPr>
          <a:xfrm>
            <a:off x="503702" y="1714397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1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109DA39-18C3-4ADE-3C41-669FD01777FC}"/>
              </a:ext>
            </a:extLst>
          </p:cNvPr>
          <p:cNvCxnSpPr>
            <a:cxnSpLocks/>
            <a:endCxn id="20" idx="1"/>
          </p:cNvCxnSpPr>
          <p:nvPr/>
        </p:nvCxnSpPr>
        <p:spPr>
          <a:xfrm rot="16200000" flipH="1">
            <a:off x="222727" y="1617411"/>
            <a:ext cx="337945" cy="22400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079AC798-4E88-FFDC-D6F1-EE1205915D28}"/>
              </a:ext>
            </a:extLst>
          </p:cNvPr>
          <p:cNvSpPr/>
          <p:nvPr/>
        </p:nvSpPr>
        <p:spPr>
          <a:xfrm>
            <a:off x="503702" y="2236333"/>
            <a:ext cx="1134658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2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E6F82E7-05B4-EDDA-9490-BF8E13E64B5E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119373" y="2035994"/>
            <a:ext cx="544652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4C97032D-945E-3B47-CC6D-034CD8CCF77E}"/>
              </a:ext>
            </a:extLst>
          </p:cNvPr>
          <p:cNvSpPr/>
          <p:nvPr/>
        </p:nvSpPr>
        <p:spPr>
          <a:xfrm>
            <a:off x="503702" y="2758269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3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E970C65-0B5E-690A-9F93-C7FBED7DE779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119471" y="2558028"/>
            <a:ext cx="544456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 3">
            <a:hlinkClick r:id="rId4" action="ppaction://hlinksldjump"/>
            <a:extLst>
              <a:ext uri="{FF2B5EF4-FFF2-40B4-BE49-F238E27FC236}">
                <a16:creationId xmlns:a16="http://schemas.microsoft.com/office/drawing/2014/main" id="{A9BB5B64-B66B-25F8-9147-D0655EE887CD}"/>
              </a:ext>
            </a:extLst>
          </p:cNvPr>
          <p:cNvSpPr/>
          <p:nvPr/>
        </p:nvSpPr>
        <p:spPr>
          <a:xfrm>
            <a:off x="167951" y="1192461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Peak P Alarm </a:t>
            </a:r>
          </a:p>
        </p:txBody>
      </p:sp>
      <p:sp>
        <p:nvSpPr>
          <p:cNvPr id="27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EEE7D6FF-ACBA-E4A7-1122-27D9D9051DB1}"/>
              </a:ext>
            </a:extLst>
          </p:cNvPr>
          <p:cNvSpPr/>
          <p:nvPr/>
        </p:nvSpPr>
        <p:spPr>
          <a:xfrm>
            <a:off x="167950" y="6705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31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AA1CD9AB-76B2-6522-36F9-C957E819D1FE}"/>
              </a:ext>
            </a:extLst>
          </p:cNvPr>
          <p:cNvSpPr/>
          <p:nvPr/>
        </p:nvSpPr>
        <p:spPr>
          <a:xfrm>
            <a:off x="167949" y="326749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6E3E49B4-DB7E-0C7A-378B-B091A297B7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1949846"/>
            <a:ext cx="274320" cy="274320"/>
          </a:xfrm>
          <a:prstGeom prst="rect">
            <a:avLst/>
          </a:prstGeom>
        </p:spPr>
      </p:pic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31DC3885-0542-12E7-C8FC-DE591972F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905527"/>
            <a:ext cx="274320" cy="274320"/>
          </a:xfrm>
          <a:prstGeom prst="rect">
            <a:avLst/>
          </a:prstGeom>
        </p:spPr>
      </p:pic>
      <p:sp>
        <p:nvSpPr>
          <p:cNvPr id="42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18BA22FD-0377-1E1C-7872-9BA8CBBFF7F0}"/>
              </a:ext>
            </a:extLst>
          </p:cNvPr>
          <p:cNvSpPr/>
          <p:nvPr/>
        </p:nvSpPr>
        <p:spPr>
          <a:xfrm>
            <a:off x="167883" y="37856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4F223502-E6C5-D049-0584-7E38E05D8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2996614"/>
            <a:ext cx="274320" cy="274320"/>
          </a:xfrm>
          <a:prstGeom prst="rect">
            <a:avLst/>
          </a:prstGeom>
        </p:spPr>
      </p:pic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E9A1CCC9-7680-7C85-C14E-FFB88CA770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4036470"/>
            <a:ext cx="274320" cy="274320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3C7E4FB4-B426-1F86-05D9-F95806F21E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  <p:sp>
        <p:nvSpPr>
          <p:cNvPr id="47" name="Obj 1">
            <a:hlinkClick r:id="rId11" action="ppaction://hlinksldjump"/>
            <a:extLst>
              <a:ext uri="{FF2B5EF4-FFF2-40B4-BE49-F238E27FC236}">
                <a16:creationId xmlns:a16="http://schemas.microsoft.com/office/drawing/2014/main" id="{3FEECCDD-0CA7-D127-66F1-7C9940E40453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C103BA72-AB44-E154-EC5B-5CDBCAE6CC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A01DAA-8985-691C-E0B5-C8928B4B074E}"/>
              </a:ext>
            </a:extLst>
          </p:cNvPr>
          <p:cNvSpPr txBox="1"/>
          <p:nvPr/>
        </p:nvSpPr>
        <p:spPr>
          <a:xfrm>
            <a:off x="4638214" y="3775661"/>
            <a:ext cx="2215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↑ analgesia/ sedation</a:t>
            </a:r>
          </a:p>
        </p:txBody>
      </p:sp>
    </p:spTree>
    <p:extLst>
      <p:ext uri="{BB962C8B-B14F-4D97-AF65-F5344CB8AC3E}">
        <p14:creationId xmlns:p14="http://schemas.microsoft.com/office/powerpoint/2010/main" val="1728668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0AAB76B-5218-73D8-709D-1EDF42BBEFB3}"/>
              </a:ext>
            </a:extLst>
          </p:cNvPr>
          <p:cNvSpPr/>
          <p:nvPr/>
        </p:nvSpPr>
        <p:spPr>
          <a:xfrm>
            <a:off x="8521928" y="679347"/>
            <a:ext cx="3290965" cy="3027281"/>
          </a:xfrm>
          <a:prstGeom prst="roundRect">
            <a:avLst>
              <a:gd name="adj" fmla="val 10664"/>
            </a:avLst>
          </a:prstGeom>
          <a:solidFill>
            <a:schemeClr val="accent5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bj 2">
            <a:hlinkClick r:id="rId3" action="ppaction://hlinksldjump"/>
            <a:extLst>
              <a:ext uri="{FF2B5EF4-FFF2-40B4-BE49-F238E27FC236}">
                <a16:creationId xmlns:a16="http://schemas.microsoft.com/office/drawing/2014/main" id="{ACB7F383-A026-065D-1218-EC755F925E0C}"/>
              </a:ext>
            </a:extLst>
          </p:cNvPr>
          <p:cNvSpPr/>
          <p:nvPr/>
        </p:nvSpPr>
        <p:spPr>
          <a:xfrm>
            <a:off x="503702" y="1714397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1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B9A89B5-6BD9-33C9-BD45-4369401A802C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194606" y="1589290"/>
            <a:ext cx="394189" cy="22400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16390E83-4B90-F7F6-14BB-EB4A1A17D0A0}"/>
              </a:ext>
            </a:extLst>
          </p:cNvPr>
          <p:cNvSpPr/>
          <p:nvPr/>
        </p:nvSpPr>
        <p:spPr>
          <a:xfrm>
            <a:off x="503702" y="2236333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2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E0C433F-FC1C-C859-C9F2-A6720A1E8ED5}"/>
              </a:ext>
            </a:extLst>
          </p:cNvPr>
          <p:cNvCxnSpPr>
            <a:cxnSpLocks/>
            <a:endCxn id="54" idx="1"/>
          </p:cNvCxnSpPr>
          <p:nvPr/>
        </p:nvCxnSpPr>
        <p:spPr>
          <a:xfrm rot="16200000" flipH="1">
            <a:off x="119373" y="2035994"/>
            <a:ext cx="544652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EB34357A-4572-184D-A907-A2928B18E7CA}"/>
              </a:ext>
            </a:extLst>
          </p:cNvPr>
          <p:cNvSpPr/>
          <p:nvPr/>
        </p:nvSpPr>
        <p:spPr>
          <a:xfrm>
            <a:off x="503702" y="2758269"/>
            <a:ext cx="1125326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3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605BD1F-FB46-890D-3223-A48D89214E8C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119471" y="2558028"/>
            <a:ext cx="544456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: Rounded Corners 299">
            <a:extLst>
              <a:ext uri="{FF2B5EF4-FFF2-40B4-BE49-F238E27FC236}">
                <a16:creationId xmlns:a16="http://schemas.microsoft.com/office/drawing/2014/main" id="{156EE63B-C473-3FFB-B382-4D766F09FF17}"/>
              </a:ext>
            </a:extLst>
          </p:cNvPr>
          <p:cNvSpPr/>
          <p:nvPr/>
        </p:nvSpPr>
        <p:spPr>
          <a:xfrm>
            <a:off x="1852076" y="688113"/>
            <a:ext cx="3189249" cy="2242304"/>
          </a:xfrm>
          <a:prstGeom prst="roundRect">
            <a:avLst>
              <a:gd name="adj" fmla="val 17997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1B1040D9-D0CF-88D9-4F4D-FC0F48E2E020}"/>
              </a:ext>
            </a:extLst>
          </p:cNvPr>
          <p:cNvSpPr txBox="1"/>
          <p:nvPr/>
        </p:nvSpPr>
        <p:spPr>
          <a:xfrm>
            <a:off x="2004704" y="811510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8E0B4B3-F0BD-B443-A852-CC65DC785ADF}"/>
              </a:ext>
            </a:extLst>
          </p:cNvPr>
          <p:cNvSpPr txBox="1"/>
          <p:nvPr/>
        </p:nvSpPr>
        <p:spPr>
          <a:xfrm>
            <a:off x="2105210" y="1221300"/>
            <a:ext cx="26597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Proceed if:</a:t>
            </a:r>
          </a:p>
          <a:p>
            <a:pPr algn="ctr"/>
            <a:r>
              <a:rPr lang="en-US" dirty="0"/>
              <a:t>Hemodynamically stable</a:t>
            </a:r>
          </a:p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</a:t>
            </a:r>
          </a:p>
          <a:p>
            <a:pPr algn="ctr"/>
            <a:r>
              <a:rPr lang="en-US" dirty="0"/>
              <a:t>↓↓V</a:t>
            </a:r>
            <a:r>
              <a:rPr lang="en-US" baseline="-25000" dirty="0"/>
              <a:t>E</a:t>
            </a:r>
            <a:endParaRPr lang="en-US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A0C1FD8-182B-0449-D150-EA7EC664691F}"/>
              </a:ext>
            </a:extLst>
          </p:cNvPr>
          <p:cNvSpPr txBox="1"/>
          <p:nvPr/>
        </p:nvSpPr>
        <p:spPr>
          <a:xfrm>
            <a:off x="8672051" y="791319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 3: ASSESS COMPLIANCE</a:t>
            </a:r>
          </a:p>
        </p:txBody>
      </p:sp>
      <p:sp>
        <p:nvSpPr>
          <p:cNvPr id="315" name="Rounded Rectangle 23">
            <a:extLst>
              <a:ext uri="{FF2B5EF4-FFF2-40B4-BE49-F238E27FC236}">
                <a16:creationId xmlns:a16="http://schemas.microsoft.com/office/drawing/2014/main" id="{4C9E68F0-7685-A6B0-BC79-440EF7C75B2A}"/>
              </a:ext>
            </a:extLst>
          </p:cNvPr>
          <p:cNvSpPr/>
          <p:nvPr/>
        </p:nvSpPr>
        <p:spPr>
          <a:xfrm>
            <a:off x="8777264" y="2537475"/>
            <a:ext cx="2780292" cy="36576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Differential?</a:t>
            </a:r>
          </a:p>
        </p:txBody>
      </p:sp>
      <p:sp>
        <p:nvSpPr>
          <p:cNvPr id="316" name="Rounded Rectangle 28">
            <a:extLst>
              <a:ext uri="{FF2B5EF4-FFF2-40B4-BE49-F238E27FC236}">
                <a16:creationId xmlns:a16="http://schemas.microsoft.com/office/drawing/2014/main" id="{B6BDF787-A3D6-0771-4309-FFB2F7DDBE12}"/>
              </a:ext>
            </a:extLst>
          </p:cNvPr>
          <p:cNvSpPr/>
          <p:nvPr/>
        </p:nvSpPr>
        <p:spPr>
          <a:xfrm>
            <a:off x="8784031" y="1169716"/>
            <a:ext cx="2766759" cy="11219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↑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en-US" sz="1600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compliance problem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9" name="Differential">
            <a:hlinkClick r:id="rId6" action="ppaction://hlinksldjump"/>
            <a:extLst>
              <a:ext uri="{FF2B5EF4-FFF2-40B4-BE49-F238E27FC236}">
                <a16:creationId xmlns:a16="http://schemas.microsoft.com/office/drawing/2014/main" id="{029F520E-5F5C-E641-B58B-0A6BE88EBBA1}"/>
              </a:ext>
            </a:extLst>
          </p:cNvPr>
          <p:cNvSpPr/>
          <p:nvPr/>
        </p:nvSpPr>
        <p:spPr>
          <a:xfrm>
            <a:off x="8777264" y="3048662"/>
            <a:ext cx="2780292" cy="36576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Action?</a:t>
            </a:r>
          </a:p>
        </p:txBody>
      </p:sp>
      <p:sp>
        <p:nvSpPr>
          <p:cNvPr id="111" name="Differential">
            <a:extLst>
              <a:ext uri="{FF2B5EF4-FFF2-40B4-BE49-F238E27FC236}">
                <a16:creationId xmlns:a16="http://schemas.microsoft.com/office/drawing/2014/main" id="{BF06EF9A-4E8F-452C-3DF6-61A57C2D52DA}"/>
              </a:ext>
            </a:extLst>
          </p:cNvPr>
          <p:cNvSpPr/>
          <p:nvPr/>
        </p:nvSpPr>
        <p:spPr>
          <a:xfrm>
            <a:off x="8777264" y="2533488"/>
            <a:ext cx="278029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Differential?</a:t>
            </a:r>
          </a:p>
        </p:txBody>
      </p:sp>
      <p:pic>
        <p:nvPicPr>
          <p:cNvPr id="112" name="Graphic 111" descr="Cursor with solid fill">
            <a:extLst>
              <a:ext uri="{FF2B5EF4-FFF2-40B4-BE49-F238E27FC236}">
                <a16:creationId xmlns:a16="http://schemas.microsoft.com/office/drawing/2014/main" id="{BFCC65C4-4F72-9BA2-EF1D-6099DC6C7E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25863" y="2770066"/>
            <a:ext cx="274320" cy="274320"/>
          </a:xfrm>
          <a:prstGeom prst="rect">
            <a:avLst/>
          </a:prstGeom>
        </p:spPr>
      </p:pic>
      <p:sp>
        <p:nvSpPr>
          <p:cNvPr id="113" name="action">
            <a:hlinkClick r:id="rId9" action="ppaction://hlinksldjump"/>
            <a:extLst>
              <a:ext uri="{FF2B5EF4-FFF2-40B4-BE49-F238E27FC236}">
                <a16:creationId xmlns:a16="http://schemas.microsoft.com/office/drawing/2014/main" id="{22FBC4EE-FD03-75D0-105A-914369711DD4}"/>
              </a:ext>
            </a:extLst>
          </p:cNvPr>
          <p:cNvSpPr/>
          <p:nvPr/>
        </p:nvSpPr>
        <p:spPr>
          <a:xfrm>
            <a:off x="8777264" y="3047995"/>
            <a:ext cx="2780292" cy="3657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Action?</a:t>
            </a: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922E265A-9603-AFB9-E67A-ACB3419DAF6E}"/>
              </a:ext>
            </a:extLst>
          </p:cNvPr>
          <p:cNvSpPr/>
          <p:nvPr/>
        </p:nvSpPr>
        <p:spPr>
          <a:xfrm>
            <a:off x="2280666" y="3219266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3D11B94-AC24-EBCB-DE2F-0E67BBFC8D16}"/>
              </a:ext>
            </a:extLst>
          </p:cNvPr>
          <p:cNvSpPr/>
          <p:nvPr/>
        </p:nvSpPr>
        <p:spPr>
          <a:xfrm>
            <a:off x="2374942" y="3318674"/>
            <a:ext cx="1960917" cy="640342"/>
          </a:xfrm>
          <a:custGeom>
            <a:avLst/>
            <a:gdLst>
              <a:gd name="connsiteX0" fmla="*/ 477107 w 2156275"/>
              <a:gd name="connsiteY0" fmla="*/ 597713 h 633204"/>
              <a:gd name="connsiteX1" fmla="*/ 43720 w 2156275"/>
              <a:gd name="connsiteY1" fmla="*/ 554850 h 633204"/>
              <a:gd name="connsiteX2" fmla="*/ 29432 w 2156275"/>
              <a:gd name="connsiteY2" fmla="*/ 311963 h 633204"/>
              <a:gd name="connsiteX3" fmla="*/ 172307 w 2156275"/>
              <a:gd name="connsiteY3" fmla="*/ 88125 h 633204"/>
              <a:gd name="connsiteX4" fmla="*/ 1567720 w 2156275"/>
              <a:gd name="connsiteY4" fmla="*/ 7163 h 633204"/>
              <a:gd name="connsiteX5" fmla="*/ 2143982 w 2156275"/>
              <a:gd name="connsiteY5" fmla="*/ 30975 h 633204"/>
              <a:gd name="connsiteX6" fmla="*/ 1958245 w 2156275"/>
              <a:gd name="connsiteY6" fmla="*/ 245288 h 633204"/>
              <a:gd name="connsiteX7" fmla="*/ 1915382 w 2156275"/>
              <a:gd name="connsiteY7" fmla="*/ 502463 h 633204"/>
              <a:gd name="connsiteX8" fmla="*/ 1724882 w 2156275"/>
              <a:gd name="connsiteY8" fmla="*/ 631050 h 633204"/>
              <a:gd name="connsiteX9" fmla="*/ 1591532 w 2156275"/>
              <a:gd name="connsiteY9" fmla="*/ 578663 h 633204"/>
              <a:gd name="connsiteX10" fmla="*/ 1310545 w 2156275"/>
              <a:gd name="connsiteY10" fmla="*/ 521513 h 633204"/>
              <a:gd name="connsiteX11" fmla="*/ 1143857 w 2156275"/>
              <a:gd name="connsiteY11" fmla="*/ 621525 h 633204"/>
              <a:gd name="connsiteX12" fmla="*/ 477107 w 2156275"/>
              <a:gd name="connsiteY12" fmla="*/ 597713 h 633204"/>
              <a:gd name="connsiteX0" fmla="*/ 507533 w 2186701"/>
              <a:gd name="connsiteY0" fmla="*/ 603726 h 639217"/>
              <a:gd name="connsiteX1" fmla="*/ 74146 w 2186701"/>
              <a:gd name="connsiteY1" fmla="*/ 560863 h 639217"/>
              <a:gd name="connsiteX2" fmla="*/ 59858 w 2186701"/>
              <a:gd name="connsiteY2" fmla="*/ 317976 h 639217"/>
              <a:gd name="connsiteX3" fmla="*/ 674220 w 2186701"/>
              <a:gd name="connsiteY3" fmla="*/ 27463 h 639217"/>
              <a:gd name="connsiteX4" fmla="*/ 1598146 w 2186701"/>
              <a:gd name="connsiteY4" fmla="*/ 13176 h 639217"/>
              <a:gd name="connsiteX5" fmla="*/ 2174408 w 2186701"/>
              <a:gd name="connsiteY5" fmla="*/ 36988 h 639217"/>
              <a:gd name="connsiteX6" fmla="*/ 1988671 w 2186701"/>
              <a:gd name="connsiteY6" fmla="*/ 251301 h 639217"/>
              <a:gd name="connsiteX7" fmla="*/ 1945808 w 2186701"/>
              <a:gd name="connsiteY7" fmla="*/ 508476 h 639217"/>
              <a:gd name="connsiteX8" fmla="*/ 1755308 w 2186701"/>
              <a:gd name="connsiteY8" fmla="*/ 637063 h 639217"/>
              <a:gd name="connsiteX9" fmla="*/ 1621958 w 2186701"/>
              <a:gd name="connsiteY9" fmla="*/ 584676 h 639217"/>
              <a:gd name="connsiteX10" fmla="*/ 1340971 w 2186701"/>
              <a:gd name="connsiteY10" fmla="*/ 527526 h 639217"/>
              <a:gd name="connsiteX11" fmla="*/ 1174283 w 2186701"/>
              <a:gd name="connsiteY11" fmla="*/ 627538 h 639217"/>
              <a:gd name="connsiteX12" fmla="*/ 507533 w 2186701"/>
              <a:gd name="connsiteY12" fmla="*/ 603726 h 639217"/>
              <a:gd name="connsiteX0" fmla="*/ 507533 w 2186000"/>
              <a:gd name="connsiteY0" fmla="*/ 617446 h 652937"/>
              <a:gd name="connsiteX1" fmla="*/ 74146 w 2186000"/>
              <a:gd name="connsiteY1" fmla="*/ 574583 h 652937"/>
              <a:gd name="connsiteX2" fmla="*/ 59858 w 2186000"/>
              <a:gd name="connsiteY2" fmla="*/ 331696 h 652937"/>
              <a:gd name="connsiteX3" fmla="*/ 674220 w 2186000"/>
              <a:gd name="connsiteY3" fmla="*/ 41183 h 652937"/>
              <a:gd name="connsiteX4" fmla="*/ 1612433 w 2186000"/>
              <a:gd name="connsiteY4" fmla="*/ 3083 h 652937"/>
              <a:gd name="connsiteX5" fmla="*/ 2174408 w 2186000"/>
              <a:gd name="connsiteY5" fmla="*/ 50708 h 652937"/>
              <a:gd name="connsiteX6" fmla="*/ 1988671 w 2186000"/>
              <a:gd name="connsiteY6" fmla="*/ 265021 h 652937"/>
              <a:gd name="connsiteX7" fmla="*/ 1945808 w 2186000"/>
              <a:gd name="connsiteY7" fmla="*/ 522196 h 652937"/>
              <a:gd name="connsiteX8" fmla="*/ 1755308 w 2186000"/>
              <a:gd name="connsiteY8" fmla="*/ 650783 h 652937"/>
              <a:gd name="connsiteX9" fmla="*/ 1621958 w 2186000"/>
              <a:gd name="connsiteY9" fmla="*/ 598396 h 652937"/>
              <a:gd name="connsiteX10" fmla="*/ 1340971 w 2186000"/>
              <a:gd name="connsiteY10" fmla="*/ 541246 h 652937"/>
              <a:gd name="connsiteX11" fmla="*/ 1174283 w 2186000"/>
              <a:gd name="connsiteY11" fmla="*/ 641258 h 652937"/>
              <a:gd name="connsiteX12" fmla="*/ 507533 w 2186000"/>
              <a:gd name="connsiteY12" fmla="*/ 617446 h 652937"/>
              <a:gd name="connsiteX0" fmla="*/ 507533 w 2011282"/>
              <a:gd name="connsiteY0" fmla="*/ 633262 h 668753"/>
              <a:gd name="connsiteX1" fmla="*/ 74146 w 2011282"/>
              <a:gd name="connsiteY1" fmla="*/ 590399 h 668753"/>
              <a:gd name="connsiteX2" fmla="*/ 59858 w 2011282"/>
              <a:gd name="connsiteY2" fmla="*/ 347512 h 668753"/>
              <a:gd name="connsiteX3" fmla="*/ 674220 w 2011282"/>
              <a:gd name="connsiteY3" fmla="*/ 56999 h 668753"/>
              <a:gd name="connsiteX4" fmla="*/ 1612433 w 2011282"/>
              <a:gd name="connsiteY4" fmla="*/ 18899 h 668753"/>
              <a:gd name="connsiteX5" fmla="*/ 1988671 w 2011282"/>
              <a:gd name="connsiteY5" fmla="*/ 280837 h 668753"/>
              <a:gd name="connsiteX6" fmla="*/ 1945808 w 2011282"/>
              <a:gd name="connsiteY6" fmla="*/ 538012 h 668753"/>
              <a:gd name="connsiteX7" fmla="*/ 1755308 w 2011282"/>
              <a:gd name="connsiteY7" fmla="*/ 666599 h 668753"/>
              <a:gd name="connsiteX8" fmla="*/ 1621958 w 2011282"/>
              <a:gd name="connsiteY8" fmla="*/ 614212 h 668753"/>
              <a:gd name="connsiteX9" fmla="*/ 1340971 w 2011282"/>
              <a:gd name="connsiteY9" fmla="*/ 557062 h 668753"/>
              <a:gd name="connsiteX10" fmla="*/ 1174283 w 2011282"/>
              <a:gd name="connsiteY10" fmla="*/ 657074 h 668753"/>
              <a:gd name="connsiteX11" fmla="*/ 507533 w 2011282"/>
              <a:gd name="connsiteY11" fmla="*/ 633262 h 668753"/>
              <a:gd name="connsiteX0" fmla="*/ 507533 w 1948202"/>
              <a:gd name="connsiteY0" fmla="*/ 652300 h 687791"/>
              <a:gd name="connsiteX1" fmla="*/ 74146 w 1948202"/>
              <a:gd name="connsiteY1" fmla="*/ 609437 h 687791"/>
              <a:gd name="connsiteX2" fmla="*/ 59858 w 1948202"/>
              <a:gd name="connsiteY2" fmla="*/ 366550 h 687791"/>
              <a:gd name="connsiteX3" fmla="*/ 674220 w 1948202"/>
              <a:gd name="connsiteY3" fmla="*/ 76037 h 687791"/>
              <a:gd name="connsiteX4" fmla="*/ 1612433 w 1948202"/>
              <a:gd name="connsiteY4" fmla="*/ 37937 h 687791"/>
              <a:gd name="connsiteX5" fmla="*/ 1945808 w 1948202"/>
              <a:gd name="connsiteY5" fmla="*/ 557050 h 687791"/>
              <a:gd name="connsiteX6" fmla="*/ 1755308 w 1948202"/>
              <a:gd name="connsiteY6" fmla="*/ 685637 h 687791"/>
              <a:gd name="connsiteX7" fmla="*/ 1621958 w 1948202"/>
              <a:gd name="connsiteY7" fmla="*/ 633250 h 687791"/>
              <a:gd name="connsiteX8" fmla="*/ 1340971 w 1948202"/>
              <a:gd name="connsiteY8" fmla="*/ 576100 h 687791"/>
              <a:gd name="connsiteX9" fmla="*/ 1174283 w 1948202"/>
              <a:gd name="connsiteY9" fmla="*/ 676112 h 687791"/>
              <a:gd name="connsiteX10" fmla="*/ 507533 w 1948202"/>
              <a:gd name="connsiteY10" fmla="*/ 652300 h 687791"/>
              <a:gd name="connsiteX0" fmla="*/ 507533 w 1961594"/>
              <a:gd name="connsiteY0" fmla="*/ 617393 h 652884"/>
              <a:gd name="connsiteX1" fmla="*/ 74146 w 1961594"/>
              <a:gd name="connsiteY1" fmla="*/ 574530 h 652884"/>
              <a:gd name="connsiteX2" fmla="*/ 59858 w 1961594"/>
              <a:gd name="connsiteY2" fmla="*/ 331643 h 652884"/>
              <a:gd name="connsiteX3" fmla="*/ 674220 w 1961594"/>
              <a:gd name="connsiteY3" fmla="*/ 41130 h 652884"/>
              <a:gd name="connsiteX4" fmla="*/ 1307633 w 1961594"/>
              <a:gd name="connsiteY4" fmla="*/ 53830 h 652884"/>
              <a:gd name="connsiteX5" fmla="*/ 1945808 w 1961594"/>
              <a:gd name="connsiteY5" fmla="*/ 522143 h 652884"/>
              <a:gd name="connsiteX6" fmla="*/ 1755308 w 1961594"/>
              <a:gd name="connsiteY6" fmla="*/ 650730 h 652884"/>
              <a:gd name="connsiteX7" fmla="*/ 1621958 w 1961594"/>
              <a:gd name="connsiteY7" fmla="*/ 598343 h 652884"/>
              <a:gd name="connsiteX8" fmla="*/ 1340971 w 1961594"/>
              <a:gd name="connsiteY8" fmla="*/ 541193 h 652884"/>
              <a:gd name="connsiteX9" fmla="*/ 1174283 w 1961594"/>
              <a:gd name="connsiteY9" fmla="*/ 641205 h 652884"/>
              <a:gd name="connsiteX10" fmla="*/ 507533 w 1961594"/>
              <a:gd name="connsiteY10" fmla="*/ 617393 h 652884"/>
              <a:gd name="connsiteX0" fmla="*/ 507533 w 1961594"/>
              <a:gd name="connsiteY0" fmla="*/ 665405 h 700896"/>
              <a:gd name="connsiteX1" fmla="*/ 74146 w 1961594"/>
              <a:gd name="connsiteY1" fmla="*/ 622542 h 700896"/>
              <a:gd name="connsiteX2" fmla="*/ 59858 w 1961594"/>
              <a:gd name="connsiteY2" fmla="*/ 379655 h 700896"/>
              <a:gd name="connsiteX3" fmla="*/ 674220 w 1961594"/>
              <a:gd name="connsiteY3" fmla="*/ 89142 h 700896"/>
              <a:gd name="connsiteX4" fmla="*/ 1307633 w 1961594"/>
              <a:gd name="connsiteY4" fmla="*/ 101842 h 700896"/>
              <a:gd name="connsiteX5" fmla="*/ 1945808 w 1961594"/>
              <a:gd name="connsiteY5" fmla="*/ 570155 h 700896"/>
              <a:gd name="connsiteX6" fmla="*/ 1755308 w 1961594"/>
              <a:gd name="connsiteY6" fmla="*/ 698742 h 700896"/>
              <a:gd name="connsiteX7" fmla="*/ 1621958 w 1961594"/>
              <a:gd name="connsiteY7" fmla="*/ 646355 h 700896"/>
              <a:gd name="connsiteX8" fmla="*/ 1340971 w 1961594"/>
              <a:gd name="connsiteY8" fmla="*/ 589205 h 700896"/>
              <a:gd name="connsiteX9" fmla="*/ 1174283 w 1961594"/>
              <a:gd name="connsiteY9" fmla="*/ 689217 h 700896"/>
              <a:gd name="connsiteX10" fmla="*/ 507533 w 1961594"/>
              <a:gd name="connsiteY10" fmla="*/ 665405 h 700896"/>
              <a:gd name="connsiteX0" fmla="*/ 507533 w 1960917"/>
              <a:gd name="connsiteY0" fmla="*/ 604851 h 640342"/>
              <a:gd name="connsiteX1" fmla="*/ 74146 w 1960917"/>
              <a:gd name="connsiteY1" fmla="*/ 561988 h 640342"/>
              <a:gd name="connsiteX2" fmla="*/ 59858 w 1960917"/>
              <a:gd name="connsiteY2" fmla="*/ 319101 h 640342"/>
              <a:gd name="connsiteX3" fmla="*/ 674220 w 1960917"/>
              <a:gd name="connsiteY3" fmla="*/ 28588 h 640342"/>
              <a:gd name="connsiteX4" fmla="*/ 1320333 w 1960917"/>
              <a:gd name="connsiteY4" fmla="*/ 142888 h 640342"/>
              <a:gd name="connsiteX5" fmla="*/ 1945808 w 1960917"/>
              <a:gd name="connsiteY5" fmla="*/ 509601 h 640342"/>
              <a:gd name="connsiteX6" fmla="*/ 1755308 w 1960917"/>
              <a:gd name="connsiteY6" fmla="*/ 638188 h 640342"/>
              <a:gd name="connsiteX7" fmla="*/ 1621958 w 1960917"/>
              <a:gd name="connsiteY7" fmla="*/ 585801 h 640342"/>
              <a:gd name="connsiteX8" fmla="*/ 1340971 w 1960917"/>
              <a:gd name="connsiteY8" fmla="*/ 528651 h 640342"/>
              <a:gd name="connsiteX9" fmla="*/ 1174283 w 1960917"/>
              <a:gd name="connsiteY9" fmla="*/ 628663 h 640342"/>
              <a:gd name="connsiteX10" fmla="*/ 507533 w 1960917"/>
              <a:gd name="connsiteY10" fmla="*/ 604851 h 64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0917" h="640342">
                <a:moveTo>
                  <a:pt x="507533" y="604851"/>
                </a:moveTo>
                <a:cubicBezTo>
                  <a:pt x="324177" y="593738"/>
                  <a:pt x="148758" y="609613"/>
                  <a:pt x="74146" y="561988"/>
                </a:cubicBezTo>
                <a:cubicBezTo>
                  <a:pt x="-466" y="514363"/>
                  <a:pt x="-40154" y="408001"/>
                  <a:pt x="59858" y="319101"/>
                </a:cubicBezTo>
                <a:cubicBezTo>
                  <a:pt x="159870" y="230201"/>
                  <a:pt x="464141" y="57957"/>
                  <a:pt x="674220" y="28588"/>
                </a:cubicBezTo>
                <a:cubicBezTo>
                  <a:pt x="884299" y="-781"/>
                  <a:pt x="1184602" y="-51581"/>
                  <a:pt x="1320333" y="142888"/>
                </a:cubicBezTo>
                <a:cubicBezTo>
                  <a:pt x="1456064" y="337357"/>
                  <a:pt x="1873312" y="427051"/>
                  <a:pt x="1945808" y="509601"/>
                </a:cubicBezTo>
                <a:cubicBezTo>
                  <a:pt x="2018304" y="592151"/>
                  <a:pt x="1809283" y="625488"/>
                  <a:pt x="1755308" y="638188"/>
                </a:cubicBezTo>
                <a:cubicBezTo>
                  <a:pt x="1701333" y="650888"/>
                  <a:pt x="1691014" y="604057"/>
                  <a:pt x="1621958" y="585801"/>
                </a:cubicBezTo>
                <a:cubicBezTo>
                  <a:pt x="1552902" y="567545"/>
                  <a:pt x="1415583" y="521507"/>
                  <a:pt x="1340971" y="528651"/>
                </a:cubicBezTo>
                <a:cubicBezTo>
                  <a:pt x="1266359" y="535795"/>
                  <a:pt x="1307633" y="614375"/>
                  <a:pt x="1174283" y="628663"/>
                </a:cubicBezTo>
                <a:cubicBezTo>
                  <a:pt x="1040933" y="642951"/>
                  <a:pt x="690889" y="615964"/>
                  <a:pt x="507533" y="604851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BB9C9F95-C705-7DA9-E2D0-33D89A554183}"/>
              </a:ext>
            </a:extLst>
          </p:cNvPr>
          <p:cNvSpPr/>
          <p:nvPr/>
        </p:nvSpPr>
        <p:spPr>
          <a:xfrm>
            <a:off x="4443481" y="3392072"/>
            <a:ext cx="528573" cy="706111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5727 w 739189"/>
              <a:gd name="connsiteY0" fmla="*/ 750108 h 807985"/>
              <a:gd name="connsiteX1" fmla="*/ 100977 w 739189"/>
              <a:gd name="connsiteY1" fmla="*/ 645333 h 807985"/>
              <a:gd name="connsiteX2" fmla="*/ 253377 w 739189"/>
              <a:gd name="connsiteY2" fmla="*/ 350058 h 807985"/>
              <a:gd name="connsiteX3" fmla="*/ 443877 w 739189"/>
              <a:gd name="connsiteY3" fmla="*/ 35733 h 807985"/>
              <a:gd name="connsiteX4" fmla="*/ 739152 w 739189"/>
              <a:gd name="connsiteY4" fmla="*/ 16683 h 807985"/>
              <a:gd name="connsiteX5" fmla="*/ 462927 w 739189"/>
              <a:gd name="connsiteY5" fmla="*/ 121458 h 807985"/>
              <a:gd name="connsiteX6" fmla="*/ 272427 w 739189"/>
              <a:gd name="connsiteY6" fmla="*/ 502458 h 807985"/>
              <a:gd name="connsiteX7" fmla="*/ 269360 w 739189"/>
              <a:gd name="connsiteY7" fmla="*/ 793927 h 807985"/>
              <a:gd name="connsiteX8" fmla="*/ 5727 w 739189"/>
              <a:gd name="connsiteY8" fmla="*/ 750108 h 807985"/>
              <a:gd name="connsiteX0" fmla="*/ 21132 w 656883"/>
              <a:gd name="connsiteY0" fmla="*/ 771446 h 813569"/>
              <a:gd name="connsiteX1" fmla="*/ 18671 w 656883"/>
              <a:gd name="connsiteY1" fmla="*/ 645333 h 813569"/>
              <a:gd name="connsiteX2" fmla="*/ 171071 w 656883"/>
              <a:gd name="connsiteY2" fmla="*/ 350058 h 813569"/>
              <a:gd name="connsiteX3" fmla="*/ 361571 w 656883"/>
              <a:gd name="connsiteY3" fmla="*/ 35733 h 813569"/>
              <a:gd name="connsiteX4" fmla="*/ 656846 w 656883"/>
              <a:gd name="connsiteY4" fmla="*/ 16683 h 813569"/>
              <a:gd name="connsiteX5" fmla="*/ 380621 w 656883"/>
              <a:gd name="connsiteY5" fmla="*/ 121458 h 813569"/>
              <a:gd name="connsiteX6" fmla="*/ 190121 w 656883"/>
              <a:gd name="connsiteY6" fmla="*/ 502458 h 813569"/>
              <a:gd name="connsiteX7" fmla="*/ 187054 w 656883"/>
              <a:gd name="connsiteY7" fmla="*/ 793927 h 813569"/>
              <a:gd name="connsiteX8" fmla="*/ 21132 w 656883"/>
              <a:gd name="connsiteY8" fmla="*/ 771446 h 813569"/>
              <a:gd name="connsiteX0" fmla="*/ 7169 w 642920"/>
              <a:gd name="connsiteY0" fmla="*/ 771446 h 817044"/>
              <a:gd name="connsiteX1" fmla="*/ 42708 w 642920"/>
              <a:gd name="connsiteY1" fmla="*/ 554649 h 817044"/>
              <a:gd name="connsiteX2" fmla="*/ 157108 w 642920"/>
              <a:gd name="connsiteY2" fmla="*/ 350058 h 817044"/>
              <a:gd name="connsiteX3" fmla="*/ 347608 w 642920"/>
              <a:gd name="connsiteY3" fmla="*/ 35733 h 817044"/>
              <a:gd name="connsiteX4" fmla="*/ 642883 w 642920"/>
              <a:gd name="connsiteY4" fmla="*/ 16683 h 817044"/>
              <a:gd name="connsiteX5" fmla="*/ 366658 w 642920"/>
              <a:gd name="connsiteY5" fmla="*/ 121458 h 817044"/>
              <a:gd name="connsiteX6" fmla="*/ 176158 w 642920"/>
              <a:gd name="connsiteY6" fmla="*/ 502458 h 817044"/>
              <a:gd name="connsiteX7" fmla="*/ 173091 w 642920"/>
              <a:gd name="connsiteY7" fmla="*/ 793927 h 817044"/>
              <a:gd name="connsiteX8" fmla="*/ 7169 w 642920"/>
              <a:gd name="connsiteY8" fmla="*/ 771446 h 817044"/>
              <a:gd name="connsiteX0" fmla="*/ 16384 w 614136"/>
              <a:gd name="connsiteY0" fmla="*/ 720770 h 804122"/>
              <a:gd name="connsiteX1" fmla="*/ 13924 w 614136"/>
              <a:gd name="connsiteY1" fmla="*/ 554649 h 804122"/>
              <a:gd name="connsiteX2" fmla="*/ 128324 w 614136"/>
              <a:gd name="connsiteY2" fmla="*/ 350058 h 804122"/>
              <a:gd name="connsiteX3" fmla="*/ 318824 w 614136"/>
              <a:gd name="connsiteY3" fmla="*/ 35733 h 804122"/>
              <a:gd name="connsiteX4" fmla="*/ 614099 w 614136"/>
              <a:gd name="connsiteY4" fmla="*/ 16683 h 804122"/>
              <a:gd name="connsiteX5" fmla="*/ 337874 w 614136"/>
              <a:gd name="connsiteY5" fmla="*/ 121458 h 804122"/>
              <a:gd name="connsiteX6" fmla="*/ 147374 w 614136"/>
              <a:gd name="connsiteY6" fmla="*/ 502458 h 804122"/>
              <a:gd name="connsiteX7" fmla="*/ 144307 w 614136"/>
              <a:gd name="connsiteY7" fmla="*/ 793927 h 804122"/>
              <a:gd name="connsiteX8" fmla="*/ 16384 w 614136"/>
              <a:gd name="connsiteY8" fmla="*/ 720770 h 804122"/>
              <a:gd name="connsiteX0" fmla="*/ 12033 w 609785"/>
              <a:gd name="connsiteY0" fmla="*/ 720770 h 804375"/>
              <a:gd name="connsiteX1" fmla="*/ 9573 w 609785"/>
              <a:gd name="connsiteY1" fmla="*/ 554649 h 804375"/>
              <a:gd name="connsiteX2" fmla="*/ 123973 w 609785"/>
              <a:gd name="connsiteY2" fmla="*/ 350058 h 804375"/>
              <a:gd name="connsiteX3" fmla="*/ 314473 w 609785"/>
              <a:gd name="connsiteY3" fmla="*/ 35733 h 804375"/>
              <a:gd name="connsiteX4" fmla="*/ 609748 w 609785"/>
              <a:gd name="connsiteY4" fmla="*/ 16683 h 804375"/>
              <a:gd name="connsiteX5" fmla="*/ 333523 w 609785"/>
              <a:gd name="connsiteY5" fmla="*/ 121458 h 804375"/>
              <a:gd name="connsiteX6" fmla="*/ 143023 w 609785"/>
              <a:gd name="connsiteY6" fmla="*/ 502458 h 804375"/>
              <a:gd name="connsiteX7" fmla="*/ 139956 w 609785"/>
              <a:gd name="connsiteY7" fmla="*/ 793927 h 804375"/>
              <a:gd name="connsiteX8" fmla="*/ 12033 w 609785"/>
              <a:gd name="connsiteY8" fmla="*/ 720770 h 804375"/>
              <a:gd name="connsiteX0" fmla="*/ 4465 w 602217"/>
              <a:gd name="connsiteY0" fmla="*/ 720770 h 804820"/>
              <a:gd name="connsiteX1" fmla="*/ 37290 w 602217"/>
              <a:gd name="connsiteY1" fmla="*/ 511974 h 804820"/>
              <a:gd name="connsiteX2" fmla="*/ 116405 w 602217"/>
              <a:gd name="connsiteY2" fmla="*/ 350058 h 804820"/>
              <a:gd name="connsiteX3" fmla="*/ 306905 w 602217"/>
              <a:gd name="connsiteY3" fmla="*/ 35733 h 804820"/>
              <a:gd name="connsiteX4" fmla="*/ 602180 w 602217"/>
              <a:gd name="connsiteY4" fmla="*/ 16683 h 804820"/>
              <a:gd name="connsiteX5" fmla="*/ 325955 w 602217"/>
              <a:gd name="connsiteY5" fmla="*/ 121458 h 804820"/>
              <a:gd name="connsiteX6" fmla="*/ 135455 w 602217"/>
              <a:gd name="connsiteY6" fmla="*/ 502458 h 804820"/>
              <a:gd name="connsiteX7" fmla="*/ 132388 w 602217"/>
              <a:gd name="connsiteY7" fmla="*/ 793927 h 804820"/>
              <a:gd name="connsiteX8" fmla="*/ 4465 w 602217"/>
              <a:gd name="connsiteY8" fmla="*/ 720770 h 804820"/>
              <a:gd name="connsiteX0" fmla="*/ 4382 w 602134"/>
              <a:gd name="connsiteY0" fmla="*/ 719924 h 803974"/>
              <a:gd name="connsiteX1" fmla="*/ 37207 w 602134"/>
              <a:gd name="connsiteY1" fmla="*/ 511128 h 803974"/>
              <a:gd name="connsiteX2" fmla="*/ 110894 w 602134"/>
              <a:gd name="connsiteY2" fmla="*/ 335876 h 803974"/>
              <a:gd name="connsiteX3" fmla="*/ 306822 w 602134"/>
              <a:gd name="connsiteY3" fmla="*/ 34887 h 803974"/>
              <a:gd name="connsiteX4" fmla="*/ 602097 w 602134"/>
              <a:gd name="connsiteY4" fmla="*/ 15837 h 803974"/>
              <a:gd name="connsiteX5" fmla="*/ 325872 w 602134"/>
              <a:gd name="connsiteY5" fmla="*/ 120612 h 803974"/>
              <a:gd name="connsiteX6" fmla="*/ 135372 w 602134"/>
              <a:gd name="connsiteY6" fmla="*/ 501612 h 803974"/>
              <a:gd name="connsiteX7" fmla="*/ 132305 w 602134"/>
              <a:gd name="connsiteY7" fmla="*/ 793081 h 803974"/>
              <a:gd name="connsiteX8" fmla="*/ 4382 w 602134"/>
              <a:gd name="connsiteY8" fmla="*/ 719924 h 803974"/>
              <a:gd name="connsiteX0" fmla="*/ 4382 w 602134"/>
              <a:gd name="connsiteY0" fmla="*/ 719924 h 794293"/>
              <a:gd name="connsiteX1" fmla="*/ 37207 w 602134"/>
              <a:gd name="connsiteY1" fmla="*/ 511128 h 794293"/>
              <a:gd name="connsiteX2" fmla="*/ 110894 w 602134"/>
              <a:gd name="connsiteY2" fmla="*/ 335876 h 794293"/>
              <a:gd name="connsiteX3" fmla="*/ 306822 w 602134"/>
              <a:gd name="connsiteY3" fmla="*/ 34887 h 794293"/>
              <a:gd name="connsiteX4" fmla="*/ 602097 w 602134"/>
              <a:gd name="connsiteY4" fmla="*/ 15837 h 794293"/>
              <a:gd name="connsiteX5" fmla="*/ 325872 w 602134"/>
              <a:gd name="connsiteY5" fmla="*/ 120612 h 794293"/>
              <a:gd name="connsiteX6" fmla="*/ 135372 w 602134"/>
              <a:gd name="connsiteY6" fmla="*/ 501612 h 794293"/>
              <a:gd name="connsiteX7" fmla="*/ 104762 w 602134"/>
              <a:gd name="connsiteY7" fmla="*/ 670727 h 794293"/>
              <a:gd name="connsiteX8" fmla="*/ 132305 w 602134"/>
              <a:gd name="connsiteY8" fmla="*/ 793081 h 794293"/>
              <a:gd name="connsiteX9" fmla="*/ 4382 w 602134"/>
              <a:gd name="connsiteY9" fmla="*/ 719924 h 794293"/>
              <a:gd name="connsiteX0" fmla="*/ 4731 w 602483"/>
              <a:gd name="connsiteY0" fmla="*/ 716537 h 790906"/>
              <a:gd name="connsiteX1" fmla="*/ 37556 w 602483"/>
              <a:gd name="connsiteY1" fmla="*/ 507741 h 790906"/>
              <a:gd name="connsiteX2" fmla="*/ 132957 w 602483"/>
              <a:gd name="connsiteY2" fmla="*/ 276478 h 790906"/>
              <a:gd name="connsiteX3" fmla="*/ 307171 w 602483"/>
              <a:gd name="connsiteY3" fmla="*/ 31500 h 790906"/>
              <a:gd name="connsiteX4" fmla="*/ 602446 w 602483"/>
              <a:gd name="connsiteY4" fmla="*/ 12450 h 790906"/>
              <a:gd name="connsiteX5" fmla="*/ 326221 w 602483"/>
              <a:gd name="connsiteY5" fmla="*/ 117225 h 790906"/>
              <a:gd name="connsiteX6" fmla="*/ 135721 w 602483"/>
              <a:gd name="connsiteY6" fmla="*/ 498225 h 790906"/>
              <a:gd name="connsiteX7" fmla="*/ 105111 w 602483"/>
              <a:gd name="connsiteY7" fmla="*/ 667340 h 790906"/>
              <a:gd name="connsiteX8" fmla="*/ 132654 w 602483"/>
              <a:gd name="connsiteY8" fmla="*/ 789694 h 790906"/>
              <a:gd name="connsiteX9" fmla="*/ 4731 w 602483"/>
              <a:gd name="connsiteY9" fmla="*/ 716537 h 7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483" h="790906">
                <a:moveTo>
                  <a:pt x="4731" y="716537"/>
                </a:moveTo>
                <a:cubicBezTo>
                  <a:pt x="-11119" y="669545"/>
                  <a:pt x="16185" y="581084"/>
                  <a:pt x="37556" y="507741"/>
                </a:cubicBezTo>
                <a:cubicBezTo>
                  <a:pt x="58927" y="434398"/>
                  <a:pt x="88021" y="355852"/>
                  <a:pt x="132957" y="276478"/>
                </a:cubicBezTo>
                <a:cubicBezTo>
                  <a:pt x="177893" y="197104"/>
                  <a:pt x="228923" y="75505"/>
                  <a:pt x="307171" y="31500"/>
                </a:cubicBezTo>
                <a:cubicBezTo>
                  <a:pt x="385419" y="-12505"/>
                  <a:pt x="599271" y="-1837"/>
                  <a:pt x="602446" y="12450"/>
                </a:cubicBezTo>
                <a:cubicBezTo>
                  <a:pt x="605621" y="26737"/>
                  <a:pt x="404008" y="36263"/>
                  <a:pt x="326221" y="117225"/>
                </a:cubicBezTo>
                <a:cubicBezTo>
                  <a:pt x="248434" y="198187"/>
                  <a:pt x="168954" y="405650"/>
                  <a:pt x="135721" y="498225"/>
                </a:cubicBezTo>
                <a:cubicBezTo>
                  <a:pt x="102488" y="590800"/>
                  <a:pt x="105622" y="618762"/>
                  <a:pt x="105111" y="667340"/>
                </a:cubicBezTo>
                <a:cubicBezTo>
                  <a:pt x="104600" y="715918"/>
                  <a:pt x="149384" y="781495"/>
                  <a:pt x="132654" y="789694"/>
                </a:cubicBezTo>
                <a:cubicBezTo>
                  <a:pt x="115924" y="797894"/>
                  <a:pt x="20581" y="763529"/>
                  <a:pt x="4731" y="716537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1AF05D04-F0C9-8183-7708-544A54152E63}"/>
              </a:ext>
            </a:extLst>
          </p:cNvPr>
          <p:cNvSpPr/>
          <p:nvPr/>
        </p:nvSpPr>
        <p:spPr>
          <a:xfrm flipV="1">
            <a:off x="4440556" y="4066251"/>
            <a:ext cx="611404" cy="553487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3538 w 737000"/>
              <a:gd name="connsiteY0" fmla="*/ 750108 h 752603"/>
              <a:gd name="connsiteX1" fmla="*/ 98788 w 737000"/>
              <a:gd name="connsiteY1" fmla="*/ 645333 h 752603"/>
              <a:gd name="connsiteX2" fmla="*/ 251188 w 737000"/>
              <a:gd name="connsiteY2" fmla="*/ 350058 h 752603"/>
              <a:gd name="connsiteX3" fmla="*/ 441688 w 737000"/>
              <a:gd name="connsiteY3" fmla="*/ 35733 h 752603"/>
              <a:gd name="connsiteX4" fmla="*/ 736963 w 737000"/>
              <a:gd name="connsiteY4" fmla="*/ 16683 h 752603"/>
              <a:gd name="connsiteX5" fmla="*/ 460738 w 737000"/>
              <a:gd name="connsiteY5" fmla="*/ 121458 h 752603"/>
              <a:gd name="connsiteX6" fmla="*/ 270238 w 737000"/>
              <a:gd name="connsiteY6" fmla="*/ 502458 h 752603"/>
              <a:gd name="connsiteX7" fmla="*/ 222613 w 737000"/>
              <a:gd name="connsiteY7" fmla="*/ 701259 h 752603"/>
              <a:gd name="connsiteX8" fmla="*/ 3538 w 737000"/>
              <a:gd name="connsiteY8" fmla="*/ 750108 h 752603"/>
              <a:gd name="connsiteX0" fmla="*/ 37600 w 644855"/>
              <a:gd name="connsiteY0" fmla="*/ 759939 h 761876"/>
              <a:gd name="connsiteX1" fmla="*/ 6643 w 644855"/>
              <a:gd name="connsiteY1" fmla="*/ 645333 h 761876"/>
              <a:gd name="connsiteX2" fmla="*/ 159043 w 644855"/>
              <a:gd name="connsiteY2" fmla="*/ 350058 h 761876"/>
              <a:gd name="connsiteX3" fmla="*/ 349543 w 644855"/>
              <a:gd name="connsiteY3" fmla="*/ 35733 h 761876"/>
              <a:gd name="connsiteX4" fmla="*/ 644818 w 644855"/>
              <a:gd name="connsiteY4" fmla="*/ 16683 h 761876"/>
              <a:gd name="connsiteX5" fmla="*/ 368593 w 644855"/>
              <a:gd name="connsiteY5" fmla="*/ 121458 h 761876"/>
              <a:gd name="connsiteX6" fmla="*/ 178093 w 644855"/>
              <a:gd name="connsiteY6" fmla="*/ 502458 h 761876"/>
              <a:gd name="connsiteX7" fmla="*/ 130468 w 644855"/>
              <a:gd name="connsiteY7" fmla="*/ 701259 h 761876"/>
              <a:gd name="connsiteX8" fmla="*/ 37600 w 644855"/>
              <a:gd name="connsiteY8" fmla="*/ 759939 h 761876"/>
              <a:gd name="connsiteX0" fmla="*/ 12056 w 619311"/>
              <a:gd name="connsiteY0" fmla="*/ 759939 h 763137"/>
              <a:gd name="connsiteX1" fmla="*/ 14437 w 619311"/>
              <a:gd name="connsiteY1" fmla="*/ 622394 h 763137"/>
              <a:gd name="connsiteX2" fmla="*/ 133499 w 619311"/>
              <a:gd name="connsiteY2" fmla="*/ 350058 h 763137"/>
              <a:gd name="connsiteX3" fmla="*/ 323999 w 619311"/>
              <a:gd name="connsiteY3" fmla="*/ 35733 h 763137"/>
              <a:gd name="connsiteX4" fmla="*/ 619274 w 619311"/>
              <a:gd name="connsiteY4" fmla="*/ 16683 h 763137"/>
              <a:gd name="connsiteX5" fmla="*/ 343049 w 619311"/>
              <a:gd name="connsiteY5" fmla="*/ 121458 h 763137"/>
              <a:gd name="connsiteX6" fmla="*/ 152549 w 619311"/>
              <a:gd name="connsiteY6" fmla="*/ 502458 h 763137"/>
              <a:gd name="connsiteX7" fmla="*/ 104924 w 619311"/>
              <a:gd name="connsiteY7" fmla="*/ 701259 h 763137"/>
              <a:gd name="connsiteX8" fmla="*/ 12056 w 619311"/>
              <a:gd name="connsiteY8" fmla="*/ 759939 h 763137"/>
              <a:gd name="connsiteX0" fmla="*/ 13264 w 620519"/>
              <a:gd name="connsiteY0" fmla="*/ 759939 h 761307"/>
              <a:gd name="connsiteX1" fmla="*/ 15645 w 620519"/>
              <a:gd name="connsiteY1" fmla="*/ 622394 h 761307"/>
              <a:gd name="connsiteX2" fmla="*/ 134707 w 620519"/>
              <a:gd name="connsiteY2" fmla="*/ 350058 h 761307"/>
              <a:gd name="connsiteX3" fmla="*/ 325207 w 620519"/>
              <a:gd name="connsiteY3" fmla="*/ 35733 h 761307"/>
              <a:gd name="connsiteX4" fmla="*/ 620482 w 620519"/>
              <a:gd name="connsiteY4" fmla="*/ 16683 h 761307"/>
              <a:gd name="connsiteX5" fmla="*/ 344257 w 620519"/>
              <a:gd name="connsiteY5" fmla="*/ 121458 h 761307"/>
              <a:gd name="connsiteX6" fmla="*/ 153757 w 620519"/>
              <a:gd name="connsiteY6" fmla="*/ 502458 h 761307"/>
              <a:gd name="connsiteX7" fmla="*/ 125182 w 620519"/>
              <a:gd name="connsiteY7" fmla="*/ 681597 h 761307"/>
              <a:gd name="connsiteX8" fmla="*/ 13264 w 620519"/>
              <a:gd name="connsiteY8" fmla="*/ 759939 h 761307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529"/>
              <a:gd name="connsiteX1" fmla="*/ 30995 w 612056"/>
              <a:gd name="connsiteY1" fmla="*/ 612563 h 761529"/>
              <a:gd name="connsiteX2" fmla="*/ 126244 w 612056"/>
              <a:gd name="connsiteY2" fmla="*/ 350058 h 761529"/>
              <a:gd name="connsiteX3" fmla="*/ 316744 w 612056"/>
              <a:gd name="connsiteY3" fmla="*/ 35733 h 761529"/>
              <a:gd name="connsiteX4" fmla="*/ 612019 w 612056"/>
              <a:gd name="connsiteY4" fmla="*/ 16683 h 761529"/>
              <a:gd name="connsiteX5" fmla="*/ 335794 w 612056"/>
              <a:gd name="connsiteY5" fmla="*/ 121458 h 761529"/>
              <a:gd name="connsiteX6" fmla="*/ 145294 w 612056"/>
              <a:gd name="connsiteY6" fmla="*/ 502458 h 761529"/>
              <a:gd name="connsiteX7" fmla="*/ 116719 w 612056"/>
              <a:gd name="connsiteY7" fmla="*/ 681597 h 761529"/>
              <a:gd name="connsiteX8" fmla="*/ 4801 w 612056"/>
              <a:gd name="connsiteY8" fmla="*/ 759939 h 761529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150 w 611404"/>
              <a:gd name="connsiteY0" fmla="*/ 759939 h 761687"/>
              <a:gd name="connsiteX1" fmla="*/ 30344 w 611404"/>
              <a:gd name="connsiteY1" fmla="*/ 612563 h 761687"/>
              <a:gd name="connsiteX2" fmla="*/ 125593 w 611404"/>
              <a:gd name="connsiteY2" fmla="*/ 350058 h 761687"/>
              <a:gd name="connsiteX3" fmla="*/ 316093 w 611404"/>
              <a:gd name="connsiteY3" fmla="*/ 35733 h 761687"/>
              <a:gd name="connsiteX4" fmla="*/ 611368 w 611404"/>
              <a:gd name="connsiteY4" fmla="*/ 16683 h 761687"/>
              <a:gd name="connsiteX5" fmla="*/ 335143 w 611404"/>
              <a:gd name="connsiteY5" fmla="*/ 121458 h 761687"/>
              <a:gd name="connsiteX6" fmla="*/ 156549 w 611404"/>
              <a:gd name="connsiteY6" fmla="*/ 505736 h 761687"/>
              <a:gd name="connsiteX7" fmla="*/ 106543 w 611404"/>
              <a:gd name="connsiteY7" fmla="*/ 681597 h 761687"/>
              <a:gd name="connsiteX8" fmla="*/ 4150 w 611404"/>
              <a:gd name="connsiteY8" fmla="*/ 759939 h 7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404" h="761687">
                <a:moveTo>
                  <a:pt x="4150" y="759939"/>
                </a:moveTo>
                <a:cubicBezTo>
                  <a:pt x="-8550" y="748433"/>
                  <a:pt x="10104" y="680876"/>
                  <a:pt x="30344" y="612563"/>
                </a:cubicBezTo>
                <a:cubicBezTo>
                  <a:pt x="50584" y="544250"/>
                  <a:pt x="77968" y="446196"/>
                  <a:pt x="125593" y="350058"/>
                </a:cubicBezTo>
                <a:cubicBezTo>
                  <a:pt x="173218" y="253920"/>
                  <a:pt x="235131" y="91296"/>
                  <a:pt x="316093" y="35733"/>
                </a:cubicBezTo>
                <a:cubicBezTo>
                  <a:pt x="397056" y="-19830"/>
                  <a:pt x="608193" y="2396"/>
                  <a:pt x="611368" y="16683"/>
                </a:cubicBezTo>
                <a:cubicBezTo>
                  <a:pt x="614543" y="30970"/>
                  <a:pt x="410946" y="39949"/>
                  <a:pt x="335143" y="121458"/>
                </a:cubicBezTo>
                <a:cubicBezTo>
                  <a:pt x="259340" y="202967"/>
                  <a:pt x="195443" y="408797"/>
                  <a:pt x="156549" y="505736"/>
                </a:cubicBezTo>
                <a:cubicBezTo>
                  <a:pt x="124799" y="589566"/>
                  <a:pt x="124799" y="639229"/>
                  <a:pt x="106543" y="681597"/>
                </a:cubicBezTo>
                <a:cubicBezTo>
                  <a:pt x="88287" y="723965"/>
                  <a:pt x="16850" y="771445"/>
                  <a:pt x="4150" y="759939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B8D9D83-BC82-6C31-632E-16147855948B}"/>
              </a:ext>
            </a:extLst>
          </p:cNvPr>
          <p:cNvGrpSpPr/>
          <p:nvPr/>
        </p:nvGrpSpPr>
        <p:grpSpPr>
          <a:xfrm>
            <a:off x="4635842" y="3744112"/>
            <a:ext cx="330191" cy="561955"/>
            <a:chOff x="4635842" y="3744112"/>
            <a:chExt cx="330191" cy="561955"/>
          </a:xfrm>
        </p:grpSpPr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990D76C3-DC09-A760-702E-4F9B9B1B8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1883" y="3744112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B37920B5-F939-498C-45EA-A718D0E09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842" y="3946006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8226C709-4176-8613-D8ED-63628E4654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62046" y="4143078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64CCE9C7-1F80-ADC9-C906-E64325196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767" y="4306067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87DA7E46-C6B9-88AF-A477-F9FE26565083}"/>
              </a:ext>
            </a:extLst>
          </p:cNvPr>
          <p:cNvSpPr txBox="1"/>
          <p:nvPr/>
        </p:nvSpPr>
        <p:spPr>
          <a:xfrm>
            <a:off x="198375" y="4442160"/>
            <a:ext cx="16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Alveolar filling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ARDS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Pulmonary edema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Pneumonia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DAH</a:t>
            </a: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EF53F44B-A09E-6A78-AFC4-7F342E4D47C8}"/>
              </a:ext>
            </a:extLst>
          </p:cNvPr>
          <p:cNvSpPr/>
          <p:nvPr/>
        </p:nvSpPr>
        <p:spPr>
          <a:xfrm>
            <a:off x="2422102" y="4040512"/>
            <a:ext cx="2090982" cy="655573"/>
          </a:xfrm>
          <a:custGeom>
            <a:avLst/>
            <a:gdLst>
              <a:gd name="connsiteX0" fmla="*/ 76901 w 2147614"/>
              <a:gd name="connsiteY0" fmla="*/ 139361 h 624678"/>
              <a:gd name="connsiteX1" fmla="*/ 500763 w 2147614"/>
              <a:gd name="connsiteY1" fmla="*/ 86974 h 624678"/>
              <a:gd name="connsiteX2" fmla="*/ 662688 w 2147614"/>
              <a:gd name="connsiteY2" fmla="*/ 6011 h 624678"/>
              <a:gd name="connsiteX3" fmla="*/ 1124651 w 2147614"/>
              <a:gd name="connsiteY3" fmla="*/ 15536 h 624678"/>
              <a:gd name="connsiteX4" fmla="*/ 1458026 w 2147614"/>
              <a:gd name="connsiteY4" fmla="*/ 91736 h 624678"/>
              <a:gd name="connsiteX5" fmla="*/ 1886651 w 2147614"/>
              <a:gd name="connsiteY5" fmla="*/ 67924 h 624678"/>
              <a:gd name="connsiteX6" fmla="*/ 2010476 w 2147614"/>
              <a:gd name="connsiteY6" fmla="*/ 306049 h 624678"/>
              <a:gd name="connsiteX7" fmla="*/ 2143826 w 2147614"/>
              <a:gd name="connsiteY7" fmla="*/ 477499 h 624678"/>
              <a:gd name="connsiteX8" fmla="*/ 1853313 w 2147614"/>
              <a:gd name="connsiteY8" fmla="*/ 606086 h 624678"/>
              <a:gd name="connsiteX9" fmla="*/ 905576 w 2147614"/>
              <a:gd name="connsiteY9" fmla="*/ 610849 h 624678"/>
              <a:gd name="connsiteX10" fmla="*/ 329313 w 2147614"/>
              <a:gd name="connsiteY10" fmla="*/ 482261 h 624678"/>
              <a:gd name="connsiteX11" fmla="*/ 81663 w 2147614"/>
              <a:gd name="connsiteY11" fmla="*/ 344149 h 624678"/>
              <a:gd name="connsiteX12" fmla="*/ 701 w 2147614"/>
              <a:gd name="connsiteY12" fmla="*/ 167936 h 624678"/>
              <a:gd name="connsiteX13" fmla="*/ 76901 w 2147614"/>
              <a:gd name="connsiteY13" fmla="*/ 139361 h 624678"/>
              <a:gd name="connsiteX0" fmla="*/ 76620 w 2147333"/>
              <a:gd name="connsiteY0" fmla="*/ 86973 h 624678"/>
              <a:gd name="connsiteX1" fmla="*/ 500482 w 2147333"/>
              <a:gd name="connsiteY1" fmla="*/ 86974 h 624678"/>
              <a:gd name="connsiteX2" fmla="*/ 662407 w 2147333"/>
              <a:gd name="connsiteY2" fmla="*/ 6011 h 624678"/>
              <a:gd name="connsiteX3" fmla="*/ 1124370 w 2147333"/>
              <a:gd name="connsiteY3" fmla="*/ 15536 h 624678"/>
              <a:gd name="connsiteX4" fmla="*/ 1457745 w 2147333"/>
              <a:gd name="connsiteY4" fmla="*/ 91736 h 624678"/>
              <a:gd name="connsiteX5" fmla="*/ 1886370 w 2147333"/>
              <a:gd name="connsiteY5" fmla="*/ 67924 h 624678"/>
              <a:gd name="connsiteX6" fmla="*/ 2010195 w 2147333"/>
              <a:gd name="connsiteY6" fmla="*/ 306049 h 624678"/>
              <a:gd name="connsiteX7" fmla="*/ 2143545 w 2147333"/>
              <a:gd name="connsiteY7" fmla="*/ 477499 h 624678"/>
              <a:gd name="connsiteX8" fmla="*/ 1853032 w 2147333"/>
              <a:gd name="connsiteY8" fmla="*/ 606086 h 624678"/>
              <a:gd name="connsiteX9" fmla="*/ 905295 w 2147333"/>
              <a:gd name="connsiteY9" fmla="*/ 610849 h 624678"/>
              <a:gd name="connsiteX10" fmla="*/ 329032 w 2147333"/>
              <a:gd name="connsiteY10" fmla="*/ 482261 h 624678"/>
              <a:gd name="connsiteX11" fmla="*/ 81382 w 2147333"/>
              <a:gd name="connsiteY11" fmla="*/ 344149 h 624678"/>
              <a:gd name="connsiteX12" fmla="*/ 420 w 2147333"/>
              <a:gd name="connsiteY12" fmla="*/ 167936 h 624678"/>
              <a:gd name="connsiteX13" fmla="*/ 76620 w 2147333"/>
              <a:gd name="connsiteY13" fmla="*/ 86973 h 624678"/>
              <a:gd name="connsiteX0" fmla="*/ 76620 w 2147333"/>
              <a:gd name="connsiteY0" fmla="*/ 98968 h 636673"/>
              <a:gd name="connsiteX1" fmla="*/ 500482 w 2147333"/>
              <a:gd name="connsiteY1" fmla="*/ 98969 h 636673"/>
              <a:gd name="connsiteX2" fmla="*/ 662407 w 2147333"/>
              <a:gd name="connsiteY2" fmla="*/ 3718 h 636673"/>
              <a:gd name="connsiteX3" fmla="*/ 1124370 w 2147333"/>
              <a:gd name="connsiteY3" fmla="*/ 27531 h 636673"/>
              <a:gd name="connsiteX4" fmla="*/ 1457745 w 2147333"/>
              <a:gd name="connsiteY4" fmla="*/ 103731 h 636673"/>
              <a:gd name="connsiteX5" fmla="*/ 1886370 w 2147333"/>
              <a:gd name="connsiteY5" fmla="*/ 79919 h 636673"/>
              <a:gd name="connsiteX6" fmla="*/ 2010195 w 2147333"/>
              <a:gd name="connsiteY6" fmla="*/ 318044 h 636673"/>
              <a:gd name="connsiteX7" fmla="*/ 2143545 w 2147333"/>
              <a:gd name="connsiteY7" fmla="*/ 489494 h 636673"/>
              <a:gd name="connsiteX8" fmla="*/ 1853032 w 2147333"/>
              <a:gd name="connsiteY8" fmla="*/ 618081 h 636673"/>
              <a:gd name="connsiteX9" fmla="*/ 905295 w 2147333"/>
              <a:gd name="connsiteY9" fmla="*/ 622844 h 636673"/>
              <a:gd name="connsiteX10" fmla="*/ 329032 w 2147333"/>
              <a:gd name="connsiteY10" fmla="*/ 494256 h 636673"/>
              <a:gd name="connsiteX11" fmla="*/ 81382 w 2147333"/>
              <a:gd name="connsiteY11" fmla="*/ 356144 h 636673"/>
              <a:gd name="connsiteX12" fmla="*/ 420 w 2147333"/>
              <a:gd name="connsiteY12" fmla="*/ 179931 h 636673"/>
              <a:gd name="connsiteX13" fmla="*/ 76620 w 2147333"/>
              <a:gd name="connsiteY13" fmla="*/ 98968 h 636673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57745 w 2147333"/>
              <a:gd name="connsiteY5" fmla="*/ 102486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95845 w 2147333"/>
              <a:gd name="connsiteY5" fmla="*/ 31048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830"/>
              <a:gd name="connsiteY0" fmla="*/ 97723 h 635428"/>
              <a:gd name="connsiteX1" fmla="*/ 500482 w 2147830"/>
              <a:gd name="connsiteY1" fmla="*/ 97724 h 635428"/>
              <a:gd name="connsiteX2" fmla="*/ 662407 w 2147830"/>
              <a:gd name="connsiteY2" fmla="*/ 2473 h 635428"/>
              <a:gd name="connsiteX3" fmla="*/ 1124370 w 2147830"/>
              <a:gd name="connsiteY3" fmla="*/ 26286 h 635428"/>
              <a:gd name="connsiteX4" fmla="*/ 1152945 w 2147830"/>
              <a:gd name="connsiteY4" fmla="*/ 7237 h 635428"/>
              <a:gd name="connsiteX5" fmla="*/ 1495845 w 2147830"/>
              <a:gd name="connsiteY5" fmla="*/ 31048 h 635428"/>
              <a:gd name="connsiteX6" fmla="*/ 1786358 w 2147830"/>
              <a:gd name="connsiteY6" fmla="*/ 64387 h 635428"/>
              <a:gd name="connsiteX7" fmla="*/ 2010195 w 2147830"/>
              <a:gd name="connsiteY7" fmla="*/ 316799 h 635428"/>
              <a:gd name="connsiteX8" fmla="*/ 2143545 w 2147830"/>
              <a:gd name="connsiteY8" fmla="*/ 488249 h 635428"/>
              <a:gd name="connsiteX9" fmla="*/ 1853032 w 2147830"/>
              <a:gd name="connsiteY9" fmla="*/ 616836 h 635428"/>
              <a:gd name="connsiteX10" fmla="*/ 905295 w 2147830"/>
              <a:gd name="connsiteY10" fmla="*/ 621599 h 635428"/>
              <a:gd name="connsiteX11" fmla="*/ 329032 w 2147830"/>
              <a:gd name="connsiteY11" fmla="*/ 493011 h 635428"/>
              <a:gd name="connsiteX12" fmla="*/ 81382 w 2147830"/>
              <a:gd name="connsiteY12" fmla="*/ 354899 h 635428"/>
              <a:gd name="connsiteX13" fmla="*/ 420 w 2147830"/>
              <a:gd name="connsiteY13" fmla="*/ 178686 h 635428"/>
              <a:gd name="connsiteX14" fmla="*/ 76620 w 2147830"/>
              <a:gd name="connsiteY14" fmla="*/ 97723 h 635428"/>
              <a:gd name="connsiteX0" fmla="*/ 76620 w 2147830"/>
              <a:gd name="connsiteY0" fmla="*/ 97723 h 632954"/>
              <a:gd name="connsiteX1" fmla="*/ 500482 w 2147830"/>
              <a:gd name="connsiteY1" fmla="*/ 97724 h 632954"/>
              <a:gd name="connsiteX2" fmla="*/ 662407 w 2147830"/>
              <a:gd name="connsiteY2" fmla="*/ 2473 h 632954"/>
              <a:gd name="connsiteX3" fmla="*/ 1124370 w 2147830"/>
              <a:gd name="connsiteY3" fmla="*/ 26286 h 632954"/>
              <a:gd name="connsiteX4" fmla="*/ 1152945 w 2147830"/>
              <a:gd name="connsiteY4" fmla="*/ 7237 h 632954"/>
              <a:gd name="connsiteX5" fmla="*/ 1495845 w 2147830"/>
              <a:gd name="connsiteY5" fmla="*/ 31048 h 632954"/>
              <a:gd name="connsiteX6" fmla="*/ 1786358 w 2147830"/>
              <a:gd name="connsiteY6" fmla="*/ 64387 h 632954"/>
              <a:gd name="connsiteX7" fmla="*/ 2010195 w 2147830"/>
              <a:gd name="connsiteY7" fmla="*/ 316799 h 632954"/>
              <a:gd name="connsiteX8" fmla="*/ 2143545 w 2147830"/>
              <a:gd name="connsiteY8" fmla="*/ 535874 h 632954"/>
              <a:gd name="connsiteX9" fmla="*/ 1853032 w 2147830"/>
              <a:gd name="connsiteY9" fmla="*/ 616836 h 632954"/>
              <a:gd name="connsiteX10" fmla="*/ 905295 w 2147830"/>
              <a:gd name="connsiteY10" fmla="*/ 621599 h 632954"/>
              <a:gd name="connsiteX11" fmla="*/ 329032 w 2147830"/>
              <a:gd name="connsiteY11" fmla="*/ 493011 h 632954"/>
              <a:gd name="connsiteX12" fmla="*/ 81382 w 2147830"/>
              <a:gd name="connsiteY12" fmla="*/ 354899 h 632954"/>
              <a:gd name="connsiteX13" fmla="*/ 420 w 2147830"/>
              <a:gd name="connsiteY13" fmla="*/ 178686 h 632954"/>
              <a:gd name="connsiteX14" fmla="*/ 76620 w 2147830"/>
              <a:gd name="connsiteY14" fmla="*/ 97723 h 632954"/>
              <a:gd name="connsiteX0" fmla="*/ 76620 w 2147830"/>
              <a:gd name="connsiteY0" fmla="*/ 97955 h 633186"/>
              <a:gd name="connsiteX1" fmla="*/ 500482 w 2147830"/>
              <a:gd name="connsiteY1" fmla="*/ 97956 h 633186"/>
              <a:gd name="connsiteX2" fmla="*/ 662407 w 2147830"/>
              <a:gd name="connsiteY2" fmla="*/ 2705 h 633186"/>
              <a:gd name="connsiteX3" fmla="*/ 1124370 w 2147830"/>
              <a:gd name="connsiteY3" fmla="*/ 26518 h 633186"/>
              <a:gd name="connsiteX4" fmla="*/ 1495845 w 2147830"/>
              <a:gd name="connsiteY4" fmla="*/ 31280 h 633186"/>
              <a:gd name="connsiteX5" fmla="*/ 1786358 w 2147830"/>
              <a:gd name="connsiteY5" fmla="*/ 64619 h 633186"/>
              <a:gd name="connsiteX6" fmla="*/ 2010195 w 2147830"/>
              <a:gd name="connsiteY6" fmla="*/ 317031 h 633186"/>
              <a:gd name="connsiteX7" fmla="*/ 2143545 w 2147830"/>
              <a:gd name="connsiteY7" fmla="*/ 536106 h 633186"/>
              <a:gd name="connsiteX8" fmla="*/ 1853032 w 2147830"/>
              <a:gd name="connsiteY8" fmla="*/ 617068 h 633186"/>
              <a:gd name="connsiteX9" fmla="*/ 905295 w 2147830"/>
              <a:gd name="connsiteY9" fmla="*/ 621831 h 633186"/>
              <a:gd name="connsiteX10" fmla="*/ 329032 w 2147830"/>
              <a:gd name="connsiteY10" fmla="*/ 493243 h 633186"/>
              <a:gd name="connsiteX11" fmla="*/ 81382 w 2147830"/>
              <a:gd name="connsiteY11" fmla="*/ 355131 h 633186"/>
              <a:gd name="connsiteX12" fmla="*/ 420 w 2147830"/>
              <a:gd name="connsiteY12" fmla="*/ 178918 h 633186"/>
              <a:gd name="connsiteX13" fmla="*/ 76620 w 2147830"/>
              <a:gd name="connsiteY13" fmla="*/ 97955 h 633186"/>
              <a:gd name="connsiteX0" fmla="*/ 76620 w 2147830"/>
              <a:gd name="connsiteY0" fmla="*/ 112011 h 647242"/>
              <a:gd name="connsiteX1" fmla="*/ 500482 w 2147830"/>
              <a:gd name="connsiteY1" fmla="*/ 112012 h 647242"/>
              <a:gd name="connsiteX2" fmla="*/ 662407 w 2147830"/>
              <a:gd name="connsiteY2" fmla="*/ 16761 h 647242"/>
              <a:gd name="connsiteX3" fmla="*/ 1138657 w 2147830"/>
              <a:gd name="connsiteY3" fmla="*/ 2474 h 647242"/>
              <a:gd name="connsiteX4" fmla="*/ 1495845 w 2147830"/>
              <a:gd name="connsiteY4" fmla="*/ 45336 h 647242"/>
              <a:gd name="connsiteX5" fmla="*/ 1786358 w 2147830"/>
              <a:gd name="connsiteY5" fmla="*/ 78675 h 647242"/>
              <a:gd name="connsiteX6" fmla="*/ 2010195 w 2147830"/>
              <a:gd name="connsiteY6" fmla="*/ 331087 h 647242"/>
              <a:gd name="connsiteX7" fmla="*/ 2143545 w 2147830"/>
              <a:gd name="connsiteY7" fmla="*/ 550162 h 647242"/>
              <a:gd name="connsiteX8" fmla="*/ 1853032 w 2147830"/>
              <a:gd name="connsiteY8" fmla="*/ 631124 h 647242"/>
              <a:gd name="connsiteX9" fmla="*/ 905295 w 2147830"/>
              <a:gd name="connsiteY9" fmla="*/ 635887 h 647242"/>
              <a:gd name="connsiteX10" fmla="*/ 329032 w 2147830"/>
              <a:gd name="connsiteY10" fmla="*/ 507299 h 647242"/>
              <a:gd name="connsiteX11" fmla="*/ 81382 w 2147830"/>
              <a:gd name="connsiteY11" fmla="*/ 369187 h 647242"/>
              <a:gd name="connsiteX12" fmla="*/ 420 w 2147830"/>
              <a:gd name="connsiteY12" fmla="*/ 192974 h 647242"/>
              <a:gd name="connsiteX13" fmla="*/ 76620 w 2147830"/>
              <a:gd name="connsiteY13" fmla="*/ 112011 h 647242"/>
              <a:gd name="connsiteX0" fmla="*/ 76620 w 2147830"/>
              <a:gd name="connsiteY0" fmla="*/ 112529 h 647760"/>
              <a:gd name="connsiteX1" fmla="*/ 500482 w 2147830"/>
              <a:gd name="connsiteY1" fmla="*/ 112530 h 647760"/>
              <a:gd name="connsiteX2" fmla="*/ 662407 w 2147830"/>
              <a:gd name="connsiteY2" fmla="*/ 17279 h 647760"/>
              <a:gd name="connsiteX3" fmla="*/ 1138657 w 2147830"/>
              <a:gd name="connsiteY3" fmla="*/ 2992 h 647760"/>
              <a:gd name="connsiteX4" fmla="*/ 1514895 w 2147830"/>
              <a:gd name="connsiteY4" fmla="*/ 7754 h 647760"/>
              <a:gd name="connsiteX5" fmla="*/ 1786358 w 2147830"/>
              <a:gd name="connsiteY5" fmla="*/ 79193 h 647760"/>
              <a:gd name="connsiteX6" fmla="*/ 2010195 w 2147830"/>
              <a:gd name="connsiteY6" fmla="*/ 331605 h 647760"/>
              <a:gd name="connsiteX7" fmla="*/ 2143545 w 2147830"/>
              <a:gd name="connsiteY7" fmla="*/ 550680 h 647760"/>
              <a:gd name="connsiteX8" fmla="*/ 1853032 w 2147830"/>
              <a:gd name="connsiteY8" fmla="*/ 631642 h 647760"/>
              <a:gd name="connsiteX9" fmla="*/ 905295 w 2147830"/>
              <a:gd name="connsiteY9" fmla="*/ 636405 h 647760"/>
              <a:gd name="connsiteX10" fmla="*/ 329032 w 2147830"/>
              <a:gd name="connsiteY10" fmla="*/ 507817 h 647760"/>
              <a:gd name="connsiteX11" fmla="*/ 81382 w 2147830"/>
              <a:gd name="connsiteY11" fmla="*/ 369705 h 647760"/>
              <a:gd name="connsiteX12" fmla="*/ 420 w 2147830"/>
              <a:gd name="connsiteY12" fmla="*/ 193492 h 647760"/>
              <a:gd name="connsiteX13" fmla="*/ 76620 w 2147830"/>
              <a:gd name="connsiteY13" fmla="*/ 112529 h 647760"/>
              <a:gd name="connsiteX0" fmla="*/ 76620 w 2148024"/>
              <a:gd name="connsiteY0" fmla="*/ 113489 h 648720"/>
              <a:gd name="connsiteX1" fmla="*/ 500482 w 2148024"/>
              <a:gd name="connsiteY1" fmla="*/ 113490 h 648720"/>
              <a:gd name="connsiteX2" fmla="*/ 662407 w 2148024"/>
              <a:gd name="connsiteY2" fmla="*/ 18239 h 648720"/>
              <a:gd name="connsiteX3" fmla="*/ 1138657 w 2148024"/>
              <a:gd name="connsiteY3" fmla="*/ 3952 h 648720"/>
              <a:gd name="connsiteX4" fmla="*/ 1514895 w 2148024"/>
              <a:gd name="connsiteY4" fmla="*/ 8714 h 648720"/>
              <a:gd name="connsiteX5" fmla="*/ 1753021 w 2148024"/>
              <a:gd name="connsiteY5" fmla="*/ 94440 h 648720"/>
              <a:gd name="connsiteX6" fmla="*/ 2010195 w 2148024"/>
              <a:gd name="connsiteY6" fmla="*/ 332565 h 648720"/>
              <a:gd name="connsiteX7" fmla="*/ 2143545 w 2148024"/>
              <a:gd name="connsiteY7" fmla="*/ 551640 h 648720"/>
              <a:gd name="connsiteX8" fmla="*/ 1853032 w 2148024"/>
              <a:gd name="connsiteY8" fmla="*/ 632602 h 648720"/>
              <a:gd name="connsiteX9" fmla="*/ 905295 w 2148024"/>
              <a:gd name="connsiteY9" fmla="*/ 637365 h 648720"/>
              <a:gd name="connsiteX10" fmla="*/ 329032 w 2148024"/>
              <a:gd name="connsiteY10" fmla="*/ 508777 h 648720"/>
              <a:gd name="connsiteX11" fmla="*/ 81382 w 2148024"/>
              <a:gd name="connsiteY11" fmla="*/ 370665 h 648720"/>
              <a:gd name="connsiteX12" fmla="*/ 420 w 2148024"/>
              <a:gd name="connsiteY12" fmla="*/ 194452 h 648720"/>
              <a:gd name="connsiteX13" fmla="*/ 76620 w 2148024"/>
              <a:gd name="connsiteY13" fmla="*/ 113489 h 648720"/>
              <a:gd name="connsiteX0" fmla="*/ 76620 w 2145058"/>
              <a:gd name="connsiteY0" fmla="*/ 113489 h 648720"/>
              <a:gd name="connsiteX1" fmla="*/ 500482 w 2145058"/>
              <a:gd name="connsiteY1" fmla="*/ 113490 h 648720"/>
              <a:gd name="connsiteX2" fmla="*/ 662407 w 2145058"/>
              <a:gd name="connsiteY2" fmla="*/ 18239 h 648720"/>
              <a:gd name="connsiteX3" fmla="*/ 1138657 w 2145058"/>
              <a:gd name="connsiteY3" fmla="*/ 3952 h 648720"/>
              <a:gd name="connsiteX4" fmla="*/ 1514895 w 2145058"/>
              <a:gd name="connsiteY4" fmla="*/ 8714 h 648720"/>
              <a:gd name="connsiteX5" fmla="*/ 1753021 w 2145058"/>
              <a:gd name="connsiteY5" fmla="*/ 94440 h 648720"/>
              <a:gd name="connsiteX6" fmla="*/ 1957807 w 2145058"/>
              <a:gd name="connsiteY6" fmla="*/ 346852 h 648720"/>
              <a:gd name="connsiteX7" fmla="*/ 2143545 w 2145058"/>
              <a:gd name="connsiteY7" fmla="*/ 551640 h 648720"/>
              <a:gd name="connsiteX8" fmla="*/ 1853032 w 2145058"/>
              <a:gd name="connsiteY8" fmla="*/ 632602 h 648720"/>
              <a:gd name="connsiteX9" fmla="*/ 905295 w 2145058"/>
              <a:gd name="connsiteY9" fmla="*/ 637365 h 648720"/>
              <a:gd name="connsiteX10" fmla="*/ 329032 w 2145058"/>
              <a:gd name="connsiteY10" fmla="*/ 508777 h 648720"/>
              <a:gd name="connsiteX11" fmla="*/ 81382 w 2145058"/>
              <a:gd name="connsiteY11" fmla="*/ 370665 h 648720"/>
              <a:gd name="connsiteX12" fmla="*/ 420 w 2145058"/>
              <a:gd name="connsiteY12" fmla="*/ 194452 h 648720"/>
              <a:gd name="connsiteX13" fmla="*/ 76620 w 2145058"/>
              <a:gd name="connsiteY13" fmla="*/ 113489 h 648720"/>
              <a:gd name="connsiteX0" fmla="*/ 76620 w 1958622"/>
              <a:gd name="connsiteY0" fmla="*/ 113489 h 652863"/>
              <a:gd name="connsiteX1" fmla="*/ 500482 w 1958622"/>
              <a:gd name="connsiteY1" fmla="*/ 113490 h 652863"/>
              <a:gd name="connsiteX2" fmla="*/ 662407 w 1958622"/>
              <a:gd name="connsiteY2" fmla="*/ 18239 h 652863"/>
              <a:gd name="connsiteX3" fmla="*/ 1138657 w 1958622"/>
              <a:gd name="connsiteY3" fmla="*/ 3952 h 652863"/>
              <a:gd name="connsiteX4" fmla="*/ 1514895 w 1958622"/>
              <a:gd name="connsiteY4" fmla="*/ 8714 h 652863"/>
              <a:gd name="connsiteX5" fmla="*/ 1753021 w 1958622"/>
              <a:gd name="connsiteY5" fmla="*/ 94440 h 652863"/>
              <a:gd name="connsiteX6" fmla="*/ 1957807 w 1958622"/>
              <a:gd name="connsiteY6" fmla="*/ 346852 h 652863"/>
              <a:gd name="connsiteX7" fmla="*/ 1675459 w 1958622"/>
              <a:gd name="connsiteY7" fmla="*/ 475440 h 652863"/>
              <a:gd name="connsiteX8" fmla="*/ 1853032 w 1958622"/>
              <a:gd name="connsiteY8" fmla="*/ 632602 h 652863"/>
              <a:gd name="connsiteX9" fmla="*/ 905295 w 1958622"/>
              <a:gd name="connsiteY9" fmla="*/ 637365 h 652863"/>
              <a:gd name="connsiteX10" fmla="*/ 329032 w 1958622"/>
              <a:gd name="connsiteY10" fmla="*/ 508777 h 652863"/>
              <a:gd name="connsiteX11" fmla="*/ 81382 w 1958622"/>
              <a:gd name="connsiteY11" fmla="*/ 370665 h 652863"/>
              <a:gd name="connsiteX12" fmla="*/ 420 w 1958622"/>
              <a:gd name="connsiteY12" fmla="*/ 194452 h 652863"/>
              <a:gd name="connsiteX13" fmla="*/ 76620 w 1958622"/>
              <a:gd name="connsiteY13" fmla="*/ 113489 h 652863"/>
              <a:gd name="connsiteX0" fmla="*/ 76620 w 1958622"/>
              <a:gd name="connsiteY0" fmla="*/ 113489 h 637899"/>
              <a:gd name="connsiteX1" fmla="*/ 500482 w 1958622"/>
              <a:gd name="connsiteY1" fmla="*/ 113490 h 637899"/>
              <a:gd name="connsiteX2" fmla="*/ 662407 w 1958622"/>
              <a:gd name="connsiteY2" fmla="*/ 18239 h 637899"/>
              <a:gd name="connsiteX3" fmla="*/ 1138657 w 1958622"/>
              <a:gd name="connsiteY3" fmla="*/ 3952 h 637899"/>
              <a:gd name="connsiteX4" fmla="*/ 1514895 w 1958622"/>
              <a:gd name="connsiteY4" fmla="*/ 8714 h 637899"/>
              <a:gd name="connsiteX5" fmla="*/ 1753021 w 1958622"/>
              <a:gd name="connsiteY5" fmla="*/ 94440 h 637899"/>
              <a:gd name="connsiteX6" fmla="*/ 1957807 w 1958622"/>
              <a:gd name="connsiteY6" fmla="*/ 346852 h 637899"/>
              <a:gd name="connsiteX7" fmla="*/ 1675459 w 1958622"/>
              <a:gd name="connsiteY7" fmla="*/ 475440 h 637899"/>
              <a:gd name="connsiteX8" fmla="*/ 1243432 w 1958622"/>
              <a:gd name="connsiteY8" fmla="*/ 458431 h 637899"/>
              <a:gd name="connsiteX9" fmla="*/ 905295 w 1958622"/>
              <a:gd name="connsiteY9" fmla="*/ 637365 h 637899"/>
              <a:gd name="connsiteX10" fmla="*/ 329032 w 1958622"/>
              <a:gd name="connsiteY10" fmla="*/ 508777 h 637899"/>
              <a:gd name="connsiteX11" fmla="*/ 81382 w 1958622"/>
              <a:gd name="connsiteY11" fmla="*/ 370665 h 637899"/>
              <a:gd name="connsiteX12" fmla="*/ 420 w 1958622"/>
              <a:gd name="connsiteY12" fmla="*/ 194452 h 637899"/>
              <a:gd name="connsiteX13" fmla="*/ 76620 w 1958622"/>
              <a:gd name="connsiteY13" fmla="*/ 113489 h 637899"/>
              <a:gd name="connsiteX0" fmla="*/ 76620 w 1756174"/>
              <a:gd name="connsiteY0" fmla="*/ 113489 h 637899"/>
              <a:gd name="connsiteX1" fmla="*/ 500482 w 1756174"/>
              <a:gd name="connsiteY1" fmla="*/ 113490 h 637899"/>
              <a:gd name="connsiteX2" fmla="*/ 662407 w 1756174"/>
              <a:gd name="connsiteY2" fmla="*/ 18239 h 637899"/>
              <a:gd name="connsiteX3" fmla="*/ 1138657 w 1756174"/>
              <a:gd name="connsiteY3" fmla="*/ 3952 h 637899"/>
              <a:gd name="connsiteX4" fmla="*/ 1514895 w 1756174"/>
              <a:gd name="connsiteY4" fmla="*/ 8714 h 637899"/>
              <a:gd name="connsiteX5" fmla="*/ 1753021 w 1756174"/>
              <a:gd name="connsiteY5" fmla="*/ 94440 h 637899"/>
              <a:gd name="connsiteX6" fmla="*/ 1653007 w 1756174"/>
              <a:gd name="connsiteY6" fmla="*/ 216224 h 637899"/>
              <a:gd name="connsiteX7" fmla="*/ 1675459 w 1756174"/>
              <a:gd name="connsiteY7" fmla="*/ 475440 h 637899"/>
              <a:gd name="connsiteX8" fmla="*/ 1243432 w 1756174"/>
              <a:gd name="connsiteY8" fmla="*/ 458431 h 637899"/>
              <a:gd name="connsiteX9" fmla="*/ 905295 w 1756174"/>
              <a:gd name="connsiteY9" fmla="*/ 637365 h 637899"/>
              <a:gd name="connsiteX10" fmla="*/ 329032 w 1756174"/>
              <a:gd name="connsiteY10" fmla="*/ 508777 h 637899"/>
              <a:gd name="connsiteX11" fmla="*/ 81382 w 1756174"/>
              <a:gd name="connsiteY11" fmla="*/ 370665 h 637899"/>
              <a:gd name="connsiteX12" fmla="*/ 420 w 1756174"/>
              <a:gd name="connsiteY12" fmla="*/ 194452 h 637899"/>
              <a:gd name="connsiteX13" fmla="*/ 76620 w 1756174"/>
              <a:gd name="connsiteY13" fmla="*/ 113489 h 637899"/>
              <a:gd name="connsiteX0" fmla="*/ 76620 w 1757605"/>
              <a:gd name="connsiteY0" fmla="*/ 113489 h 637899"/>
              <a:gd name="connsiteX1" fmla="*/ 500482 w 1757605"/>
              <a:gd name="connsiteY1" fmla="*/ 113490 h 637899"/>
              <a:gd name="connsiteX2" fmla="*/ 662407 w 1757605"/>
              <a:gd name="connsiteY2" fmla="*/ 18239 h 637899"/>
              <a:gd name="connsiteX3" fmla="*/ 1138657 w 1757605"/>
              <a:gd name="connsiteY3" fmla="*/ 3952 h 637899"/>
              <a:gd name="connsiteX4" fmla="*/ 1514895 w 1757605"/>
              <a:gd name="connsiteY4" fmla="*/ 8714 h 637899"/>
              <a:gd name="connsiteX5" fmla="*/ 1753021 w 1757605"/>
              <a:gd name="connsiteY5" fmla="*/ 94440 h 637899"/>
              <a:gd name="connsiteX6" fmla="*/ 1653007 w 1757605"/>
              <a:gd name="connsiteY6" fmla="*/ 216224 h 637899"/>
              <a:gd name="connsiteX7" fmla="*/ 1425087 w 1757605"/>
              <a:gd name="connsiteY7" fmla="*/ 290383 h 637899"/>
              <a:gd name="connsiteX8" fmla="*/ 1243432 w 1757605"/>
              <a:gd name="connsiteY8" fmla="*/ 458431 h 637899"/>
              <a:gd name="connsiteX9" fmla="*/ 905295 w 1757605"/>
              <a:gd name="connsiteY9" fmla="*/ 637365 h 637899"/>
              <a:gd name="connsiteX10" fmla="*/ 329032 w 1757605"/>
              <a:gd name="connsiteY10" fmla="*/ 508777 h 637899"/>
              <a:gd name="connsiteX11" fmla="*/ 81382 w 1757605"/>
              <a:gd name="connsiteY11" fmla="*/ 370665 h 637899"/>
              <a:gd name="connsiteX12" fmla="*/ 420 w 1757605"/>
              <a:gd name="connsiteY12" fmla="*/ 194452 h 637899"/>
              <a:gd name="connsiteX13" fmla="*/ 76620 w 1757605"/>
              <a:gd name="connsiteY13" fmla="*/ 113489 h 637899"/>
              <a:gd name="connsiteX0" fmla="*/ 76620 w 1849163"/>
              <a:gd name="connsiteY0" fmla="*/ 113489 h 637899"/>
              <a:gd name="connsiteX1" fmla="*/ 500482 w 1849163"/>
              <a:gd name="connsiteY1" fmla="*/ 113490 h 637899"/>
              <a:gd name="connsiteX2" fmla="*/ 662407 w 1849163"/>
              <a:gd name="connsiteY2" fmla="*/ 18239 h 637899"/>
              <a:gd name="connsiteX3" fmla="*/ 1138657 w 1849163"/>
              <a:gd name="connsiteY3" fmla="*/ 3952 h 637899"/>
              <a:gd name="connsiteX4" fmla="*/ 1514895 w 1849163"/>
              <a:gd name="connsiteY4" fmla="*/ 8714 h 637899"/>
              <a:gd name="connsiteX5" fmla="*/ 1753021 w 1849163"/>
              <a:gd name="connsiteY5" fmla="*/ 94440 h 637899"/>
              <a:gd name="connsiteX6" fmla="*/ 1830807 w 1849163"/>
              <a:gd name="connsiteY6" fmla="*/ 355924 h 637899"/>
              <a:gd name="connsiteX7" fmla="*/ 1425087 w 1849163"/>
              <a:gd name="connsiteY7" fmla="*/ 290383 h 637899"/>
              <a:gd name="connsiteX8" fmla="*/ 1243432 w 1849163"/>
              <a:gd name="connsiteY8" fmla="*/ 458431 h 637899"/>
              <a:gd name="connsiteX9" fmla="*/ 905295 w 1849163"/>
              <a:gd name="connsiteY9" fmla="*/ 637365 h 637899"/>
              <a:gd name="connsiteX10" fmla="*/ 329032 w 1849163"/>
              <a:gd name="connsiteY10" fmla="*/ 508777 h 637899"/>
              <a:gd name="connsiteX11" fmla="*/ 81382 w 1849163"/>
              <a:gd name="connsiteY11" fmla="*/ 370665 h 637899"/>
              <a:gd name="connsiteX12" fmla="*/ 420 w 1849163"/>
              <a:gd name="connsiteY12" fmla="*/ 194452 h 637899"/>
              <a:gd name="connsiteX13" fmla="*/ 76620 w 1849163"/>
              <a:gd name="connsiteY13" fmla="*/ 113489 h 637899"/>
              <a:gd name="connsiteX0" fmla="*/ 76620 w 2141655"/>
              <a:gd name="connsiteY0" fmla="*/ 113489 h 637899"/>
              <a:gd name="connsiteX1" fmla="*/ 500482 w 2141655"/>
              <a:gd name="connsiteY1" fmla="*/ 113490 h 637899"/>
              <a:gd name="connsiteX2" fmla="*/ 662407 w 2141655"/>
              <a:gd name="connsiteY2" fmla="*/ 18239 h 637899"/>
              <a:gd name="connsiteX3" fmla="*/ 1138657 w 2141655"/>
              <a:gd name="connsiteY3" fmla="*/ 3952 h 637899"/>
              <a:gd name="connsiteX4" fmla="*/ 1514895 w 2141655"/>
              <a:gd name="connsiteY4" fmla="*/ 8714 h 637899"/>
              <a:gd name="connsiteX5" fmla="*/ 1753021 w 2141655"/>
              <a:gd name="connsiteY5" fmla="*/ 94440 h 637899"/>
              <a:gd name="connsiteX6" fmla="*/ 1830807 w 2141655"/>
              <a:gd name="connsiteY6" fmla="*/ 355924 h 637899"/>
              <a:gd name="connsiteX7" fmla="*/ 2123587 w 2141655"/>
              <a:gd name="connsiteY7" fmla="*/ 582483 h 637899"/>
              <a:gd name="connsiteX8" fmla="*/ 1243432 w 2141655"/>
              <a:gd name="connsiteY8" fmla="*/ 458431 h 637899"/>
              <a:gd name="connsiteX9" fmla="*/ 905295 w 2141655"/>
              <a:gd name="connsiteY9" fmla="*/ 637365 h 637899"/>
              <a:gd name="connsiteX10" fmla="*/ 329032 w 2141655"/>
              <a:gd name="connsiteY10" fmla="*/ 508777 h 637899"/>
              <a:gd name="connsiteX11" fmla="*/ 81382 w 2141655"/>
              <a:gd name="connsiteY11" fmla="*/ 370665 h 637899"/>
              <a:gd name="connsiteX12" fmla="*/ 420 w 2141655"/>
              <a:gd name="connsiteY12" fmla="*/ 194452 h 637899"/>
              <a:gd name="connsiteX13" fmla="*/ 76620 w 2141655"/>
              <a:gd name="connsiteY13" fmla="*/ 113489 h 637899"/>
              <a:gd name="connsiteX0" fmla="*/ 76620 w 2129788"/>
              <a:gd name="connsiteY0" fmla="*/ 113489 h 644600"/>
              <a:gd name="connsiteX1" fmla="*/ 500482 w 2129788"/>
              <a:gd name="connsiteY1" fmla="*/ 113490 h 644600"/>
              <a:gd name="connsiteX2" fmla="*/ 662407 w 2129788"/>
              <a:gd name="connsiteY2" fmla="*/ 18239 h 644600"/>
              <a:gd name="connsiteX3" fmla="*/ 1138657 w 2129788"/>
              <a:gd name="connsiteY3" fmla="*/ 3952 h 644600"/>
              <a:gd name="connsiteX4" fmla="*/ 1514895 w 2129788"/>
              <a:gd name="connsiteY4" fmla="*/ 8714 h 644600"/>
              <a:gd name="connsiteX5" fmla="*/ 1753021 w 2129788"/>
              <a:gd name="connsiteY5" fmla="*/ 94440 h 644600"/>
              <a:gd name="connsiteX6" fmla="*/ 1830807 w 2129788"/>
              <a:gd name="connsiteY6" fmla="*/ 355924 h 644600"/>
              <a:gd name="connsiteX7" fmla="*/ 2123587 w 2129788"/>
              <a:gd name="connsiteY7" fmla="*/ 582483 h 644600"/>
              <a:gd name="connsiteX8" fmla="*/ 1522832 w 2129788"/>
              <a:gd name="connsiteY8" fmla="*/ 623531 h 644600"/>
              <a:gd name="connsiteX9" fmla="*/ 905295 w 2129788"/>
              <a:gd name="connsiteY9" fmla="*/ 637365 h 644600"/>
              <a:gd name="connsiteX10" fmla="*/ 329032 w 2129788"/>
              <a:gd name="connsiteY10" fmla="*/ 508777 h 644600"/>
              <a:gd name="connsiteX11" fmla="*/ 81382 w 2129788"/>
              <a:gd name="connsiteY11" fmla="*/ 370665 h 644600"/>
              <a:gd name="connsiteX12" fmla="*/ 420 w 2129788"/>
              <a:gd name="connsiteY12" fmla="*/ 194452 h 644600"/>
              <a:gd name="connsiteX13" fmla="*/ 76620 w 2129788"/>
              <a:gd name="connsiteY13" fmla="*/ 113489 h 644600"/>
              <a:gd name="connsiteX0" fmla="*/ 76620 w 2129788"/>
              <a:gd name="connsiteY0" fmla="*/ 113489 h 644600"/>
              <a:gd name="connsiteX1" fmla="*/ 500482 w 2129788"/>
              <a:gd name="connsiteY1" fmla="*/ 113490 h 644600"/>
              <a:gd name="connsiteX2" fmla="*/ 662407 w 2129788"/>
              <a:gd name="connsiteY2" fmla="*/ 18239 h 644600"/>
              <a:gd name="connsiteX3" fmla="*/ 1138657 w 2129788"/>
              <a:gd name="connsiteY3" fmla="*/ 3952 h 644600"/>
              <a:gd name="connsiteX4" fmla="*/ 1514895 w 2129788"/>
              <a:gd name="connsiteY4" fmla="*/ 8714 h 644600"/>
              <a:gd name="connsiteX5" fmla="*/ 1753021 w 2129788"/>
              <a:gd name="connsiteY5" fmla="*/ 94440 h 644600"/>
              <a:gd name="connsiteX6" fmla="*/ 1830807 w 2129788"/>
              <a:gd name="connsiteY6" fmla="*/ 292424 h 644600"/>
              <a:gd name="connsiteX7" fmla="*/ 2123587 w 2129788"/>
              <a:gd name="connsiteY7" fmla="*/ 582483 h 644600"/>
              <a:gd name="connsiteX8" fmla="*/ 1522832 w 2129788"/>
              <a:gd name="connsiteY8" fmla="*/ 623531 h 644600"/>
              <a:gd name="connsiteX9" fmla="*/ 905295 w 2129788"/>
              <a:gd name="connsiteY9" fmla="*/ 637365 h 644600"/>
              <a:gd name="connsiteX10" fmla="*/ 329032 w 2129788"/>
              <a:gd name="connsiteY10" fmla="*/ 508777 h 644600"/>
              <a:gd name="connsiteX11" fmla="*/ 81382 w 2129788"/>
              <a:gd name="connsiteY11" fmla="*/ 370665 h 644600"/>
              <a:gd name="connsiteX12" fmla="*/ 420 w 2129788"/>
              <a:gd name="connsiteY12" fmla="*/ 194452 h 644600"/>
              <a:gd name="connsiteX13" fmla="*/ 76620 w 2129788"/>
              <a:gd name="connsiteY13" fmla="*/ 113489 h 644600"/>
              <a:gd name="connsiteX0" fmla="*/ 76620 w 2128516"/>
              <a:gd name="connsiteY0" fmla="*/ 113489 h 655573"/>
              <a:gd name="connsiteX1" fmla="*/ 500482 w 2128516"/>
              <a:gd name="connsiteY1" fmla="*/ 113490 h 655573"/>
              <a:gd name="connsiteX2" fmla="*/ 662407 w 2128516"/>
              <a:gd name="connsiteY2" fmla="*/ 18239 h 655573"/>
              <a:gd name="connsiteX3" fmla="*/ 1138657 w 2128516"/>
              <a:gd name="connsiteY3" fmla="*/ 3952 h 655573"/>
              <a:gd name="connsiteX4" fmla="*/ 1514895 w 2128516"/>
              <a:gd name="connsiteY4" fmla="*/ 8714 h 655573"/>
              <a:gd name="connsiteX5" fmla="*/ 1753021 w 2128516"/>
              <a:gd name="connsiteY5" fmla="*/ 94440 h 655573"/>
              <a:gd name="connsiteX6" fmla="*/ 1830807 w 2128516"/>
              <a:gd name="connsiteY6" fmla="*/ 292424 h 655573"/>
              <a:gd name="connsiteX7" fmla="*/ 2123587 w 2128516"/>
              <a:gd name="connsiteY7" fmla="*/ 582483 h 655573"/>
              <a:gd name="connsiteX8" fmla="*/ 1560932 w 2128516"/>
              <a:gd name="connsiteY8" fmla="*/ 648931 h 655573"/>
              <a:gd name="connsiteX9" fmla="*/ 905295 w 2128516"/>
              <a:gd name="connsiteY9" fmla="*/ 637365 h 655573"/>
              <a:gd name="connsiteX10" fmla="*/ 329032 w 2128516"/>
              <a:gd name="connsiteY10" fmla="*/ 508777 h 655573"/>
              <a:gd name="connsiteX11" fmla="*/ 81382 w 2128516"/>
              <a:gd name="connsiteY11" fmla="*/ 370665 h 655573"/>
              <a:gd name="connsiteX12" fmla="*/ 420 w 2128516"/>
              <a:gd name="connsiteY12" fmla="*/ 194452 h 655573"/>
              <a:gd name="connsiteX13" fmla="*/ 76620 w 2128516"/>
              <a:gd name="connsiteY13" fmla="*/ 113489 h 655573"/>
              <a:gd name="connsiteX0" fmla="*/ 76620 w 2090982"/>
              <a:gd name="connsiteY0" fmla="*/ 113489 h 655573"/>
              <a:gd name="connsiteX1" fmla="*/ 500482 w 2090982"/>
              <a:gd name="connsiteY1" fmla="*/ 113490 h 655573"/>
              <a:gd name="connsiteX2" fmla="*/ 662407 w 2090982"/>
              <a:gd name="connsiteY2" fmla="*/ 18239 h 655573"/>
              <a:gd name="connsiteX3" fmla="*/ 1138657 w 2090982"/>
              <a:gd name="connsiteY3" fmla="*/ 3952 h 655573"/>
              <a:gd name="connsiteX4" fmla="*/ 1514895 w 2090982"/>
              <a:gd name="connsiteY4" fmla="*/ 8714 h 655573"/>
              <a:gd name="connsiteX5" fmla="*/ 1753021 w 2090982"/>
              <a:gd name="connsiteY5" fmla="*/ 94440 h 655573"/>
              <a:gd name="connsiteX6" fmla="*/ 1830807 w 2090982"/>
              <a:gd name="connsiteY6" fmla="*/ 292424 h 655573"/>
              <a:gd name="connsiteX7" fmla="*/ 2085487 w 2090982"/>
              <a:gd name="connsiteY7" fmla="*/ 582483 h 655573"/>
              <a:gd name="connsiteX8" fmla="*/ 1560932 w 2090982"/>
              <a:gd name="connsiteY8" fmla="*/ 648931 h 655573"/>
              <a:gd name="connsiteX9" fmla="*/ 905295 w 2090982"/>
              <a:gd name="connsiteY9" fmla="*/ 637365 h 655573"/>
              <a:gd name="connsiteX10" fmla="*/ 329032 w 2090982"/>
              <a:gd name="connsiteY10" fmla="*/ 508777 h 655573"/>
              <a:gd name="connsiteX11" fmla="*/ 81382 w 2090982"/>
              <a:gd name="connsiteY11" fmla="*/ 370665 h 655573"/>
              <a:gd name="connsiteX12" fmla="*/ 420 w 2090982"/>
              <a:gd name="connsiteY12" fmla="*/ 194452 h 655573"/>
              <a:gd name="connsiteX13" fmla="*/ 76620 w 2090982"/>
              <a:gd name="connsiteY13" fmla="*/ 113489 h 655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0982" h="655573">
                <a:moveTo>
                  <a:pt x="76620" y="113489"/>
                </a:moveTo>
                <a:cubicBezTo>
                  <a:pt x="159964" y="99995"/>
                  <a:pt x="402851" y="129365"/>
                  <a:pt x="500482" y="113490"/>
                </a:cubicBezTo>
                <a:cubicBezTo>
                  <a:pt x="598113" y="97615"/>
                  <a:pt x="556045" y="36495"/>
                  <a:pt x="662407" y="18239"/>
                </a:cubicBezTo>
                <a:cubicBezTo>
                  <a:pt x="768770" y="-17"/>
                  <a:pt x="996576" y="5539"/>
                  <a:pt x="1138657" y="3952"/>
                </a:cubicBezTo>
                <a:cubicBezTo>
                  <a:pt x="1280738" y="2365"/>
                  <a:pt x="1412501" y="-6367"/>
                  <a:pt x="1514895" y="8714"/>
                </a:cubicBezTo>
                <a:cubicBezTo>
                  <a:pt x="1617289" y="23795"/>
                  <a:pt x="1700369" y="47155"/>
                  <a:pt x="1753021" y="94440"/>
                </a:cubicBezTo>
                <a:cubicBezTo>
                  <a:pt x="1805673" y="141725"/>
                  <a:pt x="1775396" y="211083"/>
                  <a:pt x="1830807" y="292424"/>
                </a:cubicBezTo>
                <a:cubicBezTo>
                  <a:pt x="1886218" y="373765"/>
                  <a:pt x="2130466" y="523065"/>
                  <a:pt x="2085487" y="582483"/>
                </a:cubicBezTo>
                <a:cubicBezTo>
                  <a:pt x="2040508" y="641901"/>
                  <a:pt x="1757631" y="639784"/>
                  <a:pt x="1560932" y="648931"/>
                </a:cubicBezTo>
                <a:cubicBezTo>
                  <a:pt x="1364233" y="658078"/>
                  <a:pt x="1110612" y="660724"/>
                  <a:pt x="905295" y="637365"/>
                </a:cubicBezTo>
                <a:cubicBezTo>
                  <a:pt x="699978" y="614006"/>
                  <a:pt x="466351" y="553227"/>
                  <a:pt x="329032" y="508777"/>
                </a:cubicBezTo>
                <a:cubicBezTo>
                  <a:pt x="191713" y="464327"/>
                  <a:pt x="136151" y="423053"/>
                  <a:pt x="81382" y="370665"/>
                </a:cubicBezTo>
                <a:cubicBezTo>
                  <a:pt x="26613" y="318278"/>
                  <a:pt x="1214" y="237315"/>
                  <a:pt x="420" y="194452"/>
                </a:cubicBezTo>
                <a:cubicBezTo>
                  <a:pt x="-374" y="151589"/>
                  <a:pt x="-6724" y="126983"/>
                  <a:pt x="76620" y="113489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04D5D99-1A81-B98B-B915-A9E98D949EF6}"/>
              </a:ext>
            </a:extLst>
          </p:cNvPr>
          <p:cNvGrpSpPr/>
          <p:nvPr/>
        </p:nvGrpSpPr>
        <p:grpSpPr>
          <a:xfrm>
            <a:off x="1642186" y="4868236"/>
            <a:ext cx="9837303" cy="1902455"/>
            <a:chOff x="1642186" y="4868236"/>
            <a:chExt cx="9837303" cy="1902455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2971E17-92FF-64B4-1F1F-98B14814F1B0}"/>
                </a:ext>
              </a:extLst>
            </p:cNvPr>
            <p:cNvGrpSpPr/>
            <p:nvPr/>
          </p:nvGrpSpPr>
          <p:grpSpPr>
            <a:xfrm>
              <a:off x="1642186" y="4868236"/>
              <a:ext cx="9837303" cy="1902455"/>
              <a:chOff x="2536492" y="3841495"/>
              <a:chExt cx="9837303" cy="1902455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6E00782-DDC8-7D92-438C-F7EF564680C3}"/>
                  </a:ext>
                </a:extLst>
              </p:cNvPr>
              <p:cNvSpPr txBox="1"/>
              <p:nvPr/>
            </p:nvSpPr>
            <p:spPr>
              <a:xfrm>
                <a:off x="11687591" y="5311823"/>
                <a:ext cx="686204" cy="4321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Time</a:t>
                </a:r>
                <a:endParaRPr lang="en-US" baseline="-25000" dirty="0"/>
              </a:p>
            </p:txBody>
          </p:sp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02290D0F-71D3-DC3D-FBFE-FE41B5CEA8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7081" y="3841495"/>
                <a:ext cx="0" cy="165701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A50B550A-0554-5DF0-CBDF-8311857395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0228" y="5493348"/>
                <a:ext cx="8814925" cy="516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78A5F6F-69B7-A9E8-1A4A-04B81EE1B90A}"/>
                  </a:ext>
                </a:extLst>
              </p:cNvPr>
              <p:cNvSpPr txBox="1"/>
              <p:nvPr/>
            </p:nvSpPr>
            <p:spPr>
              <a:xfrm rot="16200000">
                <a:off x="2152562" y="4474910"/>
                <a:ext cx="1158041" cy="39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</p:grp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ABC3BE5-42F4-828D-53FA-AEBE6BF80E4C}"/>
                </a:ext>
              </a:extLst>
            </p:cNvPr>
            <p:cNvSpPr/>
            <p:nvPr/>
          </p:nvSpPr>
          <p:spPr>
            <a:xfrm>
              <a:off x="2035863" y="4926016"/>
              <a:ext cx="8777603" cy="1270472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861942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091882"/>
                <a:gd name="connsiteX1" fmla="*/ 320040 w 8343900"/>
                <a:gd name="connsiteY1" fmla="*/ 1074420 h 1091882"/>
                <a:gd name="connsiteX2" fmla="*/ 331470 w 8343900"/>
                <a:gd name="connsiteY2" fmla="*/ 480060 h 1091882"/>
                <a:gd name="connsiteX3" fmla="*/ 1005840 w 8343900"/>
                <a:gd name="connsiteY3" fmla="*/ 45720 h 1091882"/>
                <a:gd name="connsiteX4" fmla="*/ 1002030 w 8343900"/>
                <a:gd name="connsiteY4" fmla="*/ 1078230 h 1091882"/>
                <a:gd name="connsiteX5" fmla="*/ 2004061 w 8343900"/>
                <a:gd name="connsiteY5" fmla="*/ 1074420 h 1091882"/>
                <a:gd name="connsiteX6" fmla="*/ 2011680 w 8343900"/>
                <a:gd name="connsiteY6" fmla="*/ 434340 h 1091882"/>
                <a:gd name="connsiteX7" fmla="*/ 2720340 w 8343900"/>
                <a:gd name="connsiteY7" fmla="*/ 22860 h 1091882"/>
                <a:gd name="connsiteX8" fmla="*/ 2715177 w 8343900"/>
                <a:gd name="connsiteY8" fmla="*/ 566066 h 1091882"/>
                <a:gd name="connsiteX9" fmla="*/ 3852217 w 8343900"/>
                <a:gd name="connsiteY9" fmla="*/ 575338 h 1091882"/>
                <a:gd name="connsiteX10" fmla="*/ 3861942 w 8343900"/>
                <a:gd name="connsiteY10" fmla="*/ 1058301 h 1091882"/>
                <a:gd name="connsiteX11" fmla="*/ 4997768 w 8343900"/>
                <a:gd name="connsiteY11" fmla="*/ 1079182 h 1091882"/>
                <a:gd name="connsiteX12" fmla="*/ 5006340 w 8343900"/>
                <a:gd name="connsiteY12" fmla="*/ 491490 h 1091882"/>
                <a:gd name="connsiteX13" fmla="*/ 5657850 w 8343900"/>
                <a:gd name="connsiteY13" fmla="*/ 0 h 1091882"/>
                <a:gd name="connsiteX14" fmla="*/ 5650230 w 8343900"/>
                <a:gd name="connsiteY14" fmla="*/ 484823 h 1091882"/>
                <a:gd name="connsiteX15" fmla="*/ 6981287 w 8343900"/>
                <a:gd name="connsiteY15" fmla="*/ 480060 h 1091882"/>
                <a:gd name="connsiteX16" fmla="*/ 6960870 w 8343900"/>
                <a:gd name="connsiteY16" fmla="*/ 1085850 h 1091882"/>
                <a:gd name="connsiteX17" fmla="*/ 8343900 w 8343900"/>
                <a:gd name="connsiteY17" fmla="*/ 1085850 h 1091882"/>
                <a:gd name="connsiteX0" fmla="*/ 0 w 8343900"/>
                <a:gd name="connsiteY0" fmla="*/ 1072515 h 1096256"/>
                <a:gd name="connsiteX1" fmla="*/ 320040 w 8343900"/>
                <a:gd name="connsiteY1" fmla="*/ 1074420 h 1096256"/>
                <a:gd name="connsiteX2" fmla="*/ 331470 w 8343900"/>
                <a:gd name="connsiteY2" fmla="*/ 480060 h 1096256"/>
                <a:gd name="connsiteX3" fmla="*/ 1005840 w 8343900"/>
                <a:gd name="connsiteY3" fmla="*/ 45720 h 1096256"/>
                <a:gd name="connsiteX4" fmla="*/ 1002030 w 8343900"/>
                <a:gd name="connsiteY4" fmla="*/ 1078230 h 1096256"/>
                <a:gd name="connsiteX5" fmla="*/ 2004061 w 8343900"/>
                <a:gd name="connsiteY5" fmla="*/ 1074420 h 1096256"/>
                <a:gd name="connsiteX6" fmla="*/ 2011680 w 8343900"/>
                <a:gd name="connsiteY6" fmla="*/ 434340 h 1096256"/>
                <a:gd name="connsiteX7" fmla="*/ 2720340 w 8343900"/>
                <a:gd name="connsiteY7" fmla="*/ 22860 h 1096256"/>
                <a:gd name="connsiteX8" fmla="*/ 2715177 w 8343900"/>
                <a:gd name="connsiteY8" fmla="*/ 566066 h 1096256"/>
                <a:gd name="connsiteX9" fmla="*/ 3852217 w 8343900"/>
                <a:gd name="connsiteY9" fmla="*/ 575338 h 1096256"/>
                <a:gd name="connsiteX10" fmla="*/ 3861942 w 8343900"/>
                <a:gd name="connsiteY10" fmla="*/ 1075864 h 1096256"/>
                <a:gd name="connsiteX11" fmla="*/ 4997768 w 8343900"/>
                <a:gd name="connsiteY11" fmla="*/ 1079182 h 1096256"/>
                <a:gd name="connsiteX12" fmla="*/ 5006340 w 8343900"/>
                <a:gd name="connsiteY12" fmla="*/ 491490 h 1096256"/>
                <a:gd name="connsiteX13" fmla="*/ 5657850 w 8343900"/>
                <a:gd name="connsiteY13" fmla="*/ 0 h 1096256"/>
                <a:gd name="connsiteX14" fmla="*/ 5650230 w 8343900"/>
                <a:gd name="connsiteY14" fmla="*/ 484823 h 1096256"/>
                <a:gd name="connsiteX15" fmla="*/ 6981287 w 8343900"/>
                <a:gd name="connsiteY15" fmla="*/ 480060 h 1096256"/>
                <a:gd name="connsiteX16" fmla="*/ 6960870 w 8343900"/>
                <a:gd name="connsiteY16" fmla="*/ 1085850 h 1096256"/>
                <a:gd name="connsiteX17" fmla="*/ 8343900 w 8343900"/>
                <a:gd name="connsiteY17" fmla="*/ 1085850 h 1096256"/>
                <a:gd name="connsiteX0" fmla="*/ 0 w 8343900"/>
                <a:gd name="connsiteY0" fmla="*/ 1072515 h 1090827"/>
                <a:gd name="connsiteX1" fmla="*/ 320040 w 8343900"/>
                <a:gd name="connsiteY1" fmla="*/ 1074420 h 1090827"/>
                <a:gd name="connsiteX2" fmla="*/ 331470 w 8343900"/>
                <a:gd name="connsiteY2" fmla="*/ 480060 h 1090827"/>
                <a:gd name="connsiteX3" fmla="*/ 1005840 w 8343900"/>
                <a:gd name="connsiteY3" fmla="*/ 45720 h 1090827"/>
                <a:gd name="connsiteX4" fmla="*/ 1002030 w 8343900"/>
                <a:gd name="connsiteY4" fmla="*/ 1078230 h 1090827"/>
                <a:gd name="connsiteX5" fmla="*/ 2004061 w 8343900"/>
                <a:gd name="connsiteY5" fmla="*/ 1074420 h 1090827"/>
                <a:gd name="connsiteX6" fmla="*/ 2011680 w 8343900"/>
                <a:gd name="connsiteY6" fmla="*/ 434340 h 1090827"/>
                <a:gd name="connsiteX7" fmla="*/ 2720340 w 8343900"/>
                <a:gd name="connsiteY7" fmla="*/ 22860 h 1090827"/>
                <a:gd name="connsiteX8" fmla="*/ 2715177 w 8343900"/>
                <a:gd name="connsiteY8" fmla="*/ 566066 h 1090827"/>
                <a:gd name="connsiteX9" fmla="*/ 3852217 w 8343900"/>
                <a:gd name="connsiteY9" fmla="*/ 575338 h 1090827"/>
                <a:gd name="connsiteX10" fmla="*/ 3861942 w 8343900"/>
                <a:gd name="connsiteY10" fmla="*/ 1075864 h 1090827"/>
                <a:gd name="connsiteX11" fmla="*/ 4997768 w 8343900"/>
                <a:gd name="connsiteY11" fmla="*/ 1079182 h 1090827"/>
                <a:gd name="connsiteX12" fmla="*/ 5006340 w 8343900"/>
                <a:gd name="connsiteY12" fmla="*/ 491490 h 1090827"/>
                <a:gd name="connsiteX13" fmla="*/ 5657850 w 8343900"/>
                <a:gd name="connsiteY13" fmla="*/ 0 h 1090827"/>
                <a:gd name="connsiteX14" fmla="*/ 5650230 w 8343900"/>
                <a:gd name="connsiteY14" fmla="*/ 484823 h 1090827"/>
                <a:gd name="connsiteX15" fmla="*/ 6981287 w 8343900"/>
                <a:gd name="connsiteY15" fmla="*/ 480060 h 1090827"/>
                <a:gd name="connsiteX16" fmla="*/ 6960870 w 8343900"/>
                <a:gd name="connsiteY16" fmla="*/ 1085850 h 1090827"/>
                <a:gd name="connsiteX17" fmla="*/ 8343900 w 8343900"/>
                <a:gd name="connsiteY17" fmla="*/ 1085850 h 1090827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699079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74466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718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687756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440274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440274 h 1085850"/>
                <a:gd name="connsiteX15" fmla="*/ 6945224 w 8343900"/>
                <a:gd name="connsiteY15" fmla="*/ 455158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440274 h 1085850"/>
                <a:gd name="connsiteX15" fmla="*/ 6945224 w 8343900"/>
                <a:gd name="connsiteY15" fmla="*/ 43562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299740"/>
                <a:gd name="connsiteY0" fmla="*/ 1072515 h 1085850"/>
                <a:gd name="connsiteX1" fmla="*/ 275880 w 8299740"/>
                <a:gd name="connsiteY1" fmla="*/ 1074420 h 1085850"/>
                <a:gd name="connsiteX2" fmla="*/ 280097 w 8299740"/>
                <a:gd name="connsiteY2" fmla="*/ 688465 h 1085850"/>
                <a:gd name="connsiteX3" fmla="*/ 961680 w 8299740"/>
                <a:gd name="connsiteY3" fmla="*/ 254126 h 1085850"/>
                <a:gd name="connsiteX4" fmla="*/ 957870 w 8299740"/>
                <a:gd name="connsiteY4" fmla="*/ 1078230 h 1085850"/>
                <a:gd name="connsiteX5" fmla="*/ 1959901 w 8299740"/>
                <a:gd name="connsiteY5" fmla="*/ 1074420 h 1085850"/>
                <a:gd name="connsiteX6" fmla="*/ 1960307 w 8299740"/>
                <a:gd name="connsiteY6" fmla="*/ 623208 h 1085850"/>
                <a:gd name="connsiteX7" fmla="*/ 2682121 w 8299740"/>
                <a:gd name="connsiteY7" fmla="*/ 211728 h 1085850"/>
                <a:gd name="connsiteX8" fmla="*/ 2681202 w 8299740"/>
                <a:gd name="connsiteY8" fmla="*/ 694788 h 1085850"/>
                <a:gd name="connsiteX9" fmla="*/ 3815270 w 8299740"/>
                <a:gd name="connsiteY9" fmla="*/ 697547 h 1085850"/>
                <a:gd name="connsiteX10" fmla="*/ 3817782 w 8299740"/>
                <a:gd name="connsiteY10" fmla="*/ 1075864 h 1085850"/>
                <a:gd name="connsiteX11" fmla="*/ 4953608 w 8299740"/>
                <a:gd name="connsiteY11" fmla="*/ 1079182 h 1085850"/>
                <a:gd name="connsiteX12" fmla="*/ 4962180 w 8299740"/>
                <a:gd name="connsiteY12" fmla="*/ 491490 h 1085850"/>
                <a:gd name="connsiteX13" fmla="*/ 5613690 w 8299740"/>
                <a:gd name="connsiteY13" fmla="*/ 0 h 1085850"/>
                <a:gd name="connsiteX14" fmla="*/ 5612254 w 8299740"/>
                <a:gd name="connsiteY14" fmla="*/ 440274 h 1085850"/>
                <a:gd name="connsiteX15" fmla="*/ 6901064 w 8299740"/>
                <a:gd name="connsiteY15" fmla="*/ 435620 h 1085850"/>
                <a:gd name="connsiteX16" fmla="*/ 6916710 w 8299740"/>
                <a:gd name="connsiteY16" fmla="*/ 1085850 h 1085850"/>
                <a:gd name="connsiteX17" fmla="*/ 8299740 w 8299740"/>
                <a:gd name="connsiteY17" fmla="*/ 1085850 h 1085850"/>
                <a:gd name="connsiteX0" fmla="*/ 0 w 8299740"/>
                <a:gd name="connsiteY0" fmla="*/ 1064540 h 1085850"/>
                <a:gd name="connsiteX1" fmla="*/ 275880 w 8299740"/>
                <a:gd name="connsiteY1" fmla="*/ 1074420 h 1085850"/>
                <a:gd name="connsiteX2" fmla="*/ 280097 w 8299740"/>
                <a:gd name="connsiteY2" fmla="*/ 688465 h 1085850"/>
                <a:gd name="connsiteX3" fmla="*/ 961680 w 8299740"/>
                <a:gd name="connsiteY3" fmla="*/ 254126 h 1085850"/>
                <a:gd name="connsiteX4" fmla="*/ 957870 w 8299740"/>
                <a:gd name="connsiteY4" fmla="*/ 1078230 h 1085850"/>
                <a:gd name="connsiteX5" fmla="*/ 1959901 w 8299740"/>
                <a:gd name="connsiteY5" fmla="*/ 1074420 h 1085850"/>
                <a:gd name="connsiteX6" fmla="*/ 1960307 w 8299740"/>
                <a:gd name="connsiteY6" fmla="*/ 623208 h 1085850"/>
                <a:gd name="connsiteX7" fmla="*/ 2682121 w 8299740"/>
                <a:gd name="connsiteY7" fmla="*/ 211728 h 1085850"/>
                <a:gd name="connsiteX8" fmla="*/ 2681202 w 8299740"/>
                <a:gd name="connsiteY8" fmla="*/ 694788 h 1085850"/>
                <a:gd name="connsiteX9" fmla="*/ 3815270 w 8299740"/>
                <a:gd name="connsiteY9" fmla="*/ 697547 h 1085850"/>
                <a:gd name="connsiteX10" fmla="*/ 3817782 w 8299740"/>
                <a:gd name="connsiteY10" fmla="*/ 1075864 h 1085850"/>
                <a:gd name="connsiteX11" fmla="*/ 4953608 w 8299740"/>
                <a:gd name="connsiteY11" fmla="*/ 1079182 h 1085850"/>
                <a:gd name="connsiteX12" fmla="*/ 4962180 w 8299740"/>
                <a:gd name="connsiteY12" fmla="*/ 491490 h 1085850"/>
                <a:gd name="connsiteX13" fmla="*/ 5613690 w 8299740"/>
                <a:gd name="connsiteY13" fmla="*/ 0 h 1085850"/>
                <a:gd name="connsiteX14" fmla="*/ 5612254 w 8299740"/>
                <a:gd name="connsiteY14" fmla="*/ 440274 h 1085850"/>
                <a:gd name="connsiteX15" fmla="*/ 6901064 w 8299740"/>
                <a:gd name="connsiteY15" fmla="*/ 435620 h 1085850"/>
                <a:gd name="connsiteX16" fmla="*/ 6916710 w 8299740"/>
                <a:gd name="connsiteY16" fmla="*/ 1085850 h 1085850"/>
                <a:gd name="connsiteX17" fmla="*/ 8299740 w 8299740"/>
                <a:gd name="connsiteY17" fmla="*/ 1085850 h 1085850"/>
                <a:gd name="connsiteX0" fmla="*/ 0 w 8308572"/>
                <a:gd name="connsiteY0" fmla="*/ 1080489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  <a:gd name="connsiteX0" fmla="*/ 0 w 8308572"/>
                <a:gd name="connsiteY0" fmla="*/ 1072515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  <a:gd name="connsiteX0" fmla="*/ 0 w 8308572"/>
                <a:gd name="connsiteY0" fmla="*/ 1072515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  <a:gd name="connsiteX0" fmla="*/ 0 w 8308572"/>
                <a:gd name="connsiteY0" fmla="*/ 1072515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  <a:gd name="connsiteX0" fmla="*/ 0 w 8308572"/>
                <a:gd name="connsiteY0" fmla="*/ 1072515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  <a:gd name="connsiteX0" fmla="*/ 0 w 8308572"/>
                <a:gd name="connsiteY0" fmla="*/ 1072515 h 1085850"/>
                <a:gd name="connsiteX1" fmla="*/ 284712 w 8308572"/>
                <a:gd name="connsiteY1" fmla="*/ 1074420 h 1085850"/>
                <a:gd name="connsiteX2" fmla="*/ 288929 w 8308572"/>
                <a:gd name="connsiteY2" fmla="*/ 688465 h 1085850"/>
                <a:gd name="connsiteX3" fmla="*/ 970512 w 8308572"/>
                <a:gd name="connsiteY3" fmla="*/ 254126 h 1085850"/>
                <a:gd name="connsiteX4" fmla="*/ 966702 w 8308572"/>
                <a:gd name="connsiteY4" fmla="*/ 1078230 h 1085850"/>
                <a:gd name="connsiteX5" fmla="*/ 1968733 w 8308572"/>
                <a:gd name="connsiteY5" fmla="*/ 1074420 h 1085850"/>
                <a:gd name="connsiteX6" fmla="*/ 1969139 w 8308572"/>
                <a:gd name="connsiteY6" fmla="*/ 623208 h 1085850"/>
                <a:gd name="connsiteX7" fmla="*/ 2690953 w 8308572"/>
                <a:gd name="connsiteY7" fmla="*/ 211728 h 1085850"/>
                <a:gd name="connsiteX8" fmla="*/ 2690034 w 8308572"/>
                <a:gd name="connsiteY8" fmla="*/ 694788 h 1085850"/>
                <a:gd name="connsiteX9" fmla="*/ 3824102 w 8308572"/>
                <a:gd name="connsiteY9" fmla="*/ 697547 h 1085850"/>
                <a:gd name="connsiteX10" fmla="*/ 3826614 w 8308572"/>
                <a:gd name="connsiteY10" fmla="*/ 1075864 h 1085850"/>
                <a:gd name="connsiteX11" fmla="*/ 4962440 w 8308572"/>
                <a:gd name="connsiteY11" fmla="*/ 1079182 h 1085850"/>
                <a:gd name="connsiteX12" fmla="*/ 4971012 w 8308572"/>
                <a:gd name="connsiteY12" fmla="*/ 491490 h 1085850"/>
                <a:gd name="connsiteX13" fmla="*/ 5622522 w 8308572"/>
                <a:gd name="connsiteY13" fmla="*/ 0 h 1085850"/>
                <a:gd name="connsiteX14" fmla="*/ 5621086 w 8308572"/>
                <a:gd name="connsiteY14" fmla="*/ 440274 h 1085850"/>
                <a:gd name="connsiteX15" fmla="*/ 6909896 w 8308572"/>
                <a:gd name="connsiteY15" fmla="*/ 435620 h 1085850"/>
                <a:gd name="connsiteX16" fmla="*/ 6925542 w 8308572"/>
                <a:gd name="connsiteY16" fmla="*/ 1085850 h 1085850"/>
                <a:gd name="connsiteX17" fmla="*/ 8308572 w 8308572"/>
                <a:gd name="connsiteY17" fmla="*/ 108585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308572" h="1085850">
                  <a:moveTo>
                    <a:pt x="0" y="1072515"/>
                  </a:moveTo>
                  <a:lnTo>
                    <a:pt x="284712" y="1074420"/>
                  </a:lnTo>
                  <a:cubicBezTo>
                    <a:pt x="286118" y="932743"/>
                    <a:pt x="287523" y="830142"/>
                    <a:pt x="288929" y="688465"/>
                  </a:cubicBezTo>
                  <a:lnTo>
                    <a:pt x="970512" y="254126"/>
                  </a:lnTo>
                  <a:lnTo>
                    <a:pt x="966702" y="1078230"/>
                  </a:lnTo>
                  <a:lnTo>
                    <a:pt x="1968733" y="1074420"/>
                  </a:lnTo>
                  <a:cubicBezTo>
                    <a:pt x="1966510" y="868680"/>
                    <a:pt x="1971362" y="828948"/>
                    <a:pt x="1969139" y="623208"/>
                  </a:cubicBezTo>
                  <a:lnTo>
                    <a:pt x="2690953" y="211728"/>
                  </a:lnTo>
                  <a:cubicBezTo>
                    <a:pt x="2683013" y="453258"/>
                    <a:pt x="2692615" y="423185"/>
                    <a:pt x="2690034" y="694788"/>
                  </a:cubicBezTo>
                  <a:lnTo>
                    <a:pt x="3824102" y="697547"/>
                  </a:lnTo>
                  <a:cubicBezTo>
                    <a:pt x="3824939" y="814458"/>
                    <a:pt x="3825777" y="958953"/>
                    <a:pt x="3826614" y="1075864"/>
                  </a:cubicBezTo>
                  <a:cubicBezTo>
                    <a:pt x="4105066" y="1087170"/>
                    <a:pt x="4527010" y="1069549"/>
                    <a:pt x="4962440" y="1079182"/>
                  </a:cubicBezTo>
                  <a:lnTo>
                    <a:pt x="4971012" y="491490"/>
                  </a:lnTo>
                  <a:lnTo>
                    <a:pt x="5622522" y="0"/>
                  </a:lnTo>
                  <a:cubicBezTo>
                    <a:pt x="5622043" y="229252"/>
                    <a:pt x="5621565" y="211022"/>
                    <a:pt x="5621086" y="440274"/>
                  </a:cubicBezTo>
                  <a:lnTo>
                    <a:pt x="6909896" y="435620"/>
                  </a:lnTo>
                  <a:lnTo>
                    <a:pt x="6925542" y="1085850"/>
                  </a:lnTo>
                  <a:lnTo>
                    <a:pt x="8308572" y="1085850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78936BD-DB4D-870E-BA2D-1F12E61E9474}"/>
              </a:ext>
            </a:extLst>
          </p:cNvPr>
          <p:cNvCxnSpPr>
            <a:cxnSpLocks/>
          </p:cNvCxnSpPr>
          <p:nvPr/>
        </p:nvCxnSpPr>
        <p:spPr>
          <a:xfrm>
            <a:off x="2019397" y="5719886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7121156-3B84-87CC-AD0B-189177278B06}"/>
              </a:ext>
            </a:extLst>
          </p:cNvPr>
          <p:cNvCxnSpPr>
            <a:cxnSpLocks/>
          </p:cNvCxnSpPr>
          <p:nvPr/>
        </p:nvCxnSpPr>
        <p:spPr>
          <a:xfrm>
            <a:off x="3177540" y="5158740"/>
            <a:ext cx="8573" cy="1375410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Case 1 - Q1">
            <a:extLst>
              <a:ext uri="{FF2B5EF4-FFF2-40B4-BE49-F238E27FC236}">
                <a16:creationId xmlns:a16="http://schemas.microsoft.com/office/drawing/2014/main" id="{BCC2720E-29CB-EB5F-922C-2145749ECB67}"/>
              </a:ext>
            </a:extLst>
          </p:cNvPr>
          <p:cNvSpPr/>
          <p:nvPr/>
        </p:nvSpPr>
        <p:spPr>
          <a:xfrm>
            <a:off x="3271957" y="5640144"/>
            <a:ext cx="654646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FA8F8A5-A0D1-69D5-7607-0FE14E01FF7C}"/>
              </a:ext>
            </a:extLst>
          </p:cNvPr>
          <p:cNvCxnSpPr>
            <a:cxnSpLocks/>
          </p:cNvCxnSpPr>
          <p:nvPr/>
        </p:nvCxnSpPr>
        <p:spPr>
          <a:xfrm>
            <a:off x="5007429" y="5747657"/>
            <a:ext cx="6531" cy="782683"/>
          </a:xfrm>
          <a:prstGeom prst="straightConnector1">
            <a:avLst/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ase 1 - Q1">
            <a:extLst>
              <a:ext uri="{FF2B5EF4-FFF2-40B4-BE49-F238E27FC236}">
                <a16:creationId xmlns:a16="http://schemas.microsoft.com/office/drawing/2014/main" id="{B466636E-5A55-D119-545E-092294E227B1}"/>
              </a:ext>
            </a:extLst>
          </p:cNvPr>
          <p:cNvSpPr/>
          <p:nvPr/>
        </p:nvSpPr>
        <p:spPr>
          <a:xfrm>
            <a:off x="5079489" y="5972275"/>
            <a:ext cx="922295" cy="2743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02F117B-EE4B-AC07-678F-C9E246BF0636}"/>
              </a:ext>
            </a:extLst>
          </p:cNvPr>
          <p:cNvGrpSpPr/>
          <p:nvPr/>
        </p:nvGrpSpPr>
        <p:grpSpPr>
          <a:xfrm>
            <a:off x="6444764" y="5988153"/>
            <a:ext cx="283857" cy="361389"/>
            <a:chOff x="6444764" y="5988153"/>
            <a:chExt cx="283857" cy="361389"/>
          </a:xfrm>
        </p:grpSpPr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6B7F008D-BD96-1D8C-B5DC-420BCF99F73A}"/>
                </a:ext>
              </a:extLst>
            </p:cNvPr>
            <p:cNvCxnSpPr/>
            <p:nvPr/>
          </p:nvCxnSpPr>
          <p:spPr>
            <a:xfrm flipH="1">
              <a:off x="6444764" y="6036682"/>
              <a:ext cx="132912" cy="266409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C19BAB7-0C74-E7BA-1DE7-FAECFC6E5E75}"/>
                </a:ext>
              </a:extLst>
            </p:cNvPr>
            <p:cNvCxnSpPr/>
            <p:nvPr/>
          </p:nvCxnSpPr>
          <p:spPr>
            <a:xfrm flipH="1">
              <a:off x="6595709" y="6046532"/>
              <a:ext cx="132912" cy="266409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633F6D6-FE23-8189-4357-578C10663D0F}"/>
                </a:ext>
              </a:extLst>
            </p:cNvPr>
            <p:cNvSpPr/>
            <p:nvPr/>
          </p:nvSpPr>
          <p:spPr>
            <a:xfrm rot="1531525">
              <a:off x="6540095" y="5988153"/>
              <a:ext cx="100672" cy="361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6B1D5CD-7A27-B55D-14EA-915FEC543012}"/>
              </a:ext>
            </a:extLst>
          </p:cNvPr>
          <p:cNvCxnSpPr>
            <a:cxnSpLocks/>
          </p:cNvCxnSpPr>
          <p:nvPr/>
        </p:nvCxnSpPr>
        <p:spPr>
          <a:xfrm>
            <a:off x="2019397" y="5158740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A2BB87A-6449-0C26-F706-B0EC6FB2484C}"/>
              </a:ext>
            </a:extLst>
          </p:cNvPr>
          <p:cNvCxnSpPr>
            <a:cxnSpLocks/>
          </p:cNvCxnSpPr>
          <p:nvPr/>
        </p:nvCxnSpPr>
        <p:spPr>
          <a:xfrm>
            <a:off x="2032367" y="4868236"/>
            <a:ext cx="8821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1F163125-E5B2-B38F-96B2-DD62532F0E38}"/>
              </a:ext>
            </a:extLst>
          </p:cNvPr>
          <p:cNvSpPr txBox="1"/>
          <p:nvPr/>
        </p:nvSpPr>
        <p:spPr>
          <a:xfrm>
            <a:off x="3888436" y="6534150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Baseline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AA3EB56-6F71-97BC-DAF5-7E2FD1243DB8}"/>
              </a:ext>
            </a:extLst>
          </p:cNvPr>
          <p:cNvSpPr txBox="1"/>
          <p:nvPr/>
        </p:nvSpPr>
        <p:spPr>
          <a:xfrm>
            <a:off x="7208885" y="6531829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New condition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0153B5F-9C97-D230-5072-032E6E844EC7}"/>
              </a:ext>
            </a:extLst>
          </p:cNvPr>
          <p:cNvCxnSpPr>
            <a:cxnSpLocks/>
          </p:cNvCxnSpPr>
          <p:nvPr/>
        </p:nvCxnSpPr>
        <p:spPr>
          <a:xfrm>
            <a:off x="8117513" y="4874817"/>
            <a:ext cx="15755" cy="1657012"/>
          </a:xfrm>
          <a:prstGeom prst="straightConnector1">
            <a:avLst/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Case 1 - Q1">
            <a:extLst>
              <a:ext uri="{FF2B5EF4-FFF2-40B4-BE49-F238E27FC236}">
                <a16:creationId xmlns:a16="http://schemas.microsoft.com/office/drawing/2014/main" id="{454D58F7-23A0-E92E-8144-84AE0D460845}"/>
              </a:ext>
            </a:extLst>
          </p:cNvPr>
          <p:cNvSpPr/>
          <p:nvPr/>
        </p:nvSpPr>
        <p:spPr>
          <a:xfrm>
            <a:off x="8194605" y="5004571"/>
            <a:ext cx="654646" cy="2743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04973AC-A0AB-0B4F-DD0E-5CDCB0A1D207}"/>
              </a:ext>
            </a:extLst>
          </p:cNvPr>
          <p:cNvCxnSpPr>
            <a:cxnSpLocks/>
          </p:cNvCxnSpPr>
          <p:nvPr/>
        </p:nvCxnSpPr>
        <p:spPr>
          <a:xfrm>
            <a:off x="8369559" y="5439747"/>
            <a:ext cx="2916" cy="1084878"/>
          </a:xfrm>
          <a:prstGeom prst="straightConnector1">
            <a:avLst/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Case 1 - Q1">
            <a:extLst>
              <a:ext uri="{FF2B5EF4-FFF2-40B4-BE49-F238E27FC236}">
                <a16:creationId xmlns:a16="http://schemas.microsoft.com/office/drawing/2014/main" id="{B2C743E7-E9A3-EE13-F3EF-E314A5E966CD}"/>
              </a:ext>
            </a:extLst>
          </p:cNvPr>
          <p:cNvSpPr/>
          <p:nvPr/>
        </p:nvSpPr>
        <p:spPr>
          <a:xfrm>
            <a:off x="8440751" y="5962030"/>
            <a:ext cx="760335" cy="2743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77DAB5B2-52FD-DE84-3BE5-65008535C9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25863" y="3290974"/>
            <a:ext cx="274320" cy="274320"/>
          </a:xfrm>
          <a:prstGeom prst="rect">
            <a:avLst/>
          </a:prstGeom>
        </p:spPr>
      </p:pic>
      <p:sp>
        <p:nvSpPr>
          <p:cNvPr id="86" name="Right Brace 85">
            <a:extLst>
              <a:ext uri="{FF2B5EF4-FFF2-40B4-BE49-F238E27FC236}">
                <a16:creationId xmlns:a16="http://schemas.microsoft.com/office/drawing/2014/main" id="{2CA825BD-7250-DFFC-AA56-E62DAD2099C2}"/>
              </a:ext>
            </a:extLst>
          </p:cNvPr>
          <p:cNvSpPr/>
          <p:nvPr/>
        </p:nvSpPr>
        <p:spPr>
          <a:xfrm>
            <a:off x="9447231" y="5448516"/>
            <a:ext cx="225936" cy="730250"/>
          </a:xfrm>
          <a:prstGeom prst="rightBrace">
            <a:avLst>
              <a:gd name="adj1" fmla="val 0"/>
              <a:gd name="adj2" fmla="val 50000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Case 1 - Q1">
            <a:extLst>
              <a:ext uri="{FF2B5EF4-FFF2-40B4-BE49-F238E27FC236}">
                <a16:creationId xmlns:a16="http://schemas.microsoft.com/office/drawing/2014/main" id="{0ABB7E26-86E8-569C-8BE4-98E6C47018A3}"/>
              </a:ext>
            </a:extLst>
          </p:cNvPr>
          <p:cNvSpPr/>
          <p:nvPr/>
        </p:nvSpPr>
        <p:spPr>
          <a:xfrm>
            <a:off x="9673166" y="5674247"/>
            <a:ext cx="965941" cy="2980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P</a:t>
            </a:r>
            <a:r>
              <a:rPr lang="en-US" sz="1400" baseline="-25000" dirty="0" err="1">
                <a:solidFill>
                  <a:schemeClr val="bg1"/>
                </a:solidFill>
              </a:rPr>
              <a:t>driving</a:t>
            </a:r>
            <a:r>
              <a:rPr lang="en-US" sz="1400" dirty="0">
                <a:solidFill>
                  <a:schemeClr val="bg1"/>
                </a:solidFill>
              </a:rPr>
              <a:t> &gt;10</a:t>
            </a:r>
          </a:p>
        </p:txBody>
      </p:sp>
      <p:sp>
        <p:nvSpPr>
          <p:cNvPr id="88" name="Obj 3">
            <a:hlinkClick r:id="rId3" action="ppaction://hlinksldjump"/>
            <a:extLst>
              <a:ext uri="{FF2B5EF4-FFF2-40B4-BE49-F238E27FC236}">
                <a16:creationId xmlns:a16="http://schemas.microsoft.com/office/drawing/2014/main" id="{8502D102-76EC-F88E-A9CA-89B8E85A6DD1}"/>
              </a:ext>
            </a:extLst>
          </p:cNvPr>
          <p:cNvSpPr/>
          <p:nvPr/>
        </p:nvSpPr>
        <p:spPr>
          <a:xfrm>
            <a:off x="167951" y="1192461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Peak P Alarm </a:t>
            </a:r>
          </a:p>
        </p:txBody>
      </p:sp>
      <p:sp>
        <p:nvSpPr>
          <p:cNvPr id="2" name="Obj 1">
            <a:hlinkClick r:id="rId10" action="ppaction://hlinksldjump"/>
            <a:extLst>
              <a:ext uri="{FF2B5EF4-FFF2-40B4-BE49-F238E27FC236}">
                <a16:creationId xmlns:a16="http://schemas.microsoft.com/office/drawing/2014/main" id="{8DEE1E57-E4C8-080E-5E1F-19B74CB94AB0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3" name="Obj 2">
            <a:hlinkClick r:id="rId11" action="ppaction://hlinksldjump"/>
            <a:extLst>
              <a:ext uri="{FF2B5EF4-FFF2-40B4-BE49-F238E27FC236}">
                <a16:creationId xmlns:a16="http://schemas.microsoft.com/office/drawing/2014/main" id="{C84E9EA1-B76D-DA70-78ED-BE1350796303}"/>
              </a:ext>
            </a:extLst>
          </p:cNvPr>
          <p:cNvSpPr/>
          <p:nvPr/>
        </p:nvSpPr>
        <p:spPr>
          <a:xfrm>
            <a:off x="167950" y="6705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96B70-E035-C960-A244-C99EC1E2C8FE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21" name="Obj 3">
            <a:hlinkClick r:id="rId12" action="ppaction://hlinksldjump"/>
            <a:extLst>
              <a:ext uri="{FF2B5EF4-FFF2-40B4-BE49-F238E27FC236}">
                <a16:creationId xmlns:a16="http://schemas.microsoft.com/office/drawing/2014/main" id="{C75C9AEC-F280-F118-0523-0BFBEFC52FF0}"/>
              </a:ext>
            </a:extLst>
          </p:cNvPr>
          <p:cNvSpPr/>
          <p:nvPr/>
        </p:nvSpPr>
        <p:spPr>
          <a:xfrm>
            <a:off x="167949" y="326749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D93BAF2F-B5AF-7D1D-48D9-DDA73FAFE25E}"/>
              </a:ext>
            </a:extLst>
          </p:cNvPr>
          <p:cNvSpPr/>
          <p:nvPr/>
        </p:nvSpPr>
        <p:spPr>
          <a:xfrm>
            <a:off x="1465452" y="3473001"/>
            <a:ext cx="2191751" cy="1022420"/>
          </a:xfrm>
          <a:custGeom>
            <a:avLst/>
            <a:gdLst>
              <a:gd name="connsiteX0" fmla="*/ 207810 w 2105272"/>
              <a:gd name="connsiteY0" fmla="*/ 531349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07810 w 2105272"/>
              <a:gd name="connsiteY42" fmla="*/ 531349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474510 w 2105272"/>
              <a:gd name="connsiteY36" fmla="*/ 693273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95174 w 2173586"/>
              <a:gd name="connsiteY0" fmla="*/ 517061 h 1022420"/>
              <a:gd name="connsiteX1" fmla="*/ 695224 w 2173586"/>
              <a:gd name="connsiteY1" fmla="*/ 526586 h 1022420"/>
              <a:gd name="connsiteX2" fmla="*/ 1261962 w 2173586"/>
              <a:gd name="connsiteY2" fmla="*/ 517061 h 1022420"/>
              <a:gd name="connsiteX3" fmla="*/ 1485799 w 2173586"/>
              <a:gd name="connsiteY3" fmla="*/ 402761 h 1022420"/>
              <a:gd name="connsiteX4" fmla="*/ 1666774 w 2173586"/>
              <a:gd name="connsiteY4" fmla="*/ 255124 h 1022420"/>
              <a:gd name="connsiteX5" fmla="*/ 1671537 w 2173586"/>
              <a:gd name="connsiteY5" fmla="*/ 131299 h 1022420"/>
              <a:gd name="connsiteX6" fmla="*/ 1657249 w 2173586"/>
              <a:gd name="connsiteY6" fmla="*/ 74149 h 1022420"/>
              <a:gd name="connsiteX7" fmla="*/ 1719162 w 2173586"/>
              <a:gd name="connsiteY7" fmla="*/ 59861 h 1022420"/>
              <a:gd name="connsiteX8" fmla="*/ 1747737 w 2173586"/>
              <a:gd name="connsiteY8" fmla="*/ 217024 h 1022420"/>
              <a:gd name="connsiteX9" fmla="*/ 1842987 w 2173586"/>
              <a:gd name="connsiteY9" fmla="*/ 107486 h 1022420"/>
              <a:gd name="connsiteX10" fmla="*/ 1881087 w 2173586"/>
              <a:gd name="connsiteY10" fmla="*/ 26524 h 1022420"/>
              <a:gd name="connsiteX11" fmla="*/ 1962049 w 2173586"/>
              <a:gd name="connsiteY11" fmla="*/ 7474 h 1022420"/>
              <a:gd name="connsiteX12" fmla="*/ 1895374 w 2173586"/>
              <a:gd name="connsiteY12" fmla="*/ 140824 h 1022420"/>
              <a:gd name="connsiteX13" fmla="*/ 1804887 w 2173586"/>
              <a:gd name="connsiteY13" fmla="*/ 264649 h 1022420"/>
              <a:gd name="connsiteX14" fmla="*/ 2028724 w 2173586"/>
              <a:gd name="connsiteY14" fmla="*/ 259886 h 1022420"/>
              <a:gd name="connsiteX15" fmla="*/ 1985862 w 2173586"/>
              <a:gd name="connsiteY15" fmla="*/ 326561 h 1022420"/>
              <a:gd name="connsiteX16" fmla="*/ 1795362 w 2173586"/>
              <a:gd name="connsiteY16" fmla="*/ 345611 h 1022420"/>
              <a:gd name="connsiteX17" fmla="*/ 1690587 w 2173586"/>
              <a:gd name="connsiteY17" fmla="*/ 359899 h 1022420"/>
              <a:gd name="connsiteX18" fmla="*/ 1461987 w 2173586"/>
              <a:gd name="connsiteY18" fmla="*/ 540874 h 1022420"/>
              <a:gd name="connsiteX19" fmla="*/ 1604862 w 2173586"/>
              <a:gd name="connsiteY19" fmla="*/ 640886 h 1022420"/>
              <a:gd name="connsiteX20" fmla="*/ 1714399 w 2173586"/>
              <a:gd name="connsiteY20" fmla="*/ 712324 h 1022420"/>
              <a:gd name="connsiteX21" fmla="*/ 2023962 w 2173586"/>
              <a:gd name="connsiteY21" fmla="*/ 712324 h 1022420"/>
              <a:gd name="connsiteX22" fmla="*/ 2114449 w 2173586"/>
              <a:gd name="connsiteY22" fmla="*/ 650411 h 1022420"/>
              <a:gd name="connsiteX23" fmla="*/ 2171599 w 2173586"/>
              <a:gd name="connsiteY23" fmla="*/ 769474 h 1022420"/>
              <a:gd name="connsiteX24" fmla="*/ 2043012 w 2173586"/>
              <a:gd name="connsiteY24" fmla="*/ 774236 h 1022420"/>
              <a:gd name="connsiteX25" fmla="*/ 1785837 w 2173586"/>
              <a:gd name="connsiteY25" fmla="*/ 783761 h 1022420"/>
              <a:gd name="connsiteX26" fmla="*/ 1990624 w 2173586"/>
              <a:gd name="connsiteY26" fmla="*/ 874249 h 1022420"/>
              <a:gd name="connsiteX27" fmla="*/ 1952524 w 2173586"/>
              <a:gd name="connsiteY27" fmla="*/ 950449 h 1022420"/>
              <a:gd name="connsiteX28" fmla="*/ 1790599 w 2173586"/>
              <a:gd name="connsiteY28" fmla="*/ 864724 h 1022420"/>
              <a:gd name="connsiteX29" fmla="*/ 1762024 w 2173586"/>
              <a:gd name="connsiteY29" fmla="*/ 998074 h 1022420"/>
              <a:gd name="connsiteX30" fmla="*/ 1700112 w 2173586"/>
              <a:gd name="connsiteY30" fmla="*/ 1007599 h 1022420"/>
              <a:gd name="connsiteX31" fmla="*/ 1723924 w 2173586"/>
              <a:gd name="connsiteY31" fmla="*/ 840911 h 1022420"/>
              <a:gd name="connsiteX32" fmla="*/ 1652487 w 2173586"/>
              <a:gd name="connsiteY32" fmla="*/ 764711 h 1022420"/>
              <a:gd name="connsiteX33" fmla="*/ 1390549 w 2173586"/>
              <a:gd name="connsiteY33" fmla="*/ 640886 h 1022420"/>
              <a:gd name="connsiteX34" fmla="*/ 1190524 w 2173586"/>
              <a:gd name="connsiteY34" fmla="*/ 617074 h 1022420"/>
              <a:gd name="connsiteX35" fmla="*/ 795237 w 2173586"/>
              <a:gd name="connsiteY35" fmla="*/ 612311 h 1022420"/>
              <a:gd name="connsiteX36" fmla="*/ 542824 w 2173586"/>
              <a:gd name="connsiteY36" fmla="*/ 693273 h 1022420"/>
              <a:gd name="connsiteX37" fmla="*/ 409474 w 2173586"/>
              <a:gd name="connsiteY37" fmla="*/ 740899 h 1022420"/>
              <a:gd name="connsiteX38" fmla="*/ 238024 w 2173586"/>
              <a:gd name="connsiteY38" fmla="*/ 764711 h 1022420"/>
              <a:gd name="connsiteX39" fmla="*/ 4661 w 2173586"/>
              <a:gd name="connsiteY39" fmla="*/ 740899 h 1022420"/>
              <a:gd name="connsiteX40" fmla="*/ 85624 w 2173586"/>
              <a:gd name="connsiteY40" fmla="*/ 531349 h 1022420"/>
              <a:gd name="connsiteX41" fmla="*/ 209449 w 2173586"/>
              <a:gd name="connsiteY41" fmla="*/ 512299 h 1022420"/>
              <a:gd name="connsiteX42" fmla="*/ 295174 w 2173586"/>
              <a:gd name="connsiteY42" fmla="*/ 517061 h 1022420"/>
              <a:gd name="connsiteX0" fmla="*/ 306079 w 2184491"/>
              <a:gd name="connsiteY0" fmla="*/ 517061 h 1022420"/>
              <a:gd name="connsiteX1" fmla="*/ 706129 w 2184491"/>
              <a:gd name="connsiteY1" fmla="*/ 526586 h 1022420"/>
              <a:gd name="connsiteX2" fmla="*/ 1272867 w 2184491"/>
              <a:gd name="connsiteY2" fmla="*/ 517061 h 1022420"/>
              <a:gd name="connsiteX3" fmla="*/ 1496704 w 2184491"/>
              <a:gd name="connsiteY3" fmla="*/ 402761 h 1022420"/>
              <a:gd name="connsiteX4" fmla="*/ 1677679 w 2184491"/>
              <a:gd name="connsiteY4" fmla="*/ 255124 h 1022420"/>
              <a:gd name="connsiteX5" fmla="*/ 1682442 w 2184491"/>
              <a:gd name="connsiteY5" fmla="*/ 131299 h 1022420"/>
              <a:gd name="connsiteX6" fmla="*/ 1668154 w 2184491"/>
              <a:gd name="connsiteY6" fmla="*/ 74149 h 1022420"/>
              <a:gd name="connsiteX7" fmla="*/ 1730067 w 2184491"/>
              <a:gd name="connsiteY7" fmla="*/ 59861 h 1022420"/>
              <a:gd name="connsiteX8" fmla="*/ 1758642 w 2184491"/>
              <a:gd name="connsiteY8" fmla="*/ 217024 h 1022420"/>
              <a:gd name="connsiteX9" fmla="*/ 1853892 w 2184491"/>
              <a:gd name="connsiteY9" fmla="*/ 107486 h 1022420"/>
              <a:gd name="connsiteX10" fmla="*/ 1891992 w 2184491"/>
              <a:gd name="connsiteY10" fmla="*/ 26524 h 1022420"/>
              <a:gd name="connsiteX11" fmla="*/ 1972954 w 2184491"/>
              <a:gd name="connsiteY11" fmla="*/ 7474 h 1022420"/>
              <a:gd name="connsiteX12" fmla="*/ 1906279 w 2184491"/>
              <a:gd name="connsiteY12" fmla="*/ 140824 h 1022420"/>
              <a:gd name="connsiteX13" fmla="*/ 1815792 w 2184491"/>
              <a:gd name="connsiteY13" fmla="*/ 264649 h 1022420"/>
              <a:gd name="connsiteX14" fmla="*/ 2039629 w 2184491"/>
              <a:gd name="connsiteY14" fmla="*/ 259886 h 1022420"/>
              <a:gd name="connsiteX15" fmla="*/ 1996767 w 2184491"/>
              <a:gd name="connsiteY15" fmla="*/ 326561 h 1022420"/>
              <a:gd name="connsiteX16" fmla="*/ 1806267 w 2184491"/>
              <a:gd name="connsiteY16" fmla="*/ 345611 h 1022420"/>
              <a:gd name="connsiteX17" fmla="*/ 1701492 w 2184491"/>
              <a:gd name="connsiteY17" fmla="*/ 359899 h 1022420"/>
              <a:gd name="connsiteX18" fmla="*/ 1472892 w 2184491"/>
              <a:gd name="connsiteY18" fmla="*/ 540874 h 1022420"/>
              <a:gd name="connsiteX19" fmla="*/ 1615767 w 2184491"/>
              <a:gd name="connsiteY19" fmla="*/ 640886 h 1022420"/>
              <a:gd name="connsiteX20" fmla="*/ 1725304 w 2184491"/>
              <a:gd name="connsiteY20" fmla="*/ 712324 h 1022420"/>
              <a:gd name="connsiteX21" fmla="*/ 2034867 w 2184491"/>
              <a:gd name="connsiteY21" fmla="*/ 712324 h 1022420"/>
              <a:gd name="connsiteX22" fmla="*/ 2125354 w 2184491"/>
              <a:gd name="connsiteY22" fmla="*/ 650411 h 1022420"/>
              <a:gd name="connsiteX23" fmla="*/ 2182504 w 2184491"/>
              <a:gd name="connsiteY23" fmla="*/ 769474 h 1022420"/>
              <a:gd name="connsiteX24" fmla="*/ 2053917 w 2184491"/>
              <a:gd name="connsiteY24" fmla="*/ 774236 h 1022420"/>
              <a:gd name="connsiteX25" fmla="*/ 1796742 w 2184491"/>
              <a:gd name="connsiteY25" fmla="*/ 783761 h 1022420"/>
              <a:gd name="connsiteX26" fmla="*/ 2001529 w 2184491"/>
              <a:gd name="connsiteY26" fmla="*/ 874249 h 1022420"/>
              <a:gd name="connsiteX27" fmla="*/ 1963429 w 2184491"/>
              <a:gd name="connsiteY27" fmla="*/ 950449 h 1022420"/>
              <a:gd name="connsiteX28" fmla="*/ 1801504 w 2184491"/>
              <a:gd name="connsiteY28" fmla="*/ 864724 h 1022420"/>
              <a:gd name="connsiteX29" fmla="*/ 1772929 w 2184491"/>
              <a:gd name="connsiteY29" fmla="*/ 998074 h 1022420"/>
              <a:gd name="connsiteX30" fmla="*/ 1711017 w 2184491"/>
              <a:gd name="connsiteY30" fmla="*/ 1007599 h 1022420"/>
              <a:gd name="connsiteX31" fmla="*/ 1734829 w 2184491"/>
              <a:gd name="connsiteY31" fmla="*/ 840911 h 1022420"/>
              <a:gd name="connsiteX32" fmla="*/ 1663392 w 2184491"/>
              <a:gd name="connsiteY32" fmla="*/ 764711 h 1022420"/>
              <a:gd name="connsiteX33" fmla="*/ 1401454 w 2184491"/>
              <a:gd name="connsiteY33" fmla="*/ 640886 h 1022420"/>
              <a:gd name="connsiteX34" fmla="*/ 1201429 w 2184491"/>
              <a:gd name="connsiteY34" fmla="*/ 617074 h 1022420"/>
              <a:gd name="connsiteX35" fmla="*/ 806142 w 2184491"/>
              <a:gd name="connsiteY35" fmla="*/ 612311 h 1022420"/>
              <a:gd name="connsiteX36" fmla="*/ 553729 w 2184491"/>
              <a:gd name="connsiteY36" fmla="*/ 693273 h 1022420"/>
              <a:gd name="connsiteX37" fmla="*/ 420379 w 2184491"/>
              <a:gd name="connsiteY37" fmla="*/ 740899 h 1022420"/>
              <a:gd name="connsiteX38" fmla="*/ 248929 w 2184491"/>
              <a:gd name="connsiteY38" fmla="*/ 764711 h 1022420"/>
              <a:gd name="connsiteX39" fmla="*/ 15566 w 2184491"/>
              <a:gd name="connsiteY39" fmla="*/ 740899 h 1022420"/>
              <a:gd name="connsiteX40" fmla="*/ 34616 w 2184491"/>
              <a:gd name="connsiteY40" fmla="*/ 531349 h 1022420"/>
              <a:gd name="connsiteX41" fmla="*/ 220354 w 2184491"/>
              <a:gd name="connsiteY41" fmla="*/ 512299 h 1022420"/>
              <a:gd name="connsiteX42" fmla="*/ 306079 w 2184491"/>
              <a:gd name="connsiteY42" fmla="*/ 517061 h 1022420"/>
              <a:gd name="connsiteX0" fmla="*/ 313339 w 2191751"/>
              <a:gd name="connsiteY0" fmla="*/ 5170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313339 w 2191751"/>
              <a:gd name="connsiteY42" fmla="*/ 5170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70477 w 2191751"/>
              <a:gd name="connsiteY41" fmla="*/ 502774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813402 w 2191751"/>
              <a:gd name="connsiteY36" fmla="*/ 612311 h 1022420"/>
              <a:gd name="connsiteX37" fmla="*/ 560989 w 2191751"/>
              <a:gd name="connsiteY37" fmla="*/ 693273 h 1022420"/>
              <a:gd name="connsiteX38" fmla="*/ 427639 w 2191751"/>
              <a:gd name="connsiteY38" fmla="*/ 740899 h 1022420"/>
              <a:gd name="connsiteX39" fmla="*/ 256189 w 2191751"/>
              <a:gd name="connsiteY39" fmla="*/ 764711 h 1022420"/>
              <a:gd name="connsiteX40" fmla="*/ 22826 w 2191751"/>
              <a:gd name="connsiteY40" fmla="*/ 740899 h 1022420"/>
              <a:gd name="connsiteX41" fmla="*/ 22826 w 2191751"/>
              <a:gd name="connsiteY41" fmla="*/ 526586 h 1022420"/>
              <a:gd name="connsiteX42" fmla="*/ 299052 w 2191751"/>
              <a:gd name="connsiteY42" fmla="*/ 526586 h 1022420"/>
              <a:gd name="connsiteX43" fmla="*/ 456214 w 2191751"/>
              <a:gd name="connsiteY43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788374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191751" h="1022420">
                <a:moveTo>
                  <a:pt x="456214" y="555161"/>
                </a:moveTo>
                <a:lnTo>
                  <a:pt x="718152" y="545636"/>
                </a:lnTo>
                <a:lnTo>
                  <a:pt x="1280127" y="517061"/>
                </a:lnTo>
                <a:cubicBezTo>
                  <a:pt x="1411889" y="496424"/>
                  <a:pt x="1436495" y="446417"/>
                  <a:pt x="1503964" y="402761"/>
                </a:cubicBezTo>
                <a:cubicBezTo>
                  <a:pt x="1571433" y="359105"/>
                  <a:pt x="1653983" y="300368"/>
                  <a:pt x="1684939" y="255124"/>
                </a:cubicBezTo>
                <a:cubicBezTo>
                  <a:pt x="1715895" y="209880"/>
                  <a:pt x="1691289" y="161461"/>
                  <a:pt x="1689702" y="131299"/>
                </a:cubicBezTo>
                <a:cubicBezTo>
                  <a:pt x="1688115" y="101137"/>
                  <a:pt x="1667477" y="86055"/>
                  <a:pt x="1675414" y="74149"/>
                </a:cubicBezTo>
                <a:cubicBezTo>
                  <a:pt x="1683351" y="62243"/>
                  <a:pt x="1722246" y="36048"/>
                  <a:pt x="1737327" y="59861"/>
                </a:cubicBezTo>
                <a:cubicBezTo>
                  <a:pt x="1752408" y="83674"/>
                  <a:pt x="1745265" y="209086"/>
                  <a:pt x="1765902" y="217024"/>
                </a:cubicBezTo>
                <a:cubicBezTo>
                  <a:pt x="1786540" y="224961"/>
                  <a:pt x="1838927" y="139236"/>
                  <a:pt x="1861152" y="107486"/>
                </a:cubicBezTo>
                <a:cubicBezTo>
                  <a:pt x="1883377" y="75736"/>
                  <a:pt x="1879408" y="43193"/>
                  <a:pt x="1899252" y="26524"/>
                </a:cubicBezTo>
                <a:cubicBezTo>
                  <a:pt x="1919096" y="9855"/>
                  <a:pt x="1977833" y="-11576"/>
                  <a:pt x="1980214" y="7474"/>
                </a:cubicBezTo>
                <a:cubicBezTo>
                  <a:pt x="1982595" y="26524"/>
                  <a:pt x="1939733" y="97961"/>
                  <a:pt x="1913539" y="140824"/>
                </a:cubicBezTo>
                <a:cubicBezTo>
                  <a:pt x="1887345" y="183686"/>
                  <a:pt x="1800827" y="244805"/>
                  <a:pt x="1823052" y="264649"/>
                </a:cubicBezTo>
                <a:cubicBezTo>
                  <a:pt x="1845277" y="284493"/>
                  <a:pt x="2016727" y="249567"/>
                  <a:pt x="2046889" y="259886"/>
                </a:cubicBezTo>
                <a:cubicBezTo>
                  <a:pt x="2077051" y="270205"/>
                  <a:pt x="2042921" y="312273"/>
                  <a:pt x="2004027" y="326561"/>
                </a:cubicBezTo>
                <a:cubicBezTo>
                  <a:pt x="1965133" y="340848"/>
                  <a:pt x="1862740" y="340055"/>
                  <a:pt x="1813527" y="345611"/>
                </a:cubicBezTo>
                <a:cubicBezTo>
                  <a:pt x="1764315" y="351167"/>
                  <a:pt x="1764315" y="327355"/>
                  <a:pt x="1708752" y="359899"/>
                </a:cubicBezTo>
                <a:cubicBezTo>
                  <a:pt x="1653189" y="392443"/>
                  <a:pt x="1494439" y="494043"/>
                  <a:pt x="1480152" y="540874"/>
                </a:cubicBezTo>
                <a:cubicBezTo>
                  <a:pt x="1465865" y="587705"/>
                  <a:pt x="1580958" y="612311"/>
                  <a:pt x="1623027" y="640886"/>
                </a:cubicBezTo>
                <a:cubicBezTo>
                  <a:pt x="1665096" y="669461"/>
                  <a:pt x="1662714" y="700418"/>
                  <a:pt x="1732564" y="712324"/>
                </a:cubicBezTo>
                <a:cubicBezTo>
                  <a:pt x="1802414" y="724230"/>
                  <a:pt x="1975452" y="722643"/>
                  <a:pt x="2042127" y="712324"/>
                </a:cubicBezTo>
                <a:cubicBezTo>
                  <a:pt x="2108802" y="702005"/>
                  <a:pt x="2108008" y="640886"/>
                  <a:pt x="2132614" y="650411"/>
                </a:cubicBezTo>
                <a:cubicBezTo>
                  <a:pt x="2157220" y="659936"/>
                  <a:pt x="2201670" y="748836"/>
                  <a:pt x="2189764" y="769474"/>
                </a:cubicBezTo>
                <a:cubicBezTo>
                  <a:pt x="2177858" y="790112"/>
                  <a:pt x="2061177" y="774236"/>
                  <a:pt x="2061177" y="774236"/>
                </a:cubicBezTo>
                <a:lnTo>
                  <a:pt x="1804002" y="783761"/>
                </a:lnTo>
                <a:cubicBezTo>
                  <a:pt x="1795271" y="800430"/>
                  <a:pt x="1981008" y="846468"/>
                  <a:pt x="2008789" y="874249"/>
                </a:cubicBezTo>
                <a:cubicBezTo>
                  <a:pt x="2036570" y="902030"/>
                  <a:pt x="2004026" y="952036"/>
                  <a:pt x="1970689" y="950449"/>
                </a:cubicBezTo>
                <a:cubicBezTo>
                  <a:pt x="1937352" y="948862"/>
                  <a:pt x="1840514" y="856787"/>
                  <a:pt x="1808764" y="864724"/>
                </a:cubicBezTo>
                <a:cubicBezTo>
                  <a:pt x="1777014" y="872661"/>
                  <a:pt x="1795270" y="974262"/>
                  <a:pt x="1780189" y="998074"/>
                </a:cubicBezTo>
                <a:cubicBezTo>
                  <a:pt x="1765108" y="1021886"/>
                  <a:pt x="1724627" y="1033793"/>
                  <a:pt x="1718277" y="1007599"/>
                </a:cubicBezTo>
                <a:cubicBezTo>
                  <a:pt x="1711927" y="981405"/>
                  <a:pt x="1750026" y="881392"/>
                  <a:pt x="1742089" y="840911"/>
                </a:cubicBezTo>
                <a:cubicBezTo>
                  <a:pt x="1734152" y="800430"/>
                  <a:pt x="1726215" y="798049"/>
                  <a:pt x="1670652" y="764711"/>
                </a:cubicBezTo>
                <a:cubicBezTo>
                  <a:pt x="1615090" y="731374"/>
                  <a:pt x="1485708" y="665492"/>
                  <a:pt x="1408714" y="640886"/>
                </a:cubicBezTo>
                <a:cubicBezTo>
                  <a:pt x="1331720" y="616280"/>
                  <a:pt x="1312079" y="618638"/>
                  <a:pt x="1208689" y="617074"/>
                </a:cubicBezTo>
                <a:cubicBezTo>
                  <a:pt x="1105299" y="615510"/>
                  <a:pt x="896324" y="618799"/>
                  <a:pt x="788374" y="631499"/>
                </a:cubicBezTo>
                <a:cubicBezTo>
                  <a:pt x="680424" y="644199"/>
                  <a:pt x="621111" y="675040"/>
                  <a:pt x="560989" y="693273"/>
                </a:cubicBezTo>
                <a:cubicBezTo>
                  <a:pt x="500867" y="711506"/>
                  <a:pt x="478439" y="728993"/>
                  <a:pt x="427639" y="740899"/>
                </a:cubicBezTo>
                <a:cubicBezTo>
                  <a:pt x="376839" y="752805"/>
                  <a:pt x="323658" y="764711"/>
                  <a:pt x="256189" y="764711"/>
                </a:cubicBezTo>
                <a:cubicBezTo>
                  <a:pt x="188720" y="764711"/>
                  <a:pt x="61720" y="780587"/>
                  <a:pt x="22826" y="740899"/>
                </a:cubicBezTo>
                <a:cubicBezTo>
                  <a:pt x="-16068" y="701211"/>
                  <a:pt x="2188" y="562305"/>
                  <a:pt x="22826" y="526586"/>
                </a:cubicBezTo>
                <a:cubicBezTo>
                  <a:pt x="43463" y="490867"/>
                  <a:pt x="226821" y="521824"/>
                  <a:pt x="299052" y="526586"/>
                </a:cubicBezTo>
                <a:cubicBezTo>
                  <a:pt x="371283" y="531349"/>
                  <a:pt x="427639" y="542857"/>
                  <a:pt x="456214" y="555161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909D466-4E06-CAFC-BBF4-06443E765F23}"/>
              </a:ext>
            </a:extLst>
          </p:cNvPr>
          <p:cNvGrpSpPr/>
          <p:nvPr/>
        </p:nvGrpSpPr>
        <p:grpSpPr>
          <a:xfrm>
            <a:off x="839493" y="4024649"/>
            <a:ext cx="1121934" cy="166119"/>
            <a:chOff x="6408570" y="4256222"/>
            <a:chExt cx="1121934" cy="166119"/>
          </a:xfrm>
        </p:grpSpPr>
        <p:sp>
          <p:nvSpPr>
            <p:cNvPr id="143" name="Rectangle 279">
              <a:extLst>
                <a:ext uri="{FF2B5EF4-FFF2-40B4-BE49-F238E27FC236}">
                  <a16:creationId xmlns:a16="http://schemas.microsoft.com/office/drawing/2014/main" id="{86F767A8-BA98-78BC-F305-F4A550D56728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AF49F59-1559-A5D9-BA32-3A08D4DD0E6B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FF82D9B-F1E1-3275-454D-6C7881FA614D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FC005C2E-2F47-8EDD-C65D-CE8926F1F41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842EDD-C3C3-4D7A-67AA-9FC382EC94EB}"/>
              </a:ext>
            </a:extLst>
          </p:cNvPr>
          <p:cNvSpPr/>
          <p:nvPr/>
        </p:nvSpPr>
        <p:spPr>
          <a:xfrm>
            <a:off x="5134183" y="688113"/>
            <a:ext cx="3290965" cy="3027282"/>
          </a:xfrm>
          <a:prstGeom prst="roundRect">
            <a:avLst>
              <a:gd name="adj" fmla="val 106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2FFBC-7450-D28F-0158-1B2D4AEFD6FE}"/>
              </a:ext>
            </a:extLst>
          </p:cNvPr>
          <p:cNvSpPr txBox="1"/>
          <p:nvPr/>
        </p:nvSpPr>
        <p:spPr>
          <a:xfrm>
            <a:off x="5284306" y="800085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ASSESS RESISTANCE</a:t>
            </a:r>
          </a:p>
        </p:txBody>
      </p:sp>
      <p:sp>
        <p:nvSpPr>
          <p:cNvPr id="9" name="Rounded Rectangle 23">
            <a:extLst>
              <a:ext uri="{FF2B5EF4-FFF2-40B4-BE49-F238E27FC236}">
                <a16:creationId xmlns:a16="http://schemas.microsoft.com/office/drawing/2014/main" id="{3D8D2883-E2D2-B8C3-B354-3314AC0C0CCF}"/>
              </a:ext>
            </a:extLst>
          </p:cNvPr>
          <p:cNvSpPr/>
          <p:nvPr/>
        </p:nvSpPr>
        <p:spPr>
          <a:xfrm>
            <a:off x="5389519" y="2336300"/>
            <a:ext cx="2780292" cy="11470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Differential?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Bronchospasm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Kinked tubing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Mucus plug</a:t>
            </a:r>
          </a:p>
        </p:txBody>
      </p:sp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B6D47466-242A-5FF3-EC6B-525494F59D30}"/>
              </a:ext>
            </a:extLst>
          </p:cNvPr>
          <p:cNvSpPr/>
          <p:nvPr/>
        </p:nvSpPr>
        <p:spPr>
          <a:xfrm>
            <a:off x="5382098" y="1169716"/>
            <a:ext cx="2795135" cy="109728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algn="ctr"/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resistance problem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D3C86D-962A-F13E-C35F-3232B462E08B}"/>
              </a:ext>
            </a:extLst>
          </p:cNvPr>
          <p:cNvGrpSpPr/>
          <p:nvPr/>
        </p:nvGrpSpPr>
        <p:grpSpPr>
          <a:xfrm rot="9195319">
            <a:off x="3654559" y="4353861"/>
            <a:ext cx="241838" cy="216694"/>
            <a:chOff x="2769868" y="3465435"/>
            <a:chExt cx="241838" cy="2166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6A77A8D-0FCE-FAE1-B20F-778F9F78DA28}"/>
                </a:ext>
              </a:extLst>
            </p:cNvPr>
            <p:cNvSpPr/>
            <p:nvPr/>
          </p:nvSpPr>
          <p:spPr>
            <a:xfrm rot="2846637">
              <a:off x="2782440" y="3452863"/>
              <a:ext cx="216694" cy="241838"/>
            </a:xfrm>
            <a:custGeom>
              <a:avLst/>
              <a:gdLst>
                <a:gd name="connsiteX0" fmla="*/ 289460 w 367013"/>
                <a:gd name="connsiteY0" fmla="*/ 264217 h 424089"/>
                <a:gd name="connsiteX1" fmla="*/ 234691 w 367013"/>
                <a:gd name="connsiteY1" fmla="*/ 295173 h 424089"/>
                <a:gd name="connsiteX2" fmla="*/ 241835 w 367013"/>
                <a:gd name="connsiteY2" fmla="*/ 357085 h 424089"/>
                <a:gd name="connsiteX3" fmla="*/ 187066 w 367013"/>
                <a:gd name="connsiteY3" fmla="*/ 423760 h 424089"/>
                <a:gd name="connsiteX4" fmla="*/ 106103 w 367013"/>
                <a:gd name="connsiteY4" fmla="*/ 378517 h 424089"/>
                <a:gd name="connsiteX5" fmla="*/ 115628 w 367013"/>
                <a:gd name="connsiteY5" fmla="*/ 288029 h 424089"/>
                <a:gd name="connsiteX6" fmla="*/ 165635 w 367013"/>
                <a:gd name="connsiteY6" fmla="*/ 283267 h 424089"/>
                <a:gd name="connsiteX7" fmla="*/ 191828 w 367013"/>
                <a:gd name="connsiteY7" fmla="*/ 278504 h 424089"/>
                <a:gd name="connsiteX8" fmla="*/ 239453 w 367013"/>
                <a:gd name="connsiteY8" fmla="*/ 221354 h 424089"/>
                <a:gd name="connsiteX9" fmla="*/ 196591 w 367013"/>
                <a:gd name="connsiteY9" fmla="*/ 204685 h 424089"/>
                <a:gd name="connsiteX10" fmla="*/ 163253 w 367013"/>
                <a:gd name="connsiteY10" fmla="*/ 204685 h 424089"/>
                <a:gd name="connsiteX11" fmla="*/ 122772 w 367013"/>
                <a:gd name="connsiteY11" fmla="*/ 218973 h 424089"/>
                <a:gd name="connsiteX12" fmla="*/ 103722 w 367013"/>
                <a:gd name="connsiteY12" fmla="*/ 264217 h 424089"/>
                <a:gd name="connsiteX13" fmla="*/ 75147 w 367013"/>
                <a:gd name="connsiteY13" fmla="*/ 299935 h 424089"/>
                <a:gd name="connsiteX14" fmla="*/ 29903 w 367013"/>
                <a:gd name="connsiteY14" fmla="*/ 285648 h 424089"/>
                <a:gd name="connsiteX15" fmla="*/ 1328 w 367013"/>
                <a:gd name="connsiteY15" fmla="*/ 235642 h 424089"/>
                <a:gd name="connsiteX16" fmla="*/ 72766 w 367013"/>
                <a:gd name="connsiteY16" fmla="*/ 176110 h 424089"/>
                <a:gd name="connsiteX17" fmla="*/ 79910 w 367013"/>
                <a:gd name="connsiteY17" fmla="*/ 180873 h 424089"/>
                <a:gd name="connsiteX18" fmla="*/ 108485 w 367013"/>
                <a:gd name="connsiteY18" fmla="*/ 185635 h 424089"/>
                <a:gd name="connsiteX19" fmla="*/ 210878 w 367013"/>
                <a:gd name="connsiteY19" fmla="*/ 171348 h 424089"/>
                <a:gd name="connsiteX20" fmla="*/ 203735 w 367013"/>
                <a:gd name="connsiteY20" fmla="*/ 130867 h 424089"/>
                <a:gd name="connsiteX21" fmla="*/ 189447 w 367013"/>
                <a:gd name="connsiteY21" fmla="*/ 90385 h 424089"/>
                <a:gd name="connsiteX22" fmla="*/ 134678 w 367013"/>
                <a:gd name="connsiteY22" fmla="*/ 99910 h 424089"/>
                <a:gd name="connsiteX23" fmla="*/ 113247 w 367013"/>
                <a:gd name="connsiteY23" fmla="*/ 57048 h 424089"/>
                <a:gd name="connsiteX24" fmla="*/ 141822 w 367013"/>
                <a:gd name="connsiteY24" fmla="*/ 7042 h 424089"/>
                <a:gd name="connsiteX25" fmla="*/ 208497 w 367013"/>
                <a:gd name="connsiteY25" fmla="*/ 4660 h 424089"/>
                <a:gd name="connsiteX26" fmla="*/ 234691 w 367013"/>
                <a:gd name="connsiteY26" fmla="*/ 47523 h 424089"/>
                <a:gd name="connsiteX27" fmla="*/ 225166 w 367013"/>
                <a:gd name="connsiteY27" fmla="*/ 92767 h 424089"/>
                <a:gd name="connsiteX28" fmla="*/ 246597 w 367013"/>
                <a:gd name="connsiteY28" fmla="*/ 140392 h 424089"/>
                <a:gd name="connsiteX29" fmla="*/ 260885 w 367013"/>
                <a:gd name="connsiteY29" fmla="*/ 197542 h 424089"/>
                <a:gd name="connsiteX30" fmla="*/ 356135 w 367013"/>
                <a:gd name="connsiteY30" fmla="*/ 207067 h 424089"/>
                <a:gd name="connsiteX31" fmla="*/ 358516 w 367013"/>
                <a:gd name="connsiteY31" fmla="*/ 264217 h 424089"/>
                <a:gd name="connsiteX32" fmla="*/ 289460 w 367013"/>
                <a:gd name="connsiteY32" fmla="*/ 264217 h 424089"/>
                <a:gd name="connsiteX0" fmla="*/ 289460 w 367013"/>
                <a:gd name="connsiteY0" fmla="*/ 264217 h 429041"/>
                <a:gd name="connsiteX1" fmla="*/ 234691 w 367013"/>
                <a:gd name="connsiteY1" fmla="*/ 295173 h 429041"/>
                <a:gd name="connsiteX2" fmla="*/ 241835 w 367013"/>
                <a:gd name="connsiteY2" fmla="*/ 357085 h 429041"/>
                <a:gd name="connsiteX3" fmla="*/ 187066 w 367013"/>
                <a:gd name="connsiteY3" fmla="*/ 423760 h 429041"/>
                <a:gd name="connsiteX4" fmla="*/ 89434 w 367013"/>
                <a:gd name="connsiteY4" fmla="*/ 409473 h 429041"/>
                <a:gd name="connsiteX5" fmla="*/ 115628 w 367013"/>
                <a:gd name="connsiteY5" fmla="*/ 288029 h 429041"/>
                <a:gd name="connsiteX6" fmla="*/ 165635 w 367013"/>
                <a:gd name="connsiteY6" fmla="*/ 283267 h 429041"/>
                <a:gd name="connsiteX7" fmla="*/ 191828 w 367013"/>
                <a:gd name="connsiteY7" fmla="*/ 278504 h 429041"/>
                <a:gd name="connsiteX8" fmla="*/ 239453 w 367013"/>
                <a:gd name="connsiteY8" fmla="*/ 221354 h 429041"/>
                <a:gd name="connsiteX9" fmla="*/ 196591 w 367013"/>
                <a:gd name="connsiteY9" fmla="*/ 204685 h 429041"/>
                <a:gd name="connsiteX10" fmla="*/ 163253 w 367013"/>
                <a:gd name="connsiteY10" fmla="*/ 204685 h 429041"/>
                <a:gd name="connsiteX11" fmla="*/ 122772 w 367013"/>
                <a:gd name="connsiteY11" fmla="*/ 218973 h 429041"/>
                <a:gd name="connsiteX12" fmla="*/ 103722 w 367013"/>
                <a:gd name="connsiteY12" fmla="*/ 264217 h 429041"/>
                <a:gd name="connsiteX13" fmla="*/ 75147 w 367013"/>
                <a:gd name="connsiteY13" fmla="*/ 299935 h 429041"/>
                <a:gd name="connsiteX14" fmla="*/ 29903 w 367013"/>
                <a:gd name="connsiteY14" fmla="*/ 285648 h 429041"/>
                <a:gd name="connsiteX15" fmla="*/ 1328 w 367013"/>
                <a:gd name="connsiteY15" fmla="*/ 235642 h 429041"/>
                <a:gd name="connsiteX16" fmla="*/ 72766 w 367013"/>
                <a:gd name="connsiteY16" fmla="*/ 176110 h 429041"/>
                <a:gd name="connsiteX17" fmla="*/ 79910 w 367013"/>
                <a:gd name="connsiteY17" fmla="*/ 180873 h 429041"/>
                <a:gd name="connsiteX18" fmla="*/ 108485 w 367013"/>
                <a:gd name="connsiteY18" fmla="*/ 185635 h 429041"/>
                <a:gd name="connsiteX19" fmla="*/ 210878 w 367013"/>
                <a:gd name="connsiteY19" fmla="*/ 171348 h 429041"/>
                <a:gd name="connsiteX20" fmla="*/ 203735 w 367013"/>
                <a:gd name="connsiteY20" fmla="*/ 130867 h 429041"/>
                <a:gd name="connsiteX21" fmla="*/ 189447 w 367013"/>
                <a:gd name="connsiteY21" fmla="*/ 90385 h 429041"/>
                <a:gd name="connsiteX22" fmla="*/ 134678 w 367013"/>
                <a:gd name="connsiteY22" fmla="*/ 99910 h 429041"/>
                <a:gd name="connsiteX23" fmla="*/ 113247 w 367013"/>
                <a:gd name="connsiteY23" fmla="*/ 57048 h 429041"/>
                <a:gd name="connsiteX24" fmla="*/ 141822 w 367013"/>
                <a:gd name="connsiteY24" fmla="*/ 7042 h 429041"/>
                <a:gd name="connsiteX25" fmla="*/ 208497 w 367013"/>
                <a:gd name="connsiteY25" fmla="*/ 4660 h 429041"/>
                <a:gd name="connsiteX26" fmla="*/ 234691 w 367013"/>
                <a:gd name="connsiteY26" fmla="*/ 47523 h 429041"/>
                <a:gd name="connsiteX27" fmla="*/ 225166 w 367013"/>
                <a:gd name="connsiteY27" fmla="*/ 92767 h 429041"/>
                <a:gd name="connsiteX28" fmla="*/ 246597 w 367013"/>
                <a:gd name="connsiteY28" fmla="*/ 140392 h 429041"/>
                <a:gd name="connsiteX29" fmla="*/ 260885 w 367013"/>
                <a:gd name="connsiteY29" fmla="*/ 197542 h 429041"/>
                <a:gd name="connsiteX30" fmla="*/ 356135 w 367013"/>
                <a:gd name="connsiteY30" fmla="*/ 207067 h 429041"/>
                <a:gd name="connsiteX31" fmla="*/ 358516 w 367013"/>
                <a:gd name="connsiteY31" fmla="*/ 264217 h 429041"/>
                <a:gd name="connsiteX32" fmla="*/ 289460 w 367013"/>
                <a:gd name="connsiteY32" fmla="*/ 264217 h 429041"/>
                <a:gd name="connsiteX0" fmla="*/ 289460 w 367013"/>
                <a:gd name="connsiteY0" fmla="*/ 264217 h 436489"/>
                <a:gd name="connsiteX1" fmla="*/ 234691 w 367013"/>
                <a:gd name="connsiteY1" fmla="*/ 295173 h 436489"/>
                <a:gd name="connsiteX2" fmla="*/ 241835 w 367013"/>
                <a:gd name="connsiteY2" fmla="*/ 357085 h 436489"/>
                <a:gd name="connsiteX3" fmla="*/ 187066 w 367013"/>
                <a:gd name="connsiteY3" fmla="*/ 423760 h 436489"/>
                <a:gd name="connsiteX4" fmla="*/ 89434 w 367013"/>
                <a:gd name="connsiteY4" fmla="*/ 409473 h 436489"/>
                <a:gd name="connsiteX5" fmla="*/ 115628 w 367013"/>
                <a:gd name="connsiteY5" fmla="*/ 288029 h 436489"/>
                <a:gd name="connsiteX6" fmla="*/ 165635 w 367013"/>
                <a:gd name="connsiteY6" fmla="*/ 283267 h 436489"/>
                <a:gd name="connsiteX7" fmla="*/ 191828 w 367013"/>
                <a:gd name="connsiteY7" fmla="*/ 278504 h 436489"/>
                <a:gd name="connsiteX8" fmla="*/ 239453 w 367013"/>
                <a:gd name="connsiteY8" fmla="*/ 221354 h 436489"/>
                <a:gd name="connsiteX9" fmla="*/ 196591 w 367013"/>
                <a:gd name="connsiteY9" fmla="*/ 204685 h 436489"/>
                <a:gd name="connsiteX10" fmla="*/ 163253 w 367013"/>
                <a:gd name="connsiteY10" fmla="*/ 204685 h 436489"/>
                <a:gd name="connsiteX11" fmla="*/ 122772 w 367013"/>
                <a:gd name="connsiteY11" fmla="*/ 218973 h 436489"/>
                <a:gd name="connsiteX12" fmla="*/ 103722 w 367013"/>
                <a:gd name="connsiteY12" fmla="*/ 264217 h 436489"/>
                <a:gd name="connsiteX13" fmla="*/ 75147 w 367013"/>
                <a:gd name="connsiteY13" fmla="*/ 299935 h 436489"/>
                <a:gd name="connsiteX14" fmla="*/ 29903 w 367013"/>
                <a:gd name="connsiteY14" fmla="*/ 285648 h 436489"/>
                <a:gd name="connsiteX15" fmla="*/ 1328 w 367013"/>
                <a:gd name="connsiteY15" fmla="*/ 235642 h 436489"/>
                <a:gd name="connsiteX16" fmla="*/ 72766 w 367013"/>
                <a:gd name="connsiteY16" fmla="*/ 176110 h 436489"/>
                <a:gd name="connsiteX17" fmla="*/ 79910 w 367013"/>
                <a:gd name="connsiteY17" fmla="*/ 180873 h 436489"/>
                <a:gd name="connsiteX18" fmla="*/ 108485 w 367013"/>
                <a:gd name="connsiteY18" fmla="*/ 185635 h 436489"/>
                <a:gd name="connsiteX19" fmla="*/ 210878 w 367013"/>
                <a:gd name="connsiteY19" fmla="*/ 171348 h 436489"/>
                <a:gd name="connsiteX20" fmla="*/ 203735 w 367013"/>
                <a:gd name="connsiteY20" fmla="*/ 130867 h 436489"/>
                <a:gd name="connsiteX21" fmla="*/ 189447 w 367013"/>
                <a:gd name="connsiteY21" fmla="*/ 90385 h 436489"/>
                <a:gd name="connsiteX22" fmla="*/ 134678 w 367013"/>
                <a:gd name="connsiteY22" fmla="*/ 99910 h 436489"/>
                <a:gd name="connsiteX23" fmla="*/ 113247 w 367013"/>
                <a:gd name="connsiteY23" fmla="*/ 57048 h 436489"/>
                <a:gd name="connsiteX24" fmla="*/ 141822 w 367013"/>
                <a:gd name="connsiteY24" fmla="*/ 7042 h 436489"/>
                <a:gd name="connsiteX25" fmla="*/ 208497 w 367013"/>
                <a:gd name="connsiteY25" fmla="*/ 4660 h 436489"/>
                <a:gd name="connsiteX26" fmla="*/ 234691 w 367013"/>
                <a:gd name="connsiteY26" fmla="*/ 47523 h 436489"/>
                <a:gd name="connsiteX27" fmla="*/ 225166 w 367013"/>
                <a:gd name="connsiteY27" fmla="*/ 92767 h 436489"/>
                <a:gd name="connsiteX28" fmla="*/ 246597 w 367013"/>
                <a:gd name="connsiteY28" fmla="*/ 140392 h 436489"/>
                <a:gd name="connsiteX29" fmla="*/ 260885 w 367013"/>
                <a:gd name="connsiteY29" fmla="*/ 197542 h 436489"/>
                <a:gd name="connsiteX30" fmla="*/ 356135 w 367013"/>
                <a:gd name="connsiteY30" fmla="*/ 207067 h 436489"/>
                <a:gd name="connsiteX31" fmla="*/ 358516 w 367013"/>
                <a:gd name="connsiteY31" fmla="*/ 264217 h 436489"/>
                <a:gd name="connsiteX32" fmla="*/ 289460 w 367013"/>
                <a:gd name="connsiteY32" fmla="*/ 264217 h 436489"/>
                <a:gd name="connsiteX0" fmla="*/ 289460 w 367013"/>
                <a:gd name="connsiteY0" fmla="*/ 264217 h 426018"/>
                <a:gd name="connsiteX1" fmla="*/ 234691 w 367013"/>
                <a:gd name="connsiteY1" fmla="*/ 295173 h 426018"/>
                <a:gd name="connsiteX2" fmla="*/ 241835 w 367013"/>
                <a:gd name="connsiteY2" fmla="*/ 357085 h 426018"/>
                <a:gd name="connsiteX3" fmla="*/ 187066 w 367013"/>
                <a:gd name="connsiteY3" fmla="*/ 423760 h 426018"/>
                <a:gd name="connsiteX4" fmla="*/ 94197 w 367013"/>
                <a:gd name="connsiteY4" fmla="*/ 385661 h 426018"/>
                <a:gd name="connsiteX5" fmla="*/ 115628 w 367013"/>
                <a:gd name="connsiteY5" fmla="*/ 288029 h 426018"/>
                <a:gd name="connsiteX6" fmla="*/ 165635 w 367013"/>
                <a:gd name="connsiteY6" fmla="*/ 283267 h 426018"/>
                <a:gd name="connsiteX7" fmla="*/ 191828 w 367013"/>
                <a:gd name="connsiteY7" fmla="*/ 278504 h 426018"/>
                <a:gd name="connsiteX8" fmla="*/ 239453 w 367013"/>
                <a:gd name="connsiteY8" fmla="*/ 221354 h 426018"/>
                <a:gd name="connsiteX9" fmla="*/ 196591 w 367013"/>
                <a:gd name="connsiteY9" fmla="*/ 204685 h 426018"/>
                <a:gd name="connsiteX10" fmla="*/ 163253 w 367013"/>
                <a:gd name="connsiteY10" fmla="*/ 204685 h 426018"/>
                <a:gd name="connsiteX11" fmla="*/ 122772 w 367013"/>
                <a:gd name="connsiteY11" fmla="*/ 218973 h 426018"/>
                <a:gd name="connsiteX12" fmla="*/ 103722 w 367013"/>
                <a:gd name="connsiteY12" fmla="*/ 264217 h 426018"/>
                <a:gd name="connsiteX13" fmla="*/ 75147 w 367013"/>
                <a:gd name="connsiteY13" fmla="*/ 299935 h 426018"/>
                <a:gd name="connsiteX14" fmla="*/ 29903 w 367013"/>
                <a:gd name="connsiteY14" fmla="*/ 285648 h 426018"/>
                <a:gd name="connsiteX15" fmla="*/ 1328 w 367013"/>
                <a:gd name="connsiteY15" fmla="*/ 235642 h 426018"/>
                <a:gd name="connsiteX16" fmla="*/ 72766 w 367013"/>
                <a:gd name="connsiteY16" fmla="*/ 176110 h 426018"/>
                <a:gd name="connsiteX17" fmla="*/ 79910 w 367013"/>
                <a:gd name="connsiteY17" fmla="*/ 180873 h 426018"/>
                <a:gd name="connsiteX18" fmla="*/ 108485 w 367013"/>
                <a:gd name="connsiteY18" fmla="*/ 185635 h 426018"/>
                <a:gd name="connsiteX19" fmla="*/ 210878 w 367013"/>
                <a:gd name="connsiteY19" fmla="*/ 171348 h 426018"/>
                <a:gd name="connsiteX20" fmla="*/ 203735 w 367013"/>
                <a:gd name="connsiteY20" fmla="*/ 130867 h 426018"/>
                <a:gd name="connsiteX21" fmla="*/ 189447 w 367013"/>
                <a:gd name="connsiteY21" fmla="*/ 90385 h 426018"/>
                <a:gd name="connsiteX22" fmla="*/ 134678 w 367013"/>
                <a:gd name="connsiteY22" fmla="*/ 99910 h 426018"/>
                <a:gd name="connsiteX23" fmla="*/ 113247 w 367013"/>
                <a:gd name="connsiteY23" fmla="*/ 57048 h 426018"/>
                <a:gd name="connsiteX24" fmla="*/ 141822 w 367013"/>
                <a:gd name="connsiteY24" fmla="*/ 7042 h 426018"/>
                <a:gd name="connsiteX25" fmla="*/ 208497 w 367013"/>
                <a:gd name="connsiteY25" fmla="*/ 4660 h 426018"/>
                <a:gd name="connsiteX26" fmla="*/ 234691 w 367013"/>
                <a:gd name="connsiteY26" fmla="*/ 47523 h 426018"/>
                <a:gd name="connsiteX27" fmla="*/ 225166 w 367013"/>
                <a:gd name="connsiteY27" fmla="*/ 92767 h 426018"/>
                <a:gd name="connsiteX28" fmla="*/ 246597 w 367013"/>
                <a:gd name="connsiteY28" fmla="*/ 140392 h 426018"/>
                <a:gd name="connsiteX29" fmla="*/ 260885 w 367013"/>
                <a:gd name="connsiteY29" fmla="*/ 197542 h 426018"/>
                <a:gd name="connsiteX30" fmla="*/ 356135 w 367013"/>
                <a:gd name="connsiteY30" fmla="*/ 207067 h 426018"/>
                <a:gd name="connsiteX31" fmla="*/ 358516 w 367013"/>
                <a:gd name="connsiteY31" fmla="*/ 264217 h 426018"/>
                <a:gd name="connsiteX32" fmla="*/ 289460 w 367013"/>
                <a:gd name="connsiteY32" fmla="*/ 264217 h 426018"/>
                <a:gd name="connsiteX0" fmla="*/ 289460 w 367013"/>
                <a:gd name="connsiteY0" fmla="*/ 264217 h 424411"/>
                <a:gd name="connsiteX1" fmla="*/ 234691 w 367013"/>
                <a:gd name="connsiteY1" fmla="*/ 295173 h 424411"/>
                <a:gd name="connsiteX2" fmla="*/ 241835 w 367013"/>
                <a:gd name="connsiteY2" fmla="*/ 357085 h 424411"/>
                <a:gd name="connsiteX3" fmla="*/ 187066 w 367013"/>
                <a:gd name="connsiteY3" fmla="*/ 423760 h 424411"/>
                <a:gd name="connsiteX4" fmla="*/ 94197 w 367013"/>
                <a:gd name="connsiteY4" fmla="*/ 385661 h 424411"/>
                <a:gd name="connsiteX5" fmla="*/ 115628 w 367013"/>
                <a:gd name="connsiteY5" fmla="*/ 299935 h 424411"/>
                <a:gd name="connsiteX6" fmla="*/ 165635 w 367013"/>
                <a:gd name="connsiteY6" fmla="*/ 283267 h 424411"/>
                <a:gd name="connsiteX7" fmla="*/ 191828 w 367013"/>
                <a:gd name="connsiteY7" fmla="*/ 278504 h 424411"/>
                <a:gd name="connsiteX8" fmla="*/ 239453 w 367013"/>
                <a:gd name="connsiteY8" fmla="*/ 221354 h 424411"/>
                <a:gd name="connsiteX9" fmla="*/ 196591 w 367013"/>
                <a:gd name="connsiteY9" fmla="*/ 204685 h 424411"/>
                <a:gd name="connsiteX10" fmla="*/ 163253 w 367013"/>
                <a:gd name="connsiteY10" fmla="*/ 204685 h 424411"/>
                <a:gd name="connsiteX11" fmla="*/ 122772 w 367013"/>
                <a:gd name="connsiteY11" fmla="*/ 218973 h 424411"/>
                <a:gd name="connsiteX12" fmla="*/ 103722 w 367013"/>
                <a:gd name="connsiteY12" fmla="*/ 264217 h 424411"/>
                <a:gd name="connsiteX13" fmla="*/ 75147 w 367013"/>
                <a:gd name="connsiteY13" fmla="*/ 299935 h 424411"/>
                <a:gd name="connsiteX14" fmla="*/ 29903 w 367013"/>
                <a:gd name="connsiteY14" fmla="*/ 285648 h 424411"/>
                <a:gd name="connsiteX15" fmla="*/ 1328 w 367013"/>
                <a:gd name="connsiteY15" fmla="*/ 235642 h 424411"/>
                <a:gd name="connsiteX16" fmla="*/ 72766 w 367013"/>
                <a:gd name="connsiteY16" fmla="*/ 176110 h 424411"/>
                <a:gd name="connsiteX17" fmla="*/ 79910 w 367013"/>
                <a:gd name="connsiteY17" fmla="*/ 180873 h 424411"/>
                <a:gd name="connsiteX18" fmla="*/ 108485 w 367013"/>
                <a:gd name="connsiteY18" fmla="*/ 185635 h 424411"/>
                <a:gd name="connsiteX19" fmla="*/ 210878 w 367013"/>
                <a:gd name="connsiteY19" fmla="*/ 171348 h 424411"/>
                <a:gd name="connsiteX20" fmla="*/ 203735 w 367013"/>
                <a:gd name="connsiteY20" fmla="*/ 130867 h 424411"/>
                <a:gd name="connsiteX21" fmla="*/ 189447 w 367013"/>
                <a:gd name="connsiteY21" fmla="*/ 90385 h 424411"/>
                <a:gd name="connsiteX22" fmla="*/ 134678 w 367013"/>
                <a:gd name="connsiteY22" fmla="*/ 99910 h 424411"/>
                <a:gd name="connsiteX23" fmla="*/ 113247 w 367013"/>
                <a:gd name="connsiteY23" fmla="*/ 57048 h 424411"/>
                <a:gd name="connsiteX24" fmla="*/ 141822 w 367013"/>
                <a:gd name="connsiteY24" fmla="*/ 7042 h 424411"/>
                <a:gd name="connsiteX25" fmla="*/ 208497 w 367013"/>
                <a:gd name="connsiteY25" fmla="*/ 4660 h 424411"/>
                <a:gd name="connsiteX26" fmla="*/ 234691 w 367013"/>
                <a:gd name="connsiteY26" fmla="*/ 47523 h 424411"/>
                <a:gd name="connsiteX27" fmla="*/ 225166 w 367013"/>
                <a:gd name="connsiteY27" fmla="*/ 92767 h 424411"/>
                <a:gd name="connsiteX28" fmla="*/ 246597 w 367013"/>
                <a:gd name="connsiteY28" fmla="*/ 140392 h 424411"/>
                <a:gd name="connsiteX29" fmla="*/ 260885 w 367013"/>
                <a:gd name="connsiteY29" fmla="*/ 197542 h 424411"/>
                <a:gd name="connsiteX30" fmla="*/ 356135 w 367013"/>
                <a:gd name="connsiteY30" fmla="*/ 207067 h 424411"/>
                <a:gd name="connsiteX31" fmla="*/ 358516 w 367013"/>
                <a:gd name="connsiteY31" fmla="*/ 264217 h 424411"/>
                <a:gd name="connsiteX32" fmla="*/ 289460 w 367013"/>
                <a:gd name="connsiteY32" fmla="*/ 264217 h 424411"/>
                <a:gd name="connsiteX0" fmla="*/ 289460 w 367013"/>
                <a:gd name="connsiteY0" fmla="*/ 264217 h 424574"/>
                <a:gd name="connsiteX1" fmla="*/ 234691 w 367013"/>
                <a:gd name="connsiteY1" fmla="*/ 295173 h 424574"/>
                <a:gd name="connsiteX2" fmla="*/ 241835 w 367013"/>
                <a:gd name="connsiteY2" fmla="*/ 357085 h 424574"/>
                <a:gd name="connsiteX3" fmla="*/ 187066 w 367013"/>
                <a:gd name="connsiteY3" fmla="*/ 423760 h 424574"/>
                <a:gd name="connsiteX4" fmla="*/ 101341 w 367013"/>
                <a:gd name="connsiteY4" fmla="*/ 388042 h 424574"/>
                <a:gd name="connsiteX5" fmla="*/ 115628 w 367013"/>
                <a:gd name="connsiteY5" fmla="*/ 299935 h 424574"/>
                <a:gd name="connsiteX6" fmla="*/ 165635 w 367013"/>
                <a:gd name="connsiteY6" fmla="*/ 283267 h 424574"/>
                <a:gd name="connsiteX7" fmla="*/ 191828 w 367013"/>
                <a:gd name="connsiteY7" fmla="*/ 278504 h 424574"/>
                <a:gd name="connsiteX8" fmla="*/ 239453 w 367013"/>
                <a:gd name="connsiteY8" fmla="*/ 221354 h 424574"/>
                <a:gd name="connsiteX9" fmla="*/ 196591 w 367013"/>
                <a:gd name="connsiteY9" fmla="*/ 204685 h 424574"/>
                <a:gd name="connsiteX10" fmla="*/ 163253 w 367013"/>
                <a:gd name="connsiteY10" fmla="*/ 204685 h 424574"/>
                <a:gd name="connsiteX11" fmla="*/ 122772 w 367013"/>
                <a:gd name="connsiteY11" fmla="*/ 218973 h 424574"/>
                <a:gd name="connsiteX12" fmla="*/ 103722 w 367013"/>
                <a:gd name="connsiteY12" fmla="*/ 264217 h 424574"/>
                <a:gd name="connsiteX13" fmla="*/ 75147 w 367013"/>
                <a:gd name="connsiteY13" fmla="*/ 299935 h 424574"/>
                <a:gd name="connsiteX14" fmla="*/ 29903 w 367013"/>
                <a:gd name="connsiteY14" fmla="*/ 285648 h 424574"/>
                <a:gd name="connsiteX15" fmla="*/ 1328 w 367013"/>
                <a:gd name="connsiteY15" fmla="*/ 235642 h 424574"/>
                <a:gd name="connsiteX16" fmla="*/ 72766 w 367013"/>
                <a:gd name="connsiteY16" fmla="*/ 176110 h 424574"/>
                <a:gd name="connsiteX17" fmla="*/ 79910 w 367013"/>
                <a:gd name="connsiteY17" fmla="*/ 180873 h 424574"/>
                <a:gd name="connsiteX18" fmla="*/ 108485 w 367013"/>
                <a:gd name="connsiteY18" fmla="*/ 185635 h 424574"/>
                <a:gd name="connsiteX19" fmla="*/ 210878 w 367013"/>
                <a:gd name="connsiteY19" fmla="*/ 171348 h 424574"/>
                <a:gd name="connsiteX20" fmla="*/ 203735 w 367013"/>
                <a:gd name="connsiteY20" fmla="*/ 130867 h 424574"/>
                <a:gd name="connsiteX21" fmla="*/ 189447 w 367013"/>
                <a:gd name="connsiteY21" fmla="*/ 90385 h 424574"/>
                <a:gd name="connsiteX22" fmla="*/ 134678 w 367013"/>
                <a:gd name="connsiteY22" fmla="*/ 99910 h 424574"/>
                <a:gd name="connsiteX23" fmla="*/ 113247 w 367013"/>
                <a:gd name="connsiteY23" fmla="*/ 57048 h 424574"/>
                <a:gd name="connsiteX24" fmla="*/ 141822 w 367013"/>
                <a:gd name="connsiteY24" fmla="*/ 7042 h 424574"/>
                <a:gd name="connsiteX25" fmla="*/ 208497 w 367013"/>
                <a:gd name="connsiteY25" fmla="*/ 4660 h 424574"/>
                <a:gd name="connsiteX26" fmla="*/ 234691 w 367013"/>
                <a:gd name="connsiteY26" fmla="*/ 47523 h 424574"/>
                <a:gd name="connsiteX27" fmla="*/ 225166 w 367013"/>
                <a:gd name="connsiteY27" fmla="*/ 92767 h 424574"/>
                <a:gd name="connsiteX28" fmla="*/ 246597 w 367013"/>
                <a:gd name="connsiteY28" fmla="*/ 140392 h 424574"/>
                <a:gd name="connsiteX29" fmla="*/ 260885 w 367013"/>
                <a:gd name="connsiteY29" fmla="*/ 197542 h 424574"/>
                <a:gd name="connsiteX30" fmla="*/ 356135 w 367013"/>
                <a:gd name="connsiteY30" fmla="*/ 207067 h 424574"/>
                <a:gd name="connsiteX31" fmla="*/ 358516 w 367013"/>
                <a:gd name="connsiteY31" fmla="*/ 264217 h 424574"/>
                <a:gd name="connsiteX32" fmla="*/ 289460 w 367013"/>
                <a:gd name="connsiteY32" fmla="*/ 264217 h 424574"/>
                <a:gd name="connsiteX0" fmla="*/ 289460 w 367013"/>
                <a:gd name="connsiteY0" fmla="*/ 264217 h 425936"/>
                <a:gd name="connsiteX1" fmla="*/ 234691 w 367013"/>
                <a:gd name="connsiteY1" fmla="*/ 295173 h 425936"/>
                <a:gd name="connsiteX2" fmla="*/ 241835 w 367013"/>
                <a:gd name="connsiteY2" fmla="*/ 357085 h 425936"/>
                <a:gd name="connsiteX3" fmla="*/ 187066 w 367013"/>
                <a:gd name="connsiteY3" fmla="*/ 423760 h 425936"/>
                <a:gd name="connsiteX4" fmla="*/ 101341 w 367013"/>
                <a:gd name="connsiteY4" fmla="*/ 388042 h 425936"/>
                <a:gd name="connsiteX5" fmla="*/ 115628 w 367013"/>
                <a:gd name="connsiteY5" fmla="*/ 299935 h 425936"/>
                <a:gd name="connsiteX6" fmla="*/ 165635 w 367013"/>
                <a:gd name="connsiteY6" fmla="*/ 283267 h 425936"/>
                <a:gd name="connsiteX7" fmla="*/ 191828 w 367013"/>
                <a:gd name="connsiteY7" fmla="*/ 278504 h 425936"/>
                <a:gd name="connsiteX8" fmla="*/ 239453 w 367013"/>
                <a:gd name="connsiteY8" fmla="*/ 221354 h 425936"/>
                <a:gd name="connsiteX9" fmla="*/ 196591 w 367013"/>
                <a:gd name="connsiteY9" fmla="*/ 204685 h 425936"/>
                <a:gd name="connsiteX10" fmla="*/ 163253 w 367013"/>
                <a:gd name="connsiteY10" fmla="*/ 204685 h 425936"/>
                <a:gd name="connsiteX11" fmla="*/ 122772 w 367013"/>
                <a:gd name="connsiteY11" fmla="*/ 218973 h 425936"/>
                <a:gd name="connsiteX12" fmla="*/ 103722 w 367013"/>
                <a:gd name="connsiteY12" fmla="*/ 264217 h 425936"/>
                <a:gd name="connsiteX13" fmla="*/ 75147 w 367013"/>
                <a:gd name="connsiteY13" fmla="*/ 299935 h 425936"/>
                <a:gd name="connsiteX14" fmla="*/ 29903 w 367013"/>
                <a:gd name="connsiteY14" fmla="*/ 285648 h 425936"/>
                <a:gd name="connsiteX15" fmla="*/ 1328 w 367013"/>
                <a:gd name="connsiteY15" fmla="*/ 235642 h 425936"/>
                <a:gd name="connsiteX16" fmla="*/ 72766 w 367013"/>
                <a:gd name="connsiteY16" fmla="*/ 176110 h 425936"/>
                <a:gd name="connsiteX17" fmla="*/ 79910 w 367013"/>
                <a:gd name="connsiteY17" fmla="*/ 180873 h 425936"/>
                <a:gd name="connsiteX18" fmla="*/ 108485 w 367013"/>
                <a:gd name="connsiteY18" fmla="*/ 185635 h 425936"/>
                <a:gd name="connsiteX19" fmla="*/ 210878 w 367013"/>
                <a:gd name="connsiteY19" fmla="*/ 171348 h 425936"/>
                <a:gd name="connsiteX20" fmla="*/ 203735 w 367013"/>
                <a:gd name="connsiteY20" fmla="*/ 130867 h 425936"/>
                <a:gd name="connsiteX21" fmla="*/ 189447 w 367013"/>
                <a:gd name="connsiteY21" fmla="*/ 90385 h 425936"/>
                <a:gd name="connsiteX22" fmla="*/ 134678 w 367013"/>
                <a:gd name="connsiteY22" fmla="*/ 99910 h 425936"/>
                <a:gd name="connsiteX23" fmla="*/ 113247 w 367013"/>
                <a:gd name="connsiteY23" fmla="*/ 57048 h 425936"/>
                <a:gd name="connsiteX24" fmla="*/ 141822 w 367013"/>
                <a:gd name="connsiteY24" fmla="*/ 7042 h 425936"/>
                <a:gd name="connsiteX25" fmla="*/ 208497 w 367013"/>
                <a:gd name="connsiteY25" fmla="*/ 4660 h 425936"/>
                <a:gd name="connsiteX26" fmla="*/ 234691 w 367013"/>
                <a:gd name="connsiteY26" fmla="*/ 47523 h 425936"/>
                <a:gd name="connsiteX27" fmla="*/ 225166 w 367013"/>
                <a:gd name="connsiteY27" fmla="*/ 92767 h 425936"/>
                <a:gd name="connsiteX28" fmla="*/ 246597 w 367013"/>
                <a:gd name="connsiteY28" fmla="*/ 140392 h 425936"/>
                <a:gd name="connsiteX29" fmla="*/ 260885 w 367013"/>
                <a:gd name="connsiteY29" fmla="*/ 197542 h 425936"/>
                <a:gd name="connsiteX30" fmla="*/ 356135 w 367013"/>
                <a:gd name="connsiteY30" fmla="*/ 207067 h 425936"/>
                <a:gd name="connsiteX31" fmla="*/ 358516 w 367013"/>
                <a:gd name="connsiteY31" fmla="*/ 264217 h 425936"/>
                <a:gd name="connsiteX32" fmla="*/ 289460 w 367013"/>
                <a:gd name="connsiteY32" fmla="*/ 264217 h 425936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56122 w 367013"/>
                <a:gd name="connsiteY1" fmla="*/ 292792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2309 w 367013"/>
                <a:gd name="connsiteY1" fmla="*/ 299937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73753"/>
                <a:gd name="connsiteY0" fmla="*/ 264217 h 425273"/>
                <a:gd name="connsiteX1" fmla="*/ 232309 w 373753"/>
                <a:gd name="connsiteY1" fmla="*/ 299937 h 425273"/>
                <a:gd name="connsiteX2" fmla="*/ 234691 w 373753"/>
                <a:gd name="connsiteY2" fmla="*/ 366610 h 425273"/>
                <a:gd name="connsiteX3" fmla="*/ 187066 w 373753"/>
                <a:gd name="connsiteY3" fmla="*/ 423760 h 425273"/>
                <a:gd name="connsiteX4" fmla="*/ 101341 w 373753"/>
                <a:gd name="connsiteY4" fmla="*/ 388042 h 425273"/>
                <a:gd name="connsiteX5" fmla="*/ 115628 w 373753"/>
                <a:gd name="connsiteY5" fmla="*/ 299935 h 425273"/>
                <a:gd name="connsiteX6" fmla="*/ 165635 w 373753"/>
                <a:gd name="connsiteY6" fmla="*/ 283267 h 425273"/>
                <a:gd name="connsiteX7" fmla="*/ 191828 w 373753"/>
                <a:gd name="connsiteY7" fmla="*/ 278504 h 425273"/>
                <a:gd name="connsiteX8" fmla="*/ 239453 w 373753"/>
                <a:gd name="connsiteY8" fmla="*/ 221354 h 425273"/>
                <a:gd name="connsiteX9" fmla="*/ 196591 w 373753"/>
                <a:gd name="connsiteY9" fmla="*/ 204685 h 425273"/>
                <a:gd name="connsiteX10" fmla="*/ 163253 w 373753"/>
                <a:gd name="connsiteY10" fmla="*/ 204685 h 425273"/>
                <a:gd name="connsiteX11" fmla="*/ 122772 w 373753"/>
                <a:gd name="connsiteY11" fmla="*/ 218973 h 425273"/>
                <a:gd name="connsiteX12" fmla="*/ 103722 w 373753"/>
                <a:gd name="connsiteY12" fmla="*/ 264217 h 425273"/>
                <a:gd name="connsiteX13" fmla="*/ 75147 w 373753"/>
                <a:gd name="connsiteY13" fmla="*/ 299935 h 425273"/>
                <a:gd name="connsiteX14" fmla="*/ 29903 w 373753"/>
                <a:gd name="connsiteY14" fmla="*/ 285648 h 425273"/>
                <a:gd name="connsiteX15" fmla="*/ 1328 w 373753"/>
                <a:gd name="connsiteY15" fmla="*/ 235642 h 425273"/>
                <a:gd name="connsiteX16" fmla="*/ 72766 w 373753"/>
                <a:gd name="connsiteY16" fmla="*/ 176110 h 425273"/>
                <a:gd name="connsiteX17" fmla="*/ 79910 w 373753"/>
                <a:gd name="connsiteY17" fmla="*/ 180873 h 425273"/>
                <a:gd name="connsiteX18" fmla="*/ 108485 w 373753"/>
                <a:gd name="connsiteY18" fmla="*/ 185635 h 425273"/>
                <a:gd name="connsiteX19" fmla="*/ 210878 w 373753"/>
                <a:gd name="connsiteY19" fmla="*/ 171348 h 425273"/>
                <a:gd name="connsiteX20" fmla="*/ 203735 w 373753"/>
                <a:gd name="connsiteY20" fmla="*/ 130867 h 425273"/>
                <a:gd name="connsiteX21" fmla="*/ 189447 w 373753"/>
                <a:gd name="connsiteY21" fmla="*/ 90385 h 425273"/>
                <a:gd name="connsiteX22" fmla="*/ 134678 w 373753"/>
                <a:gd name="connsiteY22" fmla="*/ 99910 h 425273"/>
                <a:gd name="connsiteX23" fmla="*/ 113247 w 373753"/>
                <a:gd name="connsiteY23" fmla="*/ 57048 h 425273"/>
                <a:gd name="connsiteX24" fmla="*/ 141822 w 373753"/>
                <a:gd name="connsiteY24" fmla="*/ 7042 h 425273"/>
                <a:gd name="connsiteX25" fmla="*/ 208497 w 373753"/>
                <a:gd name="connsiteY25" fmla="*/ 4660 h 425273"/>
                <a:gd name="connsiteX26" fmla="*/ 234691 w 373753"/>
                <a:gd name="connsiteY26" fmla="*/ 47523 h 425273"/>
                <a:gd name="connsiteX27" fmla="*/ 225166 w 373753"/>
                <a:gd name="connsiteY27" fmla="*/ 92767 h 425273"/>
                <a:gd name="connsiteX28" fmla="*/ 246597 w 373753"/>
                <a:gd name="connsiteY28" fmla="*/ 140392 h 425273"/>
                <a:gd name="connsiteX29" fmla="*/ 260885 w 373753"/>
                <a:gd name="connsiteY29" fmla="*/ 197542 h 425273"/>
                <a:gd name="connsiteX30" fmla="*/ 368041 w 373753"/>
                <a:gd name="connsiteY30" fmla="*/ 195161 h 425273"/>
                <a:gd name="connsiteX31" fmla="*/ 358516 w 373753"/>
                <a:gd name="connsiteY31" fmla="*/ 264217 h 425273"/>
                <a:gd name="connsiteX32" fmla="*/ 289460 w 373753"/>
                <a:gd name="connsiteY32" fmla="*/ 264217 h 425273"/>
                <a:gd name="connsiteX0" fmla="*/ 289460 w 368041"/>
                <a:gd name="connsiteY0" fmla="*/ 264217 h 425273"/>
                <a:gd name="connsiteX1" fmla="*/ 232309 w 368041"/>
                <a:gd name="connsiteY1" fmla="*/ 299937 h 425273"/>
                <a:gd name="connsiteX2" fmla="*/ 234691 w 368041"/>
                <a:gd name="connsiteY2" fmla="*/ 366610 h 425273"/>
                <a:gd name="connsiteX3" fmla="*/ 187066 w 368041"/>
                <a:gd name="connsiteY3" fmla="*/ 423760 h 425273"/>
                <a:gd name="connsiteX4" fmla="*/ 101341 w 368041"/>
                <a:gd name="connsiteY4" fmla="*/ 388042 h 425273"/>
                <a:gd name="connsiteX5" fmla="*/ 115628 w 368041"/>
                <a:gd name="connsiteY5" fmla="*/ 299935 h 425273"/>
                <a:gd name="connsiteX6" fmla="*/ 165635 w 368041"/>
                <a:gd name="connsiteY6" fmla="*/ 283267 h 425273"/>
                <a:gd name="connsiteX7" fmla="*/ 191828 w 368041"/>
                <a:gd name="connsiteY7" fmla="*/ 278504 h 425273"/>
                <a:gd name="connsiteX8" fmla="*/ 239453 w 368041"/>
                <a:gd name="connsiteY8" fmla="*/ 221354 h 425273"/>
                <a:gd name="connsiteX9" fmla="*/ 196591 w 368041"/>
                <a:gd name="connsiteY9" fmla="*/ 204685 h 425273"/>
                <a:gd name="connsiteX10" fmla="*/ 163253 w 368041"/>
                <a:gd name="connsiteY10" fmla="*/ 204685 h 425273"/>
                <a:gd name="connsiteX11" fmla="*/ 122772 w 368041"/>
                <a:gd name="connsiteY11" fmla="*/ 218973 h 425273"/>
                <a:gd name="connsiteX12" fmla="*/ 103722 w 368041"/>
                <a:gd name="connsiteY12" fmla="*/ 264217 h 425273"/>
                <a:gd name="connsiteX13" fmla="*/ 75147 w 368041"/>
                <a:gd name="connsiteY13" fmla="*/ 299935 h 425273"/>
                <a:gd name="connsiteX14" fmla="*/ 29903 w 368041"/>
                <a:gd name="connsiteY14" fmla="*/ 285648 h 425273"/>
                <a:gd name="connsiteX15" fmla="*/ 1328 w 368041"/>
                <a:gd name="connsiteY15" fmla="*/ 235642 h 425273"/>
                <a:gd name="connsiteX16" fmla="*/ 72766 w 368041"/>
                <a:gd name="connsiteY16" fmla="*/ 176110 h 425273"/>
                <a:gd name="connsiteX17" fmla="*/ 79910 w 368041"/>
                <a:gd name="connsiteY17" fmla="*/ 180873 h 425273"/>
                <a:gd name="connsiteX18" fmla="*/ 108485 w 368041"/>
                <a:gd name="connsiteY18" fmla="*/ 185635 h 425273"/>
                <a:gd name="connsiteX19" fmla="*/ 210878 w 368041"/>
                <a:gd name="connsiteY19" fmla="*/ 171348 h 425273"/>
                <a:gd name="connsiteX20" fmla="*/ 203735 w 368041"/>
                <a:gd name="connsiteY20" fmla="*/ 130867 h 425273"/>
                <a:gd name="connsiteX21" fmla="*/ 189447 w 368041"/>
                <a:gd name="connsiteY21" fmla="*/ 90385 h 425273"/>
                <a:gd name="connsiteX22" fmla="*/ 134678 w 368041"/>
                <a:gd name="connsiteY22" fmla="*/ 99910 h 425273"/>
                <a:gd name="connsiteX23" fmla="*/ 113247 w 368041"/>
                <a:gd name="connsiteY23" fmla="*/ 57048 h 425273"/>
                <a:gd name="connsiteX24" fmla="*/ 141822 w 368041"/>
                <a:gd name="connsiteY24" fmla="*/ 7042 h 425273"/>
                <a:gd name="connsiteX25" fmla="*/ 208497 w 368041"/>
                <a:gd name="connsiteY25" fmla="*/ 4660 h 425273"/>
                <a:gd name="connsiteX26" fmla="*/ 234691 w 368041"/>
                <a:gd name="connsiteY26" fmla="*/ 47523 h 425273"/>
                <a:gd name="connsiteX27" fmla="*/ 225166 w 368041"/>
                <a:gd name="connsiteY27" fmla="*/ 92767 h 425273"/>
                <a:gd name="connsiteX28" fmla="*/ 246597 w 368041"/>
                <a:gd name="connsiteY28" fmla="*/ 140392 h 425273"/>
                <a:gd name="connsiteX29" fmla="*/ 260885 w 368041"/>
                <a:gd name="connsiteY29" fmla="*/ 197542 h 425273"/>
                <a:gd name="connsiteX30" fmla="*/ 368041 w 368041"/>
                <a:gd name="connsiteY30" fmla="*/ 195161 h 425273"/>
                <a:gd name="connsiteX31" fmla="*/ 358516 w 368041"/>
                <a:gd name="connsiteY31" fmla="*/ 264217 h 425273"/>
                <a:gd name="connsiteX32" fmla="*/ 289460 w 368041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9924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203735 w 365660"/>
                <a:gd name="connsiteY20" fmla="*/ 130867 h 425273"/>
                <a:gd name="connsiteX21" fmla="*/ 189447 w 365660"/>
                <a:gd name="connsiteY21" fmla="*/ 90385 h 425273"/>
                <a:gd name="connsiteX22" fmla="*/ 134678 w 365660"/>
                <a:gd name="connsiteY22" fmla="*/ 99910 h 425273"/>
                <a:gd name="connsiteX23" fmla="*/ 113247 w 365660"/>
                <a:gd name="connsiteY23" fmla="*/ 57048 h 425273"/>
                <a:gd name="connsiteX24" fmla="*/ 141822 w 365660"/>
                <a:gd name="connsiteY24" fmla="*/ 7042 h 425273"/>
                <a:gd name="connsiteX25" fmla="*/ 208497 w 365660"/>
                <a:gd name="connsiteY25" fmla="*/ 4660 h 425273"/>
                <a:gd name="connsiteX26" fmla="*/ 234691 w 365660"/>
                <a:gd name="connsiteY26" fmla="*/ 47523 h 425273"/>
                <a:gd name="connsiteX27" fmla="*/ 225166 w 365660"/>
                <a:gd name="connsiteY27" fmla="*/ 92767 h 425273"/>
                <a:gd name="connsiteX28" fmla="*/ 246597 w 365660"/>
                <a:gd name="connsiteY28" fmla="*/ 140392 h 425273"/>
                <a:gd name="connsiteX29" fmla="*/ 279935 w 365660"/>
                <a:gd name="connsiteY29" fmla="*/ 197542 h 425273"/>
                <a:gd name="connsiteX30" fmla="*/ 365660 w 365660"/>
                <a:gd name="connsiteY30" fmla="*/ 199924 h 425273"/>
                <a:gd name="connsiteX31" fmla="*/ 358516 w 365660"/>
                <a:gd name="connsiteY31" fmla="*/ 264217 h 425273"/>
                <a:gd name="connsiteX32" fmla="*/ 289460 w 365660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89447 w 365660"/>
                <a:gd name="connsiteY20" fmla="*/ 9038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91829 w 365660"/>
                <a:gd name="connsiteY20" fmla="*/ 10943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3703 h 424759"/>
                <a:gd name="connsiteX1" fmla="*/ 232309 w 365660"/>
                <a:gd name="connsiteY1" fmla="*/ 299423 h 424759"/>
                <a:gd name="connsiteX2" fmla="*/ 234691 w 365660"/>
                <a:gd name="connsiteY2" fmla="*/ 366096 h 424759"/>
                <a:gd name="connsiteX3" fmla="*/ 187066 w 365660"/>
                <a:gd name="connsiteY3" fmla="*/ 423246 h 424759"/>
                <a:gd name="connsiteX4" fmla="*/ 101341 w 365660"/>
                <a:gd name="connsiteY4" fmla="*/ 387528 h 424759"/>
                <a:gd name="connsiteX5" fmla="*/ 115628 w 365660"/>
                <a:gd name="connsiteY5" fmla="*/ 299421 h 424759"/>
                <a:gd name="connsiteX6" fmla="*/ 165635 w 365660"/>
                <a:gd name="connsiteY6" fmla="*/ 282753 h 424759"/>
                <a:gd name="connsiteX7" fmla="*/ 191828 w 365660"/>
                <a:gd name="connsiteY7" fmla="*/ 277990 h 424759"/>
                <a:gd name="connsiteX8" fmla="*/ 239453 w 365660"/>
                <a:gd name="connsiteY8" fmla="*/ 220840 h 424759"/>
                <a:gd name="connsiteX9" fmla="*/ 196591 w 365660"/>
                <a:gd name="connsiteY9" fmla="*/ 204171 h 424759"/>
                <a:gd name="connsiteX10" fmla="*/ 163253 w 365660"/>
                <a:gd name="connsiteY10" fmla="*/ 204171 h 424759"/>
                <a:gd name="connsiteX11" fmla="*/ 122772 w 365660"/>
                <a:gd name="connsiteY11" fmla="*/ 218459 h 424759"/>
                <a:gd name="connsiteX12" fmla="*/ 103722 w 365660"/>
                <a:gd name="connsiteY12" fmla="*/ 263703 h 424759"/>
                <a:gd name="connsiteX13" fmla="*/ 75147 w 365660"/>
                <a:gd name="connsiteY13" fmla="*/ 299421 h 424759"/>
                <a:gd name="connsiteX14" fmla="*/ 29903 w 365660"/>
                <a:gd name="connsiteY14" fmla="*/ 285134 h 424759"/>
                <a:gd name="connsiteX15" fmla="*/ 1328 w 365660"/>
                <a:gd name="connsiteY15" fmla="*/ 235128 h 424759"/>
                <a:gd name="connsiteX16" fmla="*/ 72766 w 365660"/>
                <a:gd name="connsiteY16" fmla="*/ 175596 h 424759"/>
                <a:gd name="connsiteX17" fmla="*/ 79910 w 365660"/>
                <a:gd name="connsiteY17" fmla="*/ 180359 h 424759"/>
                <a:gd name="connsiteX18" fmla="*/ 108485 w 365660"/>
                <a:gd name="connsiteY18" fmla="*/ 185121 h 424759"/>
                <a:gd name="connsiteX19" fmla="*/ 210878 w 365660"/>
                <a:gd name="connsiteY19" fmla="*/ 170834 h 424759"/>
                <a:gd name="connsiteX20" fmla="*/ 191829 w 365660"/>
                <a:gd name="connsiteY20" fmla="*/ 108921 h 424759"/>
                <a:gd name="connsiteX21" fmla="*/ 134678 w 365660"/>
                <a:gd name="connsiteY21" fmla="*/ 99396 h 424759"/>
                <a:gd name="connsiteX22" fmla="*/ 94197 w 365660"/>
                <a:gd name="connsiteY22" fmla="*/ 47009 h 424759"/>
                <a:gd name="connsiteX23" fmla="*/ 141822 w 365660"/>
                <a:gd name="connsiteY23" fmla="*/ 6528 h 424759"/>
                <a:gd name="connsiteX24" fmla="*/ 208497 w 365660"/>
                <a:gd name="connsiteY24" fmla="*/ 4146 h 424759"/>
                <a:gd name="connsiteX25" fmla="*/ 234691 w 365660"/>
                <a:gd name="connsiteY25" fmla="*/ 47009 h 424759"/>
                <a:gd name="connsiteX26" fmla="*/ 225166 w 365660"/>
                <a:gd name="connsiteY26" fmla="*/ 92253 h 424759"/>
                <a:gd name="connsiteX27" fmla="*/ 246597 w 365660"/>
                <a:gd name="connsiteY27" fmla="*/ 139878 h 424759"/>
                <a:gd name="connsiteX28" fmla="*/ 279935 w 365660"/>
                <a:gd name="connsiteY28" fmla="*/ 197028 h 424759"/>
                <a:gd name="connsiteX29" fmla="*/ 365660 w 365660"/>
                <a:gd name="connsiteY29" fmla="*/ 199410 h 424759"/>
                <a:gd name="connsiteX30" fmla="*/ 358516 w 365660"/>
                <a:gd name="connsiteY30" fmla="*/ 263703 h 424759"/>
                <a:gd name="connsiteX31" fmla="*/ 289460 w 365660"/>
                <a:gd name="connsiteY31" fmla="*/ 263703 h 42475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3551 h 444607"/>
                <a:gd name="connsiteX1" fmla="*/ 232309 w 365660"/>
                <a:gd name="connsiteY1" fmla="*/ 319271 h 444607"/>
                <a:gd name="connsiteX2" fmla="*/ 234691 w 365660"/>
                <a:gd name="connsiteY2" fmla="*/ 385944 h 444607"/>
                <a:gd name="connsiteX3" fmla="*/ 187066 w 365660"/>
                <a:gd name="connsiteY3" fmla="*/ 443094 h 444607"/>
                <a:gd name="connsiteX4" fmla="*/ 101341 w 365660"/>
                <a:gd name="connsiteY4" fmla="*/ 407376 h 444607"/>
                <a:gd name="connsiteX5" fmla="*/ 115628 w 365660"/>
                <a:gd name="connsiteY5" fmla="*/ 319269 h 444607"/>
                <a:gd name="connsiteX6" fmla="*/ 165635 w 365660"/>
                <a:gd name="connsiteY6" fmla="*/ 302601 h 444607"/>
                <a:gd name="connsiteX7" fmla="*/ 191828 w 365660"/>
                <a:gd name="connsiteY7" fmla="*/ 297838 h 444607"/>
                <a:gd name="connsiteX8" fmla="*/ 239453 w 365660"/>
                <a:gd name="connsiteY8" fmla="*/ 240688 h 444607"/>
                <a:gd name="connsiteX9" fmla="*/ 196591 w 365660"/>
                <a:gd name="connsiteY9" fmla="*/ 224019 h 444607"/>
                <a:gd name="connsiteX10" fmla="*/ 163253 w 365660"/>
                <a:gd name="connsiteY10" fmla="*/ 224019 h 444607"/>
                <a:gd name="connsiteX11" fmla="*/ 122772 w 365660"/>
                <a:gd name="connsiteY11" fmla="*/ 238307 h 444607"/>
                <a:gd name="connsiteX12" fmla="*/ 103722 w 365660"/>
                <a:gd name="connsiteY12" fmla="*/ 283551 h 444607"/>
                <a:gd name="connsiteX13" fmla="*/ 75147 w 365660"/>
                <a:gd name="connsiteY13" fmla="*/ 319269 h 444607"/>
                <a:gd name="connsiteX14" fmla="*/ 29903 w 365660"/>
                <a:gd name="connsiteY14" fmla="*/ 304982 h 444607"/>
                <a:gd name="connsiteX15" fmla="*/ 1328 w 365660"/>
                <a:gd name="connsiteY15" fmla="*/ 254976 h 444607"/>
                <a:gd name="connsiteX16" fmla="*/ 72766 w 365660"/>
                <a:gd name="connsiteY16" fmla="*/ 195444 h 444607"/>
                <a:gd name="connsiteX17" fmla="*/ 79910 w 365660"/>
                <a:gd name="connsiteY17" fmla="*/ 200207 h 444607"/>
                <a:gd name="connsiteX18" fmla="*/ 108485 w 365660"/>
                <a:gd name="connsiteY18" fmla="*/ 204969 h 444607"/>
                <a:gd name="connsiteX19" fmla="*/ 210878 w 365660"/>
                <a:gd name="connsiteY19" fmla="*/ 190682 h 444607"/>
                <a:gd name="connsiteX20" fmla="*/ 191829 w 365660"/>
                <a:gd name="connsiteY20" fmla="*/ 128769 h 444607"/>
                <a:gd name="connsiteX21" fmla="*/ 134678 w 365660"/>
                <a:gd name="connsiteY21" fmla="*/ 119244 h 444607"/>
                <a:gd name="connsiteX22" fmla="*/ 94197 w 365660"/>
                <a:gd name="connsiteY22" fmla="*/ 35900 h 444607"/>
                <a:gd name="connsiteX23" fmla="*/ 139441 w 365660"/>
                <a:gd name="connsiteY23" fmla="*/ 182 h 444607"/>
                <a:gd name="connsiteX24" fmla="*/ 208497 w 365660"/>
                <a:gd name="connsiteY24" fmla="*/ 23994 h 444607"/>
                <a:gd name="connsiteX25" fmla="*/ 234691 w 365660"/>
                <a:gd name="connsiteY25" fmla="*/ 66857 h 444607"/>
                <a:gd name="connsiteX26" fmla="*/ 225166 w 365660"/>
                <a:gd name="connsiteY26" fmla="*/ 112101 h 444607"/>
                <a:gd name="connsiteX27" fmla="*/ 246597 w 365660"/>
                <a:gd name="connsiteY27" fmla="*/ 159726 h 444607"/>
                <a:gd name="connsiteX28" fmla="*/ 279935 w 365660"/>
                <a:gd name="connsiteY28" fmla="*/ 216876 h 444607"/>
                <a:gd name="connsiteX29" fmla="*/ 365660 w 365660"/>
                <a:gd name="connsiteY29" fmla="*/ 219258 h 444607"/>
                <a:gd name="connsiteX30" fmla="*/ 358516 w 365660"/>
                <a:gd name="connsiteY30" fmla="*/ 283551 h 444607"/>
                <a:gd name="connsiteX31" fmla="*/ 289460 w 365660"/>
                <a:gd name="connsiteY31" fmla="*/ 283551 h 444607"/>
                <a:gd name="connsiteX0" fmla="*/ 289460 w 365660"/>
                <a:gd name="connsiteY0" fmla="*/ 285974 h 447030"/>
                <a:gd name="connsiteX1" fmla="*/ 232309 w 365660"/>
                <a:gd name="connsiteY1" fmla="*/ 321694 h 447030"/>
                <a:gd name="connsiteX2" fmla="*/ 234691 w 365660"/>
                <a:gd name="connsiteY2" fmla="*/ 388367 h 447030"/>
                <a:gd name="connsiteX3" fmla="*/ 187066 w 365660"/>
                <a:gd name="connsiteY3" fmla="*/ 445517 h 447030"/>
                <a:gd name="connsiteX4" fmla="*/ 101341 w 365660"/>
                <a:gd name="connsiteY4" fmla="*/ 409799 h 447030"/>
                <a:gd name="connsiteX5" fmla="*/ 115628 w 365660"/>
                <a:gd name="connsiteY5" fmla="*/ 321692 h 447030"/>
                <a:gd name="connsiteX6" fmla="*/ 165635 w 365660"/>
                <a:gd name="connsiteY6" fmla="*/ 305024 h 447030"/>
                <a:gd name="connsiteX7" fmla="*/ 191828 w 365660"/>
                <a:gd name="connsiteY7" fmla="*/ 300261 h 447030"/>
                <a:gd name="connsiteX8" fmla="*/ 239453 w 365660"/>
                <a:gd name="connsiteY8" fmla="*/ 243111 h 447030"/>
                <a:gd name="connsiteX9" fmla="*/ 196591 w 365660"/>
                <a:gd name="connsiteY9" fmla="*/ 226442 h 447030"/>
                <a:gd name="connsiteX10" fmla="*/ 163253 w 365660"/>
                <a:gd name="connsiteY10" fmla="*/ 226442 h 447030"/>
                <a:gd name="connsiteX11" fmla="*/ 122772 w 365660"/>
                <a:gd name="connsiteY11" fmla="*/ 240730 h 447030"/>
                <a:gd name="connsiteX12" fmla="*/ 103722 w 365660"/>
                <a:gd name="connsiteY12" fmla="*/ 285974 h 447030"/>
                <a:gd name="connsiteX13" fmla="*/ 75147 w 365660"/>
                <a:gd name="connsiteY13" fmla="*/ 321692 h 447030"/>
                <a:gd name="connsiteX14" fmla="*/ 29903 w 365660"/>
                <a:gd name="connsiteY14" fmla="*/ 307405 h 447030"/>
                <a:gd name="connsiteX15" fmla="*/ 1328 w 365660"/>
                <a:gd name="connsiteY15" fmla="*/ 257399 h 447030"/>
                <a:gd name="connsiteX16" fmla="*/ 72766 w 365660"/>
                <a:gd name="connsiteY16" fmla="*/ 197867 h 447030"/>
                <a:gd name="connsiteX17" fmla="*/ 79910 w 365660"/>
                <a:gd name="connsiteY17" fmla="*/ 202630 h 447030"/>
                <a:gd name="connsiteX18" fmla="*/ 108485 w 365660"/>
                <a:gd name="connsiteY18" fmla="*/ 207392 h 447030"/>
                <a:gd name="connsiteX19" fmla="*/ 210878 w 365660"/>
                <a:gd name="connsiteY19" fmla="*/ 193105 h 447030"/>
                <a:gd name="connsiteX20" fmla="*/ 191829 w 365660"/>
                <a:gd name="connsiteY20" fmla="*/ 131192 h 447030"/>
                <a:gd name="connsiteX21" fmla="*/ 134678 w 365660"/>
                <a:gd name="connsiteY21" fmla="*/ 121667 h 447030"/>
                <a:gd name="connsiteX22" fmla="*/ 94197 w 365660"/>
                <a:gd name="connsiteY22" fmla="*/ 38323 h 447030"/>
                <a:gd name="connsiteX23" fmla="*/ 139441 w 365660"/>
                <a:gd name="connsiteY23" fmla="*/ 2605 h 447030"/>
                <a:gd name="connsiteX24" fmla="*/ 208497 w 365660"/>
                <a:gd name="connsiteY24" fmla="*/ 26417 h 447030"/>
                <a:gd name="connsiteX25" fmla="*/ 234691 w 365660"/>
                <a:gd name="connsiteY25" fmla="*/ 69280 h 447030"/>
                <a:gd name="connsiteX26" fmla="*/ 225166 w 365660"/>
                <a:gd name="connsiteY26" fmla="*/ 114524 h 447030"/>
                <a:gd name="connsiteX27" fmla="*/ 246597 w 365660"/>
                <a:gd name="connsiteY27" fmla="*/ 162149 h 447030"/>
                <a:gd name="connsiteX28" fmla="*/ 279935 w 365660"/>
                <a:gd name="connsiteY28" fmla="*/ 219299 h 447030"/>
                <a:gd name="connsiteX29" fmla="*/ 365660 w 365660"/>
                <a:gd name="connsiteY29" fmla="*/ 221681 h 447030"/>
                <a:gd name="connsiteX30" fmla="*/ 358516 w 365660"/>
                <a:gd name="connsiteY30" fmla="*/ 285974 h 447030"/>
                <a:gd name="connsiteX31" fmla="*/ 289460 w 365660"/>
                <a:gd name="connsiteY31" fmla="*/ 285974 h 447030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6841 h 447897"/>
                <a:gd name="connsiteX1" fmla="*/ 232309 w 365660"/>
                <a:gd name="connsiteY1" fmla="*/ 322561 h 447897"/>
                <a:gd name="connsiteX2" fmla="*/ 234691 w 365660"/>
                <a:gd name="connsiteY2" fmla="*/ 389234 h 447897"/>
                <a:gd name="connsiteX3" fmla="*/ 187066 w 365660"/>
                <a:gd name="connsiteY3" fmla="*/ 446384 h 447897"/>
                <a:gd name="connsiteX4" fmla="*/ 101341 w 365660"/>
                <a:gd name="connsiteY4" fmla="*/ 410666 h 447897"/>
                <a:gd name="connsiteX5" fmla="*/ 115628 w 365660"/>
                <a:gd name="connsiteY5" fmla="*/ 322559 h 447897"/>
                <a:gd name="connsiteX6" fmla="*/ 165635 w 365660"/>
                <a:gd name="connsiteY6" fmla="*/ 305891 h 447897"/>
                <a:gd name="connsiteX7" fmla="*/ 191828 w 365660"/>
                <a:gd name="connsiteY7" fmla="*/ 301128 h 447897"/>
                <a:gd name="connsiteX8" fmla="*/ 239453 w 365660"/>
                <a:gd name="connsiteY8" fmla="*/ 243978 h 447897"/>
                <a:gd name="connsiteX9" fmla="*/ 196591 w 365660"/>
                <a:gd name="connsiteY9" fmla="*/ 227309 h 447897"/>
                <a:gd name="connsiteX10" fmla="*/ 163253 w 365660"/>
                <a:gd name="connsiteY10" fmla="*/ 227309 h 447897"/>
                <a:gd name="connsiteX11" fmla="*/ 122772 w 365660"/>
                <a:gd name="connsiteY11" fmla="*/ 241597 h 447897"/>
                <a:gd name="connsiteX12" fmla="*/ 103722 w 365660"/>
                <a:gd name="connsiteY12" fmla="*/ 286841 h 447897"/>
                <a:gd name="connsiteX13" fmla="*/ 75147 w 365660"/>
                <a:gd name="connsiteY13" fmla="*/ 322559 h 447897"/>
                <a:gd name="connsiteX14" fmla="*/ 29903 w 365660"/>
                <a:gd name="connsiteY14" fmla="*/ 308272 h 447897"/>
                <a:gd name="connsiteX15" fmla="*/ 1328 w 365660"/>
                <a:gd name="connsiteY15" fmla="*/ 258266 h 447897"/>
                <a:gd name="connsiteX16" fmla="*/ 72766 w 365660"/>
                <a:gd name="connsiteY16" fmla="*/ 198734 h 447897"/>
                <a:gd name="connsiteX17" fmla="*/ 79910 w 365660"/>
                <a:gd name="connsiteY17" fmla="*/ 203497 h 447897"/>
                <a:gd name="connsiteX18" fmla="*/ 108485 w 365660"/>
                <a:gd name="connsiteY18" fmla="*/ 208259 h 447897"/>
                <a:gd name="connsiteX19" fmla="*/ 210878 w 365660"/>
                <a:gd name="connsiteY19" fmla="*/ 193972 h 447897"/>
                <a:gd name="connsiteX20" fmla="*/ 191829 w 365660"/>
                <a:gd name="connsiteY20" fmla="*/ 132059 h 447897"/>
                <a:gd name="connsiteX21" fmla="*/ 134678 w 365660"/>
                <a:gd name="connsiteY21" fmla="*/ 122534 h 447897"/>
                <a:gd name="connsiteX22" fmla="*/ 96578 w 365660"/>
                <a:gd name="connsiteY22" fmla="*/ 60621 h 447897"/>
                <a:gd name="connsiteX23" fmla="*/ 139441 w 365660"/>
                <a:gd name="connsiteY23" fmla="*/ 3472 h 447897"/>
                <a:gd name="connsiteX24" fmla="*/ 208497 w 365660"/>
                <a:gd name="connsiteY24" fmla="*/ 27284 h 447897"/>
                <a:gd name="connsiteX25" fmla="*/ 234691 w 365660"/>
                <a:gd name="connsiteY25" fmla="*/ 70147 h 447897"/>
                <a:gd name="connsiteX26" fmla="*/ 225166 w 365660"/>
                <a:gd name="connsiteY26" fmla="*/ 115391 h 447897"/>
                <a:gd name="connsiteX27" fmla="*/ 246597 w 365660"/>
                <a:gd name="connsiteY27" fmla="*/ 163016 h 447897"/>
                <a:gd name="connsiteX28" fmla="*/ 279935 w 365660"/>
                <a:gd name="connsiteY28" fmla="*/ 220166 h 447897"/>
                <a:gd name="connsiteX29" fmla="*/ 365660 w 365660"/>
                <a:gd name="connsiteY29" fmla="*/ 222548 h 447897"/>
                <a:gd name="connsiteX30" fmla="*/ 358516 w 365660"/>
                <a:gd name="connsiteY30" fmla="*/ 286841 h 447897"/>
                <a:gd name="connsiteX31" fmla="*/ 289460 w 365660"/>
                <a:gd name="connsiteY31" fmla="*/ 286841 h 447897"/>
                <a:gd name="connsiteX0" fmla="*/ 289460 w 365660"/>
                <a:gd name="connsiteY0" fmla="*/ 288453 h 449509"/>
                <a:gd name="connsiteX1" fmla="*/ 232309 w 365660"/>
                <a:gd name="connsiteY1" fmla="*/ 324173 h 449509"/>
                <a:gd name="connsiteX2" fmla="*/ 234691 w 365660"/>
                <a:gd name="connsiteY2" fmla="*/ 390846 h 449509"/>
                <a:gd name="connsiteX3" fmla="*/ 187066 w 365660"/>
                <a:gd name="connsiteY3" fmla="*/ 447996 h 449509"/>
                <a:gd name="connsiteX4" fmla="*/ 101341 w 365660"/>
                <a:gd name="connsiteY4" fmla="*/ 412278 h 449509"/>
                <a:gd name="connsiteX5" fmla="*/ 115628 w 365660"/>
                <a:gd name="connsiteY5" fmla="*/ 324171 h 449509"/>
                <a:gd name="connsiteX6" fmla="*/ 165635 w 365660"/>
                <a:gd name="connsiteY6" fmla="*/ 307503 h 449509"/>
                <a:gd name="connsiteX7" fmla="*/ 191828 w 365660"/>
                <a:gd name="connsiteY7" fmla="*/ 302740 h 449509"/>
                <a:gd name="connsiteX8" fmla="*/ 239453 w 365660"/>
                <a:gd name="connsiteY8" fmla="*/ 245590 h 449509"/>
                <a:gd name="connsiteX9" fmla="*/ 196591 w 365660"/>
                <a:gd name="connsiteY9" fmla="*/ 228921 h 449509"/>
                <a:gd name="connsiteX10" fmla="*/ 163253 w 365660"/>
                <a:gd name="connsiteY10" fmla="*/ 228921 h 449509"/>
                <a:gd name="connsiteX11" fmla="*/ 122772 w 365660"/>
                <a:gd name="connsiteY11" fmla="*/ 243209 h 449509"/>
                <a:gd name="connsiteX12" fmla="*/ 103722 w 365660"/>
                <a:gd name="connsiteY12" fmla="*/ 288453 h 449509"/>
                <a:gd name="connsiteX13" fmla="*/ 75147 w 365660"/>
                <a:gd name="connsiteY13" fmla="*/ 324171 h 449509"/>
                <a:gd name="connsiteX14" fmla="*/ 29903 w 365660"/>
                <a:gd name="connsiteY14" fmla="*/ 309884 h 449509"/>
                <a:gd name="connsiteX15" fmla="*/ 1328 w 365660"/>
                <a:gd name="connsiteY15" fmla="*/ 259878 h 449509"/>
                <a:gd name="connsiteX16" fmla="*/ 72766 w 365660"/>
                <a:gd name="connsiteY16" fmla="*/ 200346 h 449509"/>
                <a:gd name="connsiteX17" fmla="*/ 79910 w 365660"/>
                <a:gd name="connsiteY17" fmla="*/ 205109 h 449509"/>
                <a:gd name="connsiteX18" fmla="*/ 108485 w 365660"/>
                <a:gd name="connsiteY18" fmla="*/ 209871 h 449509"/>
                <a:gd name="connsiteX19" fmla="*/ 210878 w 365660"/>
                <a:gd name="connsiteY19" fmla="*/ 195584 h 449509"/>
                <a:gd name="connsiteX20" fmla="*/ 191829 w 365660"/>
                <a:gd name="connsiteY20" fmla="*/ 133671 h 449509"/>
                <a:gd name="connsiteX21" fmla="*/ 134678 w 365660"/>
                <a:gd name="connsiteY21" fmla="*/ 124146 h 449509"/>
                <a:gd name="connsiteX22" fmla="*/ 96578 w 365660"/>
                <a:gd name="connsiteY22" fmla="*/ 62233 h 449509"/>
                <a:gd name="connsiteX23" fmla="*/ 139441 w 365660"/>
                <a:gd name="connsiteY23" fmla="*/ 5084 h 449509"/>
                <a:gd name="connsiteX24" fmla="*/ 153727 w 365660"/>
                <a:gd name="connsiteY24" fmla="*/ 5493 h 449509"/>
                <a:gd name="connsiteX25" fmla="*/ 208497 w 365660"/>
                <a:gd name="connsiteY25" fmla="*/ 28896 h 449509"/>
                <a:gd name="connsiteX26" fmla="*/ 234691 w 365660"/>
                <a:gd name="connsiteY26" fmla="*/ 71759 h 449509"/>
                <a:gd name="connsiteX27" fmla="*/ 225166 w 365660"/>
                <a:gd name="connsiteY27" fmla="*/ 117003 h 449509"/>
                <a:gd name="connsiteX28" fmla="*/ 246597 w 365660"/>
                <a:gd name="connsiteY28" fmla="*/ 164628 h 449509"/>
                <a:gd name="connsiteX29" fmla="*/ 279935 w 365660"/>
                <a:gd name="connsiteY29" fmla="*/ 221778 h 449509"/>
                <a:gd name="connsiteX30" fmla="*/ 365660 w 365660"/>
                <a:gd name="connsiteY30" fmla="*/ 224160 h 449509"/>
                <a:gd name="connsiteX31" fmla="*/ 358516 w 365660"/>
                <a:gd name="connsiteY31" fmla="*/ 288453 h 449509"/>
                <a:gd name="connsiteX32" fmla="*/ 289460 w 365660"/>
                <a:gd name="connsiteY32" fmla="*/ 288453 h 449509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5965 h 447021"/>
                <a:gd name="connsiteX1" fmla="*/ 232309 w 365660"/>
                <a:gd name="connsiteY1" fmla="*/ 321685 h 447021"/>
                <a:gd name="connsiteX2" fmla="*/ 234691 w 365660"/>
                <a:gd name="connsiteY2" fmla="*/ 388358 h 447021"/>
                <a:gd name="connsiteX3" fmla="*/ 187066 w 365660"/>
                <a:gd name="connsiteY3" fmla="*/ 445508 h 447021"/>
                <a:gd name="connsiteX4" fmla="*/ 101341 w 365660"/>
                <a:gd name="connsiteY4" fmla="*/ 409790 h 447021"/>
                <a:gd name="connsiteX5" fmla="*/ 115628 w 365660"/>
                <a:gd name="connsiteY5" fmla="*/ 321683 h 447021"/>
                <a:gd name="connsiteX6" fmla="*/ 165635 w 365660"/>
                <a:gd name="connsiteY6" fmla="*/ 305015 h 447021"/>
                <a:gd name="connsiteX7" fmla="*/ 191828 w 365660"/>
                <a:gd name="connsiteY7" fmla="*/ 300252 h 447021"/>
                <a:gd name="connsiteX8" fmla="*/ 239453 w 365660"/>
                <a:gd name="connsiteY8" fmla="*/ 243102 h 447021"/>
                <a:gd name="connsiteX9" fmla="*/ 196591 w 365660"/>
                <a:gd name="connsiteY9" fmla="*/ 226433 h 447021"/>
                <a:gd name="connsiteX10" fmla="*/ 163253 w 365660"/>
                <a:gd name="connsiteY10" fmla="*/ 226433 h 447021"/>
                <a:gd name="connsiteX11" fmla="*/ 122772 w 365660"/>
                <a:gd name="connsiteY11" fmla="*/ 240721 h 447021"/>
                <a:gd name="connsiteX12" fmla="*/ 103722 w 365660"/>
                <a:gd name="connsiteY12" fmla="*/ 285965 h 447021"/>
                <a:gd name="connsiteX13" fmla="*/ 75147 w 365660"/>
                <a:gd name="connsiteY13" fmla="*/ 321683 h 447021"/>
                <a:gd name="connsiteX14" fmla="*/ 29903 w 365660"/>
                <a:gd name="connsiteY14" fmla="*/ 307396 h 447021"/>
                <a:gd name="connsiteX15" fmla="*/ 1328 w 365660"/>
                <a:gd name="connsiteY15" fmla="*/ 257390 h 447021"/>
                <a:gd name="connsiteX16" fmla="*/ 72766 w 365660"/>
                <a:gd name="connsiteY16" fmla="*/ 197858 h 447021"/>
                <a:gd name="connsiteX17" fmla="*/ 79910 w 365660"/>
                <a:gd name="connsiteY17" fmla="*/ 202621 h 447021"/>
                <a:gd name="connsiteX18" fmla="*/ 108485 w 365660"/>
                <a:gd name="connsiteY18" fmla="*/ 207383 h 447021"/>
                <a:gd name="connsiteX19" fmla="*/ 210878 w 365660"/>
                <a:gd name="connsiteY19" fmla="*/ 193096 h 447021"/>
                <a:gd name="connsiteX20" fmla="*/ 191829 w 365660"/>
                <a:gd name="connsiteY20" fmla="*/ 131183 h 447021"/>
                <a:gd name="connsiteX21" fmla="*/ 134678 w 365660"/>
                <a:gd name="connsiteY21" fmla="*/ 121658 h 447021"/>
                <a:gd name="connsiteX22" fmla="*/ 96578 w 365660"/>
                <a:gd name="connsiteY22" fmla="*/ 59745 h 447021"/>
                <a:gd name="connsiteX23" fmla="*/ 139441 w 365660"/>
                <a:gd name="connsiteY23" fmla="*/ 2596 h 447021"/>
                <a:gd name="connsiteX24" fmla="*/ 208497 w 365660"/>
                <a:gd name="connsiteY24" fmla="*/ 26408 h 447021"/>
                <a:gd name="connsiteX25" fmla="*/ 234691 w 365660"/>
                <a:gd name="connsiteY25" fmla="*/ 69271 h 447021"/>
                <a:gd name="connsiteX26" fmla="*/ 225166 w 365660"/>
                <a:gd name="connsiteY26" fmla="*/ 114515 h 447021"/>
                <a:gd name="connsiteX27" fmla="*/ 246597 w 365660"/>
                <a:gd name="connsiteY27" fmla="*/ 162140 h 447021"/>
                <a:gd name="connsiteX28" fmla="*/ 279935 w 365660"/>
                <a:gd name="connsiteY28" fmla="*/ 219290 h 447021"/>
                <a:gd name="connsiteX29" fmla="*/ 365660 w 365660"/>
                <a:gd name="connsiteY29" fmla="*/ 221672 h 447021"/>
                <a:gd name="connsiteX30" fmla="*/ 358516 w 365660"/>
                <a:gd name="connsiteY30" fmla="*/ 285965 h 447021"/>
                <a:gd name="connsiteX31" fmla="*/ 289460 w 365660"/>
                <a:gd name="connsiteY31" fmla="*/ 285965 h 447021"/>
                <a:gd name="connsiteX0" fmla="*/ 289460 w 365660"/>
                <a:gd name="connsiteY0" fmla="*/ 290435 h 451491"/>
                <a:gd name="connsiteX1" fmla="*/ 232309 w 365660"/>
                <a:gd name="connsiteY1" fmla="*/ 326155 h 451491"/>
                <a:gd name="connsiteX2" fmla="*/ 234691 w 365660"/>
                <a:gd name="connsiteY2" fmla="*/ 392828 h 451491"/>
                <a:gd name="connsiteX3" fmla="*/ 187066 w 365660"/>
                <a:gd name="connsiteY3" fmla="*/ 449978 h 451491"/>
                <a:gd name="connsiteX4" fmla="*/ 101341 w 365660"/>
                <a:gd name="connsiteY4" fmla="*/ 414260 h 451491"/>
                <a:gd name="connsiteX5" fmla="*/ 115628 w 365660"/>
                <a:gd name="connsiteY5" fmla="*/ 326153 h 451491"/>
                <a:gd name="connsiteX6" fmla="*/ 165635 w 365660"/>
                <a:gd name="connsiteY6" fmla="*/ 309485 h 451491"/>
                <a:gd name="connsiteX7" fmla="*/ 191828 w 365660"/>
                <a:gd name="connsiteY7" fmla="*/ 304722 h 451491"/>
                <a:gd name="connsiteX8" fmla="*/ 239453 w 365660"/>
                <a:gd name="connsiteY8" fmla="*/ 247572 h 451491"/>
                <a:gd name="connsiteX9" fmla="*/ 196591 w 365660"/>
                <a:gd name="connsiteY9" fmla="*/ 230903 h 451491"/>
                <a:gd name="connsiteX10" fmla="*/ 163253 w 365660"/>
                <a:gd name="connsiteY10" fmla="*/ 230903 h 451491"/>
                <a:gd name="connsiteX11" fmla="*/ 122772 w 365660"/>
                <a:gd name="connsiteY11" fmla="*/ 245191 h 451491"/>
                <a:gd name="connsiteX12" fmla="*/ 103722 w 365660"/>
                <a:gd name="connsiteY12" fmla="*/ 290435 h 451491"/>
                <a:gd name="connsiteX13" fmla="*/ 75147 w 365660"/>
                <a:gd name="connsiteY13" fmla="*/ 326153 h 451491"/>
                <a:gd name="connsiteX14" fmla="*/ 29903 w 365660"/>
                <a:gd name="connsiteY14" fmla="*/ 311866 h 451491"/>
                <a:gd name="connsiteX15" fmla="*/ 1328 w 365660"/>
                <a:gd name="connsiteY15" fmla="*/ 261860 h 451491"/>
                <a:gd name="connsiteX16" fmla="*/ 72766 w 365660"/>
                <a:gd name="connsiteY16" fmla="*/ 202328 h 451491"/>
                <a:gd name="connsiteX17" fmla="*/ 79910 w 365660"/>
                <a:gd name="connsiteY17" fmla="*/ 207091 h 451491"/>
                <a:gd name="connsiteX18" fmla="*/ 108485 w 365660"/>
                <a:gd name="connsiteY18" fmla="*/ 211853 h 451491"/>
                <a:gd name="connsiteX19" fmla="*/ 210878 w 365660"/>
                <a:gd name="connsiteY19" fmla="*/ 197566 h 451491"/>
                <a:gd name="connsiteX20" fmla="*/ 191829 w 365660"/>
                <a:gd name="connsiteY20" fmla="*/ 135653 h 451491"/>
                <a:gd name="connsiteX21" fmla="*/ 134678 w 365660"/>
                <a:gd name="connsiteY21" fmla="*/ 126128 h 451491"/>
                <a:gd name="connsiteX22" fmla="*/ 96578 w 365660"/>
                <a:gd name="connsiteY22" fmla="*/ 64215 h 451491"/>
                <a:gd name="connsiteX23" fmla="*/ 156109 w 365660"/>
                <a:gd name="connsiteY23" fmla="*/ 2304 h 451491"/>
                <a:gd name="connsiteX24" fmla="*/ 208497 w 365660"/>
                <a:gd name="connsiteY24" fmla="*/ 30878 h 451491"/>
                <a:gd name="connsiteX25" fmla="*/ 234691 w 365660"/>
                <a:gd name="connsiteY25" fmla="*/ 73741 h 451491"/>
                <a:gd name="connsiteX26" fmla="*/ 225166 w 365660"/>
                <a:gd name="connsiteY26" fmla="*/ 118985 h 451491"/>
                <a:gd name="connsiteX27" fmla="*/ 246597 w 365660"/>
                <a:gd name="connsiteY27" fmla="*/ 166610 h 451491"/>
                <a:gd name="connsiteX28" fmla="*/ 279935 w 365660"/>
                <a:gd name="connsiteY28" fmla="*/ 223760 h 451491"/>
                <a:gd name="connsiteX29" fmla="*/ 365660 w 365660"/>
                <a:gd name="connsiteY29" fmla="*/ 226142 h 451491"/>
                <a:gd name="connsiteX30" fmla="*/ 358516 w 365660"/>
                <a:gd name="connsiteY30" fmla="*/ 290435 h 451491"/>
                <a:gd name="connsiteX31" fmla="*/ 289460 w 365660"/>
                <a:gd name="connsiteY31" fmla="*/ 290435 h 451491"/>
                <a:gd name="connsiteX0" fmla="*/ 289460 w 365660"/>
                <a:gd name="connsiteY0" fmla="*/ 289204 h 450260"/>
                <a:gd name="connsiteX1" fmla="*/ 232309 w 365660"/>
                <a:gd name="connsiteY1" fmla="*/ 324924 h 450260"/>
                <a:gd name="connsiteX2" fmla="*/ 234691 w 365660"/>
                <a:gd name="connsiteY2" fmla="*/ 391597 h 450260"/>
                <a:gd name="connsiteX3" fmla="*/ 187066 w 365660"/>
                <a:gd name="connsiteY3" fmla="*/ 448747 h 450260"/>
                <a:gd name="connsiteX4" fmla="*/ 101341 w 365660"/>
                <a:gd name="connsiteY4" fmla="*/ 413029 h 450260"/>
                <a:gd name="connsiteX5" fmla="*/ 115628 w 365660"/>
                <a:gd name="connsiteY5" fmla="*/ 324922 h 450260"/>
                <a:gd name="connsiteX6" fmla="*/ 165635 w 365660"/>
                <a:gd name="connsiteY6" fmla="*/ 308254 h 450260"/>
                <a:gd name="connsiteX7" fmla="*/ 191828 w 365660"/>
                <a:gd name="connsiteY7" fmla="*/ 303491 h 450260"/>
                <a:gd name="connsiteX8" fmla="*/ 239453 w 365660"/>
                <a:gd name="connsiteY8" fmla="*/ 246341 h 450260"/>
                <a:gd name="connsiteX9" fmla="*/ 196591 w 365660"/>
                <a:gd name="connsiteY9" fmla="*/ 229672 h 450260"/>
                <a:gd name="connsiteX10" fmla="*/ 163253 w 365660"/>
                <a:gd name="connsiteY10" fmla="*/ 229672 h 450260"/>
                <a:gd name="connsiteX11" fmla="*/ 122772 w 365660"/>
                <a:gd name="connsiteY11" fmla="*/ 243960 h 450260"/>
                <a:gd name="connsiteX12" fmla="*/ 103722 w 365660"/>
                <a:gd name="connsiteY12" fmla="*/ 289204 h 450260"/>
                <a:gd name="connsiteX13" fmla="*/ 75147 w 365660"/>
                <a:gd name="connsiteY13" fmla="*/ 324922 h 450260"/>
                <a:gd name="connsiteX14" fmla="*/ 29903 w 365660"/>
                <a:gd name="connsiteY14" fmla="*/ 310635 h 450260"/>
                <a:gd name="connsiteX15" fmla="*/ 1328 w 365660"/>
                <a:gd name="connsiteY15" fmla="*/ 260629 h 450260"/>
                <a:gd name="connsiteX16" fmla="*/ 72766 w 365660"/>
                <a:gd name="connsiteY16" fmla="*/ 201097 h 450260"/>
                <a:gd name="connsiteX17" fmla="*/ 79910 w 365660"/>
                <a:gd name="connsiteY17" fmla="*/ 205860 h 450260"/>
                <a:gd name="connsiteX18" fmla="*/ 108485 w 365660"/>
                <a:gd name="connsiteY18" fmla="*/ 210622 h 450260"/>
                <a:gd name="connsiteX19" fmla="*/ 210878 w 365660"/>
                <a:gd name="connsiteY19" fmla="*/ 196335 h 450260"/>
                <a:gd name="connsiteX20" fmla="*/ 191829 w 365660"/>
                <a:gd name="connsiteY20" fmla="*/ 134422 h 450260"/>
                <a:gd name="connsiteX21" fmla="*/ 134678 w 365660"/>
                <a:gd name="connsiteY21" fmla="*/ 124897 h 450260"/>
                <a:gd name="connsiteX22" fmla="*/ 96578 w 365660"/>
                <a:gd name="connsiteY22" fmla="*/ 62984 h 450260"/>
                <a:gd name="connsiteX23" fmla="*/ 156109 w 365660"/>
                <a:gd name="connsiteY23" fmla="*/ 1073 h 450260"/>
                <a:gd name="connsiteX24" fmla="*/ 220403 w 365660"/>
                <a:gd name="connsiteY24" fmla="*/ 27266 h 450260"/>
                <a:gd name="connsiteX25" fmla="*/ 234691 w 365660"/>
                <a:gd name="connsiteY25" fmla="*/ 72510 h 450260"/>
                <a:gd name="connsiteX26" fmla="*/ 225166 w 365660"/>
                <a:gd name="connsiteY26" fmla="*/ 117754 h 450260"/>
                <a:gd name="connsiteX27" fmla="*/ 246597 w 365660"/>
                <a:gd name="connsiteY27" fmla="*/ 165379 h 450260"/>
                <a:gd name="connsiteX28" fmla="*/ 279935 w 365660"/>
                <a:gd name="connsiteY28" fmla="*/ 222529 h 450260"/>
                <a:gd name="connsiteX29" fmla="*/ 365660 w 365660"/>
                <a:gd name="connsiteY29" fmla="*/ 224911 h 450260"/>
                <a:gd name="connsiteX30" fmla="*/ 358516 w 365660"/>
                <a:gd name="connsiteY30" fmla="*/ 289204 h 450260"/>
                <a:gd name="connsiteX31" fmla="*/ 289460 w 365660"/>
                <a:gd name="connsiteY31" fmla="*/ 289204 h 450260"/>
                <a:gd name="connsiteX0" fmla="*/ 289460 w 365660"/>
                <a:gd name="connsiteY0" fmla="*/ 290956 h 452012"/>
                <a:gd name="connsiteX1" fmla="*/ 232309 w 365660"/>
                <a:gd name="connsiteY1" fmla="*/ 326676 h 452012"/>
                <a:gd name="connsiteX2" fmla="*/ 234691 w 365660"/>
                <a:gd name="connsiteY2" fmla="*/ 393349 h 452012"/>
                <a:gd name="connsiteX3" fmla="*/ 187066 w 365660"/>
                <a:gd name="connsiteY3" fmla="*/ 450499 h 452012"/>
                <a:gd name="connsiteX4" fmla="*/ 101341 w 365660"/>
                <a:gd name="connsiteY4" fmla="*/ 414781 h 452012"/>
                <a:gd name="connsiteX5" fmla="*/ 115628 w 365660"/>
                <a:gd name="connsiteY5" fmla="*/ 326674 h 452012"/>
                <a:gd name="connsiteX6" fmla="*/ 165635 w 365660"/>
                <a:gd name="connsiteY6" fmla="*/ 310006 h 452012"/>
                <a:gd name="connsiteX7" fmla="*/ 191828 w 365660"/>
                <a:gd name="connsiteY7" fmla="*/ 305243 h 452012"/>
                <a:gd name="connsiteX8" fmla="*/ 239453 w 365660"/>
                <a:gd name="connsiteY8" fmla="*/ 248093 h 452012"/>
                <a:gd name="connsiteX9" fmla="*/ 196591 w 365660"/>
                <a:gd name="connsiteY9" fmla="*/ 231424 h 452012"/>
                <a:gd name="connsiteX10" fmla="*/ 163253 w 365660"/>
                <a:gd name="connsiteY10" fmla="*/ 231424 h 452012"/>
                <a:gd name="connsiteX11" fmla="*/ 122772 w 365660"/>
                <a:gd name="connsiteY11" fmla="*/ 245712 h 452012"/>
                <a:gd name="connsiteX12" fmla="*/ 103722 w 365660"/>
                <a:gd name="connsiteY12" fmla="*/ 290956 h 452012"/>
                <a:gd name="connsiteX13" fmla="*/ 75147 w 365660"/>
                <a:gd name="connsiteY13" fmla="*/ 326674 h 452012"/>
                <a:gd name="connsiteX14" fmla="*/ 29903 w 365660"/>
                <a:gd name="connsiteY14" fmla="*/ 312387 h 452012"/>
                <a:gd name="connsiteX15" fmla="*/ 1328 w 365660"/>
                <a:gd name="connsiteY15" fmla="*/ 262381 h 452012"/>
                <a:gd name="connsiteX16" fmla="*/ 72766 w 365660"/>
                <a:gd name="connsiteY16" fmla="*/ 202849 h 452012"/>
                <a:gd name="connsiteX17" fmla="*/ 79910 w 365660"/>
                <a:gd name="connsiteY17" fmla="*/ 207612 h 452012"/>
                <a:gd name="connsiteX18" fmla="*/ 108485 w 365660"/>
                <a:gd name="connsiteY18" fmla="*/ 212374 h 452012"/>
                <a:gd name="connsiteX19" fmla="*/ 210878 w 365660"/>
                <a:gd name="connsiteY19" fmla="*/ 198087 h 452012"/>
                <a:gd name="connsiteX20" fmla="*/ 191829 w 365660"/>
                <a:gd name="connsiteY20" fmla="*/ 136174 h 452012"/>
                <a:gd name="connsiteX21" fmla="*/ 134678 w 365660"/>
                <a:gd name="connsiteY21" fmla="*/ 126649 h 452012"/>
                <a:gd name="connsiteX22" fmla="*/ 96578 w 365660"/>
                <a:gd name="connsiteY22" fmla="*/ 64736 h 452012"/>
                <a:gd name="connsiteX23" fmla="*/ 156109 w 365660"/>
                <a:gd name="connsiteY23" fmla="*/ 2825 h 452012"/>
                <a:gd name="connsiteX24" fmla="*/ 220403 w 365660"/>
                <a:gd name="connsiteY24" fmla="*/ 29018 h 452012"/>
                <a:gd name="connsiteX25" fmla="*/ 234691 w 365660"/>
                <a:gd name="connsiteY25" fmla="*/ 74262 h 452012"/>
                <a:gd name="connsiteX26" fmla="*/ 225166 w 365660"/>
                <a:gd name="connsiteY26" fmla="*/ 119506 h 452012"/>
                <a:gd name="connsiteX27" fmla="*/ 246597 w 365660"/>
                <a:gd name="connsiteY27" fmla="*/ 167131 h 452012"/>
                <a:gd name="connsiteX28" fmla="*/ 279935 w 365660"/>
                <a:gd name="connsiteY28" fmla="*/ 224281 h 452012"/>
                <a:gd name="connsiteX29" fmla="*/ 365660 w 365660"/>
                <a:gd name="connsiteY29" fmla="*/ 226663 h 452012"/>
                <a:gd name="connsiteX30" fmla="*/ 358516 w 365660"/>
                <a:gd name="connsiteY30" fmla="*/ 290956 h 452012"/>
                <a:gd name="connsiteX31" fmla="*/ 289460 w 365660"/>
                <a:gd name="connsiteY31" fmla="*/ 290956 h 452012"/>
                <a:gd name="connsiteX0" fmla="*/ 289460 w 365660"/>
                <a:gd name="connsiteY0" fmla="*/ 291662 h 452718"/>
                <a:gd name="connsiteX1" fmla="*/ 232309 w 365660"/>
                <a:gd name="connsiteY1" fmla="*/ 327382 h 452718"/>
                <a:gd name="connsiteX2" fmla="*/ 234691 w 365660"/>
                <a:gd name="connsiteY2" fmla="*/ 394055 h 452718"/>
                <a:gd name="connsiteX3" fmla="*/ 187066 w 365660"/>
                <a:gd name="connsiteY3" fmla="*/ 451205 h 452718"/>
                <a:gd name="connsiteX4" fmla="*/ 101341 w 365660"/>
                <a:gd name="connsiteY4" fmla="*/ 415487 h 452718"/>
                <a:gd name="connsiteX5" fmla="*/ 115628 w 365660"/>
                <a:gd name="connsiteY5" fmla="*/ 327380 h 452718"/>
                <a:gd name="connsiteX6" fmla="*/ 165635 w 365660"/>
                <a:gd name="connsiteY6" fmla="*/ 310712 h 452718"/>
                <a:gd name="connsiteX7" fmla="*/ 191828 w 365660"/>
                <a:gd name="connsiteY7" fmla="*/ 305949 h 452718"/>
                <a:gd name="connsiteX8" fmla="*/ 239453 w 365660"/>
                <a:gd name="connsiteY8" fmla="*/ 248799 h 452718"/>
                <a:gd name="connsiteX9" fmla="*/ 196591 w 365660"/>
                <a:gd name="connsiteY9" fmla="*/ 232130 h 452718"/>
                <a:gd name="connsiteX10" fmla="*/ 163253 w 365660"/>
                <a:gd name="connsiteY10" fmla="*/ 232130 h 452718"/>
                <a:gd name="connsiteX11" fmla="*/ 122772 w 365660"/>
                <a:gd name="connsiteY11" fmla="*/ 246418 h 452718"/>
                <a:gd name="connsiteX12" fmla="*/ 103722 w 365660"/>
                <a:gd name="connsiteY12" fmla="*/ 291662 h 452718"/>
                <a:gd name="connsiteX13" fmla="*/ 75147 w 365660"/>
                <a:gd name="connsiteY13" fmla="*/ 327380 h 452718"/>
                <a:gd name="connsiteX14" fmla="*/ 29903 w 365660"/>
                <a:gd name="connsiteY14" fmla="*/ 313093 h 452718"/>
                <a:gd name="connsiteX15" fmla="*/ 1328 w 365660"/>
                <a:gd name="connsiteY15" fmla="*/ 263087 h 452718"/>
                <a:gd name="connsiteX16" fmla="*/ 72766 w 365660"/>
                <a:gd name="connsiteY16" fmla="*/ 203555 h 452718"/>
                <a:gd name="connsiteX17" fmla="*/ 79910 w 365660"/>
                <a:gd name="connsiteY17" fmla="*/ 208318 h 452718"/>
                <a:gd name="connsiteX18" fmla="*/ 108485 w 365660"/>
                <a:gd name="connsiteY18" fmla="*/ 213080 h 452718"/>
                <a:gd name="connsiteX19" fmla="*/ 210878 w 365660"/>
                <a:gd name="connsiteY19" fmla="*/ 198793 h 452718"/>
                <a:gd name="connsiteX20" fmla="*/ 191829 w 365660"/>
                <a:gd name="connsiteY20" fmla="*/ 136880 h 452718"/>
                <a:gd name="connsiteX21" fmla="*/ 134678 w 365660"/>
                <a:gd name="connsiteY21" fmla="*/ 127355 h 452718"/>
                <a:gd name="connsiteX22" fmla="*/ 96578 w 365660"/>
                <a:gd name="connsiteY22" fmla="*/ 65442 h 452718"/>
                <a:gd name="connsiteX23" fmla="*/ 156109 w 365660"/>
                <a:gd name="connsiteY23" fmla="*/ 3531 h 452718"/>
                <a:gd name="connsiteX24" fmla="*/ 232309 w 365660"/>
                <a:gd name="connsiteY24" fmla="*/ 27342 h 452718"/>
                <a:gd name="connsiteX25" fmla="*/ 234691 w 365660"/>
                <a:gd name="connsiteY25" fmla="*/ 74968 h 452718"/>
                <a:gd name="connsiteX26" fmla="*/ 225166 w 365660"/>
                <a:gd name="connsiteY26" fmla="*/ 120212 h 452718"/>
                <a:gd name="connsiteX27" fmla="*/ 246597 w 365660"/>
                <a:gd name="connsiteY27" fmla="*/ 167837 h 452718"/>
                <a:gd name="connsiteX28" fmla="*/ 279935 w 365660"/>
                <a:gd name="connsiteY28" fmla="*/ 224987 h 452718"/>
                <a:gd name="connsiteX29" fmla="*/ 365660 w 365660"/>
                <a:gd name="connsiteY29" fmla="*/ 227369 h 452718"/>
                <a:gd name="connsiteX30" fmla="*/ 358516 w 365660"/>
                <a:gd name="connsiteY30" fmla="*/ 291662 h 452718"/>
                <a:gd name="connsiteX31" fmla="*/ 289460 w 365660"/>
                <a:gd name="connsiteY31" fmla="*/ 291662 h 452718"/>
                <a:gd name="connsiteX0" fmla="*/ 289460 w 365660"/>
                <a:gd name="connsiteY0" fmla="*/ 294011 h 455067"/>
                <a:gd name="connsiteX1" fmla="*/ 232309 w 365660"/>
                <a:gd name="connsiteY1" fmla="*/ 329731 h 455067"/>
                <a:gd name="connsiteX2" fmla="*/ 234691 w 365660"/>
                <a:gd name="connsiteY2" fmla="*/ 396404 h 455067"/>
                <a:gd name="connsiteX3" fmla="*/ 187066 w 365660"/>
                <a:gd name="connsiteY3" fmla="*/ 453554 h 455067"/>
                <a:gd name="connsiteX4" fmla="*/ 101341 w 365660"/>
                <a:gd name="connsiteY4" fmla="*/ 417836 h 455067"/>
                <a:gd name="connsiteX5" fmla="*/ 115628 w 365660"/>
                <a:gd name="connsiteY5" fmla="*/ 329729 h 455067"/>
                <a:gd name="connsiteX6" fmla="*/ 165635 w 365660"/>
                <a:gd name="connsiteY6" fmla="*/ 313061 h 455067"/>
                <a:gd name="connsiteX7" fmla="*/ 191828 w 365660"/>
                <a:gd name="connsiteY7" fmla="*/ 308298 h 455067"/>
                <a:gd name="connsiteX8" fmla="*/ 239453 w 365660"/>
                <a:gd name="connsiteY8" fmla="*/ 251148 h 455067"/>
                <a:gd name="connsiteX9" fmla="*/ 196591 w 365660"/>
                <a:gd name="connsiteY9" fmla="*/ 234479 h 455067"/>
                <a:gd name="connsiteX10" fmla="*/ 163253 w 365660"/>
                <a:gd name="connsiteY10" fmla="*/ 234479 h 455067"/>
                <a:gd name="connsiteX11" fmla="*/ 122772 w 365660"/>
                <a:gd name="connsiteY11" fmla="*/ 248767 h 455067"/>
                <a:gd name="connsiteX12" fmla="*/ 103722 w 365660"/>
                <a:gd name="connsiteY12" fmla="*/ 294011 h 455067"/>
                <a:gd name="connsiteX13" fmla="*/ 75147 w 365660"/>
                <a:gd name="connsiteY13" fmla="*/ 329729 h 455067"/>
                <a:gd name="connsiteX14" fmla="*/ 29903 w 365660"/>
                <a:gd name="connsiteY14" fmla="*/ 315442 h 455067"/>
                <a:gd name="connsiteX15" fmla="*/ 1328 w 365660"/>
                <a:gd name="connsiteY15" fmla="*/ 265436 h 455067"/>
                <a:gd name="connsiteX16" fmla="*/ 72766 w 365660"/>
                <a:gd name="connsiteY16" fmla="*/ 205904 h 455067"/>
                <a:gd name="connsiteX17" fmla="*/ 79910 w 365660"/>
                <a:gd name="connsiteY17" fmla="*/ 210667 h 455067"/>
                <a:gd name="connsiteX18" fmla="*/ 108485 w 365660"/>
                <a:gd name="connsiteY18" fmla="*/ 215429 h 455067"/>
                <a:gd name="connsiteX19" fmla="*/ 210878 w 365660"/>
                <a:gd name="connsiteY19" fmla="*/ 201142 h 455067"/>
                <a:gd name="connsiteX20" fmla="*/ 191829 w 365660"/>
                <a:gd name="connsiteY20" fmla="*/ 139229 h 455067"/>
                <a:gd name="connsiteX21" fmla="*/ 134678 w 365660"/>
                <a:gd name="connsiteY21" fmla="*/ 129704 h 455067"/>
                <a:gd name="connsiteX22" fmla="*/ 96578 w 365660"/>
                <a:gd name="connsiteY22" fmla="*/ 67791 h 455067"/>
                <a:gd name="connsiteX23" fmla="*/ 148965 w 365660"/>
                <a:gd name="connsiteY23" fmla="*/ 1117 h 455067"/>
                <a:gd name="connsiteX24" fmla="*/ 232309 w 365660"/>
                <a:gd name="connsiteY24" fmla="*/ 29691 h 455067"/>
                <a:gd name="connsiteX25" fmla="*/ 234691 w 365660"/>
                <a:gd name="connsiteY25" fmla="*/ 77317 h 455067"/>
                <a:gd name="connsiteX26" fmla="*/ 225166 w 365660"/>
                <a:gd name="connsiteY26" fmla="*/ 122561 h 455067"/>
                <a:gd name="connsiteX27" fmla="*/ 246597 w 365660"/>
                <a:gd name="connsiteY27" fmla="*/ 170186 h 455067"/>
                <a:gd name="connsiteX28" fmla="*/ 279935 w 365660"/>
                <a:gd name="connsiteY28" fmla="*/ 227336 h 455067"/>
                <a:gd name="connsiteX29" fmla="*/ 365660 w 365660"/>
                <a:gd name="connsiteY29" fmla="*/ 229718 h 455067"/>
                <a:gd name="connsiteX30" fmla="*/ 358516 w 365660"/>
                <a:gd name="connsiteY30" fmla="*/ 294011 h 455067"/>
                <a:gd name="connsiteX31" fmla="*/ 289460 w 365660"/>
                <a:gd name="connsiteY31" fmla="*/ 294011 h 455067"/>
                <a:gd name="connsiteX0" fmla="*/ 289460 w 365660"/>
                <a:gd name="connsiteY0" fmla="*/ 289437 h 450493"/>
                <a:gd name="connsiteX1" fmla="*/ 232309 w 365660"/>
                <a:gd name="connsiteY1" fmla="*/ 325157 h 450493"/>
                <a:gd name="connsiteX2" fmla="*/ 234691 w 365660"/>
                <a:gd name="connsiteY2" fmla="*/ 391830 h 450493"/>
                <a:gd name="connsiteX3" fmla="*/ 187066 w 365660"/>
                <a:gd name="connsiteY3" fmla="*/ 448980 h 450493"/>
                <a:gd name="connsiteX4" fmla="*/ 101341 w 365660"/>
                <a:gd name="connsiteY4" fmla="*/ 413262 h 450493"/>
                <a:gd name="connsiteX5" fmla="*/ 115628 w 365660"/>
                <a:gd name="connsiteY5" fmla="*/ 325155 h 450493"/>
                <a:gd name="connsiteX6" fmla="*/ 165635 w 365660"/>
                <a:gd name="connsiteY6" fmla="*/ 308487 h 450493"/>
                <a:gd name="connsiteX7" fmla="*/ 191828 w 365660"/>
                <a:gd name="connsiteY7" fmla="*/ 303724 h 450493"/>
                <a:gd name="connsiteX8" fmla="*/ 239453 w 365660"/>
                <a:gd name="connsiteY8" fmla="*/ 246574 h 450493"/>
                <a:gd name="connsiteX9" fmla="*/ 196591 w 365660"/>
                <a:gd name="connsiteY9" fmla="*/ 229905 h 450493"/>
                <a:gd name="connsiteX10" fmla="*/ 163253 w 365660"/>
                <a:gd name="connsiteY10" fmla="*/ 229905 h 450493"/>
                <a:gd name="connsiteX11" fmla="*/ 122772 w 365660"/>
                <a:gd name="connsiteY11" fmla="*/ 244193 h 450493"/>
                <a:gd name="connsiteX12" fmla="*/ 103722 w 365660"/>
                <a:gd name="connsiteY12" fmla="*/ 289437 h 450493"/>
                <a:gd name="connsiteX13" fmla="*/ 75147 w 365660"/>
                <a:gd name="connsiteY13" fmla="*/ 325155 h 450493"/>
                <a:gd name="connsiteX14" fmla="*/ 29903 w 365660"/>
                <a:gd name="connsiteY14" fmla="*/ 310868 h 450493"/>
                <a:gd name="connsiteX15" fmla="*/ 1328 w 365660"/>
                <a:gd name="connsiteY15" fmla="*/ 260862 h 450493"/>
                <a:gd name="connsiteX16" fmla="*/ 72766 w 365660"/>
                <a:gd name="connsiteY16" fmla="*/ 201330 h 450493"/>
                <a:gd name="connsiteX17" fmla="*/ 79910 w 365660"/>
                <a:gd name="connsiteY17" fmla="*/ 206093 h 450493"/>
                <a:gd name="connsiteX18" fmla="*/ 108485 w 365660"/>
                <a:gd name="connsiteY18" fmla="*/ 210855 h 450493"/>
                <a:gd name="connsiteX19" fmla="*/ 210878 w 365660"/>
                <a:gd name="connsiteY19" fmla="*/ 196568 h 450493"/>
                <a:gd name="connsiteX20" fmla="*/ 191829 w 365660"/>
                <a:gd name="connsiteY20" fmla="*/ 134655 h 450493"/>
                <a:gd name="connsiteX21" fmla="*/ 134678 w 365660"/>
                <a:gd name="connsiteY21" fmla="*/ 125130 h 450493"/>
                <a:gd name="connsiteX22" fmla="*/ 96578 w 365660"/>
                <a:gd name="connsiteY22" fmla="*/ 63217 h 450493"/>
                <a:gd name="connsiteX23" fmla="*/ 137059 w 365660"/>
                <a:gd name="connsiteY23" fmla="*/ 1306 h 450493"/>
                <a:gd name="connsiteX24" fmla="*/ 232309 w 365660"/>
                <a:gd name="connsiteY24" fmla="*/ 25117 h 450493"/>
                <a:gd name="connsiteX25" fmla="*/ 234691 w 365660"/>
                <a:gd name="connsiteY25" fmla="*/ 72743 h 450493"/>
                <a:gd name="connsiteX26" fmla="*/ 225166 w 365660"/>
                <a:gd name="connsiteY26" fmla="*/ 117987 h 450493"/>
                <a:gd name="connsiteX27" fmla="*/ 246597 w 365660"/>
                <a:gd name="connsiteY27" fmla="*/ 165612 h 450493"/>
                <a:gd name="connsiteX28" fmla="*/ 279935 w 365660"/>
                <a:gd name="connsiteY28" fmla="*/ 222762 h 450493"/>
                <a:gd name="connsiteX29" fmla="*/ 365660 w 365660"/>
                <a:gd name="connsiteY29" fmla="*/ 225144 h 450493"/>
                <a:gd name="connsiteX30" fmla="*/ 358516 w 365660"/>
                <a:gd name="connsiteY30" fmla="*/ 289437 h 450493"/>
                <a:gd name="connsiteX31" fmla="*/ 289460 w 365660"/>
                <a:gd name="connsiteY31" fmla="*/ 289437 h 450493"/>
                <a:gd name="connsiteX0" fmla="*/ 289460 w 365660"/>
                <a:gd name="connsiteY0" fmla="*/ 290225 h 451281"/>
                <a:gd name="connsiteX1" fmla="*/ 232309 w 365660"/>
                <a:gd name="connsiteY1" fmla="*/ 325945 h 451281"/>
                <a:gd name="connsiteX2" fmla="*/ 234691 w 365660"/>
                <a:gd name="connsiteY2" fmla="*/ 392618 h 451281"/>
                <a:gd name="connsiteX3" fmla="*/ 187066 w 365660"/>
                <a:gd name="connsiteY3" fmla="*/ 449768 h 451281"/>
                <a:gd name="connsiteX4" fmla="*/ 101341 w 365660"/>
                <a:gd name="connsiteY4" fmla="*/ 414050 h 451281"/>
                <a:gd name="connsiteX5" fmla="*/ 115628 w 365660"/>
                <a:gd name="connsiteY5" fmla="*/ 325943 h 451281"/>
                <a:gd name="connsiteX6" fmla="*/ 165635 w 365660"/>
                <a:gd name="connsiteY6" fmla="*/ 309275 h 451281"/>
                <a:gd name="connsiteX7" fmla="*/ 191828 w 365660"/>
                <a:gd name="connsiteY7" fmla="*/ 304512 h 451281"/>
                <a:gd name="connsiteX8" fmla="*/ 239453 w 365660"/>
                <a:gd name="connsiteY8" fmla="*/ 247362 h 451281"/>
                <a:gd name="connsiteX9" fmla="*/ 196591 w 365660"/>
                <a:gd name="connsiteY9" fmla="*/ 230693 h 451281"/>
                <a:gd name="connsiteX10" fmla="*/ 163253 w 365660"/>
                <a:gd name="connsiteY10" fmla="*/ 230693 h 451281"/>
                <a:gd name="connsiteX11" fmla="*/ 122772 w 365660"/>
                <a:gd name="connsiteY11" fmla="*/ 244981 h 451281"/>
                <a:gd name="connsiteX12" fmla="*/ 103722 w 365660"/>
                <a:gd name="connsiteY12" fmla="*/ 290225 h 451281"/>
                <a:gd name="connsiteX13" fmla="*/ 75147 w 365660"/>
                <a:gd name="connsiteY13" fmla="*/ 325943 h 451281"/>
                <a:gd name="connsiteX14" fmla="*/ 29903 w 365660"/>
                <a:gd name="connsiteY14" fmla="*/ 311656 h 451281"/>
                <a:gd name="connsiteX15" fmla="*/ 1328 w 365660"/>
                <a:gd name="connsiteY15" fmla="*/ 261650 h 451281"/>
                <a:gd name="connsiteX16" fmla="*/ 72766 w 365660"/>
                <a:gd name="connsiteY16" fmla="*/ 202118 h 451281"/>
                <a:gd name="connsiteX17" fmla="*/ 79910 w 365660"/>
                <a:gd name="connsiteY17" fmla="*/ 206881 h 451281"/>
                <a:gd name="connsiteX18" fmla="*/ 108485 w 365660"/>
                <a:gd name="connsiteY18" fmla="*/ 211643 h 451281"/>
                <a:gd name="connsiteX19" fmla="*/ 210878 w 365660"/>
                <a:gd name="connsiteY19" fmla="*/ 197356 h 451281"/>
                <a:gd name="connsiteX20" fmla="*/ 191829 w 365660"/>
                <a:gd name="connsiteY20" fmla="*/ 135443 h 451281"/>
                <a:gd name="connsiteX21" fmla="*/ 134678 w 365660"/>
                <a:gd name="connsiteY21" fmla="*/ 125918 h 451281"/>
                <a:gd name="connsiteX22" fmla="*/ 96578 w 365660"/>
                <a:gd name="connsiteY22" fmla="*/ 64005 h 451281"/>
                <a:gd name="connsiteX23" fmla="*/ 137059 w 365660"/>
                <a:gd name="connsiteY23" fmla="*/ 2094 h 451281"/>
                <a:gd name="connsiteX24" fmla="*/ 232309 w 365660"/>
                <a:gd name="connsiteY24" fmla="*/ 25905 h 451281"/>
                <a:gd name="connsiteX25" fmla="*/ 234691 w 365660"/>
                <a:gd name="connsiteY25" fmla="*/ 73531 h 451281"/>
                <a:gd name="connsiteX26" fmla="*/ 225166 w 365660"/>
                <a:gd name="connsiteY26" fmla="*/ 118775 h 451281"/>
                <a:gd name="connsiteX27" fmla="*/ 246597 w 365660"/>
                <a:gd name="connsiteY27" fmla="*/ 166400 h 451281"/>
                <a:gd name="connsiteX28" fmla="*/ 279935 w 365660"/>
                <a:gd name="connsiteY28" fmla="*/ 223550 h 451281"/>
                <a:gd name="connsiteX29" fmla="*/ 365660 w 365660"/>
                <a:gd name="connsiteY29" fmla="*/ 225932 h 451281"/>
                <a:gd name="connsiteX30" fmla="*/ 358516 w 365660"/>
                <a:gd name="connsiteY30" fmla="*/ 290225 h 451281"/>
                <a:gd name="connsiteX31" fmla="*/ 289460 w 365660"/>
                <a:gd name="connsiteY31" fmla="*/ 290225 h 451281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34691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007 h 454063"/>
                <a:gd name="connsiteX1" fmla="*/ 232309 w 365660"/>
                <a:gd name="connsiteY1" fmla="*/ 328727 h 454063"/>
                <a:gd name="connsiteX2" fmla="*/ 234691 w 365660"/>
                <a:gd name="connsiteY2" fmla="*/ 395400 h 454063"/>
                <a:gd name="connsiteX3" fmla="*/ 187066 w 365660"/>
                <a:gd name="connsiteY3" fmla="*/ 452550 h 454063"/>
                <a:gd name="connsiteX4" fmla="*/ 101341 w 365660"/>
                <a:gd name="connsiteY4" fmla="*/ 416832 h 454063"/>
                <a:gd name="connsiteX5" fmla="*/ 115628 w 365660"/>
                <a:gd name="connsiteY5" fmla="*/ 328725 h 454063"/>
                <a:gd name="connsiteX6" fmla="*/ 165635 w 365660"/>
                <a:gd name="connsiteY6" fmla="*/ 312057 h 454063"/>
                <a:gd name="connsiteX7" fmla="*/ 191828 w 365660"/>
                <a:gd name="connsiteY7" fmla="*/ 307294 h 454063"/>
                <a:gd name="connsiteX8" fmla="*/ 239453 w 365660"/>
                <a:gd name="connsiteY8" fmla="*/ 250144 h 454063"/>
                <a:gd name="connsiteX9" fmla="*/ 196591 w 365660"/>
                <a:gd name="connsiteY9" fmla="*/ 233475 h 454063"/>
                <a:gd name="connsiteX10" fmla="*/ 163253 w 365660"/>
                <a:gd name="connsiteY10" fmla="*/ 233475 h 454063"/>
                <a:gd name="connsiteX11" fmla="*/ 122772 w 365660"/>
                <a:gd name="connsiteY11" fmla="*/ 247763 h 454063"/>
                <a:gd name="connsiteX12" fmla="*/ 103722 w 365660"/>
                <a:gd name="connsiteY12" fmla="*/ 293007 h 454063"/>
                <a:gd name="connsiteX13" fmla="*/ 75147 w 365660"/>
                <a:gd name="connsiteY13" fmla="*/ 328725 h 454063"/>
                <a:gd name="connsiteX14" fmla="*/ 29903 w 365660"/>
                <a:gd name="connsiteY14" fmla="*/ 314438 h 454063"/>
                <a:gd name="connsiteX15" fmla="*/ 1328 w 365660"/>
                <a:gd name="connsiteY15" fmla="*/ 264432 h 454063"/>
                <a:gd name="connsiteX16" fmla="*/ 72766 w 365660"/>
                <a:gd name="connsiteY16" fmla="*/ 204900 h 454063"/>
                <a:gd name="connsiteX17" fmla="*/ 79910 w 365660"/>
                <a:gd name="connsiteY17" fmla="*/ 209663 h 454063"/>
                <a:gd name="connsiteX18" fmla="*/ 108485 w 365660"/>
                <a:gd name="connsiteY18" fmla="*/ 214425 h 454063"/>
                <a:gd name="connsiteX19" fmla="*/ 210878 w 365660"/>
                <a:gd name="connsiteY19" fmla="*/ 200138 h 454063"/>
                <a:gd name="connsiteX20" fmla="*/ 191829 w 365660"/>
                <a:gd name="connsiteY20" fmla="*/ 138225 h 454063"/>
                <a:gd name="connsiteX21" fmla="*/ 127534 w 365660"/>
                <a:gd name="connsiteY21" fmla="*/ 128700 h 454063"/>
                <a:gd name="connsiteX22" fmla="*/ 87053 w 365660"/>
                <a:gd name="connsiteY22" fmla="*/ 52499 h 454063"/>
                <a:gd name="connsiteX23" fmla="*/ 137059 w 365660"/>
                <a:gd name="connsiteY23" fmla="*/ 4876 h 454063"/>
                <a:gd name="connsiteX24" fmla="*/ 229928 w 365660"/>
                <a:gd name="connsiteY24" fmla="*/ 9637 h 454063"/>
                <a:gd name="connsiteX25" fmla="*/ 246598 w 365660"/>
                <a:gd name="connsiteY25" fmla="*/ 76313 h 454063"/>
                <a:gd name="connsiteX26" fmla="*/ 225166 w 365660"/>
                <a:gd name="connsiteY26" fmla="*/ 121557 h 454063"/>
                <a:gd name="connsiteX27" fmla="*/ 246597 w 365660"/>
                <a:gd name="connsiteY27" fmla="*/ 169182 h 454063"/>
                <a:gd name="connsiteX28" fmla="*/ 279935 w 365660"/>
                <a:gd name="connsiteY28" fmla="*/ 226332 h 454063"/>
                <a:gd name="connsiteX29" fmla="*/ 365660 w 365660"/>
                <a:gd name="connsiteY29" fmla="*/ 228714 h 454063"/>
                <a:gd name="connsiteX30" fmla="*/ 358516 w 365660"/>
                <a:gd name="connsiteY30" fmla="*/ 293007 h 454063"/>
                <a:gd name="connsiteX31" fmla="*/ 289460 w 365660"/>
                <a:gd name="connsiteY31" fmla="*/ 293007 h 454063"/>
                <a:gd name="connsiteX0" fmla="*/ 289460 w 365660"/>
                <a:gd name="connsiteY0" fmla="*/ 298331 h 459387"/>
                <a:gd name="connsiteX1" fmla="*/ 232309 w 365660"/>
                <a:gd name="connsiteY1" fmla="*/ 334051 h 459387"/>
                <a:gd name="connsiteX2" fmla="*/ 234691 w 365660"/>
                <a:gd name="connsiteY2" fmla="*/ 400724 h 459387"/>
                <a:gd name="connsiteX3" fmla="*/ 187066 w 365660"/>
                <a:gd name="connsiteY3" fmla="*/ 457874 h 459387"/>
                <a:gd name="connsiteX4" fmla="*/ 101341 w 365660"/>
                <a:gd name="connsiteY4" fmla="*/ 422156 h 459387"/>
                <a:gd name="connsiteX5" fmla="*/ 115628 w 365660"/>
                <a:gd name="connsiteY5" fmla="*/ 334049 h 459387"/>
                <a:gd name="connsiteX6" fmla="*/ 165635 w 365660"/>
                <a:gd name="connsiteY6" fmla="*/ 317381 h 459387"/>
                <a:gd name="connsiteX7" fmla="*/ 191828 w 365660"/>
                <a:gd name="connsiteY7" fmla="*/ 312618 h 459387"/>
                <a:gd name="connsiteX8" fmla="*/ 239453 w 365660"/>
                <a:gd name="connsiteY8" fmla="*/ 255468 h 459387"/>
                <a:gd name="connsiteX9" fmla="*/ 196591 w 365660"/>
                <a:gd name="connsiteY9" fmla="*/ 238799 h 459387"/>
                <a:gd name="connsiteX10" fmla="*/ 163253 w 365660"/>
                <a:gd name="connsiteY10" fmla="*/ 238799 h 459387"/>
                <a:gd name="connsiteX11" fmla="*/ 122772 w 365660"/>
                <a:gd name="connsiteY11" fmla="*/ 253087 h 459387"/>
                <a:gd name="connsiteX12" fmla="*/ 103722 w 365660"/>
                <a:gd name="connsiteY12" fmla="*/ 298331 h 459387"/>
                <a:gd name="connsiteX13" fmla="*/ 75147 w 365660"/>
                <a:gd name="connsiteY13" fmla="*/ 334049 h 459387"/>
                <a:gd name="connsiteX14" fmla="*/ 29903 w 365660"/>
                <a:gd name="connsiteY14" fmla="*/ 319762 h 459387"/>
                <a:gd name="connsiteX15" fmla="*/ 1328 w 365660"/>
                <a:gd name="connsiteY15" fmla="*/ 269756 h 459387"/>
                <a:gd name="connsiteX16" fmla="*/ 72766 w 365660"/>
                <a:gd name="connsiteY16" fmla="*/ 210224 h 459387"/>
                <a:gd name="connsiteX17" fmla="*/ 79910 w 365660"/>
                <a:gd name="connsiteY17" fmla="*/ 214987 h 459387"/>
                <a:gd name="connsiteX18" fmla="*/ 108485 w 365660"/>
                <a:gd name="connsiteY18" fmla="*/ 219749 h 459387"/>
                <a:gd name="connsiteX19" fmla="*/ 210878 w 365660"/>
                <a:gd name="connsiteY19" fmla="*/ 205462 h 459387"/>
                <a:gd name="connsiteX20" fmla="*/ 191829 w 365660"/>
                <a:gd name="connsiteY20" fmla="*/ 143549 h 459387"/>
                <a:gd name="connsiteX21" fmla="*/ 127534 w 365660"/>
                <a:gd name="connsiteY21" fmla="*/ 134024 h 459387"/>
                <a:gd name="connsiteX22" fmla="*/ 87053 w 365660"/>
                <a:gd name="connsiteY22" fmla="*/ 57823 h 459387"/>
                <a:gd name="connsiteX23" fmla="*/ 148965 w 365660"/>
                <a:gd name="connsiteY23" fmla="*/ 3056 h 459387"/>
                <a:gd name="connsiteX24" fmla="*/ 229928 w 365660"/>
                <a:gd name="connsiteY24" fmla="*/ 14961 h 459387"/>
                <a:gd name="connsiteX25" fmla="*/ 246598 w 365660"/>
                <a:gd name="connsiteY25" fmla="*/ 81637 h 459387"/>
                <a:gd name="connsiteX26" fmla="*/ 225166 w 365660"/>
                <a:gd name="connsiteY26" fmla="*/ 126881 h 459387"/>
                <a:gd name="connsiteX27" fmla="*/ 246597 w 365660"/>
                <a:gd name="connsiteY27" fmla="*/ 174506 h 459387"/>
                <a:gd name="connsiteX28" fmla="*/ 279935 w 365660"/>
                <a:gd name="connsiteY28" fmla="*/ 231656 h 459387"/>
                <a:gd name="connsiteX29" fmla="*/ 365660 w 365660"/>
                <a:gd name="connsiteY29" fmla="*/ 234038 h 459387"/>
                <a:gd name="connsiteX30" fmla="*/ 358516 w 365660"/>
                <a:gd name="connsiteY30" fmla="*/ 298331 h 459387"/>
                <a:gd name="connsiteX31" fmla="*/ 289460 w 365660"/>
                <a:gd name="connsiteY31" fmla="*/ 298331 h 459387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10630 h 471686"/>
                <a:gd name="connsiteX1" fmla="*/ 232309 w 365660"/>
                <a:gd name="connsiteY1" fmla="*/ 346350 h 471686"/>
                <a:gd name="connsiteX2" fmla="*/ 234691 w 365660"/>
                <a:gd name="connsiteY2" fmla="*/ 413023 h 471686"/>
                <a:gd name="connsiteX3" fmla="*/ 187066 w 365660"/>
                <a:gd name="connsiteY3" fmla="*/ 470173 h 471686"/>
                <a:gd name="connsiteX4" fmla="*/ 101341 w 365660"/>
                <a:gd name="connsiteY4" fmla="*/ 434455 h 471686"/>
                <a:gd name="connsiteX5" fmla="*/ 115628 w 365660"/>
                <a:gd name="connsiteY5" fmla="*/ 346348 h 471686"/>
                <a:gd name="connsiteX6" fmla="*/ 165635 w 365660"/>
                <a:gd name="connsiteY6" fmla="*/ 329680 h 471686"/>
                <a:gd name="connsiteX7" fmla="*/ 191828 w 365660"/>
                <a:gd name="connsiteY7" fmla="*/ 324917 h 471686"/>
                <a:gd name="connsiteX8" fmla="*/ 239453 w 365660"/>
                <a:gd name="connsiteY8" fmla="*/ 267767 h 471686"/>
                <a:gd name="connsiteX9" fmla="*/ 196591 w 365660"/>
                <a:gd name="connsiteY9" fmla="*/ 251098 h 471686"/>
                <a:gd name="connsiteX10" fmla="*/ 163253 w 365660"/>
                <a:gd name="connsiteY10" fmla="*/ 251098 h 471686"/>
                <a:gd name="connsiteX11" fmla="*/ 122772 w 365660"/>
                <a:gd name="connsiteY11" fmla="*/ 265386 h 471686"/>
                <a:gd name="connsiteX12" fmla="*/ 103722 w 365660"/>
                <a:gd name="connsiteY12" fmla="*/ 310630 h 471686"/>
                <a:gd name="connsiteX13" fmla="*/ 75147 w 365660"/>
                <a:gd name="connsiteY13" fmla="*/ 346348 h 471686"/>
                <a:gd name="connsiteX14" fmla="*/ 29903 w 365660"/>
                <a:gd name="connsiteY14" fmla="*/ 332061 h 471686"/>
                <a:gd name="connsiteX15" fmla="*/ 1328 w 365660"/>
                <a:gd name="connsiteY15" fmla="*/ 282055 h 471686"/>
                <a:gd name="connsiteX16" fmla="*/ 72766 w 365660"/>
                <a:gd name="connsiteY16" fmla="*/ 222523 h 471686"/>
                <a:gd name="connsiteX17" fmla="*/ 79910 w 365660"/>
                <a:gd name="connsiteY17" fmla="*/ 227286 h 471686"/>
                <a:gd name="connsiteX18" fmla="*/ 108485 w 365660"/>
                <a:gd name="connsiteY18" fmla="*/ 232048 h 471686"/>
                <a:gd name="connsiteX19" fmla="*/ 210878 w 365660"/>
                <a:gd name="connsiteY19" fmla="*/ 217761 h 471686"/>
                <a:gd name="connsiteX20" fmla="*/ 191829 w 365660"/>
                <a:gd name="connsiteY20" fmla="*/ 155848 h 471686"/>
                <a:gd name="connsiteX21" fmla="*/ 127534 w 365660"/>
                <a:gd name="connsiteY21" fmla="*/ 146323 h 471686"/>
                <a:gd name="connsiteX22" fmla="*/ 87053 w 365660"/>
                <a:gd name="connsiteY22" fmla="*/ 70122 h 471686"/>
                <a:gd name="connsiteX23" fmla="*/ 144203 w 365660"/>
                <a:gd name="connsiteY23" fmla="*/ 5830 h 471686"/>
                <a:gd name="connsiteX24" fmla="*/ 229928 w 365660"/>
                <a:gd name="connsiteY24" fmla="*/ 12972 h 471686"/>
                <a:gd name="connsiteX25" fmla="*/ 246598 w 365660"/>
                <a:gd name="connsiteY25" fmla="*/ 93936 h 471686"/>
                <a:gd name="connsiteX26" fmla="*/ 225166 w 365660"/>
                <a:gd name="connsiteY26" fmla="*/ 139180 h 471686"/>
                <a:gd name="connsiteX27" fmla="*/ 246597 w 365660"/>
                <a:gd name="connsiteY27" fmla="*/ 186805 h 471686"/>
                <a:gd name="connsiteX28" fmla="*/ 279935 w 365660"/>
                <a:gd name="connsiteY28" fmla="*/ 243955 h 471686"/>
                <a:gd name="connsiteX29" fmla="*/ 365660 w 365660"/>
                <a:gd name="connsiteY29" fmla="*/ 246337 h 471686"/>
                <a:gd name="connsiteX30" fmla="*/ 358516 w 365660"/>
                <a:gd name="connsiteY30" fmla="*/ 310630 h 471686"/>
                <a:gd name="connsiteX31" fmla="*/ 289460 w 365660"/>
                <a:gd name="connsiteY31" fmla="*/ 310630 h 471686"/>
                <a:gd name="connsiteX0" fmla="*/ 289460 w 365660"/>
                <a:gd name="connsiteY0" fmla="*/ 317551 h 478607"/>
                <a:gd name="connsiteX1" fmla="*/ 232309 w 365660"/>
                <a:gd name="connsiteY1" fmla="*/ 353271 h 478607"/>
                <a:gd name="connsiteX2" fmla="*/ 234691 w 365660"/>
                <a:gd name="connsiteY2" fmla="*/ 419944 h 478607"/>
                <a:gd name="connsiteX3" fmla="*/ 187066 w 365660"/>
                <a:gd name="connsiteY3" fmla="*/ 477094 h 478607"/>
                <a:gd name="connsiteX4" fmla="*/ 101341 w 365660"/>
                <a:gd name="connsiteY4" fmla="*/ 441376 h 478607"/>
                <a:gd name="connsiteX5" fmla="*/ 115628 w 365660"/>
                <a:gd name="connsiteY5" fmla="*/ 353269 h 478607"/>
                <a:gd name="connsiteX6" fmla="*/ 165635 w 365660"/>
                <a:gd name="connsiteY6" fmla="*/ 336601 h 478607"/>
                <a:gd name="connsiteX7" fmla="*/ 191828 w 365660"/>
                <a:gd name="connsiteY7" fmla="*/ 331838 h 478607"/>
                <a:gd name="connsiteX8" fmla="*/ 239453 w 365660"/>
                <a:gd name="connsiteY8" fmla="*/ 274688 h 478607"/>
                <a:gd name="connsiteX9" fmla="*/ 196591 w 365660"/>
                <a:gd name="connsiteY9" fmla="*/ 258019 h 478607"/>
                <a:gd name="connsiteX10" fmla="*/ 163253 w 365660"/>
                <a:gd name="connsiteY10" fmla="*/ 258019 h 478607"/>
                <a:gd name="connsiteX11" fmla="*/ 122772 w 365660"/>
                <a:gd name="connsiteY11" fmla="*/ 272307 h 478607"/>
                <a:gd name="connsiteX12" fmla="*/ 103722 w 365660"/>
                <a:gd name="connsiteY12" fmla="*/ 317551 h 478607"/>
                <a:gd name="connsiteX13" fmla="*/ 75147 w 365660"/>
                <a:gd name="connsiteY13" fmla="*/ 353269 h 478607"/>
                <a:gd name="connsiteX14" fmla="*/ 29903 w 365660"/>
                <a:gd name="connsiteY14" fmla="*/ 338982 h 478607"/>
                <a:gd name="connsiteX15" fmla="*/ 1328 w 365660"/>
                <a:gd name="connsiteY15" fmla="*/ 288976 h 478607"/>
                <a:gd name="connsiteX16" fmla="*/ 72766 w 365660"/>
                <a:gd name="connsiteY16" fmla="*/ 229444 h 478607"/>
                <a:gd name="connsiteX17" fmla="*/ 79910 w 365660"/>
                <a:gd name="connsiteY17" fmla="*/ 234207 h 478607"/>
                <a:gd name="connsiteX18" fmla="*/ 108485 w 365660"/>
                <a:gd name="connsiteY18" fmla="*/ 238969 h 478607"/>
                <a:gd name="connsiteX19" fmla="*/ 210878 w 365660"/>
                <a:gd name="connsiteY19" fmla="*/ 224682 h 478607"/>
                <a:gd name="connsiteX20" fmla="*/ 191829 w 365660"/>
                <a:gd name="connsiteY20" fmla="*/ 162769 h 478607"/>
                <a:gd name="connsiteX21" fmla="*/ 127534 w 365660"/>
                <a:gd name="connsiteY21" fmla="*/ 153244 h 478607"/>
                <a:gd name="connsiteX22" fmla="*/ 87053 w 365660"/>
                <a:gd name="connsiteY22" fmla="*/ 77043 h 478607"/>
                <a:gd name="connsiteX23" fmla="*/ 144203 w 365660"/>
                <a:gd name="connsiteY23" fmla="*/ 12751 h 478607"/>
                <a:gd name="connsiteX24" fmla="*/ 225165 w 365660"/>
                <a:gd name="connsiteY24" fmla="*/ 7987 h 478607"/>
                <a:gd name="connsiteX25" fmla="*/ 246598 w 365660"/>
                <a:gd name="connsiteY25" fmla="*/ 100857 h 478607"/>
                <a:gd name="connsiteX26" fmla="*/ 225166 w 365660"/>
                <a:gd name="connsiteY26" fmla="*/ 146101 h 478607"/>
                <a:gd name="connsiteX27" fmla="*/ 246597 w 365660"/>
                <a:gd name="connsiteY27" fmla="*/ 193726 h 478607"/>
                <a:gd name="connsiteX28" fmla="*/ 279935 w 365660"/>
                <a:gd name="connsiteY28" fmla="*/ 250876 h 478607"/>
                <a:gd name="connsiteX29" fmla="*/ 365660 w 365660"/>
                <a:gd name="connsiteY29" fmla="*/ 253258 h 478607"/>
                <a:gd name="connsiteX30" fmla="*/ 358516 w 365660"/>
                <a:gd name="connsiteY30" fmla="*/ 317551 h 478607"/>
                <a:gd name="connsiteX31" fmla="*/ 289460 w 365660"/>
                <a:gd name="connsiteY31" fmla="*/ 317551 h 478607"/>
                <a:gd name="connsiteX0" fmla="*/ 289460 w 365660"/>
                <a:gd name="connsiteY0" fmla="*/ 328051 h 489107"/>
                <a:gd name="connsiteX1" fmla="*/ 232309 w 365660"/>
                <a:gd name="connsiteY1" fmla="*/ 363771 h 489107"/>
                <a:gd name="connsiteX2" fmla="*/ 234691 w 365660"/>
                <a:gd name="connsiteY2" fmla="*/ 430444 h 489107"/>
                <a:gd name="connsiteX3" fmla="*/ 187066 w 365660"/>
                <a:gd name="connsiteY3" fmla="*/ 487594 h 489107"/>
                <a:gd name="connsiteX4" fmla="*/ 101341 w 365660"/>
                <a:gd name="connsiteY4" fmla="*/ 451876 h 489107"/>
                <a:gd name="connsiteX5" fmla="*/ 115628 w 365660"/>
                <a:gd name="connsiteY5" fmla="*/ 363769 h 489107"/>
                <a:gd name="connsiteX6" fmla="*/ 165635 w 365660"/>
                <a:gd name="connsiteY6" fmla="*/ 347101 h 489107"/>
                <a:gd name="connsiteX7" fmla="*/ 191828 w 365660"/>
                <a:gd name="connsiteY7" fmla="*/ 342338 h 489107"/>
                <a:gd name="connsiteX8" fmla="*/ 239453 w 365660"/>
                <a:gd name="connsiteY8" fmla="*/ 285188 h 489107"/>
                <a:gd name="connsiteX9" fmla="*/ 196591 w 365660"/>
                <a:gd name="connsiteY9" fmla="*/ 268519 h 489107"/>
                <a:gd name="connsiteX10" fmla="*/ 163253 w 365660"/>
                <a:gd name="connsiteY10" fmla="*/ 268519 h 489107"/>
                <a:gd name="connsiteX11" fmla="*/ 122772 w 365660"/>
                <a:gd name="connsiteY11" fmla="*/ 282807 h 489107"/>
                <a:gd name="connsiteX12" fmla="*/ 103722 w 365660"/>
                <a:gd name="connsiteY12" fmla="*/ 328051 h 489107"/>
                <a:gd name="connsiteX13" fmla="*/ 75147 w 365660"/>
                <a:gd name="connsiteY13" fmla="*/ 363769 h 489107"/>
                <a:gd name="connsiteX14" fmla="*/ 29903 w 365660"/>
                <a:gd name="connsiteY14" fmla="*/ 349482 h 489107"/>
                <a:gd name="connsiteX15" fmla="*/ 1328 w 365660"/>
                <a:gd name="connsiteY15" fmla="*/ 299476 h 489107"/>
                <a:gd name="connsiteX16" fmla="*/ 72766 w 365660"/>
                <a:gd name="connsiteY16" fmla="*/ 239944 h 489107"/>
                <a:gd name="connsiteX17" fmla="*/ 79910 w 365660"/>
                <a:gd name="connsiteY17" fmla="*/ 244707 h 489107"/>
                <a:gd name="connsiteX18" fmla="*/ 108485 w 365660"/>
                <a:gd name="connsiteY18" fmla="*/ 249469 h 489107"/>
                <a:gd name="connsiteX19" fmla="*/ 210878 w 365660"/>
                <a:gd name="connsiteY19" fmla="*/ 235182 h 489107"/>
                <a:gd name="connsiteX20" fmla="*/ 191829 w 365660"/>
                <a:gd name="connsiteY20" fmla="*/ 173269 h 489107"/>
                <a:gd name="connsiteX21" fmla="*/ 127534 w 365660"/>
                <a:gd name="connsiteY21" fmla="*/ 163744 h 489107"/>
                <a:gd name="connsiteX22" fmla="*/ 87053 w 365660"/>
                <a:gd name="connsiteY22" fmla="*/ 87543 h 489107"/>
                <a:gd name="connsiteX23" fmla="*/ 144203 w 365660"/>
                <a:gd name="connsiteY23" fmla="*/ 23251 h 489107"/>
                <a:gd name="connsiteX24" fmla="*/ 225165 w 365660"/>
                <a:gd name="connsiteY24" fmla="*/ 18487 h 489107"/>
                <a:gd name="connsiteX25" fmla="*/ 246598 w 365660"/>
                <a:gd name="connsiteY25" fmla="*/ 111357 h 489107"/>
                <a:gd name="connsiteX26" fmla="*/ 225166 w 365660"/>
                <a:gd name="connsiteY26" fmla="*/ 156601 h 489107"/>
                <a:gd name="connsiteX27" fmla="*/ 246597 w 365660"/>
                <a:gd name="connsiteY27" fmla="*/ 204226 h 489107"/>
                <a:gd name="connsiteX28" fmla="*/ 279935 w 365660"/>
                <a:gd name="connsiteY28" fmla="*/ 261376 h 489107"/>
                <a:gd name="connsiteX29" fmla="*/ 365660 w 365660"/>
                <a:gd name="connsiteY29" fmla="*/ 263758 h 489107"/>
                <a:gd name="connsiteX30" fmla="*/ 358516 w 365660"/>
                <a:gd name="connsiteY30" fmla="*/ 328051 h 489107"/>
                <a:gd name="connsiteX31" fmla="*/ 289460 w 365660"/>
                <a:gd name="connsiteY31" fmla="*/ 328051 h 489107"/>
                <a:gd name="connsiteX0" fmla="*/ 289460 w 365660"/>
                <a:gd name="connsiteY0" fmla="*/ 319631 h 480687"/>
                <a:gd name="connsiteX1" fmla="*/ 232309 w 365660"/>
                <a:gd name="connsiteY1" fmla="*/ 355351 h 480687"/>
                <a:gd name="connsiteX2" fmla="*/ 234691 w 365660"/>
                <a:gd name="connsiteY2" fmla="*/ 422024 h 480687"/>
                <a:gd name="connsiteX3" fmla="*/ 187066 w 365660"/>
                <a:gd name="connsiteY3" fmla="*/ 479174 h 480687"/>
                <a:gd name="connsiteX4" fmla="*/ 101341 w 365660"/>
                <a:gd name="connsiteY4" fmla="*/ 443456 h 480687"/>
                <a:gd name="connsiteX5" fmla="*/ 115628 w 365660"/>
                <a:gd name="connsiteY5" fmla="*/ 355349 h 480687"/>
                <a:gd name="connsiteX6" fmla="*/ 165635 w 365660"/>
                <a:gd name="connsiteY6" fmla="*/ 338681 h 480687"/>
                <a:gd name="connsiteX7" fmla="*/ 191828 w 365660"/>
                <a:gd name="connsiteY7" fmla="*/ 333918 h 480687"/>
                <a:gd name="connsiteX8" fmla="*/ 239453 w 365660"/>
                <a:gd name="connsiteY8" fmla="*/ 276768 h 480687"/>
                <a:gd name="connsiteX9" fmla="*/ 196591 w 365660"/>
                <a:gd name="connsiteY9" fmla="*/ 260099 h 480687"/>
                <a:gd name="connsiteX10" fmla="*/ 163253 w 365660"/>
                <a:gd name="connsiteY10" fmla="*/ 260099 h 480687"/>
                <a:gd name="connsiteX11" fmla="*/ 122772 w 365660"/>
                <a:gd name="connsiteY11" fmla="*/ 274387 h 480687"/>
                <a:gd name="connsiteX12" fmla="*/ 103722 w 365660"/>
                <a:gd name="connsiteY12" fmla="*/ 319631 h 480687"/>
                <a:gd name="connsiteX13" fmla="*/ 75147 w 365660"/>
                <a:gd name="connsiteY13" fmla="*/ 355349 h 480687"/>
                <a:gd name="connsiteX14" fmla="*/ 29903 w 365660"/>
                <a:gd name="connsiteY14" fmla="*/ 341062 h 480687"/>
                <a:gd name="connsiteX15" fmla="*/ 1328 w 365660"/>
                <a:gd name="connsiteY15" fmla="*/ 291056 h 480687"/>
                <a:gd name="connsiteX16" fmla="*/ 72766 w 365660"/>
                <a:gd name="connsiteY16" fmla="*/ 231524 h 480687"/>
                <a:gd name="connsiteX17" fmla="*/ 79910 w 365660"/>
                <a:gd name="connsiteY17" fmla="*/ 236287 h 480687"/>
                <a:gd name="connsiteX18" fmla="*/ 108485 w 365660"/>
                <a:gd name="connsiteY18" fmla="*/ 241049 h 480687"/>
                <a:gd name="connsiteX19" fmla="*/ 210878 w 365660"/>
                <a:gd name="connsiteY19" fmla="*/ 226762 h 480687"/>
                <a:gd name="connsiteX20" fmla="*/ 191829 w 365660"/>
                <a:gd name="connsiteY20" fmla="*/ 164849 h 480687"/>
                <a:gd name="connsiteX21" fmla="*/ 127534 w 365660"/>
                <a:gd name="connsiteY21" fmla="*/ 155324 h 480687"/>
                <a:gd name="connsiteX22" fmla="*/ 87053 w 365660"/>
                <a:gd name="connsiteY22" fmla="*/ 79123 h 480687"/>
                <a:gd name="connsiteX23" fmla="*/ 144203 w 365660"/>
                <a:gd name="connsiteY23" fmla="*/ 14831 h 480687"/>
                <a:gd name="connsiteX24" fmla="*/ 225165 w 365660"/>
                <a:gd name="connsiteY24" fmla="*/ 21973 h 480687"/>
                <a:gd name="connsiteX25" fmla="*/ 246598 w 365660"/>
                <a:gd name="connsiteY25" fmla="*/ 102937 h 480687"/>
                <a:gd name="connsiteX26" fmla="*/ 225166 w 365660"/>
                <a:gd name="connsiteY26" fmla="*/ 148181 h 480687"/>
                <a:gd name="connsiteX27" fmla="*/ 246597 w 365660"/>
                <a:gd name="connsiteY27" fmla="*/ 195806 h 480687"/>
                <a:gd name="connsiteX28" fmla="*/ 279935 w 365660"/>
                <a:gd name="connsiteY28" fmla="*/ 252956 h 480687"/>
                <a:gd name="connsiteX29" fmla="*/ 365660 w 365660"/>
                <a:gd name="connsiteY29" fmla="*/ 255338 h 480687"/>
                <a:gd name="connsiteX30" fmla="*/ 358516 w 365660"/>
                <a:gd name="connsiteY30" fmla="*/ 319631 h 480687"/>
                <a:gd name="connsiteX31" fmla="*/ 289460 w 365660"/>
                <a:gd name="connsiteY31" fmla="*/ 319631 h 480687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15628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997 h 474053"/>
                <a:gd name="connsiteX1" fmla="*/ 232309 w 365660"/>
                <a:gd name="connsiteY1" fmla="*/ 348717 h 474053"/>
                <a:gd name="connsiteX2" fmla="*/ 234691 w 365660"/>
                <a:gd name="connsiteY2" fmla="*/ 415390 h 474053"/>
                <a:gd name="connsiteX3" fmla="*/ 187066 w 365660"/>
                <a:gd name="connsiteY3" fmla="*/ 472540 h 474053"/>
                <a:gd name="connsiteX4" fmla="*/ 101341 w 365660"/>
                <a:gd name="connsiteY4" fmla="*/ 436822 h 474053"/>
                <a:gd name="connsiteX5" fmla="*/ 115628 w 365660"/>
                <a:gd name="connsiteY5" fmla="*/ 348715 h 474053"/>
                <a:gd name="connsiteX6" fmla="*/ 165635 w 365660"/>
                <a:gd name="connsiteY6" fmla="*/ 332047 h 474053"/>
                <a:gd name="connsiteX7" fmla="*/ 191828 w 365660"/>
                <a:gd name="connsiteY7" fmla="*/ 327284 h 474053"/>
                <a:gd name="connsiteX8" fmla="*/ 239453 w 365660"/>
                <a:gd name="connsiteY8" fmla="*/ 270134 h 474053"/>
                <a:gd name="connsiteX9" fmla="*/ 196591 w 365660"/>
                <a:gd name="connsiteY9" fmla="*/ 253465 h 474053"/>
                <a:gd name="connsiteX10" fmla="*/ 163253 w 365660"/>
                <a:gd name="connsiteY10" fmla="*/ 253465 h 474053"/>
                <a:gd name="connsiteX11" fmla="*/ 122772 w 365660"/>
                <a:gd name="connsiteY11" fmla="*/ 267753 h 474053"/>
                <a:gd name="connsiteX12" fmla="*/ 103722 w 365660"/>
                <a:gd name="connsiteY12" fmla="*/ 312997 h 474053"/>
                <a:gd name="connsiteX13" fmla="*/ 75147 w 365660"/>
                <a:gd name="connsiteY13" fmla="*/ 348715 h 474053"/>
                <a:gd name="connsiteX14" fmla="*/ 29903 w 365660"/>
                <a:gd name="connsiteY14" fmla="*/ 334428 h 474053"/>
                <a:gd name="connsiteX15" fmla="*/ 1328 w 365660"/>
                <a:gd name="connsiteY15" fmla="*/ 284422 h 474053"/>
                <a:gd name="connsiteX16" fmla="*/ 72766 w 365660"/>
                <a:gd name="connsiteY16" fmla="*/ 224890 h 474053"/>
                <a:gd name="connsiteX17" fmla="*/ 79910 w 365660"/>
                <a:gd name="connsiteY17" fmla="*/ 229653 h 474053"/>
                <a:gd name="connsiteX18" fmla="*/ 108485 w 365660"/>
                <a:gd name="connsiteY18" fmla="*/ 234415 h 474053"/>
                <a:gd name="connsiteX19" fmla="*/ 210878 w 365660"/>
                <a:gd name="connsiteY19" fmla="*/ 220128 h 474053"/>
                <a:gd name="connsiteX20" fmla="*/ 191829 w 365660"/>
                <a:gd name="connsiteY20" fmla="*/ 158215 h 474053"/>
                <a:gd name="connsiteX21" fmla="*/ 115628 w 365660"/>
                <a:gd name="connsiteY21" fmla="*/ 148690 h 474053"/>
                <a:gd name="connsiteX22" fmla="*/ 79909 w 365660"/>
                <a:gd name="connsiteY22" fmla="*/ 72490 h 474053"/>
                <a:gd name="connsiteX23" fmla="*/ 144203 w 365660"/>
                <a:gd name="connsiteY23" fmla="*/ 8197 h 474053"/>
                <a:gd name="connsiteX24" fmla="*/ 225165 w 365660"/>
                <a:gd name="connsiteY24" fmla="*/ 15339 h 474053"/>
                <a:gd name="connsiteX25" fmla="*/ 246598 w 365660"/>
                <a:gd name="connsiteY25" fmla="*/ 96303 h 474053"/>
                <a:gd name="connsiteX26" fmla="*/ 225166 w 365660"/>
                <a:gd name="connsiteY26" fmla="*/ 141547 h 474053"/>
                <a:gd name="connsiteX27" fmla="*/ 246597 w 365660"/>
                <a:gd name="connsiteY27" fmla="*/ 189172 h 474053"/>
                <a:gd name="connsiteX28" fmla="*/ 279935 w 365660"/>
                <a:gd name="connsiteY28" fmla="*/ 246322 h 474053"/>
                <a:gd name="connsiteX29" fmla="*/ 365660 w 365660"/>
                <a:gd name="connsiteY29" fmla="*/ 248704 h 474053"/>
                <a:gd name="connsiteX30" fmla="*/ 358516 w 365660"/>
                <a:gd name="connsiteY30" fmla="*/ 312997 h 474053"/>
                <a:gd name="connsiteX31" fmla="*/ 289460 w 365660"/>
                <a:gd name="connsiteY31" fmla="*/ 312997 h 474053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6059 h 477115"/>
                <a:gd name="connsiteX1" fmla="*/ 232309 w 365660"/>
                <a:gd name="connsiteY1" fmla="*/ 351779 h 477115"/>
                <a:gd name="connsiteX2" fmla="*/ 234691 w 365660"/>
                <a:gd name="connsiteY2" fmla="*/ 418452 h 477115"/>
                <a:gd name="connsiteX3" fmla="*/ 187066 w 365660"/>
                <a:gd name="connsiteY3" fmla="*/ 475602 h 477115"/>
                <a:gd name="connsiteX4" fmla="*/ 101341 w 365660"/>
                <a:gd name="connsiteY4" fmla="*/ 439884 h 477115"/>
                <a:gd name="connsiteX5" fmla="*/ 115628 w 365660"/>
                <a:gd name="connsiteY5" fmla="*/ 351777 h 477115"/>
                <a:gd name="connsiteX6" fmla="*/ 165635 w 365660"/>
                <a:gd name="connsiteY6" fmla="*/ 335109 h 477115"/>
                <a:gd name="connsiteX7" fmla="*/ 191828 w 365660"/>
                <a:gd name="connsiteY7" fmla="*/ 330346 h 477115"/>
                <a:gd name="connsiteX8" fmla="*/ 239453 w 365660"/>
                <a:gd name="connsiteY8" fmla="*/ 273196 h 477115"/>
                <a:gd name="connsiteX9" fmla="*/ 196591 w 365660"/>
                <a:gd name="connsiteY9" fmla="*/ 256527 h 477115"/>
                <a:gd name="connsiteX10" fmla="*/ 163253 w 365660"/>
                <a:gd name="connsiteY10" fmla="*/ 256527 h 477115"/>
                <a:gd name="connsiteX11" fmla="*/ 122772 w 365660"/>
                <a:gd name="connsiteY11" fmla="*/ 270815 h 477115"/>
                <a:gd name="connsiteX12" fmla="*/ 103722 w 365660"/>
                <a:gd name="connsiteY12" fmla="*/ 316059 h 477115"/>
                <a:gd name="connsiteX13" fmla="*/ 75147 w 365660"/>
                <a:gd name="connsiteY13" fmla="*/ 351777 h 477115"/>
                <a:gd name="connsiteX14" fmla="*/ 29903 w 365660"/>
                <a:gd name="connsiteY14" fmla="*/ 337490 h 477115"/>
                <a:gd name="connsiteX15" fmla="*/ 1328 w 365660"/>
                <a:gd name="connsiteY15" fmla="*/ 287484 h 477115"/>
                <a:gd name="connsiteX16" fmla="*/ 72766 w 365660"/>
                <a:gd name="connsiteY16" fmla="*/ 227952 h 477115"/>
                <a:gd name="connsiteX17" fmla="*/ 79910 w 365660"/>
                <a:gd name="connsiteY17" fmla="*/ 232715 h 477115"/>
                <a:gd name="connsiteX18" fmla="*/ 108485 w 365660"/>
                <a:gd name="connsiteY18" fmla="*/ 237477 h 477115"/>
                <a:gd name="connsiteX19" fmla="*/ 210878 w 365660"/>
                <a:gd name="connsiteY19" fmla="*/ 223190 h 477115"/>
                <a:gd name="connsiteX20" fmla="*/ 191829 w 365660"/>
                <a:gd name="connsiteY20" fmla="*/ 161277 h 477115"/>
                <a:gd name="connsiteX21" fmla="*/ 115628 w 365660"/>
                <a:gd name="connsiteY21" fmla="*/ 151752 h 477115"/>
                <a:gd name="connsiteX22" fmla="*/ 79909 w 365660"/>
                <a:gd name="connsiteY22" fmla="*/ 75552 h 477115"/>
                <a:gd name="connsiteX23" fmla="*/ 137059 w 365660"/>
                <a:gd name="connsiteY23" fmla="*/ 4115 h 477115"/>
                <a:gd name="connsiteX24" fmla="*/ 225165 w 365660"/>
                <a:gd name="connsiteY24" fmla="*/ 18401 h 477115"/>
                <a:gd name="connsiteX25" fmla="*/ 246598 w 365660"/>
                <a:gd name="connsiteY25" fmla="*/ 99365 h 477115"/>
                <a:gd name="connsiteX26" fmla="*/ 225166 w 365660"/>
                <a:gd name="connsiteY26" fmla="*/ 144609 h 477115"/>
                <a:gd name="connsiteX27" fmla="*/ 246597 w 365660"/>
                <a:gd name="connsiteY27" fmla="*/ 192234 h 477115"/>
                <a:gd name="connsiteX28" fmla="*/ 279935 w 365660"/>
                <a:gd name="connsiteY28" fmla="*/ 249384 h 477115"/>
                <a:gd name="connsiteX29" fmla="*/ 365660 w 365660"/>
                <a:gd name="connsiteY29" fmla="*/ 251766 h 477115"/>
                <a:gd name="connsiteX30" fmla="*/ 358516 w 365660"/>
                <a:gd name="connsiteY30" fmla="*/ 316059 h 477115"/>
                <a:gd name="connsiteX31" fmla="*/ 289460 w 365660"/>
                <a:gd name="connsiteY31" fmla="*/ 316059 h 477115"/>
                <a:gd name="connsiteX0" fmla="*/ 289460 w 365660"/>
                <a:gd name="connsiteY0" fmla="*/ 317109 h 478165"/>
                <a:gd name="connsiteX1" fmla="*/ 232309 w 365660"/>
                <a:gd name="connsiteY1" fmla="*/ 352829 h 478165"/>
                <a:gd name="connsiteX2" fmla="*/ 234691 w 365660"/>
                <a:gd name="connsiteY2" fmla="*/ 419502 h 478165"/>
                <a:gd name="connsiteX3" fmla="*/ 187066 w 365660"/>
                <a:gd name="connsiteY3" fmla="*/ 476652 h 478165"/>
                <a:gd name="connsiteX4" fmla="*/ 101341 w 365660"/>
                <a:gd name="connsiteY4" fmla="*/ 440934 h 478165"/>
                <a:gd name="connsiteX5" fmla="*/ 115628 w 365660"/>
                <a:gd name="connsiteY5" fmla="*/ 352827 h 478165"/>
                <a:gd name="connsiteX6" fmla="*/ 165635 w 365660"/>
                <a:gd name="connsiteY6" fmla="*/ 336159 h 478165"/>
                <a:gd name="connsiteX7" fmla="*/ 191828 w 365660"/>
                <a:gd name="connsiteY7" fmla="*/ 331396 h 478165"/>
                <a:gd name="connsiteX8" fmla="*/ 239453 w 365660"/>
                <a:gd name="connsiteY8" fmla="*/ 274246 h 478165"/>
                <a:gd name="connsiteX9" fmla="*/ 196591 w 365660"/>
                <a:gd name="connsiteY9" fmla="*/ 257577 h 478165"/>
                <a:gd name="connsiteX10" fmla="*/ 163253 w 365660"/>
                <a:gd name="connsiteY10" fmla="*/ 257577 h 478165"/>
                <a:gd name="connsiteX11" fmla="*/ 122772 w 365660"/>
                <a:gd name="connsiteY11" fmla="*/ 271865 h 478165"/>
                <a:gd name="connsiteX12" fmla="*/ 103722 w 365660"/>
                <a:gd name="connsiteY12" fmla="*/ 317109 h 478165"/>
                <a:gd name="connsiteX13" fmla="*/ 75147 w 365660"/>
                <a:gd name="connsiteY13" fmla="*/ 352827 h 478165"/>
                <a:gd name="connsiteX14" fmla="*/ 29903 w 365660"/>
                <a:gd name="connsiteY14" fmla="*/ 338540 h 478165"/>
                <a:gd name="connsiteX15" fmla="*/ 1328 w 365660"/>
                <a:gd name="connsiteY15" fmla="*/ 288534 h 478165"/>
                <a:gd name="connsiteX16" fmla="*/ 72766 w 365660"/>
                <a:gd name="connsiteY16" fmla="*/ 229002 h 478165"/>
                <a:gd name="connsiteX17" fmla="*/ 79910 w 365660"/>
                <a:gd name="connsiteY17" fmla="*/ 233765 h 478165"/>
                <a:gd name="connsiteX18" fmla="*/ 108485 w 365660"/>
                <a:gd name="connsiteY18" fmla="*/ 238527 h 478165"/>
                <a:gd name="connsiteX19" fmla="*/ 210878 w 365660"/>
                <a:gd name="connsiteY19" fmla="*/ 224240 h 478165"/>
                <a:gd name="connsiteX20" fmla="*/ 191829 w 365660"/>
                <a:gd name="connsiteY20" fmla="*/ 162327 h 478165"/>
                <a:gd name="connsiteX21" fmla="*/ 115628 w 365660"/>
                <a:gd name="connsiteY21" fmla="*/ 152802 h 478165"/>
                <a:gd name="connsiteX22" fmla="*/ 79909 w 365660"/>
                <a:gd name="connsiteY22" fmla="*/ 76602 h 478165"/>
                <a:gd name="connsiteX23" fmla="*/ 137059 w 365660"/>
                <a:gd name="connsiteY23" fmla="*/ 5165 h 478165"/>
                <a:gd name="connsiteX24" fmla="*/ 225165 w 365660"/>
                <a:gd name="connsiteY24" fmla="*/ 19451 h 478165"/>
                <a:gd name="connsiteX25" fmla="*/ 246598 w 365660"/>
                <a:gd name="connsiteY25" fmla="*/ 100415 h 478165"/>
                <a:gd name="connsiteX26" fmla="*/ 225166 w 365660"/>
                <a:gd name="connsiteY26" fmla="*/ 145659 h 478165"/>
                <a:gd name="connsiteX27" fmla="*/ 246597 w 365660"/>
                <a:gd name="connsiteY27" fmla="*/ 193284 h 478165"/>
                <a:gd name="connsiteX28" fmla="*/ 279935 w 365660"/>
                <a:gd name="connsiteY28" fmla="*/ 250434 h 478165"/>
                <a:gd name="connsiteX29" fmla="*/ 365660 w 365660"/>
                <a:gd name="connsiteY29" fmla="*/ 252816 h 478165"/>
                <a:gd name="connsiteX30" fmla="*/ 358516 w 365660"/>
                <a:gd name="connsiteY30" fmla="*/ 317109 h 478165"/>
                <a:gd name="connsiteX31" fmla="*/ 289460 w 365660"/>
                <a:gd name="connsiteY31" fmla="*/ 317109 h 478165"/>
                <a:gd name="connsiteX0" fmla="*/ 289460 w 365660"/>
                <a:gd name="connsiteY0" fmla="*/ 323170 h 484226"/>
                <a:gd name="connsiteX1" fmla="*/ 232309 w 365660"/>
                <a:gd name="connsiteY1" fmla="*/ 358890 h 484226"/>
                <a:gd name="connsiteX2" fmla="*/ 234691 w 365660"/>
                <a:gd name="connsiteY2" fmla="*/ 425563 h 484226"/>
                <a:gd name="connsiteX3" fmla="*/ 187066 w 365660"/>
                <a:gd name="connsiteY3" fmla="*/ 482713 h 484226"/>
                <a:gd name="connsiteX4" fmla="*/ 101341 w 365660"/>
                <a:gd name="connsiteY4" fmla="*/ 446995 h 484226"/>
                <a:gd name="connsiteX5" fmla="*/ 115628 w 365660"/>
                <a:gd name="connsiteY5" fmla="*/ 358888 h 484226"/>
                <a:gd name="connsiteX6" fmla="*/ 165635 w 365660"/>
                <a:gd name="connsiteY6" fmla="*/ 342220 h 484226"/>
                <a:gd name="connsiteX7" fmla="*/ 191828 w 365660"/>
                <a:gd name="connsiteY7" fmla="*/ 337457 h 484226"/>
                <a:gd name="connsiteX8" fmla="*/ 239453 w 365660"/>
                <a:gd name="connsiteY8" fmla="*/ 280307 h 484226"/>
                <a:gd name="connsiteX9" fmla="*/ 196591 w 365660"/>
                <a:gd name="connsiteY9" fmla="*/ 263638 h 484226"/>
                <a:gd name="connsiteX10" fmla="*/ 163253 w 365660"/>
                <a:gd name="connsiteY10" fmla="*/ 263638 h 484226"/>
                <a:gd name="connsiteX11" fmla="*/ 122772 w 365660"/>
                <a:gd name="connsiteY11" fmla="*/ 277926 h 484226"/>
                <a:gd name="connsiteX12" fmla="*/ 103722 w 365660"/>
                <a:gd name="connsiteY12" fmla="*/ 323170 h 484226"/>
                <a:gd name="connsiteX13" fmla="*/ 75147 w 365660"/>
                <a:gd name="connsiteY13" fmla="*/ 358888 h 484226"/>
                <a:gd name="connsiteX14" fmla="*/ 29903 w 365660"/>
                <a:gd name="connsiteY14" fmla="*/ 344601 h 484226"/>
                <a:gd name="connsiteX15" fmla="*/ 1328 w 365660"/>
                <a:gd name="connsiteY15" fmla="*/ 294595 h 484226"/>
                <a:gd name="connsiteX16" fmla="*/ 72766 w 365660"/>
                <a:gd name="connsiteY16" fmla="*/ 235063 h 484226"/>
                <a:gd name="connsiteX17" fmla="*/ 79910 w 365660"/>
                <a:gd name="connsiteY17" fmla="*/ 239826 h 484226"/>
                <a:gd name="connsiteX18" fmla="*/ 108485 w 365660"/>
                <a:gd name="connsiteY18" fmla="*/ 244588 h 484226"/>
                <a:gd name="connsiteX19" fmla="*/ 210878 w 365660"/>
                <a:gd name="connsiteY19" fmla="*/ 230301 h 484226"/>
                <a:gd name="connsiteX20" fmla="*/ 191829 w 365660"/>
                <a:gd name="connsiteY20" fmla="*/ 168388 h 484226"/>
                <a:gd name="connsiteX21" fmla="*/ 115628 w 365660"/>
                <a:gd name="connsiteY21" fmla="*/ 158863 h 484226"/>
                <a:gd name="connsiteX22" fmla="*/ 79909 w 365660"/>
                <a:gd name="connsiteY22" fmla="*/ 82663 h 484226"/>
                <a:gd name="connsiteX23" fmla="*/ 132296 w 365660"/>
                <a:gd name="connsiteY23" fmla="*/ 4082 h 484226"/>
                <a:gd name="connsiteX24" fmla="*/ 225165 w 365660"/>
                <a:gd name="connsiteY24" fmla="*/ 25512 h 484226"/>
                <a:gd name="connsiteX25" fmla="*/ 246598 w 365660"/>
                <a:gd name="connsiteY25" fmla="*/ 106476 h 484226"/>
                <a:gd name="connsiteX26" fmla="*/ 225166 w 365660"/>
                <a:gd name="connsiteY26" fmla="*/ 151720 h 484226"/>
                <a:gd name="connsiteX27" fmla="*/ 246597 w 365660"/>
                <a:gd name="connsiteY27" fmla="*/ 199345 h 484226"/>
                <a:gd name="connsiteX28" fmla="*/ 279935 w 365660"/>
                <a:gd name="connsiteY28" fmla="*/ 256495 h 484226"/>
                <a:gd name="connsiteX29" fmla="*/ 365660 w 365660"/>
                <a:gd name="connsiteY29" fmla="*/ 258877 h 484226"/>
                <a:gd name="connsiteX30" fmla="*/ 358516 w 365660"/>
                <a:gd name="connsiteY30" fmla="*/ 323170 h 484226"/>
                <a:gd name="connsiteX31" fmla="*/ 289460 w 365660"/>
                <a:gd name="connsiteY31" fmla="*/ 323170 h 484226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5635 w 365660"/>
                <a:gd name="connsiteY6" fmla="*/ 340922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0872 w 365660"/>
                <a:gd name="connsiteY6" fmla="*/ 326635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60872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1353 w 365660"/>
                <a:gd name="connsiteY7" fmla="*/ 331397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675"/>
                <a:gd name="connsiteX1" fmla="*/ 232309 w 365660"/>
                <a:gd name="connsiteY1" fmla="*/ 357592 h 482675"/>
                <a:gd name="connsiteX2" fmla="*/ 234691 w 365660"/>
                <a:gd name="connsiteY2" fmla="*/ 424265 h 482675"/>
                <a:gd name="connsiteX3" fmla="*/ 187066 w 365660"/>
                <a:gd name="connsiteY3" fmla="*/ 481415 h 482675"/>
                <a:gd name="connsiteX4" fmla="*/ 94197 w 365660"/>
                <a:gd name="connsiteY4" fmla="*/ 448078 h 482675"/>
                <a:gd name="connsiteX5" fmla="*/ 101340 w 365660"/>
                <a:gd name="connsiteY5" fmla="*/ 355209 h 482675"/>
                <a:gd name="connsiteX6" fmla="*/ 158491 w 365660"/>
                <a:gd name="connsiteY6" fmla="*/ 326635 h 482675"/>
                <a:gd name="connsiteX7" fmla="*/ 208496 w 365660"/>
                <a:gd name="connsiteY7" fmla="*/ 324253 h 482675"/>
                <a:gd name="connsiteX8" fmla="*/ 239453 w 365660"/>
                <a:gd name="connsiteY8" fmla="*/ 279009 h 482675"/>
                <a:gd name="connsiteX9" fmla="*/ 196591 w 365660"/>
                <a:gd name="connsiteY9" fmla="*/ 262340 h 482675"/>
                <a:gd name="connsiteX10" fmla="*/ 163253 w 365660"/>
                <a:gd name="connsiteY10" fmla="*/ 262340 h 482675"/>
                <a:gd name="connsiteX11" fmla="*/ 122772 w 365660"/>
                <a:gd name="connsiteY11" fmla="*/ 276628 h 482675"/>
                <a:gd name="connsiteX12" fmla="*/ 103722 w 365660"/>
                <a:gd name="connsiteY12" fmla="*/ 321872 h 482675"/>
                <a:gd name="connsiteX13" fmla="*/ 75147 w 365660"/>
                <a:gd name="connsiteY13" fmla="*/ 357590 h 482675"/>
                <a:gd name="connsiteX14" fmla="*/ 29903 w 365660"/>
                <a:gd name="connsiteY14" fmla="*/ 343303 h 482675"/>
                <a:gd name="connsiteX15" fmla="*/ 1328 w 365660"/>
                <a:gd name="connsiteY15" fmla="*/ 293297 h 482675"/>
                <a:gd name="connsiteX16" fmla="*/ 72766 w 365660"/>
                <a:gd name="connsiteY16" fmla="*/ 233765 h 482675"/>
                <a:gd name="connsiteX17" fmla="*/ 79910 w 365660"/>
                <a:gd name="connsiteY17" fmla="*/ 238528 h 482675"/>
                <a:gd name="connsiteX18" fmla="*/ 108485 w 365660"/>
                <a:gd name="connsiteY18" fmla="*/ 243290 h 482675"/>
                <a:gd name="connsiteX19" fmla="*/ 210878 w 365660"/>
                <a:gd name="connsiteY19" fmla="*/ 229003 h 482675"/>
                <a:gd name="connsiteX20" fmla="*/ 191829 w 365660"/>
                <a:gd name="connsiteY20" fmla="*/ 167090 h 482675"/>
                <a:gd name="connsiteX21" fmla="*/ 115628 w 365660"/>
                <a:gd name="connsiteY21" fmla="*/ 157565 h 482675"/>
                <a:gd name="connsiteX22" fmla="*/ 68003 w 365660"/>
                <a:gd name="connsiteY22" fmla="*/ 76603 h 482675"/>
                <a:gd name="connsiteX23" fmla="*/ 132296 w 365660"/>
                <a:gd name="connsiteY23" fmla="*/ 2784 h 482675"/>
                <a:gd name="connsiteX24" fmla="*/ 225165 w 365660"/>
                <a:gd name="connsiteY24" fmla="*/ 24214 h 482675"/>
                <a:gd name="connsiteX25" fmla="*/ 246598 w 365660"/>
                <a:gd name="connsiteY25" fmla="*/ 105178 h 482675"/>
                <a:gd name="connsiteX26" fmla="*/ 225166 w 365660"/>
                <a:gd name="connsiteY26" fmla="*/ 150422 h 482675"/>
                <a:gd name="connsiteX27" fmla="*/ 246597 w 365660"/>
                <a:gd name="connsiteY27" fmla="*/ 198047 h 482675"/>
                <a:gd name="connsiteX28" fmla="*/ 279935 w 365660"/>
                <a:gd name="connsiteY28" fmla="*/ 255197 h 482675"/>
                <a:gd name="connsiteX29" fmla="*/ 365660 w 365660"/>
                <a:gd name="connsiteY29" fmla="*/ 257579 h 482675"/>
                <a:gd name="connsiteX30" fmla="*/ 358516 w 365660"/>
                <a:gd name="connsiteY30" fmla="*/ 321872 h 482675"/>
                <a:gd name="connsiteX31" fmla="*/ 289460 w 365660"/>
                <a:gd name="connsiteY31" fmla="*/ 321872 h 482675"/>
                <a:gd name="connsiteX0" fmla="*/ 289460 w 365660"/>
                <a:gd name="connsiteY0" fmla="*/ 321872 h 491894"/>
                <a:gd name="connsiteX1" fmla="*/ 232309 w 365660"/>
                <a:gd name="connsiteY1" fmla="*/ 357592 h 491894"/>
                <a:gd name="connsiteX2" fmla="*/ 234691 w 365660"/>
                <a:gd name="connsiteY2" fmla="*/ 424265 h 491894"/>
                <a:gd name="connsiteX3" fmla="*/ 187066 w 365660"/>
                <a:gd name="connsiteY3" fmla="*/ 490940 h 491894"/>
                <a:gd name="connsiteX4" fmla="*/ 94197 w 365660"/>
                <a:gd name="connsiteY4" fmla="*/ 448078 h 491894"/>
                <a:gd name="connsiteX5" fmla="*/ 101340 w 365660"/>
                <a:gd name="connsiteY5" fmla="*/ 355209 h 491894"/>
                <a:gd name="connsiteX6" fmla="*/ 158491 w 365660"/>
                <a:gd name="connsiteY6" fmla="*/ 326635 h 491894"/>
                <a:gd name="connsiteX7" fmla="*/ 208496 w 365660"/>
                <a:gd name="connsiteY7" fmla="*/ 324253 h 491894"/>
                <a:gd name="connsiteX8" fmla="*/ 239453 w 365660"/>
                <a:gd name="connsiteY8" fmla="*/ 279009 h 491894"/>
                <a:gd name="connsiteX9" fmla="*/ 196591 w 365660"/>
                <a:gd name="connsiteY9" fmla="*/ 262340 h 491894"/>
                <a:gd name="connsiteX10" fmla="*/ 163253 w 365660"/>
                <a:gd name="connsiteY10" fmla="*/ 262340 h 491894"/>
                <a:gd name="connsiteX11" fmla="*/ 122772 w 365660"/>
                <a:gd name="connsiteY11" fmla="*/ 276628 h 491894"/>
                <a:gd name="connsiteX12" fmla="*/ 103722 w 365660"/>
                <a:gd name="connsiteY12" fmla="*/ 321872 h 491894"/>
                <a:gd name="connsiteX13" fmla="*/ 75147 w 365660"/>
                <a:gd name="connsiteY13" fmla="*/ 357590 h 491894"/>
                <a:gd name="connsiteX14" fmla="*/ 29903 w 365660"/>
                <a:gd name="connsiteY14" fmla="*/ 343303 h 491894"/>
                <a:gd name="connsiteX15" fmla="*/ 1328 w 365660"/>
                <a:gd name="connsiteY15" fmla="*/ 293297 h 491894"/>
                <a:gd name="connsiteX16" fmla="*/ 72766 w 365660"/>
                <a:gd name="connsiteY16" fmla="*/ 233765 h 491894"/>
                <a:gd name="connsiteX17" fmla="*/ 79910 w 365660"/>
                <a:gd name="connsiteY17" fmla="*/ 238528 h 491894"/>
                <a:gd name="connsiteX18" fmla="*/ 108485 w 365660"/>
                <a:gd name="connsiteY18" fmla="*/ 243290 h 491894"/>
                <a:gd name="connsiteX19" fmla="*/ 210878 w 365660"/>
                <a:gd name="connsiteY19" fmla="*/ 229003 h 491894"/>
                <a:gd name="connsiteX20" fmla="*/ 191829 w 365660"/>
                <a:gd name="connsiteY20" fmla="*/ 167090 h 491894"/>
                <a:gd name="connsiteX21" fmla="*/ 115628 w 365660"/>
                <a:gd name="connsiteY21" fmla="*/ 157565 h 491894"/>
                <a:gd name="connsiteX22" fmla="*/ 68003 w 365660"/>
                <a:gd name="connsiteY22" fmla="*/ 76603 h 491894"/>
                <a:gd name="connsiteX23" fmla="*/ 132296 w 365660"/>
                <a:gd name="connsiteY23" fmla="*/ 2784 h 491894"/>
                <a:gd name="connsiteX24" fmla="*/ 225165 w 365660"/>
                <a:gd name="connsiteY24" fmla="*/ 24214 h 491894"/>
                <a:gd name="connsiteX25" fmla="*/ 246598 w 365660"/>
                <a:gd name="connsiteY25" fmla="*/ 105178 h 491894"/>
                <a:gd name="connsiteX26" fmla="*/ 225166 w 365660"/>
                <a:gd name="connsiteY26" fmla="*/ 150422 h 491894"/>
                <a:gd name="connsiteX27" fmla="*/ 246597 w 365660"/>
                <a:gd name="connsiteY27" fmla="*/ 198047 h 491894"/>
                <a:gd name="connsiteX28" fmla="*/ 279935 w 365660"/>
                <a:gd name="connsiteY28" fmla="*/ 255197 h 491894"/>
                <a:gd name="connsiteX29" fmla="*/ 365660 w 365660"/>
                <a:gd name="connsiteY29" fmla="*/ 257579 h 491894"/>
                <a:gd name="connsiteX30" fmla="*/ 358516 w 365660"/>
                <a:gd name="connsiteY30" fmla="*/ 321872 h 491894"/>
                <a:gd name="connsiteX31" fmla="*/ 289460 w 365660"/>
                <a:gd name="connsiteY31" fmla="*/ 321872 h 491894"/>
                <a:gd name="connsiteX0" fmla="*/ 289460 w 365660"/>
                <a:gd name="connsiteY0" fmla="*/ 321872 h 491370"/>
                <a:gd name="connsiteX1" fmla="*/ 232309 w 365660"/>
                <a:gd name="connsiteY1" fmla="*/ 357592 h 491370"/>
                <a:gd name="connsiteX2" fmla="*/ 234691 w 365660"/>
                <a:gd name="connsiteY2" fmla="*/ 424265 h 491370"/>
                <a:gd name="connsiteX3" fmla="*/ 187066 w 365660"/>
                <a:gd name="connsiteY3" fmla="*/ 490940 h 491370"/>
                <a:gd name="connsiteX4" fmla="*/ 89435 w 365660"/>
                <a:gd name="connsiteY4" fmla="*/ 448078 h 491370"/>
                <a:gd name="connsiteX5" fmla="*/ 101340 w 365660"/>
                <a:gd name="connsiteY5" fmla="*/ 355209 h 491370"/>
                <a:gd name="connsiteX6" fmla="*/ 158491 w 365660"/>
                <a:gd name="connsiteY6" fmla="*/ 326635 h 491370"/>
                <a:gd name="connsiteX7" fmla="*/ 208496 w 365660"/>
                <a:gd name="connsiteY7" fmla="*/ 324253 h 491370"/>
                <a:gd name="connsiteX8" fmla="*/ 239453 w 365660"/>
                <a:gd name="connsiteY8" fmla="*/ 279009 h 491370"/>
                <a:gd name="connsiteX9" fmla="*/ 196591 w 365660"/>
                <a:gd name="connsiteY9" fmla="*/ 262340 h 491370"/>
                <a:gd name="connsiteX10" fmla="*/ 163253 w 365660"/>
                <a:gd name="connsiteY10" fmla="*/ 262340 h 491370"/>
                <a:gd name="connsiteX11" fmla="*/ 122772 w 365660"/>
                <a:gd name="connsiteY11" fmla="*/ 276628 h 491370"/>
                <a:gd name="connsiteX12" fmla="*/ 103722 w 365660"/>
                <a:gd name="connsiteY12" fmla="*/ 321872 h 491370"/>
                <a:gd name="connsiteX13" fmla="*/ 75147 w 365660"/>
                <a:gd name="connsiteY13" fmla="*/ 357590 h 491370"/>
                <a:gd name="connsiteX14" fmla="*/ 29903 w 365660"/>
                <a:gd name="connsiteY14" fmla="*/ 343303 h 491370"/>
                <a:gd name="connsiteX15" fmla="*/ 1328 w 365660"/>
                <a:gd name="connsiteY15" fmla="*/ 293297 h 491370"/>
                <a:gd name="connsiteX16" fmla="*/ 72766 w 365660"/>
                <a:gd name="connsiteY16" fmla="*/ 233765 h 491370"/>
                <a:gd name="connsiteX17" fmla="*/ 79910 w 365660"/>
                <a:gd name="connsiteY17" fmla="*/ 238528 h 491370"/>
                <a:gd name="connsiteX18" fmla="*/ 108485 w 365660"/>
                <a:gd name="connsiteY18" fmla="*/ 243290 h 491370"/>
                <a:gd name="connsiteX19" fmla="*/ 210878 w 365660"/>
                <a:gd name="connsiteY19" fmla="*/ 229003 h 491370"/>
                <a:gd name="connsiteX20" fmla="*/ 191829 w 365660"/>
                <a:gd name="connsiteY20" fmla="*/ 167090 h 491370"/>
                <a:gd name="connsiteX21" fmla="*/ 115628 w 365660"/>
                <a:gd name="connsiteY21" fmla="*/ 157565 h 491370"/>
                <a:gd name="connsiteX22" fmla="*/ 68003 w 365660"/>
                <a:gd name="connsiteY22" fmla="*/ 76603 h 491370"/>
                <a:gd name="connsiteX23" fmla="*/ 132296 w 365660"/>
                <a:gd name="connsiteY23" fmla="*/ 2784 h 491370"/>
                <a:gd name="connsiteX24" fmla="*/ 225165 w 365660"/>
                <a:gd name="connsiteY24" fmla="*/ 24214 h 491370"/>
                <a:gd name="connsiteX25" fmla="*/ 246598 w 365660"/>
                <a:gd name="connsiteY25" fmla="*/ 105178 h 491370"/>
                <a:gd name="connsiteX26" fmla="*/ 225166 w 365660"/>
                <a:gd name="connsiteY26" fmla="*/ 150422 h 491370"/>
                <a:gd name="connsiteX27" fmla="*/ 246597 w 365660"/>
                <a:gd name="connsiteY27" fmla="*/ 198047 h 491370"/>
                <a:gd name="connsiteX28" fmla="*/ 279935 w 365660"/>
                <a:gd name="connsiteY28" fmla="*/ 255197 h 491370"/>
                <a:gd name="connsiteX29" fmla="*/ 365660 w 365660"/>
                <a:gd name="connsiteY29" fmla="*/ 257579 h 491370"/>
                <a:gd name="connsiteX30" fmla="*/ 358516 w 365660"/>
                <a:gd name="connsiteY30" fmla="*/ 321872 h 491370"/>
                <a:gd name="connsiteX31" fmla="*/ 289460 w 365660"/>
                <a:gd name="connsiteY31" fmla="*/ 321872 h 491370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79922 w 365660"/>
                <a:gd name="connsiteY3" fmla="*/ 481415 h 482014"/>
                <a:gd name="connsiteX4" fmla="*/ 89435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9910 w 365660"/>
                <a:gd name="connsiteY17" fmla="*/ 238528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0385 w 365660"/>
                <a:gd name="connsiteY17" fmla="*/ 193285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650 w 365850"/>
                <a:gd name="connsiteY0" fmla="*/ 321872 h 485154"/>
                <a:gd name="connsiteX1" fmla="*/ 232499 w 365850"/>
                <a:gd name="connsiteY1" fmla="*/ 357592 h 485154"/>
                <a:gd name="connsiteX2" fmla="*/ 234881 w 365850"/>
                <a:gd name="connsiteY2" fmla="*/ 424265 h 485154"/>
                <a:gd name="connsiteX3" fmla="*/ 180112 w 365850"/>
                <a:gd name="connsiteY3" fmla="*/ 481415 h 485154"/>
                <a:gd name="connsiteX4" fmla="*/ 89625 w 365850"/>
                <a:gd name="connsiteY4" fmla="*/ 448078 h 485154"/>
                <a:gd name="connsiteX5" fmla="*/ 101530 w 365850"/>
                <a:gd name="connsiteY5" fmla="*/ 355209 h 485154"/>
                <a:gd name="connsiteX6" fmla="*/ 158681 w 365850"/>
                <a:gd name="connsiteY6" fmla="*/ 326635 h 485154"/>
                <a:gd name="connsiteX7" fmla="*/ 208686 w 365850"/>
                <a:gd name="connsiteY7" fmla="*/ 324253 h 485154"/>
                <a:gd name="connsiteX8" fmla="*/ 239643 w 365850"/>
                <a:gd name="connsiteY8" fmla="*/ 279009 h 485154"/>
                <a:gd name="connsiteX9" fmla="*/ 196781 w 365850"/>
                <a:gd name="connsiteY9" fmla="*/ 262340 h 485154"/>
                <a:gd name="connsiteX10" fmla="*/ 163443 w 365850"/>
                <a:gd name="connsiteY10" fmla="*/ 262340 h 485154"/>
                <a:gd name="connsiteX11" fmla="*/ 122962 w 365850"/>
                <a:gd name="connsiteY11" fmla="*/ 276628 h 485154"/>
                <a:gd name="connsiteX12" fmla="*/ 103912 w 365850"/>
                <a:gd name="connsiteY12" fmla="*/ 321872 h 485154"/>
                <a:gd name="connsiteX13" fmla="*/ 75337 w 365850"/>
                <a:gd name="connsiteY13" fmla="*/ 357590 h 485154"/>
                <a:gd name="connsiteX14" fmla="*/ 30093 w 365850"/>
                <a:gd name="connsiteY14" fmla="*/ 343303 h 485154"/>
                <a:gd name="connsiteX15" fmla="*/ 1518 w 365850"/>
                <a:gd name="connsiteY15" fmla="*/ 293297 h 485154"/>
                <a:gd name="connsiteX16" fmla="*/ 11043 w 365850"/>
                <a:gd name="connsiteY16" fmla="*/ 155184 h 485154"/>
                <a:gd name="connsiteX17" fmla="*/ 70575 w 365850"/>
                <a:gd name="connsiteY17" fmla="*/ 193285 h 485154"/>
                <a:gd name="connsiteX18" fmla="*/ 108675 w 365850"/>
                <a:gd name="connsiteY18" fmla="*/ 243290 h 485154"/>
                <a:gd name="connsiteX19" fmla="*/ 211068 w 365850"/>
                <a:gd name="connsiteY19" fmla="*/ 229003 h 485154"/>
                <a:gd name="connsiteX20" fmla="*/ 192019 w 365850"/>
                <a:gd name="connsiteY20" fmla="*/ 167090 h 485154"/>
                <a:gd name="connsiteX21" fmla="*/ 115818 w 365850"/>
                <a:gd name="connsiteY21" fmla="*/ 157565 h 485154"/>
                <a:gd name="connsiteX22" fmla="*/ 68193 w 365850"/>
                <a:gd name="connsiteY22" fmla="*/ 76603 h 485154"/>
                <a:gd name="connsiteX23" fmla="*/ 132486 w 365850"/>
                <a:gd name="connsiteY23" fmla="*/ 2784 h 485154"/>
                <a:gd name="connsiteX24" fmla="*/ 225355 w 365850"/>
                <a:gd name="connsiteY24" fmla="*/ 24214 h 485154"/>
                <a:gd name="connsiteX25" fmla="*/ 246788 w 365850"/>
                <a:gd name="connsiteY25" fmla="*/ 105178 h 485154"/>
                <a:gd name="connsiteX26" fmla="*/ 225356 w 365850"/>
                <a:gd name="connsiteY26" fmla="*/ 150422 h 485154"/>
                <a:gd name="connsiteX27" fmla="*/ 246787 w 365850"/>
                <a:gd name="connsiteY27" fmla="*/ 198047 h 485154"/>
                <a:gd name="connsiteX28" fmla="*/ 280125 w 365850"/>
                <a:gd name="connsiteY28" fmla="*/ 255197 h 485154"/>
                <a:gd name="connsiteX29" fmla="*/ 365850 w 365850"/>
                <a:gd name="connsiteY29" fmla="*/ 257579 h 485154"/>
                <a:gd name="connsiteX30" fmla="*/ 358706 w 365850"/>
                <a:gd name="connsiteY30" fmla="*/ 321872 h 485154"/>
                <a:gd name="connsiteX31" fmla="*/ 289650 w 365850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55184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78997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335950 w 412150"/>
                <a:gd name="connsiteY0" fmla="*/ 321872 h 485154"/>
                <a:gd name="connsiteX1" fmla="*/ 278799 w 412150"/>
                <a:gd name="connsiteY1" fmla="*/ 357592 h 485154"/>
                <a:gd name="connsiteX2" fmla="*/ 281181 w 412150"/>
                <a:gd name="connsiteY2" fmla="*/ 424265 h 485154"/>
                <a:gd name="connsiteX3" fmla="*/ 226412 w 412150"/>
                <a:gd name="connsiteY3" fmla="*/ 481415 h 485154"/>
                <a:gd name="connsiteX4" fmla="*/ 135925 w 412150"/>
                <a:gd name="connsiteY4" fmla="*/ 448078 h 485154"/>
                <a:gd name="connsiteX5" fmla="*/ 147830 w 412150"/>
                <a:gd name="connsiteY5" fmla="*/ 355209 h 485154"/>
                <a:gd name="connsiteX6" fmla="*/ 204981 w 412150"/>
                <a:gd name="connsiteY6" fmla="*/ 326635 h 485154"/>
                <a:gd name="connsiteX7" fmla="*/ 254986 w 412150"/>
                <a:gd name="connsiteY7" fmla="*/ 324253 h 485154"/>
                <a:gd name="connsiteX8" fmla="*/ 285943 w 412150"/>
                <a:gd name="connsiteY8" fmla="*/ 279009 h 485154"/>
                <a:gd name="connsiteX9" fmla="*/ 243081 w 412150"/>
                <a:gd name="connsiteY9" fmla="*/ 262340 h 485154"/>
                <a:gd name="connsiteX10" fmla="*/ 209743 w 412150"/>
                <a:gd name="connsiteY10" fmla="*/ 262340 h 485154"/>
                <a:gd name="connsiteX11" fmla="*/ 169262 w 412150"/>
                <a:gd name="connsiteY11" fmla="*/ 276628 h 485154"/>
                <a:gd name="connsiteX12" fmla="*/ 150212 w 412150"/>
                <a:gd name="connsiteY12" fmla="*/ 321872 h 485154"/>
                <a:gd name="connsiteX13" fmla="*/ 121637 w 412150"/>
                <a:gd name="connsiteY13" fmla="*/ 357590 h 485154"/>
                <a:gd name="connsiteX14" fmla="*/ 76393 w 412150"/>
                <a:gd name="connsiteY14" fmla="*/ 343303 h 485154"/>
                <a:gd name="connsiteX15" fmla="*/ 193 w 412150"/>
                <a:gd name="connsiteY15" fmla="*/ 279010 h 485154"/>
                <a:gd name="connsiteX16" fmla="*/ 57343 w 412150"/>
                <a:gd name="connsiteY16" fmla="*/ 178997 h 485154"/>
                <a:gd name="connsiteX17" fmla="*/ 143068 w 412150"/>
                <a:gd name="connsiteY17" fmla="*/ 188522 h 485154"/>
                <a:gd name="connsiteX18" fmla="*/ 154975 w 412150"/>
                <a:gd name="connsiteY18" fmla="*/ 243290 h 485154"/>
                <a:gd name="connsiteX19" fmla="*/ 257368 w 412150"/>
                <a:gd name="connsiteY19" fmla="*/ 229003 h 485154"/>
                <a:gd name="connsiteX20" fmla="*/ 238319 w 412150"/>
                <a:gd name="connsiteY20" fmla="*/ 167090 h 485154"/>
                <a:gd name="connsiteX21" fmla="*/ 162118 w 412150"/>
                <a:gd name="connsiteY21" fmla="*/ 157565 h 485154"/>
                <a:gd name="connsiteX22" fmla="*/ 114493 w 412150"/>
                <a:gd name="connsiteY22" fmla="*/ 76603 h 485154"/>
                <a:gd name="connsiteX23" fmla="*/ 178786 w 412150"/>
                <a:gd name="connsiteY23" fmla="*/ 2784 h 485154"/>
                <a:gd name="connsiteX24" fmla="*/ 271655 w 412150"/>
                <a:gd name="connsiteY24" fmla="*/ 24214 h 485154"/>
                <a:gd name="connsiteX25" fmla="*/ 293088 w 412150"/>
                <a:gd name="connsiteY25" fmla="*/ 105178 h 485154"/>
                <a:gd name="connsiteX26" fmla="*/ 271656 w 412150"/>
                <a:gd name="connsiteY26" fmla="*/ 150422 h 485154"/>
                <a:gd name="connsiteX27" fmla="*/ 293087 w 412150"/>
                <a:gd name="connsiteY27" fmla="*/ 198047 h 485154"/>
                <a:gd name="connsiteX28" fmla="*/ 326425 w 412150"/>
                <a:gd name="connsiteY28" fmla="*/ 255197 h 485154"/>
                <a:gd name="connsiteX29" fmla="*/ 412150 w 412150"/>
                <a:gd name="connsiteY29" fmla="*/ 257579 h 485154"/>
                <a:gd name="connsiteX30" fmla="*/ 405006 w 412150"/>
                <a:gd name="connsiteY30" fmla="*/ 321872 h 485154"/>
                <a:gd name="connsiteX31" fmla="*/ 335950 w 412150"/>
                <a:gd name="connsiteY31" fmla="*/ 321872 h 485154"/>
                <a:gd name="connsiteX0" fmla="*/ 359698 w 435898"/>
                <a:gd name="connsiteY0" fmla="*/ 321872 h 485154"/>
                <a:gd name="connsiteX1" fmla="*/ 302547 w 435898"/>
                <a:gd name="connsiteY1" fmla="*/ 357592 h 485154"/>
                <a:gd name="connsiteX2" fmla="*/ 304929 w 435898"/>
                <a:gd name="connsiteY2" fmla="*/ 424265 h 485154"/>
                <a:gd name="connsiteX3" fmla="*/ 250160 w 435898"/>
                <a:gd name="connsiteY3" fmla="*/ 481415 h 485154"/>
                <a:gd name="connsiteX4" fmla="*/ 159673 w 435898"/>
                <a:gd name="connsiteY4" fmla="*/ 448078 h 485154"/>
                <a:gd name="connsiteX5" fmla="*/ 171578 w 435898"/>
                <a:gd name="connsiteY5" fmla="*/ 355209 h 485154"/>
                <a:gd name="connsiteX6" fmla="*/ 228729 w 435898"/>
                <a:gd name="connsiteY6" fmla="*/ 326635 h 485154"/>
                <a:gd name="connsiteX7" fmla="*/ 278734 w 435898"/>
                <a:gd name="connsiteY7" fmla="*/ 324253 h 485154"/>
                <a:gd name="connsiteX8" fmla="*/ 309691 w 435898"/>
                <a:gd name="connsiteY8" fmla="*/ 279009 h 485154"/>
                <a:gd name="connsiteX9" fmla="*/ 266829 w 435898"/>
                <a:gd name="connsiteY9" fmla="*/ 262340 h 485154"/>
                <a:gd name="connsiteX10" fmla="*/ 233491 w 435898"/>
                <a:gd name="connsiteY10" fmla="*/ 262340 h 485154"/>
                <a:gd name="connsiteX11" fmla="*/ 193010 w 435898"/>
                <a:gd name="connsiteY11" fmla="*/ 276628 h 485154"/>
                <a:gd name="connsiteX12" fmla="*/ 173960 w 435898"/>
                <a:gd name="connsiteY12" fmla="*/ 321872 h 485154"/>
                <a:gd name="connsiteX13" fmla="*/ 145385 w 435898"/>
                <a:gd name="connsiteY13" fmla="*/ 357590 h 485154"/>
                <a:gd name="connsiteX14" fmla="*/ 100141 w 435898"/>
                <a:gd name="connsiteY14" fmla="*/ 343303 h 485154"/>
                <a:gd name="connsiteX15" fmla="*/ 128 w 435898"/>
                <a:gd name="connsiteY15" fmla="*/ 283772 h 485154"/>
                <a:gd name="connsiteX16" fmla="*/ 81091 w 435898"/>
                <a:gd name="connsiteY16" fmla="*/ 178997 h 485154"/>
                <a:gd name="connsiteX17" fmla="*/ 166816 w 435898"/>
                <a:gd name="connsiteY17" fmla="*/ 188522 h 485154"/>
                <a:gd name="connsiteX18" fmla="*/ 178723 w 435898"/>
                <a:gd name="connsiteY18" fmla="*/ 243290 h 485154"/>
                <a:gd name="connsiteX19" fmla="*/ 281116 w 435898"/>
                <a:gd name="connsiteY19" fmla="*/ 229003 h 485154"/>
                <a:gd name="connsiteX20" fmla="*/ 262067 w 435898"/>
                <a:gd name="connsiteY20" fmla="*/ 167090 h 485154"/>
                <a:gd name="connsiteX21" fmla="*/ 185866 w 435898"/>
                <a:gd name="connsiteY21" fmla="*/ 157565 h 485154"/>
                <a:gd name="connsiteX22" fmla="*/ 138241 w 435898"/>
                <a:gd name="connsiteY22" fmla="*/ 76603 h 485154"/>
                <a:gd name="connsiteX23" fmla="*/ 202534 w 435898"/>
                <a:gd name="connsiteY23" fmla="*/ 2784 h 485154"/>
                <a:gd name="connsiteX24" fmla="*/ 295403 w 435898"/>
                <a:gd name="connsiteY24" fmla="*/ 24214 h 485154"/>
                <a:gd name="connsiteX25" fmla="*/ 316836 w 435898"/>
                <a:gd name="connsiteY25" fmla="*/ 105178 h 485154"/>
                <a:gd name="connsiteX26" fmla="*/ 295404 w 435898"/>
                <a:gd name="connsiteY26" fmla="*/ 150422 h 485154"/>
                <a:gd name="connsiteX27" fmla="*/ 316835 w 435898"/>
                <a:gd name="connsiteY27" fmla="*/ 198047 h 485154"/>
                <a:gd name="connsiteX28" fmla="*/ 350173 w 435898"/>
                <a:gd name="connsiteY28" fmla="*/ 255197 h 485154"/>
                <a:gd name="connsiteX29" fmla="*/ 435898 w 435898"/>
                <a:gd name="connsiteY29" fmla="*/ 257579 h 485154"/>
                <a:gd name="connsiteX30" fmla="*/ 428754 w 435898"/>
                <a:gd name="connsiteY30" fmla="*/ 321872 h 485154"/>
                <a:gd name="connsiteX31" fmla="*/ 359698 w 435898"/>
                <a:gd name="connsiteY31" fmla="*/ 321872 h 485154"/>
                <a:gd name="connsiteX0" fmla="*/ 360033 w 436233"/>
                <a:gd name="connsiteY0" fmla="*/ 321872 h 485154"/>
                <a:gd name="connsiteX1" fmla="*/ 302882 w 436233"/>
                <a:gd name="connsiteY1" fmla="*/ 357592 h 485154"/>
                <a:gd name="connsiteX2" fmla="*/ 305264 w 436233"/>
                <a:gd name="connsiteY2" fmla="*/ 424265 h 485154"/>
                <a:gd name="connsiteX3" fmla="*/ 250495 w 436233"/>
                <a:gd name="connsiteY3" fmla="*/ 481415 h 485154"/>
                <a:gd name="connsiteX4" fmla="*/ 160008 w 436233"/>
                <a:gd name="connsiteY4" fmla="*/ 448078 h 485154"/>
                <a:gd name="connsiteX5" fmla="*/ 171913 w 436233"/>
                <a:gd name="connsiteY5" fmla="*/ 355209 h 485154"/>
                <a:gd name="connsiteX6" fmla="*/ 229064 w 436233"/>
                <a:gd name="connsiteY6" fmla="*/ 326635 h 485154"/>
                <a:gd name="connsiteX7" fmla="*/ 279069 w 436233"/>
                <a:gd name="connsiteY7" fmla="*/ 324253 h 485154"/>
                <a:gd name="connsiteX8" fmla="*/ 310026 w 436233"/>
                <a:gd name="connsiteY8" fmla="*/ 279009 h 485154"/>
                <a:gd name="connsiteX9" fmla="*/ 267164 w 436233"/>
                <a:gd name="connsiteY9" fmla="*/ 262340 h 485154"/>
                <a:gd name="connsiteX10" fmla="*/ 233826 w 436233"/>
                <a:gd name="connsiteY10" fmla="*/ 262340 h 485154"/>
                <a:gd name="connsiteX11" fmla="*/ 193345 w 436233"/>
                <a:gd name="connsiteY11" fmla="*/ 276628 h 485154"/>
                <a:gd name="connsiteX12" fmla="*/ 174295 w 436233"/>
                <a:gd name="connsiteY12" fmla="*/ 321872 h 485154"/>
                <a:gd name="connsiteX13" fmla="*/ 145720 w 436233"/>
                <a:gd name="connsiteY13" fmla="*/ 357590 h 485154"/>
                <a:gd name="connsiteX14" fmla="*/ 52851 w 436233"/>
                <a:gd name="connsiteY14" fmla="*/ 357591 h 485154"/>
                <a:gd name="connsiteX15" fmla="*/ 463 w 436233"/>
                <a:gd name="connsiteY15" fmla="*/ 283772 h 485154"/>
                <a:gd name="connsiteX16" fmla="*/ 81426 w 436233"/>
                <a:gd name="connsiteY16" fmla="*/ 178997 h 485154"/>
                <a:gd name="connsiteX17" fmla="*/ 167151 w 436233"/>
                <a:gd name="connsiteY17" fmla="*/ 188522 h 485154"/>
                <a:gd name="connsiteX18" fmla="*/ 179058 w 436233"/>
                <a:gd name="connsiteY18" fmla="*/ 243290 h 485154"/>
                <a:gd name="connsiteX19" fmla="*/ 281451 w 436233"/>
                <a:gd name="connsiteY19" fmla="*/ 229003 h 485154"/>
                <a:gd name="connsiteX20" fmla="*/ 262402 w 436233"/>
                <a:gd name="connsiteY20" fmla="*/ 167090 h 485154"/>
                <a:gd name="connsiteX21" fmla="*/ 186201 w 436233"/>
                <a:gd name="connsiteY21" fmla="*/ 157565 h 485154"/>
                <a:gd name="connsiteX22" fmla="*/ 138576 w 436233"/>
                <a:gd name="connsiteY22" fmla="*/ 76603 h 485154"/>
                <a:gd name="connsiteX23" fmla="*/ 202869 w 436233"/>
                <a:gd name="connsiteY23" fmla="*/ 2784 h 485154"/>
                <a:gd name="connsiteX24" fmla="*/ 295738 w 436233"/>
                <a:gd name="connsiteY24" fmla="*/ 24214 h 485154"/>
                <a:gd name="connsiteX25" fmla="*/ 317171 w 436233"/>
                <a:gd name="connsiteY25" fmla="*/ 105178 h 485154"/>
                <a:gd name="connsiteX26" fmla="*/ 295739 w 436233"/>
                <a:gd name="connsiteY26" fmla="*/ 150422 h 485154"/>
                <a:gd name="connsiteX27" fmla="*/ 317170 w 436233"/>
                <a:gd name="connsiteY27" fmla="*/ 198047 h 485154"/>
                <a:gd name="connsiteX28" fmla="*/ 350508 w 436233"/>
                <a:gd name="connsiteY28" fmla="*/ 255197 h 485154"/>
                <a:gd name="connsiteX29" fmla="*/ 436233 w 436233"/>
                <a:gd name="connsiteY29" fmla="*/ 257579 h 485154"/>
                <a:gd name="connsiteX30" fmla="*/ 429089 w 436233"/>
                <a:gd name="connsiteY30" fmla="*/ 321872 h 485154"/>
                <a:gd name="connsiteX31" fmla="*/ 360033 w 436233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78997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3019 w 439219"/>
                <a:gd name="connsiteY0" fmla="*/ 321872 h 485154"/>
                <a:gd name="connsiteX1" fmla="*/ 305868 w 439219"/>
                <a:gd name="connsiteY1" fmla="*/ 357592 h 485154"/>
                <a:gd name="connsiteX2" fmla="*/ 308250 w 439219"/>
                <a:gd name="connsiteY2" fmla="*/ 424265 h 485154"/>
                <a:gd name="connsiteX3" fmla="*/ 253481 w 439219"/>
                <a:gd name="connsiteY3" fmla="*/ 481415 h 485154"/>
                <a:gd name="connsiteX4" fmla="*/ 162994 w 439219"/>
                <a:gd name="connsiteY4" fmla="*/ 448078 h 485154"/>
                <a:gd name="connsiteX5" fmla="*/ 174899 w 439219"/>
                <a:gd name="connsiteY5" fmla="*/ 355209 h 485154"/>
                <a:gd name="connsiteX6" fmla="*/ 232050 w 439219"/>
                <a:gd name="connsiteY6" fmla="*/ 326635 h 485154"/>
                <a:gd name="connsiteX7" fmla="*/ 282055 w 439219"/>
                <a:gd name="connsiteY7" fmla="*/ 324253 h 485154"/>
                <a:gd name="connsiteX8" fmla="*/ 313012 w 439219"/>
                <a:gd name="connsiteY8" fmla="*/ 279009 h 485154"/>
                <a:gd name="connsiteX9" fmla="*/ 270150 w 439219"/>
                <a:gd name="connsiteY9" fmla="*/ 262340 h 485154"/>
                <a:gd name="connsiteX10" fmla="*/ 236812 w 439219"/>
                <a:gd name="connsiteY10" fmla="*/ 262340 h 485154"/>
                <a:gd name="connsiteX11" fmla="*/ 196331 w 439219"/>
                <a:gd name="connsiteY11" fmla="*/ 276628 h 485154"/>
                <a:gd name="connsiteX12" fmla="*/ 177281 w 439219"/>
                <a:gd name="connsiteY12" fmla="*/ 321872 h 485154"/>
                <a:gd name="connsiteX13" fmla="*/ 148706 w 439219"/>
                <a:gd name="connsiteY13" fmla="*/ 357590 h 485154"/>
                <a:gd name="connsiteX14" fmla="*/ 55837 w 439219"/>
                <a:gd name="connsiteY14" fmla="*/ 357591 h 485154"/>
                <a:gd name="connsiteX15" fmla="*/ 1068 w 439219"/>
                <a:gd name="connsiteY15" fmla="*/ 224240 h 485154"/>
                <a:gd name="connsiteX16" fmla="*/ 103462 w 439219"/>
                <a:gd name="connsiteY16" fmla="*/ 155184 h 485154"/>
                <a:gd name="connsiteX17" fmla="*/ 170137 w 439219"/>
                <a:gd name="connsiteY17" fmla="*/ 188522 h 485154"/>
                <a:gd name="connsiteX18" fmla="*/ 198713 w 439219"/>
                <a:gd name="connsiteY18" fmla="*/ 231383 h 485154"/>
                <a:gd name="connsiteX19" fmla="*/ 284437 w 439219"/>
                <a:gd name="connsiteY19" fmla="*/ 229003 h 485154"/>
                <a:gd name="connsiteX20" fmla="*/ 265388 w 439219"/>
                <a:gd name="connsiteY20" fmla="*/ 167090 h 485154"/>
                <a:gd name="connsiteX21" fmla="*/ 189187 w 439219"/>
                <a:gd name="connsiteY21" fmla="*/ 157565 h 485154"/>
                <a:gd name="connsiteX22" fmla="*/ 141562 w 439219"/>
                <a:gd name="connsiteY22" fmla="*/ 76603 h 485154"/>
                <a:gd name="connsiteX23" fmla="*/ 205855 w 439219"/>
                <a:gd name="connsiteY23" fmla="*/ 2784 h 485154"/>
                <a:gd name="connsiteX24" fmla="*/ 298724 w 439219"/>
                <a:gd name="connsiteY24" fmla="*/ 24214 h 485154"/>
                <a:gd name="connsiteX25" fmla="*/ 320157 w 439219"/>
                <a:gd name="connsiteY25" fmla="*/ 105178 h 485154"/>
                <a:gd name="connsiteX26" fmla="*/ 298725 w 439219"/>
                <a:gd name="connsiteY26" fmla="*/ 150422 h 485154"/>
                <a:gd name="connsiteX27" fmla="*/ 320156 w 439219"/>
                <a:gd name="connsiteY27" fmla="*/ 198047 h 485154"/>
                <a:gd name="connsiteX28" fmla="*/ 353494 w 439219"/>
                <a:gd name="connsiteY28" fmla="*/ 255197 h 485154"/>
                <a:gd name="connsiteX29" fmla="*/ 439219 w 439219"/>
                <a:gd name="connsiteY29" fmla="*/ 257579 h 485154"/>
                <a:gd name="connsiteX30" fmla="*/ 432075 w 439219"/>
                <a:gd name="connsiteY30" fmla="*/ 321872 h 485154"/>
                <a:gd name="connsiteX31" fmla="*/ 363019 w 439219"/>
                <a:gd name="connsiteY31" fmla="*/ 321872 h 485154"/>
                <a:gd name="connsiteX0" fmla="*/ 346825 w 423025"/>
                <a:gd name="connsiteY0" fmla="*/ 321872 h 485154"/>
                <a:gd name="connsiteX1" fmla="*/ 289674 w 423025"/>
                <a:gd name="connsiteY1" fmla="*/ 357592 h 485154"/>
                <a:gd name="connsiteX2" fmla="*/ 292056 w 423025"/>
                <a:gd name="connsiteY2" fmla="*/ 424265 h 485154"/>
                <a:gd name="connsiteX3" fmla="*/ 237287 w 423025"/>
                <a:gd name="connsiteY3" fmla="*/ 481415 h 485154"/>
                <a:gd name="connsiteX4" fmla="*/ 146800 w 423025"/>
                <a:gd name="connsiteY4" fmla="*/ 448078 h 485154"/>
                <a:gd name="connsiteX5" fmla="*/ 158705 w 423025"/>
                <a:gd name="connsiteY5" fmla="*/ 355209 h 485154"/>
                <a:gd name="connsiteX6" fmla="*/ 215856 w 423025"/>
                <a:gd name="connsiteY6" fmla="*/ 326635 h 485154"/>
                <a:gd name="connsiteX7" fmla="*/ 265861 w 423025"/>
                <a:gd name="connsiteY7" fmla="*/ 324253 h 485154"/>
                <a:gd name="connsiteX8" fmla="*/ 296818 w 423025"/>
                <a:gd name="connsiteY8" fmla="*/ 279009 h 485154"/>
                <a:gd name="connsiteX9" fmla="*/ 253956 w 423025"/>
                <a:gd name="connsiteY9" fmla="*/ 262340 h 485154"/>
                <a:gd name="connsiteX10" fmla="*/ 220618 w 423025"/>
                <a:gd name="connsiteY10" fmla="*/ 262340 h 485154"/>
                <a:gd name="connsiteX11" fmla="*/ 180137 w 423025"/>
                <a:gd name="connsiteY11" fmla="*/ 276628 h 485154"/>
                <a:gd name="connsiteX12" fmla="*/ 161087 w 423025"/>
                <a:gd name="connsiteY12" fmla="*/ 321872 h 485154"/>
                <a:gd name="connsiteX13" fmla="*/ 132512 w 423025"/>
                <a:gd name="connsiteY13" fmla="*/ 357590 h 485154"/>
                <a:gd name="connsiteX14" fmla="*/ 39643 w 423025"/>
                <a:gd name="connsiteY14" fmla="*/ 357591 h 485154"/>
                <a:gd name="connsiteX15" fmla="*/ 1543 w 423025"/>
                <a:gd name="connsiteY15" fmla="*/ 231384 h 485154"/>
                <a:gd name="connsiteX16" fmla="*/ 87268 w 423025"/>
                <a:gd name="connsiteY16" fmla="*/ 155184 h 485154"/>
                <a:gd name="connsiteX17" fmla="*/ 153943 w 423025"/>
                <a:gd name="connsiteY17" fmla="*/ 188522 h 485154"/>
                <a:gd name="connsiteX18" fmla="*/ 182519 w 423025"/>
                <a:gd name="connsiteY18" fmla="*/ 231383 h 485154"/>
                <a:gd name="connsiteX19" fmla="*/ 268243 w 423025"/>
                <a:gd name="connsiteY19" fmla="*/ 229003 h 485154"/>
                <a:gd name="connsiteX20" fmla="*/ 249194 w 423025"/>
                <a:gd name="connsiteY20" fmla="*/ 167090 h 485154"/>
                <a:gd name="connsiteX21" fmla="*/ 172993 w 423025"/>
                <a:gd name="connsiteY21" fmla="*/ 157565 h 485154"/>
                <a:gd name="connsiteX22" fmla="*/ 125368 w 423025"/>
                <a:gd name="connsiteY22" fmla="*/ 76603 h 485154"/>
                <a:gd name="connsiteX23" fmla="*/ 189661 w 423025"/>
                <a:gd name="connsiteY23" fmla="*/ 2784 h 485154"/>
                <a:gd name="connsiteX24" fmla="*/ 282530 w 423025"/>
                <a:gd name="connsiteY24" fmla="*/ 24214 h 485154"/>
                <a:gd name="connsiteX25" fmla="*/ 303963 w 423025"/>
                <a:gd name="connsiteY25" fmla="*/ 105178 h 485154"/>
                <a:gd name="connsiteX26" fmla="*/ 282531 w 423025"/>
                <a:gd name="connsiteY26" fmla="*/ 150422 h 485154"/>
                <a:gd name="connsiteX27" fmla="*/ 303962 w 423025"/>
                <a:gd name="connsiteY27" fmla="*/ 198047 h 485154"/>
                <a:gd name="connsiteX28" fmla="*/ 337300 w 423025"/>
                <a:gd name="connsiteY28" fmla="*/ 255197 h 485154"/>
                <a:gd name="connsiteX29" fmla="*/ 423025 w 423025"/>
                <a:gd name="connsiteY29" fmla="*/ 257579 h 485154"/>
                <a:gd name="connsiteX30" fmla="*/ 415881 w 423025"/>
                <a:gd name="connsiteY30" fmla="*/ 321872 h 485154"/>
                <a:gd name="connsiteX31" fmla="*/ 346825 w 423025"/>
                <a:gd name="connsiteY31" fmla="*/ 321872 h 485154"/>
                <a:gd name="connsiteX0" fmla="*/ 348385 w 424585"/>
                <a:gd name="connsiteY0" fmla="*/ 321872 h 485154"/>
                <a:gd name="connsiteX1" fmla="*/ 291234 w 424585"/>
                <a:gd name="connsiteY1" fmla="*/ 357592 h 485154"/>
                <a:gd name="connsiteX2" fmla="*/ 293616 w 424585"/>
                <a:gd name="connsiteY2" fmla="*/ 424265 h 485154"/>
                <a:gd name="connsiteX3" fmla="*/ 238847 w 424585"/>
                <a:gd name="connsiteY3" fmla="*/ 481415 h 485154"/>
                <a:gd name="connsiteX4" fmla="*/ 148360 w 424585"/>
                <a:gd name="connsiteY4" fmla="*/ 448078 h 485154"/>
                <a:gd name="connsiteX5" fmla="*/ 160265 w 424585"/>
                <a:gd name="connsiteY5" fmla="*/ 355209 h 485154"/>
                <a:gd name="connsiteX6" fmla="*/ 217416 w 424585"/>
                <a:gd name="connsiteY6" fmla="*/ 326635 h 485154"/>
                <a:gd name="connsiteX7" fmla="*/ 267421 w 424585"/>
                <a:gd name="connsiteY7" fmla="*/ 324253 h 485154"/>
                <a:gd name="connsiteX8" fmla="*/ 298378 w 424585"/>
                <a:gd name="connsiteY8" fmla="*/ 279009 h 485154"/>
                <a:gd name="connsiteX9" fmla="*/ 255516 w 424585"/>
                <a:gd name="connsiteY9" fmla="*/ 262340 h 485154"/>
                <a:gd name="connsiteX10" fmla="*/ 222178 w 424585"/>
                <a:gd name="connsiteY10" fmla="*/ 262340 h 485154"/>
                <a:gd name="connsiteX11" fmla="*/ 181697 w 424585"/>
                <a:gd name="connsiteY11" fmla="*/ 276628 h 485154"/>
                <a:gd name="connsiteX12" fmla="*/ 162647 w 424585"/>
                <a:gd name="connsiteY12" fmla="*/ 321872 h 485154"/>
                <a:gd name="connsiteX13" fmla="*/ 134072 w 424585"/>
                <a:gd name="connsiteY13" fmla="*/ 357590 h 485154"/>
                <a:gd name="connsiteX14" fmla="*/ 41203 w 424585"/>
                <a:gd name="connsiteY14" fmla="*/ 357591 h 485154"/>
                <a:gd name="connsiteX15" fmla="*/ 3103 w 424585"/>
                <a:gd name="connsiteY15" fmla="*/ 231384 h 485154"/>
                <a:gd name="connsiteX16" fmla="*/ 88828 w 424585"/>
                <a:gd name="connsiteY16" fmla="*/ 155184 h 485154"/>
                <a:gd name="connsiteX17" fmla="*/ 155503 w 424585"/>
                <a:gd name="connsiteY17" fmla="*/ 188522 h 485154"/>
                <a:gd name="connsiteX18" fmla="*/ 184079 w 424585"/>
                <a:gd name="connsiteY18" fmla="*/ 231383 h 485154"/>
                <a:gd name="connsiteX19" fmla="*/ 269803 w 424585"/>
                <a:gd name="connsiteY19" fmla="*/ 229003 h 485154"/>
                <a:gd name="connsiteX20" fmla="*/ 250754 w 424585"/>
                <a:gd name="connsiteY20" fmla="*/ 167090 h 485154"/>
                <a:gd name="connsiteX21" fmla="*/ 174553 w 424585"/>
                <a:gd name="connsiteY21" fmla="*/ 157565 h 485154"/>
                <a:gd name="connsiteX22" fmla="*/ 126928 w 424585"/>
                <a:gd name="connsiteY22" fmla="*/ 76603 h 485154"/>
                <a:gd name="connsiteX23" fmla="*/ 191221 w 424585"/>
                <a:gd name="connsiteY23" fmla="*/ 2784 h 485154"/>
                <a:gd name="connsiteX24" fmla="*/ 284090 w 424585"/>
                <a:gd name="connsiteY24" fmla="*/ 24214 h 485154"/>
                <a:gd name="connsiteX25" fmla="*/ 305523 w 424585"/>
                <a:gd name="connsiteY25" fmla="*/ 105178 h 485154"/>
                <a:gd name="connsiteX26" fmla="*/ 284091 w 424585"/>
                <a:gd name="connsiteY26" fmla="*/ 150422 h 485154"/>
                <a:gd name="connsiteX27" fmla="*/ 305522 w 424585"/>
                <a:gd name="connsiteY27" fmla="*/ 198047 h 485154"/>
                <a:gd name="connsiteX28" fmla="*/ 338860 w 424585"/>
                <a:gd name="connsiteY28" fmla="*/ 255197 h 485154"/>
                <a:gd name="connsiteX29" fmla="*/ 424585 w 424585"/>
                <a:gd name="connsiteY29" fmla="*/ 257579 h 485154"/>
                <a:gd name="connsiteX30" fmla="*/ 417441 w 424585"/>
                <a:gd name="connsiteY30" fmla="*/ 321872 h 485154"/>
                <a:gd name="connsiteX31" fmla="*/ 348385 w 424585"/>
                <a:gd name="connsiteY31" fmla="*/ 321872 h 485154"/>
                <a:gd name="connsiteX0" fmla="*/ 348985 w 425185"/>
                <a:gd name="connsiteY0" fmla="*/ 321872 h 485154"/>
                <a:gd name="connsiteX1" fmla="*/ 291834 w 425185"/>
                <a:gd name="connsiteY1" fmla="*/ 357592 h 485154"/>
                <a:gd name="connsiteX2" fmla="*/ 294216 w 425185"/>
                <a:gd name="connsiteY2" fmla="*/ 424265 h 485154"/>
                <a:gd name="connsiteX3" fmla="*/ 239447 w 425185"/>
                <a:gd name="connsiteY3" fmla="*/ 481415 h 485154"/>
                <a:gd name="connsiteX4" fmla="*/ 148960 w 425185"/>
                <a:gd name="connsiteY4" fmla="*/ 448078 h 485154"/>
                <a:gd name="connsiteX5" fmla="*/ 160865 w 425185"/>
                <a:gd name="connsiteY5" fmla="*/ 355209 h 485154"/>
                <a:gd name="connsiteX6" fmla="*/ 218016 w 425185"/>
                <a:gd name="connsiteY6" fmla="*/ 326635 h 485154"/>
                <a:gd name="connsiteX7" fmla="*/ 268021 w 425185"/>
                <a:gd name="connsiteY7" fmla="*/ 324253 h 485154"/>
                <a:gd name="connsiteX8" fmla="*/ 298978 w 425185"/>
                <a:gd name="connsiteY8" fmla="*/ 279009 h 485154"/>
                <a:gd name="connsiteX9" fmla="*/ 256116 w 425185"/>
                <a:gd name="connsiteY9" fmla="*/ 262340 h 485154"/>
                <a:gd name="connsiteX10" fmla="*/ 222778 w 425185"/>
                <a:gd name="connsiteY10" fmla="*/ 262340 h 485154"/>
                <a:gd name="connsiteX11" fmla="*/ 182297 w 425185"/>
                <a:gd name="connsiteY11" fmla="*/ 276628 h 485154"/>
                <a:gd name="connsiteX12" fmla="*/ 163247 w 425185"/>
                <a:gd name="connsiteY12" fmla="*/ 321872 h 485154"/>
                <a:gd name="connsiteX13" fmla="*/ 134672 w 425185"/>
                <a:gd name="connsiteY13" fmla="*/ 357590 h 485154"/>
                <a:gd name="connsiteX14" fmla="*/ 27516 w 425185"/>
                <a:gd name="connsiteY14" fmla="*/ 336160 h 485154"/>
                <a:gd name="connsiteX15" fmla="*/ 3703 w 425185"/>
                <a:gd name="connsiteY15" fmla="*/ 231384 h 485154"/>
                <a:gd name="connsiteX16" fmla="*/ 89428 w 425185"/>
                <a:gd name="connsiteY16" fmla="*/ 155184 h 485154"/>
                <a:gd name="connsiteX17" fmla="*/ 156103 w 425185"/>
                <a:gd name="connsiteY17" fmla="*/ 188522 h 485154"/>
                <a:gd name="connsiteX18" fmla="*/ 184679 w 425185"/>
                <a:gd name="connsiteY18" fmla="*/ 231383 h 485154"/>
                <a:gd name="connsiteX19" fmla="*/ 270403 w 425185"/>
                <a:gd name="connsiteY19" fmla="*/ 229003 h 485154"/>
                <a:gd name="connsiteX20" fmla="*/ 251354 w 425185"/>
                <a:gd name="connsiteY20" fmla="*/ 167090 h 485154"/>
                <a:gd name="connsiteX21" fmla="*/ 175153 w 425185"/>
                <a:gd name="connsiteY21" fmla="*/ 157565 h 485154"/>
                <a:gd name="connsiteX22" fmla="*/ 127528 w 425185"/>
                <a:gd name="connsiteY22" fmla="*/ 76603 h 485154"/>
                <a:gd name="connsiteX23" fmla="*/ 191821 w 425185"/>
                <a:gd name="connsiteY23" fmla="*/ 2784 h 485154"/>
                <a:gd name="connsiteX24" fmla="*/ 284690 w 425185"/>
                <a:gd name="connsiteY24" fmla="*/ 24214 h 485154"/>
                <a:gd name="connsiteX25" fmla="*/ 306123 w 425185"/>
                <a:gd name="connsiteY25" fmla="*/ 105178 h 485154"/>
                <a:gd name="connsiteX26" fmla="*/ 284691 w 425185"/>
                <a:gd name="connsiteY26" fmla="*/ 150422 h 485154"/>
                <a:gd name="connsiteX27" fmla="*/ 306122 w 425185"/>
                <a:gd name="connsiteY27" fmla="*/ 198047 h 485154"/>
                <a:gd name="connsiteX28" fmla="*/ 339460 w 425185"/>
                <a:gd name="connsiteY28" fmla="*/ 255197 h 485154"/>
                <a:gd name="connsiteX29" fmla="*/ 425185 w 425185"/>
                <a:gd name="connsiteY29" fmla="*/ 257579 h 485154"/>
                <a:gd name="connsiteX30" fmla="*/ 418041 w 425185"/>
                <a:gd name="connsiteY30" fmla="*/ 321872 h 485154"/>
                <a:gd name="connsiteX31" fmla="*/ 348985 w 425185"/>
                <a:gd name="connsiteY31" fmla="*/ 321872 h 485154"/>
                <a:gd name="connsiteX0" fmla="*/ 349331 w 425531"/>
                <a:gd name="connsiteY0" fmla="*/ 321872 h 485154"/>
                <a:gd name="connsiteX1" fmla="*/ 292180 w 425531"/>
                <a:gd name="connsiteY1" fmla="*/ 357592 h 485154"/>
                <a:gd name="connsiteX2" fmla="*/ 294562 w 425531"/>
                <a:gd name="connsiteY2" fmla="*/ 424265 h 485154"/>
                <a:gd name="connsiteX3" fmla="*/ 239793 w 425531"/>
                <a:gd name="connsiteY3" fmla="*/ 481415 h 485154"/>
                <a:gd name="connsiteX4" fmla="*/ 149306 w 425531"/>
                <a:gd name="connsiteY4" fmla="*/ 448078 h 485154"/>
                <a:gd name="connsiteX5" fmla="*/ 161211 w 425531"/>
                <a:gd name="connsiteY5" fmla="*/ 355209 h 485154"/>
                <a:gd name="connsiteX6" fmla="*/ 218362 w 425531"/>
                <a:gd name="connsiteY6" fmla="*/ 326635 h 485154"/>
                <a:gd name="connsiteX7" fmla="*/ 268367 w 425531"/>
                <a:gd name="connsiteY7" fmla="*/ 324253 h 485154"/>
                <a:gd name="connsiteX8" fmla="*/ 299324 w 425531"/>
                <a:gd name="connsiteY8" fmla="*/ 279009 h 485154"/>
                <a:gd name="connsiteX9" fmla="*/ 256462 w 425531"/>
                <a:gd name="connsiteY9" fmla="*/ 262340 h 485154"/>
                <a:gd name="connsiteX10" fmla="*/ 223124 w 425531"/>
                <a:gd name="connsiteY10" fmla="*/ 262340 h 485154"/>
                <a:gd name="connsiteX11" fmla="*/ 182643 w 425531"/>
                <a:gd name="connsiteY11" fmla="*/ 276628 h 485154"/>
                <a:gd name="connsiteX12" fmla="*/ 163593 w 425531"/>
                <a:gd name="connsiteY12" fmla="*/ 321872 h 485154"/>
                <a:gd name="connsiteX13" fmla="*/ 135018 w 425531"/>
                <a:gd name="connsiteY13" fmla="*/ 357590 h 485154"/>
                <a:gd name="connsiteX14" fmla="*/ 27862 w 425531"/>
                <a:gd name="connsiteY14" fmla="*/ 336160 h 485154"/>
                <a:gd name="connsiteX15" fmla="*/ 4049 w 425531"/>
                <a:gd name="connsiteY15" fmla="*/ 231384 h 485154"/>
                <a:gd name="connsiteX16" fmla="*/ 89774 w 425531"/>
                <a:gd name="connsiteY16" fmla="*/ 155184 h 485154"/>
                <a:gd name="connsiteX17" fmla="*/ 156449 w 425531"/>
                <a:gd name="connsiteY17" fmla="*/ 188522 h 485154"/>
                <a:gd name="connsiteX18" fmla="*/ 185025 w 425531"/>
                <a:gd name="connsiteY18" fmla="*/ 231383 h 485154"/>
                <a:gd name="connsiteX19" fmla="*/ 270749 w 425531"/>
                <a:gd name="connsiteY19" fmla="*/ 229003 h 485154"/>
                <a:gd name="connsiteX20" fmla="*/ 251700 w 425531"/>
                <a:gd name="connsiteY20" fmla="*/ 167090 h 485154"/>
                <a:gd name="connsiteX21" fmla="*/ 175499 w 425531"/>
                <a:gd name="connsiteY21" fmla="*/ 157565 h 485154"/>
                <a:gd name="connsiteX22" fmla="*/ 127874 w 425531"/>
                <a:gd name="connsiteY22" fmla="*/ 76603 h 485154"/>
                <a:gd name="connsiteX23" fmla="*/ 192167 w 425531"/>
                <a:gd name="connsiteY23" fmla="*/ 2784 h 485154"/>
                <a:gd name="connsiteX24" fmla="*/ 285036 w 425531"/>
                <a:gd name="connsiteY24" fmla="*/ 24214 h 485154"/>
                <a:gd name="connsiteX25" fmla="*/ 306469 w 425531"/>
                <a:gd name="connsiteY25" fmla="*/ 105178 h 485154"/>
                <a:gd name="connsiteX26" fmla="*/ 285037 w 425531"/>
                <a:gd name="connsiteY26" fmla="*/ 150422 h 485154"/>
                <a:gd name="connsiteX27" fmla="*/ 306468 w 425531"/>
                <a:gd name="connsiteY27" fmla="*/ 198047 h 485154"/>
                <a:gd name="connsiteX28" fmla="*/ 339806 w 425531"/>
                <a:gd name="connsiteY28" fmla="*/ 255197 h 485154"/>
                <a:gd name="connsiteX29" fmla="*/ 425531 w 425531"/>
                <a:gd name="connsiteY29" fmla="*/ 257579 h 485154"/>
                <a:gd name="connsiteX30" fmla="*/ 418387 w 425531"/>
                <a:gd name="connsiteY30" fmla="*/ 321872 h 485154"/>
                <a:gd name="connsiteX31" fmla="*/ 349331 w 425531"/>
                <a:gd name="connsiteY31" fmla="*/ 321872 h 485154"/>
                <a:gd name="connsiteX0" fmla="*/ 348986 w 425186"/>
                <a:gd name="connsiteY0" fmla="*/ 321872 h 485154"/>
                <a:gd name="connsiteX1" fmla="*/ 291835 w 425186"/>
                <a:gd name="connsiteY1" fmla="*/ 357592 h 485154"/>
                <a:gd name="connsiteX2" fmla="*/ 294217 w 425186"/>
                <a:gd name="connsiteY2" fmla="*/ 424265 h 485154"/>
                <a:gd name="connsiteX3" fmla="*/ 239448 w 425186"/>
                <a:gd name="connsiteY3" fmla="*/ 481415 h 485154"/>
                <a:gd name="connsiteX4" fmla="*/ 148961 w 425186"/>
                <a:gd name="connsiteY4" fmla="*/ 448078 h 485154"/>
                <a:gd name="connsiteX5" fmla="*/ 160866 w 425186"/>
                <a:gd name="connsiteY5" fmla="*/ 355209 h 485154"/>
                <a:gd name="connsiteX6" fmla="*/ 218017 w 425186"/>
                <a:gd name="connsiteY6" fmla="*/ 326635 h 485154"/>
                <a:gd name="connsiteX7" fmla="*/ 268022 w 425186"/>
                <a:gd name="connsiteY7" fmla="*/ 324253 h 485154"/>
                <a:gd name="connsiteX8" fmla="*/ 298979 w 425186"/>
                <a:gd name="connsiteY8" fmla="*/ 279009 h 485154"/>
                <a:gd name="connsiteX9" fmla="*/ 256117 w 425186"/>
                <a:gd name="connsiteY9" fmla="*/ 262340 h 485154"/>
                <a:gd name="connsiteX10" fmla="*/ 222779 w 425186"/>
                <a:gd name="connsiteY10" fmla="*/ 262340 h 485154"/>
                <a:gd name="connsiteX11" fmla="*/ 182298 w 425186"/>
                <a:gd name="connsiteY11" fmla="*/ 276628 h 485154"/>
                <a:gd name="connsiteX12" fmla="*/ 163248 w 425186"/>
                <a:gd name="connsiteY12" fmla="*/ 321872 h 485154"/>
                <a:gd name="connsiteX13" fmla="*/ 134673 w 425186"/>
                <a:gd name="connsiteY13" fmla="*/ 357590 h 485154"/>
                <a:gd name="connsiteX14" fmla="*/ 27517 w 425186"/>
                <a:gd name="connsiteY14" fmla="*/ 336160 h 485154"/>
                <a:gd name="connsiteX15" fmla="*/ 3704 w 425186"/>
                <a:gd name="connsiteY15" fmla="*/ 207571 h 485154"/>
                <a:gd name="connsiteX16" fmla="*/ 89429 w 425186"/>
                <a:gd name="connsiteY16" fmla="*/ 155184 h 485154"/>
                <a:gd name="connsiteX17" fmla="*/ 156104 w 425186"/>
                <a:gd name="connsiteY17" fmla="*/ 188522 h 485154"/>
                <a:gd name="connsiteX18" fmla="*/ 184680 w 425186"/>
                <a:gd name="connsiteY18" fmla="*/ 231383 h 485154"/>
                <a:gd name="connsiteX19" fmla="*/ 270404 w 425186"/>
                <a:gd name="connsiteY19" fmla="*/ 229003 h 485154"/>
                <a:gd name="connsiteX20" fmla="*/ 251355 w 425186"/>
                <a:gd name="connsiteY20" fmla="*/ 167090 h 485154"/>
                <a:gd name="connsiteX21" fmla="*/ 175154 w 425186"/>
                <a:gd name="connsiteY21" fmla="*/ 157565 h 485154"/>
                <a:gd name="connsiteX22" fmla="*/ 127529 w 425186"/>
                <a:gd name="connsiteY22" fmla="*/ 76603 h 485154"/>
                <a:gd name="connsiteX23" fmla="*/ 191822 w 425186"/>
                <a:gd name="connsiteY23" fmla="*/ 2784 h 485154"/>
                <a:gd name="connsiteX24" fmla="*/ 284691 w 425186"/>
                <a:gd name="connsiteY24" fmla="*/ 24214 h 485154"/>
                <a:gd name="connsiteX25" fmla="*/ 306124 w 425186"/>
                <a:gd name="connsiteY25" fmla="*/ 105178 h 485154"/>
                <a:gd name="connsiteX26" fmla="*/ 284692 w 425186"/>
                <a:gd name="connsiteY26" fmla="*/ 150422 h 485154"/>
                <a:gd name="connsiteX27" fmla="*/ 306123 w 425186"/>
                <a:gd name="connsiteY27" fmla="*/ 198047 h 485154"/>
                <a:gd name="connsiteX28" fmla="*/ 339461 w 425186"/>
                <a:gd name="connsiteY28" fmla="*/ 255197 h 485154"/>
                <a:gd name="connsiteX29" fmla="*/ 425186 w 425186"/>
                <a:gd name="connsiteY29" fmla="*/ 257579 h 485154"/>
                <a:gd name="connsiteX30" fmla="*/ 418042 w 425186"/>
                <a:gd name="connsiteY30" fmla="*/ 321872 h 485154"/>
                <a:gd name="connsiteX31" fmla="*/ 348986 w 425186"/>
                <a:gd name="connsiteY31" fmla="*/ 321872 h 485154"/>
                <a:gd name="connsiteX0" fmla="*/ 349991 w 426191"/>
                <a:gd name="connsiteY0" fmla="*/ 321872 h 485154"/>
                <a:gd name="connsiteX1" fmla="*/ 292840 w 426191"/>
                <a:gd name="connsiteY1" fmla="*/ 357592 h 485154"/>
                <a:gd name="connsiteX2" fmla="*/ 295222 w 426191"/>
                <a:gd name="connsiteY2" fmla="*/ 424265 h 485154"/>
                <a:gd name="connsiteX3" fmla="*/ 240453 w 426191"/>
                <a:gd name="connsiteY3" fmla="*/ 481415 h 485154"/>
                <a:gd name="connsiteX4" fmla="*/ 149966 w 426191"/>
                <a:gd name="connsiteY4" fmla="*/ 448078 h 485154"/>
                <a:gd name="connsiteX5" fmla="*/ 161871 w 426191"/>
                <a:gd name="connsiteY5" fmla="*/ 355209 h 485154"/>
                <a:gd name="connsiteX6" fmla="*/ 219022 w 426191"/>
                <a:gd name="connsiteY6" fmla="*/ 326635 h 485154"/>
                <a:gd name="connsiteX7" fmla="*/ 269027 w 426191"/>
                <a:gd name="connsiteY7" fmla="*/ 324253 h 485154"/>
                <a:gd name="connsiteX8" fmla="*/ 299984 w 426191"/>
                <a:gd name="connsiteY8" fmla="*/ 279009 h 485154"/>
                <a:gd name="connsiteX9" fmla="*/ 257122 w 426191"/>
                <a:gd name="connsiteY9" fmla="*/ 262340 h 485154"/>
                <a:gd name="connsiteX10" fmla="*/ 223784 w 426191"/>
                <a:gd name="connsiteY10" fmla="*/ 262340 h 485154"/>
                <a:gd name="connsiteX11" fmla="*/ 183303 w 426191"/>
                <a:gd name="connsiteY11" fmla="*/ 276628 h 485154"/>
                <a:gd name="connsiteX12" fmla="*/ 164253 w 426191"/>
                <a:gd name="connsiteY12" fmla="*/ 321872 h 485154"/>
                <a:gd name="connsiteX13" fmla="*/ 135678 w 426191"/>
                <a:gd name="connsiteY13" fmla="*/ 357590 h 485154"/>
                <a:gd name="connsiteX14" fmla="*/ 28522 w 426191"/>
                <a:gd name="connsiteY14" fmla="*/ 336160 h 485154"/>
                <a:gd name="connsiteX15" fmla="*/ 4709 w 426191"/>
                <a:gd name="connsiteY15" fmla="*/ 207571 h 485154"/>
                <a:gd name="connsiteX16" fmla="*/ 90434 w 426191"/>
                <a:gd name="connsiteY16" fmla="*/ 155184 h 485154"/>
                <a:gd name="connsiteX17" fmla="*/ 157109 w 426191"/>
                <a:gd name="connsiteY17" fmla="*/ 188522 h 485154"/>
                <a:gd name="connsiteX18" fmla="*/ 185685 w 426191"/>
                <a:gd name="connsiteY18" fmla="*/ 231383 h 485154"/>
                <a:gd name="connsiteX19" fmla="*/ 271409 w 426191"/>
                <a:gd name="connsiteY19" fmla="*/ 229003 h 485154"/>
                <a:gd name="connsiteX20" fmla="*/ 252360 w 426191"/>
                <a:gd name="connsiteY20" fmla="*/ 167090 h 485154"/>
                <a:gd name="connsiteX21" fmla="*/ 176159 w 426191"/>
                <a:gd name="connsiteY21" fmla="*/ 157565 h 485154"/>
                <a:gd name="connsiteX22" fmla="*/ 128534 w 426191"/>
                <a:gd name="connsiteY22" fmla="*/ 76603 h 485154"/>
                <a:gd name="connsiteX23" fmla="*/ 192827 w 426191"/>
                <a:gd name="connsiteY23" fmla="*/ 2784 h 485154"/>
                <a:gd name="connsiteX24" fmla="*/ 285696 w 426191"/>
                <a:gd name="connsiteY24" fmla="*/ 24214 h 485154"/>
                <a:gd name="connsiteX25" fmla="*/ 307129 w 426191"/>
                <a:gd name="connsiteY25" fmla="*/ 105178 h 485154"/>
                <a:gd name="connsiteX26" fmla="*/ 285697 w 426191"/>
                <a:gd name="connsiteY26" fmla="*/ 150422 h 485154"/>
                <a:gd name="connsiteX27" fmla="*/ 307128 w 426191"/>
                <a:gd name="connsiteY27" fmla="*/ 198047 h 485154"/>
                <a:gd name="connsiteX28" fmla="*/ 340466 w 426191"/>
                <a:gd name="connsiteY28" fmla="*/ 255197 h 485154"/>
                <a:gd name="connsiteX29" fmla="*/ 426191 w 426191"/>
                <a:gd name="connsiteY29" fmla="*/ 257579 h 485154"/>
                <a:gd name="connsiteX30" fmla="*/ 419047 w 426191"/>
                <a:gd name="connsiteY30" fmla="*/ 321872 h 485154"/>
                <a:gd name="connsiteX31" fmla="*/ 349991 w 426191"/>
                <a:gd name="connsiteY31" fmla="*/ 321872 h 485154"/>
                <a:gd name="connsiteX0" fmla="*/ 351758 w 427958"/>
                <a:gd name="connsiteY0" fmla="*/ 321872 h 485154"/>
                <a:gd name="connsiteX1" fmla="*/ 294607 w 427958"/>
                <a:gd name="connsiteY1" fmla="*/ 357592 h 485154"/>
                <a:gd name="connsiteX2" fmla="*/ 296989 w 427958"/>
                <a:gd name="connsiteY2" fmla="*/ 424265 h 485154"/>
                <a:gd name="connsiteX3" fmla="*/ 242220 w 427958"/>
                <a:gd name="connsiteY3" fmla="*/ 481415 h 485154"/>
                <a:gd name="connsiteX4" fmla="*/ 151733 w 427958"/>
                <a:gd name="connsiteY4" fmla="*/ 448078 h 485154"/>
                <a:gd name="connsiteX5" fmla="*/ 163638 w 427958"/>
                <a:gd name="connsiteY5" fmla="*/ 355209 h 485154"/>
                <a:gd name="connsiteX6" fmla="*/ 220789 w 427958"/>
                <a:gd name="connsiteY6" fmla="*/ 326635 h 485154"/>
                <a:gd name="connsiteX7" fmla="*/ 270794 w 427958"/>
                <a:gd name="connsiteY7" fmla="*/ 324253 h 485154"/>
                <a:gd name="connsiteX8" fmla="*/ 301751 w 427958"/>
                <a:gd name="connsiteY8" fmla="*/ 279009 h 485154"/>
                <a:gd name="connsiteX9" fmla="*/ 258889 w 427958"/>
                <a:gd name="connsiteY9" fmla="*/ 262340 h 485154"/>
                <a:gd name="connsiteX10" fmla="*/ 225551 w 427958"/>
                <a:gd name="connsiteY10" fmla="*/ 262340 h 485154"/>
                <a:gd name="connsiteX11" fmla="*/ 185070 w 427958"/>
                <a:gd name="connsiteY11" fmla="*/ 276628 h 485154"/>
                <a:gd name="connsiteX12" fmla="*/ 166020 w 427958"/>
                <a:gd name="connsiteY12" fmla="*/ 321872 h 485154"/>
                <a:gd name="connsiteX13" fmla="*/ 137445 w 427958"/>
                <a:gd name="connsiteY13" fmla="*/ 357590 h 485154"/>
                <a:gd name="connsiteX14" fmla="*/ 20764 w 427958"/>
                <a:gd name="connsiteY14" fmla="*/ 319491 h 485154"/>
                <a:gd name="connsiteX15" fmla="*/ 6476 w 427958"/>
                <a:gd name="connsiteY15" fmla="*/ 207571 h 485154"/>
                <a:gd name="connsiteX16" fmla="*/ 92201 w 427958"/>
                <a:gd name="connsiteY16" fmla="*/ 155184 h 485154"/>
                <a:gd name="connsiteX17" fmla="*/ 158876 w 427958"/>
                <a:gd name="connsiteY17" fmla="*/ 188522 h 485154"/>
                <a:gd name="connsiteX18" fmla="*/ 187452 w 427958"/>
                <a:gd name="connsiteY18" fmla="*/ 231383 h 485154"/>
                <a:gd name="connsiteX19" fmla="*/ 273176 w 427958"/>
                <a:gd name="connsiteY19" fmla="*/ 229003 h 485154"/>
                <a:gd name="connsiteX20" fmla="*/ 254127 w 427958"/>
                <a:gd name="connsiteY20" fmla="*/ 167090 h 485154"/>
                <a:gd name="connsiteX21" fmla="*/ 177926 w 427958"/>
                <a:gd name="connsiteY21" fmla="*/ 157565 h 485154"/>
                <a:gd name="connsiteX22" fmla="*/ 130301 w 427958"/>
                <a:gd name="connsiteY22" fmla="*/ 76603 h 485154"/>
                <a:gd name="connsiteX23" fmla="*/ 194594 w 427958"/>
                <a:gd name="connsiteY23" fmla="*/ 2784 h 485154"/>
                <a:gd name="connsiteX24" fmla="*/ 287463 w 427958"/>
                <a:gd name="connsiteY24" fmla="*/ 24214 h 485154"/>
                <a:gd name="connsiteX25" fmla="*/ 308896 w 427958"/>
                <a:gd name="connsiteY25" fmla="*/ 105178 h 485154"/>
                <a:gd name="connsiteX26" fmla="*/ 287464 w 427958"/>
                <a:gd name="connsiteY26" fmla="*/ 150422 h 485154"/>
                <a:gd name="connsiteX27" fmla="*/ 308895 w 427958"/>
                <a:gd name="connsiteY27" fmla="*/ 198047 h 485154"/>
                <a:gd name="connsiteX28" fmla="*/ 342233 w 427958"/>
                <a:gd name="connsiteY28" fmla="*/ 255197 h 485154"/>
                <a:gd name="connsiteX29" fmla="*/ 427958 w 427958"/>
                <a:gd name="connsiteY29" fmla="*/ 257579 h 485154"/>
                <a:gd name="connsiteX30" fmla="*/ 420814 w 427958"/>
                <a:gd name="connsiteY30" fmla="*/ 321872 h 485154"/>
                <a:gd name="connsiteX31" fmla="*/ 351758 w 427958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64944 w 426882"/>
                <a:gd name="connsiteY12" fmla="*/ 321872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09966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2014"/>
                <a:gd name="connsiteX1" fmla="*/ 293531 w 426882"/>
                <a:gd name="connsiteY1" fmla="*/ 357592 h 482014"/>
                <a:gd name="connsiteX2" fmla="*/ 295913 w 426882"/>
                <a:gd name="connsiteY2" fmla="*/ 424265 h 482014"/>
                <a:gd name="connsiteX3" fmla="*/ 241144 w 426882"/>
                <a:gd name="connsiteY3" fmla="*/ 481415 h 482014"/>
                <a:gd name="connsiteX4" fmla="*/ 136370 w 426882"/>
                <a:gd name="connsiteY4" fmla="*/ 448078 h 482014"/>
                <a:gd name="connsiteX5" fmla="*/ 162562 w 426882"/>
                <a:gd name="connsiteY5" fmla="*/ 355209 h 482014"/>
                <a:gd name="connsiteX6" fmla="*/ 219713 w 426882"/>
                <a:gd name="connsiteY6" fmla="*/ 326635 h 482014"/>
                <a:gd name="connsiteX7" fmla="*/ 269718 w 426882"/>
                <a:gd name="connsiteY7" fmla="*/ 324253 h 482014"/>
                <a:gd name="connsiteX8" fmla="*/ 300675 w 426882"/>
                <a:gd name="connsiteY8" fmla="*/ 279009 h 482014"/>
                <a:gd name="connsiteX9" fmla="*/ 257813 w 426882"/>
                <a:gd name="connsiteY9" fmla="*/ 262340 h 482014"/>
                <a:gd name="connsiteX10" fmla="*/ 224475 w 426882"/>
                <a:gd name="connsiteY10" fmla="*/ 262340 h 482014"/>
                <a:gd name="connsiteX11" fmla="*/ 183994 w 426882"/>
                <a:gd name="connsiteY11" fmla="*/ 276628 h 482014"/>
                <a:gd name="connsiteX12" fmla="*/ 155419 w 426882"/>
                <a:gd name="connsiteY12" fmla="*/ 312347 h 482014"/>
                <a:gd name="connsiteX13" fmla="*/ 107794 w 426882"/>
                <a:gd name="connsiteY13" fmla="*/ 340922 h 482014"/>
                <a:gd name="connsiteX14" fmla="*/ 19688 w 426882"/>
                <a:gd name="connsiteY14" fmla="*/ 309966 h 482014"/>
                <a:gd name="connsiteX15" fmla="*/ 5400 w 426882"/>
                <a:gd name="connsiteY15" fmla="*/ 207571 h 482014"/>
                <a:gd name="connsiteX16" fmla="*/ 91125 w 426882"/>
                <a:gd name="connsiteY16" fmla="*/ 155184 h 482014"/>
                <a:gd name="connsiteX17" fmla="*/ 157800 w 426882"/>
                <a:gd name="connsiteY17" fmla="*/ 188522 h 482014"/>
                <a:gd name="connsiteX18" fmla="*/ 186376 w 426882"/>
                <a:gd name="connsiteY18" fmla="*/ 231383 h 482014"/>
                <a:gd name="connsiteX19" fmla="*/ 272100 w 426882"/>
                <a:gd name="connsiteY19" fmla="*/ 229003 h 482014"/>
                <a:gd name="connsiteX20" fmla="*/ 253051 w 426882"/>
                <a:gd name="connsiteY20" fmla="*/ 167090 h 482014"/>
                <a:gd name="connsiteX21" fmla="*/ 176850 w 426882"/>
                <a:gd name="connsiteY21" fmla="*/ 157565 h 482014"/>
                <a:gd name="connsiteX22" fmla="*/ 129225 w 426882"/>
                <a:gd name="connsiteY22" fmla="*/ 76603 h 482014"/>
                <a:gd name="connsiteX23" fmla="*/ 193518 w 426882"/>
                <a:gd name="connsiteY23" fmla="*/ 2784 h 482014"/>
                <a:gd name="connsiteX24" fmla="*/ 286387 w 426882"/>
                <a:gd name="connsiteY24" fmla="*/ 24214 h 482014"/>
                <a:gd name="connsiteX25" fmla="*/ 307820 w 426882"/>
                <a:gd name="connsiteY25" fmla="*/ 105178 h 482014"/>
                <a:gd name="connsiteX26" fmla="*/ 286388 w 426882"/>
                <a:gd name="connsiteY26" fmla="*/ 150422 h 482014"/>
                <a:gd name="connsiteX27" fmla="*/ 307819 w 426882"/>
                <a:gd name="connsiteY27" fmla="*/ 198047 h 482014"/>
                <a:gd name="connsiteX28" fmla="*/ 341157 w 426882"/>
                <a:gd name="connsiteY28" fmla="*/ 255197 h 482014"/>
                <a:gd name="connsiteX29" fmla="*/ 426882 w 426882"/>
                <a:gd name="connsiteY29" fmla="*/ 257579 h 482014"/>
                <a:gd name="connsiteX30" fmla="*/ 419738 w 426882"/>
                <a:gd name="connsiteY30" fmla="*/ 321872 h 482014"/>
                <a:gd name="connsiteX31" fmla="*/ 350682 w 426882"/>
                <a:gd name="connsiteY31" fmla="*/ 321872 h 482014"/>
                <a:gd name="connsiteX0" fmla="*/ 350682 w 426882"/>
                <a:gd name="connsiteY0" fmla="*/ 321872 h 482049"/>
                <a:gd name="connsiteX1" fmla="*/ 293531 w 426882"/>
                <a:gd name="connsiteY1" fmla="*/ 357592 h 482049"/>
                <a:gd name="connsiteX2" fmla="*/ 295913 w 426882"/>
                <a:gd name="connsiteY2" fmla="*/ 424265 h 482049"/>
                <a:gd name="connsiteX3" fmla="*/ 241144 w 426882"/>
                <a:gd name="connsiteY3" fmla="*/ 481415 h 482049"/>
                <a:gd name="connsiteX4" fmla="*/ 136370 w 426882"/>
                <a:gd name="connsiteY4" fmla="*/ 448078 h 482049"/>
                <a:gd name="connsiteX5" fmla="*/ 150656 w 426882"/>
                <a:gd name="connsiteY5" fmla="*/ 348065 h 482049"/>
                <a:gd name="connsiteX6" fmla="*/ 219713 w 426882"/>
                <a:gd name="connsiteY6" fmla="*/ 326635 h 482049"/>
                <a:gd name="connsiteX7" fmla="*/ 269718 w 426882"/>
                <a:gd name="connsiteY7" fmla="*/ 324253 h 482049"/>
                <a:gd name="connsiteX8" fmla="*/ 300675 w 426882"/>
                <a:gd name="connsiteY8" fmla="*/ 279009 h 482049"/>
                <a:gd name="connsiteX9" fmla="*/ 257813 w 426882"/>
                <a:gd name="connsiteY9" fmla="*/ 262340 h 482049"/>
                <a:gd name="connsiteX10" fmla="*/ 224475 w 426882"/>
                <a:gd name="connsiteY10" fmla="*/ 262340 h 482049"/>
                <a:gd name="connsiteX11" fmla="*/ 183994 w 426882"/>
                <a:gd name="connsiteY11" fmla="*/ 276628 h 482049"/>
                <a:gd name="connsiteX12" fmla="*/ 155419 w 426882"/>
                <a:gd name="connsiteY12" fmla="*/ 312347 h 482049"/>
                <a:gd name="connsiteX13" fmla="*/ 107794 w 426882"/>
                <a:gd name="connsiteY13" fmla="*/ 340922 h 482049"/>
                <a:gd name="connsiteX14" fmla="*/ 19688 w 426882"/>
                <a:gd name="connsiteY14" fmla="*/ 309966 h 482049"/>
                <a:gd name="connsiteX15" fmla="*/ 5400 w 426882"/>
                <a:gd name="connsiteY15" fmla="*/ 207571 h 482049"/>
                <a:gd name="connsiteX16" fmla="*/ 91125 w 426882"/>
                <a:gd name="connsiteY16" fmla="*/ 155184 h 482049"/>
                <a:gd name="connsiteX17" fmla="*/ 157800 w 426882"/>
                <a:gd name="connsiteY17" fmla="*/ 188522 h 482049"/>
                <a:gd name="connsiteX18" fmla="*/ 186376 w 426882"/>
                <a:gd name="connsiteY18" fmla="*/ 231383 h 482049"/>
                <a:gd name="connsiteX19" fmla="*/ 272100 w 426882"/>
                <a:gd name="connsiteY19" fmla="*/ 229003 h 482049"/>
                <a:gd name="connsiteX20" fmla="*/ 253051 w 426882"/>
                <a:gd name="connsiteY20" fmla="*/ 167090 h 482049"/>
                <a:gd name="connsiteX21" fmla="*/ 176850 w 426882"/>
                <a:gd name="connsiteY21" fmla="*/ 157565 h 482049"/>
                <a:gd name="connsiteX22" fmla="*/ 129225 w 426882"/>
                <a:gd name="connsiteY22" fmla="*/ 76603 h 482049"/>
                <a:gd name="connsiteX23" fmla="*/ 193518 w 426882"/>
                <a:gd name="connsiteY23" fmla="*/ 2784 h 482049"/>
                <a:gd name="connsiteX24" fmla="*/ 286387 w 426882"/>
                <a:gd name="connsiteY24" fmla="*/ 24214 h 482049"/>
                <a:gd name="connsiteX25" fmla="*/ 307820 w 426882"/>
                <a:gd name="connsiteY25" fmla="*/ 105178 h 482049"/>
                <a:gd name="connsiteX26" fmla="*/ 286388 w 426882"/>
                <a:gd name="connsiteY26" fmla="*/ 150422 h 482049"/>
                <a:gd name="connsiteX27" fmla="*/ 307819 w 426882"/>
                <a:gd name="connsiteY27" fmla="*/ 198047 h 482049"/>
                <a:gd name="connsiteX28" fmla="*/ 341157 w 426882"/>
                <a:gd name="connsiteY28" fmla="*/ 255197 h 482049"/>
                <a:gd name="connsiteX29" fmla="*/ 426882 w 426882"/>
                <a:gd name="connsiteY29" fmla="*/ 257579 h 482049"/>
                <a:gd name="connsiteX30" fmla="*/ 419738 w 426882"/>
                <a:gd name="connsiteY30" fmla="*/ 321872 h 482049"/>
                <a:gd name="connsiteX31" fmla="*/ 350682 w 426882"/>
                <a:gd name="connsiteY31" fmla="*/ 321872 h 482049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7733"/>
                <a:gd name="connsiteX1" fmla="*/ 293531 w 426882"/>
                <a:gd name="connsiteY1" fmla="*/ 357592 h 487733"/>
                <a:gd name="connsiteX2" fmla="*/ 295913 w 426882"/>
                <a:gd name="connsiteY2" fmla="*/ 424265 h 487733"/>
                <a:gd name="connsiteX3" fmla="*/ 241144 w 426882"/>
                <a:gd name="connsiteY3" fmla="*/ 481415 h 487733"/>
                <a:gd name="connsiteX4" fmla="*/ 143513 w 426882"/>
                <a:gd name="connsiteY4" fmla="*/ 459985 h 487733"/>
                <a:gd name="connsiteX5" fmla="*/ 150656 w 426882"/>
                <a:gd name="connsiteY5" fmla="*/ 348065 h 487733"/>
                <a:gd name="connsiteX6" fmla="*/ 219713 w 426882"/>
                <a:gd name="connsiteY6" fmla="*/ 326635 h 487733"/>
                <a:gd name="connsiteX7" fmla="*/ 269718 w 426882"/>
                <a:gd name="connsiteY7" fmla="*/ 324253 h 487733"/>
                <a:gd name="connsiteX8" fmla="*/ 300675 w 426882"/>
                <a:gd name="connsiteY8" fmla="*/ 279009 h 487733"/>
                <a:gd name="connsiteX9" fmla="*/ 257813 w 426882"/>
                <a:gd name="connsiteY9" fmla="*/ 262340 h 487733"/>
                <a:gd name="connsiteX10" fmla="*/ 224475 w 426882"/>
                <a:gd name="connsiteY10" fmla="*/ 262340 h 487733"/>
                <a:gd name="connsiteX11" fmla="*/ 183994 w 426882"/>
                <a:gd name="connsiteY11" fmla="*/ 276628 h 487733"/>
                <a:gd name="connsiteX12" fmla="*/ 155419 w 426882"/>
                <a:gd name="connsiteY12" fmla="*/ 312347 h 487733"/>
                <a:gd name="connsiteX13" fmla="*/ 107794 w 426882"/>
                <a:gd name="connsiteY13" fmla="*/ 340922 h 487733"/>
                <a:gd name="connsiteX14" fmla="*/ 19688 w 426882"/>
                <a:gd name="connsiteY14" fmla="*/ 309966 h 487733"/>
                <a:gd name="connsiteX15" fmla="*/ 5400 w 426882"/>
                <a:gd name="connsiteY15" fmla="*/ 207571 h 487733"/>
                <a:gd name="connsiteX16" fmla="*/ 91125 w 426882"/>
                <a:gd name="connsiteY16" fmla="*/ 155184 h 487733"/>
                <a:gd name="connsiteX17" fmla="*/ 157800 w 426882"/>
                <a:gd name="connsiteY17" fmla="*/ 188522 h 487733"/>
                <a:gd name="connsiteX18" fmla="*/ 186376 w 426882"/>
                <a:gd name="connsiteY18" fmla="*/ 231383 h 487733"/>
                <a:gd name="connsiteX19" fmla="*/ 272100 w 426882"/>
                <a:gd name="connsiteY19" fmla="*/ 229003 h 487733"/>
                <a:gd name="connsiteX20" fmla="*/ 253051 w 426882"/>
                <a:gd name="connsiteY20" fmla="*/ 167090 h 487733"/>
                <a:gd name="connsiteX21" fmla="*/ 176850 w 426882"/>
                <a:gd name="connsiteY21" fmla="*/ 157565 h 487733"/>
                <a:gd name="connsiteX22" fmla="*/ 129225 w 426882"/>
                <a:gd name="connsiteY22" fmla="*/ 76603 h 487733"/>
                <a:gd name="connsiteX23" fmla="*/ 193518 w 426882"/>
                <a:gd name="connsiteY23" fmla="*/ 2784 h 487733"/>
                <a:gd name="connsiteX24" fmla="*/ 286387 w 426882"/>
                <a:gd name="connsiteY24" fmla="*/ 24214 h 487733"/>
                <a:gd name="connsiteX25" fmla="*/ 307820 w 426882"/>
                <a:gd name="connsiteY25" fmla="*/ 105178 h 487733"/>
                <a:gd name="connsiteX26" fmla="*/ 286388 w 426882"/>
                <a:gd name="connsiteY26" fmla="*/ 150422 h 487733"/>
                <a:gd name="connsiteX27" fmla="*/ 307819 w 426882"/>
                <a:gd name="connsiteY27" fmla="*/ 198047 h 487733"/>
                <a:gd name="connsiteX28" fmla="*/ 341157 w 426882"/>
                <a:gd name="connsiteY28" fmla="*/ 255197 h 487733"/>
                <a:gd name="connsiteX29" fmla="*/ 426882 w 426882"/>
                <a:gd name="connsiteY29" fmla="*/ 257579 h 487733"/>
                <a:gd name="connsiteX30" fmla="*/ 419738 w 426882"/>
                <a:gd name="connsiteY30" fmla="*/ 321872 h 487733"/>
                <a:gd name="connsiteX31" fmla="*/ 350682 w 426882"/>
                <a:gd name="connsiteY31" fmla="*/ 321872 h 48773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9713 w 426882"/>
                <a:gd name="connsiteY6" fmla="*/ 326635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3819"/>
                <a:gd name="connsiteX1" fmla="*/ 293531 w 426882"/>
                <a:gd name="connsiteY1" fmla="*/ 357592 h 483819"/>
                <a:gd name="connsiteX2" fmla="*/ 295913 w 426882"/>
                <a:gd name="connsiteY2" fmla="*/ 424265 h 483819"/>
                <a:gd name="connsiteX3" fmla="*/ 241144 w 426882"/>
                <a:gd name="connsiteY3" fmla="*/ 481415 h 483819"/>
                <a:gd name="connsiteX4" fmla="*/ 143513 w 426882"/>
                <a:gd name="connsiteY4" fmla="*/ 459985 h 483819"/>
                <a:gd name="connsiteX5" fmla="*/ 145893 w 426882"/>
                <a:gd name="connsiteY5" fmla="*/ 343302 h 483819"/>
                <a:gd name="connsiteX6" fmla="*/ 212569 w 426882"/>
                <a:gd name="connsiteY6" fmla="*/ 309967 h 483819"/>
                <a:gd name="connsiteX7" fmla="*/ 269718 w 426882"/>
                <a:gd name="connsiteY7" fmla="*/ 324253 h 483819"/>
                <a:gd name="connsiteX8" fmla="*/ 300675 w 426882"/>
                <a:gd name="connsiteY8" fmla="*/ 279009 h 483819"/>
                <a:gd name="connsiteX9" fmla="*/ 257813 w 426882"/>
                <a:gd name="connsiteY9" fmla="*/ 262340 h 483819"/>
                <a:gd name="connsiteX10" fmla="*/ 224475 w 426882"/>
                <a:gd name="connsiteY10" fmla="*/ 262340 h 483819"/>
                <a:gd name="connsiteX11" fmla="*/ 183994 w 426882"/>
                <a:gd name="connsiteY11" fmla="*/ 276628 h 483819"/>
                <a:gd name="connsiteX12" fmla="*/ 155419 w 426882"/>
                <a:gd name="connsiteY12" fmla="*/ 312347 h 483819"/>
                <a:gd name="connsiteX13" fmla="*/ 107794 w 426882"/>
                <a:gd name="connsiteY13" fmla="*/ 340922 h 483819"/>
                <a:gd name="connsiteX14" fmla="*/ 19688 w 426882"/>
                <a:gd name="connsiteY14" fmla="*/ 309966 h 483819"/>
                <a:gd name="connsiteX15" fmla="*/ 5400 w 426882"/>
                <a:gd name="connsiteY15" fmla="*/ 207571 h 483819"/>
                <a:gd name="connsiteX16" fmla="*/ 91125 w 426882"/>
                <a:gd name="connsiteY16" fmla="*/ 155184 h 483819"/>
                <a:gd name="connsiteX17" fmla="*/ 157800 w 426882"/>
                <a:gd name="connsiteY17" fmla="*/ 188522 h 483819"/>
                <a:gd name="connsiteX18" fmla="*/ 186376 w 426882"/>
                <a:gd name="connsiteY18" fmla="*/ 231383 h 483819"/>
                <a:gd name="connsiteX19" fmla="*/ 272100 w 426882"/>
                <a:gd name="connsiteY19" fmla="*/ 229003 h 483819"/>
                <a:gd name="connsiteX20" fmla="*/ 253051 w 426882"/>
                <a:gd name="connsiteY20" fmla="*/ 167090 h 483819"/>
                <a:gd name="connsiteX21" fmla="*/ 176850 w 426882"/>
                <a:gd name="connsiteY21" fmla="*/ 157565 h 483819"/>
                <a:gd name="connsiteX22" fmla="*/ 129225 w 426882"/>
                <a:gd name="connsiteY22" fmla="*/ 76603 h 483819"/>
                <a:gd name="connsiteX23" fmla="*/ 193518 w 426882"/>
                <a:gd name="connsiteY23" fmla="*/ 2784 h 483819"/>
                <a:gd name="connsiteX24" fmla="*/ 286387 w 426882"/>
                <a:gd name="connsiteY24" fmla="*/ 24214 h 483819"/>
                <a:gd name="connsiteX25" fmla="*/ 307820 w 426882"/>
                <a:gd name="connsiteY25" fmla="*/ 105178 h 483819"/>
                <a:gd name="connsiteX26" fmla="*/ 286388 w 426882"/>
                <a:gd name="connsiteY26" fmla="*/ 150422 h 483819"/>
                <a:gd name="connsiteX27" fmla="*/ 307819 w 426882"/>
                <a:gd name="connsiteY27" fmla="*/ 198047 h 483819"/>
                <a:gd name="connsiteX28" fmla="*/ 341157 w 426882"/>
                <a:gd name="connsiteY28" fmla="*/ 255197 h 483819"/>
                <a:gd name="connsiteX29" fmla="*/ 426882 w 426882"/>
                <a:gd name="connsiteY29" fmla="*/ 257579 h 483819"/>
                <a:gd name="connsiteX30" fmla="*/ 419738 w 426882"/>
                <a:gd name="connsiteY30" fmla="*/ 321872 h 483819"/>
                <a:gd name="connsiteX31" fmla="*/ 350682 w 426882"/>
                <a:gd name="connsiteY31" fmla="*/ 321872 h 4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6882" h="483819">
                  <a:moveTo>
                    <a:pt x="350682" y="321872"/>
                  </a:moveTo>
                  <a:cubicBezTo>
                    <a:pt x="322504" y="330206"/>
                    <a:pt x="308612" y="340923"/>
                    <a:pt x="293531" y="357592"/>
                  </a:cubicBezTo>
                  <a:cubicBezTo>
                    <a:pt x="297500" y="376642"/>
                    <a:pt x="304644" y="403628"/>
                    <a:pt x="295913" y="424265"/>
                  </a:cubicBezTo>
                  <a:cubicBezTo>
                    <a:pt x="287182" y="444902"/>
                    <a:pt x="266544" y="475462"/>
                    <a:pt x="241144" y="481415"/>
                  </a:cubicBezTo>
                  <a:cubicBezTo>
                    <a:pt x="215744" y="487368"/>
                    <a:pt x="159388" y="483004"/>
                    <a:pt x="143513" y="459985"/>
                  </a:cubicBezTo>
                  <a:cubicBezTo>
                    <a:pt x="127638" y="436966"/>
                    <a:pt x="112952" y="377830"/>
                    <a:pt x="145893" y="343302"/>
                  </a:cubicBezTo>
                  <a:cubicBezTo>
                    <a:pt x="178834" y="308774"/>
                    <a:pt x="191932" y="313142"/>
                    <a:pt x="212569" y="309967"/>
                  </a:cubicBezTo>
                  <a:cubicBezTo>
                    <a:pt x="233206" y="306792"/>
                    <a:pt x="255034" y="329413"/>
                    <a:pt x="269718" y="324253"/>
                  </a:cubicBezTo>
                  <a:cubicBezTo>
                    <a:pt x="284402" y="319093"/>
                    <a:pt x="302659" y="289328"/>
                    <a:pt x="300675" y="279009"/>
                  </a:cubicBezTo>
                  <a:cubicBezTo>
                    <a:pt x="298691" y="268690"/>
                    <a:pt x="270513" y="265118"/>
                    <a:pt x="257813" y="262340"/>
                  </a:cubicBezTo>
                  <a:cubicBezTo>
                    <a:pt x="245113" y="259562"/>
                    <a:pt x="236778" y="259959"/>
                    <a:pt x="224475" y="262340"/>
                  </a:cubicBezTo>
                  <a:cubicBezTo>
                    <a:pt x="212172" y="264721"/>
                    <a:pt x="195503" y="268294"/>
                    <a:pt x="183994" y="276628"/>
                  </a:cubicBezTo>
                  <a:cubicBezTo>
                    <a:pt x="172485" y="284962"/>
                    <a:pt x="168119" y="301631"/>
                    <a:pt x="155419" y="312347"/>
                  </a:cubicBezTo>
                  <a:cubicBezTo>
                    <a:pt x="142719" y="323063"/>
                    <a:pt x="130416" y="341319"/>
                    <a:pt x="107794" y="340922"/>
                  </a:cubicBezTo>
                  <a:cubicBezTo>
                    <a:pt x="85172" y="340525"/>
                    <a:pt x="36754" y="332191"/>
                    <a:pt x="19688" y="309966"/>
                  </a:cubicBezTo>
                  <a:cubicBezTo>
                    <a:pt x="2622" y="287741"/>
                    <a:pt x="-6506" y="233368"/>
                    <a:pt x="5400" y="207571"/>
                  </a:cubicBezTo>
                  <a:cubicBezTo>
                    <a:pt x="17306" y="181774"/>
                    <a:pt x="65725" y="158359"/>
                    <a:pt x="91125" y="155184"/>
                  </a:cubicBezTo>
                  <a:cubicBezTo>
                    <a:pt x="116525" y="152009"/>
                    <a:pt x="141925" y="175822"/>
                    <a:pt x="157800" y="188522"/>
                  </a:cubicBezTo>
                  <a:cubicBezTo>
                    <a:pt x="173675" y="201222"/>
                    <a:pt x="176852" y="210349"/>
                    <a:pt x="186376" y="231383"/>
                  </a:cubicBezTo>
                  <a:cubicBezTo>
                    <a:pt x="214950" y="226224"/>
                    <a:pt x="260988" y="239718"/>
                    <a:pt x="272100" y="229003"/>
                  </a:cubicBezTo>
                  <a:cubicBezTo>
                    <a:pt x="283212" y="218288"/>
                    <a:pt x="264163" y="186140"/>
                    <a:pt x="253051" y="167090"/>
                  </a:cubicBezTo>
                  <a:cubicBezTo>
                    <a:pt x="232414" y="167090"/>
                    <a:pt x="197488" y="172646"/>
                    <a:pt x="176850" y="157565"/>
                  </a:cubicBezTo>
                  <a:cubicBezTo>
                    <a:pt x="156212" y="142484"/>
                    <a:pt x="126447" y="102400"/>
                    <a:pt x="129225" y="76603"/>
                  </a:cubicBezTo>
                  <a:cubicBezTo>
                    <a:pt x="132003" y="50806"/>
                    <a:pt x="167324" y="11516"/>
                    <a:pt x="193518" y="2784"/>
                  </a:cubicBezTo>
                  <a:cubicBezTo>
                    <a:pt x="219712" y="-5948"/>
                    <a:pt x="267337" y="7148"/>
                    <a:pt x="286387" y="24214"/>
                  </a:cubicBezTo>
                  <a:cubicBezTo>
                    <a:pt x="305437" y="41280"/>
                    <a:pt x="307820" y="84143"/>
                    <a:pt x="307820" y="105178"/>
                  </a:cubicBezTo>
                  <a:cubicBezTo>
                    <a:pt x="307820" y="126213"/>
                    <a:pt x="286388" y="134944"/>
                    <a:pt x="286388" y="150422"/>
                  </a:cubicBezTo>
                  <a:cubicBezTo>
                    <a:pt x="286388" y="165900"/>
                    <a:pt x="298691" y="180585"/>
                    <a:pt x="307819" y="198047"/>
                  </a:cubicBezTo>
                  <a:cubicBezTo>
                    <a:pt x="316947" y="215510"/>
                    <a:pt x="325283" y="234163"/>
                    <a:pt x="341157" y="255197"/>
                  </a:cubicBezTo>
                  <a:cubicBezTo>
                    <a:pt x="364175" y="257182"/>
                    <a:pt x="379654" y="255992"/>
                    <a:pt x="426882" y="257579"/>
                  </a:cubicBezTo>
                  <a:cubicBezTo>
                    <a:pt x="416960" y="285360"/>
                    <a:pt x="422119" y="279010"/>
                    <a:pt x="419738" y="321872"/>
                  </a:cubicBezTo>
                  <a:cubicBezTo>
                    <a:pt x="379257" y="321872"/>
                    <a:pt x="383624" y="320682"/>
                    <a:pt x="350682" y="3218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6A9576-4617-77C2-2989-3A2DF5F81DF1}"/>
                </a:ext>
              </a:extLst>
            </p:cNvPr>
            <p:cNvSpPr/>
            <p:nvPr/>
          </p:nvSpPr>
          <p:spPr>
            <a:xfrm>
              <a:off x="2784293" y="3577486"/>
              <a:ext cx="95249" cy="944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89F777-2CAF-0AC1-FCBA-7C4A3365F30F}"/>
                </a:ext>
              </a:extLst>
            </p:cNvPr>
            <p:cNvSpPr/>
            <p:nvPr/>
          </p:nvSpPr>
          <p:spPr>
            <a:xfrm>
              <a:off x="2795536" y="3481566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1A968A3-0D51-A3C8-0AE2-400136017E2F}"/>
                </a:ext>
              </a:extLst>
            </p:cNvPr>
            <p:cNvSpPr/>
            <p:nvPr/>
          </p:nvSpPr>
          <p:spPr>
            <a:xfrm>
              <a:off x="2902029" y="3474098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F78DCF-2D50-EE22-9C0B-297D3BAE1C50}"/>
              </a:ext>
            </a:extLst>
          </p:cNvPr>
          <p:cNvGrpSpPr/>
          <p:nvPr/>
        </p:nvGrpSpPr>
        <p:grpSpPr>
          <a:xfrm>
            <a:off x="5231161" y="3700442"/>
            <a:ext cx="3715989" cy="1088646"/>
            <a:chOff x="5231161" y="3700442"/>
            <a:chExt cx="3715989" cy="1088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2B0D01-8CD1-C46D-3CB7-6E51AB46E3A3}"/>
                </a:ext>
              </a:extLst>
            </p:cNvPr>
            <p:cNvGrpSpPr/>
            <p:nvPr/>
          </p:nvGrpSpPr>
          <p:grpSpPr>
            <a:xfrm>
              <a:off x="5231161" y="3958091"/>
              <a:ext cx="3715989" cy="830997"/>
              <a:chOff x="5231161" y="3958091"/>
              <a:chExt cx="3715989" cy="83099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BBC004-0A39-D090-23CD-B3E7314B4A82}"/>
                  </a:ext>
                </a:extLst>
              </p:cNvPr>
              <p:cNvSpPr txBox="1"/>
              <p:nvPr/>
            </p:nvSpPr>
            <p:spPr>
              <a:xfrm>
                <a:off x="5231161" y="3958091"/>
                <a:ext cx="2055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PTX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Abdominal distention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DAB432-E1FE-E2A7-1868-FBF5E82AB79C}"/>
                  </a:ext>
                </a:extLst>
              </p:cNvPr>
              <p:cNvSpPr txBox="1"/>
              <p:nvPr/>
            </p:nvSpPr>
            <p:spPr>
              <a:xfrm>
                <a:off x="6467144" y="3958091"/>
                <a:ext cx="24800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Atelectasis/ lobar collapse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Pleural effusion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780189-355B-6FB4-59A6-A430F36F4428}"/>
                </a:ext>
              </a:extLst>
            </p:cNvPr>
            <p:cNvSpPr txBox="1"/>
            <p:nvPr/>
          </p:nvSpPr>
          <p:spPr>
            <a:xfrm>
              <a:off x="5498577" y="3700442"/>
              <a:ext cx="24302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u="sng" dirty="0"/>
                <a:t>Alveolar collapse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F0A3AD-C12C-C5A9-E86F-D4A257590E87}"/>
              </a:ext>
            </a:extLst>
          </p:cNvPr>
          <p:cNvGrpSpPr/>
          <p:nvPr/>
        </p:nvGrpSpPr>
        <p:grpSpPr>
          <a:xfrm rot="17376884">
            <a:off x="2689022" y="4275051"/>
            <a:ext cx="241838" cy="216694"/>
            <a:chOff x="2769868" y="3465435"/>
            <a:chExt cx="241838" cy="21669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0497F91-F8A4-E335-0210-8ABA0A36DD85}"/>
                </a:ext>
              </a:extLst>
            </p:cNvPr>
            <p:cNvSpPr/>
            <p:nvPr/>
          </p:nvSpPr>
          <p:spPr>
            <a:xfrm rot="2846637">
              <a:off x="2782440" y="3452863"/>
              <a:ext cx="216694" cy="241838"/>
            </a:xfrm>
            <a:custGeom>
              <a:avLst/>
              <a:gdLst>
                <a:gd name="connsiteX0" fmla="*/ 289460 w 367013"/>
                <a:gd name="connsiteY0" fmla="*/ 264217 h 424089"/>
                <a:gd name="connsiteX1" fmla="*/ 234691 w 367013"/>
                <a:gd name="connsiteY1" fmla="*/ 295173 h 424089"/>
                <a:gd name="connsiteX2" fmla="*/ 241835 w 367013"/>
                <a:gd name="connsiteY2" fmla="*/ 357085 h 424089"/>
                <a:gd name="connsiteX3" fmla="*/ 187066 w 367013"/>
                <a:gd name="connsiteY3" fmla="*/ 423760 h 424089"/>
                <a:gd name="connsiteX4" fmla="*/ 106103 w 367013"/>
                <a:gd name="connsiteY4" fmla="*/ 378517 h 424089"/>
                <a:gd name="connsiteX5" fmla="*/ 115628 w 367013"/>
                <a:gd name="connsiteY5" fmla="*/ 288029 h 424089"/>
                <a:gd name="connsiteX6" fmla="*/ 165635 w 367013"/>
                <a:gd name="connsiteY6" fmla="*/ 283267 h 424089"/>
                <a:gd name="connsiteX7" fmla="*/ 191828 w 367013"/>
                <a:gd name="connsiteY7" fmla="*/ 278504 h 424089"/>
                <a:gd name="connsiteX8" fmla="*/ 239453 w 367013"/>
                <a:gd name="connsiteY8" fmla="*/ 221354 h 424089"/>
                <a:gd name="connsiteX9" fmla="*/ 196591 w 367013"/>
                <a:gd name="connsiteY9" fmla="*/ 204685 h 424089"/>
                <a:gd name="connsiteX10" fmla="*/ 163253 w 367013"/>
                <a:gd name="connsiteY10" fmla="*/ 204685 h 424089"/>
                <a:gd name="connsiteX11" fmla="*/ 122772 w 367013"/>
                <a:gd name="connsiteY11" fmla="*/ 218973 h 424089"/>
                <a:gd name="connsiteX12" fmla="*/ 103722 w 367013"/>
                <a:gd name="connsiteY12" fmla="*/ 264217 h 424089"/>
                <a:gd name="connsiteX13" fmla="*/ 75147 w 367013"/>
                <a:gd name="connsiteY13" fmla="*/ 299935 h 424089"/>
                <a:gd name="connsiteX14" fmla="*/ 29903 w 367013"/>
                <a:gd name="connsiteY14" fmla="*/ 285648 h 424089"/>
                <a:gd name="connsiteX15" fmla="*/ 1328 w 367013"/>
                <a:gd name="connsiteY15" fmla="*/ 235642 h 424089"/>
                <a:gd name="connsiteX16" fmla="*/ 72766 w 367013"/>
                <a:gd name="connsiteY16" fmla="*/ 176110 h 424089"/>
                <a:gd name="connsiteX17" fmla="*/ 79910 w 367013"/>
                <a:gd name="connsiteY17" fmla="*/ 180873 h 424089"/>
                <a:gd name="connsiteX18" fmla="*/ 108485 w 367013"/>
                <a:gd name="connsiteY18" fmla="*/ 185635 h 424089"/>
                <a:gd name="connsiteX19" fmla="*/ 210878 w 367013"/>
                <a:gd name="connsiteY19" fmla="*/ 171348 h 424089"/>
                <a:gd name="connsiteX20" fmla="*/ 203735 w 367013"/>
                <a:gd name="connsiteY20" fmla="*/ 130867 h 424089"/>
                <a:gd name="connsiteX21" fmla="*/ 189447 w 367013"/>
                <a:gd name="connsiteY21" fmla="*/ 90385 h 424089"/>
                <a:gd name="connsiteX22" fmla="*/ 134678 w 367013"/>
                <a:gd name="connsiteY22" fmla="*/ 99910 h 424089"/>
                <a:gd name="connsiteX23" fmla="*/ 113247 w 367013"/>
                <a:gd name="connsiteY23" fmla="*/ 57048 h 424089"/>
                <a:gd name="connsiteX24" fmla="*/ 141822 w 367013"/>
                <a:gd name="connsiteY24" fmla="*/ 7042 h 424089"/>
                <a:gd name="connsiteX25" fmla="*/ 208497 w 367013"/>
                <a:gd name="connsiteY25" fmla="*/ 4660 h 424089"/>
                <a:gd name="connsiteX26" fmla="*/ 234691 w 367013"/>
                <a:gd name="connsiteY26" fmla="*/ 47523 h 424089"/>
                <a:gd name="connsiteX27" fmla="*/ 225166 w 367013"/>
                <a:gd name="connsiteY27" fmla="*/ 92767 h 424089"/>
                <a:gd name="connsiteX28" fmla="*/ 246597 w 367013"/>
                <a:gd name="connsiteY28" fmla="*/ 140392 h 424089"/>
                <a:gd name="connsiteX29" fmla="*/ 260885 w 367013"/>
                <a:gd name="connsiteY29" fmla="*/ 197542 h 424089"/>
                <a:gd name="connsiteX30" fmla="*/ 356135 w 367013"/>
                <a:gd name="connsiteY30" fmla="*/ 207067 h 424089"/>
                <a:gd name="connsiteX31" fmla="*/ 358516 w 367013"/>
                <a:gd name="connsiteY31" fmla="*/ 264217 h 424089"/>
                <a:gd name="connsiteX32" fmla="*/ 289460 w 367013"/>
                <a:gd name="connsiteY32" fmla="*/ 264217 h 424089"/>
                <a:gd name="connsiteX0" fmla="*/ 289460 w 367013"/>
                <a:gd name="connsiteY0" fmla="*/ 264217 h 429041"/>
                <a:gd name="connsiteX1" fmla="*/ 234691 w 367013"/>
                <a:gd name="connsiteY1" fmla="*/ 295173 h 429041"/>
                <a:gd name="connsiteX2" fmla="*/ 241835 w 367013"/>
                <a:gd name="connsiteY2" fmla="*/ 357085 h 429041"/>
                <a:gd name="connsiteX3" fmla="*/ 187066 w 367013"/>
                <a:gd name="connsiteY3" fmla="*/ 423760 h 429041"/>
                <a:gd name="connsiteX4" fmla="*/ 89434 w 367013"/>
                <a:gd name="connsiteY4" fmla="*/ 409473 h 429041"/>
                <a:gd name="connsiteX5" fmla="*/ 115628 w 367013"/>
                <a:gd name="connsiteY5" fmla="*/ 288029 h 429041"/>
                <a:gd name="connsiteX6" fmla="*/ 165635 w 367013"/>
                <a:gd name="connsiteY6" fmla="*/ 283267 h 429041"/>
                <a:gd name="connsiteX7" fmla="*/ 191828 w 367013"/>
                <a:gd name="connsiteY7" fmla="*/ 278504 h 429041"/>
                <a:gd name="connsiteX8" fmla="*/ 239453 w 367013"/>
                <a:gd name="connsiteY8" fmla="*/ 221354 h 429041"/>
                <a:gd name="connsiteX9" fmla="*/ 196591 w 367013"/>
                <a:gd name="connsiteY9" fmla="*/ 204685 h 429041"/>
                <a:gd name="connsiteX10" fmla="*/ 163253 w 367013"/>
                <a:gd name="connsiteY10" fmla="*/ 204685 h 429041"/>
                <a:gd name="connsiteX11" fmla="*/ 122772 w 367013"/>
                <a:gd name="connsiteY11" fmla="*/ 218973 h 429041"/>
                <a:gd name="connsiteX12" fmla="*/ 103722 w 367013"/>
                <a:gd name="connsiteY12" fmla="*/ 264217 h 429041"/>
                <a:gd name="connsiteX13" fmla="*/ 75147 w 367013"/>
                <a:gd name="connsiteY13" fmla="*/ 299935 h 429041"/>
                <a:gd name="connsiteX14" fmla="*/ 29903 w 367013"/>
                <a:gd name="connsiteY14" fmla="*/ 285648 h 429041"/>
                <a:gd name="connsiteX15" fmla="*/ 1328 w 367013"/>
                <a:gd name="connsiteY15" fmla="*/ 235642 h 429041"/>
                <a:gd name="connsiteX16" fmla="*/ 72766 w 367013"/>
                <a:gd name="connsiteY16" fmla="*/ 176110 h 429041"/>
                <a:gd name="connsiteX17" fmla="*/ 79910 w 367013"/>
                <a:gd name="connsiteY17" fmla="*/ 180873 h 429041"/>
                <a:gd name="connsiteX18" fmla="*/ 108485 w 367013"/>
                <a:gd name="connsiteY18" fmla="*/ 185635 h 429041"/>
                <a:gd name="connsiteX19" fmla="*/ 210878 w 367013"/>
                <a:gd name="connsiteY19" fmla="*/ 171348 h 429041"/>
                <a:gd name="connsiteX20" fmla="*/ 203735 w 367013"/>
                <a:gd name="connsiteY20" fmla="*/ 130867 h 429041"/>
                <a:gd name="connsiteX21" fmla="*/ 189447 w 367013"/>
                <a:gd name="connsiteY21" fmla="*/ 90385 h 429041"/>
                <a:gd name="connsiteX22" fmla="*/ 134678 w 367013"/>
                <a:gd name="connsiteY22" fmla="*/ 99910 h 429041"/>
                <a:gd name="connsiteX23" fmla="*/ 113247 w 367013"/>
                <a:gd name="connsiteY23" fmla="*/ 57048 h 429041"/>
                <a:gd name="connsiteX24" fmla="*/ 141822 w 367013"/>
                <a:gd name="connsiteY24" fmla="*/ 7042 h 429041"/>
                <a:gd name="connsiteX25" fmla="*/ 208497 w 367013"/>
                <a:gd name="connsiteY25" fmla="*/ 4660 h 429041"/>
                <a:gd name="connsiteX26" fmla="*/ 234691 w 367013"/>
                <a:gd name="connsiteY26" fmla="*/ 47523 h 429041"/>
                <a:gd name="connsiteX27" fmla="*/ 225166 w 367013"/>
                <a:gd name="connsiteY27" fmla="*/ 92767 h 429041"/>
                <a:gd name="connsiteX28" fmla="*/ 246597 w 367013"/>
                <a:gd name="connsiteY28" fmla="*/ 140392 h 429041"/>
                <a:gd name="connsiteX29" fmla="*/ 260885 w 367013"/>
                <a:gd name="connsiteY29" fmla="*/ 197542 h 429041"/>
                <a:gd name="connsiteX30" fmla="*/ 356135 w 367013"/>
                <a:gd name="connsiteY30" fmla="*/ 207067 h 429041"/>
                <a:gd name="connsiteX31" fmla="*/ 358516 w 367013"/>
                <a:gd name="connsiteY31" fmla="*/ 264217 h 429041"/>
                <a:gd name="connsiteX32" fmla="*/ 289460 w 367013"/>
                <a:gd name="connsiteY32" fmla="*/ 264217 h 429041"/>
                <a:gd name="connsiteX0" fmla="*/ 289460 w 367013"/>
                <a:gd name="connsiteY0" fmla="*/ 264217 h 436489"/>
                <a:gd name="connsiteX1" fmla="*/ 234691 w 367013"/>
                <a:gd name="connsiteY1" fmla="*/ 295173 h 436489"/>
                <a:gd name="connsiteX2" fmla="*/ 241835 w 367013"/>
                <a:gd name="connsiteY2" fmla="*/ 357085 h 436489"/>
                <a:gd name="connsiteX3" fmla="*/ 187066 w 367013"/>
                <a:gd name="connsiteY3" fmla="*/ 423760 h 436489"/>
                <a:gd name="connsiteX4" fmla="*/ 89434 w 367013"/>
                <a:gd name="connsiteY4" fmla="*/ 409473 h 436489"/>
                <a:gd name="connsiteX5" fmla="*/ 115628 w 367013"/>
                <a:gd name="connsiteY5" fmla="*/ 288029 h 436489"/>
                <a:gd name="connsiteX6" fmla="*/ 165635 w 367013"/>
                <a:gd name="connsiteY6" fmla="*/ 283267 h 436489"/>
                <a:gd name="connsiteX7" fmla="*/ 191828 w 367013"/>
                <a:gd name="connsiteY7" fmla="*/ 278504 h 436489"/>
                <a:gd name="connsiteX8" fmla="*/ 239453 w 367013"/>
                <a:gd name="connsiteY8" fmla="*/ 221354 h 436489"/>
                <a:gd name="connsiteX9" fmla="*/ 196591 w 367013"/>
                <a:gd name="connsiteY9" fmla="*/ 204685 h 436489"/>
                <a:gd name="connsiteX10" fmla="*/ 163253 w 367013"/>
                <a:gd name="connsiteY10" fmla="*/ 204685 h 436489"/>
                <a:gd name="connsiteX11" fmla="*/ 122772 w 367013"/>
                <a:gd name="connsiteY11" fmla="*/ 218973 h 436489"/>
                <a:gd name="connsiteX12" fmla="*/ 103722 w 367013"/>
                <a:gd name="connsiteY12" fmla="*/ 264217 h 436489"/>
                <a:gd name="connsiteX13" fmla="*/ 75147 w 367013"/>
                <a:gd name="connsiteY13" fmla="*/ 299935 h 436489"/>
                <a:gd name="connsiteX14" fmla="*/ 29903 w 367013"/>
                <a:gd name="connsiteY14" fmla="*/ 285648 h 436489"/>
                <a:gd name="connsiteX15" fmla="*/ 1328 w 367013"/>
                <a:gd name="connsiteY15" fmla="*/ 235642 h 436489"/>
                <a:gd name="connsiteX16" fmla="*/ 72766 w 367013"/>
                <a:gd name="connsiteY16" fmla="*/ 176110 h 436489"/>
                <a:gd name="connsiteX17" fmla="*/ 79910 w 367013"/>
                <a:gd name="connsiteY17" fmla="*/ 180873 h 436489"/>
                <a:gd name="connsiteX18" fmla="*/ 108485 w 367013"/>
                <a:gd name="connsiteY18" fmla="*/ 185635 h 436489"/>
                <a:gd name="connsiteX19" fmla="*/ 210878 w 367013"/>
                <a:gd name="connsiteY19" fmla="*/ 171348 h 436489"/>
                <a:gd name="connsiteX20" fmla="*/ 203735 w 367013"/>
                <a:gd name="connsiteY20" fmla="*/ 130867 h 436489"/>
                <a:gd name="connsiteX21" fmla="*/ 189447 w 367013"/>
                <a:gd name="connsiteY21" fmla="*/ 90385 h 436489"/>
                <a:gd name="connsiteX22" fmla="*/ 134678 w 367013"/>
                <a:gd name="connsiteY22" fmla="*/ 99910 h 436489"/>
                <a:gd name="connsiteX23" fmla="*/ 113247 w 367013"/>
                <a:gd name="connsiteY23" fmla="*/ 57048 h 436489"/>
                <a:gd name="connsiteX24" fmla="*/ 141822 w 367013"/>
                <a:gd name="connsiteY24" fmla="*/ 7042 h 436489"/>
                <a:gd name="connsiteX25" fmla="*/ 208497 w 367013"/>
                <a:gd name="connsiteY25" fmla="*/ 4660 h 436489"/>
                <a:gd name="connsiteX26" fmla="*/ 234691 w 367013"/>
                <a:gd name="connsiteY26" fmla="*/ 47523 h 436489"/>
                <a:gd name="connsiteX27" fmla="*/ 225166 w 367013"/>
                <a:gd name="connsiteY27" fmla="*/ 92767 h 436489"/>
                <a:gd name="connsiteX28" fmla="*/ 246597 w 367013"/>
                <a:gd name="connsiteY28" fmla="*/ 140392 h 436489"/>
                <a:gd name="connsiteX29" fmla="*/ 260885 w 367013"/>
                <a:gd name="connsiteY29" fmla="*/ 197542 h 436489"/>
                <a:gd name="connsiteX30" fmla="*/ 356135 w 367013"/>
                <a:gd name="connsiteY30" fmla="*/ 207067 h 436489"/>
                <a:gd name="connsiteX31" fmla="*/ 358516 w 367013"/>
                <a:gd name="connsiteY31" fmla="*/ 264217 h 436489"/>
                <a:gd name="connsiteX32" fmla="*/ 289460 w 367013"/>
                <a:gd name="connsiteY32" fmla="*/ 264217 h 436489"/>
                <a:gd name="connsiteX0" fmla="*/ 289460 w 367013"/>
                <a:gd name="connsiteY0" fmla="*/ 264217 h 426018"/>
                <a:gd name="connsiteX1" fmla="*/ 234691 w 367013"/>
                <a:gd name="connsiteY1" fmla="*/ 295173 h 426018"/>
                <a:gd name="connsiteX2" fmla="*/ 241835 w 367013"/>
                <a:gd name="connsiteY2" fmla="*/ 357085 h 426018"/>
                <a:gd name="connsiteX3" fmla="*/ 187066 w 367013"/>
                <a:gd name="connsiteY3" fmla="*/ 423760 h 426018"/>
                <a:gd name="connsiteX4" fmla="*/ 94197 w 367013"/>
                <a:gd name="connsiteY4" fmla="*/ 385661 h 426018"/>
                <a:gd name="connsiteX5" fmla="*/ 115628 w 367013"/>
                <a:gd name="connsiteY5" fmla="*/ 288029 h 426018"/>
                <a:gd name="connsiteX6" fmla="*/ 165635 w 367013"/>
                <a:gd name="connsiteY6" fmla="*/ 283267 h 426018"/>
                <a:gd name="connsiteX7" fmla="*/ 191828 w 367013"/>
                <a:gd name="connsiteY7" fmla="*/ 278504 h 426018"/>
                <a:gd name="connsiteX8" fmla="*/ 239453 w 367013"/>
                <a:gd name="connsiteY8" fmla="*/ 221354 h 426018"/>
                <a:gd name="connsiteX9" fmla="*/ 196591 w 367013"/>
                <a:gd name="connsiteY9" fmla="*/ 204685 h 426018"/>
                <a:gd name="connsiteX10" fmla="*/ 163253 w 367013"/>
                <a:gd name="connsiteY10" fmla="*/ 204685 h 426018"/>
                <a:gd name="connsiteX11" fmla="*/ 122772 w 367013"/>
                <a:gd name="connsiteY11" fmla="*/ 218973 h 426018"/>
                <a:gd name="connsiteX12" fmla="*/ 103722 w 367013"/>
                <a:gd name="connsiteY12" fmla="*/ 264217 h 426018"/>
                <a:gd name="connsiteX13" fmla="*/ 75147 w 367013"/>
                <a:gd name="connsiteY13" fmla="*/ 299935 h 426018"/>
                <a:gd name="connsiteX14" fmla="*/ 29903 w 367013"/>
                <a:gd name="connsiteY14" fmla="*/ 285648 h 426018"/>
                <a:gd name="connsiteX15" fmla="*/ 1328 w 367013"/>
                <a:gd name="connsiteY15" fmla="*/ 235642 h 426018"/>
                <a:gd name="connsiteX16" fmla="*/ 72766 w 367013"/>
                <a:gd name="connsiteY16" fmla="*/ 176110 h 426018"/>
                <a:gd name="connsiteX17" fmla="*/ 79910 w 367013"/>
                <a:gd name="connsiteY17" fmla="*/ 180873 h 426018"/>
                <a:gd name="connsiteX18" fmla="*/ 108485 w 367013"/>
                <a:gd name="connsiteY18" fmla="*/ 185635 h 426018"/>
                <a:gd name="connsiteX19" fmla="*/ 210878 w 367013"/>
                <a:gd name="connsiteY19" fmla="*/ 171348 h 426018"/>
                <a:gd name="connsiteX20" fmla="*/ 203735 w 367013"/>
                <a:gd name="connsiteY20" fmla="*/ 130867 h 426018"/>
                <a:gd name="connsiteX21" fmla="*/ 189447 w 367013"/>
                <a:gd name="connsiteY21" fmla="*/ 90385 h 426018"/>
                <a:gd name="connsiteX22" fmla="*/ 134678 w 367013"/>
                <a:gd name="connsiteY22" fmla="*/ 99910 h 426018"/>
                <a:gd name="connsiteX23" fmla="*/ 113247 w 367013"/>
                <a:gd name="connsiteY23" fmla="*/ 57048 h 426018"/>
                <a:gd name="connsiteX24" fmla="*/ 141822 w 367013"/>
                <a:gd name="connsiteY24" fmla="*/ 7042 h 426018"/>
                <a:gd name="connsiteX25" fmla="*/ 208497 w 367013"/>
                <a:gd name="connsiteY25" fmla="*/ 4660 h 426018"/>
                <a:gd name="connsiteX26" fmla="*/ 234691 w 367013"/>
                <a:gd name="connsiteY26" fmla="*/ 47523 h 426018"/>
                <a:gd name="connsiteX27" fmla="*/ 225166 w 367013"/>
                <a:gd name="connsiteY27" fmla="*/ 92767 h 426018"/>
                <a:gd name="connsiteX28" fmla="*/ 246597 w 367013"/>
                <a:gd name="connsiteY28" fmla="*/ 140392 h 426018"/>
                <a:gd name="connsiteX29" fmla="*/ 260885 w 367013"/>
                <a:gd name="connsiteY29" fmla="*/ 197542 h 426018"/>
                <a:gd name="connsiteX30" fmla="*/ 356135 w 367013"/>
                <a:gd name="connsiteY30" fmla="*/ 207067 h 426018"/>
                <a:gd name="connsiteX31" fmla="*/ 358516 w 367013"/>
                <a:gd name="connsiteY31" fmla="*/ 264217 h 426018"/>
                <a:gd name="connsiteX32" fmla="*/ 289460 w 367013"/>
                <a:gd name="connsiteY32" fmla="*/ 264217 h 426018"/>
                <a:gd name="connsiteX0" fmla="*/ 289460 w 367013"/>
                <a:gd name="connsiteY0" fmla="*/ 264217 h 424411"/>
                <a:gd name="connsiteX1" fmla="*/ 234691 w 367013"/>
                <a:gd name="connsiteY1" fmla="*/ 295173 h 424411"/>
                <a:gd name="connsiteX2" fmla="*/ 241835 w 367013"/>
                <a:gd name="connsiteY2" fmla="*/ 357085 h 424411"/>
                <a:gd name="connsiteX3" fmla="*/ 187066 w 367013"/>
                <a:gd name="connsiteY3" fmla="*/ 423760 h 424411"/>
                <a:gd name="connsiteX4" fmla="*/ 94197 w 367013"/>
                <a:gd name="connsiteY4" fmla="*/ 385661 h 424411"/>
                <a:gd name="connsiteX5" fmla="*/ 115628 w 367013"/>
                <a:gd name="connsiteY5" fmla="*/ 299935 h 424411"/>
                <a:gd name="connsiteX6" fmla="*/ 165635 w 367013"/>
                <a:gd name="connsiteY6" fmla="*/ 283267 h 424411"/>
                <a:gd name="connsiteX7" fmla="*/ 191828 w 367013"/>
                <a:gd name="connsiteY7" fmla="*/ 278504 h 424411"/>
                <a:gd name="connsiteX8" fmla="*/ 239453 w 367013"/>
                <a:gd name="connsiteY8" fmla="*/ 221354 h 424411"/>
                <a:gd name="connsiteX9" fmla="*/ 196591 w 367013"/>
                <a:gd name="connsiteY9" fmla="*/ 204685 h 424411"/>
                <a:gd name="connsiteX10" fmla="*/ 163253 w 367013"/>
                <a:gd name="connsiteY10" fmla="*/ 204685 h 424411"/>
                <a:gd name="connsiteX11" fmla="*/ 122772 w 367013"/>
                <a:gd name="connsiteY11" fmla="*/ 218973 h 424411"/>
                <a:gd name="connsiteX12" fmla="*/ 103722 w 367013"/>
                <a:gd name="connsiteY12" fmla="*/ 264217 h 424411"/>
                <a:gd name="connsiteX13" fmla="*/ 75147 w 367013"/>
                <a:gd name="connsiteY13" fmla="*/ 299935 h 424411"/>
                <a:gd name="connsiteX14" fmla="*/ 29903 w 367013"/>
                <a:gd name="connsiteY14" fmla="*/ 285648 h 424411"/>
                <a:gd name="connsiteX15" fmla="*/ 1328 w 367013"/>
                <a:gd name="connsiteY15" fmla="*/ 235642 h 424411"/>
                <a:gd name="connsiteX16" fmla="*/ 72766 w 367013"/>
                <a:gd name="connsiteY16" fmla="*/ 176110 h 424411"/>
                <a:gd name="connsiteX17" fmla="*/ 79910 w 367013"/>
                <a:gd name="connsiteY17" fmla="*/ 180873 h 424411"/>
                <a:gd name="connsiteX18" fmla="*/ 108485 w 367013"/>
                <a:gd name="connsiteY18" fmla="*/ 185635 h 424411"/>
                <a:gd name="connsiteX19" fmla="*/ 210878 w 367013"/>
                <a:gd name="connsiteY19" fmla="*/ 171348 h 424411"/>
                <a:gd name="connsiteX20" fmla="*/ 203735 w 367013"/>
                <a:gd name="connsiteY20" fmla="*/ 130867 h 424411"/>
                <a:gd name="connsiteX21" fmla="*/ 189447 w 367013"/>
                <a:gd name="connsiteY21" fmla="*/ 90385 h 424411"/>
                <a:gd name="connsiteX22" fmla="*/ 134678 w 367013"/>
                <a:gd name="connsiteY22" fmla="*/ 99910 h 424411"/>
                <a:gd name="connsiteX23" fmla="*/ 113247 w 367013"/>
                <a:gd name="connsiteY23" fmla="*/ 57048 h 424411"/>
                <a:gd name="connsiteX24" fmla="*/ 141822 w 367013"/>
                <a:gd name="connsiteY24" fmla="*/ 7042 h 424411"/>
                <a:gd name="connsiteX25" fmla="*/ 208497 w 367013"/>
                <a:gd name="connsiteY25" fmla="*/ 4660 h 424411"/>
                <a:gd name="connsiteX26" fmla="*/ 234691 w 367013"/>
                <a:gd name="connsiteY26" fmla="*/ 47523 h 424411"/>
                <a:gd name="connsiteX27" fmla="*/ 225166 w 367013"/>
                <a:gd name="connsiteY27" fmla="*/ 92767 h 424411"/>
                <a:gd name="connsiteX28" fmla="*/ 246597 w 367013"/>
                <a:gd name="connsiteY28" fmla="*/ 140392 h 424411"/>
                <a:gd name="connsiteX29" fmla="*/ 260885 w 367013"/>
                <a:gd name="connsiteY29" fmla="*/ 197542 h 424411"/>
                <a:gd name="connsiteX30" fmla="*/ 356135 w 367013"/>
                <a:gd name="connsiteY30" fmla="*/ 207067 h 424411"/>
                <a:gd name="connsiteX31" fmla="*/ 358516 w 367013"/>
                <a:gd name="connsiteY31" fmla="*/ 264217 h 424411"/>
                <a:gd name="connsiteX32" fmla="*/ 289460 w 367013"/>
                <a:gd name="connsiteY32" fmla="*/ 264217 h 424411"/>
                <a:gd name="connsiteX0" fmla="*/ 289460 w 367013"/>
                <a:gd name="connsiteY0" fmla="*/ 264217 h 424574"/>
                <a:gd name="connsiteX1" fmla="*/ 234691 w 367013"/>
                <a:gd name="connsiteY1" fmla="*/ 295173 h 424574"/>
                <a:gd name="connsiteX2" fmla="*/ 241835 w 367013"/>
                <a:gd name="connsiteY2" fmla="*/ 357085 h 424574"/>
                <a:gd name="connsiteX3" fmla="*/ 187066 w 367013"/>
                <a:gd name="connsiteY3" fmla="*/ 423760 h 424574"/>
                <a:gd name="connsiteX4" fmla="*/ 101341 w 367013"/>
                <a:gd name="connsiteY4" fmla="*/ 388042 h 424574"/>
                <a:gd name="connsiteX5" fmla="*/ 115628 w 367013"/>
                <a:gd name="connsiteY5" fmla="*/ 299935 h 424574"/>
                <a:gd name="connsiteX6" fmla="*/ 165635 w 367013"/>
                <a:gd name="connsiteY6" fmla="*/ 283267 h 424574"/>
                <a:gd name="connsiteX7" fmla="*/ 191828 w 367013"/>
                <a:gd name="connsiteY7" fmla="*/ 278504 h 424574"/>
                <a:gd name="connsiteX8" fmla="*/ 239453 w 367013"/>
                <a:gd name="connsiteY8" fmla="*/ 221354 h 424574"/>
                <a:gd name="connsiteX9" fmla="*/ 196591 w 367013"/>
                <a:gd name="connsiteY9" fmla="*/ 204685 h 424574"/>
                <a:gd name="connsiteX10" fmla="*/ 163253 w 367013"/>
                <a:gd name="connsiteY10" fmla="*/ 204685 h 424574"/>
                <a:gd name="connsiteX11" fmla="*/ 122772 w 367013"/>
                <a:gd name="connsiteY11" fmla="*/ 218973 h 424574"/>
                <a:gd name="connsiteX12" fmla="*/ 103722 w 367013"/>
                <a:gd name="connsiteY12" fmla="*/ 264217 h 424574"/>
                <a:gd name="connsiteX13" fmla="*/ 75147 w 367013"/>
                <a:gd name="connsiteY13" fmla="*/ 299935 h 424574"/>
                <a:gd name="connsiteX14" fmla="*/ 29903 w 367013"/>
                <a:gd name="connsiteY14" fmla="*/ 285648 h 424574"/>
                <a:gd name="connsiteX15" fmla="*/ 1328 w 367013"/>
                <a:gd name="connsiteY15" fmla="*/ 235642 h 424574"/>
                <a:gd name="connsiteX16" fmla="*/ 72766 w 367013"/>
                <a:gd name="connsiteY16" fmla="*/ 176110 h 424574"/>
                <a:gd name="connsiteX17" fmla="*/ 79910 w 367013"/>
                <a:gd name="connsiteY17" fmla="*/ 180873 h 424574"/>
                <a:gd name="connsiteX18" fmla="*/ 108485 w 367013"/>
                <a:gd name="connsiteY18" fmla="*/ 185635 h 424574"/>
                <a:gd name="connsiteX19" fmla="*/ 210878 w 367013"/>
                <a:gd name="connsiteY19" fmla="*/ 171348 h 424574"/>
                <a:gd name="connsiteX20" fmla="*/ 203735 w 367013"/>
                <a:gd name="connsiteY20" fmla="*/ 130867 h 424574"/>
                <a:gd name="connsiteX21" fmla="*/ 189447 w 367013"/>
                <a:gd name="connsiteY21" fmla="*/ 90385 h 424574"/>
                <a:gd name="connsiteX22" fmla="*/ 134678 w 367013"/>
                <a:gd name="connsiteY22" fmla="*/ 99910 h 424574"/>
                <a:gd name="connsiteX23" fmla="*/ 113247 w 367013"/>
                <a:gd name="connsiteY23" fmla="*/ 57048 h 424574"/>
                <a:gd name="connsiteX24" fmla="*/ 141822 w 367013"/>
                <a:gd name="connsiteY24" fmla="*/ 7042 h 424574"/>
                <a:gd name="connsiteX25" fmla="*/ 208497 w 367013"/>
                <a:gd name="connsiteY25" fmla="*/ 4660 h 424574"/>
                <a:gd name="connsiteX26" fmla="*/ 234691 w 367013"/>
                <a:gd name="connsiteY26" fmla="*/ 47523 h 424574"/>
                <a:gd name="connsiteX27" fmla="*/ 225166 w 367013"/>
                <a:gd name="connsiteY27" fmla="*/ 92767 h 424574"/>
                <a:gd name="connsiteX28" fmla="*/ 246597 w 367013"/>
                <a:gd name="connsiteY28" fmla="*/ 140392 h 424574"/>
                <a:gd name="connsiteX29" fmla="*/ 260885 w 367013"/>
                <a:gd name="connsiteY29" fmla="*/ 197542 h 424574"/>
                <a:gd name="connsiteX30" fmla="*/ 356135 w 367013"/>
                <a:gd name="connsiteY30" fmla="*/ 207067 h 424574"/>
                <a:gd name="connsiteX31" fmla="*/ 358516 w 367013"/>
                <a:gd name="connsiteY31" fmla="*/ 264217 h 424574"/>
                <a:gd name="connsiteX32" fmla="*/ 289460 w 367013"/>
                <a:gd name="connsiteY32" fmla="*/ 264217 h 424574"/>
                <a:gd name="connsiteX0" fmla="*/ 289460 w 367013"/>
                <a:gd name="connsiteY0" fmla="*/ 264217 h 425936"/>
                <a:gd name="connsiteX1" fmla="*/ 234691 w 367013"/>
                <a:gd name="connsiteY1" fmla="*/ 295173 h 425936"/>
                <a:gd name="connsiteX2" fmla="*/ 241835 w 367013"/>
                <a:gd name="connsiteY2" fmla="*/ 357085 h 425936"/>
                <a:gd name="connsiteX3" fmla="*/ 187066 w 367013"/>
                <a:gd name="connsiteY3" fmla="*/ 423760 h 425936"/>
                <a:gd name="connsiteX4" fmla="*/ 101341 w 367013"/>
                <a:gd name="connsiteY4" fmla="*/ 388042 h 425936"/>
                <a:gd name="connsiteX5" fmla="*/ 115628 w 367013"/>
                <a:gd name="connsiteY5" fmla="*/ 299935 h 425936"/>
                <a:gd name="connsiteX6" fmla="*/ 165635 w 367013"/>
                <a:gd name="connsiteY6" fmla="*/ 283267 h 425936"/>
                <a:gd name="connsiteX7" fmla="*/ 191828 w 367013"/>
                <a:gd name="connsiteY7" fmla="*/ 278504 h 425936"/>
                <a:gd name="connsiteX8" fmla="*/ 239453 w 367013"/>
                <a:gd name="connsiteY8" fmla="*/ 221354 h 425936"/>
                <a:gd name="connsiteX9" fmla="*/ 196591 w 367013"/>
                <a:gd name="connsiteY9" fmla="*/ 204685 h 425936"/>
                <a:gd name="connsiteX10" fmla="*/ 163253 w 367013"/>
                <a:gd name="connsiteY10" fmla="*/ 204685 h 425936"/>
                <a:gd name="connsiteX11" fmla="*/ 122772 w 367013"/>
                <a:gd name="connsiteY11" fmla="*/ 218973 h 425936"/>
                <a:gd name="connsiteX12" fmla="*/ 103722 w 367013"/>
                <a:gd name="connsiteY12" fmla="*/ 264217 h 425936"/>
                <a:gd name="connsiteX13" fmla="*/ 75147 w 367013"/>
                <a:gd name="connsiteY13" fmla="*/ 299935 h 425936"/>
                <a:gd name="connsiteX14" fmla="*/ 29903 w 367013"/>
                <a:gd name="connsiteY14" fmla="*/ 285648 h 425936"/>
                <a:gd name="connsiteX15" fmla="*/ 1328 w 367013"/>
                <a:gd name="connsiteY15" fmla="*/ 235642 h 425936"/>
                <a:gd name="connsiteX16" fmla="*/ 72766 w 367013"/>
                <a:gd name="connsiteY16" fmla="*/ 176110 h 425936"/>
                <a:gd name="connsiteX17" fmla="*/ 79910 w 367013"/>
                <a:gd name="connsiteY17" fmla="*/ 180873 h 425936"/>
                <a:gd name="connsiteX18" fmla="*/ 108485 w 367013"/>
                <a:gd name="connsiteY18" fmla="*/ 185635 h 425936"/>
                <a:gd name="connsiteX19" fmla="*/ 210878 w 367013"/>
                <a:gd name="connsiteY19" fmla="*/ 171348 h 425936"/>
                <a:gd name="connsiteX20" fmla="*/ 203735 w 367013"/>
                <a:gd name="connsiteY20" fmla="*/ 130867 h 425936"/>
                <a:gd name="connsiteX21" fmla="*/ 189447 w 367013"/>
                <a:gd name="connsiteY21" fmla="*/ 90385 h 425936"/>
                <a:gd name="connsiteX22" fmla="*/ 134678 w 367013"/>
                <a:gd name="connsiteY22" fmla="*/ 99910 h 425936"/>
                <a:gd name="connsiteX23" fmla="*/ 113247 w 367013"/>
                <a:gd name="connsiteY23" fmla="*/ 57048 h 425936"/>
                <a:gd name="connsiteX24" fmla="*/ 141822 w 367013"/>
                <a:gd name="connsiteY24" fmla="*/ 7042 h 425936"/>
                <a:gd name="connsiteX25" fmla="*/ 208497 w 367013"/>
                <a:gd name="connsiteY25" fmla="*/ 4660 h 425936"/>
                <a:gd name="connsiteX26" fmla="*/ 234691 w 367013"/>
                <a:gd name="connsiteY26" fmla="*/ 47523 h 425936"/>
                <a:gd name="connsiteX27" fmla="*/ 225166 w 367013"/>
                <a:gd name="connsiteY27" fmla="*/ 92767 h 425936"/>
                <a:gd name="connsiteX28" fmla="*/ 246597 w 367013"/>
                <a:gd name="connsiteY28" fmla="*/ 140392 h 425936"/>
                <a:gd name="connsiteX29" fmla="*/ 260885 w 367013"/>
                <a:gd name="connsiteY29" fmla="*/ 197542 h 425936"/>
                <a:gd name="connsiteX30" fmla="*/ 356135 w 367013"/>
                <a:gd name="connsiteY30" fmla="*/ 207067 h 425936"/>
                <a:gd name="connsiteX31" fmla="*/ 358516 w 367013"/>
                <a:gd name="connsiteY31" fmla="*/ 264217 h 425936"/>
                <a:gd name="connsiteX32" fmla="*/ 289460 w 367013"/>
                <a:gd name="connsiteY32" fmla="*/ 264217 h 425936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56122 w 367013"/>
                <a:gd name="connsiteY1" fmla="*/ 292792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2309 w 367013"/>
                <a:gd name="connsiteY1" fmla="*/ 299937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73753"/>
                <a:gd name="connsiteY0" fmla="*/ 264217 h 425273"/>
                <a:gd name="connsiteX1" fmla="*/ 232309 w 373753"/>
                <a:gd name="connsiteY1" fmla="*/ 299937 h 425273"/>
                <a:gd name="connsiteX2" fmla="*/ 234691 w 373753"/>
                <a:gd name="connsiteY2" fmla="*/ 366610 h 425273"/>
                <a:gd name="connsiteX3" fmla="*/ 187066 w 373753"/>
                <a:gd name="connsiteY3" fmla="*/ 423760 h 425273"/>
                <a:gd name="connsiteX4" fmla="*/ 101341 w 373753"/>
                <a:gd name="connsiteY4" fmla="*/ 388042 h 425273"/>
                <a:gd name="connsiteX5" fmla="*/ 115628 w 373753"/>
                <a:gd name="connsiteY5" fmla="*/ 299935 h 425273"/>
                <a:gd name="connsiteX6" fmla="*/ 165635 w 373753"/>
                <a:gd name="connsiteY6" fmla="*/ 283267 h 425273"/>
                <a:gd name="connsiteX7" fmla="*/ 191828 w 373753"/>
                <a:gd name="connsiteY7" fmla="*/ 278504 h 425273"/>
                <a:gd name="connsiteX8" fmla="*/ 239453 w 373753"/>
                <a:gd name="connsiteY8" fmla="*/ 221354 h 425273"/>
                <a:gd name="connsiteX9" fmla="*/ 196591 w 373753"/>
                <a:gd name="connsiteY9" fmla="*/ 204685 h 425273"/>
                <a:gd name="connsiteX10" fmla="*/ 163253 w 373753"/>
                <a:gd name="connsiteY10" fmla="*/ 204685 h 425273"/>
                <a:gd name="connsiteX11" fmla="*/ 122772 w 373753"/>
                <a:gd name="connsiteY11" fmla="*/ 218973 h 425273"/>
                <a:gd name="connsiteX12" fmla="*/ 103722 w 373753"/>
                <a:gd name="connsiteY12" fmla="*/ 264217 h 425273"/>
                <a:gd name="connsiteX13" fmla="*/ 75147 w 373753"/>
                <a:gd name="connsiteY13" fmla="*/ 299935 h 425273"/>
                <a:gd name="connsiteX14" fmla="*/ 29903 w 373753"/>
                <a:gd name="connsiteY14" fmla="*/ 285648 h 425273"/>
                <a:gd name="connsiteX15" fmla="*/ 1328 w 373753"/>
                <a:gd name="connsiteY15" fmla="*/ 235642 h 425273"/>
                <a:gd name="connsiteX16" fmla="*/ 72766 w 373753"/>
                <a:gd name="connsiteY16" fmla="*/ 176110 h 425273"/>
                <a:gd name="connsiteX17" fmla="*/ 79910 w 373753"/>
                <a:gd name="connsiteY17" fmla="*/ 180873 h 425273"/>
                <a:gd name="connsiteX18" fmla="*/ 108485 w 373753"/>
                <a:gd name="connsiteY18" fmla="*/ 185635 h 425273"/>
                <a:gd name="connsiteX19" fmla="*/ 210878 w 373753"/>
                <a:gd name="connsiteY19" fmla="*/ 171348 h 425273"/>
                <a:gd name="connsiteX20" fmla="*/ 203735 w 373753"/>
                <a:gd name="connsiteY20" fmla="*/ 130867 h 425273"/>
                <a:gd name="connsiteX21" fmla="*/ 189447 w 373753"/>
                <a:gd name="connsiteY21" fmla="*/ 90385 h 425273"/>
                <a:gd name="connsiteX22" fmla="*/ 134678 w 373753"/>
                <a:gd name="connsiteY22" fmla="*/ 99910 h 425273"/>
                <a:gd name="connsiteX23" fmla="*/ 113247 w 373753"/>
                <a:gd name="connsiteY23" fmla="*/ 57048 h 425273"/>
                <a:gd name="connsiteX24" fmla="*/ 141822 w 373753"/>
                <a:gd name="connsiteY24" fmla="*/ 7042 h 425273"/>
                <a:gd name="connsiteX25" fmla="*/ 208497 w 373753"/>
                <a:gd name="connsiteY25" fmla="*/ 4660 h 425273"/>
                <a:gd name="connsiteX26" fmla="*/ 234691 w 373753"/>
                <a:gd name="connsiteY26" fmla="*/ 47523 h 425273"/>
                <a:gd name="connsiteX27" fmla="*/ 225166 w 373753"/>
                <a:gd name="connsiteY27" fmla="*/ 92767 h 425273"/>
                <a:gd name="connsiteX28" fmla="*/ 246597 w 373753"/>
                <a:gd name="connsiteY28" fmla="*/ 140392 h 425273"/>
                <a:gd name="connsiteX29" fmla="*/ 260885 w 373753"/>
                <a:gd name="connsiteY29" fmla="*/ 197542 h 425273"/>
                <a:gd name="connsiteX30" fmla="*/ 368041 w 373753"/>
                <a:gd name="connsiteY30" fmla="*/ 195161 h 425273"/>
                <a:gd name="connsiteX31" fmla="*/ 358516 w 373753"/>
                <a:gd name="connsiteY31" fmla="*/ 264217 h 425273"/>
                <a:gd name="connsiteX32" fmla="*/ 289460 w 373753"/>
                <a:gd name="connsiteY32" fmla="*/ 264217 h 425273"/>
                <a:gd name="connsiteX0" fmla="*/ 289460 w 368041"/>
                <a:gd name="connsiteY0" fmla="*/ 264217 h 425273"/>
                <a:gd name="connsiteX1" fmla="*/ 232309 w 368041"/>
                <a:gd name="connsiteY1" fmla="*/ 299937 h 425273"/>
                <a:gd name="connsiteX2" fmla="*/ 234691 w 368041"/>
                <a:gd name="connsiteY2" fmla="*/ 366610 h 425273"/>
                <a:gd name="connsiteX3" fmla="*/ 187066 w 368041"/>
                <a:gd name="connsiteY3" fmla="*/ 423760 h 425273"/>
                <a:gd name="connsiteX4" fmla="*/ 101341 w 368041"/>
                <a:gd name="connsiteY4" fmla="*/ 388042 h 425273"/>
                <a:gd name="connsiteX5" fmla="*/ 115628 w 368041"/>
                <a:gd name="connsiteY5" fmla="*/ 299935 h 425273"/>
                <a:gd name="connsiteX6" fmla="*/ 165635 w 368041"/>
                <a:gd name="connsiteY6" fmla="*/ 283267 h 425273"/>
                <a:gd name="connsiteX7" fmla="*/ 191828 w 368041"/>
                <a:gd name="connsiteY7" fmla="*/ 278504 h 425273"/>
                <a:gd name="connsiteX8" fmla="*/ 239453 w 368041"/>
                <a:gd name="connsiteY8" fmla="*/ 221354 h 425273"/>
                <a:gd name="connsiteX9" fmla="*/ 196591 w 368041"/>
                <a:gd name="connsiteY9" fmla="*/ 204685 h 425273"/>
                <a:gd name="connsiteX10" fmla="*/ 163253 w 368041"/>
                <a:gd name="connsiteY10" fmla="*/ 204685 h 425273"/>
                <a:gd name="connsiteX11" fmla="*/ 122772 w 368041"/>
                <a:gd name="connsiteY11" fmla="*/ 218973 h 425273"/>
                <a:gd name="connsiteX12" fmla="*/ 103722 w 368041"/>
                <a:gd name="connsiteY12" fmla="*/ 264217 h 425273"/>
                <a:gd name="connsiteX13" fmla="*/ 75147 w 368041"/>
                <a:gd name="connsiteY13" fmla="*/ 299935 h 425273"/>
                <a:gd name="connsiteX14" fmla="*/ 29903 w 368041"/>
                <a:gd name="connsiteY14" fmla="*/ 285648 h 425273"/>
                <a:gd name="connsiteX15" fmla="*/ 1328 w 368041"/>
                <a:gd name="connsiteY15" fmla="*/ 235642 h 425273"/>
                <a:gd name="connsiteX16" fmla="*/ 72766 w 368041"/>
                <a:gd name="connsiteY16" fmla="*/ 176110 h 425273"/>
                <a:gd name="connsiteX17" fmla="*/ 79910 w 368041"/>
                <a:gd name="connsiteY17" fmla="*/ 180873 h 425273"/>
                <a:gd name="connsiteX18" fmla="*/ 108485 w 368041"/>
                <a:gd name="connsiteY18" fmla="*/ 185635 h 425273"/>
                <a:gd name="connsiteX19" fmla="*/ 210878 w 368041"/>
                <a:gd name="connsiteY19" fmla="*/ 171348 h 425273"/>
                <a:gd name="connsiteX20" fmla="*/ 203735 w 368041"/>
                <a:gd name="connsiteY20" fmla="*/ 130867 h 425273"/>
                <a:gd name="connsiteX21" fmla="*/ 189447 w 368041"/>
                <a:gd name="connsiteY21" fmla="*/ 90385 h 425273"/>
                <a:gd name="connsiteX22" fmla="*/ 134678 w 368041"/>
                <a:gd name="connsiteY22" fmla="*/ 99910 h 425273"/>
                <a:gd name="connsiteX23" fmla="*/ 113247 w 368041"/>
                <a:gd name="connsiteY23" fmla="*/ 57048 h 425273"/>
                <a:gd name="connsiteX24" fmla="*/ 141822 w 368041"/>
                <a:gd name="connsiteY24" fmla="*/ 7042 h 425273"/>
                <a:gd name="connsiteX25" fmla="*/ 208497 w 368041"/>
                <a:gd name="connsiteY25" fmla="*/ 4660 h 425273"/>
                <a:gd name="connsiteX26" fmla="*/ 234691 w 368041"/>
                <a:gd name="connsiteY26" fmla="*/ 47523 h 425273"/>
                <a:gd name="connsiteX27" fmla="*/ 225166 w 368041"/>
                <a:gd name="connsiteY27" fmla="*/ 92767 h 425273"/>
                <a:gd name="connsiteX28" fmla="*/ 246597 w 368041"/>
                <a:gd name="connsiteY28" fmla="*/ 140392 h 425273"/>
                <a:gd name="connsiteX29" fmla="*/ 260885 w 368041"/>
                <a:gd name="connsiteY29" fmla="*/ 197542 h 425273"/>
                <a:gd name="connsiteX30" fmla="*/ 368041 w 368041"/>
                <a:gd name="connsiteY30" fmla="*/ 195161 h 425273"/>
                <a:gd name="connsiteX31" fmla="*/ 358516 w 368041"/>
                <a:gd name="connsiteY31" fmla="*/ 264217 h 425273"/>
                <a:gd name="connsiteX32" fmla="*/ 289460 w 368041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9924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203735 w 365660"/>
                <a:gd name="connsiteY20" fmla="*/ 130867 h 425273"/>
                <a:gd name="connsiteX21" fmla="*/ 189447 w 365660"/>
                <a:gd name="connsiteY21" fmla="*/ 90385 h 425273"/>
                <a:gd name="connsiteX22" fmla="*/ 134678 w 365660"/>
                <a:gd name="connsiteY22" fmla="*/ 99910 h 425273"/>
                <a:gd name="connsiteX23" fmla="*/ 113247 w 365660"/>
                <a:gd name="connsiteY23" fmla="*/ 57048 h 425273"/>
                <a:gd name="connsiteX24" fmla="*/ 141822 w 365660"/>
                <a:gd name="connsiteY24" fmla="*/ 7042 h 425273"/>
                <a:gd name="connsiteX25" fmla="*/ 208497 w 365660"/>
                <a:gd name="connsiteY25" fmla="*/ 4660 h 425273"/>
                <a:gd name="connsiteX26" fmla="*/ 234691 w 365660"/>
                <a:gd name="connsiteY26" fmla="*/ 47523 h 425273"/>
                <a:gd name="connsiteX27" fmla="*/ 225166 w 365660"/>
                <a:gd name="connsiteY27" fmla="*/ 92767 h 425273"/>
                <a:gd name="connsiteX28" fmla="*/ 246597 w 365660"/>
                <a:gd name="connsiteY28" fmla="*/ 140392 h 425273"/>
                <a:gd name="connsiteX29" fmla="*/ 279935 w 365660"/>
                <a:gd name="connsiteY29" fmla="*/ 197542 h 425273"/>
                <a:gd name="connsiteX30" fmla="*/ 365660 w 365660"/>
                <a:gd name="connsiteY30" fmla="*/ 199924 h 425273"/>
                <a:gd name="connsiteX31" fmla="*/ 358516 w 365660"/>
                <a:gd name="connsiteY31" fmla="*/ 264217 h 425273"/>
                <a:gd name="connsiteX32" fmla="*/ 289460 w 365660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89447 w 365660"/>
                <a:gd name="connsiteY20" fmla="*/ 9038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91829 w 365660"/>
                <a:gd name="connsiteY20" fmla="*/ 10943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3703 h 424759"/>
                <a:gd name="connsiteX1" fmla="*/ 232309 w 365660"/>
                <a:gd name="connsiteY1" fmla="*/ 299423 h 424759"/>
                <a:gd name="connsiteX2" fmla="*/ 234691 w 365660"/>
                <a:gd name="connsiteY2" fmla="*/ 366096 h 424759"/>
                <a:gd name="connsiteX3" fmla="*/ 187066 w 365660"/>
                <a:gd name="connsiteY3" fmla="*/ 423246 h 424759"/>
                <a:gd name="connsiteX4" fmla="*/ 101341 w 365660"/>
                <a:gd name="connsiteY4" fmla="*/ 387528 h 424759"/>
                <a:gd name="connsiteX5" fmla="*/ 115628 w 365660"/>
                <a:gd name="connsiteY5" fmla="*/ 299421 h 424759"/>
                <a:gd name="connsiteX6" fmla="*/ 165635 w 365660"/>
                <a:gd name="connsiteY6" fmla="*/ 282753 h 424759"/>
                <a:gd name="connsiteX7" fmla="*/ 191828 w 365660"/>
                <a:gd name="connsiteY7" fmla="*/ 277990 h 424759"/>
                <a:gd name="connsiteX8" fmla="*/ 239453 w 365660"/>
                <a:gd name="connsiteY8" fmla="*/ 220840 h 424759"/>
                <a:gd name="connsiteX9" fmla="*/ 196591 w 365660"/>
                <a:gd name="connsiteY9" fmla="*/ 204171 h 424759"/>
                <a:gd name="connsiteX10" fmla="*/ 163253 w 365660"/>
                <a:gd name="connsiteY10" fmla="*/ 204171 h 424759"/>
                <a:gd name="connsiteX11" fmla="*/ 122772 w 365660"/>
                <a:gd name="connsiteY11" fmla="*/ 218459 h 424759"/>
                <a:gd name="connsiteX12" fmla="*/ 103722 w 365660"/>
                <a:gd name="connsiteY12" fmla="*/ 263703 h 424759"/>
                <a:gd name="connsiteX13" fmla="*/ 75147 w 365660"/>
                <a:gd name="connsiteY13" fmla="*/ 299421 h 424759"/>
                <a:gd name="connsiteX14" fmla="*/ 29903 w 365660"/>
                <a:gd name="connsiteY14" fmla="*/ 285134 h 424759"/>
                <a:gd name="connsiteX15" fmla="*/ 1328 w 365660"/>
                <a:gd name="connsiteY15" fmla="*/ 235128 h 424759"/>
                <a:gd name="connsiteX16" fmla="*/ 72766 w 365660"/>
                <a:gd name="connsiteY16" fmla="*/ 175596 h 424759"/>
                <a:gd name="connsiteX17" fmla="*/ 79910 w 365660"/>
                <a:gd name="connsiteY17" fmla="*/ 180359 h 424759"/>
                <a:gd name="connsiteX18" fmla="*/ 108485 w 365660"/>
                <a:gd name="connsiteY18" fmla="*/ 185121 h 424759"/>
                <a:gd name="connsiteX19" fmla="*/ 210878 w 365660"/>
                <a:gd name="connsiteY19" fmla="*/ 170834 h 424759"/>
                <a:gd name="connsiteX20" fmla="*/ 191829 w 365660"/>
                <a:gd name="connsiteY20" fmla="*/ 108921 h 424759"/>
                <a:gd name="connsiteX21" fmla="*/ 134678 w 365660"/>
                <a:gd name="connsiteY21" fmla="*/ 99396 h 424759"/>
                <a:gd name="connsiteX22" fmla="*/ 94197 w 365660"/>
                <a:gd name="connsiteY22" fmla="*/ 47009 h 424759"/>
                <a:gd name="connsiteX23" fmla="*/ 141822 w 365660"/>
                <a:gd name="connsiteY23" fmla="*/ 6528 h 424759"/>
                <a:gd name="connsiteX24" fmla="*/ 208497 w 365660"/>
                <a:gd name="connsiteY24" fmla="*/ 4146 h 424759"/>
                <a:gd name="connsiteX25" fmla="*/ 234691 w 365660"/>
                <a:gd name="connsiteY25" fmla="*/ 47009 h 424759"/>
                <a:gd name="connsiteX26" fmla="*/ 225166 w 365660"/>
                <a:gd name="connsiteY26" fmla="*/ 92253 h 424759"/>
                <a:gd name="connsiteX27" fmla="*/ 246597 w 365660"/>
                <a:gd name="connsiteY27" fmla="*/ 139878 h 424759"/>
                <a:gd name="connsiteX28" fmla="*/ 279935 w 365660"/>
                <a:gd name="connsiteY28" fmla="*/ 197028 h 424759"/>
                <a:gd name="connsiteX29" fmla="*/ 365660 w 365660"/>
                <a:gd name="connsiteY29" fmla="*/ 199410 h 424759"/>
                <a:gd name="connsiteX30" fmla="*/ 358516 w 365660"/>
                <a:gd name="connsiteY30" fmla="*/ 263703 h 424759"/>
                <a:gd name="connsiteX31" fmla="*/ 289460 w 365660"/>
                <a:gd name="connsiteY31" fmla="*/ 263703 h 42475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3551 h 444607"/>
                <a:gd name="connsiteX1" fmla="*/ 232309 w 365660"/>
                <a:gd name="connsiteY1" fmla="*/ 319271 h 444607"/>
                <a:gd name="connsiteX2" fmla="*/ 234691 w 365660"/>
                <a:gd name="connsiteY2" fmla="*/ 385944 h 444607"/>
                <a:gd name="connsiteX3" fmla="*/ 187066 w 365660"/>
                <a:gd name="connsiteY3" fmla="*/ 443094 h 444607"/>
                <a:gd name="connsiteX4" fmla="*/ 101341 w 365660"/>
                <a:gd name="connsiteY4" fmla="*/ 407376 h 444607"/>
                <a:gd name="connsiteX5" fmla="*/ 115628 w 365660"/>
                <a:gd name="connsiteY5" fmla="*/ 319269 h 444607"/>
                <a:gd name="connsiteX6" fmla="*/ 165635 w 365660"/>
                <a:gd name="connsiteY6" fmla="*/ 302601 h 444607"/>
                <a:gd name="connsiteX7" fmla="*/ 191828 w 365660"/>
                <a:gd name="connsiteY7" fmla="*/ 297838 h 444607"/>
                <a:gd name="connsiteX8" fmla="*/ 239453 w 365660"/>
                <a:gd name="connsiteY8" fmla="*/ 240688 h 444607"/>
                <a:gd name="connsiteX9" fmla="*/ 196591 w 365660"/>
                <a:gd name="connsiteY9" fmla="*/ 224019 h 444607"/>
                <a:gd name="connsiteX10" fmla="*/ 163253 w 365660"/>
                <a:gd name="connsiteY10" fmla="*/ 224019 h 444607"/>
                <a:gd name="connsiteX11" fmla="*/ 122772 w 365660"/>
                <a:gd name="connsiteY11" fmla="*/ 238307 h 444607"/>
                <a:gd name="connsiteX12" fmla="*/ 103722 w 365660"/>
                <a:gd name="connsiteY12" fmla="*/ 283551 h 444607"/>
                <a:gd name="connsiteX13" fmla="*/ 75147 w 365660"/>
                <a:gd name="connsiteY13" fmla="*/ 319269 h 444607"/>
                <a:gd name="connsiteX14" fmla="*/ 29903 w 365660"/>
                <a:gd name="connsiteY14" fmla="*/ 304982 h 444607"/>
                <a:gd name="connsiteX15" fmla="*/ 1328 w 365660"/>
                <a:gd name="connsiteY15" fmla="*/ 254976 h 444607"/>
                <a:gd name="connsiteX16" fmla="*/ 72766 w 365660"/>
                <a:gd name="connsiteY16" fmla="*/ 195444 h 444607"/>
                <a:gd name="connsiteX17" fmla="*/ 79910 w 365660"/>
                <a:gd name="connsiteY17" fmla="*/ 200207 h 444607"/>
                <a:gd name="connsiteX18" fmla="*/ 108485 w 365660"/>
                <a:gd name="connsiteY18" fmla="*/ 204969 h 444607"/>
                <a:gd name="connsiteX19" fmla="*/ 210878 w 365660"/>
                <a:gd name="connsiteY19" fmla="*/ 190682 h 444607"/>
                <a:gd name="connsiteX20" fmla="*/ 191829 w 365660"/>
                <a:gd name="connsiteY20" fmla="*/ 128769 h 444607"/>
                <a:gd name="connsiteX21" fmla="*/ 134678 w 365660"/>
                <a:gd name="connsiteY21" fmla="*/ 119244 h 444607"/>
                <a:gd name="connsiteX22" fmla="*/ 94197 w 365660"/>
                <a:gd name="connsiteY22" fmla="*/ 35900 h 444607"/>
                <a:gd name="connsiteX23" fmla="*/ 139441 w 365660"/>
                <a:gd name="connsiteY23" fmla="*/ 182 h 444607"/>
                <a:gd name="connsiteX24" fmla="*/ 208497 w 365660"/>
                <a:gd name="connsiteY24" fmla="*/ 23994 h 444607"/>
                <a:gd name="connsiteX25" fmla="*/ 234691 w 365660"/>
                <a:gd name="connsiteY25" fmla="*/ 66857 h 444607"/>
                <a:gd name="connsiteX26" fmla="*/ 225166 w 365660"/>
                <a:gd name="connsiteY26" fmla="*/ 112101 h 444607"/>
                <a:gd name="connsiteX27" fmla="*/ 246597 w 365660"/>
                <a:gd name="connsiteY27" fmla="*/ 159726 h 444607"/>
                <a:gd name="connsiteX28" fmla="*/ 279935 w 365660"/>
                <a:gd name="connsiteY28" fmla="*/ 216876 h 444607"/>
                <a:gd name="connsiteX29" fmla="*/ 365660 w 365660"/>
                <a:gd name="connsiteY29" fmla="*/ 219258 h 444607"/>
                <a:gd name="connsiteX30" fmla="*/ 358516 w 365660"/>
                <a:gd name="connsiteY30" fmla="*/ 283551 h 444607"/>
                <a:gd name="connsiteX31" fmla="*/ 289460 w 365660"/>
                <a:gd name="connsiteY31" fmla="*/ 283551 h 444607"/>
                <a:gd name="connsiteX0" fmla="*/ 289460 w 365660"/>
                <a:gd name="connsiteY0" fmla="*/ 285974 h 447030"/>
                <a:gd name="connsiteX1" fmla="*/ 232309 w 365660"/>
                <a:gd name="connsiteY1" fmla="*/ 321694 h 447030"/>
                <a:gd name="connsiteX2" fmla="*/ 234691 w 365660"/>
                <a:gd name="connsiteY2" fmla="*/ 388367 h 447030"/>
                <a:gd name="connsiteX3" fmla="*/ 187066 w 365660"/>
                <a:gd name="connsiteY3" fmla="*/ 445517 h 447030"/>
                <a:gd name="connsiteX4" fmla="*/ 101341 w 365660"/>
                <a:gd name="connsiteY4" fmla="*/ 409799 h 447030"/>
                <a:gd name="connsiteX5" fmla="*/ 115628 w 365660"/>
                <a:gd name="connsiteY5" fmla="*/ 321692 h 447030"/>
                <a:gd name="connsiteX6" fmla="*/ 165635 w 365660"/>
                <a:gd name="connsiteY6" fmla="*/ 305024 h 447030"/>
                <a:gd name="connsiteX7" fmla="*/ 191828 w 365660"/>
                <a:gd name="connsiteY7" fmla="*/ 300261 h 447030"/>
                <a:gd name="connsiteX8" fmla="*/ 239453 w 365660"/>
                <a:gd name="connsiteY8" fmla="*/ 243111 h 447030"/>
                <a:gd name="connsiteX9" fmla="*/ 196591 w 365660"/>
                <a:gd name="connsiteY9" fmla="*/ 226442 h 447030"/>
                <a:gd name="connsiteX10" fmla="*/ 163253 w 365660"/>
                <a:gd name="connsiteY10" fmla="*/ 226442 h 447030"/>
                <a:gd name="connsiteX11" fmla="*/ 122772 w 365660"/>
                <a:gd name="connsiteY11" fmla="*/ 240730 h 447030"/>
                <a:gd name="connsiteX12" fmla="*/ 103722 w 365660"/>
                <a:gd name="connsiteY12" fmla="*/ 285974 h 447030"/>
                <a:gd name="connsiteX13" fmla="*/ 75147 w 365660"/>
                <a:gd name="connsiteY13" fmla="*/ 321692 h 447030"/>
                <a:gd name="connsiteX14" fmla="*/ 29903 w 365660"/>
                <a:gd name="connsiteY14" fmla="*/ 307405 h 447030"/>
                <a:gd name="connsiteX15" fmla="*/ 1328 w 365660"/>
                <a:gd name="connsiteY15" fmla="*/ 257399 h 447030"/>
                <a:gd name="connsiteX16" fmla="*/ 72766 w 365660"/>
                <a:gd name="connsiteY16" fmla="*/ 197867 h 447030"/>
                <a:gd name="connsiteX17" fmla="*/ 79910 w 365660"/>
                <a:gd name="connsiteY17" fmla="*/ 202630 h 447030"/>
                <a:gd name="connsiteX18" fmla="*/ 108485 w 365660"/>
                <a:gd name="connsiteY18" fmla="*/ 207392 h 447030"/>
                <a:gd name="connsiteX19" fmla="*/ 210878 w 365660"/>
                <a:gd name="connsiteY19" fmla="*/ 193105 h 447030"/>
                <a:gd name="connsiteX20" fmla="*/ 191829 w 365660"/>
                <a:gd name="connsiteY20" fmla="*/ 131192 h 447030"/>
                <a:gd name="connsiteX21" fmla="*/ 134678 w 365660"/>
                <a:gd name="connsiteY21" fmla="*/ 121667 h 447030"/>
                <a:gd name="connsiteX22" fmla="*/ 94197 w 365660"/>
                <a:gd name="connsiteY22" fmla="*/ 38323 h 447030"/>
                <a:gd name="connsiteX23" fmla="*/ 139441 w 365660"/>
                <a:gd name="connsiteY23" fmla="*/ 2605 h 447030"/>
                <a:gd name="connsiteX24" fmla="*/ 208497 w 365660"/>
                <a:gd name="connsiteY24" fmla="*/ 26417 h 447030"/>
                <a:gd name="connsiteX25" fmla="*/ 234691 w 365660"/>
                <a:gd name="connsiteY25" fmla="*/ 69280 h 447030"/>
                <a:gd name="connsiteX26" fmla="*/ 225166 w 365660"/>
                <a:gd name="connsiteY26" fmla="*/ 114524 h 447030"/>
                <a:gd name="connsiteX27" fmla="*/ 246597 w 365660"/>
                <a:gd name="connsiteY27" fmla="*/ 162149 h 447030"/>
                <a:gd name="connsiteX28" fmla="*/ 279935 w 365660"/>
                <a:gd name="connsiteY28" fmla="*/ 219299 h 447030"/>
                <a:gd name="connsiteX29" fmla="*/ 365660 w 365660"/>
                <a:gd name="connsiteY29" fmla="*/ 221681 h 447030"/>
                <a:gd name="connsiteX30" fmla="*/ 358516 w 365660"/>
                <a:gd name="connsiteY30" fmla="*/ 285974 h 447030"/>
                <a:gd name="connsiteX31" fmla="*/ 289460 w 365660"/>
                <a:gd name="connsiteY31" fmla="*/ 285974 h 447030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6841 h 447897"/>
                <a:gd name="connsiteX1" fmla="*/ 232309 w 365660"/>
                <a:gd name="connsiteY1" fmla="*/ 322561 h 447897"/>
                <a:gd name="connsiteX2" fmla="*/ 234691 w 365660"/>
                <a:gd name="connsiteY2" fmla="*/ 389234 h 447897"/>
                <a:gd name="connsiteX3" fmla="*/ 187066 w 365660"/>
                <a:gd name="connsiteY3" fmla="*/ 446384 h 447897"/>
                <a:gd name="connsiteX4" fmla="*/ 101341 w 365660"/>
                <a:gd name="connsiteY4" fmla="*/ 410666 h 447897"/>
                <a:gd name="connsiteX5" fmla="*/ 115628 w 365660"/>
                <a:gd name="connsiteY5" fmla="*/ 322559 h 447897"/>
                <a:gd name="connsiteX6" fmla="*/ 165635 w 365660"/>
                <a:gd name="connsiteY6" fmla="*/ 305891 h 447897"/>
                <a:gd name="connsiteX7" fmla="*/ 191828 w 365660"/>
                <a:gd name="connsiteY7" fmla="*/ 301128 h 447897"/>
                <a:gd name="connsiteX8" fmla="*/ 239453 w 365660"/>
                <a:gd name="connsiteY8" fmla="*/ 243978 h 447897"/>
                <a:gd name="connsiteX9" fmla="*/ 196591 w 365660"/>
                <a:gd name="connsiteY9" fmla="*/ 227309 h 447897"/>
                <a:gd name="connsiteX10" fmla="*/ 163253 w 365660"/>
                <a:gd name="connsiteY10" fmla="*/ 227309 h 447897"/>
                <a:gd name="connsiteX11" fmla="*/ 122772 w 365660"/>
                <a:gd name="connsiteY11" fmla="*/ 241597 h 447897"/>
                <a:gd name="connsiteX12" fmla="*/ 103722 w 365660"/>
                <a:gd name="connsiteY12" fmla="*/ 286841 h 447897"/>
                <a:gd name="connsiteX13" fmla="*/ 75147 w 365660"/>
                <a:gd name="connsiteY13" fmla="*/ 322559 h 447897"/>
                <a:gd name="connsiteX14" fmla="*/ 29903 w 365660"/>
                <a:gd name="connsiteY14" fmla="*/ 308272 h 447897"/>
                <a:gd name="connsiteX15" fmla="*/ 1328 w 365660"/>
                <a:gd name="connsiteY15" fmla="*/ 258266 h 447897"/>
                <a:gd name="connsiteX16" fmla="*/ 72766 w 365660"/>
                <a:gd name="connsiteY16" fmla="*/ 198734 h 447897"/>
                <a:gd name="connsiteX17" fmla="*/ 79910 w 365660"/>
                <a:gd name="connsiteY17" fmla="*/ 203497 h 447897"/>
                <a:gd name="connsiteX18" fmla="*/ 108485 w 365660"/>
                <a:gd name="connsiteY18" fmla="*/ 208259 h 447897"/>
                <a:gd name="connsiteX19" fmla="*/ 210878 w 365660"/>
                <a:gd name="connsiteY19" fmla="*/ 193972 h 447897"/>
                <a:gd name="connsiteX20" fmla="*/ 191829 w 365660"/>
                <a:gd name="connsiteY20" fmla="*/ 132059 h 447897"/>
                <a:gd name="connsiteX21" fmla="*/ 134678 w 365660"/>
                <a:gd name="connsiteY21" fmla="*/ 122534 h 447897"/>
                <a:gd name="connsiteX22" fmla="*/ 96578 w 365660"/>
                <a:gd name="connsiteY22" fmla="*/ 60621 h 447897"/>
                <a:gd name="connsiteX23" fmla="*/ 139441 w 365660"/>
                <a:gd name="connsiteY23" fmla="*/ 3472 h 447897"/>
                <a:gd name="connsiteX24" fmla="*/ 208497 w 365660"/>
                <a:gd name="connsiteY24" fmla="*/ 27284 h 447897"/>
                <a:gd name="connsiteX25" fmla="*/ 234691 w 365660"/>
                <a:gd name="connsiteY25" fmla="*/ 70147 h 447897"/>
                <a:gd name="connsiteX26" fmla="*/ 225166 w 365660"/>
                <a:gd name="connsiteY26" fmla="*/ 115391 h 447897"/>
                <a:gd name="connsiteX27" fmla="*/ 246597 w 365660"/>
                <a:gd name="connsiteY27" fmla="*/ 163016 h 447897"/>
                <a:gd name="connsiteX28" fmla="*/ 279935 w 365660"/>
                <a:gd name="connsiteY28" fmla="*/ 220166 h 447897"/>
                <a:gd name="connsiteX29" fmla="*/ 365660 w 365660"/>
                <a:gd name="connsiteY29" fmla="*/ 222548 h 447897"/>
                <a:gd name="connsiteX30" fmla="*/ 358516 w 365660"/>
                <a:gd name="connsiteY30" fmla="*/ 286841 h 447897"/>
                <a:gd name="connsiteX31" fmla="*/ 289460 w 365660"/>
                <a:gd name="connsiteY31" fmla="*/ 286841 h 447897"/>
                <a:gd name="connsiteX0" fmla="*/ 289460 w 365660"/>
                <a:gd name="connsiteY0" fmla="*/ 288453 h 449509"/>
                <a:gd name="connsiteX1" fmla="*/ 232309 w 365660"/>
                <a:gd name="connsiteY1" fmla="*/ 324173 h 449509"/>
                <a:gd name="connsiteX2" fmla="*/ 234691 w 365660"/>
                <a:gd name="connsiteY2" fmla="*/ 390846 h 449509"/>
                <a:gd name="connsiteX3" fmla="*/ 187066 w 365660"/>
                <a:gd name="connsiteY3" fmla="*/ 447996 h 449509"/>
                <a:gd name="connsiteX4" fmla="*/ 101341 w 365660"/>
                <a:gd name="connsiteY4" fmla="*/ 412278 h 449509"/>
                <a:gd name="connsiteX5" fmla="*/ 115628 w 365660"/>
                <a:gd name="connsiteY5" fmla="*/ 324171 h 449509"/>
                <a:gd name="connsiteX6" fmla="*/ 165635 w 365660"/>
                <a:gd name="connsiteY6" fmla="*/ 307503 h 449509"/>
                <a:gd name="connsiteX7" fmla="*/ 191828 w 365660"/>
                <a:gd name="connsiteY7" fmla="*/ 302740 h 449509"/>
                <a:gd name="connsiteX8" fmla="*/ 239453 w 365660"/>
                <a:gd name="connsiteY8" fmla="*/ 245590 h 449509"/>
                <a:gd name="connsiteX9" fmla="*/ 196591 w 365660"/>
                <a:gd name="connsiteY9" fmla="*/ 228921 h 449509"/>
                <a:gd name="connsiteX10" fmla="*/ 163253 w 365660"/>
                <a:gd name="connsiteY10" fmla="*/ 228921 h 449509"/>
                <a:gd name="connsiteX11" fmla="*/ 122772 w 365660"/>
                <a:gd name="connsiteY11" fmla="*/ 243209 h 449509"/>
                <a:gd name="connsiteX12" fmla="*/ 103722 w 365660"/>
                <a:gd name="connsiteY12" fmla="*/ 288453 h 449509"/>
                <a:gd name="connsiteX13" fmla="*/ 75147 w 365660"/>
                <a:gd name="connsiteY13" fmla="*/ 324171 h 449509"/>
                <a:gd name="connsiteX14" fmla="*/ 29903 w 365660"/>
                <a:gd name="connsiteY14" fmla="*/ 309884 h 449509"/>
                <a:gd name="connsiteX15" fmla="*/ 1328 w 365660"/>
                <a:gd name="connsiteY15" fmla="*/ 259878 h 449509"/>
                <a:gd name="connsiteX16" fmla="*/ 72766 w 365660"/>
                <a:gd name="connsiteY16" fmla="*/ 200346 h 449509"/>
                <a:gd name="connsiteX17" fmla="*/ 79910 w 365660"/>
                <a:gd name="connsiteY17" fmla="*/ 205109 h 449509"/>
                <a:gd name="connsiteX18" fmla="*/ 108485 w 365660"/>
                <a:gd name="connsiteY18" fmla="*/ 209871 h 449509"/>
                <a:gd name="connsiteX19" fmla="*/ 210878 w 365660"/>
                <a:gd name="connsiteY19" fmla="*/ 195584 h 449509"/>
                <a:gd name="connsiteX20" fmla="*/ 191829 w 365660"/>
                <a:gd name="connsiteY20" fmla="*/ 133671 h 449509"/>
                <a:gd name="connsiteX21" fmla="*/ 134678 w 365660"/>
                <a:gd name="connsiteY21" fmla="*/ 124146 h 449509"/>
                <a:gd name="connsiteX22" fmla="*/ 96578 w 365660"/>
                <a:gd name="connsiteY22" fmla="*/ 62233 h 449509"/>
                <a:gd name="connsiteX23" fmla="*/ 139441 w 365660"/>
                <a:gd name="connsiteY23" fmla="*/ 5084 h 449509"/>
                <a:gd name="connsiteX24" fmla="*/ 153727 w 365660"/>
                <a:gd name="connsiteY24" fmla="*/ 5493 h 449509"/>
                <a:gd name="connsiteX25" fmla="*/ 208497 w 365660"/>
                <a:gd name="connsiteY25" fmla="*/ 28896 h 449509"/>
                <a:gd name="connsiteX26" fmla="*/ 234691 w 365660"/>
                <a:gd name="connsiteY26" fmla="*/ 71759 h 449509"/>
                <a:gd name="connsiteX27" fmla="*/ 225166 w 365660"/>
                <a:gd name="connsiteY27" fmla="*/ 117003 h 449509"/>
                <a:gd name="connsiteX28" fmla="*/ 246597 w 365660"/>
                <a:gd name="connsiteY28" fmla="*/ 164628 h 449509"/>
                <a:gd name="connsiteX29" fmla="*/ 279935 w 365660"/>
                <a:gd name="connsiteY29" fmla="*/ 221778 h 449509"/>
                <a:gd name="connsiteX30" fmla="*/ 365660 w 365660"/>
                <a:gd name="connsiteY30" fmla="*/ 224160 h 449509"/>
                <a:gd name="connsiteX31" fmla="*/ 358516 w 365660"/>
                <a:gd name="connsiteY31" fmla="*/ 288453 h 449509"/>
                <a:gd name="connsiteX32" fmla="*/ 289460 w 365660"/>
                <a:gd name="connsiteY32" fmla="*/ 288453 h 449509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5965 h 447021"/>
                <a:gd name="connsiteX1" fmla="*/ 232309 w 365660"/>
                <a:gd name="connsiteY1" fmla="*/ 321685 h 447021"/>
                <a:gd name="connsiteX2" fmla="*/ 234691 w 365660"/>
                <a:gd name="connsiteY2" fmla="*/ 388358 h 447021"/>
                <a:gd name="connsiteX3" fmla="*/ 187066 w 365660"/>
                <a:gd name="connsiteY3" fmla="*/ 445508 h 447021"/>
                <a:gd name="connsiteX4" fmla="*/ 101341 w 365660"/>
                <a:gd name="connsiteY4" fmla="*/ 409790 h 447021"/>
                <a:gd name="connsiteX5" fmla="*/ 115628 w 365660"/>
                <a:gd name="connsiteY5" fmla="*/ 321683 h 447021"/>
                <a:gd name="connsiteX6" fmla="*/ 165635 w 365660"/>
                <a:gd name="connsiteY6" fmla="*/ 305015 h 447021"/>
                <a:gd name="connsiteX7" fmla="*/ 191828 w 365660"/>
                <a:gd name="connsiteY7" fmla="*/ 300252 h 447021"/>
                <a:gd name="connsiteX8" fmla="*/ 239453 w 365660"/>
                <a:gd name="connsiteY8" fmla="*/ 243102 h 447021"/>
                <a:gd name="connsiteX9" fmla="*/ 196591 w 365660"/>
                <a:gd name="connsiteY9" fmla="*/ 226433 h 447021"/>
                <a:gd name="connsiteX10" fmla="*/ 163253 w 365660"/>
                <a:gd name="connsiteY10" fmla="*/ 226433 h 447021"/>
                <a:gd name="connsiteX11" fmla="*/ 122772 w 365660"/>
                <a:gd name="connsiteY11" fmla="*/ 240721 h 447021"/>
                <a:gd name="connsiteX12" fmla="*/ 103722 w 365660"/>
                <a:gd name="connsiteY12" fmla="*/ 285965 h 447021"/>
                <a:gd name="connsiteX13" fmla="*/ 75147 w 365660"/>
                <a:gd name="connsiteY13" fmla="*/ 321683 h 447021"/>
                <a:gd name="connsiteX14" fmla="*/ 29903 w 365660"/>
                <a:gd name="connsiteY14" fmla="*/ 307396 h 447021"/>
                <a:gd name="connsiteX15" fmla="*/ 1328 w 365660"/>
                <a:gd name="connsiteY15" fmla="*/ 257390 h 447021"/>
                <a:gd name="connsiteX16" fmla="*/ 72766 w 365660"/>
                <a:gd name="connsiteY16" fmla="*/ 197858 h 447021"/>
                <a:gd name="connsiteX17" fmla="*/ 79910 w 365660"/>
                <a:gd name="connsiteY17" fmla="*/ 202621 h 447021"/>
                <a:gd name="connsiteX18" fmla="*/ 108485 w 365660"/>
                <a:gd name="connsiteY18" fmla="*/ 207383 h 447021"/>
                <a:gd name="connsiteX19" fmla="*/ 210878 w 365660"/>
                <a:gd name="connsiteY19" fmla="*/ 193096 h 447021"/>
                <a:gd name="connsiteX20" fmla="*/ 191829 w 365660"/>
                <a:gd name="connsiteY20" fmla="*/ 131183 h 447021"/>
                <a:gd name="connsiteX21" fmla="*/ 134678 w 365660"/>
                <a:gd name="connsiteY21" fmla="*/ 121658 h 447021"/>
                <a:gd name="connsiteX22" fmla="*/ 96578 w 365660"/>
                <a:gd name="connsiteY22" fmla="*/ 59745 h 447021"/>
                <a:gd name="connsiteX23" fmla="*/ 139441 w 365660"/>
                <a:gd name="connsiteY23" fmla="*/ 2596 h 447021"/>
                <a:gd name="connsiteX24" fmla="*/ 208497 w 365660"/>
                <a:gd name="connsiteY24" fmla="*/ 26408 h 447021"/>
                <a:gd name="connsiteX25" fmla="*/ 234691 w 365660"/>
                <a:gd name="connsiteY25" fmla="*/ 69271 h 447021"/>
                <a:gd name="connsiteX26" fmla="*/ 225166 w 365660"/>
                <a:gd name="connsiteY26" fmla="*/ 114515 h 447021"/>
                <a:gd name="connsiteX27" fmla="*/ 246597 w 365660"/>
                <a:gd name="connsiteY27" fmla="*/ 162140 h 447021"/>
                <a:gd name="connsiteX28" fmla="*/ 279935 w 365660"/>
                <a:gd name="connsiteY28" fmla="*/ 219290 h 447021"/>
                <a:gd name="connsiteX29" fmla="*/ 365660 w 365660"/>
                <a:gd name="connsiteY29" fmla="*/ 221672 h 447021"/>
                <a:gd name="connsiteX30" fmla="*/ 358516 w 365660"/>
                <a:gd name="connsiteY30" fmla="*/ 285965 h 447021"/>
                <a:gd name="connsiteX31" fmla="*/ 289460 w 365660"/>
                <a:gd name="connsiteY31" fmla="*/ 285965 h 447021"/>
                <a:gd name="connsiteX0" fmla="*/ 289460 w 365660"/>
                <a:gd name="connsiteY0" fmla="*/ 290435 h 451491"/>
                <a:gd name="connsiteX1" fmla="*/ 232309 w 365660"/>
                <a:gd name="connsiteY1" fmla="*/ 326155 h 451491"/>
                <a:gd name="connsiteX2" fmla="*/ 234691 w 365660"/>
                <a:gd name="connsiteY2" fmla="*/ 392828 h 451491"/>
                <a:gd name="connsiteX3" fmla="*/ 187066 w 365660"/>
                <a:gd name="connsiteY3" fmla="*/ 449978 h 451491"/>
                <a:gd name="connsiteX4" fmla="*/ 101341 w 365660"/>
                <a:gd name="connsiteY4" fmla="*/ 414260 h 451491"/>
                <a:gd name="connsiteX5" fmla="*/ 115628 w 365660"/>
                <a:gd name="connsiteY5" fmla="*/ 326153 h 451491"/>
                <a:gd name="connsiteX6" fmla="*/ 165635 w 365660"/>
                <a:gd name="connsiteY6" fmla="*/ 309485 h 451491"/>
                <a:gd name="connsiteX7" fmla="*/ 191828 w 365660"/>
                <a:gd name="connsiteY7" fmla="*/ 304722 h 451491"/>
                <a:gd name="connsiteX8" fmla="*/ 239453 w 365660"/>
                <a:gd name="connsiteY8" fmla="*/ 247572 h 451491"/>
                <a:gd name="connsiteX9" fmla="*/ 196591 w 365660"/>
                <a:gd name="connsiteY9" fmla="*/ 230903 h 451491"/>
                <a:gd name="connsiteX10" fmla="*/ 163253 w 365660"/>
                <a:gd name="connsiteY10" fmla="*/ 230903 h 451491"/>
                <a:gd name="connsiteX11" fmla="*/ 122772 w 365660"/>
                <a:gd name="connsiteY11" fmla="*/ 245191 h 451491"/>
                <a:gd name="connsiteX12" fmla="*/ 103722 w 365660"/>
                <a:gd name="connsiteY12" fmla="*/ 290435 h 451491"/>
                <a:gd name="connsiteX13" fmla="*/ 75147 w 365660"/>
                <a:gd name="connsiteY13" fmla="*/ 326153 h 451491"/>
                <a:gd name="connsiteX14" fmla="*/ 29903 w 365660"/>
                <a:gd name="connsiteY14" fmla="*/ 311866 h 451491"/>
                <a:gd name="connsiteX15" fmla="*/ 1328 w 365660"/>
                <a:gd name="connsiteY15" fmla="*/ 261860 h 451491"/>
                <a:gd name="connsiteX16" fmla="*/ 72766 w 365660"/>
                <a:gd name="connsiteY16" fmla="*/ 202328 h 451491"/>
                <a:gd name="connsiteX17" fmla="*/ 79910 w 365660"/>
                <a:gd name="connsiteY17" fmla="*/ 207091 h 451491"/>
                <a:gd name="connsiteX18" fmla="*/ 108485 w 365660"/>
                <a:gd name="connsiteY18" fmla="*/ 211853 h 451491"/>
                <a:gd name="connsiteX19" fmla="*/ 210878 w 365660"/>
                <a:gd name="connsiteY19" fmla="*/ 197566 h 451491"/>
                <a:gd name="connsiteX20" fmla="*/ 191829 w 365660"/>
                <a:gd name="connsiteY20" fmla="*/ 135653 h 451491"/>
                <a:gd name="connsiteX21" fmla="*/ 134678 w 365660"/>
                <a:gd name="connsiteY21" fmla="*/ 126128 h 451491"/>
                <a:gd name="connsiteX22" fmla="*/ 96578 w 365660"/>
                <a:gd name="connsiteY22" fmla="*/ 64215 h 451491"/>
                <a:gd name="connsiteX23" fmla="*/ 156109 w 365660"/>
                <a:gd name="connsiteY23" fmla="*/ 2304 h 451491"/>
                <a:gd name="connsiteX24" fmla="*/ 208497 w 365660"/>
                <a:gd name="connsiteY24" fmla="*/ 30878 h 451491"/>
                <a:gd name="connsiteX25" fmla="*/ 234691 w 365660"/>
                <a:gd name="connsiteY25" fmla="*/ 73741 h 451491"/>
                <a:gd name="connsiteX26" fmla="*/ 225166 w 365660"/>
                <a:gd name="connsiteY26" fmla="*/ 118985 h 451491"/>
                <a:gd name="connsiteX27" fmla="*/ 246597 w 365660"/>
                <a:gd name="connsiteY27" fmla="*/ 166610 h 451491"/>
                <a:gd name="connsiteX28" fmla="*/ 279935 w 365660"/>
                <a:gd name="connsiteY28" fmla="*/ 223760 h 451491"/>
                <a:gd name="connsiteX29" fmla="*/ 365660 w 365660"/>
                <a:gd name="connsiteY29" fmla="*/ 226142 h 451491"/>
                <a:gd name="connsiteX30" fmla="*/ 358516 w 365660"/>
                <a:gd name="connsiteY30" fmla="*/ 290435 h 451491"/>
                <a:gd name="connsiteX31" fmla="*/ 289460 w 365660"/>
                <a:gd name="connsiteY31" fmla="*/ 290435 h 451491"/>
                <a:gd name="connsiteX0" fmla="*/ 289460 w 365660"/>
                <a:gd name="connsiteY0" fmla="*/ 289204 h 450260"/>
                <a:gd name="connsiteX1" fmla="*/ 232309 w 365660"/>
                <a:gd name="connsiteY1" fmla="*/ 324924 h 450260"/>
                <a:gd name="connsiteX2" fmla="*/ 234691 w 365660"/>
                <a:gd name="connsiteY2" fmla="*/ 391597 h 450260"/>
                <a:gd name="connsiteX3" fmla="*/ 187066 w 365660"/>
                <a:gd name="connsiteY3" fmla="*/ 448747 h 450260"/>
                <a:gd name="connsiteX4" fmla="*/ 101341 w 365660"/>
                <a:gd name="connsiteY4" fmla="*/ 413029 h 450260"/>
                <a:gd name="connsiteX5" fmla="*/ 115628 w 365660"/>
                <a:gd name="connsiteY5" fmla="*/ 324922 h 450260"/>
                <a:gd name="connsiteX6" fmla="*/ 165635 w 365660"/>
                <a:gd name="connsiteY6" fmla="*/ 308254 h 450260"/>
                <a:gd name="connsiteX7" fmla="*/ 191828 w 365660"/>
                <a:gd name="connsiteY7" fmla="*/ 303491 h 450260"/>
                <a:gd name="connsiteX8" fmla="*/ 239453 w 365660"/>
                <a:gd name="connsiteY8" fmla="*/ 246341 h 450260"/>
                <a:gd name="connsiteX9" fmla="*/ 196591 w 365660"/>
                <a:gd name="connsiteY9" fmla="*/ 229672 h 450260"/>
                <a:gd name="connsiteX10" fmla="*/ 163253 w 365660"/>
                <a:gd name="connsiteY10" fmla="*/ 229672 h 450260"/>
                <a:gd name="connsiteX11" fmla="*/ 122772 w 365660"/>
                <a:gd name="connsiteY11" fmla="*/ 243960 h 450260"/>
                <a:gd name="connsiteX12" fmla="*/ 103722 w 365660"/>
                <a:gd name="connsiteY12" fmla="*/ 289204 h 450260"/>
                <a:gd name="connsiteX13" fmla="*/ 75147 w 365660"/>
                <a:gd name="connsiteY13" fmla="*/ 324922 h 450260"/>
                <a:gd name="connsiteX14" fmla="*/ 29903 w 365660"/>
                <a:gd name="connsiteY14" fmla="*/ 310635 h 450260"/>
                <a:gd name="connsiteX15" fmla="*/ 1328 w 365660"/>
                <a:gd name="connsiteY15" fmla="*/ 260629 h 450260"/>
                <a:gd name="connsiteX16" fmla="*/ 72766 w 365660"/>
                <a:gd name="connsiteY16" fmla="*/ 201097 h 450260"/>
                <a:gd name="connsiteX17" fmla="*/ 79910 w 365660"/>
                <a:gd name="connsiteY17" fmla="*/ 205860 h 450260"/>
                <a:gd name="connsiteX18" fmla="*/ 108485 w 365660"/>
                <a:gd name="connsiteY18" fmla="*/ 210622 h 450260"/>
                <a:gd name="connsiteX19" fmla="*/ 210878 w 365660"/>
                <a:gd name="connsiteY19" fmla="*/ 196335 h 450260"/>
                <a:gd name="connsiteX20" fmla="*/ 191829 w 365660"/>
                <a:gd name="connsiteY20" fmla="*/ 134422 h 450260"/>
                <a:gd name="connsiteX21" fmla="*/ 134678 w 365660"/>
                <a:gd name="connsiteY21" fmla="*/ 124897 h 450260"/>
                <a:gd name="connsiteX22" fmla="*/ 96578 w 365660"/>
                <a:gd name="connsiteY22" fmla="*/ 62984 h 450260"/>
                <a:gd name="connsiteX23" fmla="*/ 156109 w 365660"/>
                <a:gd name="connsiteY23" fmla="*/ 1073 h 450260"/>
                <a:gd name="connsiteX24" fmla="*/ 220403 w 365660"/>
                <a:gd name="connsiteY24" fmla="*/ 27266 h 450260"/>
                <a:gd name="connsiteX25" fmla="*/ 234691 w 365660"/>
                <a:gd name="connsiteY25" fmla="*/ 72510 h 450260"/>
                <a:gd name="connsiteX26" fmla="*/ 225166 w 365660"/>
                <a:gd name="connsiteY26" fmla="*/ 117754 h 450260"/>
                <a:gd name="connsiteX27" fmla="*/ 246597 w 365660"/>
                <a:gd name="connsiteY27" fmla="*/ 165379 h 450260"/>
                <a:gd name="connsiteX28" fmla="*/ 279935 w 365660"/>
                <a:gd name="connsiteY28" fmla="*/ 222529 h 450260"/>
                <a:gd name="connsiteX29" fmla="*/ 365660 w 365660"/>
                <a:gd name="connsiteY29" fmla="*/ 224911 h 450260"/>
                <a:gd name="connsiteX30" fmla="*/ 358516 w 365660"/>
                <a:gd name="connsiteY30" fmla="*/ 289204 h 450260"/>
                <a:gd name="connsiteX31" fmla="*/ 289460 w 365660"/>
                <a:gd name="connsiteY31" fmla="*/ 289204 h 450260"/>
                <a:gd name="connsiteX0" fmla="*/ 289460 w 365660"/>
                <a:gd name="connsiteY0" fmla="*/ 290956 h 452012"/>
                <a:gd name="connsiteX1" fmla="*/ 232309 w 365660"/>
                <a:gd name="connsiteY1" fmla="*/ 326676 h 452012"/>
                <a:gd name="connsiteX2" fmla="*/ 234691 w 365660"/>
                <a:gd name="connsiteY2" fmla="*/ 393349 h 452012"/>
                <a:gd name="connsiteX3" fmla="*/ 187066 w 365660"/>
                <a:gd name="connsiteY3" fmla="*/ 450499 h 452012"/>
                <a:gd name="connsiteX4" fmla="*/ 101341 w 365660"/>
                <a:gd name="connsiteY4" fmla="*/ 414781 h 452012"/>
                <a:gd name="connsiteX5" fmla="*/ 115628 w 365660"/>
                <a:gd name="connsiteY5" fmla="*/ 326674 h 452012"/>
                <a:gd name="connsiteX6" fmla="*/ 165635 w 365660"/>
                <a:gd name="connsiteY6" fmla="*/ 310006 h 452012"/>
                <a:gd name="connsiteX7" fmla="*/ 191828 w 365660"/>
                <a:gd name="connsiteY7" fmla="*/ 305243 h 452012"/>
                <a:gd name="connsiteX8" fmla="*/ 239453 w 365660"/>
                <a:gd name="connsiteY8" fmla="*/ 248093 h 452012"/>
                <a:gd name="connsiteX9" fmla="*/ 196591 w 365660"/>
                <a:gd name="connsiteY9" fmla="*/ 231424 h 452012"/>
                <a:gd name="connsiteX10" fmla="*/ 163253 w 365660"/>
                <a:gd name="connsiteY10" fmla="*/ 231424 h 452012"/>
                <a:gd name="connsiteX11" fmla="*/ 122772 w 365660"/>
                <a:gd name="connsiteY11" fmla="*/ 245712 h 452012"/>
                <a:gd name="connsiteX12" fmla="*/ 103722 w 365660"/>
                <a:gd name="connsiteY12" fmla="*/ 290956 h 452012"/>
                <a:gd name="connsiteX13" fmla="*/ 75147 w 365660"/>
                <a:gd name="connsiteY13" fmla="*/ 326674 h 452012"/>
                <a:gd name="connsiteX14" fmla="*/ 29903 w 365660"/>
                <a:gd name="connsiteY14" fmla="*/ 312387 h 452012"/>
                <a:gd name="connsiteX15" fmla="*/ 1328 w 365660"/>
                <a:gd name="connsiteY15" fmla="*/ 262381 h 452012"/>
                <a:gd name="connsiteX16" fmla="*/ 72766 w 365660"/>
                <a:gd name="connsiteY16" fmla="*/ 202849 h 452012"/>
                <a:gd name="connsiteX17" fmla="*/ 79910 w 365660"/>
                <a:gd name="connsiteY17" fmla="*/ 207612 h 452012"/>
                <a:gd name="connsiteX18" fmla="*/ 108485 w 365660"/>
                <a:gd name="connsiteY18" fmla="*/ 212374 h 452012"/>
                <a:gd name="connsiteX19" fmla="*/ 210878 w 365660"/>
                <a:gd name="connsiteY19" fmla="*/ 198087 h 452012"/>
                <a:gd name="connsiteX20" fmla="*/ 191829 w 365660"/>
                <a:gd name="connsiteY20" fmla="*/ 136174 h 452012"/>
                <a:gd name="connsiteX21" fmla="*/ 134678 w 365660"/>
                <a:gd name="connsiteY21" fmla="*/ 126649 h 452012"/>
                <a:gd name="connsiteX22" fmla="*/ 96578 w 365660"/>
                <a:gd name="connsiteY22" fmla="*/ 64736 h 452012"/>
                <a:gd name="connsiteX23" fmla="*/ 156109 w 365660"/>
                <a:gd name="connsiteY23" fmla="*/ 2825 h 452012"/>
                <a:gd name="connsiteX24" fmla="*/ 220403 w 365660"/>
                <a:gd name="connsiteY24" fmla="*/ 29018 h 452012"/>
                <a:gd name="connsiteX25" fmla="*/ 234691 w 365660"/>
                <a:gd name="connsiteY25" fmla="*/ 74262 h 452012"/>
                <a:gd name="connsiteX26" fmla="*/ 225166 w 365660"/>
                <a:gd name="connsiteY26" fmla="*/ 119506 h 452012"/>
                <a:gd name="connsiteX27" fmla="*/ 246597 w 365660"/>
                <a:gd name="connsiteY27" fmla="*/ 167131 h 452012"/>
                <a:gd name="connsiteX28" fmla="*/ 279935 w 365660"/>
                <a:gd name="connsiteY28" fmla="*/ 224281 h 452012"/>
                <a:gd name="connsiteX29" fmla="*/ 365660 w 365660"/>
                <a:gd name="connsiteY29" fmla="*/ 226663 h 452012"/>
                <a:gd name="connsiteX30" fmla="*/ 358516 w 365660"/>
                <a:gd name="connsiteY30" fmla="*/ 290956 h 452012"/>
                <a:gd name="connsiteX31" fmla="*/ 289460 w 365660"/>
                <a:gd name="connsiteY31" fmla="*/ 290956 h 452012"/>
                <a:gd name="connsiteX0" fmla="*/ 289460 w 365660"/>
                <a:gd name="connsiteY0" fmla="*/ 291662 h 452718"/>
                <a:gd name="connsiteX1" fmla="*/ 232309 w 365660"/>
                <a:gd name="connsiteY1" fmla="*/ 327382 h 452718"/>
                <a:gd name="connsiteX2" fmla="*/ 234691 w 365660"/>
                <a:gd name="connsiteY2" fmla="*/ 394055 h 452718"/>
                <a:gd name="connsiteX3" fmla="*/ 187066 w 365660"/>
                <a:gd name="connsiteY3" fmla="*/ 451205 h 452718"/>
                <a:gd name="connsiteX4" fmla="*/ 101341 w 365660"/>
                <a:gd name="connsiteY4" fmla="*/ 415487 h 452718"/>
                <a:gd name="connsiteX5" fmla="*/ 115628 w 365660"/>
                <a:gd name="connsiteY5" fmla="*/ 327380 h 452718"/>
                <a:gd name="connsiteX6" fmla="*/ 165635 w 365660"/>
                <a:gd name="connsiteY6" fmla="*/ 310712 h 452718"/>
                <a:gd name="connsiteX7" fmla="*/ 191828 w 365660"/>
                <a:gd name="connsiteY7" fmla="*/ 305949 h 452718"/>
                <a:gd name="connsiteX8" fmla="*/ 239453 w 365660"/>
                <a:gd name="connsiteY8" fmla="*/ 248799 h 452718"/>
                <a:gd name="connsiteX9" fmla="*/ 196591 w 365660"/>
                <a:gd name="connsiteY9" fmla="*/ 232130 h 452718"/>
                <a:gd name="connsiteX10" fmla="*/ 163253 w 365660"/>
                <a:gd name="connsiteY10" fmla="*/ 232130 h 452718"/>
                <a:gd name="connsiteX11" fmla="*/ 122772 w 365660"/>
                <a:gd name="connsiteY11" fmla="*/ 246418 h 452718"/>
                <a:gd name="connsiteX12" fmla="*/ 103722 w 365660"/>
                <a:gd name="connsiteY12" fmla="*/ 291662 h 452718"/>
                <a:gd name="connsiteX13" fmla="*/ 75147 w 365660"/>
                <a:gd name="connsiteY13" fmla="*/ 327380 h 452718"/>
                <a:gd name="connsiteX14" fmla="*/ 29903 w 365660"/>
                <a:gd name="connsiteY14" fmla="*/ 313093 h 452718"/>
                <a:gd name="connsiteX15" fmla="*/ 1328 w 365660"/>
                <a:gd name="connsiteY15" fmla="*/ 263087 h 452718"/>
                <a:gd name="connsiteX16" fmla="*/ 72766 w 365660"/>
                <a:gd name="connsiteY16" fmla="*/ 203555 h 452718"/>
                <a:gd name="connsiteX17" fmla="*/ 79910 w 365660"/>
                <a:gd name="connsiteY17" fmla="*/ 208318 h 452718"/>
                <a:gd name="connsiteX18" fmla="*/ 108485 w 365660"/>
                <a:gd name="connsiteY18" fmla="*/ 213080 h 452718"/>
                <a:gd name="connsiteX19" fmla="*/ 210878 w 365660"/>
                <a:gd name="connsiteY19" fmla="*/ 198793 h 452718"/>
                <a:gd name="connsiteX20" fmla="*/ 191829 w 365660"/>
                <a:gd name="connsiteY20" fmla="*/ 136880 h 452718"/>
                <a:gd name="connsiteX21" fmla="*/ 134678 w 365660"/>
                <a:gd name="connsiteY21" fmla="*/ 127355 h 452718"/>
                <a:gd name="connsiteX22" fmla="*/ 96578 w 365660"/>
                <a:gd name="connsiteY22" fmla="*/ 65442 h 452718"/>
                <a:gd name="connsiteX23" fmla="*/ 156109 w 365660"/>
                <a:gd name="connsiteY23" fmla="*/ 3531 h 452718"/>
                <a:gd name="connsiteX24" fmla="*/ 232309 w 365660"/>
                <a:gd name="connsiteY24" fmla="*/ 27342 h 452718"/>
                <a:gd name="connsiteX25" fmla="*/ 234691 w 365660"/>
                <a:gd name="connsiteY25" fmla="*/ 74968 h 452718"/>
                <a:gd name="connsiteX26" fmla="*/ 225166 w 365660"/>
                <a:gd name="connsiteY26" fmla="*/ 120212 h 452718"/>
                <a:gd name="connsiteX27" fmla="*/ 246597 w 365660"/>
                <a:gd name="connsiteY27" fmla="*/ 167837 h 452718"/>
                <a:gd name="connsiteX28" fmla="*/ 279935 w 365660"/>
                <a:gd name="connsiteY28" fmla="*/ 224987 h 452718"/>
                <a:gd name="connsiteX29" fmla="*/ 365660 w 365660"/>
                <a:gd name="connsiteY29" fmla="*/ 227369 h 452718"/>
                <a:gd name="connsiteX30" fmla="*/ 358516 w 365660"/>
                <a:gd name="connsiteY30" fmla="*/ 291662 h 452718"/>
                <a:gd name="connsiteX31" fmla="*/ 289460 w 365660"/>
                <a:gd name="connsiteY31" fmla="*/ 291662 h 452718"/>
                <a:gd name="connsiteX0" fmla="*/ 289460 w 365660"/>
                <a:gd name="connsiteY0" fmla="*/ 294011 h 455067"/>
                <a:gd name="connsiteX1" fmla="*/ 232309 w 365660"/>
                <a:gd name="connsiteY1" fmla="*/ 329731 h 455067"/>
                <a:gd name="connsiteX2" fmla="*/ 234691 w 365660"/>
                <a:gd name="connsiteY2" fmla="*/ 396404 h 455067"/>
                <a:gd name="connsiteX3" fmla="*/ 187066 w 365660"/>
                <a:gd name="connsiteY3" fmla="*/ 453554 h 455067"/>
                <a:gd name="connsiteX4" fmla="*/ 101341 w 365660"/>
                <a:gd name="connsiteY4" fmla="*/ 417836 h 455067"/>
                <a:gd name="connsiteX5" fmla="*/ 115628 w 365660"/>
                <a:gd name="connsiteY5" fmla="*/ 329729 h 455067"/>
                <a:gd name="connsiteX6" fmla="*/ 165635 w 365660"/>
                <a:gd name="connsiteY6" fmla="*/ 313061 h 455067"/>
                <a:gd name="connsiteX7" fmla="*/ 191828 w 365660"/>
                <a:gd name="connsiteY7" fmla="*/ 308298 h 455067"/>
                <a:gd name="connsiteX8" fmla="*/ 239453 w 365660"/>
                <a:gd name="connsiteY8" fmla="*/ 251148 h 455067"/>
                <a:gd name="connsiteX9" fmla="*/ 196591 w 365660"/>
                <a:gd name="connsiteY9" fmla="*/ 234479 h 455067"/>
                <a:gd name="connsiteX10" fmla="*/ 163253 w 365660"/>
                <a:gd name="connsiteY10" fmla="*/ 234479 h 455067"/>
                <a:gd name="connsiteX11" fmla="*/ 122772 w 365660"/>
                <a:gd name="connsiteY11" fmla="*/ 248767 h 455067"/>
                <a:gd name="connsiteX12" fmla="*/ 103722 w 365660"/>
                <a:gd name="connsiteY12" fmla="*/ 294011 h 455067"/>
                <a:gd name="connsiteX13" fmla="*/ 75147 w 365660"/>
                <a:gd name="connsiteY13" fmla="*/ 329729 h 455067"/>
                <a:gd name="connsiteX14" fmla="*/ 29903 w 365660"/>
                <a:gd name="connsiteY14" fmla="*/ 315442 h 455067"/>
                <a:gd name="connsiteX15" fmla="*/ 1328 w 365660"/>
                <a:gd name="connsiteY15" fmla="*/ 265436 h 455067"/>
                <a:gd name="connsiteX16" fmla="*/ 72766 w 365660"/>
                <a:gd name="connsiteY16" fmla="*/ 205904 h 455067"/>
                <a:gd name="connsiteX17" fmla="*/ 79910 w 365660"/>
                <a:gd name="connsiteY17" fmla="*/ 210667 h 455067"/>
                <a:gd name="connsiteX18" fmla="*/ 108485 w 365660"/>
                <a:gd name="connsiteY18" fmla="*/ 215429 h 455067"/>
                <a:gd name="connsiteX19" fmla="*/ 210878 w 365660"/>
                <a:gd name="connsiteY19" fmla="*/ 201142 h 455067"/>
                <a:gd name="connsiteX20" fmla="*/ 191829 w 365660"/>
                <a:gd name="connsiteY20" fmla="*/ 139229 h 455067"/>
                <a:gd name="connsiteX21" fmla="*/ 134678 w 365660"/>
                <a:gd name="connsiteY21" fmla="*/ 129704 h 455067"/>
                <a:gd name="connsiteX22" fmla="*/ 96578 w 365660"/>
                <a:gd name="connsiteY22" fmla="*/ 67791 h 455067"/>
                <a:gd name="connsiteX23" fmla="*/ 148965 w 365660"/>
                <a:gd name="connsiteY23" fmla="*/ 1117 h 455067"/>
                <a:gd name="connsiteX24" fmla="*/ 232309 w 365660"/>
                <a:gd name="connsiteY24" fmla="*/ 29691 h 455067"/>
                <a:gd name="connsiteX25" fmla="*/ 234691 w 365660"/>
                <a:gd name="connsiteY25" fmla="*/ 77317 h 455067"/>
                <a:gd name="connsiteX26" fmla="*/ 225166 w 365660"/>
                <a:gd name="connsiteY26" fmla="*/ 122561 h 455067"/>
                <a:gd name="connsiteX27" fmla="*/ 246597 w 365660"/>
                <a:gd name="connsiteY27" fmla="*/ 170186 h 455067"/>
                <a:gd name="connsiteX28" fmla="*/ 279935 w 365660"/>
                <a:gd name="connsiteY28" fmla="*/ 227336 h 455067"/>
                <a:gd name="connsiteX29" fmla="*/ 365660 w 365660"/>
                <a:gd name="connsiteY29" fmla="*/ 229718 h 455067"/>
                <a:gd name="connsiteX30" fmla="*/ 358516 w 365660"/>
                <a:gd name="connsiteY30" fmla="*/ 294011 h 455067"/>
                <a:gd name="connsiteX31" fmla="*/ 289460 w 365660"/>
                <a:gd name="connsiteY31" fmla="*/ 294011 h 455067"/>
                <a:gd name="connsiteX0" fmla="*/ 289460 w 365660"/>
                <a:gd name="connsiteY0" fmla="*/ 289437 h 450493"/>
                <a:gd name="connsiteX1" fmla="*/ 232309 w 365660"/>
                <a:gd name="connsiteY1" fmla="*/ 325157 h 450493"/>
                <a:gd name="connsiteX2" fmla="*/ 234691 w 365660"/>
                <a:gd name="connsiteY2" fmla="*/ 391830 h 450493"/>
                <a:gd name="connsiteX3" fmla="*/ 187066 w 365660"/>
                <a:gd name="connsiteY3" fmla="*/ 448980 h 450493"/>
                <a:gd name="connsiteX4" fmla="*/ 101341 w 365660"/>
                <a:gd name="connsiteY4" fmla="*/ 413262 h 450493"/>
                <a:gd name="connsiteX5" fmla="*/ 115628 w 365660"/>
                <a:gd name="connsiteY5" fmla="*/ 325155 h 450493"/>
                <a:gd name="connsiteX6" fmla="*/ 165635 w 365660"/>
                <a:gd name="connsiteY6" fmla="*/ 308487 h 450493"/>
                <a:gd name="connsiteX7" fmla="*/ 191828 w 365660"/>
                <a:gd name="connsiteY7" fmla="*/ 303724 h 450493"/>
                <a:gd name="connsiteX8" fmla="*/ 239453 w 365660"/>
                <a:gd name="connsiteY8" fmla="*/ 246574 h 450493"/>
                <a:gd name="connsiteX9" fmla="*/ 196591 w 365660"/>
                <a:gd name="connsiteY9" fmla="*/ 229905 h 450493"/>
                <a:gd name="connsiteX10" fmla="*/ 163253 w 365660"/>
                <a:gd name="connsiteY10" fmla="*/ 229905 h 450493"/>
                <a:gd name="connsiteX11" fmla="*/ 122772 w 365660"/>
                <a:gd name="connsiteY11" fmla="*/ 244193 h 450493"/>
                <a:gd name="connsiteX12" fmla="*/ 103722 w 365660"/>
                <a:gd name="connsiteY12" fmla="*/ 289437 h 450493"/>
                <a:gd name="connsiteX13" fmla="*/ 75147 w 365660"/>
                <a:gd name="connsiteY13" fmla="*/ 325155 h 450493"/>
                <a:gd name="connsiteX14" fmla="*/ 29903 w 365660"/>
                <a:gd name="connsiteY14" fmla="*/ 310868 h 450493"/>
                <a:gd name="connsiteX15" fmla="*/ 1328 w 365660"/>
                <a:gd name="connsiteY15" fmla="*/ 260862 h 450493"/>
                <a:gd name="connsiteX16" fmla="*/ 72766 w 365660"/>
                <a:gd name="connsiteY16" fmla="*/ 201330 h 450493"/>
                <a:gd name="connsiteX17" fmla="*/ 79910 w 365660"/>
                <a:gd name="connsiteY17" fmla="*/ 206093 h 450493"/>
                <a:gd name="connsiteX18" fmla="*/ 108485 w 365660"/>
                <a:gd name="connsiteY18" fmla="*/ 210855 h 450493"/>
                <a:gd name="connsiteX19" fmla="*/ 210878 w 365660"/>
                <a:gd name="connsiteY19" fmla="*/ 196568 h 450493"/>
                <a:gd name="connsiteX20" fmla="*/ 191829 w 365660"/>
                <a:gd name="connsiteY20" fmla="*/ 134655 h 450493"/>
                <a:gd name="connsiteX21" fmla="*/ 134678 w 365660"/>
                <a:gd name="connsiteY21" fmla="*/ 125130 h 450493"/>
                <a:gd name="connsiteX22" fmla="*/ 96578 w 365660"/>
                <a:gd name="connsiteY22" fmla="*/ 63217 h 450493"/>
                <a:gd name="connsiteX23" fmla="*/ 137059 w 365660"/>
                <a:gd name="connsiteY23" fmla="*/ 1306 h 450493"/>
                <a:gd name="connsiteX24" fmla="*/ 232309 w 365660"/>
                <a:gd name="connsiteY24" fmla="*/ 25117 h 450493"/>
                <a:gd name="connsiteX25" fmla="*/ 234691 w 365660"/>
                <a:gd name="connsiteY25" fmla="*/ 72743 h 450493"/>
                <a:gd name="connsiteX26" fmla="*/ 225166 w 365660"/>
                <a:gd name="connsiteY26" fmla="*/ 117987 h 450493"/>
                <a:gd name="connsiteX27" fmla="*/ 246597 w 365660"/>
                <a:gd name="connsiteY27" fmla="*/ 165612 h 450493"/>
                <a:gd name="connsiteX28" fmla="*/ 279935 w 365660"/>
                <a:gd name="connsiteY28" fmla="*/ 222762 h 450493"/>
                <a:gd name="connsiteX29" fmla="*/ 365660 w 365660"/>
                <a:gd name="connsiteY29" fmla="*/ 225144 h 450493"/>
                <a:gd name="connsiteX30" fmla="*/ 358516 w 365660"/>
                <a:gd name="connsiteY30" fmla="*/ 289437 h 450493"/>
                <a:gd name="connsiteX31" fmla="*/ 289460 w 365660"/>
                <a:gd name="connsiteY31" fmla="*/ 289437 h 450493"/>
                <a:gd name="connsiteX0" fmla="*/ 289460 w 365660"/>
                <a:gd name="connsiteY0" fmla="*/ 290225 h 451281"/>
                <a:gd name="connsiteX1" fmla="*/ 232309 w 365660"/>
                <a:gd name="connsiteY1" fmla="*/ 325945 h 451281"/>
                <a:gd name="connsiteX2" fmla="*/ 234691 w 365660"/>
                <a:gd name="connsiteY2" fmla="*/ 392618 h 451281"/>
                <a:gd name="connsiteX3" fmla="*/ 187066 w 365660"/>
                <a:gd name="connsiteY3" fmla="*/ 449768 h 451281"/>
                <a:gd name="connsiteX4" fmla="*/ 101341 w 365660"/>
                <a:gd name="connsiteY4" fmla="*/ 414050 h 451281"/>
                <a:gd name="connsiteX5" fmla="*/ 115628 w 365660"/>
                <a:gd name="connsiteY5" fmla="*/ 325943 h 451281"/>
                <a:gd name="connsiteX6" fmla="*/ 165635 w 365660"/>
                <a:gd name="connsiteY6" fmla="*/ 309275 h 451281"/>
                <a:gd name="connsiteX7" fmla="*/ 191828 w 365660"/>
                <a:gd name="connsiteY7" fmla="*/ 304512 h 451281"/>
                <a:gd name="connsiteX8" fmla="*/ 239453 w 365660"/>
                <a:gd name="connsiteY8" fmla="*/ 247362 h 451281"/>
                <a:gd name="connsiteX9" fmla="*/ 196591 w 365660"/>
                <a:gd name="connsiteY9" fmla="*/ 230693 h 451281"/>
                <a:gd name="connsiteX10" fmla="*/ 163253 w 365660"/>
                <a:gd name="connsiteY10" fmla="*/ 230693 h 451281"/>
                <a:gd name="connsiteX11" fmla="*/ 122772 w 365660"/>
                <a:gd name="connsiteY11" fmla="*/ 244981 h 451281"/>
                <a:gd name="connsiteX12" fmla="*/ 103722 w 365660"/>
                <a:gd name="connsiteY12" fmla="*/ 290225 h 451281"/>
                <a:gd name="connsiteX13" fmla="*/ 75147 w 365660"/>
                <a:gd name="connsiteY13" fmla="*/ 325943 h 451281"/>
                <a:gd name="connsiteX14" fmla="*/ 29903 w 365660"/>
                <a:gd name="connsiteY14" fmla="*/ 311656 h 451281"/>
                <a:gd name="connsiteX15" fmla="*/ 1328 w 365660"/>
                <a:gd name="connsiteY15" fmla="*/ 261650 h 451281"/>
                <a:gd name="connsiteX16" fmla="*/ 72766 w 365660"/>
                <a:gd name="connsiteY16" fmla="*/ 202118 h 451281"/>
                <a:gd name="connsiteX17" fmla="*/ 79910 w 365660"/>
                <a:gd name="connsiteY17" fmla="*/ 206881 h 451281"/>
                <a:gd name="connsiteX18" fmla="*/ 108485 w 365660"/>
                <a:gd name="connsiteY18" fmla="*/ 211643 h 451281"/>
                <a:gd name="connsiteX19" fmla="*/ 210878 w 365660"/>
                <a:gd name="connsiteY19" fmla="*/ 197356 h 451281"/>
                <a:gd name="connsiteX20" fmla="*/ 191829 w 365660"/>
                <a:gd name="connsiteY20" fmla="*/ 135443 h 451281"/>
                <a:gd name="connsiteX21" fmla="*/ 134678 w 365660"/>
                <a:gd name="connsiteY21" fmla="*/ 125918 h 451281"/>
                <a:gd name="connsiteX22" fmla="*/ 96578 w 365660"/>
                <a:gd name="connsiteY22" fmla="*/ 64005 h 451281"/>
                <a:gd name="connsiteX23" fmla="*/ 137059 w 365660"/>
                <a:gd name="connsiteY23" fmla="*/ 2094 h 451281"/>
                <a:gd name="connsiteX24" fmla="*/ 232309 w 365660"/>
                <a:gd name="connsiteY24" fmla="*/ 25905 h 451281"/>
                <a:gd name="connsiteX25" fmla="*/ 234691 w 365660"/>
                <a:gd name="connsiteY25" fmla="*/ 73531 h 451281"/>
                <a:gd name="connsiteX26" fmla="*/ 225166 w 365660"/>
                <a:gd name="connsiteY26" fmla="*/ 118775 h 451281"/>
                <a:gd name="connsiteX27" fmla="*/ 246597 w 365660"/>
                <a:gd name="connsiteY27" fmla="*/ 166400 h 451281"/>
                <a:gd name="connsiteX28" fmla="*/ 279935 w 365660"/>
                <a:gd name="connsiteY28" fmla="*/ 223550 h 451281"/>
                <a:gd name="connsiteX29" fmla="*/ 365660 w 365660"/>
                <a:gd name="connsiteY29" fmla="*/ 225932 h 451281"/>
                <a:gd name="connsiteX30" fmla="*/ 358516 w 365660"/>
                <a:gd name="connsiteY30" fmla="*/ 290225 h 451281"/>
                <a:gd name="connsiteX31" fmla="*/ 289460 w 365660"/>
                <a:gd name="connsiteY31" fmla="*/ 290225 h 451281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34691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007 h 454063"/>
                <a:gd name="connsiteX1" fmla="*/ 232309 w 365660"/>
                <a:gd name="connsiteY1" fmla="*/ 328727 h 454063"/>
                <a:gd name="connsiteX2" fmla="*/ 234691 w 365660"/>
                <a:gd name="connsiteY2" fmla="*/ 395400 h 454063"/>
                <a:gd name="connsiteX3" fmla="*/ 187066 w 365660"/>
                <a:gd name="connsiteY3" fmla="*/ 452550 h 454063"/>
                <a:gd name="connsiteX4" fmla="*/ 101341 w 365660"/>
                <a:gd name="connsiteY4" fmla="*/ 416832 h 454063"/>
                <a:gd name="connsiteX5" fmla="*/ 115628 w 365660"/>
                <a:gd name="connsiteY5" fmla="*/ 328725 h 454063"/>
                <a:gd name="connsiteX6" fmla="*/ 165635 w 365660"/>
                <a:gd name="connsiteY6" fmla="*/ 312057 h 454063"/>
                <a:gd name="connsiteX7" fmla="*/ 191828 w 365660"/>
                <a:gd name="connsiteY7" fmla="*/ 307294 h 454063"/>
                <a:gd name="connsiteX8" fmla="*/ 239453 w 365660"/>
                <a:gd name="connsiteY8" fmla="*/ 250144 h 454063"/>
                <a:gd name="connsiteX9" fmla="*/ 196591 w 365660"/>
                <a:gd name="connsiteY9" fmla="*/ 233475 h 454063"/>
                <a:gd name="connsiteX10" fmla="*/ 163253 w 365660"/>
                <a:gd name="connsiteY10" fmla="*/ 233475 h 454063"/>
                <a:gd name="connsiteX11" fmla="*/ 122772 w 365660"/>
                <a:gd name="connsiteY11" fmla="*/ 247763 h 454063"/>
                <a:gd name="connsiteX12" fmla="*/ 103722 w 365660"/>
                <a:gd name="connsiteY12" fmla="*/ 293007 h 454063"/>
                <a:gd name="connsiteX13" fmla="*/ 75147 w 365660"/>
                <a:gd name="connsiteY13" fmla="*/ 328725 h 454063"/>
                <a:gd name="connsiteX14" fmla="*/ 29903 w 365660"/>
                <a:gd name="connsiteY14" fmla="*/ 314438 h 454063"/>
                <a:gd name="connsiteX15" fmla="*/ 1328 w 365660"/>
                <a:gd name="connsiteY15" fmla="*/ 264432 h 454063"/>
                <a:gd name="connsiteX16" fmla="*/ 72766 w 365660"/>
                <a:gd name="connsiteY16" fmla="*/ 204900 h 454063"/>
                <a:gd name="connsiteX17" fmla="*/ 79910 w 365660"/>
                <a:gd name="connsiteY17" fmla="*/ 209663 h 454063"/>
                <a:gd name="connsiteX18" fmla="*/ 108485 w 365660"/>
                <a:gd name="connsiteY18" fmla="*/ 214425 h 454063"/>
                <a:gd name="connsiteX19" fmla="*/ 210878 w 365660"/>
                <a:gd name="connsiteY19" fmla="*/ 200138 h 454063"/>
                <a:gd name="connsiteX20" fmla="*/ 191829 w 365660"/>
                <a:gd name="connsiteY20" fmla="*/ 138225 h 454063"/>
                <a:gd name="connsiteX21" fmla="*/ 127534 w 365660"/>
                <a:gd name="connsiteY21" fmla="*/ 128700 h 454063"/>
                <a:gd name="connsiteX22" fmla="*/ 87053 w 365660"/>
                <a:gd name="connsiteY22" fmla="*/ 52499 h 454063"/>
                <a:gd name="connsiteX23" fmla="*/ 137059 w 365660"/>
                <a:gd name="connsiteY23" fmla="*/ 4876 h 454063"/>
                <a:gd name="connsiteX24" fmla="*/ 229928 w 365660"/>
                <a:gd name="connsiteY24" fmla="*/ 9637 h 454063"/>
                <a:gd name="connsiteX25" fmla="*/ 246598 w 365660"/>
                <a:gd name="connsiteY25" fmla="*/ 76313 h 454063"/>
                <a:gd name="connsiteX26" fmla="*/ 225166 w 365660"/>
                <a:gd name="connsiteY26" fmla="*/ 121557 h 454063"/>
                <a:gd name="connsiteX27" fmla="*/ 246597 w 365660"/>
                <a:gd name="connsiteY27" fmla="*/ 169182 h 454063"/>
                <a:gd name="connsiteX28" fmla="*/ 279935 w 365660"/>
                <a:gd name="connsiteY28" fmla="*/ 226332 h 454063"/>
                <a:gd name="connsiteX29" fmla="*/ 365660 w 365660"/>
                <a:gd name="connsiteY29" fmla="*/ 228714 h 454063"/>
                <a:gd name="connsiteX30" fmla="*/ 358516 w 365660"/>
                <a:gd name="connsiteY30" fmla="*/ 293007 h 454063"/>
                <a:gd name="connsiteX31" fmla="*/ 289460 w 365660"/>
                <a:gd name="connsiteY31" fmla="*/ 293007 h 454063"/>
                <a:gd name="connsiteX0" fmla="*/ 289460 w 365660"/>
                <a:gd name="connsiteY0" fmla="*/ 298331 h 459387"/>
                <a:gd name="connsiteX1" fmla="*/ 232309 w 365660"/>
                <a:gd name="connsiteY1" fmla="*/ 334051 h 459387"/>
                <a:gd name="connsiteX2" fmla="*/ 234691 w 365660"/>
                <a:gd name="connsiteY2" fmla="*/ 400724 h 459387"/>
                <a:gd name="connsiteX3" fmla="*/ 187066 w 365660"/>
                <a:gd name="connsiteY3" fmla="*/ 457874 h 459387"/>
                <a:gd name="connsiteX4" fmla="*/ 101341 w 365660"/>
                <a:gd name="connsiteY4" fmla="*/ 422156 h 459387"/>
                <a:gd name="connsiteX5" fmla="*/ 115628 w 365660"/>
                <a:gd name="connsiteY5" fmla="*/ 334049 h 459387"/>
                <a:gd name="connsiteX6" fmla="*/ 165635 w 365660"/>
                <a:gd name="connsiteY6" fmla="*/ 317381 h 459387"/>
                <a:gd name="connsiteX7" fmla="*/ 191828 w 365660"/>
                <a:gd name="connsiteY7" fmla="*/ 312618 h 459387"/>
                <a:gd name="connsiteX8" fmla="*/ 239453 w 365660"/>
                <a:gd name="connsiteY8" fmla="*/ 255468 h 459387"/>
                <a:gd name="connsiteX9" fmla="*/ 196591 w 365660"/>
                <a:gd name="connsiteY9" fmla="*/ 238799 h 459387"/>
                <a:gd name="connsiteX10" fmla="*/ 163253 w 365660"/>
                <a:gd name="connsiteY10" fmla="*/ 238799 h 459387"/>
                <a:gd name="connsiteX11" fmla="*/ 122772 w 365660"/>
                <a:gd name="connsiteY11" fmla="*/ 253087 h 459387"/>
                <a:gd name="connsiteX12" fmla="*/ 103722 w 365660"/>
                <a:gd name="connsiteY12" fmla="*/ 298331 h 459387"/>
                <a:gd name="connsiteX13" fmla="*/ 75147 w 365660"/>
                <a:gd name="connsiteY13" fmla="*/ 334049 h 459387"/>
                <a:gd name="connsiteX14" fmla="*/ 29903 w 365660"/>
                <a:gd name="connsiteY14" fmla="*/ 319762 h 459387"/>
                <a:gd name="connsiteX15" fmla="*/ 1328 w 365660"/>
                <a:gd name="connsiteY15" fmla="*/ 269756 h 459387"/>
                <a:gd name="connsiteX16" fmla="*/ 72766 w 365660"/>
                <a:gd name="connsiteY16" fmla="*/ 210224 h 459387"/>
                <a:gd name="connsiteX17" fmla="*/ 79910 w 365660"/>
                <a:gd name="connsiteY17" fmla="*/ 214987 h 459387"/>
                <a:gd name="connsiteX18" fmla="*/ 108485 w 365660"/>
                <a:gd name="connsiteY18" fmla="*/ 219749 h 459387"/>
                <a:gd name="connsiteX19" fmla="*/ 210878 w 365660"/>
                <a:gd name="connsiteY19" fmla="*/ 205462 h 459387"/>
                <a:gd name="connsiteX20" fmla="*/ 191829 w 365660"/>
                <a:gd name="connsiteY20" fmla="*/ 143549 h 459387"/>
                <a:gd name="connsiteX21" fmla="*/ 127534 w 365660"/>
                <a:gd name="connsiteY21" fmla="*/ 134024 h 459387"/>
                <a:gd name="connsiteX22" fmla="*/ 87053 w 365660"/>
                <a:gd name="connsiteY22" fmla="*/ 57823 h 459387"/>
                <a:gd name="connsiteX23" fmla="*/ 148965 w 365660"/>
                <a:gd name="connsiteY23" fmla="*/ 3056 h 459387"/>
                <a:gd name="connsiteX24" fmla="*/ 229928 w 365660"/>
                <a:gd name="connsiteY24" fmla="*/ 14961 h 459387"/>
                <a:gd name="connsiteX25" fmla="*/ 246598 w 365660"/>
                <a:gd name="connsiteY25" fmla="*/ 81637 h 459387"/>
                <a:gd name="connsiteX26" fmla="*/ 225166 w 365660"/>
                <a:gd name="connsiteY26" fmla="*/ 126881 h 459387"/>
                <a:gd name="connsiteX27" fmla="*/ 246597 w 365660"/>
                <a:gd name="connsiteY27" fmla="*/ 174506 h 459387"/>
                <a:gd name="connsiteX28" fmla="*/ 279935 w 365660"/>
                <a:gd name="connsiteY28" fmla="*/ 231656 h 459387"/>
                <a:gd name="connsiteX29" fmla="*/ 365660 w 365660"/>
                <a:gd name="connsiteY29" fmla="*/ 234038 h 459387"/>
                <a:gd name="connsiteX30" fmla="*/ 358516 w 365660"/>
                <a:gd name="connsiteY30" fmla="*/ 298331 h 459387"/>
                <a:gd name="connsiteX31" fmla="*/ 289460 w 365660"/>
                <a:gd name="connsiteY31" fmla="*/ 298331 h 459387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10630 h 471686"/>
                <a:gd name="connsiteX1" fmla="*/ 232309 w 365660"/>
                <a:gd name="connsiteY1" fmla="*/ 346350 h 471686"/>
                <a:gd name="connsiteX2" fmla="*/ 234691 w 365660"/>
                <a:gd name="connsiteY2" fmla="*/ 413023 h 471686"/>
                <a:gd name="connsiteX3" fmla="*/ 187066 w 365660"/>
                <a:gd name="connsiteY3" fmla="*/ 470173 h 471686"/>
                <a:gd name="connsiteX4" fmla="*/ 101341 w 365660"/>
                <a:gd name="connsiteY4" fmla="*/ 434455 h 471686"/>
                <a:gd name="connsiteX5" fmla="*/ 115628 w 365660"/>
                <a:gd name="connsiteY5" fmla="*/ 346348 h 471686"/>
                <a:gd name="connsiteX6" fmla="*/ 165635 w 365660"/>
                <a:gd name="connsiteY6" fmla="*/ 329680 h 471686"/>
                <a:gd name="connsiteX7" fmla="*/ 191828 w 365660"/>
                <a:gd name="connsiteY7" fmla="*/ 324917 h 471686"/>
                <a:gd name="connsiteX8" fmla="*/ 239453 w 365660"/>
                <a:gd name="connsiteY8" fmla="*/ 267767 h 471686"/>
                <a:gd name="connsiteX9" fmla="*/ 196591 w 365660"/>
                <a:gd name="connsiteY9" fmla="*/ 251098 h 471686"/>
                <a:gd name="connsiteX10" fmla="*/ 163253 w 365660"/>
                <a:gd name="connsiteY10" fmla="*/ 251098 h 471686"/>
                <a:gd name="connsiteX11" fmla="*/ 122772 w 365660"/>
                <a:gd name="connsiteY11" fmla="*/ 265386 h 471686"/>
                <a:gd name="connsiteX12" fmla="*/ 103722 w 365660"/>
                <a:gd name="connsiteY12" fmla="*/ 310630 h 471686"/>
                <a:gd name="connsiteX13" fmla="*/ 75147 w 365660"/>
                <a:gd name="connsiteY13" fmla="*/ 346348 h 471686"/>
                <a:gd name="connsiteX14" fmla="*/ 29903 w 365660"/>
                <a:gd name="connsiteY14" fmla="*/ 332061 h 471686"/>
                <a:gd name="connsiteX15" fmla="*/ 1328 w 365660"/>
                <a:gd name="connsiteY15" fmla="*/ 282055 h 471686"/>
                <a:gd name="connsiteX16" fmla="*/ 72766 w 365660"/>
                <a:gd name="connsiteY16" fmla="*/ 222523 h 471686"/>
                <a:gd name="connsiteX17" fmla="*/ 79910 w 365660"/>
                <a:gd name="connsiteY17" fmla="*/ 227286 h 471686"/>
                <a:gd name="connsiteX18" fmla="*/ 108485 w 365660"/>
                <a:gd name="connsiteY18" fmla="*/ 232048 h 471686"/>
                <a:gd name="connsiteX19" fmla="*/ 210878 w 365660"/>
                <a:gd name="connsiteY19" fmla="*/ 217761 h 471686"/>
                <a:gd name="connsiteX20" fmla="*/ 191829 w 365660"/>
                <a:gd name="connsiteY20" fmla="*/ 155848 h 471686"/>
                <a:gd name="connsiteX21" fmla="*/ 127534 w 365660"/>
                <a:gd name="connsiteY21" fmla="*/ 146323 h 471686"/>
                <a:gd name="connsiteX22" fmla="*/ 87053 w 365660"/>
                <a:gd name="connsiteY22" fmla="*/ 70122 h 471686"/>
                <a:gd name="connsiteX23" fmla="*/ 144203 w 365660"/>
                <a:gd name="connsiteY23" fmla="*/ 5830 h 471686"/>
                <a:gd name="connsiteX24" fmla="*/ 229928 w 365660"/>
                <a:gd name="connsiteY24" fmla="*/ 12972 h 471686"/>
                <a:gd name="connsiteX25" fmla="*/ 246598 w 365660"/>
                <a:gd name="connsiteY25" fmla="*/ 93936 h 471686"/>
                <a:gd name="connsiteX26" fmla="*/ 225166 w 365660"/>
                <a:gd name="connsiteY26" fmla="*/ 139180 h 471686"/>
                <a:gd name="connsiteX27" fmla="*/ 246597 w 365660"/>
                <a:gd name="connsiteY27" fmla="*/ 186805 h 471686"/>
                <a:gd name="connsiteX28" fmla="*/ 279935 w 365660"/>
                <a:gd name="connsiteY28" fmla="*/ 243955 h 471686"/>
                <a:gd name="connsiteX29" fmla="*/ 365660 w 365660"/>
                <a:gd name="connsiteY29" fmla="*/ 246337 h 471686"/>
                <a:gd name="connsiteX30" fmla="*/ 358516 w 365660"/>
                <a:gd name="connsiteY30" fmla="*/ 310630 h 471686"/>
                <a:gd name="connsiteX31" fmla="*/ 289460 w 365660"/>
                <a:gd name="connsiteY31" fmla="*/ 310630 h 471686"/>
                <a:gd name="connsiteX0" fmla="*/ 289460 w 365660"/>
                <a:gd name="connsiteY0" fmla="*/ 317551 h 478607"/>
                <a:gd name="connsiteX1" fmla="*/ 232309 w 365660"/>
                <a:gd name="connsiteY1" fmla="*/ 353271 h 478607"/>
                <a:gd name="connsiteX2" fmla="*/ 234691 w 365660"/>
                <a:gd name="connsiteY2" fmla="*/ 419944 h 478607"/>
                <a:gd name="connsiteX3" fmla="*/ 187066 w 365660"/>
                <a:gd name="connsiteY3" fmla="*/ 477094 h 478607"/>
                <a:gd name="connsiteX4" fmla="*/ 101341 w 365660"/>
                <a:gd name="connsiteY4" fmla="*/ 441376 h 478607"/>
                <a:gd name="connsiteX5" fmla="*/ 115628 w 365660"/>
                <a:gd name="connsiteY5" fmla="*/ 353269 h 478607"/>
                <a:gd name="connsiteX6" fmla="*/ 165635 w 365660"/>
                <a:gd name="connsiteY6" fmla="*/ 336601 h 478607"/>
                <a:gd name="connsiteX7" fmla="*/ 191828 w 365660"/>
                <a:gd name="connsiteY7" fmla="*/ 331838 h 478607"/>
                <a:gd name="connsiteX8" fmla="*/ 239453 w 365660"/>
                <a:gd name="connsiteY8" fmla="*/ 274688 h 478607"/>
                <a:gd name="connsiteX9" fmla="*/ 196591 w 365660"/>
                <a:gd name="connsiteY9" fmla="*/ 258019 h 478607"/>
                <a:gd name="connsiteX10" fmla="*/ 163253 w 365660"/>
                <a:gd name="connsiteY10" fmla="*/ 258019 h 478607"/>
                <a:gd name="connsiteX11" fmla="*/ 122772 w 365660"/>
                <a:gd name="connsiteY11" fmla="*/ 272307 h 478607"/>
                <a:gd name="connsiteX12" fmla="*/ 103722 w 365660"/>
                <a:gd name="connsiteY12" fmla="*/ 317551 h 478607"/>
                <a:gd name="connsiteX13" fmla="*/ 75147 w 365660"/>
                <a:gd name="connsiteY13" fmla="*/ 353269 h 478607"/>
                <a:gd name="connsiteX14" fmla="*/ 29903 w 365660"/>
                <a:gd name="connsiteY14" fmla="*/ 338982 h 478607"/>
                <a:gd name="connsiteX15" fmla="*/ 1328 w 365660"/>
                <a:gd name="connsiteY15" fmla="*/ 288976 h 478607"/>
                <a:gd name="connsiteX16" fmla="*/ 72766 w 365660"/>
                <a:gd name="connsiteY16" fmla="*/ 229444 h 478607"/>
                <a:gd name="connsiteX17" fmla="*/ 79910 w 365660"/>
                <a:gd name="connsiteY17" fmla="*/ 234207 h 478607"/>
                <a:gd name="connsiteX18" fmla="*/ 108485 w 365660"/>
                <a:gd name="connsiteY18" fmla="*/ 238969 h 478607"/>
                <a:gd name="connsiteX19" fmla="*/ 210878 w 365660"/>
                <a:gd name="connsiteY19" fmla="*/ 224682 h 478607"/>
                <a:gd name="connsiteX20" fmla="*/ 191829 w 365660"/>
                <a:gd name="connsiteY20" fmla="*/ 162769 h 478607"/>
                <a:gd name="connsiteX21" fmla="*/ 127534 w 365660"/>
                <a:gd name="connsiteY21" fmla="*/ 153244 h 478607"/>
                <a:gd name="connsiteX22" fmla="*/ 87053 w 365660"/>
                <a:gd name="connsiteY22" fmla="*/ 77043 h 478607"/>
                <a:gd name="connsiteX23" fmla="*/ 144203 w 365660"/>
                <a:gd name="connsiteY23" fmla="*/ 12751 h 478607"/>
                <a:gd name="connsiteX24" fmla="*/ 225165 w 365660"/>
                <a:gd name="connsiteY24" fmla="*/ 7987 h 478607"/>
                <a:gd name="connsiteX25" fmla="*/ 246598 w 365660"/>
                <a:gd name="connsiteY25" fmla="*/ 100857 h 478607"/>
                <a:gd name="connsiteX26" fmla="*/ 225166 w 365660"/>
                <a:gd name="connsiteY26" fmla="*/ 146101 h 478607"/>
                <a:gd name="connsiteX27" fmla="*/ 246597 w 365660"/>
                <a:gd name="connsiteY27" fmla="*/ 193726 h 478607"/>
                <a:gd name="connsiteX28" fmla="*/ 279935 w 365660"/>
                <a:gd name="connsiteY28" fmla="*/ 250876 h 478607"/>
                <a:gd name="connsiteX29" fmla="*/ 365660 w 365660"/>
                <a:gd name="connsiteY29" fmla="*/ 253258 h 478607"/>
                <a:gd name="connsiteX30" fmla="*/ 358516 w 365660"/>
                <a:gd name="connsiteY30" fmla="*/ 317551 h 478607"/>
                <a:gd name="connsiteX31" fmla="*/ 289460 w 365660"/>
                <a:gd name="connsiteY31" fmla="*/ 317551 h 478607"/>
                <a:gd name="connsiteX0" fmla="*/ 289460 w 365660"/>
                <a:gd name="connsiteY0" fmla="*/ 328051 h 489107"/>
                <a:gd name="connsiteX1" fmla="*/ 232309 w 365660"/>
                <a:gd name="connsiteY1" fmla="*/ 363771 h 489107"/>
                <a:gd name="connsiteX2" fmla="*/ 234691 w 365660"/>
                <a:gd name="connsiteY2" fmla="*/ 430444 h 489107"/>
                <a:gd name="connsiteX3" fmla="*/ 187066 w 365660"/>
                <a:gd name="connsiteY3" fmla="*/ 487594 h 489107"/>
                <a:gd name="connsiteX4" fmla="*/ 101341 w 365660"/>
                <a:gd name="connsiteY4" fmla="*/ 451876 h 489107"/>
                <a:gd name="connsiteX5" fmla="*/ 115628 w 365660"/>
                <a:gd name="connsiteY5" fmla="*/ 363769 h 489107"/>
                <a:gd name="connsiteX6" fmla="*/ 165635 w 365660"/>
                <a:gd name="connsiteY6" fmla="*/ 347101 h 489107"/>
                <a:gd name="connsiteX7" fmla="*/ 191828 w 365660"/>
                <a:gd name="connsiteY7" fmla="*/ 342338 h 489107"/>
                <a:gd name="connsiteX8" fmla="*/ 239453 w 365660"/>
                <a:gd name="connsiteY8" fmla="*/ 285188 h 489107"/>
                <a:gd name="connsiteX9" fmla="*/ 196591 w 365660"/>
                <a:gd name="connsiteY9" fmla="*/ 268519 h 489107"/>
                <a:gd name="connsiteX10" fmla="*/ 163253 w 365660"/>
                <a:gd name="connsiteY10" fmla="*/ 268519 h 489107"/>
                <a:gd name="connsiteX11" fmla="*/ 122772 w 365660"/>
                <a:gd name="connsiteY11" fmla="*/ 282807 h 489107"/>
                <a:gd name="connsiteX12" fmla="*/ 103722 w 365660"/>
                <a:gd name="connsiteY12" fmla="*/ 328051 h 489107"/>
                <a:gd name="connsiteX13" fmla="*/ 75147 w 365660"/>
                <a:gd name="connsiteY13" fmla="*/ 363769 h 489107"/>
                <a:gd name="connsiteX14" fmla="*/ 29903 w 365660"/>
                <a:gd name="connsiteY14" fmla="*/ 349482 h 489107"/>
                <a:gd name="connsiteX15" fmla="*/ 1328 w 365660"/>
                <a:gd name="connsiteY15" fmla="*/ 299476 h 489107"/>
                <a:gd name="connsiteX16" fmla="*/ 72766 w 365660"/>
                <a:gd name="connsiteY16" fmla="*/ 239944 h 489107"/>
                <a:gd name="connsiteX17" fmla="*/ 79910 w 365660"/>
                <a:gd name="connsiteY17" fmla="*/ 244707 h 489107"/>
                <a:gd name="connsiteX18" fmla="*/ 108485 w 365660"/>
                <a:gd name="connsiteY18" fmla="*/ 249469 h 489107"/>
                <a:gd name="connsiteX19" fmla="*/ 210878 w 365660"/>
                <a:gd name="connsiteY19" fmla="*/ 235182 h 489107"/>
                <a:gd name="connsiteX20" fmla="*/ 191829 w 365660"/>
                <a:gd name="connsiteY20" fmla="*/ 173269 h 489107"/>
                <a:gd name="connsiteX21" fmla="*/ 127534 w 365660"/>
                <a:gd name="connsiteY21" fmla="*/ 163744 h 489107"/>
                <a:gd name="connsiteX22" fmla="*/ 87053 w 365660"/>
                <a:gd name="connsiteY22" fmla="*/ 87543 h 489107"/>
                <a:gd name="connsiteX23" fmla="*/ 144203 w 365660"/>
                <a:gd name="connsiteY23" fmla="*/ 23251 h 489107"/>
                <a:gd name="connsiteX24" fmla="*/ 225165 w 365660"/>
                <a:gd name="connsiteY24" fmla="*/ 18487 h 489107"/>
                <a:gd name="connsiteX25" fmla="*/ 246598 w 365660"/>
                <a:gd name="connsiteY25" fmla="*/ 111357 h 489107"/>
                <a:gd name="connsiteX26" fmla="*/ 225166 w 365660"/>
                <a:gd name="connsiteY26" fmla="*/ 156601 h 489107"/>
                <a:gd name="connsiteX27" fmla="*/ 246597 w 365660"/>
                <a:gd name="connsiteY27" fmla="*/ 204226 h 489107"/>
                <a:gd name="connsiteX28" fmla="*/ 279935 w 365660"/>
                <a:gd name="connsiteY28" fmla="*/ 261376 h 489107"/>
                <a:gd name="connsiteX29" fmla="*/ 365660 w 365660"/>
                <a:gd name="connsiteY29" fmla="*/ 263758 h 489107"/>
                <a:gd name="connsiteX30" fmla="*/ 358516 w 365660"/>
                <a:gd name="connsiteY30" fmla="*/ 328051 h 489107"/>
                <a:gd name="connsiteX31" fmla="*/ 289460 w 365660"/>
                <a:gd name="connsiteY31" fmla="*/ 328051 h 489107"/>
                <a:gd name="connsiteX0" fmla="*/ 289460 w 365660"/>
                <a:gd name="connsiteY0" fmla="*/ 319631 h 480687"/>
                <a:gd name="connsiteX1" fmla="*/ 232309 w 365660"/>
                <a:gd name="connsiteY1" fmla="*/ 355351 h 480687"/>
                <a:gd name="connsiteX2" fmla="*/ 234691 w 365660"/>
                <a:gd name="connsiteY2" fmla="*/ 422024 h 480687"/>
                <a:gd name="connsiteX3" fmla="*/ 187066 w 365660"/>
                <a:gd name="connsiteY3" fmla="*/ 479174 h 480687"/>
                <a:gd name="connsiteX4" fmla="*/ 101341 w 365660"/>
                <a:gd name="connsiteY4" fmla="*/ 443456 h 480687"/>
                <a:gd name="connsiteX5" fmla="*/ 115628 w 365660"/>
                <a:gd name="connsiteY5" fmla="*/ 355349 h 480687"/>
                <a:gd name="connsiteX6" fmla="*/ 165635 w 365660"/>
                <a:gd name="connsiteY6" fmla="*/ 338681 h 480687"/>
                <a:gd name="connsiteX7" fmla="*/ 191828 w 365660"/>
                <a:gd name="connsiteY7" fmla="*/ 333918 h 480687"/>
                <a:gd name="connsiteX8" fmla="*/ 239453 w 365660"/>
                <a:gd name="connsiteY8" fmla="*/ 276768 h 480687"/>
                <a:gd name="connsiteX9" fmla="*/ 196591 w 365660"/>
                <a:gd name="connsiteY9" fmla="*/ 260099 h 480687"/>
                <a:gd name="connsiteX10" fmla="*/ 163253 w 365660"/>
                <a:gd name="connsiteY10" fmla="*/ 260099 h 480687"/>
                <a:gd name="connsiteX11" fmla="*/ 122772 w 365660"/>
                <a:gd name="connsiteY11" fmla="*/ 274387 h 480687"/>
                <a:gd name="connsiteX12" fmla="*/ 103722 w 365660"/>
                <a:gd name="connsiteY12" fmla="*/ 319631 h 480687"/>
                <a:gd name="connsiteX13" fmla="*/ 75147 w 365660"/>
                <a:gd name="connsiteY13" fmla="*/ 355349 h 480687"/>
                <a:gd name="connsiteX14" fmla="*/ 29903 w 365660"/>
                <a:gd name="connsiteY14" fmla="*/ 341062 h 480687"/>
                <a:gd name="connsiteX15" fmla="*/ 1328 w 365660"/>
                <a:gd name="connsiteY15" fmla="*/ 291056 h 480687"/>
                <a:gd name="connsiteX16" fmla="*/ 72766 w 365660"/>
                <a:gd name="connsiteY16" fmla="*/ 231524 h 480687"/>
                <a:gd name="connsiteX17" fmla="*/ 79910 w 365660"/>
                <a:gd name="connsiteY17" fmla="*/ 236287 h 480687"/>
                <a:gd name="connsiteX18" fmla="*/ 108485 w 365660"/>
                <a:gd name="connsiteY18" fmla="*/ 241049 h 480687"/>
                <a:gd name="connsiteX19" fmla="*/ 210878 w 365660"/>
                <a:gd name="connsiteY19" fmla="*/ 226762 h 480687"/>
                <a:gd name="connsiteX20" fmla="*/ 191829 w 365660"/>
                <a:gd name="connsiteY20" fmla="*/ 164849 h 480687"/>
                <a:gd name="connsiteX21" fmla="*/ 127534 w 365660"/>
                <a:gd name="connsiteY21" fmla="*/ 155324 h 480687"/>
                <a:gd name="connsiteX22" fmla="*/ 87053 w 365660"/>
                <a:gd name="connsiteY22" fmla="*/ 79123 h 480687"/>
                <a:gd name="connsiteX23" fmla="*/ 144203 w 365660"/>
                <a:gd name="connsiteY23" fmla="*/ 14831 h 480687"/>
                <a:gd name="connsiteX24" fmla="*/ 225165 w 365660"/>
                <a:gd name="connsiteY24" fmla="*/ 21973 h 480687"/>
                <a:gd name="connsiteX25" fmla="*/ 246598 w 365660"/>
                <a:gd name="connsiteY25" fmla="*/ 102937 h 480687"/>
                <a:gd name="connsiteX26" fmla="*/ 225166 w 365660"/>
                <a:gd name="connsiteY26" fmla="*/ 148181 h 480687"/>
                <a:gd name="connsiteX27" fmla="*/ 246597 w 365660"/>
                <a:gd name="connsiteY27" fmla="*/ 195806 h 480687"/>
                <a:gd name="connsiteX28" fmla="*/ 279935 w 365660"/>
                <a:gd name="connsiteY28" fmla="*/ 252956 h 480687"/>
                <a:gd name="connsiteX29" fmla="*/ 365660 w 365660"/>
                <a:gd name="connsiteY29" fmla="*/ 255338 h 480687"/>
                <a:gd name="connsiteX30" fmla="*/ 358516 w 365660"/>
                <a:gd name="connsiteY30" fmla="*/ 319631 h 480687"/>
                <a:gd name="connsiteX31" fmla="*/ 289460 w 365660"/>
                <a:gd name="connsiteY31" fmla="*/ 319631 h 480687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15628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997 h 474053"/>
                <a:gd name="connsiteX1" fmla="*/ 232309 w 365660"/>
                <a:gd name="connsiteY1" fmla="*/ 348717 h 474053"/>
                <a:gd name="connsiteX2" fmla="*/ 234691 w 365660"/>
                <a:gd name="connsiteY2" fmla="*/ 415390 h 474053"/>
                <a:gd name="connsiteX3" fmla="*/ 187066 w 365660"/>
                <a:gd name="connsiteY3" fmla="*/ 472540 h 474053"/>
                <a:gd name="connsiteX4" fmla="*/ 101341 w 365660"/>
                <a:gd name="connsiteY4" fmla="*/ 436822 h 474053"/>
                <a:gd name="connsiteX5" fmla="*/ 115628 w 365660"/>
                <a:gd name="connsiteY5" fmla="*/ 348715 h 474053"/>
                <a:gd name="connsiteX6" fmla="*/ 165635 w 365660"/>
                <a:gd name="connsiteY6" fmla="*/ 332047 h 474053"/>
                <a:gd name="connsiteX7" fmla="*/ 191828 w 365660"/>
                <a:gd name="connsiteY7" fmla="*/ 327284 h 474053"/>
                <a:gd name="connsiteX8" fmla="*/ 239453 w 365660"/>
                <a:gd name="connsiteY8" fmla="*/ 270134 h 474053"/>
                <a:gd name="connsiteX9" fmla="*/ 196591 w 365660"/>
                <a:gd name="connsiteY9" fmla="*/ 253465 h 474053"/>
                <a:gd name="connsiteX10" fmla="*/ 163253 w 365660"/>
                <a:gd name="connsiteY10" fmla="*/ 253465 h 474053"/>
                <a:gd name="connsiteX11" fmla="*/ 122772 w 365660"/>
                <a:gd name="connsiteY11" fmla="*/ 267753 h 474053"/>
                <a:gd name="connsiteX12" fmla="*/ 103722 w 365660"/>
                <a:gd name="connsiteY12" fmla="*/ 312997 h 474053"/>
                <a:gd name="connsiteX13" fmla="*/ 75147 w 365660"/>
                <a:gd name="connsiteY13" fmla="*/ 348715 h 474053"/>
                <a:gd name="connsiteX14" fmla="*/ 29903 w 365660"/>
                <a:gd name="connsiteY14" fmla="*/ 334428 h 474053"/>
                <a:gd name="connsiteX15" fmla="*/ 1328 w 365660"/>
                <a:gd name="connsiteY15" fmla="*/ 284422 h 474053"/>
                <a:gd name="connsiteX16" fmla="*/ 72766 w 365660"/>
                <a:gd name="connsiteY16" fmla="*/ 224890 h 474053"/>
                <a:gd name="connsiteX17" fmla="*/ 79910 w 365660"/>
                <a:gd name="connsiteY17" fmla="*/ 229653 h 474053"/>
                <a:gd name="connsiteX18" fmla="*/ 108485 w 365660"/>
                <a:gd name="connsiteY18" fmla="*/ 234415 h 474053"/>
                <a:gd name="connsiteX19" fmla="*/ 210878 w 365660"/>
                <a:gd name="connsiteY19" fmla="*/ 220128 h 474053"/>
                <a:gd name="connsiteX20" fmla="*/ 191829 w 365660"/>
                <a:gd name="connsiteY20" fmla="*/ 158215 h 474053"/>
                <a:gd name="connsiteX21" fmla="*/ 115628 w 365660"/>
                <a:gd name="connsiteY21" fmla="*/ 148690 h 474053"/>
                <a:gd name="connsiteX22" fmla="*/ 79909 w 365660"/>
                <a:gd name="connsiteY22" fmla="*/ 72490 h 474053"/>
                <a:gd name="connsiteX23" fmla="*/ 144203 w 365660"/>
                <a:gd name="connsiteY23" fmla="*/ 8197 h 474053"/>
                <a:gd name="connsiteX24" fmla="*/ 225165 w 365660"/>
                <a:gd name="connsiteY24" fmla="*/ 15339 h 474053"/>
                <a:gd name="connsiteX25" fmla="*/ 246598 w 365660"/>
                <a:gd name="connsiteY25" fmla="*/ 96303 h 474053"/>
                <a:gd name="connsiteX26" fmla="*/ 225166 w 365660"/>
                <a:gd name="connsiteY26" fmla="*/ 141547 h 474053"/>
                <a:gd name="connsiteX27" fmla="*/ 246597 w 365660"/>
                <a:gd name="connsiteY27" fmla="*/ 189172 h 474053"/>
                <a:gd name="connsiteX28" fmla="*/ 279935 w 365660"/>
                <a:gd name="connsiteY28" fmla="*/ 246322 h 474053"/>
                <a:gd name="connsiteX29" fmla="*/ 365660 w 365660"/>
                <a:gd name="connsiteY29" fmla="*/ 248704 h 474053"/>
                <a:gd name="connsiteX30" fmla="*/ 358516 w 365660"/>
                <a:gd name="connsiteY30" fmla="*/ 312997 h 474053"/>
                <a:gd name="connsiteX31" fmla="*/ 289460 w 365660"/>
                <a:gd name="connsiteY31" fmla="*/ 312997 h 474053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6059 h 477115"/>
                <a:gd name="connsiteX1" fmla="*/ 232309 w 365660"/>
                <a:gd name="connsiteY1" fmla="*/ 351779 h 477115"/>
                <a:gd name="connsiteX2" fmla="*/ 234691 w 365660"/>
                <a:gd name="connsiteY2" fmla="*/ 418452 h 477115"/>
                <a:gd name="connsiteX3" fmla="*/ 187066 w 365660"/>
                <a:gd name="connsiteY3" fmla="*/ 475602 h 477115"/>
                <a:gd name="connsiteX4" fmla="*/ 101341 w 365660"/>
                <a:gd name="connsiteY4" fmla="*/ 439884 h 477115"/>
                <a:gd name="connsiteX5" fmla="*/ 115628 w 365660"/>
                <a:gd name="connsiteY5" fmla="*/ 351777 h 477115"/>
                <a:gd name="connsiteX6" fmla="*/ 165635 w 365660"/>
                <a:gd name="connsiteY6" fmla="*/ 335109 h 477115"/>
                <a:gd name="connsiteX7" fmla="*/ 191828 w 365660"/>
                <a:gd name="connsiteY7" fmla="*/ 330346 h 477115"/>
                <a:gd name="connsiteX8" fmla="*/ 239453 w 365660"/>
                <a:gd name="connsiteY8" fmla="*/ 273196 h 477115"/>
                <a:gd name="connsiteX9" fmla="*/ 196591 w 365660"/>
                <a:gd name="connsiteY9" fmla="*/ 256527 h 477115"/>
                <a:gd name="connsiteX10" fmla="*/ 163253 w 365660"/>
                <a:gd name="connsiteY10" fmla="*/ 256527 h 477115"/>
                <a:gd name="connsiteX11" fmla="*/ 122772 w 365660"/>
                <a:gd name="connsiteY11" fmla="*/ 270815 h 477115"/>
                <a:gd name="connsiteX12" fmla="*/ 103722 w 365660"/>
                <a:gd name="connsiteY12" fmla="*/ 316059 h 477115"/>
                <a:gd name="connsiteX13" fmla="*/ 75147 w 365660"/>
                <a:gd name="connsiteY13" fmla="*/ 351777 h 477115"/>
                <a:gd name="connsiteX14" fmla="*/ 29903 w 365660"/>
                <a:gd name="connsiteY14" fmla="*/ 337490 h 477115"/>
                <a:gd name="connsiteX15" fmla="*/ 1328 w 365660"/>
                <a:gd name="connsiteY15" fmla="*/ 287484 h 477115"/>
                <a:gd name="connsiteX16" fmla="*/ 72766 w 365660"/>
                <a:gd name="connsiteY16" fmla="*/ 227952 h 477115"/>
                <a:gd name="connsiteX17" fmla="*/ 79910 w 365660"/>
                <a:gd name="connsiteY17" fmla="*/ 232715 h 477115"/>
                <a:gd name="connsiteX18" fmla="*/ 108485 w 365660"/>
                <a:gd name="connsiteY18" fmla="*/ 237477 h 477115"/>
                <a:gd name="connsiteX19" fmla="*/ 210878 w 365660"/>
                <a:gd name="connsiteY19" fmla="*/ 223190 h 477115"/>
                <a:gd name="connsiteX20" fmla="*/ 191829 w 365660"/>
                <a:gd name="connsiteY20" fmla="*/ 161277 h 477115"/>
                <a:gd name="connsiteX21" fmla="*/ 115628 w 365660"/>
                <a:gd name="connsiteY21" fmla="*/ 151752 h 477115"/>
                <a:gd name="connsiteX22" fmla="*/ 79909 w 365660"/>
                <a:gd name="connsiteY22" fmla="*/ 75552 h 477115"/>
                <a:gd name="connsiteX23" fmla="*/ 137059 w 365660"/>
                <a:gd name="connsiteY23" fmla="*/ 4115 h 477115"/>
                <a:gd name="connsiteX24" fmla="*/ 225165 w 365660"/>
                <a:gd name="connsiteY24" fmla="*/ 18401 h 477115"/>
                <a:gd name="connsiteX25" fmla="*/ 246598 w 365660"/>
                <a:gd name="connsiteY25" fmla="*/ 99365 h 477115"/>
                <a:gd name="connsiteX26" fmla="*/ 225166 w 365660"/>
                <a:gd name="connsiteY26" fmla="*/ 144609 h 477115"/>
                <a:gd name="connsiteX27" fmla="*/ 246597 w 365660"/>
                <a:gd name="connsiteY27" fmla="*/ 192234 h 477115"/>
                <a:gd name="connsiteX28" fmla="*/ 279935 w 365660"/>
                <a:gd name="connsiteY28" fmla="*/ 249384 h 477115"/>
                <a:gd name="connsiteX29" fmla="*/ 365660 w 365660"/>
                <a:gd name="connsiteY29" fmla="*/ 251766 h 477115"/>
                <a:gd name="connsiteX30" fmla="*/ 358516 w 365660"/>
                <a:gd name="connsiteY30" fmla="*/ 316059 h 477115"/>
                <a:gd name="connsiteX31" fmla="*/ 289460 w 365660"/>
                <a:gd name="connsiteY31" fmla="*/ 316059 h 477115"/>
                <a:gd name="connsiteX0" fmla="*/ 289460 w 365660"/>
                <a:gd name="connsiteY0" fmla="*/ 317109 h 478165"/>
                <a:gd name="connsiteX1" fmla="*/ 232309 w 365660"/>
                <a:gd name="connsiteY1" fmla="*/ 352829 h 478165"/>
                <a:gd name="connsiteX2" fmla="*/ 234691 w 365660"/>
                <a:gd name="connsiteY2" fmla="*/ 419502 h 478165"/>
                <a:gd name="connsiteX3" fmla="*/ 187066 w 365660"/>
                <a:gd name="connsiteY3" fmla="*/ 476652 h 478165"/>
                <a:gd name="connsiteX4" fmla="*/ 101341 w 365660"/>
                <a:gd name="connsiteY4" fmla="*/ 440934 h 478165"/>
                <a:gd name="connsiteX5" fmla="*/ 115628 w 365660"/>
                <a:gd name="connsiteY5" fmla="*/ 352827 h 478165"/>
                <a:gd name="connsiteX6" fmla="*/ 165635 w 365660"/>
                <a:gd name="connsiteY6" fmla="*/ 336159 h 478165"/>
                <a:gd name="connsiteX7" fmla="*/ 191828 w 365660"/>
                <a:gd name="connsiteY7" fmla="*/ 331396 h 478165"/>
                <a:gd name="connsiteX8" fmla="*/ 239453 w 365660"/>
                <a:gd name="connsiteY8" fmla="*/ 274246 h 478165"/>
                <a:gd name="connsiteX9" fmla="*/ 196591 w 365660"/>
                <a:gd name="connsiteY9" fmla="*/ 257577 h 478165"/>
                <a:gd name="connsiteX10" fmla="*/ 163253 w 365660"/>
                <a:gd name="connsiteY10" fmla="*/ 257577 h 478165"/>
                <a:gd name="connsiteX11" fmla="*/ 122772 w 365660"/>
                <a:gd name="connsiteY11" fmla="*/ 271865 h 478165"/>
                <a:gd name="connsiteX12" fmla="*/ 103722 w 365660"/>
                <a:gd name="connsiteY12" fmla="*/ 317109 h 478165"/>
                <a:gd name="connsiteX13" fmla="*/ 75147 w 365660"/>
                <a:gd name="connsiteY13" fmla="*/ 352827 h 478165"/>
                <a:gd name="connsiteX14" fmla="*/ 29903 w 365660"/>
                <a:gd name="connsiteY14" fmla="*/ 338540 h 478165"/>
                <a:gd name="connsiteX15" fmla="*/ 1328 w 365660"/>
                <a:gd name="connsiteY15" fmla="*/ 288534 h 478165"/>
                <a:gd name="connsiteX16" fmla="*/ 72766 w 365660"/>
                <a:gd name="connsiteY16" fmla="*/ 229002 h 478165"/>
                <a:gd name="connsiteX17" fmla="*/ 79910 w 365660"/>
                <a:gd name="connsiteY17" fmla="*/ 233765 h 478165"/>
                <a:gd name="connsiteX18" fmla="*/ 108485 w 365660"/>
                <a:gd name="connsiteY18" fmla="*/ 238527 h 478165"/>
                <a:gd name="connsiteX19" fmla="*/ 210878 w 365660"/>
                <a:gd name="connsiteY19" fmla="*/ 224240 h 478165"/>
                <a:gd name="connsiteX20" fmla="*/ 191829 w 365660"/>
                <a:gd name="connsiteY20" fmla="*/ 162327 h 478165"/>
                <a:gd name="connsiteX21" fmla="*/ 115628 w 365660"/>
                <a:gd name="connsiteY21" fmla="*/ 152802 h 478165"/>
                <a:gd name="connsiteX22" fmla="*/ 79909 w 365660"/>
                <a:gd name="connsiteY22" fmla="*/ 76602 h 478165"/>
                <a:gd name="connsiteX23" fmla="*/ 137059 w 365660"/>
                <a:gd name="connsiteY23" fmla="*/ 5165 h 478165"/>
                <a:gd name="connsiteX24" fmla="*/ 225165 w 365660"/>
                <a:gd name="connsiteY24" fmla="*/ 19451 h 478165"/>
                <a:gd name="connsiteX25" fmla="*/ 246598 w 365660"/>
                <a:gd name="connsiteY25" fmla="*/ 100415 h 478165"/>
                <a:gd name="connsiteX26" fmla="*/ 225166 w 365660"/>
                <a:gd name="connsiteY26" fmla="*/ 145659 h 478165"/>
                <a:gd name="connsiteX27" fmla="*/ 246597 w 365660"/>
                <a:gd name="connsiteY27" fmla="*/ 193284 h 478165"/>
                <a:gd name="connsiteX28" fmla="*/ 279935 w 365660"/>
                <a:gd name="connsiteY28" fmla="*/ 250434 h 478165"/>
                <a:gd name="connsiteX29" fmla="*/ 365660 w 365660"/>
                <a:gd name="connsiteY29" fmla="*/ 252816 h 478165"/>
                <a:gd name="connsiteX30" fmla="*/ 358516 w 365660"/>
                <a:gd name="connsiteY30" fmla="*/ 317109 h 478165"/>
                <a:gd name="connsiteX31" fmla="*/ 289460 w 365660"/>
                <a:gd name="connsiteY31" fmla="*/ 317109 h 478165"/>
                <a:gd name="connsiteX0" fmla="*/ 289460 w 365660"/>
                <a:gd name="connsiteY0" fmla="*/ 323170 h 484226"/>
                <a:gd name="connsiteX1" fmla="*/ 232309 w 365660"/>
                <a:gd name="connsiteY1" fmla="*/ 358890 h 484226"/>
                <a:gd name="connsiteX2" fmla="*/ 234691 w 365660"/>
                <a:gd name="connsiteY2" fmla="*/ 425563 h 484226"/>
                <a:gd name="connsiteX3" fmla="*/ 187066 w 365660"/>
                <a:gd name="connsiteY3" fmla="*/ 482713 h 484226"/>
                <a:gd name="connsiteX4" fmla="*/ 101341 w 365660"/>
                <a:gd name="connsiteY4" fmla="*/ 446995 h 484226"/>
                <a:gd name="connsiteX5" fmla="*/ 115628 w 365660"/>
                <a:gd name="connsiteY5" fmla="*/ 358888 h 484226"/>
                <a:gd name="connsiteX6" fmla="*/ 165635 w 365660"/>
                <a:gd name="connsiteY6" fmla="*/ 342220 h 484226"/>
                <a:gd name="connsiteX7" fmla="*/ 191828 w 365660"/>
                <a:gd name="connsiteY7" fmla="*/ 337457 h 484226"/>
                <a:gd name="connsiteX8" fmla="*/ 239453 w 365660"/>
                <a:gd name="connsiteY8" fmla="*/ 280307 h 484226"/>
                <a:gd name="connsiteX9" fmla="*/ 196591 w 365660"/>
                <a:gd name="connsiteY9" fmla="*/ 263638 h 484226"/>
                <a:gd name="connsiteX10" fmla="*/ 163253 w 365660"/>
                <a:gd name="connsiteY10" fmla="*/ 263638 h 484226"/>
                <a:gd name="connsiteX11" fmla="*/ 122772 w 365660"/>
                <a:gd name="connsiteY11" fmla="*/ 277926 h 484226"/>
                <a:gd name="connsiteX12" fmla="*/ 103722 w 365660"/>
                <a:gd name="connsiteY12" fmla="*/ 323170 h 484226"/>
                <a:gd name="connsiteX13" fmla="*/ 75147 w 365660"/>
                <a:gd name="connsiteY13" fmla="*/ 358888 h 484226"/>
                <a:gd name="connsiteX14" fmla="*/ 29903 w 365660"/>
                <a:gd name="connsiteY14" fmla="*/ 344601 h 484226"/>
                <a:gd name="connsiteX15" fmla="*/ 1328 w 365660"/>
                <a:gd name="connsiteY15" fmla="*/ 294595 h 484226"/>
                <a:gd name="connsiteX16" fmla="*/ 72766 w 365660"/>
                <a:gd name="connsiteY16" fmla="*/ 235063 h 484226"/>
                <a:gd name="connsiteX17" fmla="*/ 79910 w 365660"/>
                <a:gd name="connsiteY17" fmla="*/ 239826 h 484226"/>
                <a:gd name="connsiteX18" fmla="*/ 108485 w 365660"/>
                <a:gd name="connsiteY18" fmla="*/ 244588 h 484226"/>
                <a:gd name="connsiteX19" fmla="*/ 210878 w 365660"/>
                <a:gd name="connsiteY19" fmla="*/ 230301 h 484226"/>
                <a:gd name="connsiteX20" fmla="*/ 191829 w 365660"/>
                <a:gd name="connsiteY20" fmla="*/ 168388 h 484226"/>
                <a:gd name="connsiteX21" fmla="*/ 115628 w 365660"/>
                <a:gd name="connsiteY21" fmla="*/ 158863 h 484226"/>
                <a:gd name="connsiteX22" fmla="*/ 79909 w 365660"/>
                <a:gd name="connsiteY22" fmla="*/ 82663 h 484226"/>
                <a:gd name="connsiteX23" fmla="*/ 132296 w 365660"/>
                <a:gd name="connsiteY23" fmla="*/ 4082 h 484226"/>
                <a:gd name="connsiteX24" fmla="*/ 225165 w 365660"/>
                <a:gd name="connsiteY24" fmla="*/ 25512 h 484226"/>
                <a:gd name="connsiteX25" fmla="*/ 246598 w 365660"/>
                <a:gd name="connsiteY25" fmla="*/ 106476 h 484226"/>
                <a:gd name="connsiteX26" fmla="*/ 225166 w 365660"/>
                <a:gd name="connsiteY26" fmla="*/ 151720 h 484226"/>
                <a:gd name="connsiteX27" fmla="*/ 246597 w 365660"/>
                <a:gd name="connsiteY27" fmla="*/ 199345 h 484226"/>
                <a:gd name="connsiteX28" fmla="*/ 279935 w 365660"/>
                <a:gd name="connsiteY28" fmla="*/ 256495 h 484226"/>
                <a:gd name="connsiteX29" fmla="*/ 365660 w 365660"/>
                <a:gd name="connsiteY29" fmla="*/ 258877 h 484226"/>
                <a:gd name="connsiteX30" fmla="*/ 358516 w 365660"/>
                <a:gd name="connsiteY30" fmla="*/ 323170 h 484226"/>
                <a:gd name="connsiteX31" fmla="*/ 289460 w 365660"/>
                <a:gd name="connsiteY31" fmla="*/ 323170 h 484226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5635 w 365660"/>
                <a:gd name="connsiteY6" fmla="*/ 340922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0872 w 365660"/>
                <a:gd name="connsiteY6" fmla="*/ 326635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60872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1353 w 365660"/>
                <a:gd name="connsiteY7" fmla="*/ 331397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675"/>
                <a:gd name="connsiteX1" fmla="*/ 232309 w 365660"/>
                <a:gd name="connsiteY1" fmla="*/ 357592 h 482675"/>
                <a:gd name="connsiteX2" fmla="*/ 234691 w 365660"/>
                <a:gd name="connsiteY2" fmla="*/ 424265 h 482675"/>
                <a:gd name="connsiteX3" fmla="*/ 187066 w 365660"/>
                <a:gd name="connsiteY3" fmla="*/ 481415 h 482675"/>
                <a:gd name="connsiteX4" fmla="*/ 94197 w 365660"/>
                <a:gd name="connsiteY4" fmla="*/ 448078 h 482675"/>
                <a:gd name="connsiteX5" fmla="*/ 101340 w 365660"/>
                <a:gd name="connsiteY5" fmla="*/ 355209 h 482675"/>
                <a:gd name="connsiteX6" fmla="*/ 158491 w 365660"/>
                <a:gd name="connsiteY6" fmla="*/ 326635 h 482675"/>
                <a:gd name="connsiteX7" fmla="*/ 208496 w 365660"/>
                <a:gd name="connsiteY7" fmla="*/ 324253 h 482675"/>
                <a:gd name="connsiteX8" fmla="*/ 239453 w 365660"/>
                <a:gd name="connsiteY8" fmla="*/ 279009 h 482675"/>
                <a:gd name="connsiteX9" fmla="*/ 196591 w 365660"/>
                <a:gd name="connsiteY9" fmla="*/ 262340 h 482675"/>
                <a:gd name="connsiteX10" fmla="*/ 163253 w 365660"/>
                <a:gd name="connsiteY10" fmla="*/ 262340 h 482675"/>
                <a:gd name="connsiteX11" fmla="*/ 122772 w 365660"/>
                <a:gd name="connsiteY11" fmla="*/ 276628 h 482675"/>
                <a:gd name="connsiteX12" fmla="*/ 103722 w 365660"/>
                <a:gd name="connsiteY12" fmla="*/ 321872 h 482675"/>
                <a:gd name="connsiteX13" fmla="*/ 75147 w 365660"/>
                <a:gd name="connsiteY13" fmla="*/ 357590 h 482675"/>
                <a:gd name="connsiteX14" fmla="*/ 29903 w 365660"/>
                <a:gd name="connsiteY14" fmla="*/ 343303 h 482675"/>
                <a:gd name="connsiteX15" fmla="*/ 1328 w 365660"/>
                <a:gd name="connsiteY15" fmla="*/ 293297 h 482675"/>
                <a:gd name="connsiteX16" fmla="*/ 72766 w 365660"/>
                <a:gd name="connsiteY16" fmla="*/ 233765 h 482675"/>
                <a:gd name="connsiteX17" fmla="*/ 79910 w 365660"/>
                <a:gd name="connsiteY17" fmla="*/ 238528 h 482675"/>
                <a:gd name="connsiteX18" fmla="*/ 108485 w 365660"/>
                <a:gd name="connsiteY18" fmla="*/ 243290 h 482675"/>
                <a:gd name="connsiteX19" fmla="*/ 210878 w 365660"/>
                <a:gd name="connsiteY19" fmla="*/ 229003 h 482675"/>
                <a:gd name="connsiteX20" fmla="*/ 191829 w 365660"/>
                <a:gd name="connsiteY20" fmla="*/ 167090 h 482675"/>
                <a:gd name="connsiteX21" fmla="*/ 115628 w 365660"/>
                <a:gd name="connsiteY21" fmla="*/ 157565 h 482675"/>
                <a:gd name="connsiteX22" fmla="*/ 68003 w 365660"/>
                <a:gd name="connsiteY22" fmla="*/ 76603 h 482675"/>
                <a:gd name="connsiteX23" fmla="*/ 132296 w 365660"/>
                <a:gd name="connsiteY23" fmla="*/ 2784 h 482675"/>
                <a:gd name="connsiteX24" fmla="*/ 225165 w 365660"/>
                <a:gd name="connsiteY24" fmla="*/ 24214 h 482675"/>
                <a:gd name="connsiteX25" fmla="*/ 246598 w 365660"/>
                <a:gd name="connsiteY25" fmla="*/ 105178 h 482675"/>
                <a:gd name="connsiteX26" fmla="*/ 225166 w 365660"/>
                <a:gd name="connsiteY26" fmla="*/ 150422 h 482675"/>
                <a:gd name="connsiteX27" fmla="*/ 246597 w 365660"/>
                <a:gd name="connsiteY27" fmla="*/ 198047 h 482675"/>
                <a:gd name="connsiteX28" fmla="*/ 279935 w 365660"/>
                <a:gd name="connsiteY28" fmla="*/ 255197 h 482675"/>
                <a:gd name="connsiteX29" fmla="*/ 365660 w 365660"/>
                <a:gd name="connsiteY29" fmla="*/ 257579 h 482675"/>
                <a:gd name="connsiteX30" fmla="*/ 358516 w 365660"/>
                <a:gd name="connsiteY30" fmla="*/ 321872 h 482675"/>
                <a:gd name="connsiteX31" fmla="*/ 289460 w 365660"/>
                <a:gd name="connsiteY31" fmla="*/ 321872 h 482675"/>
                <a:gd name="connsiteX0" fmla="*/ 289460 w 365660"/>
                <a:gd name="connsiteY0" fmla="*/ 321872 h 491894"/>
                <a:gd name="connsiteX1" fmla="*/ 232309 w 365660"/>
                <a:gd name="connsiteY1" fmla="*/ 357592 h 491894"/>
                <a:gd name="connsiteX2" fmla="*/ 234691 w 365660"/>
                <a:gd name="connsiteY2" fmla="*/ 424265 h 491894"/>
                <a:gd name="connsiteX3" fmla="*/ 187066 w 365660"/>
                <a:gd name="connsiteY3" fmla="*/ 490940 h 491894"/>
                <a:gd name="connsiteX4" fmla="*/ 94197 w 365660"/>
                <a:gd name="connsiteY4" fmla="*/ 448078 h 491894"/>
                <a:gd name="connsiteX5" fmla="*/ 101340 w 365660"/>
                <a:gd name="connsiteY5" fmla="*/ 355209 h 491894"/>
                <a:gd name="connsiteX6" fmla="*/ 158491 w 365660"/>
                <a:gd name="connsiteY6" fmla="*/ 326635 h 491894"/>
                <a:gd name="connsiteX7" fmla="*/ 208496 w 365660"/>
                <a:gd name="connsiteY7" fmla="*/ 324253 h 491894"/>
                <a:gd name="connsiteX8" fmla="*/ 239453 w 365660"/>
                <a:gd name="connsiteY8" fmla="*/ 279009 h 491894"/>
                <a:gd name="connsiteX9" fmla="*/ 196591 w 365660"/>
                <a:gd name="connsiteY9" fmla="*/ 262340 h 491894"/>
                <a:gd name="connsiteX10" fmla="*/ 163253 w 365660"/>
                <a:gd name="connsiteY10" fmla="*/ 262340 h 491894"/>
                <a:gd name="connsiteX11" fmla="*/ 122772 w 365660"/>
                <a:gd name="connsiteY11" fmla="*/ 276628 h 491894"/>
                <a:gd name="connsiteX12" fmla="*/ 103722 w 365660"/>
                <a:gd name="connsiteY12" fmla="*/ 321872 h 491894"/>
                <a:gd name="connsiteX13" fmla="*/ 75147 w 365660"/>
                <a:gd name="connsiteY13" fmla="*/ 357590 h 491894"/>
                <a:gd name="connsiteX14" fmla="*/ 29903 w 365660"/>
                <a:gd name="connsiteY14" fmla="*/ 343303 h 491894"/>
                <a:gd name="connsiteX15" fmla="*/ 1328 w 365660"/>
                <a:gd name="connsiteY15" fmla="*/ 293297 h 491894"/>
                <a:gd name="connsiteX16" fmla="*/ 72766 w 365660"/>
                <a:gd name="connsiteY16" fmla="*/ 233765 h 491894"/>
                <a:gd name="connsiteX17" fmla="*/ 79910 w 365660"/>
                <a:gd name="connsiteY17" fmla="*/ 238528 h 491894"/>
                <a:gd name="connsiteX18" fmla="*/ 108485 w 365660"/>
                <a:gd name="connsiteY18" fmla="*/ 243290 h 491894"/>
                <a:gd name="connsiteX19" fmla="*/ 210878 w 365660"/>
                <a:gd name="connsiteY19" fmla="*/ 229003 h 491894"/>
                <a:gd name="connsiteX20" fmla="*/ 191829 w 365660"/>
                <a:gd name="connsiteY20" fmla="*/ 167090 h 491894"/>
                <a:gd name="connsiteX21" fmla="*/ 115628 w 365660"/>
                <a:gd name="connsiteY21" fmla="*/ 157565 h 491894"/>
                <a:gd name="connsiteX22" fmla="*/ 68003 w 365660"/>
                <a:gd name="connsiteY22" fmla="*/ 76603 h 491894"/>
                <a:gd name="connsiteX23" fmla="*/ 132296 w 365660"/>
                <a:gd name="connsiteY23" fmla="*/ 2784 h 491894"/>
                <a:gd name="connsiteX24" fmla="*/ 225165 w 365660"/>
                <a:gd name="connsiteY24" fmla="*/ 24214 h 491894"/>
                <a:gd name="connsiteX25" fmla="*/ 246598 w 365660"/>
                <a:gd name="connsiteY25" fmla="*/ 105178 h 491894"/>
                <a:gd name="connsiteX26" fmla="*/ 225166 w 365660"/>
                <a:gd name="connsiteY26" fmla="*/ 150422 h 491894"/>
                <a:gd name="connsiteX27" fmla="*/ 246597 w 365660"/>
                <a:gd name="connsiteY27" fmla="*/ 198047 h 491894"/>
                <a:gd name="connsiteX28" fmla="*/ 279935 w 365660"/>
                <a:gd name="connsiteY28" fmla="*/ 255197 h 491894"/>
                <a:gd name="connsiteX29" fmla="*/ 365660 w 365660"/>
                <a:gd name="connsiteY29" fmla="*/ 257579 h 491894"/>
                <a:gd name="connsiteX30" fmla="*/ 358516 w 365660"/>
                <a:gd name="connsiteY30" fmla="*/ 321872 h 491894"/>
                <a:gd name="connsiteX31" fmla="*/ 289460 w 365660"/>
                <a:gd name="connsiteY31" fmla="*/ 321872 h 491894"/>
                <a:gd name="connsiteX0" fmla="*/ 289460 w 365660"/>
                <a:gd name="connsiteY0" fmla="*/ 321872 h 491370"/>
                <a:gd name="connsiteX1" fmla="*/ 232309 w 365660"/>
                <a:gd name="connsiteY1" fmla="*/ 357592 h 491370"/>
                <a:gd name="connsiteX2" fmla="*/ 234691 w 365660"/>
                <a:gd name="connsiteY2" fmla="*/ 424265 h 491370"/>
                <a:gd name="connsiteX3" fmla="*/ 187066 w 365660"/>
                <a:gd name="connsiteY3" fmla="*/ 490940 h 491370"/>
                <a:gd name="connsiteX4" fmla="*/ 89435 w 365660"/>
                <a:gd name="connsiteY4" fmla="*/ 448078 h 491370"/>
                <a:gd name="connsiteX5" fmla="*/ 101340 w 365660"/>
                <a:gd name="connsiteY5" fmla="*/ 355209 h 491370"/>
                <a:gd name="connsiteX6" fmla="*/ 158491 w 365660"/>
                <a:gd name="connsiteY6" fmla="*/ 326635 h 491370"/>
                <a:gd name="connsiteX7" fmla="*/ 208496 w 365660"/>
                <a:gd name="connsiteY7" fmla="*/ 324253 h 491370"/>
                <a:gd name="connsiteX8" fmla="*/ 239453 w 365660"/>
                <a:gd name="connsiteY8" fmla="*/ 279009 h 491370"/>
                <a:gd name="connsiteX9" fmla="*/ 196591 w 365660"/>
                <a:gd name="connsiteY9" fmla="*/ 262340 h 491370"/>
                <a:gd name="connsiteX10" fmla="*/ 163253 w 365660"/>
                <a:gd name="connsiteY10" fmla="*/ 262340 h 491370"/>
                <a:gd name="connsiteX11" fmla="*/ 122772 w 365660"/>
                <a:gd name="connsiteY11" fmla="*/ 276628 h 491370"/>
                <a:gd name="connsiteX12" fmla="*/ 103722 w 365660"/>
                <a:gd name="connsiteY12" fmla="*/ 321872 h 491370"/>
                <a:gd name="connsiteX13" fmla="*/ 75147 w 365660"/>
                <a:gd name="connsiteY13" fmla="*/ 357590 h 491370"/>
                <a:gd name="connsiteX14" fmla="*/ 29903 w 365660"/>
                <a:gd name="connsiteY14" fmla="*/ 343303 h 491370"/>
                <a:gd name="connsiteX15" fmla="*/ 1328 w 365660"/>
                <a:gd name="connsiteY15" fmla="*/ 293297 h 491370"/>
                <a:gd name="connsiteX16" fmla="*/ 72766 w 365660"/>
                <a:gd name="connsiteY16" fmla="*/ 233765 h 491370"/>
                <a:gd name="connsiteX17" fmla="*/ 79910 w 365660"/>
                <a:gd name="connsiteY17" fmla="*/ 238528 h 491370"/>
                <a:gd name="connsiteX18" fmla="*/ 108485 w 365660"/>
                <a:gd name="connsiteY18" fmla="*/ 243290 h 491370"/>
                <a:gd name="connsiteX19" fmla="*/ 210878 w 365660"/>
                <a:gd name="connsiteY19" fmla="*/ 229003 h 491370"/>
                <a:gd name="connsiteX20" fmla="*/ 191829 w 365660"/>
                <a:gd name="connsiteY20" fmla="*/ 167090 h 491370"/>
                <a:gd name="connsiteX21" fmla="*/ 115628 w 365660"/>
                <a:gd name="connsiteY21" fmla="*/ 157565 h 491370"/>
                <a:gd name="connsiteX22" fmla="*/ 68003 w 365660"/>
                <a:gd name="connsiteY22" fmla="*/ 76603 h 491370"/>
                <a:gd name="connsiteX23" fmla="*/ 132296 w 365660"/>
                <a:gd name="connsiteY23" fmla="*/ 2784 h 491370"/>
                <a:gd name="connsiteX24" fmla="*/ 225165 w 365660"/>
                <a:gd name="connsiteY24" fmla="*/ 24214 h 491370"/>
                <a:gd name="connsiteX25" fmla="*/ 246598 w 365660"/>
                <a:gd name="connsiteY25" fmla="*/ 105178 h 491370"/>
                <a:gd name="connsiteX26" fmla="*/ 225166 w 365660"/>
                <a:gd name="connsiteY26" fmla="*/ 150422 h 491370"/>
                <a:gd name="connsiteX27" fmla="*/ 246597 w 365660"/>
                <a:gd name="connsiteY27" fmla="*/ 198047 h 491370"/>
                <a:gd name="connsiteX28" fmla="*/ 279935 w 365660"/>
                <a:gd name="connsiteY28" fmla="*/ 255197 h 491370"/>
                <a:gd name="connsiteX29" fmla="*/ 365660 w 365660"/>
                <a:gd name="connsiteY29" fmla="*/ 257579 h 491370"/>
                <a:gd name="connsiteX30" fmla="*/ 358516 w 365660"/>
                <a:gd name="connsiteY30" fmla="*/ 321872 h 491370"/>
                <a:gd name="connsiteX31" fmla="*/ 289460 w 365660"/>
                <a:gd name="connsiteY31" fmla="*/ 321872 h 491370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79922 w 365660"/>
                <a:gd name="connsiteY3" fmla="*/ 481415 h 482014"/>
                <a:gd name="connsiteX4" fmla="*/ 89435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9910 w 365660"/>
                <a:gd name="connsiteY17" fmla="*/ 238528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0385 w 365660"/>
                <a:gd name="connsiteY17" fmla="*/ 193285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650 w 365850"/>
                <a:gd name="connsiteY0" fmla="*/ 321872 h 485154"/>
                <a:gd name="connsiteX1" fmla="*/ 232499 w 365850"/>
                <a:gd name="connsiteY1" fmla="*/ 357592 h 485154"/>
                <a:gd name="connsiteX2" fmla="*/ 234881 w 365850"/>
                <a:gd name="connsiteY2" fmla="*/ 424265 h 485154"/>
                <a:gd name="connsiteX3" fmla="*/ 180112 w 365850"/>
                <a:gd name="connsiteY3" fmla="*/ 481415 h 485154"/>
                <a:gd name="connsiteX4" fmla="*/ 89625 w 365850"/>
                <a:gd name="connsiteY4" fmla="*/ 448078 h 485154"/>
                <a:gd name="connsiteX5" fmla="*/ 101530 w 365850"/>
                <a:gd name="connsiteY5" fmla="*/ 355209 h 485154"/>
                <a:gd name="connsiteX6" fmla="*/ 158681 w 365850"/>
                <a:gd name="connsiteY6" fmla="*/ 326635 h 485154"/>
                <a:gd name="connsiteX7" fmla="*/ 208686 w 365850"/>
                <a:gd name="connsiteY7" fmla="*/ 324253 h 485154"/>
                <a:gd name="connsiteX8" fmla="*/ 239643 w 365850"/>
                <a:gd name="connsiteY8" fmla="*/ 279009 h 485154"/>
                <a:gd name="connsiteX9" fmla="*/ 196781 w 365850"/>
                <a:gd name="connsiteY9" fmla="*/ 262340 h 485154"/>
                <a:gd name="connsiteX10" fmla="*/ 163443 w 365850"/>
                <a:gd name="connsiteY10" fmla="*/ 262340 h 485154"/>
                <a:gd name="connsiteX11" fmla="*/ 122962 w 365850"/>
                <a:gd name="connsiteY11" fmla="*/ 276628 h 485154"/>
                <a:gd name="connsiteX12" fmla="*/ 103912 w 365850"/>
                <a:gd name="connsiteY12" fmla="*/ 321872 h 485154"/>
                <a:gd name="connsiteX13" fmla="*/ 75337 w 365850"/>
                <a:gd name="connsiteY13" fmla="*/ 357590 h 485154"/>
                <a:gd name="connsiteX14" fmla="*/ 30093 w 365850"/>
                <a:gd name="connsiteY14" fmla="*/ 343303 h 485154"/>
                <a:gd name="connsiteX15" fmla="*/ 1518 w 365850"/>
                <a:gd name="connsiteY15" fmla="*/ 293297 h 485154"/>
                <a:gd name="connsiteX16" fmla="*/ 11043 w 365850"/>
                <a:gd name="connsiteY16" fmla="*/ 155184 h 485154"/>
                <a:gd name="connsiteX17" fmla="*/ 70575 w 365850"/>
                <a:gd name="connsiteY17" fmla="*/ 193285 h 485154"/>
                <a:gd name="connsiteX18" fmla="*/ 108675 w 365850"/>
                <a:gd name="connsiteY18" fmla="*/ 243290 h 485154"/>
                <a:gd name="connsiteX19" fmla="*/ 211068 w 365850"/>
                <a:gd name="connsiteY19" fmla="*/ 229003 h 485154"/>
                <a:gd name="connsiteX20" fmla="*/ 192019 w 365850"/>
                <a:gd name="connsiteY20" fmla="*/ 167090 h 485154"/>
                <a:gd name="connsiteX21" fmla="*/ 115818 w 365850"/>
                <a:gd name="connsiteY21" fmla="*/ 157565 h 485154"/>
                <a:gd name="connsiteX22" fmla="*/ 68193 w 365850"/>
                <a:gd name="connsiteY22" fmla="*/ 76603 h 485154"/>
                <a:gd name="connsiteX23" fmla="*/ 132486 w 365850"/>
                <a:gd name="connsiteY23" fmla="*/ 2784 h 485154"/>
                <a:gd name="connsiteX24" fmla="*/ 225355 w 365850"/>
                <a:gd name="connsiteY24" fmla="*/ 24214 h 485154"/>
                <a:gd name="connsiteX25" fmla="*/ 246788 w 365850"/>
                <a:gd name="connsiteY25" fmla="*/ 105178 h 485154"/>
                <a:gd name="connsiteX26" fmla="*/ 225356 w 365850"/>
                <a:gd name="connsiteY26" fmla="*/ 150422 h 485154"/>
                <a:gd name="connsiteX27" fmla="*/ 246787 w 365850"/>
                <a:gd name="connsiteY27" fmla="*/ 198047 h 485154"/>
                <a:gd name="connsiteX28" fmla="*/ 280125 w 365850"/>
                <a:gd name="connsiteY28" fmla="*/ 255197 h 485154"/>
                <a:gd name="connsiteX29" fmla="*/ 365850 w 365850"/>
                <a:gd name="connsiteY29" fmla="*/ 257579 h 485154"/>
                <a:gd name="connsiteX30" fmla="*/ 358706 w 365850"/>
                <a:gd name="connsiteY30" fmla="*/ 321872 h 485154"/>
                <a:gd name="connsiteX31" fmla="*/ 289650 w 365850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55184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78997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335950 w 412150"/>
                <a:gd name="connsiteY0" fmla="*/ 321872 h 485154"/>
                <a:gd name="connsiteX1" fmla="*/ 278799 w 412150"/>
                <a:gd name="connsiteY1" fmla="*/ 357592 h 485154"/>
                <a:gd name="connsiteX2" fmla="*/ 281181 w 412150"/>
                <a:gd name="connsiteY2" fmla="*/ 424265 h 485154"/>
                <a:gd name="connsiteX3" fmla="*/ 226412 w 412150"/>
                <a:gd name="connsiteY3" fmla="*/ 481415 h 485154"/>
                <a:gd name="connsiteX4" fmla="*/ 135925 w 412150"/>
                <a:gd name="connsiteY4" fmla="*/ 448078 h 485154"/>
                <a:gd name="connsiteX5" fmla="*/ 147830 w 412150"/>
                <a:gd name="connsiteY5" fmla="*/ 355209 h 485154"/>
                <a:gd name="connsiteX6" fmla="*/ 204981 w 412150"/>
                <a:gd name="connsiteY6" fmla="*/ 326635 h 485154"/>
                <a:gd name="connsiteX7" fmla="*/ 254986 w 412150"/>
                <a:gd name="connsiteY7" fmla="*/ 324253 h 485154"/>
                <a:gd name="connsiteX8" fmla="*/ 285943 w 412150"/>
                <a:gd name="connsiteY8" fmla="*/ 279009 h 485154"/>
                <a:gd name="connsiteX9" fmla="*/ 243081 w 412150"/>
                <a:gd name="connsiteY9" fmla="*/ 262340 h 485154"/>
                <a:gd name="connsiteX10" fmla="*/ 209743 w 412150"/>
                <a:gd name="connsiteY10" fmla="*/ 262340 h 485154"/>
                <a:gd name="connsiteX11" fmla="*/ 169262 w 412150"/>
                <a:gd name="connsiteY11" fmla="*/ 276628 h 485154"/>
                <a:gd name="connsiteX12" fmla="*/ 150212 w 412150"/>
                <a:gd name="connsiteY12" fmla="*/ 321872 h 485154"/>
                <a:gd name="connsiteX13" fmla="*/ 121637 w 412150"/>
                <a:gd name="connsiteY13" fmla="*/ 357590 h 485154"/>
                <a:gd name="connsiteX14" fmla="*/ 76393 w 412150"/>
                <a:gd name="connsiteY14" fmla="*/ 343303 h 485154"/>
                <a:gd name="connsiteX15" fmla="*/ 193 w 412150"/>
                <a:gd name="connsiteY15" fmla="*/ 279010 h 485154"/>
                <a:gd name="connsiteX16" fmla="*/ 57343 w 412150"/>
                <a:gd name="connsiteY16" fmla="*/ 178997 h 485154"/>
                <a:gd name="connsiteX17" fmla="*/ 143068 w 412150"/>
                <a:gd name="connsiteY17" fmla="*/ 188522 h 485154"/>
                <a:gd name="connsiteX18" fmla="*/ 154975 w 412150"/>
                <a:gd name="connsiteY18" fmla="*/ 243290 h 485154"/>
                <a:gd name="connsiteX19" fmla="*/ 257368 w 412150"/>
                <a:gd name="connsiteY19" fmla="*/ 229003 h 485154"/>
                <a:gd name="connsiteX20" fmla="*/ 238319 w 412150"/>
                <a:gd name="connsiteY20" fmla="*/ 167090 h 485154"/>
                <a:gd name="connsiteX21" fmla="*/ 162118 w 412150"/>
                <a:gd name="connsiteY21" fmla="*/ 157565 h 485154"/>
                <a:gd name="connsiteX22" fmla="*/ 114493 w 412150"/>
                <a:gd name="connsiteY22" fmla="*/ 76603 h 485154"/>
                <a:gd name="connsiteX23" fmla="*/ 178786 w 412150"/>
                <a:gd name="connsiteY23" fmla="*/ 2784 h 485154"/>
                <a:gd name="connsiteX24" fmla="*/ 271655 w 412150"/>
                <a:gd name="connsiteY24" fmla="*/ 24214 h 485154"/>
                <a:gd name="connsiteX25" fmla="*/ 293088 w 412150"/>
                <a:gd name="connsiteY25" fmla="*/ 105178 h 485154"/>
                <a:gd name="connsiteX26" fmla="*/ 271656 w 412150"/>
                <a:gd name="connsiteY26" fmla="*/ 150422 h 485154"/>
                <a:gd name="connsiteX27" fmla="*/ 293087 w 412150"/>
                <a:gd name="connsiteY27" fmla="*/ 198047 h 485154"/>
                <a:gd name="connsiteX28" fmla="*/ 326425 w 412150"/>
                <a:gd name="connsiteY28" fmla="*/ 255197 h 485154"/>
                <a:gd name="connsiteX29" fmla="*/ 412150 w 412150"/>
                <a:gd name="connsiteY29" fmla="*/ 257579 h 485154"/>
                <a:gd name="connsiteX30" fmla="*/ 405006 w 412150"/>
                <a:gd name="connsiteY30" fmla="*/ 321872 h 485154"/>
                <a:gd name="connsiteX31" fmla="*/ 335950 w 412150"/>
                <a:gd name="connsiteY31" fmla="*/ 321872 h 485154"/>
                <a:gd name="connsiteX0" fmla="*/ 359698 w 435898"/>
                <a:gd name="connsiteY0" fmla="*/ 321872 h 485154"/>
                <a:gd name="connsiteX1" fmla="*/ 302547 w 435898"/>
                <a:gd name="connsiteY1" fmla="*/ 357592 h 485154"/>
                <a:gd name="connsiteX2" fmla="*/ 304929 w 435898"/>
                <a:gd name="connsiteY2" fmla="*/ 424265 h 485154"/>
                <a:gd name="connsiteX3" fmla="*/ 250160 w 435898"/>
                <a:gd name="connsiteY3" fmla="*/ 481415 h 485154"/>
                <a:gd name="connsiteX4" fmla="*/ 159673 w 435898"/>
                <a:gd name="connsiteY4" fmla="*/ 448078 h 485154"/>
                <a:gd name="connsiteX5" fmla="*/ 171578 w 435898"/>
                <a:gd name="connsiteY5" fmla="*/ 355209 h 485154"/>
                <a:gd name="connsiteX6" fmla="*/ 228729 w 435898"/>
                <a:gd name="connsiteY6" fmla="*/ 326635 h 485154"/>
                <a:gd name="connsiteX7" fmla="*/ 278734 w 435898"/>
                <a:gd name="connsiteY7" fmla="*/ 324253 h 485154"/>
                <a:gd name="connsiteX8" fmla="*/ 309691 w 435898"/>
                <a:gd name="connsiteY8" fmla="*/ 279009 h 485154"/>
                <a:gd name="connsiteX9" fmla="*/ 266829 w 435898"/>
                <a:gd name="connsiteY9" fmla="*/ 262340 h 485154"/>
                <a:gd name="connsiteX10" fmla="*/ 233491 w 435898"/>
                <a:gd name="connsiteY10" fmla="*/ 262340 h 485154"/>
                <a:gd name="connsiteX11" fmla="*/ 193010 w 435898"/>
                <a:gd name="connsiteY11" fmla="*/ 276628 h 485154"/>
                <a:gd name="connsiteX12" fmla="*/ 173960 w 435898"/>
                <a:gd name="connsiteY12" fmla="*/ 321872 h 485154"/>
                <a:gd name="connsiteX13" fmla="*/ 145385 w 435898"/>
                <a:gd name="connsiteY13" fmla="*/ 357590 h 485154"/>
                <a:gd name="connsiteX14" fmla="*/ 100141 w 435898"/>
                <a:gd name="connsiteY14" fmla="*/ 343303 h 485154"/>
                <a:gd name="connsiteX15" fmla="*/ 128 w 435898"/>
                <a:gd name="connsiteY15" fmla="*/ 283772 h 485154"/>
                <a:gd name="connsiteX16" fmla="*/ 81091 w 435898"/>
                <a:gd name="connsiteY16" fmla="*/ 178997 h 485154"/>
                <a:gd name="connsiteX17" fmla="*/ 166816 w 435898"/>
                <a:gd name="connsiteY17" fmla="*/ 188522 h 485154"/>
                <a:gd name="connsiteX18" fmla="*/ 178723 w 435898"/>
                <a:gd name="connsiteY18" fmla="*/ 243290 h 485154"/>
                <a:gd name="connsiteX19" fmla="*/ 281116 w 435898"/>
                <a:gd name="connsiteY19" fmla="*/ 229003 h 485154"/>
                <a:gd name="connsiteX20" fmla="*/ 262067 w 435898"/>
                <a:gd name="connsiteY20" fmla="*/ 167090 h 485154"/>
                <a:gd name="connsiteX21" fmla="*/ 185866 w 435898"/>
                <a:gd name="connsiteY21" fmla="*/ 157565 h 485154"/>
                <a:gd name="connsiteX22" fmla="*/ 138241 w 435898"/>
                <a:gd name="connsiteY22" fmla="*/ 76603 h 485154"/>
                <a:gd name="connsiteX23" fmla="*/ 202534 w 435898"/>
                <a:gd name="connsiteY23" fmla="*/ 2784 h 485154"/>
                <a:gd name="connsiteX24" fmla="*/ 295403 w 435898"/>
                <a:gd name="connsiteY24" fmla="*/ 24214 h 485154"/>
                <a:gd name="connsiteX25" fmla="*/ 316836 w 435898"/>
                <a:gd name="connsiteY25" fmla="*/ 105178 h 485154"/>
                <a:gd name="connsiteX26" fmla="*/ 295404 w 435898"/>
                <a:gd name="connsiteY26" fmla="*/ 150422 h 485154"/>
                <a:gd name="connsiteX27" fmla="*/ 316835 w 435898"/>
                <a:gd name="connsiteY27" fmla="*/ 198047 h 485154"/>
                <a:gd name="connsiteX28" fmla="*/ 350173 w 435898"/>
                <a:gd name="connsiteY28" fmla="*/ 255197 h 485154"/>
                <a:gd name="connsiteX29" fmla="*/ 435898 w 435898"/>
                <a:gd name="connsiteY29" fmla="*/ 257579 h 485154"/>
                <a:gd name="connsiteX30" fmla="*/ 428754 w 435898"/>
                <a:gd name="connsiteY30" fmla="*/ 321872 h 485154"/>
                <a:gd name="connsiteX31" fmla="*/ 359698 w 435898"/>
                <a:gd name="connsiteY31" fmla="*/ 321872 h 485154"/>
                <a:gd name="connsiteX0" fmla="*/ 360033 w 436233"/>
                <a:gd name="connsiteY0" fmla="*/ 321872 h 485154"/>
                <a:gd name="connsiteX1" fmla="*/ 302882 w 436233"/>
                <a:gd name="connsiteY1" fmla="*/ 357592 h 485154"/>
                <a:gd name="connsiteX2" fmla="*/ 305264 w 436233"/>
                <a:gd name="connsiteY2" fmla="*/ 424265 h 485154"/>
                <a:gd name="connsiteX3" fmla="*/ 250495 w 436233"/>
                <a:gd name="connsiteY3" fmla="*/ 481415 h 485154"/>
                <a:gd name="connsiteX4" fmla="*/ 160008 w 436233"/>
                <a:gd name="connsiteY4" fmla="*/ 448078 h 485154"/>
                <a:gd name="connsiteX5" fmla="*/ 171913 w 436233"/>
                <a:gd name="connsiteY5" fmla="*/ 355209 h 485154"/>
                <a:gd name="connsiteX6" fmla="*/ 229064 w 436233"/>
                <a:gd name="connsiteY6" fmla="*/ 326635 h 485154"/>
                <a:gd name="connsiteX7" fmla="*/ 279069 w 436233"/>
                <a:gd name="connsiteY7" fmla="*/ 324253 h 485154"/>
                <a:gd name="connsiteX8" fmla="*/ 310026 w 436233"/>
                <a:gd name="connsiteY8" fmla="*/ 279009 h 485154"/>
                <a:gd name="connsiteX9" fmla="*/ 267164 w 436233"/>
                <a:gd name="connsiteY9" fmla="*/ 262340 h 485154"/>
                <a:gd name="connsiteX10" fmla="*/ 233826 w 436233"/>
                <a:gd name="connsiteY10" fmla="*/ 262340 h 485154"/>
                <a:gd name="connsiteX11" fmla="*/ 193345 w 436233"/>
                <a:gd name="connsiteY11" fmla="*/ 276628 h 485154"/>
                <a:gd name="connsiteX12" fmla="*/ 174295 w 436233"/>
                <a:gd name="connsiteY12" fmla="*/ 321872 h 485154"/>
                <a:gd name="connsiteX13" fmla="*/ 145720 w 436233"/>
                <a:gd name="connsiteY13" fmla="*/ 357590 h 485154"/>
                <a:gd name="connsiteX14" fmla="*/ 52851 w 436233"/>
                <a:gd name="connsiteY14" fmla="*/ 357591 h 485154"/>
                <a:gd name="connsiteX15" fmla="*/ 463 w 436233"/>
                <a:gd name="connsiteY15" fmla="*/ 283772 h 485154"/>
                <a:gd name="connsiteX16" fmla="*/ 81426 w 436233"/>
                <a:gd name="connsiteY16" fmla="*/ 178997 h 485154"/>
                <a:gd name="connsiteX17" fmla="*/ 167151 w 436233"/>
                <a:gd name="connsiteY17" fmla="*/ 188522 h 485154"/>
                <a:gd name="connsiteX18" fmla="*/ 179058 w 436233"/>
                <a:gd name="connsiteY18" fmla="*/ 243290 h 485154"/>
                <a:gd name="connsiteX19" fmla="*/ 281451 w 436233"/>
                <a:gd name="connsiteY19" fmla="*/ 229003 h 485154"/>
                <a:gd name="connsiteX20" fmla="*/ 262402 w 436233"/>
                <a:gd name="connsiteY20" fmla="*/ 167090 h 485154"/>
                <a:gd name="connsiteX21" fmla="*/ 186201 w 436233"/>
                <a:gd name="connsiteY21" fmla="*/ 157565 h 485154"/>
                <a:gd name="connsiteX22" fmla="*/ 138576 w 436233"/>
                <a:gd name="connsiteY22" fmla="*/ 76603 h 485154"/>
                <a:gd name="connsiteX23" fmla="*/ 202869 w 436233"/>
                <a:gd name="connsiteY23" fmla="*/ 2784 h 485154"/>
                <a:gd name="connsiteX24" fmla="*/ 295738 w 436233"/>
                <a:gd name="connsiteY24" fmla="*/ 24214 h 485154"/>
                <a:gd name="connsiteX25" fmla="*/ 317171 w 436233"/>
                <a:gd name="connsiteY25" fmla="*/ 105178 h 485154"/>
                <a:gd name="connsiteX26" fmla="*/ 295739 w 436233"/>
                <a:gd name="connsiteY26" fmla="*/ 150422 h 485154"/>
                <a:gd name="connsiteX27" fmla="*/ 317170 w 436233"/>
                <a:gd name="connsiteY27" fmla="*/ 198047 h 485154"/>
                <a:gd name="connsiteX28" fmla="*/ 350508 w 436233"/>
                <a:gd name="connsiteY28" fmla="*/ 255197 h 485154"/>
                <a:gd name="connsiteX29" fmla="*/ 436233 w 436233"/>
                <a:gd name="connsiteY29" fmla="*/ 257579 h 485154"/>
                <a:gd name="connsiteX30" fmla="*/ 429089 w 436233"/>
                <a:gd name="connsiteY30" fmla="*/ 321872 h 485154"/>
                <a:gd name="connsiteX31" fmla="*/ 360033 w 436233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78997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3019 w 439219"/>
                <a:gd name="connsiteY0" fmla="*/ 321872 h 485154"/>
                <a:gd name="connsiteX1" fmla="*/ 305868 w 439219"/>
                <a:gd name="connsiteY1" fmla="*/ 357592 h 485154"/>
                <a:gd name="connsiteX2" fmla="*/ 308250 w 439219"/>
                <a:gd name="connsiteY2" fmla="*/ 424265 h 485154"/>
                <a:gd name="connsiteX3" fmla="*/ 253481 w 439219"/>
                <a:gd name="connsiteY3" fmla="*/ 481415 h 485154"/>
                <a:gd name="connsiteX4" fmla="*/ 162994 w 439219"/>
                <a:gd name="connsiteY4" fmla="*/ 448078 h 485154"/>
                <a:gd name="connsiteX5" fmla="*/ 174899 w 439219"/>
                <a:gd name="connsiteY5" fmla="*/ 355209 h 485154"/>
                <a:gd name="connsiteX6" fmla="*/ 232050 w 439219"/>
                <a:gd name="connsiteY6" fmla="*/ 326635 h 485154"/>
                <a:gd name="connsiteX7" fmla="*/ 282055 w 439219"/>
                <a:gd name="connsiteY7" fmla="*/ 324253 h 485154"/>
                <a:gd name="connsiteX8" fmla="*/ 313012 w 439219"/>
                <a:gd name="connsiteY8" fmla="*/ 279009 h 485154"/>
                <a:gd name="connsiteX9" fmla="*/ 270150 w 439219"/>
                <a:gd name="connsiteY9" fmla="*/ 262340 h 485154"/>
                <a:gd name="connsiteX10" fmla="*/ 236812 w 439219"/>
                <a:gd name="connsiteY10" fmla="*/ 262340 h 485154"/>
                <a:gd name="connsiteX11" fmla="*/ 196331 w 439219"/>
                <a:gd name="connsiteY11" fmla="*/ 276628 h 485154"/>
                <a:gd name="connsiteX12" fmla="*/ 177281 w 439219"/>
                <a:gd name="connsiteY12" fmla="*/ 321872 h 485154"/>
                <a:gd name="connsiteX13" fmla="*/ 148706 w 439219"/>
                <a:gd name="connsiteY13" fmla="*/ 357590 h 485154"/>
                <a:gd name="connsiteX14" fmla="*/ 55837 w 439219"/>
                <a:gd name="connsiteY14" fmla="*/ 357591 h 485154"/>
                <a:gd name="connsiteX15" fmla="*/ 1068 w 439219"/>
                <a:gd name="connsiteY15" fmla="*/ 224240 h 485154"/>
                <a:gd name="connsiteX16" fmla="*/ 103462 w 439219"/>
                <a:gd name="connsiteY16" fmla="*/ 155184 h 485154"/>
                <a:gd name="connsiteX17" fmla="*/ 170137 w 439219"/>
                <a:gd name="connsiteY17" fmla="*/ 188522 h 485154"/>
                <a:gd name="connsiteX18" fmla="*/ 198713 w 439219"/>
                <a:gd name="connsiteY18" fmla="*/ 231383 h 485154"/>
                <a:gd name="connsiteX19" fmla="*/ 284437 w 439219"/>
                <a:gd name="connsiteY19" fmla="*/ 229003 h 485154"/>
                <a:gd name="connsiteX20" fmla="*/ 265388 w 439219"/>
                <a:gd name="connsiteY20" fmla="*/ 167090 h 485154"/>
                <a:gd name="connsiteX21" fmla="*/ 189187 w 439219"/>
                <a:gd name="connsiteY21" fmla="*/ 157565 h 485154"/>
                <a:gd name="connsiteX22" fmla="*/ 141562 w 439219"/>
                <a:gd name="connsiteY22" fmla="*/ 76603 h 485154"/>
                <a:gd name="connsiteX23" fmla="*/ 205855 w 439219"/>
                <a:gd name="connsiteY23" fmla="*/ 2784 h 485154"/>
                <a:gd name="connsiteX24" fmla="*/ 298724 w 439219"/>
                <a:gd name="connsiteY24" fmla="*/ 24214 h 485154"/>
                <a:gd name="connsiteX25" fmla="*/ 320157 w 439219"/>
                <a:gd name="connsiteY25" fmla="*/ 105178 h 485154"/>
                <a:gd name="connsiteX26" fmla="*/ 298725 w 439219"/>
                <a:gd name="connsiteY26" fmla="*/ 150422 h 485154"/>
                <a:gd name="connsiteX27" fmla="*/ 320156 w 439219"/>
                <a:gd name="connsiteY27" fmla="*/ 198047 h 485154"/>
                <a:gd name="connsiteX28" fmla="*/ 353494 w 439219"/>
                <a:gd name="connsiteY28" fmla="*/ 255197 h 485154"/>
                <a:gd name="connsiteX29" fmla="*/ 439219 w 439219"/>
                <a:gd name="connsiteY29" fmla="*/ 257579 h 485154"/>
                <a:gd name="connsiteX30" fmla="*/ 432075 w 439219"/>
                <a:gd name="connsiteY30" fmla="*/ 321872 h 485154"/>
                <a:gd name="connsiteX31" fmla="*/ 363019 w 439219"/>
                <a:gd name="connsiteY31" fmla="*/ 321872 h 485154"/>
                <a:gd name="connsiteX0" fmla="*/ 346825 w 423025"/>
                <a:gd name="connsiteY0" fmla="*/ 321872 h 485154"/>
                <a:gd name="connsiteX1" fmla="*/ 289674 w 423025"/>
                <a:gd name="connsiteY1" fmla="*/ 357592 h 485154"/>
                <a:gd name="connsiteX2" fmla="*/ 292056 w 423025"/>
                <a:gd name="connsiteY2" fmla="*/ 424265 h 485154"/>
                <a:gd name="connsiteX3" fmla="*/ 237287 w 423025"/>
                <a:gd name="connsiteY3" fmla="*/ 481415 h 485154"/>
                <a:gd name="connsiteX4" fmla="*/ 146800 w 423025"/>
                <a:gd name="connsiteY4" fmla="*/ 448078 h 485154"/>
                <a:gd name="connsiteX5" fmla="*/ 158705 w 423025"/>
                <a:gd name="connsiteY5" fmla="*/ 355209 h 485154"/>
                <a:gd name="connsiteX6" fmla="*/ 215856 w 423025"/>
                <a:gd name="connsiteY6" fmla="*/ 326635 h 485154"/>
                <a:gd name="connsiteX7" fmla="*/ 265861 w 423025"/>
                <a:gd name="connsiteY7" fmla="*/ 324253 h 485154"/>
                <a:gd name="connsiteX8" fmla="*/ 296818 w 423025"/>
                <a:gd name="connsiteY8" fmla="*/ 279009 h 485154"/>
                <a:gd name="connsiteX9" fmla="*/ 253956 w 423025"/>
                <a:gd name="connsiteY9" fmla="*/ 262340 h 485154"/>
                <a:gd name="connsiteX10" fmla="*/ 220618 w 423025"/>
                <a:gd name="connsiteY10" fmla="*/ 262340 h 485154"/>
                <a:gd name="connsiteX11" fmla="*/ 180137 w 423025"/>
                <a:gd name="connsiteY11" fmla="*/ 276628 h 485154"/>
                <a:gd name="connsiteX12" fmla="*/ 161087 w 423025"/>
                <a:gd name="connsiteY12" fmla="*/ 321872 h 485154"/>
                <a:gd name="connsiteX13" fmla="*/ 132512 w 423025"/>
                <a:gd name="connsiteY13" fmla="*/ 357590 h 485154"/>
                <a:gd name="connsiteX14" fmla="*/ 39643 w 423025"/>
                <a:gd name="connsiteY14" fmla="*/ 357591 h 485154"/>
                <a:gd name="connsiteX15" fmla="*/ 1543 w 423025"/>
                <a:gd name="connsiteY15" fmla="*/ 231384 h 485154"/>
                <a:gd name="connsiteX16" fmla="*/ 87268 w 423025"/>
                <a:gd name="connsiteY16" fmla="*/ 155184 h 485154"/>
                <a:gd name="connsiteX17" fmla="*/ 153943 w 423025"/>
                <a:gd name="connsiteY17" fmla="*/ 188522 h 485154"/>
                <a:gd name="connsiteX18" fmla="*/ 182519 w 423025"/>
                <a:gd name="connsiteY18" fmla="*/ 231383 h 485154"/>
                <a:gd name="connsiteX19" fmla="*/ 268243 w 423025"/>
                <a:gd name="connsiteY19" fmla="*/ 229003 h 485154"/>
                <a:gd name="connsiteX20" fmla="*/ 249194 w 423025"/>
                <a:gd name="connsiteY20" fmla="*/ 167090 h 485154"/>
                <a:gd name="connsiteX21" fmla="*/ 172993 w 423025"/>
                <a:gd name="connsiteY21" fmla="*/ 157565 h 485154"/>
                <a:gd name="connsiteX22" fmla="*/ 125368 w 423025"/>
                <a:gd name="connsiteY22" fmla="*/ 76603 h 485154"/>
                <a:gd name="connsiteX23" fmla="*/ 189661 w 423025"/>
                <a:gd name="connsiteY23" fmla="*/ 2784 h 485154"/>
                <a:gd name="connsiteX24" fmla="*/ 282530 w 423025"/>
                <a:gd name="connsiteY24" fmla="*/ 24214 h 485154"/>
                <a:gd name="connsiteX25" fmla="*/ 303963 w 423025"/>
                <a:gd name="connsiteY25" fmla="*/ 105178 h 485154"/>
                <a:gd name="connsiteX26" fmla="*/ 282531 w 423025"/>
                <a:gd name="connsiteY26" fmla="*/ 150422 h 485154"/>
                <a:gd name="connsiteX27" fmla="*/ 303962 w 423025"/>
                <a:gd name="connsiteY27" fmla="*/ 198047 h 485154"/>
                <a:gd name="connsiteX28" fmla="*/ 337300 w 423025"/>
                <a:gd name="connsiteY28" fmla="*/ 255197 h 485154"/>
                <a:gd name="connsiteX29" fmla="*/ 423025 w 423025"/>
                <a:gd name="connsiteY29" fmla="*/ 257579 h 485154"/>
                <a:gd name="connsiteX30" fmla="*/ 415881 w 423025"/>
                <a:gd name="connsiteY30" fmla="*/ 321872 h 485154"/>
                <a:gd name="connsiteX31" fmla="*/ 346825 w 423025"/>
                <a:gd name="connsiteY31" fmla="*/ 321872 h 485154"/>
                <a:gd name="connsiteX0" fmla="*/ 348385 w 424585"/>
                <a:gd name="connsiteY0" fmla="*/ 321872 h 485154"/>
                <a:gd name="connsiteX1" fmla="*/ 291234 w 424585"/>
                <a:gd name="connsiteY1" fmla="*/ 357592 h 485154"/>
                <a:gd name="connsiteX2" fmla="*/ 293616 w 424585"/>
                <a:gd name="connsiteY2" fmla="*/ 424265 h 485154"/>
                <a:gd name="connsiteX3" fmla="*/ 238847 w 424585"/>
                <a:gd name="connsiteY3" fmla="*/ 481415 h 485154"/>
                <a:gd name="connsiteX4" fmla="*/ 148360 w 424585"/>
                <a:gd name="connsiteY4" fmla="*/ 448078 h 485154"/>
                <a:gd name="connsiteX5" fmla="*/ 160265 w 424585"/>
                <a:gd name="connsiteY5" fmla="*/ 355209 h 485154"/>
                <a:gd name="connsiteX6" fmla="*/ 217416 w 424585"/>
                <a:gd name="connsiteY6" fmla="*/ 326635 h 485154"/>
                <a:gd name="connsiteX7" fmla="*/ 267421 w 424585"/>
                <a:gd name="connsiteY7" fmla="*/ 324253 h 485154"/>
                <a:gd name="connsiteX8" fmla="*/ 298378 w 424585"/>
                <a:gd name="connsiteY8" fmla="*/ 279009 h 485154"/>
                <a:gd name="connsiteX9" fmla="*/ 255516 w 424585"/>
                <a:gd name="connsiteY9" fmla="*/ 262340 h 485154"/>
                <a:gd name="connsiteX10" fmla="*/ 222178 w 424585"/>
                <a:gd name="connsiteY10" fmla="*/ 262340 h 485154"/>
                <a:gd name="connsiteX11" fmla="*/ 181697 w 424585"/>
                <a:gd name="connsiteY11" fmla="*/ 276628 h 485154"/>
                <a:gd name="connsiteX12" fmla="*/ 162647 w 424585"/>
                <a:gd name="connsiteY12" fmla="*/ 321872 h 485154"/>
                <a:gd name="connsiteX13" fmla="*/ 134072 w 424585"/>
                <a:gd name="connsiteY13" fmla="*/ 357590 h 485154"/>
                <a:gd name="connsiteX14" fmla="*/ 41203 w 424585"/>
                <a:gd name="connsiteY14" fmla="*/ 357591 h 485154"/>
                <a:gd name="connsiteX15" fmla="*/ 3103 w 424585"/>
                <a:gd name="connsiteY15" fmla="*/ 231384 h 485154"/>
                <a:gd name="connsiteX16" fmla="*/ 88828 w 424585"/>
                <a:gd name="connsiteY16" fmla="*/ 155184 h 485154"/>
                <a:gd name="connsiteX17" fmla="*/ 155503 w 424585"/>
                <a:gd name="connsiteY17" fmla="*/ 188522 h 485154"/>
                <a:gd name="connsiteX18" fmla="*/ 184079 w 424585"/>
                <a:gd name="connsiteY18" fmla="*/ 231383 h 485154"/>
                <a:gd name="connsiteX19" fmla="*/ 269803 w 424585"/>
                <a:gd name="connsiteY19" fmla="*/ 229003 h 485154"/>
                <a:gd name="connsiteX20" fmla="*/ 250754 w 424585"/>
                <a:gd name="connsiteY20" fmla="*/ 167090 h 485154"/>
                <a:gd name="connsiteX21" fmla="*/ 174553 w 424585"/>
                <a:gd name="connsiteY21" fmla="*/ 157565 h 485154"/>
                <a:gd name="connsiteX22" fmla="*/ 126928 w 424585"/>
                <a:gd name="connsiteY22" fmla="*/ 76603 h 485154"/>
                <a:gd name="connsiteX23" fmla="*/ 191221 w 424585"/>
                <a:gd name="connsiteY23" fmla="*/ 2784 h 485154"/>
                <a:gd name="connsiteX24" fmla="*/ 284090 w 424585"/>
                <a:gd name="connsiteY24" fmla="*/ 24214 h 485154"/>
                <a:gd name="connsiteX25" fmla="*/ 305523 w 424585"/>
                <a:gd name="connsiteY25" fmla="*/ 105178 h 485154"/>
                <a:gd name="connsiteX26" fmla="*/ 284091 w 424585"/>
                <a:gd name="connsiteY26" fmla="*/ 150422 h 485154"/>
                <a:gd name="connsiteX27" fmla="*/ 305522 w 424585"/>
                <a:gd name="connsiteY27" fmla="*/ 198047 h 485154"/>
                <a:gd name="connsiteX28" fmla="*/ 338860 w 424585"/>
                <a:gd name="connsiteY28" fmla="*/ 255197 h 485154"/>
                <a:gd name="connsiteX29" fmla="*/ 424585 w 424585"/>
                <a:gd name="connsiteY29" fmla="*/ 257579 h 485154"/>
                <a:gd name="connsiteX30" fmla="*/ 417441 w 424585"/>
                <a:gd name="connsiteY30" fmla="*/ 321872 h 485154"/>
                <a:gd name="connsiteX31" fmla="*/ 348385 w 424585"/>
                <a:gd name="connsiteY31" fmla="*/ 321872 h 485154"/>
                <a:gd name="connsiteX0" fmla="*/ 348985 w 425185"/>
                <a:gd name="connsiteY0" fmla="*/ 321872 h 485154"/>
                <a:gd name="connsiteX1" fmla="*/ 291834 w 425185"/>
                <a:gd name="connsiteY1" fmla="*/ 357592 h 485154"/>
                <a:gd name="connsiteX2" fmla="*/ 294216 w 425185"/>
                <a:gd name="connsiteY2" fmla="*/ 424265 h 485154"/>
                <a:gd name="connsiteX3" fmla="*/ 239447 w 425185"/>
                <a:gd name="connsiteY3" fmla="*/ 481415 h 485154"/>
                <a:gd name="connsiteX4" fmla="*/ 148960 w 425185"/>
                <a:gd name="connsiteY4" fmla="*/ 448078 h 485154"/>
                <a:gd name="connsiteX5" fmla="*/ 160865 w 425185"/>
                <a:gd name="connsiteY5" fmla="*/ 355209 h 485154"/>
                <a:gd name="connsiteX6" fmla="*/ 218016 w 425185"/>
                <a:gd name="connsiteY6" fmla="*/ 326635 h 485154"/>
                <a:gd name="connsiteX7" fmla="*/ 268021 w 425185"/>
                <a:gd name="connsiteY7" fmla="*/ 324253 h 485154"/>
                <a:gd name="connsiteX8" fmla="*/ 298978 w 425185"/>
                <a:gd name="connsiteY8" fmla="*/ 279009 h 485154"/>
                <a:gd name="connsiteX9" fmla="*/ 256116 w 425185"/>
                <a:gd name="connsiteY9" fmla="*/ 262340 h 485154"/>
                <a:gd name="connsiteX10" fmla="*/ 222778 w 425185"/>
                <a:gd name="connsiteY10" fmla="*/ 262340 h 485154"/>
                <a:gd name="connsiteX11" fmla="*/ 182297 w 425185"/>
                <a:gd name="connsiteY11" fmla="*/ 276628 h 485154"/>
                <a:gd name="connsiteX12" fmla="*/ 163247 w 425185"/>
                <a:gd name="connsiteY12" fmla="*/ 321872 h 485154"/>
                <a:gd name="connsiteX13" fmla="*/ 134672 w 425185"/>
                <a:gd name="connsiteY13" fmla="*/ 357590 h 485154"/>
                <a:gd name="connsiteX14" fmla="*/ 27516 w 425185"/>
                <a:gd name="connsiteY14" fmla="*/ 336160 h 485154"/>
                <a:gd name="connsiteX15" fmla="*/ 3703 w 425185"/>
                <a:gd name="connsiteY15" fmla="*/ 231384 h 485154"/>
                <a:gd name="connsiteX16" fmla="*/ 89428 w 425185"/>
                <a:gd name="connsiteY16" fmla="*/ 155184 h 485154"/>
                <a:gd name="connsiteX17" fmla="*/ 156103 w 425185"/>
                <a:gd name="connsiteY17" fmla="*/ 188522 h 485154"/>
                <a:gd name="connsiteX18" fmla="*/ 184679 w 425185"/>
                <a:gd name="connsiteY18" fmla="*/ 231383 h 485154"/>
                <a:gd name="connsiteX19" fmla="*/ 270403 w 425185"/>
                <a:gd name="connsiteY19" fmla="*/ 229003 h 485154"/>
                <a:gd name="connsiteX20" fmla="*/ 251354 w 425185"/>
                <a:gd name="connsiteY20" fmla="*/ 167090 h 485154"/>
                <a:gd name="connsiteX21" fmla="*/ 175153 w 425185"/>
                <a:gd name="connsiteY21" fmla="*/ 157565 h 485154"/>
                <a:gd name="connsiteX22" fmla="*/ 127528 w 425185"/>
                <a:gd name="connsiteY22" fmla="*/ 76603 h 485154"/>
                <a:gd name="connsiteX23" fmla="*/ 191821 w 425185"/>
                <a:gd name="connsiteY23" fmla="*/ 2784 h 485154"/>
                <a:gd name="connsiteX24" fmla="*/ 284690 w 425185"/>
                <a:gd name="connsiteY24" fmla="*/ 24214 h 485154"/>
                <a:gd name="connsiteX25" fmla="*/ 306123 w 425185"/>
                <a:gd name="connsiteY25" fmla="*/ 105178 h 485154"/>
                <a:gd name="connsiteX26" fmla="*/ 284691 w 425185"/>
                <a:gd name="connsiteY26" fmla="*/ 150422 h 485154"/>
                <a:gd name="connsiteX27" fmla="*/ 306122 w 425185"/>
                <a:gd name="connsiteY27" fmla="*/ 198047 h 485154"/>
                <a:gd name="connsiteX28" fmla="*/ 339460 w 425185"/>
                <a:gd name="connsiteY28" fmla="*/ 255197 h 485154"/>
                <a:gd name="connsiteX29" fmla="*/ 425185 w 425185"/>
                <a:gd name="connsiteY29" fmla="*/ 257579 h 485154"/>
                <a:gd name="connsiteX30" fmla="*/ 418041 w 425185"/>
                <a:gd name="connsiteY30" fmla="*/ 321872 h 485154"/>
                <a:gd name="connsiteX31" fmla="*/ 348985 w 425185"/>
                <a:gd name="connsiteY31" fmla="*/ 321872 h 485154"/>
                <a:gd name="connsiteX0" fmla="*/ 349331 w 425531"/>
                <a:gd name="connsiteY0" fmla="*/ 321872 h 485154"/>
                <a:gd name="connsiteX1" fmla="*/ 292180 w 425531"/>
                <a:gd name="connsiteY1" fmla="*/ 357592 h 485154"/>
                <a:gd name="connsiteX2" fmla="*/ 294562 w 425531"/>
                <a:gd name="connsiteY2" fmla="*/ 424265 h 485154"/>
                <a:gd name="connsiteX3" fmla="*/ 239793 w 425531"/>
                <a:gd name="connsiteY3" fmla="*/ 481415 h 485154"/>
                <a:gd name="connsiteX4" fmla="*/ 149306 w 425531"/>
                <a:gd name="connsiteY4" fmla="*/ 448078 h 485154"/>
                <a:gd name="connsiteX5" fmla="*/ 161211 w 425531"/>
                <a:gd name="connsiteY5" fmla="*/ 355209 h 485154"/>
                <a:gd name="connsiteX6" fmla="*/ 218362 w 425531"/>
                <a:gd name="connsiteY6" fmla="*/ 326635 h 485154"/>
                <a:gd name="connsiteX7" fmla="*/ 268367 w 425531"/>
                <a:gd name="connsiteY7" fmla="*/ 324253 h 485154"/>
                <a:gd name="connsiteX8" fmla="*/ 299324 w 425531"/>
                <a:gd name="connsiteY8" fmla="*/ 279009 h 485154"/>
                <a:gd name="connsiteX9" fmla="*/ 256462 w 425531"/>
                <a:gd name="connsiteY9" fmla="*/ 262340 h 485154"/>
                <a:gd name="connsiteX10" fmla="*/ 223124 w 425531"/>
                <a:gd name="connsiteY10" fmla="*/ 262340 h 485154"/>
                <a:gd name="connsiteX11" fmla="*/ 182643 w 425531"/>
                <a:gd name="connsiteY11" fmla="*/ 276628 h 485154"/>
                <a:gd name="connsiteX12" fmla="*/ 163593 w 425531"/>
                <a:gd name="connsiteY12" fmla="*/ 321872 h 485154"/>
                <a:gd name="connsiteX13" fmla="*/ 135018 w 425531"/>
                <a:gd name="connsiteY13" fmla="*/ 357590 h 485154"/>
                <a:gd name="connsiteX14" fmla="*/ 27862 w 425531"/>
                <a:gd name="connsiteY14" fmla="*/ 336160 h 485154"/>
                <a:gd name="connsiteX15" fmla="*/ 4049 w 425531"/>
                <a:gd name="connsiteY15" fmla="*/ 231384 h 485154"/>
                <a:gd name="connsiteX16" fmla="*/ 89774 w 425531"/>
                <a:gd name="connsiteY16" fmla="*/ 155184 h 485154"/>
                <a:gd name="connsiteX17" fmla="*/ 156449 w 425531"/>
                <a:gd name="connsiteY17" fmla="*/ 188522 h 485154"/>
                <a:gd name="connsiteX18" fmla="*/ 185025 w 425531"/>
                <a:gd name="connsiteY18" fmla="*/ 231383 h 485154"/>
                <a:gd name="connsiteX19" fmla="*/ 270749 w 425531"/>
                <a:gd name="connsiteY19" fmla="*/ 229003 h 485154"/>
                <a:gd name="connsiteX20" fmla="*/ 251700 w 425531"/>
                <a:gd name="connsiteY20" fmla="*/ 167090 h 485154"/>
                <a:gd name="connsiteX21" fmla="*/ 175499 w 425531"/>
                <a:gd name="connsiteY21" fmla="*/ 157565 h 485154"/>
                <a:gd name="connsiteX22" fmla="*/ 127874 w 425531"/>
                <a:gd name="connsiteY22" fmla="*/ 76603 h 485154"/>
                <a:gd name="connsiteX23" fmla="*/ 192167 w 425531"/>
                <a:gd name="connsiteY23" fmla="*/ 2784 h 485154"/>
                <a:gd name="connsiteX24" fmla="*/ 285036 w 425531"/>
                <a:gd name="connsiteY24" fmla="*/ 24214 h 485154"/>
                <a:gd name="connsiteX25" fmla="*/ 306469 w 425531"/>
                <a:gd name="connsiteY25" fmla="*/ 105178 h 485154"/>
                <a:gd name="connsiteX26" fmla="*/ 285037 w 425531"/>
                <a:gd name="connsiteY26" fmla="*/ 150422 h 485154"/>
                <a:gd name="connsiteX27" fmla="*/ 306468 w 425531"/>
                <a:gd name="connsiteY27" fmla="*/ 198047 h 485154"/>
                <a:gd name="connsiteX28" fmla="*/ 339806 w 425531"/>
                <a:gd name="connsiteY28" fmla="*/ 255197 h 485154"/>
                <a:gd name="connsiteX29" fmla="*/ 425531 w 425531"/>
                <a:gd name="connsiteY29" fmla="*/ 257579 h 485154"/>
                <a:gd name="connsiteX30" fmla="*/ 418387 w 425531"/>
                <a:gd name="connsiteY30" fmla="*/ 321872 h 485154"/>
                <a:gd name="connsiteX31" fmla="*/ 349331 w 425531"/>
                <a:gd name="connsiteY31" fmla="*/ 321872 h 485154"/>
                <a:gd name="connsiteX0" fmla="*/ 348986 w 425186"/>
                <a:gd name="connsiteY0" fmla="*/ 321872 h 485154"/>
                <a:gd name="connsiteX1" fmla="*/ 291835 w 425186"/>
                <a:gd name="connsiteY1" fmla="*/ 357592 h 485154"/>
                <a:gd name="connsiteX2" fmla="*/ 294217 w 425186"/>
                <a:gd name="connsiteY2" fmla="*/ 424265 h 485154"/>
                <a:gd name="connsiteX3" fmla="*/ 239448 w 425186"/>
                <a:gd name="connsiteY3" fmla="*/ 481415 h 485154"/>
                <a:gd name="connsiteX4" fmla="*/ 148961 w 425186"/>
                <a:gd name="connsiteY4" fmla="*/ 448078 h 485154"/>
                <a:gd name="connsiteX5" fmla="*/ 160866 w 425186"/>
                <a:gd name="connsiteY5" fmla="*/ 355209 h 485154"/>
                <a:gd name="connsiteX6" fmla="*/ 218017 w 425186"/>
                <a:gd name="connsiteY6" fmla="*/ 326635 h 485154"/>
                <a:gd name="connsiteX7" fmla="*/ 268022 w 425186"/>
                <a:gd name="connsiteY7" fmla="*/ 324253 h 485154"/>
                <a:gd name="connsiteX8" fmla="*/ 298979 w 425186"/>
                <a:gd name="connsiteY8" fmla="*/ 279009 h 485154"/>
                <a:gd name="connsiteX9" fmla="*/ 256117 w 425186"/>
                <a:gd name="connsiteY9" fmla="*/ 262340 h 485154"/>
                <a:gd name="connsiteX10" fmla="*/ 222779 w 425186"/>
                <a:gd name="connsiteY10" fmla="*/ 262340 h 485154"/>
                <a:gd name="connsiteX11" fmla="*/ 182298 w 425186"/>
                <a:gd name="connsiteY11" fmla="*/ 276628 h 485154"/>
                <a:gd name="connsiteX12" fmla="*/ 163248 w 425186"/>
                <a:gd name="connsiteY12" fmla="*/ 321872 h 485154"/>
                <a:gd name="connsiteX13" fmla="*/ 134673 w 425186"/>
                <a:gd name="connsiteY13" fmla="*/ 357590 h 485154"/>
                <a:gd name="connsiteX14" fmla="*/ 27517 w 425186"/>
                <a:gd name="connsiteY14" fmla="*/ 336160 h 485154"/>
                <a:gd name="connsiteX15" fmla="*/ 3704 w 425186"/>
                <a:gd name="connsiteY15" fmla="*/ 207571 h 485154"/>
                <a:gd name="connsiteX16" fmla="*/ 89429 w 425186"/>
                <a:gd name="connsiteY16" fmla="*/ 155184 h 485154"/>
                <a:gd name="connsiteX17" fmla="*/ 156104 w 425186"/>
                <a:gd name="connsiteY17" fmla="*/ 188522 h 485154"/>
                <a:gd name="connsiteX18" fmla="*/ 184680 w 425186"/>
                <a:gd name="connsiteY18" fmla="*/ 231383 h 485154"/>
                <a:gd name="connsiteX19" fmla="*/ 270404 w 425186"/>
                <a:gd name="connsiteY19" fmla="*/ 229003 h 485154"/>
                <a:gd name="connsiteX20" fmla="*/ 251355 w 425186"/>
                <a:gd name="connsiteY20" fmla="*/ 167090 h 485154"/>
                <a:gd name="connsiteX21" fmla="*/ 175154 w 425186"/>
                <a:gd name="connsiteY21" fmla="*/ 157565 h 485154"/>
                <a:gd name="connsiteX22" fmla="*/ 127529 w 425186"/>
                <a:gd name="connsiteY22" fmla="*/ 76603 h 485154"/>
                <a:gd name="connsiteX23" fmla="*/ 191822 w 425186"/>
                <a:gd name="connsiteY23" fmla="*/ 2784 h 485154"/>
                <a:gd name="connsiteX24" fmla="*/ 284691 w 425186"/>
                <a:gd name="connsiteY24" fmla="*/ 24214 h 485154"/>
                <a:gd name="connsiteX25" fmla="*/ 306124 w 425186"/>
                <a:gd name="connsiteY25" fmla="*/ 105178 h 485154"/>
                <a:gd name="connsiteX26" fmla="*/ 284692 w 425186"/>
                <a:gd name="connsiteY26" fmla="*/ 150422 h 485154"/>
                <a:gd name="connsiteX27" fmla="*/ 306123 w 425186"/>
                <a:gd name="connsiteY27" fmla="*/ 198047 h 485154"/>
                <a:gd name="connsiteX28" fmla="*/ 339461 w 425186"/>
                <a:gd name="connsiteY28" fmla="*/ 255197 h 485154"/>
                <a:gd name="connsiteX29" fmla="*/ 425186 w 425186"/>
                <a:gd name="connsiteY29" fmla="*/ 257579 h 485154"/>
                <a:gd name="connsiteX30" fmla="*/ 418042 w 425186"/>
                <a:gd name="connsiteY30" fmla="*/ 321872 h 485154"/>
                <a:gd name="connsiteX31" fmla="*/ 348986 w 425186"/>
                <a:gd name="connsiteY31" fmla="*/ 321872 h 485154"/>
                <a:gd name="connsiteX0" fmla="*/ 349991 w 426191"/>
                <a:gd name="connsiteY0" fmla="*/ 321872 h 485154"/>
                <a:gd name="connsiteX1" fmla="*/ 292840 w 426191"/>
                <a:gd name="connsiteY1" fmla="*/ 357592 h 485154"/>
                <a:gd name="connsiteX2" fmla="*/ 295222 w 426191"/>
                <a:gd name="connsiteY2" fmla="*/ 424265 h 485154"/>
                <a:gd name="connsiteX3" fmla="*/ 240453 w 426191"/>
                <a:gd name="connsiteY3" fmla="*/ 481415 h 485154"/>
                <a:gd name="connsiteX4" fmla="*/ 149966 w 426191"/>
                <a:gd name="connsiteY4" fmla="*/ 448078 h 485154"/>
                <a:gd name="connsiteX5" fmla="*/ 161871 w 426191"/>
                <a:gd name="connsiteY5" fmla="*/ 355209 h 485154"/>
                <a:gd name="connsiteX6" fmla="*/ 219022 w 426191"/>
                <a:gd name="connsiteY6" fmla="*/ 326635 h 485154"/>
                <a:gd name="connsiteX7" fmla="*/ 269027 w 426191"/>
                <a:gd name="connsiteY7" fmla="*/ 324253 h 485154"/>
                <a:gd name="connsiteX8" fmla="*/ 299984 w 426191"/>
                <a:gd name="connsiteY8" fmla="*/ 279009 h 485154"/>
                <a:gd name="connsiteX9" fmla="*/ 257122 w 426191"/>
                <a:gd name="connsiteY9" fmla="*/ 262340 h 485154"/>
                <a:gd name="connsiteX10" fmla="*/ 223784 w 426191"/>
                <a:gd name="connsiteY10" fmla="*/ 262340 h 485154"/>
                <a:gd name="connsiteX11" fmla="*/ 183303 w 426191"/>
                <a:gd name="connsiteY11" fmla="*/ 276628 h 485154"/>
                <a:gd name="connsiteX12" fmla="*/ 164253 w 426191"/>
                <a:gd name="connsiteY12" fmla="*/ 321872 h 485154"/>
                <a:gd name="connsiteX13" fmla="*/ 135678 w 426191"/>
                <a:gd name="connsiteY13" fmla="*/ 357590 h 485154"/>
                <a:gd name="connsiteX14" fmla="*/ 28522 w 426191"/>
                <a:gd name="connsiteY14" fmla="*/ 336160 h 485154"/>
                <a:gd name="connsiteX15" fmla="*/ 4709 w 426191"/>
                <a:gd name="connsiteY15" fmla="*/ 207571 h 485154"/>
                <a:gd name="connsiteX16" fmla="*/ 90434 w 426191"/>
                <a:gd name="connsiteY16" fmla="*/ 155184 h 485154"/>
                <a:gd name="connsiteX17" fmla="*/ 157109 w 426191"/>
                <a:gd name="connsiteY17" fmla="*/ 188522 h 485154"/>
                <a:gd name="connsiteX18" fmla="*/ 185685 w 426191"/>
                <a:gd name="connsiteY18" fmla="*/ 231383 h 485154"/>
                <a:gd name="connsiteX19" fmla="*/ 271409 w 426191"/>
                <a:gd name="connsiteY19" fmla="*/ 229003 h 485154"/>
                <a:gd name="connsiteX20" fmla="*/ 252360 w 426191"/>
                <a:gd name="connsiteY20" fmla="*/ 167090 h 485154"/>
                <a:gd name="connsiteX21" fmla="*/ 176159 w 426191"/>
                <a:gd name="connsiteY21" fmla="*/ 157565 h 485154"/>
                <a:gd name="connsiteX22" fmla="*/ 128534 w 426191"/>
                <a:gd name="connsiteY22" fmla="*/ 76603 h 485154"/>
                <a:gd name="connsiteX23" fmla="*/ 192827 w 426191"/>
                <a:gd name="connsiteY23" fmla="*/ 2784 h 485154"/>
                <a:gd name="connsiteX24" fmla="*/ 285696 w 426191"/>
                <a:gd name="connsiteY24" fmla="*/ 24214 h 485154"/>
                <a:gd name="connsiteX25" fmla="*/ 307129 w 426191"/>
                <a:gd name="connsiteY25" fmla="*/ 105178 h 485154"/>
                <a:gd name="connsiteX26" fmla="*/ 285697 w 426191"/>
                <a:gd name="connsiteY26" fmla="*/ 150422 h 485154"/>
                <a:gd name="connsiteX27" fmla="*/ 307128 w 426191"/>
                <a:gd name="connsiteY27" fmla="*/ 198047 h 485154"/>
                <a:gd name="connsiteX28" fmla="*/ 340466 w 426191"/>
                <a:gd name="connsiteY28" fmla="*/ 255197 h 485154"/>
                <a:gd name="connsiteX29" fmla="*/ 426191 w 426191"/>
                <a:gd name="connsiteY29" fmla="*/ 257579 h 485154"/>
                <a:gd name="connsiteX30" fmla="*/ 419047 w 426191"/>
                <a:gd name="connsiteY30" fmla="*/ 321872 h 485154"/>
                <a:gd name="connsiteX31" fmla="*/ 349991 w 426191"/>
                <a:gd name="connsiteY31" fmla="*/ 321872 h 485154"/>
                <a:gd name="connsiteX0" fmla="*/ 351758 w 427958"/>
                <a:gd name="connsiteY0" fmla="*/ 321872 h 485154"/>
                <a:gd name="connsiteX1" fmla="*/ 294607 w 427958"/>
                <a:gd name="connsiteY1" fmla="*/ 357592 h 485154"/>
                <a:gd name="connsiteX2" fmla="*/ 296989 w 427958"/>
                <a:gd name="connsiteY2" fmla="*/ 424265 h 485154"/>
                <a:gd name="connsiteX3" fmla="*/ 242220 w 427958"/>
                <a:gd name="connsiteY3" fmla="*/ 481415 h 485154"/>
                <a:gd name="connsiteX4" fmla="*/ 151733 w 427958"/>
                <a:gd name="connsiteY4" fmla="*/ 448078 h 485154"/>
                <a:gd name="connsiteX5" fmla="*/ 163638 w 427958"/>
                <a:gd name="connsiteY5" fmla="*/ 355209 h 485154"/>
                <a:gd name="connsiteX6" fmla="*/ 220789 w 427958"/>
                <a:gd name="connsiteY6" fmla="*/ 326635 h 485154"/>
                <a:gd name="connsiteX7" fmla="*/ 270794 w 427958"/>
                <a:gd name="connsiteY7" fmla="*/ 324253 h 485154"/>
                <a:gd name="connsiteX8" fmla="*/ 301751 w 427958"/>
                <a:gd name="connsiteY8" fmla="*/ 279009 h 485154"/>
                <a:gd name="connsiteX9" fmla="*/ 258889 w 427958"/>
                <a:gd name="connsiteY9" fmla="*/ 262340 h 485154"/>
                <a:gd name="connsiteX10" fmla="*/ 225551 w 427958"/>
                <a:gd name="connsiteY10" fmla="*/ 262340 h 485154"/>
                <a:gd name="connsiteX11" fmla="*/ 185070 w 427958"/>
                <a:gd name="connsiteY11" fmla="*/ 276628 h 485154"/>
                <a:gd name="connsiteX12" fmla="*/ 166020 w 427958"/>
                <a:gd name="connsiteY12" fmla="*/ 321872 h 485154"/>
                <a:gd name="connsiteX13" fmla="*/ 137445 w 427958"/>
                <a:gd name="connsiteY13" fmla="*/ 357590 h 485154"/>
                <a:gd name="connsiteX14" fmla="*/ 20764 w 427958"/>
                <a:gd name="connsiteY14" fmla="*/ 319491 h 485154"/>
                <a:gd name="connsiteX15" fmla="*/ 6476 w 427958"/>
                <a:gd name="connsiteY15" fmla="*/ 207571 h 485154"/>
                <a:gd name="connsiteX16" fmla="*/ 92201 w 427958"/>
                <a:gd name="connsiteY16" fmla="*/ 155184 h 485154"/>
                <a:gd name="connsiteX17" fmla="*/ 158876 w 427958"/>
                <a:gd name="connsiteY17" fmla="*/ 188522 h 485154"/>
                <a:gd name="connsiteX18" fmla="*/ 187452 w 427958"/>
                <a:gd name="connsiteY18" fmla="*/ 231383 h 485154"/>
                <a:gd name="connsiteX19" fmla="*/ 273176 w 427958"/>
                <a:gd name="connsiteY19" fmla="*/ 229003 h 485154"/>
                <a:gd name="connsiteX20" fmla="*/ 254127 w 427958"/>
                <a:gd name="connsiteY20" fmla="*/ 167090 h 485154"/>
                <a:gd name="connsiteX21" fmla="*/ 177926 w 427958"/>
                <a:gd name="connsiteY21" fmla="*/ 157565 h 485154"/>
                <a:gd name="connsiteX22" fmla="*/ 130301 w 427958"/>
                <a:gd name="connsiteY22" fmla="*/ 76603 h 485154"/>
                <a:gd name="connsiteX23" fmla="*/ 194594 w 427958"/>
                <a:gd name="connsiteY23" fmla="*/ 2784 h 485154"/>
                <a:gd name="connsiteX24" fmla="*/ 287463 w 427958"/>
                <a:gd name="connsiteY24" fmla="*/ 24214 h 485154"/>
                <a:gd name="connsiteX25" fmla="*/ 308896 w 427958"/>
                <a:gd name="connsiteY25" fmla="*/ 105178 h 485154"/>
                <a:gd name="connsiteX26" fmla="*/ 287464 w 427958"/>
                <a:gd name="connsiteY26" fmla="*/ 150422 h 485154"/>
                <a:gd name="connsiteX27" fmla="*/ 308895 w 427958"/>
                <a:gd name="connsiteY27" fmla="*/ 198047 h 485154"/>
                <a:gd name="connsiteX28" fmla="*/ 342233 w 427958"/>
                <a:gd name="connsiteY28" fmla="*/ 255197 h 485154"/>
                <a:gd name="connsiteX29" fmla="*/ 427958 w 427958"/>
                <a:gd name="connsiteY29" fmla="*/ 257579 h 485154"/>
                <a:gd name="connsiteX30" fmla="*/ 420814 w 427958"/>
                <a:gd name="connsiteY30" fmla="*/ 321872 h 485154"/>
                <a:gd name="connsiteX31" fmla="*/ 351758 w 427958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64944 w 426882"/>
                <a:gd name="connsiteY12" fmla="*/ 321872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09966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2014"/>
                <a:gd name="connsiteX1" fmla="*/ 293531 w 426882"/>
                <a:gd name="connsiteY1" fmla="*/ 357592 h 482014"/>
                <a:gd name="connsiteX2" fmla="*/ 295913 w 426882"/>
                <a:gd name="connsiteY2" fmla="*/ 424265 h 482014"/>
                <a:gd name="connsiteX3" fmla="*/ 241144 w 426882"/>
                <a:gd name="connsiteY3" fmla="*/ 481415 h 482014"/>
                <a:gd name="connsiteX4" fmla="*/ 136370 w 426882"/>
                <a:gd name="connsiteY4" fmla="*/ 448078 h 482014"/>
                <a:gd name="connsiteX5" fmla="*/ 162562 w 426882"/>
                <a:gd name="connsiteY5" fmla="*/ 355209 h 482014"/>
                <a:gd name="connsiteX6" fmla="*/ 219713 w 426882"/>
                <a:gd name="connsiteY6" fmla="*/ 326635 h 482014"/>
                <a:gd name="connsiteX7" fmla="*/ 269718 w 426882"/>
                <a:gd name="connsiteY7" fmla="*/ 324253 h 482014"/>
                <a:gd name="connsiteX8" fmla="*/ 300675 w 426882"/>
                <a:gd name="connsiteY8" fmla="*/ 279009 h 482014"/>
                <a:gd name="connsiteX9" fmla="*/ 257813 w 426882"/>
                <a:gd name="connsiteY9" fmla="*/ 262340 h 482014"/>
                <a:gd name="connsiteX10" fmla="*/ 224475 w 426882"/>
                <a:gd name="connsiteY10" fmla="*/ 262340 h 482014"/>
                <a:gd name="connsiteX11" fmla="*/ 183994 w 426882"/>
                <a:gd name="connsiteY11" fmla="*/ 276628 h 482014"/>
                <a:gd name="connsiteX12" fmla="*/ 155419 w 426882"/>
                <a:gd name="connsiteY12" fmla="*/ 312347 h 482014"/>
                <a:gd name="connsiteX13" fmla="*/ 107794 w 426882"/>
                <a:gd name="connsiteY13" fmla="*/ 340922 h 482014"/>
                <a:gd name="connsiteX14" fmla="*/ 19688 w 426882"/>
                <a:gd name="connsiteY14" fmla="*/ 309966 h 482014"/>
                <a:gd name="connsiteX15" fmla="*/ 5400 w 426882"/>
                <a:gd name="connsiteY15" fmla="*/ 207571 h 482014"/>
                <a:gd name="connsiteX16" fmla="*/ 91125 w 426882"/>
                <a:gd name="connsiteY16" fmla="*/ 155184 h 482014"/>
                <a:gd name="connsiteX17" fmla="*/ 157800 w 426882"/>
                <a:gd name="connsiteY17" fmla="*/ 188522 h 482014"/>
                <a:gd name="connsiteX18" fmla="*/ 186376 w 426882"/>
                <a:gd name="connsiteY18" fmla="*/ 231383 h 482014"/>
                <a:gd name="connsiteX19" fmla="*/ 272100 w 426882"/>
                <a:gd name="connsiteY19" fmla="*/ 229003 h 482014"/>
                <a:gd name="connsiteX20" fmla="*/ 253051 w 426882"/>
                <a:gd name="connsiteY20" fmla="*/ 167090 h 482014"/>
                <a:gd name="connsiteX21" fmla="*/ 176850 w 426882"/>
                <a:gd name="connsiteY21" fmla="*/ 157565 h 482014"/>
                <a:gd name="connsiteX22" fmla="*/ 129225 w 426882"/>
                <a:gd name="connsiteY22" fmla="*/ 76603 h 482014"/>
                <a:gd name="connsiteX23" fmla="*/ 193518 w 426882"/>
                <a:gd name="connsiteY23" fmla="*/ 2784 h 482014"/>
                <a:gd name="connsiteX24" fmla="*/ 286387 w 426882"/>
                <a:gd name="connsiteY24" fmla="*/ 24214 h 482014"/>
                <a:gd name="connsiteX25" fmla="*/ 307820 w 426882"/>
                <a:gd name="connsiteY25" fmla="*/ 105178 h 482014"/>
                <a:gd name="connsiteX26" fmla="*/ 286388 w 426882"/>
                <a:gd name="connsiteY26" fmla="*/ 150422 h 482014"/>
                <a:gd name="connsiteX27" fmla="*/ 307819 w 426882"/>
                <a:gd name="connsiteY27" fmla="*/ 198047 h 482014"/>
                <a:gd name="connsiteX28" fmla="*/ 341157 w 426882"/>
                <a:gd name="connsiteY28" fmla="*/ 255197 h 482014"/>
                <a:gd name="connsiteX29" fmla="*/ 426882 w 426882"/>
                <a:gd name="connsiteY29" fmla="*/ 257579 h 482014"/>
                <a:gd name="connsiteX30" fmla="*/ 419738 w 426882"/>
                <a:gd name="connsiteY30" fmla="*/ 321872 h 482014"/>
                <a:gd name="connsiteX31" fmla="*/ 350682 w 426882"/>
                <a:gd name="connsiteY31" fmla="*/ 321872 h 482014"/>
                <a:gd name="connsiteX0" fmla="*/ 350682 w 426882"/>
                <a:gd name="connsiteY0" fmla="*/ 321872 h 482049"/>
                <a:gd name="connsiteX1" fmla="*/ 293531 w 426882"/>
                <a:gd name="connsiteY1" fmla="*/ 357592 h 482049"/>
                <a:gd name="connsiteX2" fmla="*/ 295913 w 426882"/>
                <a:gd name="connsiteY2" fmla="*/ 424265 h 482049"/>
                <a:gd name="connsiteX3" fmla="*/ 241144 w 426882"/>
                <a:gd name="connsiteY3" fmla="*/ 481415 h 482049"/>
                <a:gd name="connsiteX4" fmla="*/ 136370 w 426882"/>
                <a:gd name="connsiteY4" fmla="*/ 448078 h 482049"/>
                <a:gd name="connsiteX5" fmla="*/ 150656 w 426882"/>
                <a:gd name="connsiteY5" fmla="*/ 348065 h 482049"/>
                <a:gd name="connsiteX6" fmla="*/ 219713 w 426882"/>
                <a:gd name="connsiteY6" fmla="*/ 326635 h 482049"/>
                <a:gd name="connsiteX7" fmla="*/ 269718 w 426882"/>
                <a:gd name="connsiteY7" fmla="*/ 324253 h 482049"/>
                <a:gd name="connsiteX8" fmla="*/ 300675 w 426882"/>
                <a:gd name="connsiteY8" fmla="*/ 279009 h 482049"/>
                <a:gd name="connsiteX9" fmla="*/ 257813 w 426882"/>
                <a:gd name="connsiteY9" fmla="*/ 262340 h 482049"/>
                <a:gd name="connsiteX10" fmla="*/ 224475 w 426882"/>
                <a:gd name="connsiteY10" fmla="*/ 262340 h 482049"/>
                <a:gd name="connsiteX11" fmla="*/ 183994 w 426882"/>
                <a:gd name="connsiteY11" fmla="*/ 276628 h 482049"/>
                <a:gd name="connsiteX12" fmla="*/ 155419 w 426882"/>
                <a:gd name="connsiteY12" fmla="*/ 312347 h 482049"/>
                <a:gd name="connsiteX13" fmla="*/ 107794 w 426882"/>
                <a:gd name="connsiteY13" fmla="*/ 340922 h 482049"/>
                <a:gd name="connsiteX14" fmla="*/ 19688 w 426882"/>
                <a:gd name="connsiteY14" fmla="*/ 309966 h 482049"/>
                <a:gd name="connsiteX15" fmla="*/ 5400 w 426882"/>
                <a:gd name="connsiteY15" fmla="*/ 207571 h 482049"/>
                <a:gd name="connsiteX16" fmla="*/ 91125 w 426882"/>
                <a:gd name="connsiteY16" fmla="*/ 155184 h 482049"/>
                <a:gd name="connsiteX17" fmla="*/ 157800 w 426882"/>
                <a:gd name="connsiteY17" fmla="*/ 188522 h 482049"/>
                <a:gd name="connsiteX18" fmla="*/ 186376 w 426882"/>
                <a:gd name="connsiteY18" fmla="*/ 231383 h 482049"/>
                <a:gd name="connsiteX19" fmla="*/ 272100 w 426882"/>
                <a:gd name="connsiteY19" fmla="*/ 229003 h 482049"/>
                <a:gd name="connsiteX20" fmla="*/ 253051 w 426882"/>
                <a:gd name="connsiteY20" fmla="*/ 167090 h 482049"/>
                <a:gd name="connsiteX21" fmla="*/ 176850 w 426882"/>
                <a:gd name="connsiteY21" fmla="*/ 157565 h 482049"/>
                <a:gd name="connsiteX22" fmla="*/ 129225 w 426882"/>
                <a:gd name="connsiteY22" fmla="*/ 76603 h 482049"/>
                <a:gd name="connsiteX23" fmla="*/ 193518 w 426882"/>
                <a:gd name="connsiteY23" fmla="*/ 2784 h 482049"/>
                <a:gd name="connsiteX24" fmla="*/ 286387 w 426882"/>
                <a:gd name="connsiteY24" fmla="*/ 24214 h 482049"/>
                <a:gd name="connsiteX25" fmla="*/ 307820 w 426882"/>
                <a:gd name="connsiteY25" fmla="*/ 105178 h 482049"/>
                <a:gd name="connsiteX26" fmla="*/ 286388 w 426882"/>
                <a:gd name="connsiteY26" fmla="*/ 150422 h 482049"/>
                <a:gd name="connsiteX27" fmla="*/ 307819 w 426882"/>
                <a:gd name="connsiteY27" fmla="*/ 198047 h 482049"/>
                <a:gd name="connsiteX28" fmla="*/ 341157 w 426882"/>
                <a:gd name="connsiteY28" fmla="*/ 255197 h 482049"/>
                <a:gd name="connsiteX29" fmla="*/ 426882 w 426882"/>
                <a:gd name="connsiteY29" fmla="*/ 257579 h 482049"/>
                <a:gd name="connsiteX30" fmla="*/ 419738 w 426882"/>
                <a:gd name="connsiteY30" fmla="*/ 321872 h 482049"/>
                <a:gd name="connsiteX31" fmla="*/ 350682 w 426882"/>
                <a:gd name="connsiteY31" fmla="*/ 321872 h 482049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7733"/>
                <a:gd name="connsiteX1" fmla="*/ 293531 w 426882"/>
                <a:gd name="connsiteY1" fmla="*/ 357592 h 487733"/>
                <a:gd name="connsiteX2" fmla="*/ 295913 w 426882"/>
                <a:gd name="connsiteY2" fmla="*/ 424265 h 487733"/>
                <a:gd name="connsiteX3" fmla="*/ 241144 w 426882"/>
                <a:gd name="connsiteY3" fmla="*/ 481415 h 487733"/>
                <a:gd name="connsiteX4" fmla="*/ 143513 w 426882"/>
                <a:gd name="connsiteY4" fmla="*/ 459985 h 487733"/>
                <a:gd name="connsiteX5" fmla="*/ 150656 w 426882"/>
                <a:gd name="connsiteY5" fmla="*/ 348065 h 487733"/>
                <a:gd name="connsiteX6" fmla="*/ 219713 w 426882"/>
                <a:gd name="connsiteY6" fmla="*/ 326635 h 487733"/>
                <a:gd name="connsiteX7" fmla="*/ 269718 w 426882"/>
                <a:gd name="connsiteY7" fmla="*/ 324253 h 487733"/>
                <a:gd name="connsiteX8" fmla="*/ 300675 w 426882"/>
                <a:gd name="connsiteY8" fmla="*/ 279009 h 487733"/>
                <a:gd name="connsiteX9" fmla="*/ 257813 w 426882"/>
                <a:gd name="connsiteY9" fmla="*/ 262340 h 487733"/>
                <a:gd name="connsiteX10" fmla="*/ 224475 w 426882"/>
                <a:gd name="connsiteY10" fmla="*/ 262340 h 487733"/>
                <a:gd name="connsiteX11" fmla="*/ 183994 w 426882"/>
                <a:gd name="connsiteY11" fmla="*/ 276628 h 487733"/>
                <a:gd name="connsiteX12" fmla="*/ 155419 w 426882"/>
                <a:gd name="connsiteY12" fmla="*/ 312347 h 487733"/>
                <a:gd name="connsiteX13" fmla="*/ 107794 w 426882"/>
                <a:gd name="connsiteY13" fmla="*/ 340922 h 487733"/>
                <a:gd name="connsiteX14" fmla="*/ 19688 w 426882"/>
                <a:gd name="connsiteY14" fmla="*/ 309966 h 487733"/>
                <a:gd name="connsiteX15" fmla="*/ 5400 w 426882"/>
                <a:gd name="connsiteY15" fmla="*/ 207571 h 487733"/>
                <a:gd name="connsiteX16" fmla="*/ 91125 w 426882"/>
                <a:gd name="connsiteY16" fmla="*/ 155184 h 487733"/>
                <a:gd name="connsiteX17" fmla="*/ 157800 w 426882"/>
                <a:gd name="connsiteY17" fmla="*/ 188522 h 487733"/>
                <a:gd name="connsiteX18" fmla="*/ 186376 w 426882"/>
                <a:gd name="connsiteY18" fmla="*/ 231383 h 487733"/>
                <a:gd name="connsiteX19" fmla="*/ 272100 w 426882"/>
                <a:gd name="connsiteY19" fmla="*/ 229003 h 487733"/>
                <a:gd name="connsiteX20" fmla="*/ 253051 w 426882"/>
                <a:gd name="connsiteY20" fmla="*/ 167090 h 487733"/>
                <a:gd name="connsiteX21" fmla="*/ 176850 w 426882"/>
                <a:gd name="connsiteY21" fmla="*/ 157565 h 487733"/>
                <a:gd name="connsiteX22" fmla="*/ 129225 w 426882"/>
                <a:gd name="connsiteY22" fmla="*/ 76603 h 487733"/>
                <a:gd name="connsiteX23" fmla="*/ 193518 w 426882"/>
                <a:gd name="connsiteY23" fmla="*/ 2784 h 487733"/>
                <a:gd name="connsiteX24" fmla="*/ 286387 w 426882"/>
                <a:gd name="connsiteY24" fmla="*/ 24214 h 487733"/>
                <a:gd name="connsiteX25" fmla="*/ 307820 w 426882"/>
                <a:gd name="connsiteY25" fmla="*/ 105178 h 487733"/>
                <a:gd name="connsiteX26" fmla="*/ 286388 w 426882"/>
                <a:gd name="connsiteY26" fmla="*/ 150422 h 487733"/>
                <a:gd name="connsiteX27" fmla="*/ 307819 w 426882"/>
                <a:gd name="connsiteY27" fmla="*/ 198047 h 487733"/>
                <a:gd name="connsiteX28" fmla="*/ 341157 w 426882"/>
                <a:gd name="connsiteY28" fmla="*/ 255197 h 487733"/>
                <a:gd name="connsiteX29" fmla="*/ 426882 w 426882"/>
                <a:gd name="connsiteY29" fmla="*/ 257579 h 487733"/>
                <a:gd name="connsiteX30" fmla="*/ 419738 w 426882"/>
                <a:gd name="connsiteY30" fmla="*/ 321872 h 487733"/>
                <a:gd name="connsiteX31" fmla="*/ 350682 w 426882"/>
                <a:gd name="connsiteY31" fmla="*/ 321872 h 48773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9713 w 426882"/>
                <a:gd name="connsiteY6" fmla="*/ 326635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3819"/>
                <a:gd name="connsiteX1" fmla="*/ 293531 w 426882"/>
                <a:gd name="connsiteY1" fmla="*/ 357592 h 483819"/>
                <a:gd name="connsiteX2" fmla="*/ 295913 w 426882"/>
                <a:gd name="connsiteY2" fmla="*/ 424265 h 483819"/>
                <a:gd name="connsiteX3" fmla="*/ 241144 w 426882"/>
                <a:gd name="connsiteY3" fmla="*/ 481415 h 483819"/>
                <a:gd name="connsiteX4" fmla="*/ 143513 w 426882"/>
                <a:gd name="connsiteY4" fmla="*/ 459985 h 483819"/>
                <a:gd name="connsiteX5" fmla="*/ 145893 w 426882"/>
                <a:gd name="connsiteY5" fmla="*/ 343302 h 483819"/>
                <a:gd name="connsiteX6" fmla="*/ 212569 w 426882"/>
                <a:gd name="connsiteY6" fmla="*/ 309967 h 483819"/>
                <a:gd name="connsiteX7" fmla="*/ 269718 w 426882"/>
                <a:gd name="connsiteY7" fmla="*/ 324253 h 483819"/>
                <a:gd name="connsiteX8" fmla="*/ 300675 w 426882"/>
                <a:gd name="connsiteY8" fmla="*/ 279009 h 483819"/>
                <a:gd name="connsiteX9" fmla="*/ 257813 w 426882"/>
                <a:gd name="connsiteY9" fmla="*/ 262340 h 483819"/>
                <a:gd name="connsiteX10" fmla="*/ 224475 w 426882"/>
                <a:gd name="connsiteY10" fmla="*/ 262340 h 483819"/>
                <a:gd name="connsiteX11" fmla="*/ 183994 w 426882"/>
                <a:gd name="connsiteY11" fmla="*/ 276628 h 483819"/>
                <a:gd name="connsiteX12" fmla="*/ 155419 w 426882"/>
                <a:gd name="connsiteY12" fmla="*/ 312347 h 483819"/>
                <a:gd name="connsiteX13" fmla="*/ 107794 w 426882"/>
                <a:gd name="connsiteY13" fmla="*/ 340922 h 483819"/>
                <a:gd name="connsiteX14" fmla="*/ 19688 w 426882"/>
                <a:gd name="connsiteY14" fmla="*/ 309966 h 483819"/>
                <a:gd name="connsiteX15" fmla="*/ 5400 w 426882"/>
                <a:gd name="connsiteY15" fmla="*/ 207571 h 483819"/>
                <a:gd name="connsiteX16" fmla="*/ 91125 w 426882"/>
                <a:gd name="connsiteY16" fmla="*/ 155184 h 483819"/>
                <a:gd name="connsiteX17" fmla="*/ 157800 w 426882"/>
                <a:gd name="connsiteY17" fmla="*/ 188522 h 483819"/>
                <a:gd name="connsiteX18" fmla="*/ 186376 w 426882"/>
                <a:gd name="connsiteY18" fmla="*/ 231383 h 483819"/>
                <a:gd name="connsiteX19" fmla="*/ 272100 w 426882"/>
                <a:gd name="connsiteY19" fmla="*/ 229003 h 483819"/>
                <a:gd name="connsiteX20" fmla="*/ 253051 w 426882"/>
                <a:gd name="connsiteY20" fmla="*/ 167090 h 483819"/>
                <a:gd name="connsiteX21" fmla="*/ 176850 w 426882"/>
                <a:gd name="connsiteY21" fmla="*/ 157565 h 483819"/>
                <a:gd name="connsiteX22" fmla="*/ 129225 w 426882"/>
                <a:gd name="connsiteY22" fmla="*/ 76603 h 483819"/>
                <a:gd name="connsiteX23" fmla="*/ 193518 w 426882"/>
                <a:gd name="connsiteY23" fmla="*/ 2784 h 483819"/>
                <a:gd name="connsiteX24" fmla="*/ 286387 w 426882"/>
                <a:gd name="connsiteY24" fmla="*/ 24214 h 483819"/>
                <a:gd name="connsiteX25" fmla="*/ 307820 w 426882"/>
                <a:gd name="connsiteY25" fmla="*/ 105178 h 483819"/>
                <a:gd name="connsiteX26" fmla="*/ 286388 w 426882"/>
                <a:gd name="connsiteY26" fmla="*/ 150422 h 483819"/>
                <a:gd name="connsiteX27" fmla="*/ 307819 w 426882"/>
                <a:gd name="connsiteY27" fmla="*/ 198047 h 483819"/>
                <a:gd name="connsiteX28" fmla="*/ 341157 w 426882"/>
                <a:gd name="connsiteY28" fmla="*/ 255197 h 483819"/>
                <a:gd name="connsiteX29" fmla="*/ 426882 w 426882"/>
                <a:gd name="connsiteY29" fmla="*/ 257579 h 483819"/>
                <a:gd name="connsiteX30" fmla="*/ 419738 w 426882"/>
                <a:gd name="connsiteY30" fmla="*/ 321872 h 483819"/>
                <a:gd name="connsiteX31" fmla="*/ 350682 w 426882"/>
                <a:gd name="connsiteY31" fmla="*/ 321872 h 4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6882" h="483819">
                  <a:moveTo>
                    <a:pt x="350682" y="321872"/>
                  </a:moveTo>
                  <a:cubicBezTo>
                    <a:pt x="322504" y="330206"/>
                    <a:pt x="308612" y="340923"/>
                    <a:pt x="293531" y="357592"/>
                  </a:cubicBezTo>
                  <a:cubicBezTo>
                    <a:pt x="297500" y="376642"/>
                    <a:pt x="304644" y="403628"/>
                    <a:pt x="295913" y="424265"/>
                  </a:cubicBezTo>
                  <a:cubicBezTo>
                    <a:pt x="287182" y="444902"/>
                    <a:pt x="266544" y="475462"/>
                    <a:pt x="241144" y="481415"/>
                  </a:cubicBezTo>
                  <a:cubicBezTo>
                    <a:pt x="215744" y="487368"/>
                    <a:pt x="159388" y="483004"/>
                    <a:pt x="143513" y="459985"/>
                  </a:cubicBezTo>
                  <a:cubicBezTo>
                    <a:pt x="127638" y="436966"/>
                    <a:pt x="112952" y="377830"/>
                    <a:pt x="145893" y="343302"/>
                  </a:cubicBezTo>
                  <a:cubicBezTo>
                    <a:pt x="178834" y="308774"/>
                    <a:pt x="191932" y="313142"/>
                    <a:pt x="212569" y="309967"/>
                  </a:cubicBezTo>
                  <a:cubicBezTo>
                    <a:pt x="233206" y="306792"/>
                    <a:pt x="255034" y="329413"/>
                    <a:pt x="269718" y="324253"/>
                  </a:cubicBezTo>
                  <a:cubicBezTo>
                    <a:pt x="284402" y="319093"/>
                    <a:pt x="302659" y="289328"/>
                    <a:pt x="300675" y="279009"/>
                  </a:cubicBezTo>
                  <a:cubicBezTo>
                    <a:pt x="298691" y="268690"/>
                    <a:pt x="270513" y="265118"/>
                    <a:pt x="257813" y="262340"/>
                  </a:cubicBezTo>
                  <a:cubicBezTo>
                    <a:pt x="245113" y="259562"/>
                    <a:pt x="236778" y="259959"/>
                    <a:pt x="224475" y="262340"/>
                  </a:cubicBezTo>
                  <a:cubicBezTo>
                    <a:pt x="212172" y="264721"/>
                    <a:pt x="195503" y="268294"/>
                    <a:pt x="183994" y="276628"/>
                  </a:cubicBezTo>
                  <a:cubicBezTo>
                    <a:pt x="172485" y="284962"/>
                    <a:pt x="168119" y="301631"/>
                    <a:pt x="155419" y="312347"/>
                  </a:cubicBezTo>
                  <a:cubicBezTo>
                    <a:pt x="142719" y="323063"/>
                    <a:pt x="130416" y="341319"/>
                    <a:pt x="107794" y="340922"/>
                  </a:cubicBezTo>
                  <a:cubicBezTo>
                    <a:pt x="85172" y="340525"/>
                    <a:pt x="36754" y="332191"/>
                    <a:pt x="19688" y="309966"/>
                  </a:cubicBezTo>
                  <a:cubicBezTo>
                    <a:pt x="2622" y="287741"/>
                    <a:pt x="-6506" y="233368"/>
                    <a:pt x="5400" y="207571"/>
                  </a:cubicBezTo>
                  <a:cubicBezTo>
                    <a:pt x="17306" y="181774"/>
                    <a:pt x="65725" y="158359"/>
                    <a:pt x="91125" y="155184"/>
                  </a:cubicBezTo>
                  <a:cubicBezTo>
                    <a:pt x="116525" y="152009"/>
                    <a:pt x="141925" y="175822"/>
                    <a:pt x="157800" y="188522"/>
                  </a:cubicBezTo>
                  <a:cubicBezTo>
                    <a:pt x="173675" y="201222"/>
                    <a:pt x="176852" y="210349"/>
                    <a:pt x="186376" y="231383"/>
                  </a:cubicBezTo>
                  <a:cubicBezTo>
                    <a:pt x="214950" y="226224"/>
                    <a:pt x="260988" y="239718"/>
                    <a:pt x="272100" y="229003"/>
                  </a:cubicBezTo>
                  <a:cubicBezTo>
                    <a:pt x="283212" y="218288"/>
                    <a:pt x="264163" y="186140"/>
                    <a:pt x="253051" y="167090"/>
                  </a:cubicBezTo>
                  <a:cubicBezTo>
                    <a:pt x="232414" y="167090"/>
                    <a:pt x="197488" y="172646"/>
                    <a:pt x="176850" y="157565"/>
                  </a:cubicBezTo>
                  <a:cubicBezTo>
                    <a:pt x="156212" y="142484"/>
                    <a:pt x="126447" y="102400"/>
                    <a:pt x="129225" y="76603"/>
                  </a:cubicBezTo>
                  <a:cubicBezTo>
                    <a:pt x="132003" y="50806"/>
                    <a:pt x="167324" y="11516"/>
                    <a:pt x="193518" y="2784"/>
                  </a:cubicBezTo>
                  <a:cubicBezTo>
                    <a:pt x="219712" y="-5948"/>
                    <a:pt x="267337" y="7148"/>
                    <a:pt x="286387" y="24214"/>
                  </a:cubicBezTo>
                  <a:cubicBezTo>
                    <a:pt x="305437" y="41280"/>
                    <a:pt x="307820" y="84143"/>
                    <a:pt x="307820" y="105178"/>
                  </a:cubicBezTo>
                  <a:cubicBezTo>
                    <a:pt x="307820" y="126213"/>
                    <a:pt x="286388" y="134944"/>
                    <a:pt x="286388" y="150422"/>
                  </a:cubicBezTo>
                  <a:cubicBezTo>
                    <a:pt x="286388" y="165900"/>
                    <a:pt x="298691" y="180585"/>
                    <a:pt x="307819" y="198047"/>
                  </a:cubicBezTo>
                  <a:cubicBezTo>
                    <a:pt x="316947" y="215510"/>
                    <a:pt x="325283" y="234163"/>
                    <a:pt x="341157" y="255197"/>
                  </a:cubicBezTo>
                  <a:cubicBezTo>
                    <a:pt x="364175" y="257182"/>
                    <a:pt x="379654" y="255992"/>
                    <a:pt x="426882" y="257579"/>
                  </a:cubicBezTo>
                  <a:cubicBezTo>
                    <a:pt x="416960" y="285360"/>
                    <a:pt x="422119" y="279010"/>
                    <a:pt x="419738" y="321872"/>
                  </a:cubicBezTo>
                  <a:cubicBezTo>
                    <a:pt x="379257" y="321872"/>
                    <a:pt x="383624" y="320682"/>
                    <a:pt x="350682" y="3218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8430AC7-0045-E46E-06BA-8A2933E9CD49}"/>
                </a:ext>
              </a:extLst>
            </p:cNvPr>
            <p:cNvSpPr/>
            <p:nvPr/>
          </p:nvSpPr>
          <p:spPr>
            <a:xfrm>
              <a:off x="2784293" y="3577486"/>
              <a:ext cx="95249" cy="944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DFAC60-1A35-6701-1F20-C25A7DE52A02}"/>
                </a:ext>
              </a:extLst>
            </p:cNvPr>
            <p:cNvSpPr/>
            <p:nvPr/>
          </p:nvSpPr>
          <p:spPr>
            <a:xfrm>
              <a:off x="2795536" y="3481566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2FB654B-74CA-72CE-FF19-6D0F9FF30018}"/>
                </a:ext>
              </a:extLst>
            </p:cNvPr>
            <p:cNvSpPr/>
            <p:nvPr/>
          </p:nvSpPr>
          <p:spPr>
            <a:xfrm>
              <a:off x="2902029" y="3474098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401AE7-97B6-E280-0CF9-60861179EBCE}"/>
              </a:ext>
            </a:extLst>
          </p:cNvPr>
          <p:cNvCxnSpPr>
            <a:cxnSpLocks/>
          </p:cNvCxnSpPr>
          <p:nvPr/>
        </p:nvCxnSpPr>
        <p:spPr>
          <a:xfrm flipV="1">
            <a:off x="1688271" y="4406375"/>
            <a:ext cx="956720" cy="2002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37A896F4-8BAA-23C6-A1D6-2E97CFEE5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949846"/>
            <a:ext cx="274320" cy="274320"/>
          </a:xfrm>
          <a:prstGeom prst="rect">
            <a:avLst/>
          </a:prstGeom>
        </p:spPr>
      </p:pic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C0031BD1-4D4C-AC21-B0E5-3FA2F787A9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4CEA5084-E80C-B752-8F72-5E5AE5C1BD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2472876"/>
            <a:ext cx="274320" cy="274320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8603166F-7F33-1130-EA94-DF6DDAF086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92258"/>
            <a:ext cx="274320" cy="274320"/>
          </a:xfrm>
          <a:prstGeom prst="rect">
            <a:avLst/>
          </a:prstGeom>
        </p:spPr>
      </p:pic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F0959006-2662-C86B-AF07-9370916E5E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915687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8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</p:childTnLst>
        </p:cTn>
      </p:par>
    </p:tnLst>
    <p:bldLst>
      <p:bldP spid="111" grpId="0" animBg="1"/>
      <p:bldP spid="1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0AAB76B-5218-73D8-709D-1EDF42BBEFB3}"/>
              </a:ext>
            </a:extLst>
          </p:cNvPr>
          <p:cNvSpPr/>
          <p:nvPr/>
        </p:nvSpPr>
        <p:spPr>
          <a:xfrm>
            <a:off x="8521928" y="679347"/>
            <a:ext cx="3290965" cy="3027281"/>
          </a:xfrm>
          <a:prstGeom prst="roundRect">
            <a:avLst>
              <a:gd name="adj" fmla="val 10664"/>
            </a:avLst>
          </a:prstGeom>
          <a:solidFill>
            <a:schemeClr val="accent5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0" name="Rectangle: Rounded Corners 299">
            <a:extLst>
              <a:ext uri="{FF2B5EF4-FFF2-40B4-BE49-F238E27FC236}">
                <a16:creationId xmlns:a16="http://schemas.microsoft.com/office/drawing/2014/main" id="{156EE63B-C473-3FFB-B382-4D766F09FF17}"/>
              </a:ext>
            </a:extLst>
          </p:cNvPr>
          <p:cNvSpPr/>
          <p:nvPr/>
        </p:nvSpPr>
        <p:spPr>
          <a:xfrm>
            <a:off x="1852076" y="688113"/>
            <a:ext cx="3189249" cy="2242304"/>
          </a:xfrm>
          <a:prstGeom prst="roundRect">
            <a:avLst>
              <a:gd name="adj" fmla="val 17997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1B1040D9-D0CF-88D9-4F4D-FC0F48E2E020}"/>
              </a:ext>
            </a:extLst>
          </p:cNvPr>
          <p:cNvSpPr txBox="1"/>
          <p:nvPr/>
        </p:nvSpPr>
        <p:spPr>
          <a:xfrm>
            <a:off x="2004704" y="811510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8E0B4B3-F0BD-B443-A852-CC65DC785ADF}"/>
              </a:ext>
            </a:extLst>
          </p:cNvPr>
          <p:cNvSpPr txBox="1"/>
          <p:nvPr/>
        </p:nvSpPr>
        <p:spPr>
          <a:xfrm>
            <a:off x="2105210" y="1221300"/>
            <a:ext cx="26597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Proceed if:</a:t>
            </a:r>
          </a:p>
          <a:p>
            <a:pPr algn="ctr"/>
            <a:r>
              <a:rPr lang="en-US" dirty="0"/>
              <a:t>Hemodynamically stable</a:t>
            </a:r>
          </a:p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</a:t>
            </a:r>
          </a:p>
          <a:p>
            <a:pPr algn="ctr"/>
            <a:r>
              <a:rPr lang="en-US" dirty="0"/>
              <a:t>↓↓V</a:t>
            </a:r>
            <a:r>
              <a:rPr lang="en-US" baseline="-25000" dirty="0"/>
              <a:t>E</a:t>
            </a:r>
            <a:endParaRPr lang="en-US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A0C1FD8-182B-0449-D150-EA7EC664691F}"/>
              </a:ext>
            </a:extLst>
          </p:cNvPr>
          <p:cNvSpPr txBox="1"/>
          <p:nvPr/>
        </p:nvSpPr>
        <p:spPr>
          <a:xfrm>
            <a:off x="8672051" y="791319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 3: ASSESS COMPLIANCE</a:t>
            </a:r>
          </a:p>
        </p:txBody>
      </p:sp>
      <p:sp>
        <p:nvSpPr>
          <p:cNvPr id="315" name="Rounded Rectangle 23">
            <a:extLst>
              <a:ext uri="{FF2B5EF4-FFF2-40B4-BE49-F238E27FC236}">
                <a16:creationId xmlns:a16="http://schemas.microsoft.com/office/drawing/2014/main" id="{4C9E68F0-7685-A6B0-BC79-440EF7C75B2A}"/>
              </a:ext>
            </a:extLst>
          </p:cNvPr>
          <p:cNvSpPr/>
          <p:nvPr/>
        </p:nvSpPr>
        <p:spPr>
          <a:xfrm>
            <a:off x="8777264" y="2537475"/>
            <a:ext cx="2780292" cy="36576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Differential?</a:t>
            </a:r>
          </a:p>
        </p:txBody>
      </p:sp>
      <p:sp>
        <p:nvSpPr>
          <p:cNvPr id="316" name="Rounded Rectangle 28">
            <a:extLst>
              <a:ext uri="{FF2B5EF4-FFF2-40B4-BE49-F238E27FC236}">
                <a16:creationId xmlns:a16="http://schemas.microsoft.com/office/drawing/2014/main" id="{B6BDF787-A3D6-0771-4309-FFB2F7DDBE12}"/>
              </a:ext>
            </a:extLst>
          </p:cNvPr>
          <p:cNvSpPr/>
          <p:nvPr/>
        </p:nvSpPr>
        <p:spPr>
          <a:xfrm>
            <a:off x="8784031" y="1169716"/>
            <a:ext cx="2766759" cy="11219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↑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en-US" sz="1600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compliance problem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9" name="Differential">
            <a:hlinkClick r:id="rId3" action="ppaction://hlinksldjump"/>
            <a:extLst>
              <a:ext uri="{FF2B5EF4-FFF2-40B4-BE49-F238E27FC236}">
                <a16:creationId xmlns:a16="http://schemas.microsoft.com/office/drawing/2014/main" id="{029F520E-5F5C-E641-B58B-0A6BE88EBBA1}"/>
              </a:ext>
            </a:extLst>
          </p:cNvPr>
          <p:cNvSpPr/>
          <p:nvPr/>
        </p:nvSpPr>
        <p:spPr>
          <a:xfrm>
            <a:off x="8777264" y="3048662"/>
            <a:ext cx="2780292" cy="36576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Action?</a:t>
            </a: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922E265A-9603-AFB9-E67A-ACB3419DAF6E}"/>
              </a:ext>
            </a:extLst>
          </p:cNvPr>
          <p:cNvSpPr/>
          <p:nvPr/>
        </p:nvSpPr>
        <p:spPr>
          <a:xfrm>
            <a:off x="2280666" y="3219266"/>
            <a:ext cx="2379973" cy="1550818"/>
          </a:xfrm>
          <a:custGeom>
            <a:avLst/>
            <a:gdLst>
              <a:gd name="connsiteX0" fmla="*/ 19314 w 2371347"/>
              <a:gd name="connsiteY0" fmla="*/ 458640 h 1584963"/>
              <a:gd name="connsiteX1" fmla="*/ 348087 w 2371347"/>
              <a:gd name="connsiteY1" fmla="*/ 201786 h 1584963"/>
              <a:gd name="connsiteX2" fmla="*/ 1139197 w 2371347"/>
              <a:gd name="connsiteY2" fmla="*/ 6577 h 1584963"/>
              <a:gd name="connsiteX3" fmla="*/ 2269354 w 2371347"/>
              <a:gd name="connsiteY3" fmla="*/ 68222 h 1584963"/>
              <a:gd name="connsiteX4" fmla="*/ 2248806 w 2371347"/>
              <a:gd name="connsiteY4" fmla="*/ 283979 h 1584963"/>
              <a:gd name="connsiteX5" fmla="*/ 2125516 w 2371347"/>
              <a:gd name="connsiteY5" fmla="*/ 499737 h 1584963"/>
              <a:gd name="connsiteX6" fmla="*/ 2063871 w 2371347"/>
              <a:gd name="connsiteY6" fmla="*/ 756591 h 1584963"/>
              <a:gd name="connsiteX7" fmla="*/ 1961129 w 2371347"/>
              <a:gd name="connsiteY7" fmla="*/ 838784 h 1584963"/>
              <a:gd name="connsiteX8" fmla="*/ 2207709 w 2371347"/>
              <a:gd name="connsiteY8" fmla="*/ 1136734 h 1584963"/>
              <a:gd name="connsiteX9" fmla="*/ 2361822 w 2371347"/>
              <a:gd name="connsiteY9" fmla="*/ 1403862 h 1584963"/>
              <a:gd name="connsiteX10" fmla="*/ 1930307 w 2371347"/>
              <a:gd name="connsiteY10" fmla="*/ 1568249 h 1584963"/>
              <a:gd name="connsiteX11" fmla="*/ 748779 w 2371347"/>
              <a:gd name="connsiteY11" fmla="*/ 1527152 h 1584963"/>
              <a:gd name="connsiteX12" fmla="*/ 70684 w 2371347"/>
              <a:gd name="connsiteY12" fmla="*/ 1105912 h 1584963"/>
              <a:gd name="connsiteX13" fmla="*/ 70684 w 2371347"/>
              <a:gd name="connsiteY13" fmla="*/ 931251 h 1584963"/>
              <a:gd name="connsiteX14" fmla="*/ 39862 w 2371347"/>
              <a:gd name="connsiteY14" fmla="*/ 664123 h 1584963"/>
              <a:gd name="connsiteX15" fmla="*/ 19314 w 2371347"/>
              <a:gd name="connsiteY15" fmla="*/ 458640 h 1584963"/>
              <a:gd name="connsiteX0" fmla="*/ 19314 w 2371347"/>
              <a:gd name="connsiteY0" fmla="*/ 458640 h 1580108"/>
              <a:gd name="connsiteX1" fmla="*/ 348087 w 2371347"/>
              <a:gd name="connsiteY1" fmla="*/ 201786 h 1580108"/>
              <a:gd name="connsiteX2" fmla="*/ 1139197 w 2371347"/>
              <a:gd name="connsiteY2" fmla="*/ 6577 h 1580108"/>
              <a:gd name="connsiteX3" fmla="*/ 2269354 w 2371347"/>
              <a:gd name="connsiteY3" fmla="*/ 68222 h 1580108"/>
              <a:gd name="connsiteX4" fmla="*/ 2248806 w 2371347"/>
              <a:gd name="connsiteY4" fmla="*/ 283979 h 1580108"/>
              <a:gd name="connsiteX5" fmla="*/ 2125516 w 2371347"/>
              <a:gd name="connsiteY5" fmla="*/ 499737 h 1580108"/>
              <a:gd name="connsiteX6" fmla="*/ 2063871 w 2371347"/>
              <a:gd name="connsiteY6" fmla="*/ 756591 h 1580108"/>
              <a:gd name="connsiteX7" fmla="*/ 1961129 w 2371347"/>
              <a:gd name="connsiteY7" fmla="*/ 838784 h 1580108"/>
              <a:gd name="connsiteX8" fmla="*/ 2207709 w 2371347"/>
              <a:gd name="connsiteY8" fmla="*/ 1136734 h 1580108"/>
              <a:gd name="connsiteX9" fmla="*/ 2361822 w 2371347"/>
              <a:gd name="connsiteY9" fmla="*/ 1403862 h 1580108"/>
              <a:gd name="connsiteX10" fmla="*/ 1930307 w 2371347"/>
              <a:gd name="connsiteY10" fmla="*/ 1568249 h 1580108"/>
              <a:gd name="connsiteX11" fmla="*/ 748779 w 2371347"/>
              <a:gd name="connsiteY11" fmla="*/ 1527152 h 1580108"/>
              <a:gd name="connsiteX12" fmla="*/ 122055 w 2371347"/>
              <a:gd name="connsiteY12" fmla="*/ 1208654 h 1580108"/>
              <a:gd name="connsiteX13" fmla="*/ 70684 w 2371347"/>
              <a:gd name="connsiteY13" fmla="*/ 931251 h 1580108"/>
              <a:gd name="connsiteX14" fmla="*/ 39862 w 2371347"/>
              <a:gd name="connsiteY14" fmla="*/ 664123 h 1580108"/>
              <a:gd name="connsiteX15" fmla="*/ 19314 w 2371347"/>
              <a:gd name="connsiteY15" fmla="*/ 458640 h 1580108"/>
              <a:gd name="connsiteX0" fmla="*/ 19314 w 2371347"/>
              <a:gd name="connsiteY0" fmla="*/ 458640 h 1570207"/>
              <a:gd name="connsiteX1" fmla="*/ 348087 w 2371347"/>
              <a:gd name="connsiteY1" fmla="*/ 201786 h 1570207"/>
              <a:gd name="connsiteX2" fmla="*/ 1139197 w 2371347"/>
              <a:gd name="connsiteY2" fmla="*/ 6577 h 1570207"/>
              <a:gd name="connsiteX3" fmla="*/ 2269354 w 2371347"/>
              <a:gd name="connsiteY3" fmla="*/ 68222 h 1570207"/>
              <a:gd name="connsiteX4" fmla="*/ 2248806 w 2371347"/>
              <a:gd name="connsiteY4" fmla="*/ 283979 h 1570207"/>
              <a:gd name="connsiteX5" fmla="*/ 2125516 w 2371347"/>
              <a:gd name="connsiteY5" fmla="*/ 499737 h 1570207"/>
              <a:gd name="connsiteX6" fmla="*/ 2063871 w 2371347"/>
              <a:gd name="connsiteY6" fmla="*/ 756591 h 1570207"/>
              <a:gd name="connsiteX7" fmla="*/ 1961129 w 2371347"/>
              <a:gd name="connsiteY7" fmla="*/ 838784 h 1570207"/>
              <a:gd name="connsiteX8" fmla="*/ 2207709 w 2371347"/>
              <a:gd name="connsiteY8" fmla="*/ 1136734 h 1570207"/>
              <a:gd name="connsiteX9" fmla="*/ 2361822 w 2371347"/>
              <a:gd name="connsiteY9" fmla="*/ 1403862 h 1570207"/>
              <a:gd name="connsiteX10" fmla="*/ 1930307 w 2371347"/>
              <a:gd name="connsiteY10" fmla="*/ 1568249 h 1570207"/>
              <a:gd name="connsiteX11" fmla="*/ 759053 w 2371347"/>
              <a:gd name="connsiteY11" fmla="*/ 1475781 h 1570207"/>
              <a:gd name="connsiteX12" fmla="*/ 122055 w 2371347"/>
              <a:gd name="connsiteY12" fmla="*/ 1208654 h 1570207"/>
              <a:gd name="connsiteX13" fmla="*/ 70684 w 2371347"/>
              <a:gd name="connsiteY13" fmla="*/ 931251 h 1570207"/>
              <a:gd name="connsiteX14" fmla="*/ 39862 w 2371347"/>
              <a:gd name="connsiteY14" fmla="*/ 664123 h 1570207"/>
              <a:gd name="connsiteX15" fmla="*/ 19314 w 2371347"/>
              <a:gd name="connsiteY15" fmla="*/ 458640 h 1570207"/>
              <a:gd name="connsiteX0" fmla="*/ 19314 w 2371347"/>
              <a:gd name="connsiteY0" fmla="*/ 458640 h 1550474"/>
              <a:gd name="connsiteX1" fmla="*/ 348087 w 2371347"/>
              <a:gd name="connsiteY1" fmla="*/ 201786 h 1550474"/>
              <a:gd name="connsiteX2" fmla="*/ 1139197 w 2371347"/>
              <a:gd name="connsiteY2" fmla="*/ 6577 h 1550474"/>
              <a:gd name="connsiteX3" fmla="*/ 2269354 w 2371347"/>
              <a:gd name="connsiteY3" fmla="*/ 68222 h 1550474"/>
              <a:gd name="connsiteX4" fmla="*/ 2248806 w 2371347"/>
              <a:gd name="connsiteY4" fmla="*/ 283979 h 1550474"/>
              <a:gd name="connsiteX5" fmla="*/ 2125516 w 2371347"/>
              <a:gd name="connsiteY5" fmla="*/ 499737 h 1550474"/>
              <a:gd name="connsiteX6" fmla="*/ 2063871 w 2371347"/>
              <a:gd name="connsiteY6" fmla="*/ 756591 h 1550474"/>
              <a:gd name="connsiteX7" fmla="*/ 1961129 w 2371347"/>
              <a:gd name="connsiteY7" fmla="*/ 838784 h 1550474"/>
              <a:gd name="connsiteX8" fmla="*/ 2207709 w 2371347"/>
              <a:gd name="connsiteY8" fmla="*/ 1136734 h 1550474"/>
              <a:gd name="connsiteX9" fmla="*/ 2361822 w 2371347"/>
              <a:gd name="connsiteY9" fmla="*/ 1403862 h 1550474"/>
              <a:gd name="connsiteX10" fmla="*/ 1930307 w 2371347"/>
              <a:gd name="connsiteY10" fmla="*/ 1547701 h 1550474"/>
              <a:gd name="connsiteX11" fmla="*/ 759053 w 2371347"/>
              <a:gd name="connsiteY11" fmla="*/ 1475781 h 1550474"/>
              <a:gd name="connsiteX12" fmla="*/ 122055 w 2371347"/>
              <a:gd name="connsiteY12" fmla="*/ 1208654 h 1550474"/>
              <a:gd name="connsiteX13" fmla="*/ 70684 w 2371347"/>
              <a:gd name="connsiteY13" fmla="*/ 931251 h 1550474"/>
              <a:gd name="connsiteX14" fmla="*/ 39862 w 2371347"/>
              <a:gd name="connsiteY14" fmla="*/ 664123 h 1550474"/>
              <a:gd name="connsiteX15" fmla="*/ 19314 w 2371347"/>
              <a:gd name="connsiteY15" fmla="*/ 458640 h 1550474"/>
              <a:gd name="connsiteX0" fmla="*/ 12905 w 2364938"/>
              <a:gd name="connsiteY0" fmla="*/ 458640 h 1550474"/>
              <a:gd name="connsiteX1" fmla="*/ 341678 w 2364938"/>
              <a:gd name="connsiteY1" fmla="*/ 201786 h 1550474"/>
              <a:gd name="connsiteX2" fmla="*/ 1132788 w 2364938"/>
              <a:gd name="connsiteY2" fmla="*/ 6577 h 1550474"/>
              <a:gd name="connsiteX3" fmla="*/ 2262945 w 2364938"/>
              <a:gd name="connsiteY3" fmla="*/ 68222 h 1550474"/>
              <a:gd name="connsiteX4" fmla="*/ 2242397 w 2364938"/>
              <a:gd name="connsiteY4" fmla="*/ 283979 h 1550474"/>
              <a:gd name="connsiteX5" fmla="*/ 2119107 w 2364938"/>
              <a:gd name="connsiteY5" fmla="*/ 499737 h 1550474"/>
              <a:gd name="connsiteX6" fmla="*/ 2057462 w 2364938"/>
              <a:gd name="connsiteY6" fmla="*/ 756591 h 1550474"/>
              <a:gd name="connsiteX7" fmla="*/ 1954720 w 2364938"/>
              <a:gd name="connsiteY7" fmla="*/ 838784 h 1550474"/>
              <a:gd name="connsiteX8" fmla="*/ 2201300 w 2364938"/>
              <a:gd name="connsiteY8" fmla="*/ 1136734 h 1550474"/>
              <a:gd name="connsiteX9" fmla="*/ 2355413 w 2364938"/>
              <a:gd name="connsiteY9" fmla="*/ 1403862 h 1550474"/>
              <a:gd name="connsiteX10" fmla="*/ 1923898 w 2364938"/>
              <a:gd name="connsiteY10" fmla="*/ 1547701 h 1550474"/>
              <a:gd name="connsiteX11" fmla="*/ 752644 w 2364938"/>
              <a:gd name="connsiteY11" fmla="*/ 1475781 h 1550474"/>
              <a:gd name="connsiteX12" fmla="*/ 115646 w 2364938"/>
              <a:gd name="connsiteY12" fmla="*/ 1208654 h 1550474"/>
              <a:gd name="connsiteX13" fmla="*/ 64275 w 2364938"/>
              <a:gd name="connsiteY13" fmla="*/ 931251 h 1550474"/>
              <a:gd name="connsiteX14" fmla="*/ 64275 w 2364938"/>
              <a:gd name="connsiteY14" fmla="*/ 705220 h 1550474"/>
              <a:gd name="connsiteX15" fmla="*/ 12905 w 2364938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064531 w 2372007"/>
              <a:gd name="connsiteY6" fmla="*/ 75659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26176 w 2372007"/>
              <a:gd name="connsiteY5" fmla="*/ 49973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67272 w 2372007"/>
              <a:gd name="connsiteY5" fmla="*/ 458641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126176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2007"/>
              <a:gd name="connsiteY0" fmla="*/ 458640 h 1550474"/>
              <a:gd name="connsiteX1" fmla="*/ 348747 w 2372007"/>
              <a:gd name="connsiteY1" fmla="*/ 201786 h 1550474"/>
              <a:gd name="connsiteX2" fmla="*/ 1139857 w 2372007"/>
              <a:gd name="connsiteY2" fmla="*/ 6577 h 1550474"/>
              <a:gd name="connsiteX3" fmla="*/ 2270014 w 2372007"/>
              <a:gd name="connsiteY3" fmla="*/ 68222 h 1550474"/>
              <a:gd name="connsiteX4" fmla="*/ 2249466 w 2372007"/>
              <a:gd name="connsiteY4" fmla="*/ 283979 h 1550474"/>
              <a:gd name="connsiteX5" fmla="*/ 2136450 w 2372007"/>
              <a:gd name="connsiteY5" fmla="*/ 448367 h 1550474"/>
              <a:gd name="connsiteX6" fmla="*/ 2085079 w 2372007"/>
              <a:gd name="connsiteY6" fmla="*/ 684671 h 1550474"/>
              <a:gd name="connsiteX7" fmla="*/ 1961789 w 2372007"/>
              <a:gd name="connsiteY7" fmla="*/ 838784 h 1550474"/>
              <a:gd name="connsiteX8" fmla="*/ 2208369 w 2372007"/>
              <a:gd name="connsiteY8" fmla="*/ 1136734 h 1550474"/>
              <a:gd name="connsiteX9" fmla="*/ 2362482 w 2372007"/>
              <a:gd name="connsiteY9" fmla="*/ 1403862 h 1550474"/>
              <a:gd name="connsiteX10" fmla="*/ 1930967 w 2372007"/>
              <a:gd name="connsiteY10" fmla="*/ 1547701 h 1550474"/>
              <a:gd name="connsiteX11" fmla="*/ 759713 w 2372007"/>
              <a:gd name="connsiteY11" fmla="*/ 1475781 h 1550474"/>
              <a:gd name="connsiteX12" fmla="*/ 122715 w 2372007"/>
              <a:gd name="connsiteY12" fmla="*/ 1208654 h 1550474"/>
              <a:gd name="connsiteX13" fmla="*/ 71344 w 2372007"/>
              <a:gd name="connsiteY13" fmla="*/ 931251 h 1550474"/>
              <a:gd name="connsiteX14" fmla="*/ 71344 w 2372007"/>
              <a:gd name="connsiteY14" fmla="*/ 705220 h 1550474"/>
              <a:gd name="connsiteX15" fmla="*/ 19974 w 2372007"/>
              <a:gd name="connsiteY15" fmla="*/ 458640 h 1550474"/>
              <a:gd name="connsiteX0" fmla="*/ 19974 w 2375279"/>
              <a:gd name="connsiteY0" fmla="*/ 458475 h 1550309"/>
              <a:gd name="connsiteX1" fmla="*/ 348747 w 2375279"/>
              <a:gd name="connsiteY1" fmla="*/ 201621 h 1550309"/>
              <a:gd name="connsiteX2" fmla="*/ 1139857 w 2375279"/>
              <a:gd name="connsiteY2" fmla="*/ 6412 h 1550309"/>
              <a:gd name="connsiteX3" fmla="*/ 2270014 w 2375279"/>
              <a:gd name="connsiteY3" fmla="*/ 68057 h 1550309"/>
              <a:gd name="connsiteX4" fmla="*/ 2311111 w 2375279"/>
              <a:gd name="connsiteY4" fmla="*/ 273540 h 1550309"/>
              <a:gd name="connsiteX5" fmla="*/ 2136450 w 2375279"/>
              <a:gd name="connsiteY5" fmla="*/ 448202 h 1550309"/>
              <a:gd name="connsiteX6" fmla="*/ 2085079 w 2375279"/>
              <a:gd name="connsiteY6" fmla="*/ 684506 h 1550309"/>
              <a:gd name="connsiteX7" fmla="*/ 1961789 w 2375279"/>
              <a:gd name="connsiteY7" fmla="*/ 838619 h 1550309"/>
              <a:gd name="connsiteX8" fmla="*/ 2208369 w 2375279"/>
              <a:gd name="connsiteY8" fmla="*/ 1136569 h 1550309"/>
              <a:gd name="connsiteX9" fmla="*/ 2362482 w 2375279"/>
              <a:gd name="connsiteY9" fmla="*/ 1403697 h 1550309"/>
              <a:gd name="connsiteX10" fmla="*/ 1930967 w 2375279"/>
              <a:gd name="connsiteY10" fmla="*/ 1547536 h 1550309"/>
              <a:gd name="connsiteX11" fmla="*/ 759713 w 2375279"/>
              <a:gd name="connsiteY11" fmla="*/ 1475616 h 1550309"/>
              <a:gd name="connsiteX12" fmla="*/ 122715 w 2375279"/>
              <a:gd name="connsiteY12" fmla="*/ 1208489 h 1550309"/>
              <a:gd name="connsiteX13" fmla="*/ 71344 w 2375279"/>
              <a:gd name="connsiteY13" fmla="*/ 931086 h 1550309"/>
              <a:gd name="connsiteX14" fmla="*/ 71344 w 2375279"/>
              <a:gd name="connsiteY14" fmla="*/ 705055 h 1550309"/>
              <a:gd name="connsiteX15" fmla="*/ 19974 w 2375279"/>
              <a:gd name="connsiteY15" fmla="*/ 458475 h 1550309"/>
              <a:gd name="connsiteX0" fmla="*/ 19974 w 2389657"/>
              <a:gd name="connsiteY0" fmla="*/ 458475 h 1550309"/>
              <a:gd name="connsiteX1" fmla="*/ 348747 w 2389657"/>
              <a:gd name="connsiteY1" fmla="*/ 201621 h 1550309"/>
              <a:gd name="connsiteX2" fmla="*/ 1139857 w 2389657"/>
              <a:gd name="connsiteY2" fmla="*/ 6412 h 1550309"/>
              <a:gd name="connsiteX3" fmla="*/ 2290563 w 2389657"/>
              <a:gd name="connsiteY3" fmla="*/ 68057 h 1550309"/>
              <a:gd name="connsiteX4" fmla="*/ 2311111 w 2389657"/>
              <a:gd name="connsiteY4" fmla="*/ 273540 h 1550309"/>
              <a:gd name="connsiteX5" fmla="*/ 2136450 w 2389657"/>
              <a:gd name="connsiteY5" fmla="*/ 448202 h 1550309"/>
              <a:gd name="connsiteX6" fmla="*/ 2085079 w 2389657"/>
              <a:gd name="connsiteY6" fmla="*/ 684506 h 1550309"/>
              <a:gd name="connsiteX7" fmla="*/ 1961789 w 2389657"/>
              <a:gd name="connsiteY7" fmla="*/ 838619 h 1550309"/>
              <a:gd name="connsiteX8" fmla="*/ 2208369 w 2389657"/>
              <a:gd name="connsiteY8" fmla="*/ 1136569 h 1550309"/>
              <a:gd name="connsiteX9" fmla="*/ 2362482 w 2389657"/>
              <a:gd name="connsiteY9" fmla="*/ 1403697 h 1550309"/>
              <a:gd name="connsiteX10" fmla="*/ 1930967 w 2389657"/>
              <a:gd name="connsiteY10" fmla="*/ 1547536 h 1550309"/>
              <a:gd name="connsiteX11" fmla="*/ 759713 w 2389657"/>
              <a:gd name="connsiteY11" fmla="*/ 1475616 h 1550309"/>
              <a:gd name="connsiteX12" fmla="*/ 122715 w 2389657"/>
              <a:gd name="connsiteY12" fmla="*/ 1208489 h 1550309"/>
              <a:gd name="connsiteX13" fmla="*/ 71344 w 2389657"/>
              <a:gd name="connsiteY13" fmla="*/ 931086 h 1550309"/>
              <a:gd name="connsiteX14" fmla="*/ 71344 w 2389657"/>
              <a:gd name="connsiteY14" fmla="*/ 705055 h 1550309"/>
              <a:gd name="connsiteX15" fmla="*/ 19974 w 2389657"/>
              <a:gd name="connsiteY15" fmla="*/ 458475 h 1550309"/>
              <a:gd name="connsiteX0" fmla="*/ 19974 w 2389657"/>
              <a:gd name="connsiteY0" fmla="*/ 456390 h 1548224"/>
              <a:gd name="connsiteX1" fmla="*/ 348747 w 2389657"/>
              <a:gd name="connsiteY1" fmla="*/ 199536 h 1548224"/>
              <a:gd name="connsiteX2" fmla="*/ 1139857 w 2389657"/>
              <a:gd name="connsiteY2" fmla="*/ 4327 h 1548224"/>
              <a:gd name="connsiteX3" fmla="*/ 2290563 w 2389657"/>
              <a:gd name="connsiteY3" fmla="*/ 65972 h 1548224"/>
              <a:gd name="connsiteX4" fmla="*/ 2311111 w 2389657"/>
              <a:gd name="connsiteY4" fmla="*/ 271455 h 1548224"/>
              <a:gd name="connsiteX5" fmla="*/ 2136450 w 2389657"/>
              <a:gd name="connsiteY5" fmla="*/ 446117 h 1548224"/>
              <a:gd name="connsiteX6" fmla="*/ 2085079 w 2389657"/>
              <a:gd name="connsiteY6" fmla="*/ 682421 h 1548224"/>
              <a:gd name="connsiteX7" fmla="*/ 1961789 w 2389657"/>
              <a:gd name="connsiteY7" fmla="*/ 836534 h 1548224"/>
              <a:gd name="connsiteX8" fmla="*/ 2208369 w 2389657"/>
              <a:gd name="connsiteY8" fmla="*/ 1134484 h 1548224"/>
              <a:gd name="connsiteX9" fmla="*/ 2362482 w 2389657"/>
              <a:gd name="connsiteY9" fmla="*/ 1401612 h 1548224"/>
              <a:gd name="connsiteX10" fmla="*/ 1930967 w 2389657"/>
              <a:gd name="connsiteY10" fmla="*/ 1545451 h 1548224"/>
              <a:gd name="connsiteX11" fmla="*/ 759713 w 2389657"/>
              <a:gd name="connsiteY11" fmla="*/ 1473531 h 1548224"/>
              <a:gd name="connsiteX12" fmla="*/ 122715 w 2389657"/>
              <a:gd name="connsiteY12" fmla="*/ 1206404 h 1548224"/>
              <a:gd name="connsiteX13" fmla="*/ 71344 w 2389657"/>
              <a:gd name="connsiteY13" fmla="*/ 929001 h 1548224"/>
              <a:gd name="connsiteX14" fmla="*/ 71344 w 2389657"/>
              <a:gd name="connsiteY14" fmla="*/ 702970 h 1548224"/>
              <a:gd name="connsiteX15" fmla="*/ 19974 w 2389657"/>
              <a:gd name="connsiteY15" fmla="*/ 456390 h 1548224"/>
              <a:gd name="connsiteX0" fmla="*/ 19974 w 2389657"/>
              <a:gd name="connsiteY0" fmla="*/ 453638 h 1545472"/>
              <a:gd name="connsiteX1" fmla="*/ 348747 w 2389657"/>
              <a:gd name="connsiteY1" fmla="*/ 196784 h 1545472"/>
              <a:gd name="connsiteX2" fmla="*/ 1139857 w 2389657"/>
              <a:gd name="connsiteY2" fmla="*/ 1575 h 1545472"/>
              <a:gd name="connsiteX3" fmla="*/ 2290563 w 2389657"/>
              <a:gd name="connsiteY3" fmla="*/ 63220 h 1545472"/>
              <a:gd name="connsiteX4" fmla="*/ 2311111 w 2389657"/>
              <a:gd name="connsiteY4" fmla="*/ 268703 h 1545472"/>
              <a:gd name="connsiteX5" fmla="*/ 2136450 w 2389657"/>
              <a:gd name="connsiteY5" fmla="*/ 443365 h 1545472"/>
              <a:gd name="connsiteX6" fmla="*/ 2085079 w 2389657"/>
              <a:gd name="connsiteY6" fmla="*/ 679669 h 1545472"/>
              <a:gd name="connsiteX7" fmla="*/ 1961789 w 2389657"/>
              <a:gd name="connsiteY7" fmla="*/ 833782 h 1545472"/>
              <a:gd name="connsiteX8" fmla="*/ 2208369 w 2389657"/>
              <a:gd name="connsiteY8" fmla="*/ 1131732 h 1545472"/>
              <a:gd name="connsiteX9" fmla="*/ 2362482 w 2389657"/>
              <a:gd name="connsiteY9" fmla="*/ 1398860 h 1545472"/>
              <a:gd name="connsiteX10" fmla="*/ 1930967 w 2389657"/>
              <a:gd name="connsiteY10" fmla="*/ 1542699 h 1545472"/>
              <a:gd name="connsiteX11" fmla="*/ 759713 w 2389657"/>
              <a:gd name="connsiteY11" fmla="*/ 1470779 h 1545472"/>
              <a:gd name="connsiteX12" fmla="*/ 122715 w 2389657"/>
              <a:gd name="connsiteY12" fmla="*/ 1203652 h 1545472"/>
              <a:gd name="connsiteX13" fmla="*/ 71344 w 2389657"/>
              <a:gd name="connsiteY13" fmla="*/ 926249 h 1545472"/>
              <a:gd name="connsiteX14" fmla="*/ 71344 w 2389657"/>
              <a:gd name="connsiteY14" fmla="*/ 700218 h 1545472"/>
              <a:gd name="connsiteX15" fmla="*/ 19974 w 2389657"/>
              <a:gd name="connsiteY15" fmla="*/ 453638 h 1545472"/>
              <a:gd name="connsiteX0" fmla="*/ 19974 w 2389657"/>
              <a:gd name="connsiteY0" fmla="*/ 459745 h 1551579"/>
              <a:gd name="connsiteX1" fmla="*/ 348747 w 2389657"/>
              <a:gd name="connsiteY1" fmla="*/ 202891 h 1551579"/>
              <a:gd name="connsiteX2" fmla="*/ 1139857 w 2389657"/>
              <a:gd name="connsiteY2" fmla="*/ 7682 h 1551579"/>
              <a:gd name="connsiteX3" fmla="*/ 2290563 w 2389657"/>
              <a:gd name="connsiteY3" fmla="*/ 69327 h 1551579"/>
              <a:gd name="connsiteX4" fmla="*/ 2311111 w 2389657"/>
              <a:gd name="connsiteY4" fmla="*/ 274810 h 1551579"/>
              <a:gd name="connsiteX5" fmla="*/ 2136450 w 2389657"/>
              <a:gd name="connsiteY5" fmla="*/ 449472 h 1551579"/>
              <a:gd name="connsiteX6" fmla="*/ 2085079 w 2389657"/>
              <a:gd name="connsiteY6" fmla="*/ 685776 h 1551579"/>
              <a:gd name="connsiteX7" fmla="*/ 1961789 w 2389657"/>
              <a:gd name="connsiteY7" fmla="*/ 839889 h 1551579"/>
              <a:gd name="connsiteX8" fmla="*/ 2208369 w 2389657"/>
              <a:gd name="connsiteY8" fmla="*/ 1137839 h 1551579"/>
              <a:gd name="connsiteX9" fmla="*/ 2362482 w 2389657"/>
              <a:gd name="connsiteY9" fmla="*/ 1404967 h 1551579"/>
              <a:gd name="connsiteX10" fmla="*/ 1930967 w 2389657"/>
              <a:gd name="connsiteY10" fmla="*/ 1548806 h 1551579"/>
              <a:gd name="connsiteX11" fmla="*/ 759713 w 2389657"/>
              <a:gd name="connsiteY11" fmla="*/ 1476886 h 1551579"/>
              <a:gd name="connsiteX12" fmla="*/ 122715 w 2389657"/>
              <a:gd name="connsiteY12" fmla="*/ 1209759 h 1551579"/>
              <a:gd name="connsiteX13" fmla="*/ 71344 w 2389657"/>
              <a:gd name="connsiteY13" fmla="*/ 932356 h 1551579"/>
              <a:gd name="connsiteX14" fmla="*/ 71344 w 2389657"/>
              <a:gd name="connsiteY14" fmla="*/ 706325 h 1551579"/>
              <a:gd name="connsiteX15" fmla="*/ 19974 w 2389657"/>
              <a:gd name="connsiteY15" fmla="*/ 459745 h 1551579"/>
              <a:gd name="connsiteX0" fmla="*/ 19974 w 2382377"/>
              <a:gd name="connsiteY0" fmla="*/ 458984 h 1550818"/>
              <a:gd name="connsiteX1" fmla="*/ 348747 w 2382377"/>
              <a:gd name="connsiteY1" fmla="*/ 202130 h 1550818"/>
              <a:gd name="connsiteX2" fmla="*/ 1139857 w 2382377"/>
              <a:gd name="connsiteY2" fmla="*/ 6921 h 1550818"/>
              <a:gd name="connsiteX3" fmla="*/ 2280289 w 2382377"/>
              <a:gd name="connsiteY3" fmla="*/ 48018 h 1550818"/>
              <a:gd name="connsiteX4" fmla="*/ 2311111 w 2382377"/>
              <a:gd name="connsiteY4" fmla="*/ 274049 h 1550818"/>
              <a:gd name="connsiteX5" fmla="*/ 2136450 w 2382377"/>
              <a:gd name="connsiteY5" fmla="*/ 448711 h 1550818"/>
              <a:gd name="connsiteX6" fmla="*/ 2085079 w 2382377"/>
              <a:gd name="connsiteY6" fmla="*/ 685015 h 1550818"/>
              <a:gd name="connsiteX7" fmla="*/ 1961789 w 2382377"/>
              <a:gd name="connsiteY7" fmla="*/ 839128 h 1550818"/>
              <a:gd name="connsiteX8" fmla="*/ 2208369 w 2382377"/>
              <a:gd name="connsiteY8" fmla="*/ 1137078 h 1550818"/>
              <a:gd name="connsiteX9" fmla="*/ 2362482 w 2382377"/>
              <a:gd name="connsiteY9" fmla="*/ 1404206 h 1550818"/>
              <a:gd name="connsiteX10" fmla="*/ 1930967 w 2382377"/>
              <a:gd name="connsiteY10" fmla="*/ 1548045 h 1550818"/>
              <a:gd name="connsiteX11" fmla="*/ 759713 w 2382377"/>
              <a:gd name="connsiteY11" fmla="*/ 1476125 h 1550818"/>
              <a:gd name="connsiteX12" fmla="*/ 122715 w 2382377"/>
              <a:gd name="connsiteY12" fmla="*/ 1208998 h 1550818"/>
              <a:gd name="connsiteX13" fmla="*/ 71344 w 2382377"/>
              <a:gd name="connsiteY13" fmla="*/ 931595 h 1550818"/>
              <a:gd name="connsiteX14" fmla="*/ 71344 w 2382377"/>
              <a:gd name="connsiteY14" fmla="*/ 705564 h 1550818"/>
              <a:gd name="connsiteX15" fmla="*/ 19974 w 2382377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085079 w 2379973"/>
              <a:gd name="connsiteY6" fmla="*/ 685015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  <a:gd name="connsiteX0" fmla="*/ 19974 w 2379973"/>
              <a:gd name="connsiteY0" fmla="*/ 458984 h 1550818"/>
              <a:gd name="connsiteX1" fmla="*/ 348747 w 2379973"/>
              <a:gd name="connsiteY1" fmla="*/ 202130 h 1550818"/>
              <a:gd name="connsiteX2" fmla="*/ 1139857 w 2379973"/>
              <a:gd name="connsiteY2" fmla="*/ 6921 h 1550818"/>
              <a:gd name="connsiteX3" fmla="*/ 2280289 w 2379973"/>
              <a:gd name="connsiteY3" fmla="*/ 48018 h 1550818"/>
              <a:gd name="connsiteX4" fmla="*/ 2311111 w 2379973"/>
              <a:gd name="connsiteY4" fmla="*/ 274049 h 1550818"/>
              <a:gd name="connsiteX5" fmla="*/ 2187820 w 2379973"/>
              <a:gd name="connsiteY5" fmla="*/ 397340 h 1550818"/>
              <a:gd name="connsiteX6" fmla="*/ 2115902 w 2379973"/>
              <a:gd name="connsiteY6" fmla="*/ 674741 h 1550818"/>
              <a:gd name="connsiteX7" fmla="*/ 1961789 w 2379973"/>
              <a:gd name="connsiteY7" fmla="*/ 839128 h 1550818"/>
              <a:gd name="connsiteX8" fmla="*/ 2208369 w 2379973"/>
              <a:gd name="connsiteY8" fmla="*/ 1137078 h 1550818"/>
              <a:gd name="connsiteX9" fmla="*/ 2362482 w 2379973"/>
              <a:gd name="connsiteY9" fmla="*/ 1404206 h 1550818"/>
              <a:gd name="connsiteX10" fmla="*/ 1930967 w 2379973"/>
              <a:gd name="connsiteY10" fmla="*/ 1548045 h 1550818"/>
              <a:gd name="connsiteX11" fmla="*/ 759713 w 2379973"/>
              <a:gd name="connsiteY11" fmla="*/ 1476125 h 1550818"/>
              <a:gd name="connsiteX12" fmla="*/ 122715 w 2379973"/>
              <a:gd name="connsiteY12" fmla="*/ 1208998 h 1550818"/>
              <a:gd name="connsiteX13" fmla="*/ 71344 w 2379973"/>
              <a:gd name="connsiteY13" fmla="*/ 931595 h 1550818"/>
              <a:gd name="connsiteX14" fmla="*/ 71344 w 2379973"/>
              <a:gd name="connsiteY14" fmla="*/ 705564 h 1550818"/>
              <a:gd name="connsiteX15" fmla="*/ 19974 w 2379973"/>
              <a:gd name="connsiteY15" fmla="*/ 458984 h 155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79973" h="1550818">
                <a:moveTo>
                  <a:pt x="19974" y="458984"/>
                </a:moveTo>
                <a:cubicBezTo>
                  <a:pt x="66208" y="375078"/>
                  <a:pt x="162100" y="277474"/>
                  <a:pt x="348747" y="202130"/>
                </a:cubicBezTo>
                <a:cubicBezTo>
                  <a:pt x="535394" y="126786"/>
                  <a:pt x="817933" y="32606"/>
                  <a:pt x="1139857" y="6921"/>
                </a:cubicBezTo>
                <a:cubicBezTo>
                  <a:pt x="1461781" y="-18764"/>
                  <a:pt x="2085080" y="34320"/>
                  <a:pt x="2280289" y="48018"/>
                </a:cubicBezTo>
                <a:cubicBezTo>
                  <a:pt x="2475498" y="61716"/>
                  <a:pt x="2326522" y="215829"/>
                  <a:pt x="2311111" y="274049"/>
                </a:cubicBezTo>
                <a:cubicBezTo>
                  <a:pt x="2295700" y="332269"/>
                  <a:pt x="2220355" y="330558"/>
                  <a:pt x="2187820" y="397340"/>
                </a:cubicBezTo>
                <a:cubicBezTo>
                  <a:pt x="2155285" y="464122"/>
                  <a:pt x="2153574" y="601110"/>
                  <a:pt x="2115902" y="674741"/>
                </a:cubicBezTo>
                <a:cubicBezTo>
                  <a:pt x="2078230" y="748372"/>
                  <a:pt x="1946378" y="762072"/>
                  <a:pt x="1961789" y="839128"/>
                </a:cubicBezTo>
                <a:cubicBezTo>
                  <a:pt x="1977200" y="916184"/>
                  <a:pt x="2141587" y="1042898"/>
                  <a:pt x="2208369" y="1137078"/>
                </a:cubicBezTo>
                <a:cubicBezTo>
                  <a:pt x="2275151" y="1231258"/>
                  <a:pt x="2408716" y="1335712"/>
                  <a:pt x="2362482" y="1404206"/>
                </a:cubicBezTo>
                <a:cubicBezTo>
                  <a:pt x="2316248" y="1472700"/>
                  <a:pt x="2198095" y="1536059"/>
                  <a:pt x="1930967" y="1548045"/>
                </a:cubicBezTo>
                <a:cubicBezTo>
                  <a:pt x="1663839" y="1560031"/>
                  <a:pt x="1061088" y="1532633"/>
                  <a:pt x="759713" y="1476125"/>
                </a:cubicBezTo>
                <a:cubicBezTo>
                  <a:pt x="458338" y="1419617"/>
                  <a:pt x="237443" y="1299753"/>
                  <a:pt x="122715" y="1208998"/>
                </a:cubicBezTo>
                <a:cubicBezTo>
                  <a:pt x="7987" y="1118243"/>
                  <a:pt x="76481" y="1005226"/>
                  <a:pt x="71344" y="931595"/>
                </a:cubicBezTo>
                <a:cubicBezTo>
                  <a:pt x="66207" y="857964"/>
                  <a:pt x="127852" y="779195"/>
                  <a:pt x="71344" y="705564"/>
                </a:cubicBezTo>
                <a:cubicBezTo>
                  <a:pt x="14836" y="631933"/>
                  <a:pt x="-26260" y="542890"/>
                  <a:pt x="19974" y="458984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3D11B94-AC24-EBCB-DE2F-0E67BBFC8D16}"/>
              </a:ext>
            </a:extLst>
          </p:cNvPr>
          <p:cNvSpPr/>
          <p:nvPr/>
        </p:nvSpPr>
        <p:spPr>
          <a:xfrm>
            <a:off x="2374942" y="3318674"/>
            <a:ext cx="1960917" cy="640342"/>
          </a:xfrm>
          <a:custGeom>
            <a:avLst/>
            <a:gdLst>
              <a:gd name="connsiteX0" fmla="*/ 477107 w 2156275"/>
              <a:gd name="connsiteY0" fmla="*/ 597713 h 633204"/>
              <a:gd name="connsiteX1" fmla="*/ 43720 w 2156275"/>
              <a:gd name="connsiteY1" fmla="*/ 554850 h 633204"/>
              <a:gd name="connsiteX2" fmla="*/ 29432 w 2156275"/>
              <a:gd name="connsiteY2" fmla="*/ 311963 h 633204"/>
              <a:gd name="connsiteX3" fmla="*/ 172307 w 2156275"/>
              <a:gd name="connsiteY3" fmla="*/ 88125 h 633204"/>
              <a:gd name="connsiteX4" fmla="*/ 1567720 w 2156275"/>
              <a:gd name="connsiteY4" fmla="*/ 7163 h 633204"/>
              <a:gd name="connsiteX5" fmla="*/ 2143982 w 2156275"/>
              <a:gd name="connsiteY5" fmla="*/ 30975 h 633204"/>
              <a:gd name="connsiteX6" fmla="*/ 1958245 w 2156275"/>
              <a:gd name="connsiteY6" fmla="*/ 245288 h 633204"/>
              <a:gd name="connsiteX7" fmla="*/ 1915382 w 2156275"/>
              <a:gd name="connsiteY7" fmla="*/ 502463 h 633204"/>
              <a:gd name="connsiteX8" fmla="*/ 1724882 w 2156275"/>
              <a:gd name="connsiteY8" fmla="*/ 631050 h 633204"/>
              <a:gd name="connsiteX9" fmla="*/ 1591532 w 2156275"/>
              <a:gd name="connsiteY9" fmla="*/ 578663 h 633204"/>
              <a:gd name="connsiteX10" fmla="*/ 1310545 w 2156275"/>
              <a:gd name="connsiteY10" fmla="*/ 521513 h 633204"/>
              <a:gd name="connsiteX11" fmla="*/ 1143857 w 2156275"/>
              <a:gd name="connsiteY11" fmla="*/ 621525 h 633204"/>
              <a:gd name="connsiteX12" fmla="*/ 477107 w 2156275"/>
              <a:gd name="connsiteY12" fmla="*/ 597713 h 633204"/>
              <a:gd name="connsiteX0" fmla="*/ 507533 w 2186701"/>
              <a:gd name="connsiteY0" fmla="*/ 603726 h 639217"/>
              <a:gd name="connsiteX1" fmla="*/ 74146 w 2186701"/>
              <a:gd name="connsiteY1" fmla="*/ 560863 h 639217"/>
              <a:gd name="connsiteX2" fmla="*/ 59858 w 2186701"/>
              <a:gd name="connsiteY2" fmla="*/ 317976 h 639217"/>
              <a:gd name="connsiteX3" fmla="*/ 674220 w 2186701"/>
              <a:gd name="connsiteY3" fmla="*/ 27463 h 639217"/>
              <a:gd name="connsiteX4" fmla="*/ 1598146 w 2186701"/>
              <a:gd name="connsiteY4" fmla="*/ 13176 h 639217"/>
              <a:gd name="connsiteX5" fmla="*/ 2174408 w 2186701"/>
              <a:gd name="connsiteY5" fmla="*/ 36988 h 639217"/>
              <a:gd name="connsiteX6" fmla="*/ 1988671 w 2186701"/>
              <a:gd name="connsiteY6" fmla="*/ 251301 h 639217"/>
              <a:gd name="connsiteX7" fmla="*/ 1945808 w 2186701"/>
              <a:gd name="connsiteY7" fmla="*/ 508476 h 639217"/>
              <a:gd name="connsiteX8" fmla="*/ 1755308 w 2186701"/>
              <a:gd name="connsiteY8" fmla="*/ 637063 h 639217"/>
              <a:gd name="connsiteX9" fmla="*/ 1621958 w 2186701"/>
              <a:gd name="connsiteY9" fmla="*/ 584676 h 639217"/>
              <a:gd name="connsiteX10" fmla="*/ 1340971 w 2186701"/>
              <a:gd name="connsiteY10" fmla="*/ 527526 h 639217"/>
              <a:gd name="connsiteX11" fmla="*/ 1174283 w 2186701"/>
              <a:gd name="connsiteY11" fmla="*/ 627538 h 639217"/>
              <a:gd name="connsiteX12" fmla="*/ 507533 w 2186701"/>
              <a:gd name="connsiteY12" fmla="*/ 603726 h 639217"/>
              <a:gd name="connsiteX0" fmla="*/ 507533 w 2186000"/>
              <a:gd name="connsiteY0" fmla="*/ 617446 h 652937"/>
              <a:gd name="connsiteX1" fmla="*/ 74146 w 2186000"/>
              <a:gd name="connsiteY1" fmla="*/ 574583 h 652937"/>
              <a:gd name="connsiteX2" fmla="*/ 59858 w 2186000"/>
              <a:gd name="connsiteY2" fmla="*/ 331696 h 652937"/>
              <a:gd name="connsiteX3" fmla="*/ 674220 w 2186000"/>
              <a:gd name="connsiteY3" fmla="*/ 41183 h 652937"/>
              <a:gd name="connsiteX4" fmla="*/ 1612433 w 2186000"/>
              <a:gd name="connsiteY4" fmla="*/ 3083 h 652937"/>
              <a:gd name="connsiteX5" fmla="*/ 2174408 w 2186000"/>
              <a:gd name="connsiteY5" fmla="*/ 50708 h 652937"/>
              <a:gd name="connsiteX6" fmla="*/ 1988671 w 2186000"/>
              <a:gd name="connsiteY6" fmla="*/ 265021 h 652937"/>
              <a:gd name="connsiteX7" fmla="*/ 1945808 w 2186000"/>
              <a:gd name="connsiteY7" fmla="*/ 522196 h 652937"/>
              <a:gd name="connsiteX8" fmla="*/ 1755308 w 2186000"/>
              <a:gd name="connsiteY8" fmla="*/ 650783 h 652937"/>
              <a:gd name="connsiteX9" fmla="*/ 1621958 w 2186000"/>
              <a:gd name="connsiteY9" fmla="*/ 598396 h 652937"/>
              <a:gd name="connsiteX10" fmla="*/ 1340971 w 2186000"/>
              <a:gd name="connsiteY10" fmla="*/ 541246 h 652937"/>
              <a:gd name="connsiteX11" fmla="*/ 1174283 w 2186000"/>
              <a:gd name="connsiteY11" fmla="*/ 641258 h 652937"/>
              <a:gd name="connsiteX12" fmla="*/ 507533 w 2186000"/>
              <a:gd name="connsiteY12" fmla="*/ 617446 h 652937"/>
              <a:gd name="connsiteX0" fmla="*/ 507533 w 2011282"/>
              <a:gd name="connsiteY0" fmla="*/ 633262 h 668753"/>
              <a:gd name="connsiteX1" fmla="*/ 74146 w 2011282"/>
              <a:gd name="connsiteY1" fmla="*/ 590399 h 668753"/>
              <a:gd name="connsiteX2" fmla="*/ 59858 w 2011282"/>
              <a:gd name="connsiteY2" fmla="*/ 347512 h 668753"/>
              <a:gd name="connsiteX3" fmla="*/ 674220 w 2011282"/>
              <a:gd name="connsiteY3" fmla="*/ 56999 h 668753"/>
              <a:gd name="connsiteX4" fmla="*/ 1612433 w 2011282"/>
              <a:gd name="connsiteY4" fmla="*/ 18899 h 668753"/>
              <a:gd name="connsiteX5" fmla="*/ 1988671 w 2011282"/>
              <a:gd name="connsiteY5" fmla="*/ 280837 h 668753"/>
              <a:gd name="connsiteX6" fmla="*/ 1945808 w 2011282"/>
              <a:gd name="connsiteY6" fmla="*/ 538012 h 668753"/>
              <a:gd name="connsiteX7" fmla="*/ 1755308 w 2011282"/>
              <a:gd name="connsiteY7" fmla="*/ 666599 h 668753"/>
              <a:gd name="connsiteX8" fmla="*/ 1621958 w 2011282"/>
              <a:gd name="connsiteY8" fmla="*/ 614212 h 668753"/>
              <a:gd name="connsiteX9" fmla="*/ 1340971 w 2011282"/>
              <a:gd name="connsiteY9" fmla="*/ 557062 h 668753"/>
              <a:gd name="connsiteX10" fmla="*/ 1174283 w 2011282"/>
              <a:gd name="connsiteY10" fmla="*/ 657074 h 668753"/>
              <a:gd name="connsiteX11" fmla="*/ 507533 w 2011282"/>
              <a:gd name="connsiteY11" fmla="*/ 633262 h 668753"/>
              <a:gd name="connsiteX0" fmla="*/ 507533 w 1948202"/>
              <a:gd name="connsiteY0" fmla="*/ 652300 h 687791"/>
              <a:gd name="connsiteX1" fmla="*/ 74146 w 1948202"/>
              <a:gd name="connsiteY1" fmla="*/ 609437 h 687791"/>
              <a:gd name="connsiteX2" fmla="*/ 59858 w 1948202"/>
              <a:gd name="connsiteY2" fmla="*/ 366550 h 687791"/>
              <a:gd name="connsiteX3" fmla="*/ 674220 w 1948202"/>
              <a:gd name="connsiteY3" fmla="*/ 76037 h 687791"/>
              <a:gd name="connsiteX4" fmla="*/ 1612433 w 1948202"/>
              <a:gd name="connsiteY4" fmla="*/ 37937 h 687791"/>
              <a:gd name="connsiteX5" fmla="*/ 1945808 w 1948202"/>
              <a:gd name="connsiteY5" fmla="*/ 557050 h 687791"/>
              <a:gd name="connsiteX6" fmla="*/ 1755308 w 1948202"/>
              <a:gd name="connsiteY6" fmla="*/ 685637 h 687791"/>
              <a:gd name="connsiteX7" fmla="*/ 1621958 w 1948202"/>
              <a:gd name="connsiteY7" fmla="*/ 633250 h 687791"/>
              <a:gd name="connsiteX8" fmla="*/ 1340971 w 1948202"/>
              <a:gd name="connsiteY8" fmla="*/ 576100 h 687791"/>
              <a:gd name="connsiteX9" fmla="*/ 1174283 w 1948202"/>
              <a:gd name="connsiteY9" fmla="*/ 676112 h 687791"/>
              <a:gd name="connsiteX10" fmla="*/ 507533 w 1948202"/>
              <a:gd name="connsiteY10" fmla="*/ 652300 h 687791"/>
              <a:gd name="connsiteX0" fmla="*/ 507533 w 1961594"/>
              <a:gd name="connsiteY0" fmla="*/ 617393 h 652884"/>
              <a:gd name="connsiteX1" fmla="*/ 74146 w 1961594"/>
              <a:gd name="connsiteY1" fmla="*/ 574530 h 652884"/>
              <a:gd name="connsiteX2" fmla="*/ 59858 w 1961594"/>
              <a:gd name="connsiteY2" fmla="*/ 331643 h 652884"/>
              <a:gd name="connsiteX3" fmla="*/ 674220 w 1961594"/>
              <a:gd name="connsiteY3" fmla="*/ 41130 h 652884"/>
              <a:gd name="connsiteX4" fmla="*/ 1307633 w 1961594"/>
              <a:gd name="connsiteY4" fmla="*/ 53830 h 652884"/>
              <a:gd name="connsiteX5" fmla="*/ 1945808 w 1961594"/>
              <a:gd name="connsiteY5" fmla="*/ 522143 h 652884"/>
              <a:gd name="connsiteX6" fmla="*/ 1755308 w 1961594"/>
              <a:gd name="connsiteY6" fmla="*/ 650730 h 652884"/>
              <a:gd name="connsiteX7" fmla="*/ 1621958 w 1961594"/>
              <a:gd name="connsiteY7" fmla="*/ 598343 h 652884"/>
              <a:gd name="connsiteX8" fmla="*/ 1340971 w 1961594"/>
              <a:gd name="connsiteY8" fmla="*/ 541193 h 652884"/>
              <a:gd name="connsiteX9" fmla="*/ 1174283 w 1961594"/>
              <a:gd name="connsiteY9" fmla="*/ 641205 h 652884"/>
              <a:gd name="connsiteX10" fmla="*/ 507533 w 1961594"/>
              <a:gd name="connsiteY10" fmla="*/ 617393 h 652884"/>
              <a:gd name="connsiteX0" fmla="*/ 507533 w 1961594"/>
              <a:gd name="connsiteY0" fmla="*/ 665405 h 700896"/>
              <a:gd name="connsiteX1" fmla="*/ 74146 w 1961594"/>
              <a:gd name="connsiteY1" fmla="*/ 622542 h 700896"/>
              <a:gd name="connsiteX2" fmla="*/ 59858 w 1961594"/>
              <a:gd name="connsiteY2" fmla="*/ 379655 h 700896"/>
              <a:gd name="connsiteX3" fmla="*/ 674220 w 1961594"/>
              <a:gd name="connsiteY3" fmla="*/ 89142 h 700896"/>
              <a:gd name="connsiteX4" fmla="*/ 1307633 w 1961594"/>
              <a:gd name="connsiteY4" fmla="*/ 101842 h 700896"/>
              <a:gd name="connsiteX5" fmla="*/ 1945808 w 1961594"/>
              <a:gd name="connsiteY5" fmla="*/ 570155 h 700896"/>
              <a:gd name="connsiteX6" fmla="*/ 1755308 w 1961594"/>
              <a:gd name="connsiteY6" fmla="*/ 698742 h 700896"/>
              <a:gd name="connsiteX7" fmla="*/ 1621958 w 1961594"/>
              <a:gd name="connsiteY7" fmla="*/ 646355 h 700896"/>
              <a:gd name="connsiteX8" fmla="*/ 1340971 w 1961594"/>
              <a:gd name="connsiteY8" fmla="*/ 589205 h 700896"/>
              <a:gd name="connsiteX9" fmla="*/ 1174283 w 1961594"/>
              <a:gd name="connsiteY9" fmla="*/ 689217 h 700896"/>
              <a:gd name="connsiteX10" fmla="*/ 507533 w 1961594"/>
              <a:gd name="connsiteY10" fmla="*/ 665405 h 700896"/>
              <a:gd name="connsiteX0" fmla="*/ 507533 w 1960917"/>
              <a:gd name="connsiteY0" fmla="*/ 604851 h 640342"/>
              <a:gd name="connsiteX1" fmla="*/ 74146 w 1960917"/>
              <a:gd name="connsiteY1" fmla="*/ 561988 h 640342"/>
              <a:gd name="connsiteX2" fmla="*/ 59858 w 1960917"/>
              <a:gd name="connsiteY2" fmla="*/ 319101 h 640342"/>
              <a:gd name="connsiteX3" fmla="*/ 674220 w 1960917"/>
              <a:gd name="connsiteY3" fmla="*/ 28588 h 640342"/>
              <a:gd name="connsiteX4" fmla="*/ 1320333 w 1960917"/>
              <a:gd name="connsiteY4" fmla="*/ 142888 h 640342"/>
              <a:gd name="connsiteX5" fmla="*/ 1945808 w 1960917"/>
              <a:gd name="connsiteY5" fmla="*/ 509601 h 640342"/>
              <a:gd name="connsiteX6" fmla="*/ 1755308 w 1960917"/>
              <a:gd name="connsiteY6" fmla="*/ 638188 h 640342"/>
              <a:gd name="connsiteX7" fmla="*/ 1621958 w 1960917"/>
              <a:gd name="connsiteY7" fmla="*/ 585801 h 640342"/>
              <a:gd name="connsiteX8" fmla="*/ 1340971 w 1960917"/>
              <a:gd name="connsiteY8" fmla="*/ 528651 h 640342"/>
              <a:gd name="connsiteX9" fmla="*/ 1174283 w 1960917"/>
              <a:gd name="connsiteY9" fmla="*/ 628663 h 640342"/>
              <a:gd name="connsiteX10" fmla="*/ 507533 w 1960917"/>
              <a:gd name="connsiteY10" fmla="*/ 604851 h 64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0917" h="640342">
                <a:moveTo>
                  <a:pt x="507533" y="604851"/>
                </a:moveTo>
                <a:cubicBezTo>
                  <a:pt x="324177" y="593738"/>
                  <a:pt x="148758" y="609613"/>
                  <a:pt x="74146" y="561988"/>
                </a:cubicBezTo>
                <a:cubicBezTo>
                  <a:pt x="-466" y="514363"/>
                  <a:pt x="-40154" y="408001"/>
                  <a:pt x="59858" y="319101"/>
                </a:cubicBezTo>
                <a:cubicBezTo>
                  <a:pt x="159870" y="230201"/>
                  <a:pt x="464141" y="57957"/>
                  <a:pt x="674220" y="28588"/>
                </a:cubicBezTo>
                <a:cubicBezTo>
                  <a:pt x="884299" y="-781"/>
                  <a:pt x="1184602" y="-51581"/>
                  <a:pt x="1320333" y="142888"/>
                </a:cubicBezTo>
                <a:cubicBezTo>
                  <a:pt x="1456064" y="337357"/>
                  <a:pt x="1873312" y="427051"/>
                  <a:pt x="1945808" y="509601"/>
                </a:cubicBezTo>
                <a:cubicBezTo>
                  <a:pt x="2018304" y="592151"/>
                  <a:pt x="1809283" y="625488"/>
                  <a:pt x="1755308" y="638188"/>
                </a:cubicBezTo>
                <a:cubicBezTo>
                  <a:pt x="1701333" y="650888"/>
                  <a:pt x="1691014" y="604057"/>
                  <a:pt x="1621958" y="585801"/>
                </a:cubicBezTo>
                <a:cubicBezTo>
                  <a:pt x="1552902" y="567545"/>
                  <a:pt x="1415583" y="521507"/>
                  <a:pt x="1340971" y="528651"/>
                </a:cubicBezTo>
                <a:cubicBezTo>
                  <a:pt x="1266359" y="535795"/>
                  <a:pt x="1307633" y="614375"/>
                  <a:pt x="1174283" y="628663"/>
                </a:cubicBezTo>
                <a:cubicBezTo>
                  <a:pt x="1040933" y="642951"/>
                  <a:pt x="690889" y="615964"/>
                  <a:pt x="507533" y="604851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BB9C9F95-C705-7DA9-E2D0-33D89A554183}"/>
              </a:ext>
            </a:extLst>
          </p:cNvPr>
          <p:cNvSpPr/>
          <p:nvPr/>
        </p:nvSpPr>
        <p:spPr>
          <a:xfrm>
            <a:off x="4443481" y="3392072"/>
            <a:ext cx="528573" cy="706111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5727 w 739189"/>
              <a:gd name="connsiteY0" fmla="*/ 750108 h 807985"/>
              <a:gd name="connsiteX1" fmla="*/ 100977 w 739189"/>
              <a:gd name="connsiteY1" fmla="*/ 645333 h 807985"/>
              <a:gd name="connsiteX2" fmla="*/ 253377 w 739189"/>
              <a:gd name="connsiteY2" fmla="*/ 350058 h 807985"/>
              <a:gd name="connsiteX3" fmla="*/ 443877 w 739189"/>
              <a:gd name="connsiteY3" fmla="*/ 35733 h 807985"/>
              <a:gd name="connsiteX4" fmla="*/ 739152 w 739189"/>
              <a:gd name="connsiteY4" fmla="*/ 16683 h 807985"/>
              <a:gd name="connsiteX5" fmla="*/ 462927 w 739189"/>
              <a:gd name="connsiteY5" fmla="*/ 121458 h 807985"/>
              <a:gd name="connsiteX6" fmla="*/ 272427 w 739189"/>
              <a:gd name="connsiteY6" fmla="*/ 502458 h 807985"/>
              <a:gd name="connsiteX7" fmla="*/ 269360 w 739189"/>
              <a:gd name="connsiteY7" fmla="*/ 793927 h 807985"/>
              <a:gd name="connsiteX8" fmla="*/ 5727 w 739189"/>
              <a:gd name="connsiteY8" fmla="*/ 750108 h 807985"/>
              <a:gd name="connsiteX0" fmla="*/ 21132 w 656883"/>
              <a:gd name="connsiteY0" fmla="*/ 771446 h 813569"/>
              <a:gd name="connsiteX1" fmla="*/ 18671 w 656883"/>
              <a:gd name="connsiteY1" fmla="*/ 645333 h 813569"/>
              <a:gd name="connsiteX2" fmla="*/ 171071 w 656883"/>
              <a:gd name="connsiteY2" fmla="*/ 350058 h 813569"/>
              <a:gd name="connsiteX3" fmla="*/ 361571 w 656883"/>
              <a:gd name="connsiteY3" fmla="*/ 35733 h 813569"/>
              <a:gd name="connsiteX4" fmla="*/ 656846 w 656883"/>
              <a:gd name="connsiteY4" fmla="*/ 16683 h 813569"/>
              <a:gd name="connsiteX5" fmla="*/ 380621 w 656883"/>
              <a:gd name="connsiteY5" fmla="*/ 121458 h 813569"/>
              <a:gd name="connsiteX6" fmla="*/ 190121 w 656883"/>
              <a:gd name="connsiteY6" fmla="*/ 502458 h 813569"/>
              <a:gd name="connsiteX7" fmla="*/ 187054 w 656883"/>
              <a:gd name="connsiteY7" fmla="*/ 793927 h 813569"/>
              <a:gd name="connsiteX8" fmla="*/ 21132 w 656883"/>
              <a:gd name="connsiteY8" fmla="*/ 771446 h 813569"/>
              <a:gd name="connsiteX0" fmla="*/ 7169 w 642920"/>
              <a:gd name="connsiteY0" fmla="*/ 771446 h 817044"/>
              <a:gd name="connsiteX1" fmla="*/ 42708 w 642920"/>
              <a:gd name="connsiteY1" fmla="*/ 554649 h 817044"/>
              <a:gd name="connsiteX2" fmla="*/ 157108 w 642920"/>
              <a:gd name="connsiteY2" fmla="*/ 350058 h 817044"/>
              <a:gd name="connsiteX3" fmla="*/ 347608 w 642920"/>
              <a:gd name="connsiteY3" fmla="*/ 35733 h 817044"/>
              <a:gd name="connsiteX4" fmla="*/ 642883 w 642920"/>
              <a:gd name="connsiteY4" fmla="*/ 16683 h 817044"/>
              <a:gd name="connsiteX5" fmla="*/ 366658 w 642920"/>
              <a:gd name="connsiteY5" fmla="*/ 121458 h 817044"/>
              <a:gd name="connsiteX6" fmla="*/ 176158 w 642920"/>
              <a:gd name="connsiteY6" fmla="*/ 502458 h 817044"/>
              <a:gd name="connsiteX7" fmla="*/ 173091 w 642920"/>
              <a:gd name="connsiteY7" fmla="*/ 793927 h 817044"/>
              <a:gd name="connsiteX8" fmla="*/ 7169 w 642920"/>
              <a:gd name="connsiteY8" fmla="*/ 771446 h 817044"/>
              <a:gd name="connsiteX0" fmla="*/ 16384 w 614136"/>
              <a:gd name="connsiteY0" fmla="*/ 720770 h 804122"/>
              <a:gd name="connsiteX1" fmla="*/ 13924 w 614136"/>
              <a:gd name="connsiteY1" fmla="*/ 554649 h 804122"/>
              <a:gd name="connsiteX2" fmla="*/ 128324 w 614136"/>
              <a:gd name="connsiteY2" fmla="*/ 350058 h 804122"/>
              <a:gd name="connsiteX3" fmla="*/ 318824 w 614136"/>
              <a:gd name="connsiteY3" fmla="*/ 35733 h 804122"/>
              <a:gd name="connsiteX4" fmla="*/ 614099 w 614136"/>
              <a:gd name="connsiteY4" fmla="*/ 16683 h 804122"/>
              <a:gd name="connsiteX5" fmla="*/ 337874 w 614136"/>
              <a:gd name="connsiteY5" fmla="*/ 121458 h 804122"/>
              <a:gd name="connsiteX6" fmla="*/ 147374 w 614136"/>
              <a:gd name="connsiteY6" fmla="*/ 502458 h 804122"/>
              <a:gd name="connsiteX7" fmla="*/ 144307 w 614136"/>
              <a:gd name="connsiteY7" fmla="*/ 793927 h 804122"/>
              <a:gd name="connsiteX8" fmla="*/ 16384 w 614136"/>
              <a:gd name="connsiteY8" fmla="*/ 720770 h 804122"/>
              <a:gd name="connsiteX0" fmla="*/ 12033 w 609785"/>
              <a:gd name="connsiteY0" fmla="*/ 720770 h 804375"/>
              <a:gd name="connsiteX1" fmla="*/ 9573 w 609785"/>
              <a:gd name="connsiteY1" fmla="*/ 554649 h 804375"/>
              <a:gd name="connsiteX2" fmla="*/ 123973 w 609785"/>
              <a:gd name="connsiteY2" fmla="*/ 350058 h 804375"/>
              <a:gd name="connsiteX3" fmla="*/ 314473 w 609785"/>
              <a:gd name="connsiteY3" fmla="*/ 35733 h 804375"/>
              <a:gd name="connsiteX4" fmla="*/ 609748 w 609785"/>
              <a:gd name="connsiteY4" fmla="*/ 16683 h 804375"/>
              <a:gd name="connsiteX5" fmla="*/ 333523 w 609785"/>
              <a:gd name="connsiteY5" fmla="*/ 121458 h 804375"/>
              <a:gd name="connsiteX6" fmla="*/ 143023 w 609785"/>
              <a:gd name="connsiteY6" fmla="*/ 502458 h 804375"/>
              <a:gd name="connsiteX7" fmla="*/ 139956 w 609785"/>
              <a:gd name="connsiteY7" fmla="*/ 793927 h 804375"/>
              <a:gd name="connsiteX8" fmla="*/ 12033 w 609785"/>
              <a:gd name="connsiteY8" fmla="*/ 720770 h 804375"/>
              <a:gd name="connsiteX0" fmla="*/ 4465 w 602217"/>
              <a:gd name="connsiteY0" fmla="*/ 720770 h 804820"/>
              <a:gd name="connsiteX1" fmla="*/ 37290 w 602217"/>
              <a:gd name="connsiteY1" fmla="*/ 511974 h 804820"/>
              <a:gd name="connsiteX2" fmla="*/ 116405 w 602217"/>
              <a:gd name="connsiteY2" fmla="*/ 350058 h 804820"/>
              <a:gd name="connsiteX3" fmla="*/ 306905 w 602217"/>
              <a:gd name="connsiteY3" fmla="*/ 35733 h 804820"/>
              <a:gd name="connsiteX4" fmla="*/ 602180 w 602217"/>
              <a:gd name="connsiteY4" fmla="*/ 16683 h 804820"/>
              <a:gd name="connsiteX5" fmla="*/ 325955 w 602217"/>
              <a:gd name="connsiteY5" fmla="*/ 121458 h 804820"/>
              <a:gd name="connsiteX6" fmla="*/ 135455 w 602217"/>
              <a:gd name="connsiteY6" fmla="*/ 502458 h 804820"/>
              <a:gd name="connsiteX7" fmla="*/ 132388 w 602217"/>
              <a:gd name="connsiteY7" fmla="*/ 793927 h 804820"/>
              <a:gd name="connsiteX8" fmla="*/ 4465 w 602217"/>
              <a:gd name="connsiteY8" fmla="*/ 720770 h 804820"/>
              <a:gd name="connsiteX0" fmla="*/ 4382 w 602134"/>
              <a:gd name="connsiteY0" fmla="*/ 719924 h 803974"/>
              <a:gd name="connsiteX1" fmla="*/ 37207 w 602134"/>
              <a:gd name="connsiteY1" fmla="*/ 511128 h 803974"/>
              <a:gd name="connsiteX2" fmla="*/ 110894 w 602134"/>
              <a:gd name="connsiteY2" fmla="*/ 335876 h 803974"/>
              <a:gd name="connsiteX3" fmla="*/ 306822 w 602134"/>
              <a:gd name="connsiteY3" fmla="*/ 34887 h 803974"/>
              <a:gd name="connsiteX4" fmla="*/ 602097 w 602134"/>
              <a:gd name="connsiteY4" fmla="*/ 15837 h 803974"/>
              <a:gd name="connsiteX5" fmla="*/ 325872 w 602134"/>
              <a:gd name="connsiteY5" fmla="*/ 120612 h 803974"/>
              <a:gd name="connsiteX6" fmla="*/ 135372 w 602134"/>
              <a:gd name="connsiteY6" fmla="*/ 501612 h 803974"/>
              <a:gd name="connsiteX7" fmla="*/ 132305 w 602134"/>
              <a:gd name="connsiteY7" fmla="*/ 793081 h 803974"/>
              <a:gd name="connsiteX8" fmla="*/ 4382 w 602134"/>
              <a:gd name="connsiteY8" fmla="*/ 719924 h 803974"/>
              <a:gd name="connsiteX0" fmla="*/ 4382 w 602134"/>
              <a:gd name="connsiteY0" fmla="*/ 719924 h 794293"/>
              <a:gd name="connsiteX1" fmla="*/ 37207 w 602134"/>
              <a:gd name="connsiteY1" fmla="*/ 511128 h 794293"/>
              <a:gd name="connsiteX2" fmla="*/ 110894 w 602134"/>
              <a:gd name="connsiteY2" fmla="*/ 335876 h 794293"/>
              <a:gd name="connsiteX3" fmla="*/ 306822 w 602134"/>
              <a:gd name="connsiteY3" fmla="*/ 34887 h 794293"/>
              <a:gd name="connsiteX4" fmla="*/ 602097 w 602134"/>
              <a:gd name="connsiteY4" fmla="*/ 15837 h 794293"/>
              <a:gd name="connsiteX5" fmla="*/ 325872 w 602134"/>
              <a:gd name="connsiteY5" fmla="*/ 120612 h 794293"/>
              <a:gd name="connsiteX6" fmla="*/ 135372 w 602134"/>
              <a:gd name="connsiteY6" fmla="*/ 501612 h 794293"/>
              <a:gd name="connsiteX7" fmla="*/ 104762 w 602134"/>
              <a:gd name="connsiteY7" fmla="*/ 670727 h 794293"/>
              <a:gd name="connsiteX8" fmla="*/ 132305 w 602134"/>
              <a:gd name="connsiteY8" fmla="*/ 793081 h 794293"/>
              <a:gd name="connsiteX9" fmla="*/ 4382 w 602134"/>
              <a:gd name="connsiteY9" fmla="*/ 719924 h 794293"/>
              <a:gd name="connsiteX0" fmla="*/ 4731 w 602483"/>
              <a:gd name="connsiteY0" fmla="*/ 716537 h 790906"/>
              <a:gd name="connsiteX1" fmla="*/ 37556 w 602483"/>
              <a:gd name="connsiteY1" fmla="*/ 507741 h 790906"/>
              <a:gd name="connsiteX2" fmla="*/ 132957 w 602483"/>
              <a:gd name="connsiteY2" fmla="*/ 276478 h 790906"/>
              <a:gd name="connsiteX3" fmla="*/ 307171 w 602483"/>
              <a:gd name="connsiteY3" fmla="*/ 31500 h 790906"/>
              <a:gd name="connsiteX4" fmla="*/ 602446 w 602483"/>
              <a:gd name="connsiteY4" fmla="*/ 12450 h 790906"/>
              <a:gd name="connsiteX5" fmla="*/ 326221 w 602483"/>
              <a:gd name="connsiteY5" fmla="*/ 117225 h 790906"/>
              <a:gd name="connsiteX6" fmla="*/ 135721 w 602483"/>
              <a:gd name="connsiteY6" fmla="*/ 498225 h 790906"/>
              <a:gd name="connsiteX7" fmla="*/ 105111 w 602483"/>
              <a:gd name="connsiteY7" fmla="*/ 667340 h 790906"/>
              <a:gd name="connsiteX8" fmla="*/ 132654 w 602483"/>
              <a:gd name="connsiteY8" fmla="*/ 789694 h 790906"/>
              <a:gd name="connsiteX9" fmla="*/ 4731 w 602483"/>
              <a:gd name="connsiteY9" fmla="*/ 716537 h 79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483" h="790906">
                <a:moveTo>
                  <a:pt x="4731" y="716537"/>
                </a:moveTo>
                <a:cubicBezTo>
                  <a:pt x="-11119" y="669545"/>
                  <a:pt x="16185" y="581084"/>
                  <a:pt x="37556" y="507741"/>
                </a:cubicBezTo>
                <a:cubicBezTo>
                  <a:pt x="58927" y="434398"/>
                  <a:pt x="88021" y="355852"/>
                  <a:pt x="132957" y="276478"/>
                </a:cubicBezTo>
                <a:cubicBezTo>
                  <a:pt x="177893" y="197104"/>
                  <a:pt x="228923" y="75505"/>
                  <a:pt x="307171" y="31500"/>
                </a:cubicBezTo>
                <a:cubicBezTo>
                  <a:pt x="385419" y="-12505"/>
                  <a:pt x="599271" y="-1837"/>
                  <a:pt x="602446" y="12450"/>
                </a:cubicBezTo>
                <a:cubicBezTo>
                  <a:pt x="605621" y="26737"/>
                  <a:pt x="404008" y="36263"/>
                  <a:pt x="326221" y="117225"/>
                </a:cubicBezTo>
                <a:cubicBezTo>
                  <a:pt x="248434" y="198187"/>
                  <a:pt x="168954" y="405650"/>
                  <a:pt x="135721" y="498225"/>
                </a:cubicBezTo>
                <a:cubicBezTo>
                  <a:pt x="102488" y="590800"/>
                  <a:pt x="105622" y="618762"/>
                  <a:pt x="105111" y="667340"/>
                </a:cubicBezTo>
                <a:cubicBezTo>
                  <a:pt x="104600" y="715918"/>
                  <a:pt x="149384" y="781495"/>
                  <a:pt x="132654" y="789694"/>
                </a:cubicBezTo>
                <a:cubicBezTo>
                  <a:pt x="115924" y="797894"/>
                  <a:pt x="20581" y="763529"/>
                  <a:pt x="4731" y="716537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1AF05D04-F0C9-8183-7708-544A54152E63}"/>
              </a:ext>
            </a:extLst>
          </p:cNvPr>
          <p:cNvSpPr/>
          <p:nvPr/>
        </p:nvSpPr>
        <p:spPr>
          <a:xfrm flipV="1">
            <a:off x="4440556" y="4066251"/>
            <a:ext cx="611404" cy="553487"/>
          </a:xfrm>
          <a:custGeom>
            <a:avLst/>
            <a:gdLst>
              <a:gd name="connsiteX0" fmla="*/ 9921 w 686196"/>
              <a:gd name="connsiteY0" fmla="*/ 743175 h 763669"/>
              <a:gd name="connsiteX1" fmla="*/ 19446 w 686196"/>
              <a:gd name="connsiteY1" fmla="*/ 657450 h 763669"/>
              <a:gd name="connsiteX2" fmla="*/ 143271 w 686196"/>
              <a:gd name="connsiteY2" fmla="*/ 495525 h 763669"/>
              <a:gd name="connsiteX3" fmla="*/ 390921 w 686196"/>
              <a:gd name="connsiteY3" fmla="*/ 47850 h 763669"/>
              <a:gd name="connsiteX4" fmla="*/ 686196 w 686196"/>
              <a:gd name="connsiteY4" fmla="*/ 28800 h 763669"/>
              <a:gd name="connsiteX5" fmla="*/ 390921 w 686196"/>
              <a:gd name="connsiteY5" fmla="*/ 190725 h 763669"/>
              <a:gd name="connsiteX6" fmla="*/ 248046 w 686196"/>
              <a:gd name="connsiteY6" fmla="*/ 609825 h 763669"/>
              <a:gd name="connsiteX7" fmla="*/ 114696 w 686196"/>
              <a:gd name="connsiteY7" fmla="*/ 752700 h 763669"/>
              <a:gd name="connsiteX8" fmla="*/ 9921 w 686196"/>
              <a:gd name="connsiteY8" fmla="*/ 743175 h 763669"/>
              <a:gd name="connsiteX0" fmla="*/ 10923 w 687198"/>
              <a:gd name="connsiteY0" fmla="*/ 735818 h 756312"/>
              <a:gd name="connsiteX1" fmla="*/ 20448 w 687198"/>
              <a:gd name="connsiteY1" fmla="*/ 650093 h 756312"/>
              <a:gd name="connsiteX2" fmla="*/ 163323 w 687198"/>
              <a:gd name="connsiteY2" fmla="*/ 373868 h 756312"/>
              <a:gd name="connsiteX3" fmla="*/ 391923 w 687198"/>
              <a:gd name="connsiteY3" fmla="*/ 40493 h 756312"/>
              <a:gd name="connsiteX4" fmla="*/ 687198 w 687198"/>
              <a:gd name="connsiteY4" fmla="*/ 21443 h 756312"/>
              <a:gd name="connsiteX5" fmla="*/ 391923 w 687198"/>
              <a:gd name="connsiteY5" fmla="*/ 183368 h 756312"/>
              <a:gd name="connsiteX6" fmla="*/ 249048 w 687198"/>
              <a:gd name="connsiteY6" fmla="*/ 602468 h 756312"/>
              <a:gd name="connsiteX7" fmla="*/ 115698 w 687198"/>
              <a:gd name="connsiteY7" fmla="*/ 745343 h 756312"/>
              <a:gd name="connsiteX8" fmla="*/ 10923 w 687198"/>
              <a:gd name="connsiteY8" fmla="*/ 735818 h 756312"/>
              <a:gd name="connsiteX0" fmla="*/ 10923 w 687198"/>
              <a:gd name="connsiteY0" fmla="*/ 735818 h 763355"/>
              <a:gd name="connsiteX1" fmla="*/ 20448 w 687198"/>
              <a:gd name="connsiteY1" fmla="*/ 650093 h 763355"/>
              <a:gd name="connsiteX2" fmla="*/ 163323 w 687198"/>
              <a:gd name="connsiteY2" fmla="*/ 373868 h 763355"/>
              <a:gd name="connsiteX3" fmla="*/ 391923 w 687198"/>
              <a:gd name="connsiteY3" fmla="*/ 40493 h 763355"/>
              <a:gd name="connsiteX4" fmla="*/ 687198 w 687198"/>
              <a:gd name="connsiteY4" fmla="*/ 21443 h 763355"/>
              <a:gd name="connsiteX5" fmla="*/ 391923 w 687198"/>
              <a:gd name="connsiteY5" fmla="*/ 183368 h 763355"/>
              <a:gd name="connsiteX6" fmla="*/ 220473 w 687198"/>
              <a:gd name="connsiteY6" fmla="*/ 507218 h 763355"/>
              <a:gd name="connsiteX7" fmla="*/ 115698 w 687198"/>
              <a:gd name="connsiteY7" fmla="*/ 745343 h 763355"/>
              <a:gd name="connsiteX8" fmla="*/ 10923 w 687198"/>
              <a:gd name="connsiteY8" fmla="*/ 735818 h 763355"/>
              <a:gd name="connsiteX0" fmla="*/ 8989 w 685264"/>
              <a:gd name="connsiteY0" fmla="*/ 735818 h 778755"/>
              <a:gd name="connsiteX1" fmla="*/ 18514 w 685264"/>
              <a:gd name="connsiteY1" fmla="*/ 650093 h 778755"/>
              <a:gd name="connsiteX2" fmla="*/ 161389 w 685264"/>
              <a:gd name="connsiteY2" fmla="*/ 373868 h 778755"/>
              <a:gd name="connsiteX3" fmla="*/ 389989 w 685264"/>
              <a:gd name="connsiteY3" fmla="*/ 40493 h 778755"/>
              <a:gd name="connsiteX4" fmla="*/ 685264 w 685264"/>
              <a:gd name="connsiteY4" fmla="*/ 21443 h 778755"/>
              <a:gd name="connsiteX5" fmla="*/ 389989 w 685264"/>
              <a:gd name="connsiteY5" fmla="*/ 183368 h 778755"/>
              <a:gd name="connsiteX6" fmla="*/ 218539 w 685264"/>
              <a:gd name="connsiteY6" fmla="*/ 507218 h 778755"/>
              <a:gd name="connsiteX7" fmla="*/ 85189 w 685264"/>
              <a:gd name="connsiteY7" fmla="*/ 764393 h 778755"/>
              <a:gd name="connsiteX8" fmla="*/ 8989 w 685264"/>
              <a:gd name="connsiteY8" fmla="*/ 735818 h 778755"/>
              <a:gd name="connsiteX0" fmla="*/ 1790 w 735215"/>
              <a:gd name="connsiteY0" fmla="*/ 754868 h 784578"/>
              <a:gd name="connsiteX1" fmla="*/ 68465 w 735215"/>
              <a:gd name="connsiteY1" fmla="*/ 650093 h 784578"/>
              <a:gd name="connsiteX2" fmla="*/ 211340 w 735215"/>
              <a:gd name="connsiteY2" fmla="*/ 373868 h 784578"/>
              <a:gd name="connsiteX3" fmla="*/ 439940 w 735215"/>
              <a:gd name="connsiteY3" fmla="*/ 40493 h 784578"/>
              <a:gd name="connsiteX4" fmla="*/ 735215 w 735215"/>
              <a:gd name="connsiteY4" fmla="*/ 21443 h 784578"/>
              <a:gd name="connsiteX5" fmla="*/ 439940 w 735215"/>
              <a:gd name="connsiteY5" fmla="*/ 183368 h 784578"/>
              <a:gd name="connsiteX6" fmla="*/ 268490 w 735215"/>
              <a:gd name="connsiteY6" fmla="*/ 507218 h 784578"/>
              <a:gd name="connsiteX7" fmla="*/ 135140 w 735215"/>
              <a:gd name="connsiteY7" fmla="*/ 764393 h 784578"/>
              <a:gd name="connsiteX8" fmla="*/ 1790 w 735215"/>
              <a:gd name="connsiteY8" fmla="*/ 754868 h 784578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15"/>
              <a:gd name="connsiteY0" fmla="*/ 754868 h 771601"/>
              <a:gd name="connsiteX1" fmla="*/ 68465 w 735215"/>
              <a:gd name="connsiteY1" fmla="*/ 650093 h 771601"/>
              <a:gd name="connsiteX2" fmla="*/ 211340 w 735215"/>
              <a:gd name="connsiteY2" fmla="*/ 373868 h 771601"/>
              <a:gd name="connsiteX3" fmla="*/ 439940 w 735215"/>
              <a:gd name="connsiteY3" fmla="*/ 40493 h 771601"/>
              <a:gd name="connsiteX4" fmla="*/ 735215 w 735215"/>
              <a:gd name="connsiteY4" fmla="*/ 21443 h 771601"/>
              <a:gd name="connsiteX5" fmla="*/ 439940 w 735215"/>
              <a:gd name="connsiteY5" fmla="*/ 183368 h 771601"/>
              <a:gd name="connsiteX6" fmla="*/ 268490 w 735215"/>
              <a:gd name="connsiteY6" fmla="*/ 507218 h 771601"/>
              <a:gd name="connsiteX7" fmla="*/ 135140 w 735215"/>
              <a:gd name="connsiteY7" fmla="*/ 745343 h 771601"/>
              <a:gd name="connsiteX8" fmla="*/ 1790 w 735215"/>
              <a:gd name="connsiteY8" fmla="*/ 754868 h 771601"/>
              <a:gd name="connsiteX0" fmla="*/ 1790 w 735252"/>
              <a:gd name="connsiteY0" fmla="*/ 751335 h 768068"/>
              <a:gd name="connsiteX1" fmla="*/ 68465 w 735252"/>
              <a:gd name="connsiteY1" fmla="*/ 646560 h 768068"/>
              <a:gd name="connsiteX2" fmla="*/ 211340 w 735252"/>
              <a:gd name="connsiteY2" fmla="*/ 370335 h 768068"/>
              <a:gd name="connsiteX3" fmla="*/ 439940 w 735252"/>
              <a:gd name="connsiteY3" fmla="*/ 36960 h 768068"/>
              <a:gd name="connsiteX4" fmla="*/ 735215 w 735252"/>
              <a:gd name="connsiteY4" fmla="*/ 17910 h 768068"/>
              <a:gd name="connsiteX5" fmla="*/ 458990 w 735252"/>
              <a:gd name="connsiteY5" fmla="*/ 122685 h 768068"/>
              <a:gd name="connsiteX6" fmla="*/ 268490 w 735252"/>
              <a:gd name="connsiteY6" fmla="*/ 503685 h 768068"/>
              <a:gd name="connsiteX7" fmla="*/ 135140 w 735252"/>
              <a:gd name="connsiteY7" fmla="*/ 741810 h 768068"/>
              <a:gd name="connsiteX8" fmla="*/ 1790 w 735252"/>
              <a:gd name="connsiteY8" fmla="*/ 751335 h 768068"/>
              <a:gd name="connsiteX0" fmla="*/ 424 w 733886"/>
              <a:gd name="connsiteY0" fmla="*/ 751335 h 768068"/>
              <a:gd name="connsiteX1" fmla="*/ 95674 w 733886"/>
              <a:gd name="connsiteY1" fmla="*/ 646560 h 768068"/>
              <a:gd name="connsiteX2" fmla="*/ 209974 w 733886"/>
              <a:gd name="connsiteY2" fmla="*/ 370335 h 768068"/>
              <a:gd name="connsiteX3" fmla="*/ 438574 w 733886"/>
              <a:gd name="connsiteY3" fmla="*/ 36960 h 768068"/>
              <a:gd name="connsiteX4" fmla="*/ 733849 w 733886"/>
              <a:gd name="connsiteY4" fmla="*/ 17910 h 768068"/>
              <a:gd name="connsiteX5" fmla="*/ 457624 w 733886"/>
              <a:gd name="connsiteY5" fmla="*/ 122685 h 768068"/>
              <a:gd name="connsiteX6" fmla="*/ 267124 w 733886"/>
              <a:gd name="connsiteY6" fmla="*/ 503685 h 768068"/>
              <a:gd name="connsiteX7" fmla="*/ 133774 w 733886"/>
              <a:gd name="connsiteY7" fmla="*/ 741810 h 768068"/>
              <a:gd name="connsiteX8" fmla="*/ 424 w 733886"/>
              <a:gd name="connsiteY8" fmla="*/ 751335 h 768068"/>
              <a:gd name="connsiteX0" fmla="*/ 463 w 733925"/>
              <a:gd name="connsiteY0" fmla="*/ 750108 h 766841"/>
              <a:gd name="connsiteX1" fmla="*/ 95713 w 733925"/>
              <a:gd name="connsiteY1" fmla="*/ 645333 h 766841"/>
              <a:gd name="connsiteX2" fmla="*/ 248113 w 733925"/>
              <a:gd name="connsiteY2" fmla="*/ 350058 h 766841"/>
              <a:gd name="connsiteX3" fmla="*/ 438613 w 733925"/>
              <a:gd name="connsiteY3" fmla="*/ 35733 h 766841"/>
              <a:gd name="connsiteX4" fmla="*/ 733888 w 733925"/>
              <a:gd name="connsiteY4" fmla="*/ 16683 h 766841"/>
              <a:gd name="connsiteX5" fmla="*/ 457663 w 733925"/>
              <a:gd name="connsiteY5" fmla="*/ 121458 h 766841"/>
              <a:gd name="connsiteX6" fmla="*/ 267163 w 733925"/>
              <a:gd name="connsiteY6" fmla="*/ 502458 h 766841"/>
              <a:gd name="connsiteX7" fmla="*/ 133813 w 733925"/>
              <a:gd name="connsiteY7" fmla="*/ 740583 h 766841"/>
              <a:gd name="connsiteX8" fmla="*/ 463 w 733925"/>
              <a:gd name="connsiteY8" fmla="*/ 750108 h 766841"/>
              <a:gd name="connsiteX0" fmla="*/ 3538 w 737000"/>
              <a:gd name="connsiteY0" fmla="*/ 750108 h 752603"/>
              <a:gd name="connsiteX1" fmla="*/ 98788 w 737000"/>
              <a:gd name="connsiteY1" fmla="*/ 645333 h 752603"/>
              <a:gd name="connsiteX2" fmla="*/ 251188 w 737000"/>
              <a:gd name="connsiteY2" fmla="*/ 350058 h 752603"/>
              <a:gd name="connsiteX3" fmla="*/ 441688 w 737000"/>
              <a:gd name="connsiteY3" fmla="*/ 35733 h 752603"/>
              <a:gd name="connsiteX4" fmla="*/ 736963 w 737000"/>
              <a:gd name="connsiteY4" fmla="*/ 16683 h 752603"/>
              <a:gd name="connsiteX5" fmla="*/ 460738 w 737000"/>
              <a:gd name="connsiteY5" fmla="*/ 121458 h 752603"/>
              <a:gd name="connsiteX6" fmla="*/ 270238 w 737000"/>
              <a:gd name="connsiteY6" fmla="*/ 502458 h 752603"/>
              <a:gd name="connsiteX7" fmla="*/ 222613 w 737000"/>
              <a:gd name="connsiteY7" fmla="*/ 701259 h 752603"/>
              <a:gd name="connsiteX8" fmla="*/ 3538 w 737000"/>
              <a:gd name="connsiteY8" fmla="*/ 750108 h 752603"/>
              <a:gd name="connsiteX0" fmla="*/ 37600 w 644855"/>
              <a:gd name="connsiteY0" fmla="*/ 759939 h 761876"/>
              <a:gd name="connsiteX1" fmla="*/ 6643 w 644855"/>
              <a:gd name="connsiteY1" fmla="*/ 645333 h 761876"/>
              <a:gd name="connsiteX2" fmla="*/ 159043 w 644855"/>
              <a:gd name="connsiteY2" fmla="*/ 350058 h 761876"/>
              <a:gd name="connsiteX3" fmla="*/ 349543 w 644855"/>
              <a:gd name="connsiteY3" fmla="*/ 35733 h 761876"/>
              <a:gd name="connsiteX4" fmla="*/ 644818 w 644855"/>
              <a:gd name="connsiteY4" fmla="*/ 16683 h 761876"/>
              <a:gd name="connsiteX5" fmla="*/ 368593 w 644855"/>
              <a:gd name="connsiteY5" fmla="*/ 121458 h 761876"/>
              <a:gd name="connsiteX6" fmla="*/ 178093 w 644855"/>
              <a:gd name="connsiteY6" fmla="*/ 502458 h 761876"/>
              <a:gd name="connsiteX7" fmla="*/ 130468 w 644855"/>
              <a:gd name="connsiteY7" fmla="*/ 701259 h 761876"/>
              <a:gd name="connsiteX8" fmla="*/ 37600 w 644855"/>
              <a:gd name="connsiteY8" fmla="*/ 759939 h 761876"/>
              <a:gd name="connsiteX0" fmla="*/ 12056 w 619311"/>
              <a:gd name="connsiteY0" fmla="*/ 759939 h 763137"/>
              <a:gd name="connsiteX1" fmla="*/ 14437 w 619311"/>
              <a:gd name="connsiteY1" fmla="*/ 622394 h 763137"/>
              <a:gd name="connsiteX2" fmla="*/ 133499 w 619311"/>
              <a:gd name="connsiteY2" fmla="*/ 350058 h 763137"/>
              <a:gd name="connsiteX3" fmla="*/ 323999 w 619311"/>
              <a:gd name="connsiteY3" fmla="*/ 35733 h 763137"/>
              <a:gd name="connsiteX4" fmla="*/ 619274 w 619311"/>
              <a:gd name="connsiteY4" fmla="*/ 16683 h 763137"/>
              <a:gd name="connsiteX5" fmla="*/ 343049 w 619311"/>
              <a:gd name="connsiteY5" fmla="*/ 121458 h 763137"/>
              <a:gd name="connsiteX6" fmla="*/ 152549 w 619311"/>
              <a:gd name="connsiteY6" fmla="*/ 502458 h 763137"/>
              <a:gd name="connsiteX7" fmla="*/ 104924 w 619311"/>
              <a:gd name="connsiteY7" fmla="*/ 701259 h 763137"/>
              <a:gd name="connsiteX8" fmla="*/ 12056 w 619311"/>
              <a:gd name="connsiteY8" fmla="*/ 759939 h 763137"/>
              <a:gd name="connsiteX0" fmla="*/ 13264 w 620519"/>
              <a:gd name="connsiteY0" fmla="*/ 759939 h 761307"/>
              <a:gd name="connsiteX1" fmla="*/ 15645 w 620519"/>
              <a:gd name="connsiteY1" fmla="*/ 622394 h 761307"/>
              <a:gd name="connsiteX2" fmla="*/ 134707 w 620519"/>
              <a:gd name="connsiteY2" fmla="*/ 350058 h 761307"/>
              <a:gd name="connsiteX3" fmla="*/ 325207 w 620519"/>
              <a:gd name="connsiteY3" fmla="*/ 35733 h 761307"/>
              <a:gd name="connsiteX4" fmla="*/ 620482 w 620519"/>
              <a:gd name="connsiteY4" fmla="*/ 16683 h 761307"/>
              <a:gd name="connsiteX5" fmla="*/ 344257 w 620519"/>
              <a:gd name="connsiteY5" fmla="*/ 121458 h 761307"/>
              <a:gd name="connsiteX6" fmla="*/ 153757 w 620519"/>
              <a:gd name="connsiteY6" fmla="*/ 502458 h 761307"/>
              <a:gd name="connsiteX7" fmla="*/ 125182 w 620519"/>
              <a:gd name="connsiteY7" fmla="*/ 681597 h 761307"/>
              <a:gd name="connsiteX8" fmla="*/ 13264 w 620519"/>
              <a:gd name="connsiteY8" fmla="*/ 759939 h 761307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702"/>
              <a:gd name="connsiteX1" fmla="*/ 30995 w 612056"/>
              <a:gd name="connsiteY1" fmla="*/ 612563 h 761702"/>
              <a:gd name="connsiteX2" fmla="*/ 126244 w 612056"/>
              <a:gd name="connsiteY2" fmla="*/ 350058 h 761702"/>
              <a:gd name="connsiteX3" fmla="*/ 316744 w 612056"/>
              <a:gd name="connsiteY3" fmla="*/ 35733 h 761702"/>
              <a:gd name="connsiteX4" fmla="*/ 612019 w 612056"/>
              <a:gd name="connsiteY4" fmla="*/ 16683 h 761702"/>
              <a:gd name="connsiteX5" fmla="*/ 335794 w 612056"/>
              <a:gd name="connsiteY5" fmla="*/ 121458 h 761702"/>
              <a:gd name="connsiteX6" fmla="*/ 145294 w 612056"/>
              <a:gd name="connsiteY6" fmla="*/ 502458 h 761702"/>
              <a:gd name="connsiteX7" fmla="*/ 116719 w 612056"/>
              <a:gd name="connsiteY7" fmla="*/ 681597 h 761702"/>
              <a:gd name="connsiteX8" fmla="*/ 4801 w 612056"/>
              <a:gd name="connsiteY8" fmla="*/ 759939 h 761702"/>
              <a:gd name="connsiteX0" fmla="*/ 4801 w 612056"/>
              <a:gd name="connsiteY0" fmla="*/ 759939 h 761529"/>
              <a:gd name="connsiteX1" fmla="*/ 30995 w 612056"/>
              <a:gd name="connsiteY1" fmla="*/ 612563 h 761529"/>
              <a:gd name="connsiteX2" fmla="*/ 126244 w 612056"/>
              <a:gd name="connsiteY2" fmla="*/ 350058 h 761529"/>
              <a:gd name="connsiteX3" fmla="*/ 316744 w 612056"/>
              <a:gd name="connsiteY3" fmla="*/ 35733 h 761529"/>
              <a:gd name="connsiteX4" fmla="*/ 612019 w 612056"/>
              <a:gd name="connsiteY4" fmla="*/ 16683 h 761529"/>
              <a:gd name="connsiteX5" fmla="*/ 335794 w 612056"/>
              <a:gd name="connsiteY5" fmla="*/ 121458 h 761529"/>
              <a:gd name="connsiteX6" fmla="*/ 145294 w 612056"/>
              <a:gd name="connsiteY6" fmla="*/ 502458 h 761529"/>
              <a:gd name="connsiteX7" fmla="*/ 116719 w 612056"/>
              <a:gd name="connsiteY7" fmla="*/ 681597 h 761529"/>
              <a:gd name="connsiteX8" fmla="*/ 4801 w 612056"/>
              <a:gd name="connsiteY8" fmla="*/ 759939 h 761529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801 w 612055"/>
              <a:gd name="connsiteY0" fmla="*/ 759939 h 761687"/>
              <a:gd name="connsiteX1" fmla="*/ 30995 w 612055"/>
              <a:gd name="connsiteY1" fmla="*/ 612563 h 761687"/>
              <a:gd name="connsiteX2" fmla="*/ 126244 w 612055"/>
              <a:gd name="connsiteY2" fmla="*/ 350058 h 761687"/>
              <a:gd name="connsiteX3" fmla="*/ 316744 w 612055"/>
              <a:gd name="connsiteY3" fmla="*/ 35733 h 761687"/>
              <a:gd name="connsiteX4" fmla="*/ 612019 w 612055"/>
              <a:gd name="connsiteY4" fmla="*/ 16683 h 761687"/>
              <a:gd name="connsiteX5" fmla="*/ 335794 w 612055"/>
              <a:gd name="connsiteY5" fmla="*/ 121458 h 761687"/>
              <a:gd name="connsiteX6" fmla="*/ 157200 w 612055"/>
              <a:gd name="connsiteY6" fmla="*/ 505736 h 761687"/>
              <a:gd name="connsiteX7" fmla="*/ 116719 w 612055"/>
              <a:gd name="connsiteY7" fmla="*/ 681597 h 761687"/>
              <a:gd name="connsiteX8" fmla="*/ 4801 w 612055"/>
              <a:gd name="connsiteY8" fmla="*/ 759939 h 761687"/>
              <a:gd name="connsiteX0" fmla="*/ 4150 w 611404"/>
              <a:gd name="connsiteY0" fmla="*/ 759939 h 761687"/>
              <a:gd name="connsiteX1" fmla="*/ 30344 w 611404"/>
              <a:gd name="connsiteY1" fmla="*/ 612563 h 761687"/>
              <a:gd name="connsiteX2" fmla="*/ 125593 w 611404"/>
              <a:gd name="connsiteY2" fmla="*/ 350058 h 761687"/>
              <a:gd name="connsiteX3" fmla="*/ 316093 w 611404"/>
              <a:gd name="connsiteY3" fmla="*/ 35733 h 761687"/>
              <a:gd name="connsiteX4" fmla="*/ 611368 w 611404"/>
              <a:gd name="connsiteY4" fmla="*/ 16683 h 761687"/>
              <a:gd name="connsiteX5" fmla="*/ 335143 w 611404"/>
              <a:gd name="connsiteY5" fmla="*/ 121458 h 761687"/>
              <a:gd name="connsiteX6" fmla="*/ 156549 w 611404"/>
              <a:gd name="connsiteY6" fmla="*/ 505736 h 761687"/>
              <a:gd name="connsiteX7" fmla="*/ 106543 w 611404"/>
              <a:gd name="connsiteY7" fmla="*/ 681597 h 761687"/>
              <a:gd name="connsiteX8" fmla="*/ 4150 w 611404"/>
              <a:gd name="connsiteY8" fmla="*/ 759939 h 7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404" h="761687">
                <a:moveTo>
                  <a:pt x="4150" y="759939"/>
                </a:moveTo>
                <a:cubicBezTo>
                  <a:pt x="-8550" y="748433"/>
                  <a:pt x="10104" y="680876"/>
                  <a:pt x="30344" y="612563"/>
                </a:cubicBezTo>
                <a:cubicBezTo>
                  <a:pt x="50584" y="544250"/>
                  <a:pt x="77968" y="446196"/>
                  <a:pt x="125593" y="350058"/>
                </a:cubicBezTo>
                <a:cubicBezTo>
                  <a:pt x="173218" y="253920"/>
                  <a:pt x="235131" y="91296"/>
                  <a:pt x="316093" y="35733"/>
                </a:cubicBezTo>
                <a:cubicBezTo>
                  <a:pt x="397056" y="-19830"/>
                  <a:pt x="608193" y="2396"/>
                  <a:pt x="611368" y="16683"/>
                </a:cubicBezTo>
                <a:cubicBezTo>
                  <a:pt x="614543" y="30970"/>
                  <a:pt x="410946" y="39949"/>
                  <a:pt x="335143" y="121458"/>
                </a:cubicBezTo>
                <a:cubicBezTo>
                  <a:pt x="259340" y="202967"/>
                  <a:pt x="195443" y="408797"/>
                  <a:pt x="156549" y="505736"/>
                </a:cubicBezTo>
                <a:cubicBezTo>
                  <a:pt x="124799" y="589566"/>
                  <a:pt x="124799" y="639229"/>
                  <a:pt x="106543" y="681597"/>
                </a:cubicBezTo>
                <a:cubicBezTo>
                  <a:pt x="88287" y="723965"/>
                  <a:pt x="16850" y="771445"/>
                  <a:pt x="4150" y="759939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B8D9D83-BC82-6C31-632E-16147855948B}"/>
              </a:ext>
            </a:extLst>
          </p:cNvPr>
          <p:cNvGrpSpPr/>
          <p:nvPr/>
        </p:nvGrpSpPr>
        <p:grpSpPr>
          <a:xfrm>
            <a:off x="4635842" y="3744112"/>
            <a:ext cx="330191" cy="561955"/>
            <a:chOff x="4635842" y="3744112"/>
            <a:chExt cx="330191" cy="561955"/>
          </a:xfrm>
        </p:grpSpPr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990D76C3-DC09-A760-702E-4F9B9B1B8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1883" y="3744112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B37920B5-F939-498C-45EA-A718D0E09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842" y="3946006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8226C709-4176-8613-D8ED-63628E4654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62046" y="4143078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64CCE9C7-1F80-ADC9-C906-E64325196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767" y="4306067"/>
              <a:ext cx="258266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87DA7E46-C6B9-88AF-A477-F9FE26565083}"/>
              </a:ext>
            </a:extLst>
          </p:cNvPr>
          <p:cNvSpPr txBox="1"/>
          <p:nvPr/>
        </p:nvSpPr>
        <p:spPr>
          <a:xfrm>
            <a:off x="198375" y="4442160"/>
            <a:ext cx="16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Alveolar filling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ARDS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Pulmonary edema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Pneumonia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600" dirty="0"/>
              <a:t>DAH</a:t>
            </a: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EF53F44B-A09E-6A78-AFC4-7F342E4D47C8}"/>
              </a:ext>
            </a:extLst>
          </p:cNvPr>
          <p:cNvSpPr/>
          <p:nvPr/>
        </p:nvSpPr>
        <p:spPr>
          <a:xfrm>
            <a:off x="2422102" y="4040512"/>
            <a:ext cx="2090982" cy="655573"/>
          </a:xfrm>
          <a:custGeom>
            <a:avLst/>
            <a:gdLst>
              <a:gd name="connsiteX0" fmla="*/ 76901 w 2147614"/>
              <a:gd name="connsiteY0" fmla="*/ 139361 h 624678"/>
              <a:gd name="connsiteX1" fmla="*/ 500763 w 2147614"/>
              <a:gd name="connsiteY1" fmla="*/ 86974 h 624678"/>
              <a:gd name="connsiteX2" fmla="*/ 662688 w 2147614"/>
              <a:gd name="connsiteY2" fmla="*/ 6011 h 624678"/>
              <a:gd name="connsiteX3" fmla="*/ 1124651 w 2147614"/>
              <a:gd name="connsiteY3" fmla="*/ 15536 h 624678"/>
              <a:gd name="connsiteX4" fmla="*/ 1458026 w 2147614"/>
              <a:gd name="connsiteY4" fmla="*/ 91736 h 624678"/>
              <a:gd name="connsiteX5" fmla="*/ 1886651 w 2147614"/>
              <a:gd name="connsiteY5" fmla="*/ 67924 h 624678"/>
              <a:gd name="connsiteX6" fmla="*/ 2010476 w 2147614"/>
              <a:gd name="connsiteY6" fmla="*/ 306049 h 624678"/>
              <a:gd name="connsiteX7" fmla="*/ 2143826 w 2147614"/>
              <a:gd name="connsiteY7" fmla="*/ 477499 h 624678"/>
              <a:gd name="connsiteX8" fmla="*/ 1853313 w 2147614"/>
              <a:gd name="connsiteY8" fmla="*/ 606086 h 624678"/>
              <a:gd name="connsiteX9" fmla="*/ 905576 w 2147614"/>
              <a:gd name="connsiteY9" fmla="*/ 610849 h 624678"/>
              <a:gd name="connsiteX10" fmla="*/ 329313 w 2147614"/>
              <a:gd name="connsiteY10" fmla="*/ 482261 h 624678"/>
              <a:gd name="connsiteX11" fmla="*/ 81663 w 2147614"/>
              <a:gd name="connsiteY11" fmla="*/ 344149 h 624678"/>
              <a:gd name="connsiteX12" fmla="*/ 701 w 2147614"/>
              <a:gd name="connsiteY12" fmla="*/ 167936 h 624678"/>
              <a:gd name="connsiteX13" fmla="*/ 76901 w 2147614"/>
              <a:gd name="connsiteY13" fmla="*/ 139361 h 624678"/>
              <a:gd name="connsiteX0" fmla="*/ 76620 w 2147333"/>
              <a:gd name="connsiteY0" fmla="*/ 86973 h 624678"/>
              <a:gd name="connsiteX1" fmla="*/ 500482 w 2147333"/>
              <a:gd name="connsiteY1" fmla="*/ 86974 h 624678"/>
              <a:gd name="connsiteX2" fmla="*/ 662407 w 2147333"/>
              <a:gd name="connsiteY2" fmla="*/ 6011 h 624678"/>
              <a:gd name="connsiteX3" fmla="*/ 1124370 w 2147333"/>
              <a:gd name="connsiteY3" fmla="*/ 15536 h 624678"/>
              <a:gd name="connsiteX4" fmla="*/ 1457745 w 2147333"/>
              <a:gd name="connsiteY4" fmla="*/ 91736 h 624678"/>
              <a:gd name="connsiteX5" fmla="*/ 1886370 w 2147333"/>
              <a:gd name="connsiteY5" fmla="*/ 67924 h 624678"/>
              <a:gd name="connsiteX6" fmla="*/ 2010195 w 2147333"/>
              <a:gd name="connsiteY6" fmla="*/ 306049 h 624678"/>
              <a:gd name="connsiteX7" fmla="*/ 2143545 w 2147333"/>
              <a:gd name="connsiteY7" fmla="*/ 477499 h 624678"/>
              <a:gd name="connsiteX8" fmla="*/ 1853032 w 2147333"/>
              <a:gd name="connsiteY8" fmla="*/ 606086 h 624678"/>
              <a:gd name="connsiteX9" fmla="*/ 905295 w 2147333"/>
              <a:gd name="connsiteY9" fmla="*/ 610849 h 624678"/>
              <a:gd name="connsiteX10" fmla="*/ 329032 w 2147333"/>
              <a:gd name="connsiteY10" fmla="*/ 482261 h 624678"/>
              <a:gd name="connsiteX11" fmla="*/ 81382 w 2147333"/>
              <a:gd name="connsiteY11" fmla="*/ 344149 h 624678"/>
              <a:gd name="connsiteX12" fmla="*/ 420 w 2147333"/>
              <a:gd name="connsiteY12" fmla="*/ 167936 h 624678"/>
              <a:gd name="connsiteX13" fmla="*/ 76620 w 2147333"/>
              <a:gd name="connsiteY13" fmla="*/ 86973 h 624678"/>
              <a:gd name="connsiteX0" fmla="*/ 76620 w 2147333"/>
              <a:gd name="connsiteY0" fmla="*/ 98968 h 636673"/>
              <a:gd name="connsiteX1" fmla="*/ 500482 w 2147333"/>
              <a:gd name="connsiteY1" fmla="*/ 98969 h 636673"/>
              <a:gd name="connsiteX2" fmla="*/ 662407 w 2147333"/>
              <a:gd name="connsiteY2" fmla="*/ 3718 h 636673"/>
              <a:gd name="connsiteX3" fmla="*/ 1124370 w 2147333"/>
              <a:gd name="connsiteY3" fmla="*/ 27531 h 636673"/>
              <a:gd name="connsiteX4" fmla="*/ 1457745 w 2147333"/>
              <a:gd name="connsiteY4" fmla="*/ 103731 h 636673"/>
              <a:gd name="connsiteX5" fmla="*/ 1886370 w 2147333"/>
              <a:gd name="connsiteY5" fmla="*/ 79919 h 636673"/>
              <a:gd name="connsiteX6" fmla="*/ 2010195 w 2147333"/>
              <a:gd name="connsiteY6" fmla="*/ 318044 h 636673"/>
              <a:gd name="connsiteX7" fmla="*/ 2143545 w 2147333"/>
              <a:gd name="connsiteY7" fmla="*/ 489494 h 636673"/>
              <a:gd name="connsiteX8" fmla="*/ 1853032 w 2147333"/>
              <a:gd name="connsiteY8" fmla="*/ 618081 h 636673"/>
              <a:gd name="connsiteX9" fmla="*/ 905295 w 2147333"/>
              <a:gd name="connsiteY9" fmla="*/ 622844 h 636673"/>
              <a:gd name="connsiteX10" fmla="*/ 329032 w 2147333"/>
              <a:gd name="connsiteY10" fmla="*/ 494256 h 636673"/>
              <a:gd name="connsiteX11" fmla="*/ 81382 w 2147333"/>
              <a:gd name="connsiteY11" fmla="*/ 356144 h 636673"/>
              <a:gd name="connsiteX12" fmla="*/ 420 w 2147333"/>
              <a:gd name="connsiteY12" fmla="*/ 179931 h 636673"/>
              <a:gd name="connsiteX13" fmla="*/ 76620 w 2147333"/>
              <a:gd name="connsiteY13" fmla="*/ 98968 h 636673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57745 w 2147333"/>
              <a:gd name="connsiteY5" fmla="*/ 102486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333"/>
              <a:gd name="connsiteY0" fmla="*/ 97723 h 635428"/>
              <a:gd name="connsiteX1" fmla="*/ 500482 w 2147333"/>
              <a:gd name="connsiteY1" fmla="*/ 97724 h 635428"/>
              <a:gd name="connsiteX2" fmla="*/ 662407 w 2147333"/>
              <a:gd name="connsiteY2" fmla="*/ 2473 h 635428"/>
              <a:gd name="connsiteX3" fmla="*/ 1124370 w 2147333"/>
              <a:gd name="connsiteY3" fmla="*/ 26286 h 635428"/>
              <a:gd name="connsiteX4" fmla="*/ 1152945 w 2147333"/>
              <a:gd name="connsiteY4" fmla="*/ 7237 h 635428"/>
              <a:gd name="connsiteX5" fmla="*/ 1495845 w 2147333"/>
              <a:gd name="connsiteY5" fmla="*/ 31048 h 635428"/>
              <a:gd name="connsiteX6" fmla="*/ 1886370 w 2147333"/>
              <a:gd name="connsiteY6" fmla="*/ 78674 h 635428"/>
              <a:gd name="connsiteX7" fmla="*/ 2010195 w 2147333"/>
              <a:gd name="connsiteY7" fmla="*/ 316799 h 635428"/>
              <a:gd name="connsiteX8" fmla="*/ 2143545 w 2147333"/>
              <a:gd name="connsiteY8" fmla="*/ 488249 h 635428"/>
              <a:gd name="connsiteX9" fmla="*/ 1853032 w 2147333"/>
              <a:gd name="connsiteY9" fmla="*/ 616836 h 635428"/>
              <a:gd name="connsiteX10" fmla="*/ 905295 w 2147333"/>
              <a:gd name="connsiteY10" fmla="*/ 621599 h 635428"/>
              <a:gd name="connsiteX11" fmla="*/ 329032 w 2147333"/>
              <a:gd name="connsiteY11" fmla="*/ 493011 h 635428"/>
              <a:gd name="connsiteX12" fmla="*/ 81382 w 2147333"/>
              <a:gd name="connsiteY12" fmla="*/ 354899 h 635428"/>
              <a:gd name="connsiteX13" fmla="*/ 420 w 2147333"/>
              <a:gd name="connsiteY13" fmla="*/ 178686 h 635428"/>
              <a:gd name="connsiteX14" fmla="*/ 76620 w 2147333"/>
              <a:gd name="connsiteY14" fmla="*/ 97723 h 635428"/>
              <a:gd name="connsiteX0" fmla="*/ 76620 w 2147830"/>
              <a:gd name="connsiteY0" fmla="*/ 97723 h 635428"/>
              <a:gd name="connsiteX1" fmla="*/ 500482 w 2147830"/>
              <a:gd name="connsiteY1" fmla="*/ 97724 h 635428"/>
              <a:gd name="connsiteX2" fmla="*/ 662407 w 2147830"/>
              <a:gd name="connsiteY2" fmla="*/ 2473 h 635428"/>
              <a:gd name="connsiteX3" fmla="*/ 1124370 w 2147830"/>
              <a:gd name="connsiteY3" fmla="*/ 26286 h 635428"/>
              <a:gd name="connsiteX4" fmla="*/ 1152945 w 2147830"/>
              <a:gd name="connsiteY4" fmla="*/ 7237 h 635428"/>
              <a:gd name="connsiteX5" fmla="*/ 1495845 w 2147830"/>
              <a:gd name="connsiteY5" fmla="*/ 31048 h 635428"/>
              <a:gd name="connsiteX6" fmla="*/ 1786358 w 2147830"/>
              <a:gd name="connsiteY6" fmla="*/ 64387 h 635428"/>
              <a:gd name="connsiteX7" fmla="*/ 2010195 w 2147830"/>
              <a:gd name="connsiteY7" fmla="*/ 316799 h 635428"/>
              <a:gd name="connsiteX8" fmla="*/ 2143545 w 2147830"/>
              <a:gd name="connsiteY8" fmla="*/ 488249 h 635428"/>
              <a:gd name="connsiteX9" fmla="*/ 1853032 w 2147830"/>
              <a:gd name="connsiteY9" fmla="*/ 616836 h 635428"/>
              <a:gd name="connsiteX10" fmla="*/ 905295 w 2147830"/>
              <a:gd name="connsiteY10" fmla="*/ 621599 h 635428"/>
              <a:gd name="connsiteX11" fmla="*/ 329032 w 2147830"/>
              <a:gd name="connsiteY11" fmla="*/ 493011 h 635428"/>
              <a:gd name="connsiteX12" fmla="*/ 81382 w 2147830"/>
              <a:gd name="connsiteY12" fmla="*/ 354899 h 635428"/>
              <a:gd name="connsiteX13" fmla="*/ 420 w 2147830"/>
              <a:gd name="connsiteY13" fmla="*/ 178686 h 635428"/>
              <a:gd name="connsiteX14" fmla="*/ 76620 w 2147830"/>
              <a:gd name="connsiteY14" fmla="*/ 97723 h 635428"/>
              <a:gd name="connsiteX0" fmla="*/ 76620 w 2147830"/>
              <a:gd name="connsiteY0" fmla="*/ 97723 h 632954"/>
              <a:gd name="connsiteX1" fmla="*/ 500482 w 2147830"/>
              <a:gd name="connsiteY1" fmla="*/ 97724 h 632954"/>
              <a:gd name="connsiteX2" fmla="*/ 662407 w 2147830"/>
              <a:gd name="connsiteY2" fmla="*/ 2473 h 632954"/>
              <a:gd name="connsiteX3" fmla="*/ 1124370 w 2147830"/>
              <a:gd name="connsiteY3" fmla="*/ 26286 h 632954"/>
              <a:gd name="connsiteX4" fmla="*/ 1152945 w 2147830"/>
              <a:gd name="connsiteY4" fmla="*/ 7237 h 632954"/>
              <a:gd name="connsiteX5" fmla="*/ 1495845 w 2147830"/>
              <a:gd name="connsiteY5" fmla="*/ 31048 h 632954"/>
              <a:gd name="connsiteX6" fmla="*/ 1786358 w 2147830"/>
              <a:gd name="connsiteY6" fmla="*/ 64387 h 632954"/>
              <a:gd name="connsiteX7" fmla="*/ 2010195 w 2147830"/>
              <a:gd name="connsiteY7" fmla="*/ 316799 h 632954"/>
              <a:gd name="connsiteX8" fmla="*/ 2143545 w 2147830"/>
              <a:gd name="connsiteY8" fmla="*/ 535874 h 632954"/>
              <a:gd name="connsiteX9" fmla="*/ 1853032 w 2147830"/>
              <a:gd name="connsiteY9" fmla="*/ 616836 h 632954"/>
              <a:gd name="connsiteX10" fmla="*/ 905295 w 2147830"/>
              <a:gd name="connsiteY10" fmla="*/ 621599 h 632954"/>
              <a:gd name="connsiteX11" fmla="*/ 329032 w 2147830"/>
              <a:gd name="connsiteY11" fmla="*/ 493011 h 632954"/>
              <a:gd name="connsiteX12" fmla="*/ 81382 w 2147830"/>
              <a:gd name="connsiteY12" fmla="*/ 354899 h 632954"/>
              <a:gd name="connsiteX13" fmla="*/ 420 w 2147830"/>
              <a:gd name="connsiteY13" fmla="*/ 178686 h 632954"/>
              <a:gd name="connsiteX14" fmla="*/ 76620 w 2147830"/>
              <a:gd name="connsiteY14" fmla="*/ 97723 h 632954"/>
              <a:gd name="connsiteX0" fmla="*/ 76620 w 2147830"/>
              <a:gd name="connsiteY0" fmla="*/ 97955 h 633186"/>
              <a:gd name="connsiteX1" fmla="*/ 500482 w 2147830"/>
              <a:gd name="connsiteY1" fmla="*/ 97956 h 633186"/>
              <a:gd name="connsiteX2" fmla="*/ 662407 w 2147830"/>
              <a:gd name="connsiteY2" fmla="*/ 2705 h 633186"/>
              <a:gd name="connsiteX3" fmla="*/ 1124370 w 2147830"/>
              <a:gd name="connsiteY3" fmla="*/ 26518 h 633186"/>
              <a:gd name="connsiteX4" fmla="*/ 1495845 w 2147830"/>
              <a:gd name="connsiteY4" fmla="*/ 31280 h 633186"/>
              <a:gd name="connsiteX5" fmla="*/ 1786358 w 2147830"/>
              <a:gd name="connsiteY5" fmla="*/ 64619 h 633186"/>
              <a:gd name="connsiteX6" fmla="*/ 2010195 w 2147830"/>
              <a:gd name="connsiteY6" fmla="*/ 317031 h 633186"/>
              <a:gd name="connsiteX7" fmla="*/ 2143545 w 2147830"/>
              <a:gd name="connsiteY7" fmla="*/ 536106 h 633186"/>
              <a:gd name="connsiteX8" fmla="*/ 1853032 w 2147830"/>
              <a:gd name="connsiteY8" fmla="*/ 617068 h 633186"/>
              <a:gd name="connsiteX9" fmla="*/ 905295 w 2147830"/>
              <a:gd name="connsiteY9" fmla="*/ 621831 h 633186"/>
              <a:gd name="connsiteX10" fmla="*/ 329032 w 2147830"/>
              <a:gd name="connsiteY10" fmla="*/ 493243 h 633186"/>
              <a:gd name="connsiteX11" fmla="*/ 81382 w 2147830"/>
              <a:gd name="connsiteY11" fmla="*/ 355131 h 633186"/>
              <a:gd name="connsiteX12" fmla="*/ 420 w 2147830"/>
              <a:gd name="connsiteY12" fmla="*/ 178918 h 633186"/>
              <a:gd name="connsiteX13" fmla="*/ 76620 w 2147830"/>
              <a:gd name="connsiteY13" fmla="*/ 97955 h 633186"/>
              <a:gd name="connsiteX0" fmla="*/ 76620 w 2147830"/>
              <a:gd name="connsiteY0" fmla="*/ 112011 h 647242"/>
              <a:gd name="connsiteX1" fmla="*/ 500482 w 2147830"/>
              <a:gd name="connsiteY1" fmla="*/ 112012 h 647242"/>
              <a:gd name="connsiteX2" fmla="*/ 662407 w 2147830"/>
              <a:gd name="connsiteY2" fmla="*/ 16761 h 647242"/>
              <a:gd name="connsiteX3" fmla="*/ 1138657 w 2147830"/>
              <a:gd name="connsiteY3" fmla="*/ 2474 h 647242"/>
              <a:gd name="connsiteX4" fmla="*/ 1495845 w 2147830"/>
              <a:gd name="connsiteY4" fmla="*/ 45336 h 647242"/>
              <a:gd name="connsiteX5" fmla="*/ 1786358 w 2147830"/>
              <a:gd name="connsiteY5" fmla="*/ 78675 h 647242"/>
              <a:gd name="connsiteX6" fmla="*/ 2010195 w 2147830"/>
              <a:gd name="connsiteY6" fmla="*/ 331087 h 647242"/>
              <a:gd name="connsiteX7" fmla="*/ 2143545 w 2147830"/>
              <a:gd name="connsiteY7" fmla="*/ 550162 h 647242"/>
              <a:gd name="connsiteX8" fmla="*/ 1853032 w 2147830"/>
              <a:gd name="connsiteY8" fmla="*/ 631124 h 647242"/>
              <a:gd name="connsiteX9" fmla="*/ 905295 w 2147830"/>
              <a:gd name="connsiteY9" fmla="*/ 635887 h 647242"/>
              <a:gd name="connsiteX10" fmla="*/ 329032 w 2147830"/>
              <a:gd name="connsiteY10" fmla="*/ 507299 h 647242"/>
              <a:gd name="connsiteX11" fmla="*/ 81382 w 2147830"/>
              <a:gd name="connsiteY11" fmla="*/ 369187 h 647242"/>
              <a:gd name="connsiteX12" fmla="*/ 420 w 2147830"/>
              <a:gd name="connsiteY12" fmla="*/ 192974 h 647242"/>
              <a:gd name="connsiteX13" fmla="*/ 76620 w 2147830"/>
              <a:gd name="connsiteY13" fmla="*/ 112011 h 647242"/>
              <a:gd name="connsiteX0" fmla="*/ 76620 w 2147830"/>
              <a:gd name="connsiteY0" fmla="*/ 112529 h 647760"/>
              <a:gd name="connsiteX1" fmla="*/ 500482 w 2147830"/>
              <a:gd name="connsiteY1" fmla="*/ 112530 h 647760"/>
              <a:gd name="connsiteX2" fmla="*/ 662407 w 2147830"/>
              <a:gd name="connsiteY2" fmla="*/ 17279 h 647760"/>
              <a:gd name="connsiteX3" fmla="*/ 1138657 w 2147830"/>
              <a:gd name="connsiteY3" fmla="*/ 2992 h 647760"/>
              <a:gd name="connsiteX4" fmla="*/ 1514895 w 2147830"/>
              <a:gd name="connsiteY4" fmla="*/ 7754 h 647760"/>
              <a:gd name="connsiteX5" fmla="*/ 1786358 w 2147830"/>
              <a:gd name="connsiteY5" fmla="*/ 79193 h 647760"/>
              <a:gd name="connsiteX6" fmla="*/ 2010195 w 2147830"/>
              <a:gd name="connsiteY6" fmla="*/ 331605 h 647760"/>
              <a:gd name="connsiteX7" fmla="*/ 2143545 w 2147830"/>
              <a:gd name="connsiteY7" fmla="*/ 550680 h 647760"/>
              <a:gd name="connsiteX8" fmla="*/ 1853032 w 2147830"/>
              <a:gd name="connsiteY8" fmla="*/ 631642 h 647760"/>
              <a:gd name="connsiteX9" fmla="*/ 905295 w 2147830"/>
              <a:gd name="connsiteY9" fmla="*/ 636405 h 647760"/>
              <a:gd name="connsiteX10" fmla="*/ 329032 w 2147830"/>
              <a:gd name="connsiteY10" fmla="*/ 507817 h 647760"/>
              <a:gd name="connsiteX11" fmla="*/ 81382 w 2147830"/>
              <a:gd name="connsiteY11" fmla="*/ 369705 h 647760"/>
              <a:gd name="connsiteX12" fmla="*/ 420 w 2147830"/>
              <a:gd name="connsiteY12" fmla="*/ 193492 h 647760"/>
              <a:gd name="connsiteX13" fmla="*/ 76620 w 2147830"/>
              <a:gd name="connsiteY13" fmla="*/ 112529 h 647760"/>
              <a:gd name="connsiteX0" fmla="*/ 76620 w 2148024"/>
              <a:gd name="connsiteY0" fmla="*/ 113489 h 648720"/>
              <a:gd name="connsiteX1" fmla="*/ 500482 w 2148024"/>
              <a:gd name="connsiteY1" fmla="*/ 113490 h 648720"/>
              <a:gd name="connsiteX2" fmla="*/ 662407 w 2148024"/>
              <a:gd name="connsiteY2" fmla="*/ 18239 h 648720"/>
              <a:gd name="connsiteX3" fmla="*/ 1138657 w 2148024"/>
              <a:gd name="connsiteY3" fmla="*/ 3952 h 648720"/>
              <a:gd name="connsiteX4" fmla="*/ 1514895 w 2148024"/>
              <a:gd name="connsiteY4" fmla="*/ 8714 h 648720"/>
              <a:gd name="connsiteX5" fmla="*/ 1753021 w 2148024"/>
              <a:gd name="connsiteY5" fmla="*/ 94440 h 648720"/>
              <a:gd name="connsiteX6" fmla="*/ 2010195 w 2148024"/>
              <a:gd name="connsiteY6" fmla="*/ 332565 h 648720"/>
              <a:gd name="connsiteX7" fmla="*/ 2143545 w 2148024"/>
              <a:gd name="connsiteY7" fmla="*/ 551640 h 648720"/>
              <a:gd name="connsiteX8" fmla="*/ 1853032 w 2148024"/>
              <a:gd name="connsiteY8" fmla="*/ 632602 h 648720"/>
              <a:gd name="connsiteX9" fmla="*/ 905295 w 2148024"/>
              <a:gd name="connsiteY9" fmla="*/ 637365 h 648720"/>
              <a:gd name="connsiteX10" fmla="*/ 329032 w 2148024"/>
              <a:gd name="connsiteY10" fmla="*/ 508777 h 648720"/>
              <a:gd name="connsiteX11" fmla="*/ 81382 w 2148024"/>
              <a:gd name="connsiteY11" fmla="*/ 370665 h 648720"/>
              <a:gd name="connsiteX12" fmla="*/ 420 w 2148024"/>
              <a:gd name="connsiteY12" fmla="*/ 194452 h 648720"/>
              <a:gd name="connsiteX13" fmla="*/ 76620 w 2148024"/>
              <a:gd name="connsiteY13" fmla="*/ 113489 h 648720"/>
              <a:gd name="connsiteX0" fmla="*/ 76620 w 2145058"/>
              <a:gd name="connsiteY0" fmla="*/ 113489 h 648720"/>
              <a:gd name="connsiteX1" fmla="*/ 500482 w 2145058"/>
              <a:gd name="connsiteY1" fmla="*/ 113490 h 648720"/>
              <a:gd name="connsiteX2" fmla="*/ 662407 w 2145058"/>
              <a:gd name="connsiteY2" fmla="*/ 18239 h 648720"/>
              <a:gd name="connsiteX3" fmla="*/ 1138657 w 2145058"/>
              <a:gd name="connsiteY3" fmla="*/ 3952 h 648720"/>
              <a:gd name="connsiteX4" fmla="*/ 1514895 w 2145058"/>
              <a:gd name="connsiteY4" fmla="*/ 8714 h 648720"/>
              <a:gd name="connsiteX5" fmla="*/ 1753021 w 2145058"/>
              <a:gd name="connsiteY5" fmla="*/ 94440 h 648720"/>
              <a:gd name="connsiteX6" fmla="*/ 1957807 w 2145058"/>
              <a:gd name="connsiteY6" fmla="*/ 346852 h 648720"/>
              <a:gd name="connsiteX7" fmla="*/ 2143545 w 2145058"/>
              <a:gd name="connsiteY7" fmla="*/ 551640 h 648720"/>
              <a:gd name="connsiteX8" fmla="*/ 1853032 w 2145058"/>
              <a:gd name="connsiteY8" fmla="*/ 632602 h 648720"/>
              <a:gd name="connsiteX9" fmla="*/ 905295 w 2145058"/>
              <a:gd name="connsiteY9" fmla="*/ 637365 h 648720"/>
              <a:gd name="connsiteX10" fmla="*/ 329032 w 2145058"/>
              <a:gd name="connsiteY10" fmla="*/ 508777 h 648720"/>
              <a:gd name="connsiteX11" fmla="*/ 81382 w 2145058"/>
              <a:gd name="connsiteY11" fmla="*/ 370665 h 648720"/>
              <a:gd name="connsiteX12" fmla="*/ 420 w 2145058"/>
              <a:gd name="connsiteY12" fmla="*/ 194452 h 648720"/>
              <a:gd name="connsiteX13" fmla="*/ 76620 w 2145058"/>
              <a:gd name="connsiteY13" fmla="*/ 113489 h 648720"/>
              <a:gd name="connsiteX0" fmla="*/ 76620 w 1958622"/>
              <a:gd name="connsiteY0" fmla="*/ 113489 h 652863"/>
              <a:gd name="connsiteX1" fmla="*/ 500482 w 1958622"/>
              <a:gd name="connsiteY1" fmla="*/ 113490 h 652863"/>
              <a:gd name="connsiteX2" fmla="*/ 662407 w 1958622"/>
              <a:gd name="connsiteY2" fmla="*/ 18239 h 652863"/>
              <a:gd name="connsiteX3" fmla="*/ 1138657 w 1958622"/>
              <a:gd name="connsiteY3" fmla="*/ 3952 h 652863"/>
              <a:gd name="connsiteX4" fmla="*/ 1514895 w 1958622"/>
              <a:gd name="connsiteY4" fmla="*/ 8714 h 652863"/>
              <a:gd name="connsiteX5" fmla="*/ 1753021 w 1958622"/>
              <a:gd name="connsiteY5" fmla="*/ 94440 h 652863"/>
              <a:gd name="connsiteX6" fmla="*/ 1957807 w 1958622"/>
              <a:gd name="connsiteY6" fmla="*/ 346852 h 652863"/>
              <a:gd name="connsiteX7" fmla="*/ 1675459 w 1958622"/>
              <a:gd name="connsiteY7" fmla="*/ 475440 h 652863"/>
              <a:gd name="connsiteX8" fmla="*/ 1853032 w 1958622"/>
              <a:gd name="connsiteY8" fmla="*/ 632602 h 652863"/>
              <a:gd name="connsiteX9" fmla="*/ 905295 w 1958622"/>
              <a:gd name="connsiteY9" fmla="*/ 637365 h 652863"/>
              <a:gd name="connsiteX10" fmla="*/ 329032 w 1958622"/>
              <a:gd name="connsiteY10" fmla="*/ 508777 h 652863"/>
              <a:gd name="connsiteX11" fmla="*/ 81382 w 1958622"/>
              <a:gd name="connsiteY11" fmla="*/ 370665 h 652863"/>
              <a:gd name="connsiteX12" fmla="*/ 420 w 1958622"/>
              <a:gd name="connsiteY12" fmla="*/ 194452 h 652863"/>
              <a:gd name="connsiteX13" fmla="*/ 76620 w 1958622"/>
              <a:gd name="connsiteY13" fmla="*/ 113489 h 652863"/>
              <a:gd name="connsiteX0" fmla="*/ 76620 w 1958622"/>
              <a:gd name="connsiteY0" fmla="*/ 113489 h 637899"/>
              <a:gd name="connsiteX1" fmla="*/ 500482 w 1958622"/>
              <a:gd name="connsiteY1" fmla="*/ 113490 h 637899"/>
              <a:gd name="connsiteX2" fmla="*/ 662407 w 1958622"/>
              <a:gd name="connsiteY2" fmla="*/ 18239 h 637899"/>
              <a:gd name="connsiteX3" fmla="*/ 1138657 w 1958622"/>
              <a:gd name="connsiteY3" fmla="*/ 3952 h 637899"/>
              <a:gd name="connsiteX4" fmla="*/ 1514895 w 1958622"/>
              <a:gd name="connsiteY4" fmla="*/ 8714 h 637899"/>
              <a:gd name="connsiteX5" fmla="*/ 1753021 w 1958622"/>
              <a:gd name="connsiteY5" fmla="*/ 94440 h 637899"/>
              <a:gd name="connsiteX6" fmla="*/ 1957807 w 1958622"/>
              <a:gd name="connsiteY6" fmla="*/ 346852 h 637899"/>
              <a:gd name="connsiteX7" fmla="*/ 1675459 w 1958622"/>
              <a:gd name="connsiteY7" fmla="*/ 475440 h 637899"/>
              <a:gd name="connsiteX8" fmla="*/ 1243432 w 1958622"/>
              <a:gd name="connsiteY8" fmla="*/ 458431 h 637899"/>
              <a:gd name="connsiteX9" fmla="*/ 905295 w 1958622"/>
              <a:gd name="connsiteY9" fmla="*/ 637365 h 637899"/>
              <a:gd name="connsiteX10" fmla="*/ 329032 w 1958622"/>
              <a:gd name="connsiteY10" fmla="*/ 508777 h 637899"/>
              <a:gd name="connsiteX11" fmla="*/ 81382 w 1958622"/>
              <a:gd name="connsiteY11" fmla="*/ 370665 h 637899"/>
              <a:gd name="connsiteX12" fmla="*/ 420 w 1958622"/>
              <a:gd name="connsiteY12" fmla="*/ 194452 h 637899"/>
              <a:gd name="connsiteX13" fmla="*/ 76620 w 1958622"/>
              <a:gd name="connsiteY13" fmla="*/ 113489 h 637899"/>
              <a:gd name="connsiteX0" fmla="*/ 76620 w 1756174"/>
              <a:gd name="connsiteY0" fmla="*/ 113489 h 637899"/>
              <a:gd name="connsiteX1" fmla="*/ 500482 w 1756174"/>
              <a:gd name="connsiteY1" fmla="*/ 113490 h 637899"/>
              <a:gd name="connsiteX2" fmla="*/ 662407 w 1756174"/>
              <a:gd name="connsiteY2" fmla="*/ 18239 h 637899"/>
              <a:gd name="connsiteX3" fmla="*/ 1138657 w 1756174"/>
              <a:gd name="connsiteY3" fmla="*/ 3952 h 637899"/>
              <a:gd name="connsiteX4" fmla="*/ 1514895 w 1756174"/>
              <a:gd name="connsiteY4" fmla="*/ 8714 h 637899"/>
              <a:gd name="connsiteX5" fmla="*/ 1753021 w 1756174"/>
              <a:gd name="connsiteY5" fmla="*/ 94440 h 637899"/>
              <a:gd name="connsiteX6" fmla="*/ 1653007 w 1756174"/>
              <a:gd name="connsiteY6" fmla="*/ 216224 h 637899"/>
              <a:gd name="connsiteX7" fmla="*/ 1675459 w 1756174"/>
              <a:gd name="connsiteY7" fmla="*/ 475440 h 637899"/>
              <a:gd name="connsiteX8" fmla="*/ 1243432 w 1756174"/>
              <a:gd name="connsiteY8" fmla="*/ 458431 h 637899"/>
              <a:gd name="connsiteX9" fmla="*/ 905295 w 1756174"/>
              <a:gd name="connsiteY9" fmla="*/ 637365 h 637899"/>
              <a:gd name="connsiteX10" fmla="*/ 329032 w 1756174"/>
              <a:gd name="connsiteY10" fmla="*/ 508777 h 637899"/>
              <a:gd name="connsiteX11" fmla="*/ 81382 w 1756174"/>
              <a:gd name="connsiteY11" fmla="*/ 370665 h 637899"/>
              <a:gd name="connsiteX12" fmla="*/ 420 w 1756174"/>
              <a:gd name="connsiteY12" fmla="*/ 194452 h 637899"/>
              <a:gd name="connsiteX13" fmla="*/ 76620 w 1756174"/>
              <a:gd name="connsiteY13" fmla="*/ 113489 h 637899"/>
              <a:gd name="connsiteX0" fmla="*/ 76620 w 1757605"/>
              <a:gd name="connsiteY0" fmla="*/ 113489 h 637899"/>
              <a:gd name="connsiteX1" fmla="*/ 500482 w 1757605"/>
              <a:gd name="connsiteY1" fmla="*/ 113490 h 637899"/>
              <a:gd name="connsiteX2" fmla="*/ 662407 w 1757605"/>
              <a:gd name="connsiteY2" fmla="*/ 18239 h 637899"/>
              <a:gd name="connsiteX3" fmla="*/ 1138657 w 1757605"/>
              <a:gd name="connsiteY3" fmla="*/ 3952 h 637899"/>
              <a:gd name="connsiteX4" fmla="*/ 1514895 w 1757605"/>
              <a:gd name="connsiteY4" fmla="*/ 8714 h 637899"/>
              <a:gd name="connsiteX5" fmla="*/ 1753021 w 1757605"/>
              <a:gd name="connsiteY5" fmla="*/ 94440 h 637899"/>
              <a:gd name="connsiteX6" fmla="*/ 1653007 w 1757605"/>
              <a:gd name="connsiteY6" fmla="*/ 216224 h 637899"/>
              <a:gd name="connsiteX7" fmla="*/ 1425087 w 1757605"/>
              <a:gd name="connsiteY7" fmla="*/ 290383 h 637899"/>
              <a:gd name="connsiteX8" fmla="*/ 1243432 w 1757605"/>
              <a:gd name="connsiteY8" fmla="*/ 458431 h 637899"/>
              <a:gd name="connsiteX9" fmla="*/ 905295 w 1757605"/>
              <a:gd name="connsiteY9" fmla="*/ 637365 h 637899"/>
              <a:gd name="connsiteX10" fmla="*/ 329032 w 1757605"/>
              <a:gd name="connsiteY10" fmla="*/ 508777 h 637899"/>
              <a:gd name="connsiteX11" fmla="*/ 81382 w 1757605"/>
              <a:gd name="connsiteY11" fmla="*/ 370665 h 637899"/>
              <a:gd name="connsiteX12" fmla="*/ 420 w 1757605"/>
              <a:gd name="connsiteY12" fmla="*/ 194452 h 637899"/>
              <a:gd name="connsiteX13" fmla="*/ 76620 w 1757605"/>
              <a:gd name="connsiteY13" fmla="*/ 113489 h 637899"/>
              <a:gd name="connsiteX0" fmla="*/ 76620 w 1849163"/>
              <a:gd name="connsiteY0" fmla="*/ 113489 h 637899"/>
              <a:gd name="connsiteX1" fmla="*/ 500482 w 1849163"/>
              <a:gd name="connsiteY1" fmla="*/ 113490 h 637899"/>
              <a:gd name="connsiteX2" fmla="*/ 662407 w 1849163"/>
              <a:gd name="connsiteY2" fmla="*/ 18239 h 637899"/>
              <a:gd name="connsiteX3" fmla="*/ 1138657 w 1849163"/>
              <a:gd name="connsiteY3" fmla="*/ 3952 h 637899"/>
              <a:gd name="connsiteX4" fmla="*/ 1514895 w 1849163"/>
              <a:gd name="connsiteY4" fmla="*/ 8714 h 637899"/>
              <a:gd name="connsiteX5" fmla="*/ 1753021 w 1849163"/>
              <a:gd name="connsiteY5" fmla="*/ 94440 h 637899"/>
              <a:gd name="connsiteX6" fmla="*/ 1830807 w 1849163"/>
              <a:gd name="connsiteY6" fmla="*/ 355924 h 637899"/>
              <a:gd name="connsiteX7" fmla="*/ 1425087 w 1849163"/>
              <a:gd name="connsiteY7" fmla="*/ 290383 h 637899"/>
              <a:gd name="connsiteX8" fmla="*/ 1243432 w 1849163"/>
              <a:gd name="connsiteY8" fmla="*/ 458431 h 637899"/>
              <a:gd name="connsiteX9" fmla="*/ 905295 w 1849163"/>
              <a:gd name="connsiteY9" fmla="*/ 637365 h 637899"/>
              <a:gd name="connsiteX10" fmla="*/ 329032 w 1849163"/>
              <a:gd name="connsiteY10" fmla="*/ 508777 h 637899"/>
              <a:gd name="connsiteX11" fmla="*/ 81382 w 1849163"/>
              <a:gd name="connsiteY11" fmla="*/ 370665 h 637899"/>
              <a:gd name="connsiteX12" fmla="*/ 420 w 1849163"/>
              <a:gd name="connsiteY12" fmla="*/ 194452 h 637899"/>
              <a:gd name="connsiteX13" fmla="*/ 76620 w 1849163"/>
              <a:gd name="connsiteY13" fmla="*/ 113489 h 637899"/>
              <a:gd name="connsiteX0" fmla="*/ 76620 w 2141655"/>
              <a:gd name="connsiteY0" fmla="*/ 113489 h 637899"/>
              <a:gd name="connsiteX1" fmla="*/ 500482 w 2141655"/>
              <a:gd name="connsiteY1" fmla="*/ 113490 h 637899"/>
              <a:gd name="connsiteX2" fmla="*/ 662407 w 2141655"/>
              <a:gd name="connsiteY2" fmla="*/ 18239 h 637899"/>
              <a:gd name="connsiteX3" fmla="*/ 1138657 w 2141655"/>
              <a:gd name="connsiteY3" fmla="*/ 3952 h 637899"/>
              <a:gd name="connsiteX4" fmla="*/ 1514895 w 2141655"/>
              <a:gd name="connsiteY4" fmla="*/ 8714 h 637899"/>
              <a:gd name="connsiteX5" fmla="*/ 1753021 w 2141655"/>
              <a:gd name="connsiteY5" fmla="*/ 94440 h 637899"/>
              <a:gd name="connsiteX6" fmla="*/ 1830807 w 2141655"/>
              <a:gd name="connsiteY6" fmla="*/ 355924 h 637899"/>
              <a:gd name="connsiteX7" fmla="*/ 2123587 w 2141655"/>
              <a:gd name="connsiteY7" fmla="*/ 582483 h 637899"/>
              <a:gd name="connsiteX8" fmla="*/ 1243432 w 2141655"/>
              <a:gd name="connsiteY8" fmla="*/ 458431 h 637899"/>
              <a:gd name="connsiteX9" fmla="*/ 905295 w 2141655"/>
              <a:gd name="connsiteY9" fmla="*/ 637365 h 637899"/>
              <a:gd name="connsiteX10" fmla="*/ 329032 w 2141655"/>
              <a:gd name="connsiteY10" fmla="*/ 508777 h 637899"/>
              <a:gd name="connsiteX11" fmla="*/ 81382 w 2141655"/>
              <a:gd name="connsiteY11" fmla="*/ 370665 h 637899"/>
              <a:gd name="connsiteX12" fmla="*/ 420 w 2141655"/>
              <a:gd name="connsiteY12" fmla="*/ 194452 h 637899"/>
              <a:gd name="connsiteX13" fmla="*/ 76620 w 2141655"/>
              <a:gd name="connsiteY13" fmla="*/ 113489 h 637899"/>
              <a:gd name="connsiteX0" fmla="*/ 76620 w 2129788"/>
              <a:gd name="connsiteY0" fmla="*/ 113489 h 644600"/>
              <a:gd name="connsiteX1" fmla="*/ 500482 w 2129788"/>
              <a:gd name="connsiteY1" fmla="*/ 113490 h 644600"/>
              <a:gd name="connsiteX2" fmla="*/ 662407 w 2129788"/>
              <a:gd name="connsiteY2" fmla="*/ 18239 h 644600"/>
              <a:gd name="connsiteX3" fmla="*/ 1138657 w 2129788"/>
              <a:gd name="connsiteY3" fmla="*/ 3952 h 644600"/>
              <a:gd name="connsiteX4" fmla="*/ 1514895 w 2129788"/>
              <a:gd name="connsiteY4" fmla="*/ 8714 h 644600"/>
              <a:gd name="connsiteX5" fmla="*/ 1753021 w 2129788"/>
              <a:gd name="connsiteY5" fmla="*/ 94440 h 644600"/>
              <a:gd name="connsiteX6" fmla="*/ 1830807 w 2129788"/>
              <a:gd name="connsiteY6" fmla="*/ 355924 h 644600"/>
              <a:gd name="connsiteX7" fmla="*/ 2123587 w 2129788"/>
              <a:gd name="connsiteY7" fmla="*/ 582483 h 644600"/>
              <a:gd name="connsiteX8" fmla="*/ 1522832 w 2129788"/>
              <a:gd name="connsiteY8" fmla="*/ 623531 h 644600"/>
              <a:gd name="connsiteX9" fmla="*/ 905295 w 2129788"/>
              <a:gd name="connsiteY9" fmla="*/ 637365 h 644600"/>
              <a:gd name="connsiteX10" fmla="*/ 329032 w 2129788"/>
              <a:gd name="connsiteY10" fmla="*/ 508777 h 644600"/>
              <a:gd name="connsiteX11" fmla="*/ 81382 w 2129788"/>
              <a:gd name="connsiteY11" fmla="*/ 370665 h 644600"/>
              <a:gd name="connsiteX12" fmla="*/ 420 w 2129788"/>
              <a:gd name="connsiteY12" fmla="*/ 194452 h 644600"/>
              <a:gd name="connsiteX13" fmla="*/ 76620 w 2129788"/>
              <a:gd name="connsiteY13" fmla="*/ 113489 h 644600"/>
              <a:gd name="connsiteX0" fmla="*/ 76620 w 2129788"/>
              <a:gd name="connsiteY0" fmla="*/ 113489 h 644600"/>
              <a:gd name="connsiteX1" fmla="*/ 500482 w 2129788"/>
              <a:gd name="connsiteY1" fmla="*/ 113490 h 644600"/>
              <a:gd name="connsiteX2" fmla="*/ 662407 w 2129788"/>
              <a:gd name="connsiteY2" fmla="*/ 18239 h 644600"/>
              <a:gd name="connsiteX3" fmla="*/ 1138657 w 2129788"/>
              <a:gd name="connsiteY3" fmla="*/ 3952 h 644600"/>
              <a:gd name="connsiteX4" fmla="*/ 1514895 w 2129788"/>
              <a:gd name="connsiteY4" fmla="*/ 8714 h 644600"/>
              <a:gd name="connsiteX5" fmla="*/ 1753021 w 2129788"/>
              <a:gd name="connsiteY5" fmla="*/ 94440 h 644600"/>
              <a:gd name="connsiteX6" fmla="*/ 1830807 w 2129788"/>
              <a:gd name="connsiteY6" fmla="*/ 292424 h 644600"/>
              <a:gd name="connsiteX7" fmla="*/ 2123587 w 2129788"/>
              <a:gd name="connsiteY7" fmla="*/ 582483 h 644600"/>
              <a:gd name="connsiteX8" fmla="*/ 1522832 w 2129788"/>
              <a:gd name="connsiteY8" fmla="*/ 623531 h 644600"/>
              <a:gd name="connsiteX9" fmla="*/ 905295 w 2129788"/>
              <a:gd name="connsiteY9" fmla="*/ 637365 h 644600"/>
              <a:gd name="connsiteX10" fmla="*/ 329032 w 2129788"/>
              <a:gd name="connsiteY10" fmla="*/ 508777 h 644600"/>
              <a:gd name="connsiteX11" fmla="*/ 81382 w 2129788"/>
              <a:gd name="connsiteY11" fmla="*/ 370665 h 644600"/>
              <a:gd name="connsiteX12" fmla="*/ 420 w 2129788"/>
              <a:gd name="connsiteY12" fmla="*/ 194452 h 644600"/>
              <a:gd name="connsiteX13" fmla="*/ 76620 w 2129788"/>
              <a:gd name="connsiteY13" fmla="*/ 113489 h 644600"/>
              <a:gd name="connsiteX0" fmla="*/ 76620 w 2128516"/>
              <a:gd name="connsiteY0" fmla="*/ 113489 h 655573"/>
              <a:gd name="connsiteX1" fmla="*/ 500482 w 2128516"/>
              <a:gd name="connsiteY1" fmla="*/ 113490 h 655573"/>
              <a:gd name="connsiteX2" fmla="*/ 662407 w 2128516"/>
              <a:gd name="connsiteY2" fmla="*/ 18239 h 655573"/>
              <a:gd name="connsiteX3" fmla="*/ 1138657 w 2128516"/>
              <a:gd name="connsiteY3" fmla="*/ 3952 h 655573"/>
              <a:gd name="connsiteX4" fmla="*/ 1514895 w 2128516"/>
              <a:gd name="connsiteY4" fmla="*/ 8714 h 655573"/>
              <a:gd name="connsiteX5" fmla="*/ 1753021 w 2128516"/>
              <a:gd name="connsiteY5" fmla="*/ 94440 h 655573"/>
              <a:gd name="connsiteX6" fmla="*/ 1830807 w 2128516"/>
              <a:gd name="connsiteY6" fmla="*/ 292424 h 655573"/>
              <a:gd name="connsiteX7" fmla="*/ 2123587 w 2128516"/>
              <a:gd name="connsiteY7" fmla="*/ 582483 h 655573"/>
              <a:gd name="connsiteX8" fmla="*/ 1560932 w 2128516"/>
              <a:gd name="connsiteY8" fmla="*/ 648931 h 655573"/>
              <a:gd name="connsiteX9" fmla="*/ 905295 w 2128516"/>
              <a:gd name="connsiteY9" fmla="*/ 637365 h 655573"/>
              <a:gd name="connsiteX10" fmla="*/ 329032 w 2128516"/>
              <a:gd name="connsiteY10" fmla="*/ 508777 h 655573"/>
              <a:gd name="connsiteX11" fmla="*/ 81382 w 2128516"/>
              <a:gd name="connsiteY11" fmla="*/ 370665 h 655573"/>
              <a:gd name="connsiteX12" fmla="*/ 420 w 2128516"/>
              <a:gd name="connsiteY12" fmla="*/ 194452 h 655573"/>
              <a:gd name="connsiteX13" fmla="*/ 76620 w 2128516"/>
              <a:gd name="connsiteY13" fmla="*/ 113489 h 655573"/>
              <a:gd name="connsiteX0" fmla="*/ 76620 w 2090982"/>
              <a:gd name="connsiteY0" fmla="*/ 113489 h 655573"/>
              <a:gd name="connsiteX1" fmla="*/ 500482 w 2090982"/>
              <a:gd name="connsiteY1" fmla="*/ 113490 h 655573"/>
              <a:gd name="connsiteX2" fmla="*/ 662407 w 2090982"/>
              <a:gd name="connsiteY2" fmla="*/ 18239 h 655573"/>
              <a:gd name="connsiteX3" fmla="*/ 1138657 w 2090982"/>
              <a:gd name="connsiteY3" fmla="*/ 3952 h 655573"/>
              <a:gd name="connsiteX4" fmla="*/ 1514895 w 2090982"/>
              <a:gd name="connsiteY4" fmla="*/ 8714 h 655573"/>
              <a:gd name="connsiteX5" fmla="*/ 1753021 w 2090982"/>
              <a:gd name="connsiteY5" fmla="*/ 94440 h 655573"/>
              <a:gd name="connsiteX6" fmla="*/ 1830807 w 2090982"/>
              <a:gd name="connsiteY6" fmla="*/ 292424 h 655573"/>
              <a:gd name="connsiteX7" fmla="*/ 2085487 w 2090982"/>
              <a:gd name="connsiteY7" fmla="*/ 582483 h 655573"/>
              <a:gd name="connsiteX8" fmla="*/ 1560932 w 2090982"/>
              <a:gd name="connsiteY8" fmla="*/ 648931 h 655573"/>
              <a:gd name="connsiteX9" fmla="*/ 905295 w 2090982"/>
              <a:gd name="connsiteY9" fmla="*/ 637365 h 655573"/>
              <a:gd name="connsiteX10" fmla="*/ 329032 w 2090982"/>
              <a:gd name="connsiteY10" fmla="*/ 508777 h 655573"/>
              <a:gd name="connsiteX11" fmla="*/ 81382 w 2090982"/>
              <a:gd name="connsiteY11" fmla="*/ 370665 h 655573"/>
              <a:gd name="connsiteX12" fmla="*/ 420 w 2090982"/>
              <a:gd name="connsiteY12" fmla="*/ 194452 h 655573"/>
              <a:gd name="connsiteX13" fmla="*/ 76620 w 2090982"/>
              <a:gd name="connsiteY13" fmla="*/ 113489 h 655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0982" h="655573">
                <a:moveTo>
                  <a:pt x="76620" y="113489"/>
                </a:moveTo>
                <a:cubicBezTo>
                  <a:pt x="159964" y="99995"/>
                  <a:pt x="402851" y="129365"/>
                  <a:pt x="500482" y="113490"/>
                </a:cubicBezTo>
                <a:cubicBezTo>
                  <a:pt x="598113" y="97615"/>
                  <a:pt x="556045" y="36495"/>
                  <a:pt x="662407" y="18239"/>
                </a:cubicBezTo>
                <a:cubicBezTo>
                  <a:pt x="768770" y="-17"/>
                  <a:pt x="996576" y="5539"/>
                  <a:pt x="1138657" y="3952"/>
                </a:cubicBezTo>
                <a:cubicBezTo>
                  <a:pt x="1280738" y="2365"/>
                  <a:pt x="1412501" y="-6367"/>
                  <a:pt x="1514895" y="8714"/>
                </a:cubicBezTo>
                <a:cubicBezTo>
                  <a:pt x="1617289" y="23795"/>
                  <a:pt x="1700369" y="47155"/>
                  <a:pt x="1753021" y="94440"/>
                </a:cubicBezTo>
                <a:cubicBezTo>
                  <a:pt x="1805673" y="141725"/>
                  <a:pt x="1775396" y="211083"/>
                  <a:pt x="1830807" y="292424"/>
                </a:cubicBezTo>
                <a:cubicBezTo>
                  <a:pt x="1886218" y="373765"/>
                  <a:pt x="2130466" y="523065"/>
                  <a:pt x="2085487" y="582483"/>
                </a:cubicBezTo>
                <a:cubicBezTo>
                  <a:pt x="2040508" y="641901"/>
                  <a:pt x="1757631" y="639784"/>
                  <a:pt x="1560932" y="648931"/>
                </a:cubicBezTo>
                <a:cubicBezTo>
                  <a:pt x="1364233" y="658078"/>
                  <a:pt x="1110612" y="660724"/>
                  <a:pt x="905295" y="637365"/>
                </a:cubicBezTo>
                <a:cubicBezTo>
                  <a:pt x="699978" y="614006"/>
                  <a:pt x="466351" y="553227"/>
                  <a:pt x="329032" y="508777"/>
                </a:cubicBezTo>
                <a:cubicBezTo>
                  <a:pt x="191713" y="464327"/>
                  <a:pt x="136151" y="423053"/>
                  <a:pt x="81382" y="370665"/>
                </a:cubicBezTo>
                <a:cubicBezTo>
                  <a:pt x="26613" y="318278"/>
                  <a:pt x="1214" y="237315"/>
                  <a:pt x="420" y="194452"/>
                </a:cubicBezTo>
                <a:cubicBezTo>
                  <a:pt x="-374" y="151589"/>
                  <a:pt x="-6724" y="126983"/>
                  <a:pt x="76620" y="113489"/>
                </a:cubicBezTo>
                <a:close/>
              </a:path>
            </a:pathLst>
          </a:custGeom>
          <a:solidFill>
            <a:srgbClr val="F090A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96B70-E035-C960-A244-C99EC1E2C8FE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D93BAF2F-B5AF-7D1D-48D9-DDA73FAFE25E}"/>
              </a:ext>
            </a:extLst>
          </p:cNvPr>
          <p:cNvSpPr/>
          <p:nvPr/>
        </p:nvSpPr>
        <p:spPr>
          <a:xfrm>
            <a:off x="1465452" y="3473001"/>
            <a:ext cx="2191751" cy="1022420"/>
          </a:xfrm>
          <a:custGeom>
            <a:avLst/>
            <a:gdLst>
              <a:gd name="connsiteX0" fmla="*/ 207810 w 2105272"/>
              <a:gd name="connsiteY0" fmla="*/ 531349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07810 w 2105272"/>
              <a:gd name="connsiteY42" fmla="*/ 531349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531660 w 2105272"/>
              <a:gd name="connsiteY36" fmla="*/ 688511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26860 w 2105272"/>
              <a:gd name="connsiteY0" fmla="*/ 517061 h 1022420"/>
              <a:gd name="connsiteX1" fmla="*/ 626910 w 2105272"/>
              <a:gd name="connsiteY1" fmla="*/ 526586 h 1022420"/>
              <a:gd name="connsiteX2" fmla="*/ 1193648 w 2105272"/>
              <a:gd name="connsiteY2" fmla="*/ 517061 h 1022420"/>
              <a:gd name="connsiteX3" fmla="*/ 1417485 w 2105272"/>
              <a:gd name="connsiteY3" fmla="*/ 402761 h 1022420"/>
              <a:gd name="connsiteX4" fmla="*/ 1598460 w 2105272"/>
              <a:gd name="connsiteY4" fmla="*/ 255124 h 1022420"/>
              <a:gd name="connsiteX5" fmla="*/ 1603223 w 2105272"/>
              <a:gd name="connsiteY5" fmla="*/ 131299 h 1022420"/>
              <a:gd name="connsiteX6" fmla="*/ 1588935 w 2105272"/>
              <a:gd name="connsiteY6" fmla="*/ 74149 h 1022420"/>
              <a:gd name="connsiteX7" fmla="*/ 1650848 w 2105272"/>
              <a:gd name="connsiteY7" fmla="*/ 59861 h 1022420"/>
              <a:gd name="connsiteX8" fmla="*/ 1679423 w 2105272"/>
              <a:gd name="connsiteY8" fmla="*/ 217024 h 1022420"/>
              <a:gd name="connsiteX9" fmla="*/ 1774673 w 2105272"/>
              <a:gd name="connsiteY9" fmla="*/ 107486 h 1022420"/>
              <a:gd name="connsiteX10" fmla="*/ 1812773 w 2105272"/>
              <a:gd name="connsiteY10" fmla="*/ 26524 h 1022420"/>
              <a:gd name="connsiteX11" fmla="*/ 1893735 w 2105272"/>
              <a:gd name="connsiteY11" fmla="*/ 7474 h 1022420"/>
              <a:gd name="connsiteX12" fmla="*/ 1827060 w 2105272"/>
              <a:gd name="connsiteY12" fmla="*/ 140824 h 1022420"/>
              <a:gd name="connsiteX13" fmla="*/ 1736573 w 2105272"/>
              <a:gd name="connsiteY13" fmla="*/ 264649 h 1022420"/>
              <a:gd name="connsiteX14" fmla="*/ 1960410 w 2105272"/>
              <a:gd name="connsiteY14" fmla="*/ 259886 h 1022420"/>
              <a:gd name="connsiteX15" fmla="*/ 1917548 w 2105272"/>
              <a:gd name="connsiteY15" fmla="*/ 326561 h 1022420"/>
              <a:gd name="connsiteX16" fmla="*/ 1727048 w 2105272"/>
              <a:gd name="connsiteY16" fmla="*/ 345611 h 1022420"/>
              <a:gd name="connsiteX17" fmla="*/ 1622273 w 2105272"/>
              <a:gd name="connsiteY17" fmla="*/ 359899 h 1022420"/>
              <a:gd name="connsiteX18" fmla="*/ 1393673 w 2105272"/>
              <a:gd name="connsiteY18" fmla="*/ 540874 h 1022420"/>
              <a:gd name="connsiteX19" fmla="*/ 1536548 w 2105272"/>
              <a:gd name="connsiteY19" fmla="*/ 640886 h 1022420"/>
              <a:gd name="connsiteX20" fmla="*/ 1646085 w 2105272"/>
              <a:gd name="connsiteY20" fmla="*/ 712324 h 1022420"/>
              <a:gd name="connsiteX21" fmla="*/ 1955648 w 2105272"/>
              <a:gd name="connsiteY21" fmla="*/ 712324 h 1022420"/>
              <a:gd name="connsiteX22" fmla="*/ 2046135 w 2105272"/>
              <a:gd name="connsiteY22" fmla="*/ 650411 h 1022420"/>
              <a:gd name="connsiteX23" fmla="*/ 2103285 w 2105272"/>
              <a:gd name="connsiteY23" fmla="*/ 769474 h 1022420"/>
              <a:gd name="connsiteX24" fmla="*/ 1974698 w 2105272"/>
              <a:gd name="connsiteY24" fmla="*/ 774236 h 1022420"/>
              <a:gd name="connsiteX25" fmla="*/ 1717523 w 2105272"/>
              <a:gd name="connsiteY25" fmla="*/ 783761 h 1022420"/>
              <a:gd name="connsiteX26" fmla="*/ 1922310 w 2105272"/>
              <a:gd name="connsiteY26" fmla="*/ 874249 h 1022420"/>
              <a:gd name="connsiteX27" fmla="*/ 1884210 w 2105272"/>
              <a:gd name="connsiteY27" fmla="*/ 950449 h 1022420"/>
              <a:gd name="connsiteX28" fmla="*/ 1722285 w 2105272"/>
              <a:gd name="connsiteY28" fmla="*/ 864724 h 1022420"/>
              <a:gd name="connsiteX29" fmla="*/ 1693710 w 2105272"/>
              <a:gd name="connsiteY29" fmla="*/ 998074 h 1022420"/>
              <a:gd name="connsiteX30" fmla="*/ 1631798 w 2105272"/>
              <a:gd name="connsiteY30" fmla="*/ 1007599 h 1022420"/>
              <a:gd name="connsiteX31" fmla="*/ 1655610 w 2105272"/>
              <a:gd name="connsiteY31" fmla="*/ 840911 h 1022420"/>
              <a:gd name="connsiteX32" fmla="*/ 1584173 w 2105272"/>
              <a:gd name="connsiteY32" fmla="*/ 764711 h 1022420"/>
              <a:gd name="connsiteX33" fmla="*/ 1322235 w 2105272"/>
              <a:gd name="connsiteY33" fmla="*/ 640886 h 1022420"/>
              <a:gd name="connsiteX34" fmla="*/ 1122210 w 2105272"/>
              <a:gd name="connsiteY34" fmla="*/ 617074 h 1022420"/>
              <a:gd name="connsiteX35" fmla="*/ 726923 w 2105272"/>
              <a:gd name="connsiteY35" fmla="*/ 612311 h 1022420"/>
              <a:gd name="connsiteX36" fmla="*/ 474510 w 2105272"/>
              <a:gd name="connsiteY36" fmla="*/ 693273 h 1022420"/>
              <a:gd name="connsiteX37" fmla="*/ 341160 w 2105272"/>
              <a:gd name="connsiteY37" fmla="*/ 740899 h 1022420"/>
              <a:gd name="connsiteX38" fmla="*/ 169710 w 2105272"/>
              <a:gd name="connsiteY38" fmla="*/ 764711 h 1022420"/>
              <a:gd name="connsiteX39" fmla="*/ 17310 w 2105272"/>
              <a:gd name="connsiteY39" fmla="*/ 726611 h 1022420"/>
              <a:gd name="connsiteX40" fmla="*/ 17310 w 2105272"/>
              <a:gd name="connsiteY40" fmla="*/ 531349 h 1022420"/>
              <a:gd name="connsiteX41" fmla="*/ 141135 w 2105272"/>
              <a:gd name="connsiteY41" fmla="*/ 512299 h 1022420"/>
              <a:gd name="connsiteX42" fmla="*/ 226860 w 2105272"/>
              <a:gd name="connsiteY42" fmla="*/ 517061 h 1022420"/>
              <a:gd name="connsiteX0" fmla="*/ 295174 w 2173586"/>
              <a:gd name="connsiteY0" fmla="*/ 517061 h 1022420"/>
              <a:gd name="connsiteX1" fmla="*/ 695224 w 2173586"/>
              <a:gd name="connsiteY1" fmla="*/ 526586 h 1022420"/>
              <a:gd name="connsiteX2" fmla="*/ 1261962 w 2173586"/>
              <a:gd name="connsiteY2" fmla="*/ 517061 h 1022420"/>
              <a:gd name="connsiteX3" fmla="*/ 1485799 w 2173586"/>
              <a:gd name="connsiteY3" fmla="*/ 402761 h 1022420"/>
              <a:gd name="connsiteX4" fmla="*/ 1666774 w 2173586"/>
              <a:gd name="connsiteY4" fmla="*/ 255124 h 1022420"/>
              <a:gd name="connsiteX5" fmla="*/ 1671537 w 2173586"/>
              <a:gd name="connsiteY5" fmla="*/ 131299 h 1022420"/>
              <a:gd name="connsiteX6" fmla="*/ 1657249 w 2173586"/>
              <a:gd name="connsiteY6" fmla="*/ 74149 h 1022420"/>
              <a:gd name="connsiteX7" fmla="*/ 1719162 w 2173586"/>
              <a:gd name="connsiteY7" fmla="*/ 59861 h 1022420"/>
              <a:gd name="connsiteX8" fmla="*/ 1747737 w 2173586"/>
              <a:gd name="connsiteY8" fmla="*/ 217024 h 1022420"/>
              <a:gd name="connsiteX9" fmla="*/ 1842987 w 2173586"/>
              <a:gd name="connsiteY9" fmla="*/ 107486 h 1022420"/>
              <a:gd name="connsiteX10" fmla="*/ 1881087 w 2173586"/>
              <a:gd name="connsiteY10" fmla="*/ 26524 h 1022420"/>
              <a:gd name="connsiteX11" fmla="*/ 1962049 w 2173586"/>
              <a:gd name="connsiteY11" fmla="*/ 7474 h 1022420"/>
              <a:gd name="connsiteX12" fmla="*/ 1895374 w 2173586"/>
              <a:gd name="connsiteY12" fmla="*/ 140824 h 1022420"/>
              <a:gd name="connsiteX13" fmla="*/ 1804887 w 2173586"/>
              <a:gd name="connsiteY13" fmla="*/ 264649 h 1022420"/>
              <a:gd name="connsiteX14" fmla="*/ 2028724 w 2173586"/>
              <a:gd name="connsiteY14" fmla="*/ 259886 h 1022420"/>
              <a:gd name="connsiteX15" fmla="*/ 1985862 w 2173586"/>
              <a:gd name="connsiteY15" fmla="*/ 326561 h 1022420"/>
              <a:gd name="connsiteX16" fmla="*/ 1795362 w 2173586"/>
              <a:gd name="connsiteY16" fmla="*/ 345611 h 1022420"/>
              <a:gd name="connsiteX17" fmla="*/ 1690587 w 2173586"/>
              <a:gd name="connsiteY17" fmla="*/ 359899 h 1022420"/>
              <a:gd name="connsiteX18" fmla="*/ 1461987 w 2173586"/>
              <a:gd name="connsiteY18" fmla="*/ 540874 h 1022420"/>
              <a:gd name="connsiteX19" fmla="*/ 1604862 w 2173586"/>
              <a:gd name="connsiteY19" fmla="*/ 640886 h 1022420"/>
              <a:gd name="connsiteX20" fmla="*/ 1714399 w 2173586"/>
              <a:gd name="connsiteY20" fmla="*/ 712324 h 1022420"/>
              <a:gd name="connsiteX21" fmla="*/ 2023962 w 2173586"/>
              <a:gd name="connsiteY21" fmla="*/ 712324 h 1022420"/>
              <a:gd name="connsiteX22" fmla="*/ 2114449 w 2173586"/>
              <a:gd name="connsiteY22" fmla="*/ 650411 h 1022420"/>
              <a:gd name="connsiteX23" fmla="*/ 2171599 w 2173586"/>
              <a:gd name="connsiteY23" fmla="*/ 769474 h 1022420"/>
              <a:gd name="connsiteX24" fmla="*/ 2043012 w 2173586"/>
              <a:gd name="connsiteY24" fmla="*/ 774236 h 1022420"/>
              <a:gd name="connsiteX25" fmla="*/ 1785837 w 2173586"/>
              <a:gd name="connsiteY25" fmla="*/ 783761 h 1022420"/>
              <a:gd name="connsiteX26" fmla="*/ 1990624 w 2173586"/>
              <a:gd name="connsiteY26" fmla="*/ 874249 h 1022420"/>
              <a:gd name="connsiteX27" fmla="*/ 1952524 w 2173586"/>
              <a:gd name="connsiteY27" fmla="*/ 950449 h 1022420"/>
              <a:gd name="connsiteX28" fmla="*/ 1790599 w 2173586"/>
              <a:gd name="connsiteY28" fmla="*/ 864724 h 1022420"/>
              <a:gd name="connsiteX29" fmla="*/ 1762024 w 2173586"/>
              <a:gd name="connsiteY29" fmla="*/ 998074 h 1022420"/>
              <a:gd name="connsiteX30" fmla="*/ 1700112 w 2173586"/>
              <a:gd name="connsiteY30" fmla="*/ 1007599 h 1022420"/>
              <a:gd name="connsiteX31" fmla="*/ 1723924 w 2173586"/>
              <a:gd name="connsiteY31" fmla="*/ 840911 h 1022420"/>
              <a:gd name="connsiteX32" fmla="*/ 1652487 w 2173586"/>
              <a:gd name="connsiteY32" fmla="*/ 764711 h 1022420"/>
              <a:gd name="connsiteX33" fmla="*/ 1390549 w 2173586"/>
              <a:gd name="connsiteY33" fmla="*/ 640886 h 1022420"/>
              <a:gd name="connsiteX34" fmla="*/ 1190524 w 2173586"/>
              <a:gd name="connsiteY34" fmla="*/ 617074 h 1022420"/>
              <a:gd name="connsiteX35" fmla="*/ 795237 w 2173586"/>
              <a:gd name="connsiteY35" fmla="*/ 612311 h 1022420"/>
              <a:gd name="connsiteX36" fmla="*/ 542824 w 2173586"/>
              <a:gd name="connsiteY36" fmla="*/ 693273 h 1022420"/>
              <a:gd name="connsiteX37" fmla="*/ 409474 w 2173586"/>
              <a:gd name="connsiteY37" fmla="*/ 740899 h 1022420"/>
              <a:gd name="connsiteX38" fmla="*/ 238024 w 2173586"/>
              <a:gd name="connsiteY38" fmla="*/ 764711 h 1022420"/>
              <a:gd name="connsiteX39" fmla="*/ 4661 w 2173586"/>
              <a:gd name="connsiteY39" fmla="*/ 740899 h 1022420"/>
              <a:gd name="connsiteX40" fmla="*/ 85624 w 2173586"/>
              <a:gd name="connsiteY40" fmla="*/ 531349 h 1022420"/>
              <a:gd name="connsiteX41" fmla="*/ 209449 w 2173586"/>
              <a:gd name="connsiteY41" fmla="*/ 512299 h 1022420"/>
              <a:gd name="connsiteX42" fmla="*/ 295174 w 2173586"/>
              <a:gd name="connsiteY42" fmla="*/ 517061 h 1022420"/>
              <a:gd name="connsiteX0" fmla="*/ 306079 w 2184491"/>
              <a:gd name="connsiteY0" fmla="*/ 517061 h 1022420"/>
              <a:gd name="connsiteX1" fmla="*/ 706129 w 2184491"/>
              <a:gd name="connsiteY1" fmla="*/ 526586 h 1022420"/>
              <a:gd name="connsiteX2" fmla="*/ 1272867 w 2184491"/>
              <a:gd name="connsiteY2" fmla="*/ 517061 h 1022420"/>
              <a:gd name="connsiteX3" fmla="*/ 1496704 w 2184491"/>
              <a:gd name="connsiteY3" fmla="*/ 402761 h 1022420"/>
              <a:gd name="connsiteX4" fmla="*/ 1677679 w 2184491"/>
              <a:gd name="connsiteY4" fmla="*/ 255124 h 1022420"/>
              <a:gd name="connsiteX5" fmla="*/ 1682442 w 2184491"/>
              <a:gd name="connsiteY5" fmla="*/ 131299 h 1022420"/>
              <a:gd name="connsiteX6" fmla="*/ 1668154 w 2184491"/>
              <a:gd name="connsiteY6" fmla="*/ 74149 h 1022420"/>
              <a:gd name="connsiteX7" fmla="*/ 1730067 w 2184491"/>
              <a:gd name="connsiteY7" fmla="*/ 59861 h 1022420"/>
              <a:gd name="connsiteX8" fmla="*/ 1758642 w 2184491"/>
              <a:gd name="connsiteY8" fmla="*/ 217024 h 1022420"/>
              <a:gd name="connsiteX9" fmla="*/ 1853892 w 2184491"/>
              <a:gd name="connsiteY9" fmla="*/ 107486 h 1022420"/>
              <a:gd name="connsiteX10" fmla="*/ 1891992 w 2184491"/>
              <a:gd name="connsiteY10" fmla="*/ 26524 h 1022420"/>
              <a:gd name="connsiteX11" fmla="*/ 1972954 w 2184491"/>
              <a:gd name="connsiteY11" fmla="*/ 7474 h 1022420"/>
              <a:gd name="connsiteX12" fmla="*/ 1906279 w 2184491"/>
              <a:gd name="connsiteY12" fmla="*/ 140824 h 1022420"/>
              <a:gd name="connsiteX13" fmla="*/ 1815792 w 2184491"/>
              <a:gd name="connsiteY13" fmla="*/ 264649 h 1022420"/>
              <a:gd name="connsiteX14" fmla="*/ 2039629 w 2184491"/>
              <a:gd name="connsiteY14" fmla="*/ 259886 h 1022420"/>
              <a:gd name="connsiteX15" fmla="*/ 1996767 w 2184491"/>
              <a:gd name="connsiteY15" fmla="*/ 326561 h 1022420"/>
              <a:gd name="connsiteX16" fmla="*/ 1806267 w 2184491"/>
              <a:gd name="connsiteY16" fmla="*/ 345611 h 1022420"/>
              <a:gd name="connsiteX17" fmla="*/ 1701492 w 2184491"/>
              <a:gd name="connsiteY17" fmla="*/ 359899 h 1022420"/>
              <a:gd name="connsiteX18" fmla="*/ 1472892 w 2184491"/>
              <a:gd name="connsiteY18" fmla="*/ 540874 h 1022420"/>
              <a:gd name="connsiteX19" fmla="*/ 1615767 w 2184491"/>
              <a:gd name="connsiteY19" fmla="*/ 640886 h 1022420"/>
              <a:gd name="connsiteX20" fmla="*/ 1725304 w 2184491"/>
              <a:gd name="connsiteY20" fmla="*/ 712324 h 1022420"/>
              <a:gd name="connsiteX21" fmla="*/ 2034867 w 2184491"/>
              <a:gd name="connsiteY21" fmla="*/ 712324 h 1022420"/>
              <a:gd name="connsiteX22" fmla="*/ 2125354 w 2184491"/>
              <a:gd name="connsiteY22" fmla="*/ 650411 h 1022420"/>
              <a:gd name="connsiteX23" fmla="*/ 2182504 w 2184491"/>
              <a:gd name="connsiteY23" fmla="*/ 769474 h 1022420"/>
              <a:gd name="connsiteX24" fmla="*/ 2053917 w 2184491"/>
              <a:gd name="connsiteY24" fmla="*/ 774236 h 1022420"/>
              <a:gd name="connsiteX25" fmla="*/ 1796742 w 2184491"/>
              <a:gd name="connsiteY25" fmla="*/ 783761 h 1022420"/>
              <a:gd name="connsiteX26" fmla="*/ 2001529 w 2184491"/>
              <a:gd name="connsiteY26" fmla="*/ 874249 h 1022420"/>
              <a:gd name="connsiteX27" fmla="*/ 1963429 w 2184491"/>
              <a:gd name="connsiteY27" fmla="*/ 950449 h 1022420"/>
              <a:gd name="connsiteX28" fmla="*/ 1801504 w 2184491"/>
              <a:gd name="connsiteY28" fmla="*/ 864724 h 1022420"/>
              <a:gd name="connsiteX29" fmla="*/ 1772929 w 2184491"/>
              <a:gd name="connsiteY29" fmla="*/ 998074 h 1022420"/>
              <a:gd name="connsiteX30" fmla="*/ 1711017 w 2184491"/>
              <a:gd name="connsiteY30" fmla="*/ 1007599 h 1022420"/>
              <a:gd name="connsiteX31" fmla="*/ 1734829 w 2184491"/>
              <a:gd name="connsiteY31" fmla="*/ 840911 h 1022420"/>
              <a:gd name="connsiteX32" fmla="*/ 1663392 w 2184491"/>
              <a:gd name="connsiteY32" fmla="*/ 764711 h 1022420"/>
              <a:gd name="connsiteX33" fmla="*/ 1401454 w 2184491"/>
              <a:gd name="connsiteY33" fmla="*/ 640886 h 1022420"/>
              <a:gd name="connsiteX34" fmla="*/ 1201429 w 2184491"/>
              <a:gd name="connsiteY34" fmla="*/ 617074 h 1022420"/>
              <a:gd name="connsiteX35" fmla="*/ 806142 w 2184491"/>
              <a:gd name="connsiteY35" fmla="*/ 612311 h 1022420"/>
              <a:gd name="connsiteX36" fmla="*/ 553729 w 2184491"/>
              <a:gd name="connsiteY36" fmla="*/ 693273 h 1022420"/>
              <a:gd name="connsiteX37" fmla="*/ 420379 w 2184491"/>
              <a:gd name="connsiteY37" fmla="*/ 740899 h 1022420"/>
              <a:gd name="connsiteX38" fmla="*/ 248929 w 2184491"/>
              <a:gd name="connsiteY38" fmla="*/ 764711 h 1022420"/>
              <a:gd name="connsiteX39" fmla="*/ 15566 w 2184491"/>
              <a:gd name="connsiteY39" fmla="*/ 740899 h 1022420"/>
              <a:gd name="connsiteX40" fmla="*/ 34616 w 2184491"/>
              <a:gd name="connsiteY40" fmla="*/ 531349 h 1022420"/>
              <a:gd name="connsiteX41" fmla="*/ 220354 w 2184491"/>
              <a:gd name="connsiteY41" fmla="*/ 512299 h 1022420"/>
              <a:gd name="connsiteX42" fmla="*/ 306079 w 2184491"/>
              <a:gd name="connsiteY42" fmla="*/ 517061 h 1022420"/>
              <a:gd name="connsiteX0" fmla="*/ 313339 w 2191751"/>
              <a:gd name="connsiteY0" fmla="*/ 5170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313339 w 2191751"/>
              <a:gd name="connsiteY42" fmla="*/ 5170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27614 w 2191751"/>
              <a:gd name="connsiteY41" fmla="*/ 512299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70477 w 2191751"/>
              <a:gd name="connsiteY41" fmla="*/ 502774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3389 w 2191751"/>
              <a:gd name="connsiteY1" fmla="*/ 52658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13402 w 2191751"/>
              <a:gd name="connsiteY35" fmla="*/ 612311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813402 w 2191751"/>
              <a:gd name="connsiteY36" fmla="*/ 612311 h 1022420"/>
              <a:gd name="connsiteX37" fmla="*/ 560989 w 2191751"/>
              <a:gd name="connsiteY37" fmla="*/ 693273 h 1022420"/>
              <a:gd name="connsiteX38" fmla="*/ 427639 w 2191751"/>
              <a:gd name="connsiteY38" fmla="*/ 740899 h 1022420"/>
              <a:gd name="connsiteX39" fmla="*/ 256189 w 2191751"/>
              <a:gd name="connsiteY39" fmla="*/ 764711 h 1022420"/>
              <a:gd name="connsiteX40" fmla="*/ 22826 w 2191751"/>
              <a:gd name="connsiteY40" fmla="*/ 740899 h 1022420"/>
              <a:gd name="connsiteX41" fmla="*/ 22826 w 2191751"/>
              <a:gd name="connsiteY41" fmla="*/ 526586 h 1022420"/>
              <a:gd name="connsiteX42" fmla="*/ 299052 w 2191751"/>
              <a:gd name="connsiteY42" fmla="*/ 526586 h 1022420"/>
              <a:gd name="connsiteX43" fmla="*/ 456214 w 2191751"/>
              <a:gd name="connsiteY43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835999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  <a:gd name="connsiteX0" fmla="*/ 456214 w 2191751"/>
              <a:gd name="connsiteY0" fmla="*/ 555161 h 1022420"/>
              <a:gd name="connsiteX1" fmla="*/ 718152 w 2191751"/>
              <a:gd name="connsiteY1" fmla="*/ 545636 h 1022420"/>
              <a:gd name="connsiteX2" fmla="*/ 1280127 w 2191751"/>
              <a:gd name="connsiteY2" fmla="*/ 517061 h 1022420"/>
              <a:gd name="connsiteX3" fmla="*/ 1503964 w 2191751"/>
              <a:gd name="connsiteY3" fmla="*/ 402761 h 1022420"/>
              <a:gd name="connsiteX4" fmla="*/ 1684939 w 2191751"/>
              <a:gd name="connsiteY4" fmla="*/ 255124 h 1022420"/>
              <a:gd name="connsiteX5" fmla="*/ 1689702 w 2191751"/>
              <a:gd name="connsiteY5" fmla="*/ 131299 h 1022420"/>
              <a:gd name="connsiteX6" fmla="*/ 1675414 w 2191751"/>
              <a:gd name="connsiteY6" fmla="*/ 74149 h 1022420"/>
              <a:gd name="connsiteX7" fmla="*/ 1737327 w 2191751"/>
              <a:gd name="connsiteY7" fmla="*/ 59861 h 1022420"/>
              <a:gd name="connsiteX8" fmla="*/ 1765902 w 2191751"/>
              <a:gd name="connsiteY8" fmla="*/ 217024 h 1022420"/>
              <a:gd name="connsiteX9" fmla="*/ 1861152 w 2191751"/>
              <a:gd name="connsiteY9" fmla="*/ 107486 h 1022420"/>
              <a:gd name="connsiteX10" fmla="*/ 1899252 w 2191751"/>
              <a:gd name="connsiteY10" fmla="*/ 26524 h 1022420"/>
              <a:gd name="connsiteX11" fmla="*/ 1980214 w 2191751"/>
              <a:gd name="connsiteY11" fmla="*/ 7474 h 1022420"/>
              <a:gd name="connsiteX12" fmla="*/ 1913539 w 2191751"/>
              <a:gd name="connsiteY12" fmla="*/ 140824 h 1022420"/>
              <a:gd name="connsiteX13" fmla="*/ 1823052 w 2191751"/>
              <a:gd name="connsiteY13" fmla="*/ 264649 h 1022420"/>
              <a:gd name="connsiteX14" fmla="*/ 2046889 w 2191751"/>
              <a:gd name="connsiteY14" fmla="*/ 259886 h 1022420"/>
              <a:gd name="connsiteX15" fmla="*/ 2004027 w 2191751"/>
              <a:gd name="connsiteY15" fmla="*/ 326561 h 1022420"/>
              <a:gd name="connsiteX16" fmla="*/ 1813527 w 2191751"/>
              <a:gd name="connsiteY16" fmla="*/ 345611 h 1022420"/>
              <a:gd name="connsiteX17" fmla="*/ 1708752 w 2191751"/>
              <a:gd name="connsiteY17" fmla="*/ 359899 h 1022420"/>
              <a:gd name="connsiteX18" fmla="*/ 1480152 w 2191751"/>
              <a:gd name="connsiteY18" fmla="*/ 540874 h 1022420"/>
              <a:gd name="connsiteX19" fmla="*/ 1623027 w 2191751"/>
              <a:gd name="connsiteY19" fmla="*/ 640886 h 1022420"/>
              <a:gd name="connsiteX20" fmla="*/ 1732564 w 2191751"/>
              <a:gd name="connsiteY20" fmla="*/ 712324 h 1022420"/>
              <a:gd name="connsiteX21" fmla="*/ 2042127 w 2191751"/>
              <a:gd name="connsiteY21" fmla="*/ 712324 h 1022420"/>
              <a:gd name="connsiteX22" fmla="*/ 2132614 w 2191751"/>
              <a:gd name="connsiteY22" fmla="*/ 650411 h 1022420"/>
              <a:gd name="connsiteX23" fmla="*/ 2189764 w 2191751"/>
              <a:gd name="connsiteY23" fmla="*/ 769474 h 1022420"/>
              <a:gd name="connsiteX24" fmla="*/ 2061177 w 2191751"/>
              <a:gd name="connsiteY24" fmla="*/ 774236 h 1022420"/>
              <a:gd name="connsiteX25" fmla="*/ 1804002 w 2191751"/>
              <a:gd name="connsiteY25" fmla="*/ 783761 h 1022420"/>
              <a:gd name="connsiteX26" fmla="*/ 2008789 w 2191751"/>
              <a:gd name="connsiteY26" fmla="*/ 874249 h 1022420"/>
              <a:gd name="connsiteX27" fmla="*/ 1970689 w 2191751"/>
              <a:gd name="connsiteY27" fmla="*/ 950449 h 1022420"/>
              <a:gd name="connsiteX28" fmla="*/ 1808764 w 2191751"/>
              <a:gd name="connsiteY28" fmla="*/ 864724 h 1022420"/>
              <a:gd name="connsiteX29" fmla="*/ 1780189 w 2191751"/>
              <a:gd name="connsiteY29" fmla="*/ 998074 h 1022420"/>
              <a:gd name="connsiteX30" fmla="*/ 1718277 w 2191751"/>
              <a:gd name="connsiteY30" fmla="*/ 1007599 h 1022420"/>
              <a:gd name="connsiteX31" fmla="*/ 1742089 w 2191751"/>
              <a:gd name="connsiteY31" fmla="*/ 840911 h 1022420"/>
              <a:gd name="connsiteX32" fmla="*/ 1670652 w 2191751"/>
              <a:gd name="connsiteY32" fmla="*/ 764711 h 1022420"/>
              <a:gd name="connsiteX33" fmla="*/ 1408714 w 2191751"/>
              <a:gd name="connsiteY33" fmla="*/ 640886 h 1022420"/>
              <a:gd name="connsiteX34" fmla="*/ 1208689 w 2191751"/>
              <a:gd name="connsiteY34" fmla="*/ 617074 h 1022420"/>
              <a:gd name="connsiteX35" fmla="*/ 788374 w 2191751"/>
              <a:gd name="connsiteY35" fmla="*/ 631499 h 1022420"/>
              <a:gd name="connsiteX36" fmla="*/ 560989 w 2191751"/>
              <a:gd name="connsiteY36" fmla="*/ 693273 h 1022420"/>
              <a:gd name="connsiteX37" fmla="*/ 427639 w 2191751"/>
              <a:gd name="connsiteY37" fmla="*/ 740899 h 1022420"/>
              <a:gd name="connsiteX38" fmla="*/ 256189 w 2191751"/>
              <a:gd name="connsiteY38" fmla="*/ 764711 h 1022420"/>
              <a:gd name="connsiteX39" fmla="*/ 22826 w 2191751"/>
              <a:gd name="connsiteY39" fmla="*/ 740899 h 1022420"/>
              <a:gd name="connsiteX40" fmla="*/ 22826 w 2191751"/>
              <a:gd name="connsiteY40" fmla="*/ 526586 h 1022420"/>
              <a:gd name="connsiteX41" fmla="*/ 299052 w 2191751"/>
              <a:gd name="connsiteY41" fmla="*/ 526586 h 1022420"/>
              <a:gd name="connsiteX42" fmla="*/ 456214 w 2191751"/>
              <a:gd name="connsiteY42" fmla="*/ 555161 h 102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191751" h="1022420">
                <a:moveTo>
                  <a:pt x="456214" y="555161"/>
                </a:moveTo>
                <a:lnTo>
                  <a:pt x="718152" y="545636"/>
                </a:lnTo>
                <a:lnTo>
                  <a:pt x="1280127" y="517061"/>
                </a:lnTo>
                <a:cubicBezTo>
                  <a:pt x="1411889" y="496424"/>
                  <a:pt x="1436495" y="446417"/>
                  <a:pt x="1503964" y="402761"/>
                </a:cubicBezTo>
                <a:cubicBezTo>
                  <a:pt x="1571433" y="359105"/>
                  <a:pt x="1653983" y="300368"/>
                  <a:pt x="1684939" y="255124"/>
                </a:cubicBezTo>
                <a:cubicBezTo>
                  <a:pt x="1715895" y="209880"/>
                  <a:pt x="1691289" y="161461"/>
                  <a:pt x="1689702" y="131299"/>
                </a:cubicBezTo>
                <a:cubicBezTo>
                  <a:pt x="1688115" y="101137"/>
                  <a:pt x="1667477" y="86055"/>
                  <a:pt x="1675414" y="74149"/>
                </a:cubicBezTo>
                <a:cubicBezTo>
                  <a:pt x="1683351" y="62243"/>
                  <a:pt x="1722246" y="36048"/>
                  <a:pt x="1737327" y="59861"/>
                </a:cubicBezTo>
                <a:cubicBezTo>
                  <a:pt x="1752408" y="83674"/>
                  <a:pt x="1745265" y="209086"/>
                  <a:pt x="1765902" y="217024"/>
                </a:cubicBezTo>
                <a:cubicBezTo>
                  <a:pt x="1786540" y="224961"/>
                  <a:pt x="1838927" y="139236"/>
                  <a:pt x="1861152" y="107486"/>
                </a:cubicBezTo>
                <a:cubicBezTo>
                  <a:pt x="1883377" y="75736"/>
                  <a:pt x="1879408" y="43193"/>
                  <a:pt x="1899252" y="26524"/>
                </a:cubicBezTo>
                <a:cubicBezTo>
                  <a:pt x="1919096" y="9855"/>
                  <a:pt x="1977833" y="-11576"/>
                  <a:pt x="1980214" y="7474"/>
                </a:cubicBezTo>
                <a:cubicBezTo>
                  <a:pt x="1982595" y="26524"/>
                  <a:pt x="1939733" y="97961"/>
                  <a:pt x="1913539" y="140824"/>
                </a:cubicBezTo>
                <a:cubicBezTo>
                  <a:pt x="1887345" y="183686"/>
                  <a:pt x="1800827" y="244805"/>
                  <a:pt x="1823052" y="264649"/>
                </a:cubicBezTo>
                <a:cubicBezTo>
                  <a:pt x="1845277" y="284493"/>
                  <a:pt x="2016727" y="249567"/>
                  <a:pt x="2046889" y="259886"/>
                </a:cubicBezTo>
                <a:cubicBezTo>
                  <a:pt x="2077051" y="270205"/>
                  <a:pt x="2042921" y="312273"/>
                  <a:pt x="2004027" y="326561"/>
                </a:cubicBezTo>
                <a:cubicBezTo>
                  <a:pt x="1965133" y="340848"/>
                  <a:pt x="1862740" y="340055"/>
                  <a:pt x="1813527" y="345611"/>
                </a:cubicBezTo>
                <a:cubicBezTo>
                  <a:pt x="1764315" y="351167"/>
                  <a:pt x="1764315" y="327355"/>
                  <a:pt x="1708752" y="359899"/>
                </a:cubicBezTo>
                <a:cubicBezTo>
                  <a:pt x="1653189" y="392443"/>
                  <a:pt x="1494439" y="494043"/>
                  <a:pt x="1480152" y="540874"/>
                </a:cubicBezTo>
                <a:cubicBezTo>
                  <a:pt x="1465865" y="587705"/>
                  <a:pt x="1580958" y="612311"/>
                  <a:pt x="1623027" y="640886"/>
                </a:cubicBezTo>
                <a:cubicBezTo>
                  <a:pt x="1665096" y="669461"/>
                  <a:pt x="1662714" y="700418"/>
                  <a:pt x="1732564" y="712324"/>
                </a:cubicBezTo>
                <a:cubicBezTo>
                  <a:pt x="1802414" y="724230"/>
                  <a:pt x="1975452" y="722643"/>
                  <a:pt x="2042127" y="712324"/>
                </a:cubicBezTo>
                <a:cubicBezTo>
                  <a:pt x="2108802" y="702005"/>
                  <a:pt x="2108008" y="640886"/>
                  <a:pt x="2132614" y="650411"/>
                </a:cubicBezTo>
                <a:cubicBezTo>
                  <a:pt x="2157220" y="659936"/>
                  <a:pt x="2201670" y="748836"/>
                  <a:pt x="2189764" y="769474"/>
                </a:cubicBezTo>
                <a:cubicBezTo>
                  <a:pt x="2177858" y="790112"/>
                  <a:pt x="2061177" y="774236"/>
                  <a:pt x="2061177" y="774236"/>
                </a:cubicBezTo>
                <a:lnTo>
                  <a:pt x="1804002" y="783761"/>
                </a:lnTo>
                <a:cubicBezTo>
                  <a:pt x="1795271" y="800430"/>
                  <a:pt x="1981008" y="846468"/>
                  <a:pt x="2008789" y="874249"/>
                </a:cubicBezTo>
                <a:cubicBezTo>
                  <a:pt x="2036570" y="902030"/>
                  <a:pt x="2004026" y="952036"/>
                  <a:pt x="1970689" y="950449"/>
                </a:cubicBezTo>
                <a:cubicBezTo>
                  <a:pt x="1937352" y="948862"/>
                  <a:pt x="1840514" y="856787"/>
                  <a:pt x="1808764" y="864724"/>
                </a:cubicBezTo>
                <a:cubicBezTo>
                  <a:pt x="1777014" y="872661"/>
                  <a:pt x="1795270" y="974262"/>
                  <a:pt x="1780189" y="998074"/>
                </a:cubicBezTo>
                <a:cubicBezTo>
                  <a:pt x="1765108" y="1021886"/>
                  <a:pt x="1724627" y="1033793"/>
                  <a:pt x="1718277" y="1007599"/>
                </a:cubicBezTo>
                <a:cubicBezTo>
                  <a:pt x="1711927" y="981405"/>
                  <a:pt x="1750026" y="881392"/>
                  <a:pt x="1742089" y="840911"/>
                </a:cubicBezTo>
                <a:cubicBezTo>
                  <a:pt x="1734152" y="800430"/>
                  <a:pt x="1726215" y="798049"/>
                  <a:pt x="1670652" y="764711"/>
                </a:cubicBezTo>
                <a:cubicBezTo>
                  <a:pt x="1615090" y="731374"/>
                  <a:pt x="1485708" y="665492"/>
                  <a:pt x="1408714" y="640886"/>
                </a:cubicBezTo>
                <a:cubicBezTo>
                  <a:pt x="1331720" y="616280"/>
                  <a:pt x="1312079" y="618638"/>
                  <a:pt x="1208689" y="617074"/>
                </a:cubicBezTo>
                <a:cubicBezTo>
                  <a:pt x="1105299" y="615510"/>
                  <a:pt x="896324" y="618799"/>
                  <a:pt x="788374" y="631499"/>
                </a:cubicBezTo>
                <a:cubicBezTo>
                  <a:pt x="680424" y="644199"/>
                  <a:pt x="621111" y="675040"/>
                  <a:pt x="560989" y="693273"/>
                </a:cubicBezTo>
                <a:cubicBezTo>
                  <a:pt x="500867" y="711506"/>
                  <a:pt x="478439" y="728993"/>
                  <a:pt x="427639" y="740899"/>
                </a:cubicBezTo>
                <a:cubicBezTo>
                  <a:pt x="376839" y="752805"/>
                  <a:pt x="323658" y="764711"/>
                  <a:pt x="256189" y="764711"/>
                </a:cubicBezTo>
                <a:cubicBezTo>
                  <a:pt x="188720" y="764711"/>
                  <a:pt x="61720" y="780587"/>
                  <a:pt x="22826" y="740899"/>
                </a:cubicBezTo>
                <a:cubicBezTo>
                  <a:pt x="-16068" y="701211"/>
                  <a:pt x="2188" y="562305"/>
                  <a:pt x="22826" y="526586"/>
                </a:cubicBezTo>
                <a:cubicBezTo>
                  <a:pt x="43463" y="490867"/>
                  <a:pt x="226821" y="521824"/>
                  <a:pt x="299052" y="526586"/>
                </a:cubicBezTo>
                <a:cubicBezTo>
                  <a:pt x="371283" y="531349"/>
                  <a:pt x="427639" y="542857"/>
                  <a:pt x="456214" y="555161"/>
                </a:cubicBezTo>
                <a:close/>
              </a:path>
            </a:pathLst>
          </a:custGeom>
          <a:solidFill>
            <a:srgbClr val="FAB6A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909D466-4E06-CAFC-BBF4-06443E765F23}"/>
              </a:ext>
            </a:extLst>
          </p:cNvPr>
          <p:cNvGrpSpPr/>
          <p:nvPr/>
        </p:nvGrpSpPr>
        <p:grpSpPr>
          <a:xfrm>
            <a:off x="839493" y="4024649"/>
            <a:ext cx="1121934" cy="166119"/>
            <a:chOff x="6408570" y="4256222"/>
            <a:chExt cx="1121934" cy="166119"/>
          </a:xfrm>
        </p:grpSpPr>
        <p:sp>
          <p:nvSpPr>
            <p:cNvPr id="143" name="Rectangle 279">
              <a:extLst>
                <a:ext uri="{FF2B5EF4-FFF2-40B4-BE49-F238E27FC236}">
                  <a16:creationId xmlns:a16="http://schemas.microsoft.com/office/drawing/2014/main" id="{86F767A8-BA98-78BC-F305-F4A550D56728}"/>
                </a:ext>
              </a:extLst>
            </p:cNvPr>
            <p:cNvSpPr/>
            <p:nvPr/>
          </p:nvSpPr>
          <p:spPr>
            <a:xfrm>
              <a:off x="6551960" y="4297784"/>
              <a:ext cx="978544" cy="93261"/>
            </a:xfrm>
            <a:custGeom>
              <a:avLst/>
              <a:gdLst>
                <a:gd name="connsiteX0" fmla="*/ 0 w 1141309"/>
                <a:gd name="connsiteY0" fmla="*/ 0 h 78158"/>
                <a:gd name="connsiteX1" fmla="*/ 1141309 w 1141309"/>
                <a:gd name="connsiteY1" fmla="*/ 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2009 h 80167"/>
                <a:gd name="connsiteX3" fmla="*/ 1141309 w 1141309"/>
                <a:gd name="connsiteY3" fmla="*/ 80167 h 80167"/>
                <a:gd name="connsiteX4" fmla="*/ 0 w 1141309"/>
                <a:gd name="connsiteY4" fmla="*/ 80167 h 80167"/>
                <a:gd name="connsiteX5" fmla="*/ 0 w 1141309"/>
                <a:gd name="connsiteY5" fmla="*/ 2009 h 80167"/>
                <a:gd name="connsiteX0" fmla="*/ 0 w 1141309"/>
                <a:gd name="connsiteY0" fmla="*/ 2009 h 80167"/>
                <a:gd name="connsiteX1" fmla="*/ 999822 w 1141309"/>
                <a:gd name="connsiteY1" fmla="*/ 0 h 80167"/>
                <a:gd name="connsiteX2" fmla="*/ 1141309 w 1141309"/>
                <a:gd name="connsiteY2" fmla="*/ 80167 h 80167"/>
                <a:gd name="connsiteX3" fmla="*/ 0 w 1141309"/>
                <a:gd name="connsiteY3" fmla="*/ 80167 h 80167"/>
                <a:gd name="connsiteX4" fmla="*/ 0 w 1141309"/>
                <a:gd name="connsiteY4" fmla="*/ 2009 h 80167"/>
                <a:gd name="connsiteX0" fmla="*/ 0 w 1141309"/>
                <a:gd name="connsiteY0" fmla="*/ 0 h 78158"/>
                <a:gd name="connsiteX1" fmla="*/ 995059 w 1141309"/>
                <a:gd name="connsiteY1" fmla="*/ 14660 h 78158"/>
                <a:gd name="connsiteX2" fmla="*/ 1141309 w 1141309"/>
                <a:gd name="connsiteY2" fmla="*/ 78158 h 78158"/>
                <a:gd name="connsiteX3" fmla="*/ 0 w 1141309"/>
                <a:gd name="connsiteY3" fmla="*/ 78158 h 78158"/>
                <a:gd name="connsiteX4" fmla="*/ 0 w 1141309"/>
                <a:gd name="connsiteY4" fmla="*/ 0 h 78158"/>
                <a:gd name="connsiteX0" fmla="*/ 0 w 1141309"/>
                <a:gd name="connsiteY0" fmla="*/ 0 h 78158"/>
                <a:gd name="connsiteX1" fmla="*/ 526998 w 1141309"/>
                <a:gd name="connsiteY1" fmla="*/ 21804 h 78158"/>
                <a:gd name="connsiteX2" fmla="*/ 995059 w 1141309"/>
                <a:gd name="connsiteY2" fmla="*/ 14660 h 78158"/>
                <a:gd name="connsiteX3" fmla="*/ 1141309 w 1141309"/>
                <a:gd name="connsiteY3" fmla="*/ 78158 h 78158"/>
                <a:gd name="connsiteX4" fmla="*/ 0 w 1141309"/>
                <a:gd name="connsiteY4" fmla="*/ 78158 h 78158"/>
                <a:gd name="connsiteX5" fmla="*/ 0 w 1141309"/>
                <a:gd name="connsiteY5" fmla="*/ 0 h 78158"/>
                <a:gd name="connsiteX0" fmla="*/ 0 w 1141309"/>
                <a:gd name="connsiteY0" fmla="*/ 0 h 90860"/>
                <a:gd name="connsiteX1" fmla="*/ 526998 w 1141309"/>
                <a:gd name="connsiteY1" fmla="*/ 21804 h 90860"/>
                <a:gd name="connsiteX2" fmla="*/ 995059 w 1141309"/>
                <a:gd name="connsiteY2" fmla="*/ 14660 h 90860"/>
                <a:gd name="connsiteX3" fmla="*/ 1141309 w 1141309"/>
                <a:gd name="connsiteY3" fmla="*/ 78158 h 90860"/>
                <a:gd name="connsiteX4" fmla="*/ 537948 w 1141309"/>
                <a:gd name="connsiteY4" fmla="*/ 90860 h 90860"/>
                <a:gd name="connsiteX5" fmla="*/ 0 w 1141309"/>
                <a:gd name="connsiteY5" fmla="*/ 78158 h 90860"/>
                <a:gd name="connsiteX6" fmla="*/ 0 w 1141309"/>
                <a:gd name="connsiteY6" fmla="*/ 0 h 90860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41309"/>
                <a:gd name="connsiteY0" fmla="*/ 0 h 93241"/>
                <a:gd name="connsiteX1" fmla="*/ 526998 w 1141309"/>
                <a:gd name="connsiteY1" fmla="*/ 21804 h 93241"/>
                <a:gd name="connsiteX2" fmla="*/ 995059 w 1141309"/>
                <a:gd name="connsiteY2" fmla="*/ 14660 h 93241"/>
                <a:gd name="connsiteX3" fmla="*/ 1141309 w 1141309"/>
                <a:gd name="connsiteY3" fmla="*/ 78158 h 93241"/>
                <a:gd name="connsiteX4" fmla="*/ 521523 w 1141309"/>
                <a:gd name="connsiteY4" fmla="*/ 93241 h 93241"/>
                <a:gd name="connsiteX5" fmla="*/ 0 w 1141309"/>
                <a:gd name="connsiteY5" fmla="*/ 78158 h 93241"/>
                <a:gd name="connsiteX6" fmla="*/ 0 w 1141309"/>
                <a:gd name="connsiteY6" fmla="*/ 0 h 93241"/>
                <a:gd name="connsiteX0" fmla="*/ 0 w 1133098"/>
                <a:gd name="connsiteY0" fmla="*/ 0 h 93241"/>
                <a:gd name="connsiteX1" fmla="*/ 526998 w 1133098"/>
                <a:gd name="connsiteY1" fmla="*/ 21804 h 93241"/>
                <a:gd name="connsiteX2" fmla="*/ 995059 w 1133098"/>
                <a:gd name="connsiteY2" fmla="*/ 14660 h 93241"/>
                <a:gd name="connsiteX3" fmla="*/ 1133098 w 1133098"/>
                <a:gd name="connsiteY3" fmla="*/ 78158 h 93241"/>
                <a:gd name="connsiteX4" fmla="*/ 521523 w 1133098"/>
                <a:gd name="connsiteY4" fmla="*/ 93241 h 93241"/>
                <a:gd name="connsiteX5" fmla="*/ 0 w 1133098"/>
                <a:gd name="connsiteY5" fmla="*/ 78158 h 93241"/>
                <a:gd name="connsiteX6" fmla="*/ 0 w 1133098"/>
                <a:gd name="connsiteY6" fmla="*/ 0 h 9324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62720"/>
                <a:gd name="connsiteY0" fmla="*/ 0 h 93261"/>
                <a:gd name="connsiteX1" fmla="*/ 526998 w 1162720"/>
                <a:gd name="connsiteY1" fmla="*/ 21804 h 93261"/>
                <a:gd name="connsiteX2" fmla="*/ 995059 w 1162720"/>
                <a:gd name="connsiteY2" fmla="*/ 14660 h 93261"/>
                <a:gd name="connsiteX3" fmla="*/ 1133098 w 1162720"/>
                <a:gd name="connsiteY3" fmla="*/ 78158 h 93261"/>
                <a:gd name="connsiteX4" fmla="*/ 1101846 w 1162720"/>
                <a:gd name="connsiteY4" fmla="*/ 81335 h 93261"/>
                <a:gd name="connsiteX5" fmla="*/ 521523 w 1162720"/>
                <a:gd name="connsiteY5" fmla="*/ 93241 h 93261"/>
                <a:gd name="connsiteX6" fmla="*/ 0 w 1162720"/>
                <a:gd name="connsiteY6" fmla="*/ 78158 h 93261"/>
                <a:gd name="connsiteX7" fmla="*/ 0 w 1162720"/>
                <a:gd name="connsiteY7" fmla="*/ 0 h 93261"/>
                <a:gd name="connsiteX0" fmla="*/ 0 w 1153347"/>
                <a:gd name="connsiteY0" fmla="*/ 0 h 93261"/>
                <a:gd name="connsiteX1" fmla="*/ 526998 w 1153347"/>
                <a:gd name="connsiteY1" fmla="*/ 21804 h 93261"/>
                <a:gd name="connsiteX2" fmla="*/ 995059 w 1153347"/>
                <a:gd name="connsiteY2" fmla="*/ 14660 h 93261"/>
                <a:gd name="connsiteX3" fmla="*/ 1133098 w 1153347"/>
                <a:gd name="connsiteY3" fmla="*/ 78158 h 93261"/>
                <a:gd name="connsiteX4" fmla="*/ 1101846 w 1153347"/>
                <a:gd name="connsiteY4" fmla="*/ 81335 h 93261"/>
                <a:gd name="connsiteX5" fmla="*/ 521523 w 1153347"/>
                <a:gd name="connsiteY5" fmla="*/ 93241 h 93261"/>
                <a:gd name="connsiteX6" fmla="*/ 0 w 1153347"/>
                <a:gd name="connsiteY6" fmla="*/ 78158 h 93261"/>
                <a:gd name="connsiteX7" fmla="*/ 0 w 1153347"/>
                <a:gd name="connsiteY7" fmla="*/ 0 h 93261"/>
                <a:gd name="connsiteX0" fmla="*/ 0 w 1133098"/>
                <a:gd name="connsiteY0" fmla="*/ 0 h 93261"/>
                <a:gd name="connsiteX1" fmla="*/ 526998 w 1133098"/>
                <a:gd name="connsiteY1" fmla="*/ 21804 h 93261"/>
                <a:gd name="connsiteX2" fmla="*/ 995059 w 1133098"/>
                <a:gd name="connsiteY2" fmla="*/ 14660 h 93261"/>
                <a:gd name="connsiteX3" fmla="*/ 1133098 w 1133098"/>
                <a:gd name="connsiteY3" fmla="*/ 78158 h 93261"/>
                <a:gd name="connsiteX4" fmla="*/ 1101846 w 1133098"/>
                <a:gd name="connsiteY4" fmla="*/ 81335 h 93261"/>
                <a:gd name="connsiteX5" fmla="*/ 521523 w 1133098"/>
                <a:gd name="connsiteY5" fmla="*/ 93241 h 93261"/>
                <a:gd name="connsiteX6" fmla="*/ 0 w 1133098"/>
                <a:gd name="connsiteY6" fmla="*/ 78158 h 93261"/>
                <a:gd name="connsiteX7" fmla="*/ 0 w 1133098"/>
                <a:gd name="connsiteY7" fmla="*/ 0 h 93261"/>
                <a:gd name="connsiteX0" fmla="*/ 0 w 1124886"/>
                <a:gd name="connsiteY0" fmla="*/ 0 h 93261"/>
                <a:gd name="connsiteX1" fmla="*/ 526998 w 1124886"/>
                <a:gd name="connsiteY1" fmla="*/ 21804 h 93261"/>
                <a:gd name="connsiteX2" fmla="*/ 995059 w 1124886"/>
                <a:gd name="connsiteY2" fmla="*/ 14660 h 93261"/>
                <a:gd name="connsiteX3" fmla="*/ 1124886 w 1124886"/>
                <a:gd name="connsiteY3" fmla="*/ 75777 h 93261"/>
                <a:gd name="connsiteX4" fmla="*/ 1101846 w 1124886"/>
                <a:gd name="connsiteY4" fmla="*/ 81335 h 93261"/>
                <a:gd name="connsiteX5" fmla="*/ 521523 w 1124886"/>
                <a:gd name="connsiteY5" fmla="*/ 93241 h 93261"/>
                <a:gd name="connsiteX6" fmla="*/ 0 w 1124886"/>
                <a:gd name="connsiteY6" fmla="*/ 78158 h 93261"/>
                <a:gd name="connsiteX7" fmla="*/ 0 w 1124886"/>
                <a:gd name="connsiteY7" fmla="*/ 0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4886" h="93261">
                  <a:moveTo>
                    <a:pt x="0" y="0"/>
                  </a:moveTo>
                  <a:cubicBezTo>
                    <a:pt x="177492" y="12030"/>
                    <a:pt x="352244" y="19299"/>
                    <a:pt x="526998" y="21804"/>
                  </a:cubicBezTo>
                  <a:lnTo>
                    <a:pt x="995059" y="14660"/>
                  </a:lnTo>
                  <a:lnTo>
                    <a:pt x="1124886" y="75777"/>
                  </a:lnTo>
                  <a:cubicBezTo>
                    <a:pt x="1112572" y="70221"/>
                    <a:pt x="1110706" y="83584"/>
                    <a:pt x="1101846" y="81335"/>
                  </a:cubicBezTo>
                  <a:cubicBezTo>
                    <a:pt x="999917" y="83849"/>
                    <a:pt x="705164" y="93771"/>
                    <a:pt x="521523" y="93241"/>
                  </a:cubicBezTo>
                  <a:lnTo>
                    <a:pt x="0" y="781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AF49F59-1559-A5D9-BA32-3A08D4DD0E6B}"/>
                </a:ext>
              </a:extLst>
            </p:cNvPr>
            <p:cNvSpPr/>
            <p:nvPr/>
          </p:nvSpPr>
          <p:spPr>
            <a:xfrm flipH="1">
              <a:off x="6501415" y="4256222"/>
              <a:ext cx="45719" cy="16611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FF82D9B-F1E1-3275-454D-6C7881FA614D}"/>
                </a:ext>
              </a:extLst>
            </p:cNvPr>
            <p:cNvSpPr/>
            <p:nvPr/>
          </p:nvSpPr>
          <p:spPr>
            <a:xfrm flipH="1">
              <a:off x="6408570" y="4297784"/>
              <a:ext cx="92126" cy="7815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FC005C2E-2F47-8EDD-C65D-CE8926F1F415}"/>
                </a:ext>
              </a:extLst>
            </p:cNvPr>
            <p:cNvSpPr/>
            <p:nvPr/>
          </p:nvSpPr>
          <p:spPr>
            <a:xfrm>
              <a:off x="7193003" y="4283317"/>
              <a:ext cx="158932" cy="13533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842EDD-C3C3-4D7A-67AA-9FC382EC94EB}"/>
              </a:ext>
            </a:extLst>
          </p:cNvPr>
          <p:cNvSpPr/>
          <p:nvPr/>
        </p:nvSpPr>
        <p:spPr>
          <a:xfrm>
            <a:off x="5134183" y="688113"/>
            <a:ext cx="3290965" cy="3027282"/>
          </a:xfrm>
          <a:prstGeom prst="roundRect">
            <a:avLst>
              <a:gd name="adj" fmla="val 106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2FFBC-7450-D28F-0158-1B2D4AEFD6FE}"/>
              </a:ext>
            </a:extLst>
          </p:cNvPr>
          <p:cNvSpPr txBox="1"/>
          <p:nvPr/>
        </p:nvSpPr>
        <p:spPr>
          <a:xfrm>
            <a:off x="5284306" y="800085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ASSESS RESISTANCE</a:t>
            </a:r>
          </a:p>
        </p:txBody>
      </p:sp>
      <p:sp>
        <p:nvSpPr>
          <p:cNvPr id="9" name="Rounded Rectangle 23">
            <a:extLst>
              <a:ext uri="{FF2B5EF4-FFF2-40B4-BE49-F238E27FC236}">
                <a16:creationId xmlns:a16="http://schemas.microsoft.com/office/drawing/2014/main" id="{3D8D2883-E2D2-B8C3-B354-3314AC0C0CCF}"/>
              </a:ext>
            </a:extLst>
          </p:cNvPr>
          <p:cNvSpPr/>
          <p:nvPr/>
        </p:nvSpPr>
        <p:spPr>
          <a:xfrm>
            <a:off x="5389519" y="2336300"/>
            <a:ext cx="2780292" cy="11470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Differential?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Bronchospasm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Kinked tubing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Mucus plug</a:t>
            </a:r>
          </a:p>
        </p:txBody>
      </p:sp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B6D47466-242A-5FF3-EC6B-525494F59D30}"/>
              </a:ext>
            </a:extLst>
          </p:cNvPr>
          <p:cNvSpPr/>
          <p:nvPr/>
        </p:nvSpPr>
        <p:spPr>
          <a:xfrm>
            <a:off x="5382098" y="1169716"/>
            <a:ext cx="2795135" cy="109728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algn="ctr"/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resistance problem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D3C86D-962A-F13E-C35F-3232B462E08B}"/>
              </a:ext>
            </a:extLst>
          </p:cNvPr>
          <p:cNvGrpSpPr/>
          <p:nvPr/>
        </p:nvGrpSpPr>
        <p:grpSpPr>
          <a:xfrm rot="9195319">
            <a:off x="3654559" y="4353861"/>
            <a:ext cx="241838" cy="216694"/>
            <a:chOff x="2769868" y="3465435"/>
            <a:chExt cx="241838" cy="2166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6A77A8D-0FCE-FAE1-B20F-778F9F78DA28}"/>
                </a:ext>
              </a:extLst>
            </p:cNvPr>
            <p:cNvSpPr/>
            <p:nvPr/>
          </p:nvSpPr>
          <p:spPr>
            <a:xfrm rot="2846637">
              <a:off x="2782440" y="3452863"/>
              <a:ext cx="216694" cy="241838"/>
            </a:xfrm>
            <a:custGeom>
              <a:avLst/>
              <a:gdLst>
                <a:gd name="connsiteX0" fmla="*/ 289460 w 367013"/>
                <a:gd name="connsiteY0" fmla="*/ 264217 h 424089"/>
                <a:gd name="connsiteX1" fmla="*/ 234691 w 367013"/>
                <a:gd name="connsiteY1" fmla="*/ 295173 h 424089"/>
                <a:gd name="connsiteX2" fmla="*/ 241835 w 367013"/>
                <a:gd name="connsiteY2" fmla="*/ 357085 h 424089"/>
                <a:gd name="connsiteX3" fmla="*/ 187066 w 367013"/>
                <a:gd name="connsiteY3" fmla="*/ 423760 h 424089"/>
                <a:gd name="connsiteX4" fmla="*/ 106103 w 367013"/>
                <a:gd name="connsiteY4" fmla="*/ 378517 h 424089"/>
                <a:gd name="connsiteX5" fmla="*/ 115628 w 367013"/>
                <a:gd name="connsiteY5" fmla="*/ 288029 h 424089"/>
                <a:gd name="connsiteX6" fmla="*/ 165635 w 367013"/>
                <a:gd name="connsiteY6" fmla="*/ 283267 h 424089"/>
                <a:gd name="connsiteX7" fmla="*/ 191828 w 367013"/>
                <a:gd name="connsiteY7" fmla="*/ 278504 h 424089"/>
                <a:gd name="connsiteX8" fmla="*/ 239453 w 367013"/>
                <a:gd name="connsiteY8" fmla="*/ 221354 h 424089"/>
                <a:gd name="connsiteX9" fmla="*/ 196591 w 367013"/>
                <a:gd name="connsiteY9" fmla="*/ 204685 h 424089"/>
                <a:gd name="connsiteX10" fmla="*/ 163253 w 367013"/>
                <a:gd name="connsiteY10" fmla="*/ 204685 h 424089"/>
                <a:gd name="connsiteX11" fmla="*/ 122772 w 367013"/>
                <a:gd name="connsiteY11" fmla="*/ 218973 h 424089"/>
                <a:gd name="connsiteX12" fmla="*/ 103722 w 367013"/>
                <a:gd name="connsiteY12" fmla="*/ 264217 h 424089"/>
                <a:gd name="connsiteX13" fmla="*/ 75147 w 367013"/>
                <a:gd name="connsiteY13" fmla="*/ 299935 h 424089"/>
                <a:gd name="connsiteX14" fmla="*/ 29903 w 367013"/>
                <a:gd name="connsiteY14" fmla="*/ 285648 h 424089"/>
                <a:gd name="connsiteX15" fmla="*/ 1328 w 367013"/>
                <a:gd name="connsiteY15" fmla="*/ 235642 h 424089"/>
                <a:gd name="connsiteX16" fmla="*/ 72766 w 367013"/>
                <a:gd name="connsiteY16" fmla="*/ 176110 h 424089"/>
                <a:gd name="connsiteX17" fmla="*/ 79910 w 367013"/>
                <a:gd name="connsiteY17" fmla="*/ 180873 h 424089"/>
                <a:gd name="connsiteX18" fmla="*/ 108485 w 367013"/>
                <a:gd name="connsiteY18" fmla="*/ 185635 h 424089"/>
                <a:gd name="connsiteX19" fmla="*/ 210878 w 367013"/>
                <a:gd name="connsiteY19" fmla="*/ 171348 h 424089"/>
                <a:gd name="connsiteX20" fmla="*/ 203735 w 367013"/>
                <a:gd name="connsiteY20" fmla="*/ 130867 h 424089"/>
                <a:gd name="connsiteX21" fmla="*/ 189447 w 367013"/>
                <a:gd name="connsiteY21" fmla="*/ 90385 h 424089"/>
                <a:gd name="connsiteX22" fmla="*/ 134678 w 367013"/>
                <a:gd name="connsiteY22" fmla="*/ 99910 h 424089"/>
                <a:gd name="connsiteX23" fmla="*/ 113247 w 367013"/>
                <a:gd name="connsiteY23" fmla="*/ 57048 h 424089"/>
                <a:gd name="connsiteX24" fmla="*/ 141822 w 367013"/>
                <a:gd name="connsiteY24" fmla="*/ 7042 h 424089"/>
                <a:gd name="connsiteX25" fmla="*/ 208497 w 367013"/>
                <a:gd name="connsiteY25" fmla="*/ 4660 h 424089"/>
                <a:gd name="connsiteX26" fmla="*/ 234691 w 367013"/>
                <a:gd name="connsiteY26" fmla="*/ 47523 h 424089"/>
                <a:gd name="connsiteX27" fmla="*/ 225166 w 367013"/>
                <a:gd name="connsiteY27" fmla="*/ 92767 h 424089"/>
                <a:gd name="connsiteX28" fmla="*/ 246597 w 367013"/>
                <a:gd name="connsiteY28" fmla="*/ 140392 h 424089"/>
                <a:gd name="connsiteX29" fmla="*/ 260885 w 367013"/>
                <a:gd name="connsiteY29" fmla="*/ 197542 h 424089"/>
                <a:gd name="connsiteX30" fmla="*/ 356135 w 367013"/>
                <a:gd name="connsiteY30" fmla="*/ 207067 h 424089"/>
                <a:gd name="connsiteX31" fmla="*/ 358516 w 367013"/>
                <a:gd name="connsiteY31" fmla="*/ 264217 h 424089"/>
                <a:gd name="connsiteX32" fmla="*/ 289460 w 367013"/>
                <a:gd name="connsiteY32" fmla="*/ 264217 h 424089"/>
                <a:gd name="connsiteX0" fmla="*/ 289460 w 367013"/>
                <a:gd name="connsiteY0" fmla="*/ 264217 h 429041"/>
                <a:gd name="connsiteX1" fmla="*/ 234691 w 367013"/>
                <a:gd name="connsiteY1" fmla="*/ 295173 h 429041"/>
                <a:gd name="connsiteX2" fmla="*/ 241835 w 367013"/>
                <a:gd name="connsiteY2" fmla="*/ 357085 h 429041"/>
                <a:gd name="connsiteX3" fmla="*/ 187066 w 367013"/>
                <a:gd name="connsiteY3" fmla="*/ 423760 h 429041"/>
                <a:gd name="connsiteX4" fmla="*/ 89434 w 367013"/>
                <a:gd name="connsiteY4" fmla="*/ 409473 h 429041"/>
                <a:gd name="connsiteX5" fmla="*/ 115628 w 367013"/>
                <a:gd name="connsiteY5" fmla="*/ 288029 h 429041"/>
                <a:gd name="connsiteX6" fmla="*/ 165635 w 367013"/>
                <a:gd name="connsiteY6" fmla="*/ 283267 h 429041"/>
                <a:gd name="connsiteX7" fmla="*/ 191828 w 367013"/>
                <a:gd name="connsiteY7" fmla="*/ 278504 h 429041"/>
                <a:gd name="connsiteX8" fmla="*/ 239453 w 367013"/>
                <a:gd name="connsiteY8" fmla="*/ 221354 h 429041"/>
                <a:gd name="connsiteX9" fmla="*/ 196591 w 367013"/>
                <a:gd name="connsiteY9" fmla="*/ 204685 h 429041"/>
                <a:gd name="connsiteX10" fmla="*/ 163253 w 367013"/>
                <a:gd name="connsiteY10" fmla="*/ 204685 h 429041"/>
                <a:gd name="connsiteX11" fmla="*/ 122772 w 367013"/>
                <a:gd name="connsiteY11" fmla="*/ 218973 h 429041"/>
                <a:gd name="connsiteX12" fmla="*/ 103722 w 367013"/>
                <a:gd name="connsiteY12" fmla="*/ 264217 h 429041"/>
                <a:gd name="connsiteX13" fmla="*/ 75147 w 367013"/>
                <a:gd name="connsiteY13" fmla="*/ 299935 h 429041"/>
                <a:gd name="connsiteX14" fmla="*/ 29903 w 367013"/>
                <a:gd name="connsiteY14" fmla="*/ 285648 h 429041"/>
                <a:gd name="connsiteX15" fmla="*/ 1328 w 367013"/>
                <a:gd name="connsiteY15" fmla="*/ 235642 h 429041"/>
                <a:gd name="connsiteX16" fmla="*/ 72766 w 367013"/>
                <a:gd name="connsiteY16" fmla="*/ 176110 h 429041"/>
                <a:gd name="connsiteX17" fmla="*/ 79910 w 367013"/>
                <a:gd name="connsiteY17" fmla="*/ 180873 h 429041"/>
                <a:gd name="connsiteX18" fmla="*/ 108485 w 367013"/>
                <a:gd name="connsiteY18" fmla="*/ 185635 h 429041"/>
                <a:gd name="connsiteX19" fmla="*/ 210878 w 367013"/>
                <a:gd name="connsiteY19" fmla="*/ 171348 h 429041"/>
                <a:gd name="connsiteX20" fmla="*/ 203735 w 367013"/>
                <a:gd name="connsiteY20" fmla="*/ 130867 h 429041"/>
                <a:gd name="connsiteX21" fmla="*/ 189447 w 367013"/>
                <a:gd name="connsiteY21" fmla="*/ 90385 h 429041"/>
                <a:gd name="connsiteX22" fmla="*/ 134678 w 367013"/>
                <a:gd name="connsiteY22" fmla="*/ 99910 h 429041"/>
                <a:gd name="connsiteX23" fmla="*/ 113247 w 367013"/>
                <a:gd name="connsiteY23" fmla="*/ 57048 h 429041"/>
                <a:gd name="connsiteX24" fmla="*/ 141822 w 367013"/>
                <a:gd name="connsiteY24" fmla="*/ 7042 h 429041"/>
                <a:gd name="connsiteX25" fmla="*/ 208497 w 367013"/>
                <a:gd name="connsiteY25" fmla="*/ 4660 h 429041"/>
                <a:gd name="connsiteX26" fmla="*/ 234691 w 367013"/>
                <a:gd name="connsiteY26" fmla="*/ 47523 h 429041"/>
                <a:gd name="connsiteX27" fmla="*/ 225166 w 367013"/>
                <a:gd name="connsiteY27" fmla="*/ 92767 h 429041"/>
                <a:gd name="connsiteX28" fmla="*/ 246597 w 367013"/>
                <a:gd name="connsiteY28" fmla="*/ 140392 h 429041"/>
                <a:gd name="connsiteX29" fmla="*/ 260885 w 367013"/>
                <a:gd name="connsiteY29" fmla="*/ 197542 h 429041"/>
                <a:gd name="connsiteX30" fmla="*/ 356135 w 367013"/>
                <a:gd name="connsiteY30" fmla="*/ 207067 h 429041"/>
                <a:gd name="connsiteX31" fmla="*/ 358516 w 367013"/>
                <a:gd name="connsiteY31" fmla="*/ 264217 h 429041"/>
                <a:gd name="connsiteX32" fmla="*/ 289460 w 367013"/>
                <a:gd name="connsiteY32" fmla="*/ 264217 h 429041"/>
                <a:gd name="connsiteX0" fmla="*/ 289460 w 367013"/>
                <a:gd name="connsiteY0" fmla="*/ 264217 h 436489"/>
                <a:gd name="connsiteX1" fmla="*/ 234691 w 367013"/>
                <a:gd name="connsiteY1" fmla="*/ 295173 h 436489"/>
                <a:gd name="connsiteX2" fmla="*/ 241835 w 367013"/>
                <a:gd name="connsiteY2" fmla="*/ 357085 h 436489"/>
                <a:gd name="connsiteX3" fmla="*/ 187066 w 367013"/>
                <a:gd name="connsiteY3" fmla="*/ 423760 h 436489"/>
                <a:gd name="connsiteX4" fmla="*/ 89434 w 367013"/>
                <a:gd name="connsiteY4" fmla="*/ 409473 h 436489"/>
                <a:gd name="connsiteX5" fmla="*/ 115628 w 367013"/>
                <a:gd name="connsiteY5" fmla="*/ 288029 h 436489"/>
                <a:gd name="connsiteX6" fmla="*/ 165635 w 367013"/>
                <a:gd name="connsiteY6" fmla="*/ 283267 h 436489"/>
                <a:gd name="connsiteX7" fmla="*/ 191828 w 367013"/>
                <a:gd name="connsiteY7" fmla="*/ 278504 h 436489"/>
                <a:gd name="connsiteX8" fmla="*/ 239453 w 367013"/>
                <a:gd name="connsiteY8" fmla="*/ 221354 h 436489"/>
                <a:gd name="connsiteX9" fmla="*/ 196591 w 367013"/>
                <a:gd name="connsiteY9" fmla="*/ 204685 h 436489"/>
                <a:gd name="connsiteX10" fmla="*/ 163253 w 367013"/>
                <a:gd name="connsiteY10" fmla="*/ 204685 h 436489"/>
                <a:gd name="connsiteX11" fmla="*/ 122772 w 367013"/>
                <a:gd name="connsiteY11" fmla="*/ 218973 h 436489"/>
                <a:gd name="connsiteX12" fmla="*/ 103722 w 367013"/>
                <a:gd name="connsiteY12" fmla="*/ 264217 h 436489"/>
                <a:gd name="connsiteX13" fmla="*/ 75147 w 367013"/>
                <a:gd name="connsiteY13" fmla="*/ 299935 h 436489"/>
                <a:gd name="connsiteX14" fmla="*/ 29903 w 367013"/>
                <a:gd name="connsiteY14" fmla="*/ 285648 h 436489"/>
                <a:gd name="connsiteX15" fmla="*/ 1328 w 367013"/>
                <a:gd name="connsiteY15" fmla="*/ 235642 h 436489"/>
                <a:gd name="connsiteX16" fmla="*/ 72766 w 367013"/>
                <a:gd name="connsiteY16" fmla="*/ 176110 h 436489"/>
                <a:gd name="connsiteX17" fmla="*/ 79910 w 367013"/>
                <a:gd name="connsiteY17" fmla="*/ 180873 h 436489"/>
                <a:gd name="connsiteX18" fmla="*/ 108485 w 367013"/>
                <a:gd name="connsiteY18" fmla="*/ 185635 h 436489"/>
                <a:gd name="connsiteX19" fmla="*/ 210878 w 367013"/>
                <a:gd name="connsiteY19" fmla="*/ 171348 h 436489"/>
                <a:gd name="connsiteX20" fmla="*/ 203735 w 367013"/>
                <a:gd name="connsiteY20" fmla="*/ 130867 h 436489"/>
                <a:gd name="connsiteX21" fmla="*/ 189447 w 367013"/>
                <a:gd name="connsiteY21" fmla="*/ 90385 h 436489"/>
                <a:gd name="connsiteX22" fmla="*/ 134678 w 367013"/>
                <a:gd name="connsiteY22" fmla="*/ 99910 h 436489"/>
                <a:gd name="connsiteX23" fmla="*/ 113247 w 367013"/>
                <a:gd name="connsiteY23" fmla="*/ 57048 h 436489"/>
                <a:gd name="connsiteX24" fmla="*/ 141822 w 367013"/>
                <a:gd name="connsiteY24" fmla="*/ 7042 h 436489"/>
                <a:gd name="connsiteX25" fmla="*/ 208497 w 367013"/>
                <a:gd name="connsiteY25" fmla="*/ 4660 h 436489"/>
                <a:gd name="connsiteX26" fmla="*/ 234691 w 367013"/>
                <a:gd name="connsiteY26" fmla="*/ 47523 h 436489"/>
                <a:gd name="connsiteX27" fmla="*/ 225166 w 367013"/>
                <a:gd name="connsiteY27" fmla="*/ 92767 h 436489"/>
                <a:gd name="connsiteX28" fmla="*/ 246597 w 367013"/>
                <a:gd name="connsiteY28" fmla="*/ 140392 h 436489"/>
                <a:gd name="connsiteX29" fmla="*/ 260885 w 367013"/>
                <a:gd name="connsiteY29" fmla="*/ 197542 h 436489"/>
                <a:gd name="connsiteX30" fmla="*/ 356135 w 367013"/>
                <a:gd name="connsiteY30" fmla="*/ 207067 h 436489"/>
                <a:gd name="connsiteX31" fmla="*/ 358516 w 367013"/>
                <a:gd name="connsiteY31" fmla="*/ 264217 h 436489"/>
                <a:gd name="connsiteX32" fmla="*/ 289460 w 367013"/>
                <a:gd name="connsiteY32" fmla="*/ 264217 h 436489"/>
                <a:gd name="connsiteX0" fmla="*/ 289460 w 367013"/>
                <a:gd name="connsiteY0" fmla="*/ 264217 h 426018"/>
                <a:gd name="connsiteX1" fmla="*/ 234691 w 367013"/>
                <a:gd name="connsiteY1" fmla="*/ 295173 h 426018"/>
                <a:gd name="connsiteX2" fmla="*/ 241835 w 367013"/>
                <a:gd name="connsiteY2" fmla="*/ 357085 h 426018"/>
                <a:gd name="connsiteX3" fmla="*/ 187066 w 367013"/>
                <a:gd name="connsiteY3" fmla="*/ 423760 h 426018"/>
                <a:gd name="connsiteX4" fmla="*/ 94197 w 367013"/>
                <a:gd name="connsiteY4" fmla="*/ 385661 h 426018"/>
                <a:gd name="connsiteX5" fmla="*/ 115628 w 367013"/>
                <a:gd name="connsiteY5" fmla="*/ 288029 h 426018"/>
                <a:gd name="connsiteX6" fmla="*/ 165635 w 367013"/>
                <a:gd name="connsiteY6" fmla="*/ 283267 h 426018"/>
                <a:gd name="connsiteX7" fmla="*/ 191828 w 367013"/>
                <a:gd name="connsiteY7" fmla="*/ 278504 h 426018"/>
                <a:gd name="connsiteX8" fmla="*/ 239453 w 367013"/>
                <a:gd name="connsiteY8" fmla="*/ 221354 h 426018"/>
                <a:gd name="connsiteX9" fmla="*/ 196591 w 367013"/>
                <a:gd name="connsiteY9" fmla="*/ 204685 h 426018"/>
                <a:gd name="connsiteX10" fmla="*/ 163253 w 367013"/>
                <a:gd name="connsiteY10" fmla="*/ 204685 h 426018"/>
                <a:gd name="connsiteX11" fmla="*/ 122772 w 367013"/>
                <a:gd name="connsiteY11" fmla="*/ 218973 h 426018"/>
                <a:gd name="connsiteX12" fmla="*/ 103722 w 367013"/>
                <a:gd name="connsiteY12" fmla="*/ 264217 h 426018"/>
                <a:gd name="connsiteX13" fmla="*/ 75147 w 367013"/>
                <a:gd name="connsiteY13" fmla="*/ 299935 h 426018"/>
                <a:gd name="connsiteX14" fmla="*/ 29903 w 367013"/>
                <a:gd name="connsiteY14" fmla="*/ 285648 h 426018"/>
                <a:gd name="connsiteX15" fmla="*/ 1328 w 367013"/>
                <a:gd name="connsiteY15" fmla="*/ 235642 h 426018"/>
                <a:gd name="connsiteX16" fmla="*/ 72766 w 367013"/>
                <a:gd name="connsiteY16" fmla="*/ 176110 h 426018"/>
                <a:gd name="connsiteX17" fmla="*/ 79910 w 367013"/>
                <a:gd name="connsiteY17" fmla="*/ 180873 h 426018"/>
                <a:gd name="connsiteX18" fmla="*/ 108485 w 367013"/>
                <a:gd name="connsiteY18" fmla="*/ 185635 h 426018"/>
                <a:gd name="connsiteX19" fmla="*/ 210878 w 367013"/>
                <a:gd name="connsiteY19" fmla="*/ 171348 h 426018"/>
                <a:gd name="connsiteX20" fmla="*/ 203735 w 367013"/>
                <a:gd name="connsiteY20" fmla="*/ 130867 h 426018"/>
                <a:gd name="connsiteX21" fmla="*/ 189447 w 367013"/>
                <a:gd name="connsiteY21" fmla="*/ 90385 h 426018"/>
                <a:gd name="connsiteX22" fmla="*/ 134678 w 367013"/>
                <a:gd name="connsiteY22" fmla="*/ 99910 h 426018"/>
                <a:gd name="connsiteX23" fmla="*/ 113247 w 367013"/>
                <a:gd name="connsiteY23" fmla="*/ 57048 h 426018"/>
                <a:gd name="connsiteX24" fmla="*/ 141822 w 367013"/>
                <a:gd name="connsiteY24" fmla="*/ 7042 h 426018"/>
                <a:gd name="connsiteX25" fmla="*/ 208497 w 367013"/>
                <a:gd name="connsiteY25" fmla="*/ 4660 h 426018"/>
                <a:gd name="connsiteX26" fmla="*/ 234691 w 367013"/>
                <a:gd name="connsiteY26" fmla="*/ 47523 h 426018"/>
                <a:gd name="connsiteX27" fmla="*/ 225166 w 367013"/>
                <a:gd name="connsiteY27" fmla="*/ 92767 h 426018"/>
                <a:gd name="connsiteX28" fmla="*/ 246597 w 367013"/>
                <a:gd name="connsiteY28" fmla="*/ 140392 h 426018"/>
                <a:gd name="connsiteX29" fmla="*/ 260885 w 367013"/>
                <a:gd name="connsiteY29" fmla="*/ 197542 h 426018"/>
                <a:gd name="connsiteX30" fmla="*/ 356135 w 367013"/>
                <a:gd name="connsiteY30" fmla="*/ 207067 h 426018"/>
                <a:gd name="connsiteX31" fmla="*/ 358516 w 367013"/>
                <a:gd name="connsiteY31" fmla="*/ 264217 h 426018"/>
                <a:gd name="connsiteX32" fmla="*/ 289460 w 367013"/>
                <a:gd name="connsiteY32" fmla="*/ 264217 h 426018"/>
                <a:gd name="connsiteX0" fmla="*/ 289460 w 367013"/>
                <a:gd name="connsiteY0" fmla="*/ 264217 h 424411"/>
                <a:gd name="connsiteX1" fmla="*/ 234691 w 367013"/>
                <a:gd name="connsiteY1" fmla="*/ 295173 h 424411"/>
                <a:gd name="connsiteX2" fmla="*/ 241835 w 367013"/>
                <a:gd name="connsiteY2" fmla="*/ 357085 h 424411"/>
                <a:gd name="connsiteX3" fmla="*/ 187066 w 367013"/>
                <a:gd name="connsiteY3" fmla="*/ 423760 h 424411"/>
                <a:gd name="connsiteX4" fmla="*/ 94197 w 367013"/>
                <a:gd name="connsiteY4" fmla="*/ 385661 h 424411"/>
                <a:gd name="connsiteX5" fmla="*/ 115628 w 367013"/>
                <a:gd name="connsiteY5" fmla="*/ 299935 h 424411"/>
                <a:gd name="connsiteX6" fmla="*/ 165635 w 367013"/>
                <a:gd name="connsiteY6" fmla="*/ 283267 h 424411"/>
                <a:gd name="connsiteX7" fmla="*/ 191828 w 367013"/>
                <a:gd name="connsiteY7" fmla="*/ 278504 h 424411"/>
                <a:gd name="connsiteX8" fmla="*/ 239453 w 367013"/>
                <a:gd name="connsiteY8" fmla="*/ 221354 h 424411"/>
                <a:gd name="connsiteX9" fmla="*/ 196591 w 367013"/>
                <a:gd name="connsiteY9" fmla="*/ 204685 h 424411"/>
                <a:gd name="connsiteX10" fmla="*/ 163253 w 367013"/>
                <a:gd name="connsiteY10" fmla="*/ 204685 h 424411"/>
                <a:gd name="connsiteX11" fmla="*/ 122772 w 367013"/>
                <a:gd name="connsiteY11" fmla="*/ 218973 h 424411"/>
                <a:gd name="connsiteX12" fmla="*/ 103722 w 367013"/>
                <a:gd name="connsiteY12" fmla="*/ 264217 h 424411"/>
                <a:gd name="connsiteX13" fmla="*/ 75147 w 367013"/>
                <a:gd name="connsiteY13" fmla="*/ 299935 h 424411"/>
                <a:gd name="connsiteX14" fmla="*/ 29903 w 367013"/>
                <a:gd name="connsiteY14" fmla="*/ 285648 h 424411"/>
                <a:gd name="connsiteX15" fmla="*/ 1328 w 367013"/>
                <a:gd name="connsiteY15" fmla="*/ 235642 h 424411"/>
                <a:gd name="connsiteX16" fmla="*/ 72766 w 367013"/>
                <a:gd name="connsiteY16" fmla="*/ 176110 h 424411"/>
                <a:gd name="connsiteX17" fmla="*/ 79910 w 367013"/>
                <a:gd name="connsiteY17" fmla="*/ 180873 h 424411"/>
                <a:gd name="connsiteX18" fmla="*/ 108485 w 367013"/>
                <a:gd name="connsiteY18" fmla="*/ 185635 h 424411"/>
                <a:gd name="connsiteX19" fmla="*/ 210878 w 367013"/>
                <a:gd name="connsiteY19" fmla="*/ 171348 h 424411"/>
                <a:gd name="connsiteX20" fmla="*/ 203735 w 367013"/>
                <a:gd name="connsiteY20" fmla="*/ 130867 h 424411"/>
                <a:gd name="connsiteX21" fmla="*/ 189447 w 367013"/>
                <a:gd name="connsiteY21" fmla="*/ 90385 h 424411"/>
                <a:gd name="connsiteX22" fmla="*/ 134678 w 367013"/>
                <a:gd name="connsiteY22" fmla="*/ 99910 h 424411"/>
                <a:gd name="connsiteX23" fmla="*/ 113247 w 367013"/>
                <a:gd name="connsiteY23" fmla="*/ 57048 h 424411"/>
                <a:gd name="connsiteX24" fmla="*/ 141822 w 367013"/>
                <a:gd name="connsiteY24" fmla="*/ 7042 h 424411"/>
                <a:gd name="connsiteX25" fmla="*/ 208497 w 367013"/>
                <a:gd name="connsiteY25" fmla="*/ 4660 h 424411"/>
                <a:gd name="connsiteX26" fmla="*/ 234691 w 367013"/>
                <a:gd name="connsiteY26" fmla="*/ 47523 h 424411"/>
                <a:gd name="connsiteX27" fmla="*/ 225166 w 367013"/>
                <a:gd name="connsiteY27" fmla="*/ 92767 h 424411"/>
                <a:gd name="connsiteX28" fmla="*/ 246597 w 367013"/>
                <a:gd name="connsiteY28" fmla="*/ 140392 h 424411"/>
                <a:gd name="connsiteX29" fmla="*/ 260885 w 367013"/>
                <a:gd name="connsiteY29" fmla="*/ 197542 h 424411"/>
                <a:gd name="connsiteX30" fmla="*/ 356135 w 367013"/>
                <a:gd name="connsiteY30" fmla="*/ 207067 h 424411"/>
                <a:gd name="connsiteX31" fmla="*/ 358516 w 367013"/>
                <a:gd name="connsiteY31" fmla="*/ 264217 h 424411"/>
                <a:gd name="connsiteX32" fmla="*/ 289460 w 367013"/>
                <a:gd name="connsiteY32" fmla="*/ 264217 h 424411"/>
                <a:gd name="connsiteX0" fmla="*/ 289460 w 367013"/>
                <a:gd name="connsiteY0" fmla="*/ 264217 h 424574"/>
                <a:gd name="connsiteX1" fmla="*/ 234691 w 367013"/>
                <a:gd name="connsiteY1" fmla="*/ 295173 h 424574"/>
                <a:gd name="connsiteX2" fmla="*/ 241835 w 367013"/>
                <a:gd name="connsiteY2" fmla="*/ 357085 h 424574"/>
                <a:gd name="connsiteX3" fmla="*/ 187066 w 367013"/>
                <a:gd name="connsiteY3" fmla="*/ 423760 h 424574"/>
                <a:gd name="connsiteX4" fmla="*/ 101341 w 367013"/>
                <a:gd name="connsiteY4" fmla="*/ 388042 h 424574"/>
                <a:gd name="connsiteX5" fmla="*/ 115628 w 367013"/>
                <a:gd name="connsiteY5" fmla="*/ 299935 h 424574"/>
                <a:gd name="connsiteX6" fmla="*/ 165635 w 367013"/>
                <a:gd name="connsiteY6" fmla="*/ 283267 h 424574"/>
                <a:gd name="connsiteX7" fmla="*/ 191828 w 367013"/>
                <a:gd name="connsiteY7" fmla="*/ 278504 h 424574"/>
                <a:gd name="connsiteX8" fmla="*/ 239453 w 367013"/>
                <a:gd name="connsiteY8" fmla="*/ 221354 h 424574"/>
                <a:gd name="connsiteX9" fmla="*/ 196591 w 367013"/>
                <a:gd name="connsiteY9" fmla="*/ 204685 h 424574"/>
                <a:gd name="connsiteX10" fmla="*/ 163253 w 367013"/>
                <a:gd name="connsiteY10" fmla="*/ 204685 h 424574"/>
                <a:gd name="connsiteX11" fmla="*/ 122772 w 367013"/>
                <a:gd name="connsiteY11" fmla="*/ 218973 h 424574"/>
                <a:gd name="connsiteX12" fmla="*/ 103722 w 367013"/>
                <a:gd name="connsiteY12" fmla="*/ 264217 h 424574"/>
                <a:gd name="connsiteX13" fmla="*/ 75147 w 367013"/>
                <a:gd name="connsiteY13" fmla="*/ 299935 h 424574"/>
                <a:gd name="connsiteX14" fmla="*/ 29903 w 367013"/>
                <a:gd name="connsiteY14" fmla="*/ 285648 h 424574"/>
                <a:gd name="connsiteX15" fmla="*/ 1328 w 367013"/>
                <a:gd name="connsiteY15" fmla="*/ 235642 h 424574"/>
                <a:gd name="connsiteX16" fmla="*/ 72766 w 367013"/>
                <a:gd name="connsiteY16" fmla="*/ 176110 h 424574"/>
                <a:gd name="connsiteX17" fmla="*/ 79910 w 367013"/>
                <a:gd name="connsiteY17" fmla="*/ 180873 h 424574"/>
                <a:gd name="connsiteX18" fmla="*/ 108485 w 367013"/>
                <a:gd name="connsiteY18" fmla="*/ 185635 h 424574"/>
                <a:gd name="connsiteX19" fmla="*/ 210878 w 367013"/>
                <a:gd name="connsiteY19" fmla="*/ 171348 h 424574"/>
                <a:gd name="connsiteX20" fmla="*/ 203735 w 367013"/>
                <a:gd name="connsiteY20" fmla="*/ 130867 h 424574"/>
                <a:gd name="connsiteX21" fmla="*/ 189447 w 367013"/>
                <a:gd name="connsiteY21" fmla="*/ 90385 h 424574"/>
                <a:gd name="connsiteX22" fmla="*/ 134678 w 367013"/>
                <a:gd name="connsiteY22" fmla="*/ 99910 h 424574"/>
                <a:gd name="connsiteX23" fmla="*/ 113247 w 367013"/>
                <a:gd name="connsiteY23" fmla="*/ 57048 h 424574"/>
                <a:gd name="connsiteX24" fmla="*/ 141822 w 367013"/>
                <a:gd name="connsiteY24" fmla="*/ 7042 h 424574"/>
                <a:gd name="connsiteX25" fmla="*/ 208497 w 367013"/>
                <a:gd name="connsiteY25" fmla="*/ 4660 h 424574"/>
                <a:gd name="connsiteX26" fmla="*/ 234691 w 367013"/>
                <a:gd name="connsiteY26" fmla="*/ 47523 h 424574"/>
                <a:gd name="connsiteX27" fmla="*/ 225166 w 367013"/>
                <a:gd name="connsiteY27" fmla="*/ 92767 h 424574"/>
                <a:gd name="connsiteX28" fmla="*/ 246597 w 367013"/>
                <a:gd name="connsiteY28" fmla="*/ 140392 h 424574"/>
                <a:gd name="connsiteX29" fmla="*/ 260885 w 367013"/>
                <a:gd name="connsiteY29" fmla="*/ 197542 h 424574"/>
                <a:gd name="connsiteX30" fmla="*/ 356135 w 367013"/>
                <a:gd name="connsiteY30" fmla="*/ 207067 h 424574"/>
                <a:gd name="connsiteX31" fmla="*/ 358516 w 367013"/>
                <a:gd name="connsiteY31" fmla="*/ 264217 h 424574"/>
                <a:gd name="connsiteX32" fmla="*/ 289460 w 367013"/>
                <a:gd name="connsiteY32" fmla="*/ 264217 h 424574"/>
                <a:gd name="connsiteX0" fmla="*/ 289460 w 367013"/>
                <a:gd name="connsiteY0" fmla="*/ 264217 h 425936"/>
                <a:gd name="connsiteX1" fmla="*/ 234691 w 367013"/>
                <a:gd name="connsiteY1" fmla="*/ 295173 h 425936"/>
                <a:gd name="connsiteX2" fmla="*/ 241835 w 367013"/>
                <a:gd name="connsiteY2" fmla="*/ 357085 h 425936"/>
                <a:gd name="connsiteX3" fmla="*/ 187066 w 367013"/>
                <a:gd name="connsiteY3" fmla="*/ 423760 h 425936"/>
                <a:gd name="connsiteX4" fmla="*/ 101341 w 367013"/>
                <a:gd name="connsiteY4" fmla="*/ 388042 h 425936"/>
                <a:gd name="connsiteX5" fmla="*/ 115628 w 367013"/>
                <a:gd name="connsiteY5" fmla="*/ 299935 h 425936"/>
                <a:gd name="connsiteX6" fmla="*/ 165635 w 367013"/>
                <a:gd name="connsiteY6" fmla="*/ 283267 h 425936"/>
                <a:gd name="connsiteX7" fmla="*/ 191828 w 367013"/>
                <a:gd name="connsiteY7" fmla="*/ 278504 h 425936"/>
                <a:gd name="connsiteX8" fmla="*/ 239453 w 367013"/>
                <a:gd name="connsiteY8" fmla="*/ 221354 h 425936"/>
                <a:gd name="connsiteX9" fmla="*/ 196591 w 367013"/>
                <a:gd name="connsiteY9" fmla="*/ 204685 h 425936"/>
                <a:gd name="connsiteX10" fmla="*/ 163253 w 367013"/>
                <a:gd name="connsiteY10" fmla="*/ 204685 h 425936"/>
                <a:gd name="connsiteX11" fmla="*/ 122772 w 367013"/>
                <a:gd name="connsiteY11" fmla="*/ 218973 h 425936"/>
                <a:gd name="connsiteX12" fmla="*/ 103722 w 367013"/>
                <a:gd name="connsiteY12" fmla="*/ 264217 h 425936"/>
                <a:gd name="connsiteX13" fmla="*/ 75147 w 367013"/>
                <a:gd name="connsiteY13" fmla="*/ 299935 h 425936"/>
                <a:gd name="connsiteX14" fmla="*/ 29903 w 367013"/>
                <a:gd name="connsiteY14" fmla="*/ 285648 h 425936"/>
                <a:gd name="connsiteX15" fmla="*/ 1328 w 367013"/>
                <a:gd name="connsiteY15" fmla="*/ 235642 h 425936"/>
                <a:gd name="connsiteX16" fmla="*/ 72766 w 367013"/>
                <a:gd name="connsiteY16" fmla="*/ 176110 h 425936"/>
                <a:gd name="connsiteX17" fmla="*/ 79910 w 367013"/>
                <a:gd name="connsiteY17" fmla="*/ 180873 h 425936"/>
                <a:gd name="connsiteX18" fmla="*/ 108485 w 367013"/>
                <a:gd name="connsiteY18" fmla="*/ 185635 h 425936"/>
                <a:gd name="connsiteX19" fmla="*/ 210878 w 367013"/>
                <a:gd name="connsiteY19" fmla="*/ 171348 h 425936"/>
                <a:gd name="connsiteX20" fmla="*/ 203735 w 367013"/>
                <a:gd name="connsiteY20" fmla="*/ 130867 h 425936"/>
                <a:gd name="connsiteX21" fmla="*/ 189447 w 367013"/>
                <a:gd name="connsiteY21" fmla="*/ 90385 h 425936"/>
                <a:gd name="connsiteX22" fmla="*/ 134678 w 367013"/>
                <a:gd name="connsiteY22" fmla="*/ 99910 h 425936"/>
                <a:gd name="connsiteX23" fmla="*/ 113247 w 367013"/>
                <a:gd name="connsiteY23" fmla="*/ 57048 h 425936"/>
                <a:gd name="connsiteX24" fmla="*/ 141822 w 367013"/>
                <a:gd name="connsiteY24" fmla="*/ 7042 h 425936"/>
                <a:gd name="connsiteX25" fmla="*/ 208497 w 367013"/>
                <a:gd name="connsiteY25" fmla="*/ 4660 h 425936"/>
                <a:gd name="connsiteX26" fmla="*/ 234691 w 367013"/>
                <a:gd name="connsiteY26" fmla="*/ 47523 h 425936"/>
                <a:gd name="connsiteX27" fmla="*/ 225166 w 367013"/>
                <a:gd name="connsiteY27" fmla="*/ 92767 h 425936"/>
                <a:gd name="connsiteX28" fmla="*/ 246597 w 367013"/>
                <a:gd name="connsiteY28" fmla="*/ 140392 h 425936"/>
                <a:gd name="connsiteX29" fmla="*/ 260885 w 367013"/>
                <a:gd name="connsiteY29" fmla="*/ 197542 h 425936"/>
                <a:gd name="connsiteX30" fmla="*/ 356135 w 367013"/>
                <a:gd name="connsiteY30" fmla="*/ 207067 h 425936"/>
                <a:gd name="connsiteX31" fmla="*/ 358516 w 367013"/>
                <a:gd name="connsiteY31" fmla="*/ 264217 h 425936"/>
                <a:gd name="connsiteX32" fmla="*/ 289460 w 367013"/>
                <a:gd name="connsiteY32" fmla="*/ 264217 h 425936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56122 w 367013"/>
                <a:gd name="connsiteY1" fmla="*/ 292792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2309 w 367013"/>
                <a:gd name="connsiteY1" fmla="*/ 299937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73753"/>
                <a:gd name="connsiteY0" fmla="*/ 264217 h 425273"/>
                <a:gd name="connsiteX1" fmla="*/ 232309 w 373753"/>
                <a:gd name="connsiteY1" fmla="*/ 299937 h 425273"/>
                <a:gd name="connsiteX2" fmla="*/ 234691 w 373753"/>
                <a:gd name="connsiteY2" fmla="*/ 366610 h 425273"/>
                <a:gd name="connsiteX3" fmla="*/ 187066 w 373753"/>
                <a:gd name="connsiteY3" fmla="*/ 423760 h 425273"/>
                <a:gd name="connsiteX4" fmla="*/ 101341 w 373753"/>
                <a:gd name="connsiteY4" fmla="*/ 388042 h 425273"/>
                <a:gd name="connsiteX5" fmla="*/ 115628 w 373753"/>
                <a:gd name="connsiteY5" fmla="*/ 299935 h 425273"/>
                <a:gd name="connsiteX6" fmla="*/ 165635 w 373753"/>
                <a:gd name="connsiteY6" fmla="*/ 283267 h 425273"/>
                <a:gd name="connsiteX7" fmla="*/ 191828 w 373753"/>
                <a:gd name="connsiteY7" fmla="*/ 278504 h 425273"/>
                <a:gd name="connsiteX8" fmla="*/ 239453 w 373753"/>
                <a:gd name="connsiteY8" fmla="*/ 221354 h 425273"/>
                <a:gd name="connsiteX9" fmla="*/ 196591 w 373753"/>
                <a:gd name="connsiteY9" fmla="*/ 204685 h 425273"/>
                <a:gd name="connsiteX10" fmla="*/ 163253 w 373753"/>
                <a:gd name="connsiteY10" fmla="*/ 204685 h 425273"/>
                <a:gd name="connsiteX11" fmla="*/ 122772 w 373753"/>
                <a:gd name="connsiteY11" fmla="*/ 218973 h 425273"/>
                <a:gd name="connsiteX12" fmla="*/ 103722 w 373753"/>
                <a:gd name="connsiteY12" fmla="*/ 264217 h 425273"/>
                <a:gd name="connsiteX13" fmla="*/ 75147 w 373753"/>
                <a:gd name="connsiteY13" fmla="*/ 299935 h 425273"/>
                <a:gd name="connsiteX14" fmla="*/ 29903 w 373753"/>
                <a:gd name="connsiteY14" fmla="*/ 285648 h 425273"/>
                <a:gd name="connsiteX15" fmla="*/ 1328 w 373753"/>
                <a:gd name="connsiteY15" fmla="*/ 235642 h 425273"/>
                <a:gd name="connsiteX16" fmla="*/ 72766 w 373753"/>
                <a:gd name="connsiteY16" fmla="*/ 176110 h 425273"/>
                <a:gd name="connsiteX17" fmla="*/ 79910 w 373753"/>
                <a:gd name="connsiteY17" fmla="*/ 180873 h 425273"/>
                <a:gd name="connsiteX18" fmla="*/ 108485 w 373753"/>
                <a:gd name="connsiteY18" fmla="*/ 185635 h 425273"/>
                <a:gd name="connsiteX19" fmla="*/ 210878 w 373753"/>
                <a:gd name="connsiteY19" fmla="*/ 171348 h 425273"/>
                <a:gd name="connsiteX20" fmla="*/ 203735 w 373753"/>
                <a:gd name="connsiteY20" fmla="*/ 130867 h 425273"/>
                <a:gd name="connsiteX21" fmla="*/ 189447 w 373753"/>
                <a:gd name="connsiteY21" fmla="*/ 90385 h 425273"/>
                <a:gd name="connsiteX22" fmla="*/ 134678 w 373753"/>
                <a:gd name="connsiteY22" fmla="*/ 99910 h 425273"/>
                <a:gd name="connsiteX23" fmla="*/ 113247 w 373753"/>
                <a:gd name="connsiteY23" fmla="*/ 57048 h 425273"/>
                <a:gd name="connsiteX24" fmla="*/ 141822 w 373753"/>
                <a:gd name="connsiteY24" fmla="*/ 7042 h 425273"/>
                <a:gd name="connsiteX25" fmla="*/ 208497 w 373753"/>
                <a:gd name="connsiteY25" fmla="*/ 4660 h 425273"/>
                <a:gd name="connsiteX26" fmla="*/ 234691 w 373753"/>
                <a:gd name="connsiteY26" fmla="*/ 47523 h 425273"/>
                <a:gd name="connsiteX27" fmla="*/ 225166 w 373753"/>
                <a:gd name="connsiteY27" fmla="*/ 92767 h 425273"/>
                <a:gd name="connsiteX28" fmla="*/ 246597 w 373753"/>
                <a:gd name="connsiteY28" fmla="*/ 140392 h 425273"/>
                <a:gd name="connsiteX29" fmla="*/ 260885 w 373753"/>
                <a:gd name="connsiteY29" fmla="*/ 197542 h 425273"/>
                <a:gd name="connsiteX30" fmla="*/ 368041 w 373753"/>
                <a:gd name="connsiteY30" fmla="*/ 195161 h 425273"/>
                <a:gd name="connsiteX31" fmla="*/ 358516 w 373753"/>
                <a:gd name="connsiteY31" fmla="*/ 264217 h 425273"/>
                <a:gd name="connsiteX32" fmla="*/ 289460 w 373753"/>
                <a:gd name="connsiteY32" fmla="*/ 264217 h 425273"/>
                <a:gd name="connsiteX0" fmla="*/ 289460 w 368041"/>
                <a:gd name="connsiteY0" fmla="*/ 264217 h 425273"/>
                <a:gd name="connsiteX1" fmla="*/ 232309 w 368041"/>
                <a:gd name="connsiteY1" fmla="*/ 299937 h 425273"/>
                <a:gd name="connsiteX2" fmla="*/ 234691 w 368041"/>
                <a:gd name="connsiteY2" fmla="*/ 366610 h 425273"/>
                <a:gd name="connsiteX3" fmla="*/ 187066 w 368041"/>
                <a:gd name="connsiteY3" fmla="*/ 423760 h 425273"/>
                <a:gd name="connsiteX4" fmla="*/ 101341 w 368041"/>
                <a:gd name="connsiteY4" fmla="*/ 388042 h 425273"/>
                <a:gd name="connsiteX5" fmla="*/ 115628 w 368041"/>
                <a:gd name="connsiteY5" fmla="*/ 299935 h 425273"/>
                <a:gd name="connsiteX6" fmla="*/ 165635 w 368041"/>
                <a:gd name="connsiteY6" fmla="*/ 283267 h 425273"/>
                <a:gd name="connsiteX7" fmla="*/ 191828 w 368041"/>
                <a:gd name="connsiteY7" fmla="*/ 278504 h 425273"/>
                <a:gd name="connsiteX8" fmla="*/ 239453 w 368041"/>
                <a:gd name="connsiteY8" fmla="*/ 221354 h 425273"/>
                <a:gd name="connsiteX9" fmla="*/ 196591 w 368041"/>
                <a:gd name="connsiteY9" fmla="*/ 204685 h 425273"/>
                <a:gd name="connsiteX10" fmla="*/ 163253 w 368041"/>
                <a:gd name="connsiteY10" fmla="*/ 204685 h 425273"/>
                <a:gd name="connsiteX11" fmla="*/ 122772 w 368041"/>
                <a:gd name="connsiteY11" fmla="*/ 218973 h 425273"/>
                <a:gd name="connsiteX12" fmla="*/ 103722 w 368041"/>
                <a:gd name="connsiteY12" fmla="*/ 264217 h 425273"/>
                <a:gd name="connsiteX13" fmla="*/ 75147 w 368041"/>
                <a:gd name="connsiteY13" fmla="*/ 299935 h 425273"/>
                <a:gd name="connsiteX14" fmla="*/ 29903 w 368041"/>
                <a:gd name="connsiteY14" fmla="*/ 285648 h 425273"/>
                <a:gd name="connsiteX15" fmla="*/ 1328 w 368041"/>
                <a:gd name="connsiteY15" fmla="*/ 235642 h 425273"/>
                <a:gd name="connsiteX16" fmla="*/ 72766 w 368041"/>
                <a:gd name="connsiteY16" fmla="*/ 176110 h 425273"/>
                <a:gd name="connsiteX17" fmla="*/ 79910 w 368041"/>
                <a:gd name="connsiteY17" fmla="*/ 180873 h 425273"/>
                <a:gd name="connsiteX18" fmla="*/ 108485 w 368041"/>
                <a:gd name="connsiteY18" fmla="*/ 185635 h 425273"/>
                <a:gd name="connsiteX19" fmla="*/ 210878 w 368041"/>
                <a:gd name="connsiteY19" fmla="*/ 171348 h 425273"/>
                <a:gd name="connsiteX20" fmla="*/ 203735 w 368041"/>
                <a:gd name="connsiteY20" fmla="*/ 130867 h 425273"/>
                <a:gd name="connsiteX21" fmla="*/ 189447 w 368041"/>
                <a:gd name="connsiteY21" fmla="*/ 90385 h 425273"/>
                <a:gd name="connsiteX22" fmla="*/ 134678 w 368041"/>
                <a:gd name="connsiteY22" fmla="*/ 99910 h 425273"/>
                <a:gd name="connsiteX23" fmla="*/ 113247 w 368041"/>
                <a:gd name="connsiteY23" fmla="*/ 57048 h 425273"/>
                <a:gd name="connsiteX24" fmla="*/ 141822 w 368041"/>
                <a:gd name="connsiteY24" fmla="*/ 7042 h 425273"/>
                <a:gd name="connsiteX25" fmla="*/ 208497 w 368041"/>
                <a:gd name="connsiteY25" fmla="*/ 4660 h 425273"/>
                <a:gd name="connsiteX26" fmla="*/ 234691 w 368041"/>
                <a:gd name="connsiteY26" fmla="*/ 47523 h 425273"/>
                <a:gd name="connsiteX27" fmla="*/ 225166 w 368041"/>
                <a:gd name="connsiteY27" fmla="*/ 92767 h 425273"/>
                <a:gd name="connsiteX28" fmla="*/ 246597 w 368041"/>
                <a:gd name="connsiteY28" fmla="*/ 140392 h 425273"/>
                <a:gd name="connsiteX29" fmla="*/ 260885 w 368041"/>
                <a:gd name="connsiteY29" fmla="*/ 197542 h 425273"/>
                <a:gd name="connsiteX30" fmla="*/ 368041 w 368041"/>
                <a:gd name="connsiteY30" fmla="*/ 195161 h 425273"/>
                <a:gd name="connsiteX31" fmla="*/ 358516 w 368041"/>
                <a:gd name="connsiteY31" fmla="*/ 264217 h 425273"/>
                <a:gd name="connsiteX32" fmla="*/ 289460 w 368041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9924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203735 w 365660"/>
                <a:gd name="connsiteY20" fmla="*/ 130867 h 425273"/>
                <a:gd name="connsiteX21" fmla="*/ 189447 w 365660"/>
                <a:gd name="connsiteY21" fmla="*/ 90385 h 425273"/>
                <a:gd name="connsiteX22" fmla="*/ 134678 w 365660"/>
                <a:gd name="connsiteY22" fmla="*/ 99910 h 425273"/>
                <a:gd name="connsiteX23" fmla="*/ 113247 w 365660"/>
                <a:gd name="connsiteY23" fmla="*/ 57048 h 425273"/>
                <a:gd name="connsiteX24" fmla="*/ 141822 w 365660"/>
                <a:gd name="connsiteY24" fmla="*/ 7042 h 425273"/>
                <a:gd name="connsiteX25" fmla="*/ 208497 w 365660"/>
                <a:gd name="connsiteY25" fmla="*/ 4660 h 425273"/>
                <a:gd name="connsiteX26" fmla="*/ 234691 w 365660"/>
                <a:gd name="connsiteY26" fmla="*/ 47523 h 425273"/>
                <a:gd name="connsiteX27" fmla="*/ 225166 w 365660"/>
                <a:gd name="connsiteY27" fmla="*/ 92767 h 425273"/>
                <a:gd name="connsiteX28" fmla="*/ 246597 w 365660"/>
                <a:gd name="connsiteY28" fmla="*/ 140392 h 425273"/>
                <a:gd name="connsiteX29" fmla="*/ 279935 w 365660"/>
                <a:gd name="connsiteY29" fmla="*/ 197542 h 425273"/>
                <a:gd name="connsiteX30" fmla="*/ 365660 w 365660"/>
                <a:gd name="connsiteY30" fmla="*/ 199924 h 425273"/>
                <a:gd name="connsiteX31" fmla="*/ 358516 w 365660"/>
                <a:gd name="connsiteY31" fmla="*/ 264217 h 425273"/>
                <a:gd name="connsiteX32" fmla="*/ 289460 w 365660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89447 w 365660"/>
                <a:gd name="connsiteY20" fmla="*/ 9038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91829 w 365660"/>
                <a:gd name="connsiteY20" fmla="*/ 10943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3703 h 424759"/>
                <a:gd name="connsiteX1" fmla="*/ 232309 w 365660"/>
                <a:gd name="connsiteY1" fmla="*/ 299423 h 424759"/>
                <a:gd name="connsiteX2" fmla="*/ 234691 w 365660"/>
                <a:gd name="connsiteY2" fmla="*/ 366096 h 424759"/>
                <a:gd name="connsiteX3" fmla="*/ 187066 w 365660"/>
                <a:gd name="connsiteY3" fmla="*/ 423246 h 424759"/>
                <a:gd name="connsiteX4" fmla="*/ 101341 w 365660"/>
                <a:gd name="connsiteY4" fmla="*/ 387528 h 424759"/>
                <a:gd name="connsiteX5" fmla="*/ 115628 w 365660"/>
                <a:gd name="connsiteY5" fmla="*/ 299421 h 424759"/>
                <a:gd name="connsiteX6" fmla="*/ 165635 w 365660"/>
                <a:gd name="connsiteY6" fmla="*/ 282753 h 424759"/>
                <a:gd name="connsiteX7" fmla="*/ 191828 w 365660"/>
                <a:gd name="connsiteY7" fmla="*/ 277990 h 424759"/>
                <a:gd name="connsiteX8" fmla="*/ 239453 w 365660"/>
                <a:gd name="connsiteY8" fmla="*/ 220840 h 424759"/>
                <a:gd name="connsiteX9" fmla="*/ 196591 w 365660"/>
                <a:gd name="connsiteY9" fmla="*/ 204171 h 424759"/>
                <a:gd name="connsiteX10" fmla="*/ 163253 w 365660"/>
                <a:gd name="connsiteY10" fmla="*/ 204171 h 424759"/>
                <a:gd name="connsiteX11" fmla="*/ 122772 w 365660"/>
                <a:gd name="connsiteY11" fmla="*/ 218459 h 424759"/>
                <a:gd name="connsiteX12" fmla="*/ 103722 w 365660"/>
                <a:gd name="connsiteY12" fmla="*/ 263703 h 424759"/>
                <a:gd name="connsiteX13" fmla="*/ 75147 w 365660"/>
                <a:gd name="connsiteY13" fmla="*/ 299421 h 424759"/>
                <a:gd name="connsiteX14" fmla="*/ 29903 w 365660"/>
                <a:gd name="connsiteY14" fmla="*/ 285134 h 424759"/>
                <a:gd name="connsiteX15" fmla="*/ 1328 w 365660"/>
                <a:gd name="connsiteY15" fmla="*/ 235128 h 424759"/>
                <a:gd name="connsiteX16" fmla="*/ 72766 w 365660"/>
                <a:gd name="connsiteY16" fmla="*/ 175596 h 424759"/>
                <a:gd name="connsiteX17" fmla="*/ 79910 w 365660"/>
                <a:gd name="connsiteY17" fmla="*/ 180359 h 424759"/>
                <a:gd name="connsiteX18" fmla="*/ 108485 w 365660"/>
                <a:gd name="connsiteY18" fmla="*/ 185121 h 424759"/>
                <a:gd name="connsiteX19" fmla="*/ 210878 w 365660"/>
                <a:gd name="connsiteY19" fmla="*/ 170834 h 424759"/>
                <a:gd name="connsiteX20" fmla="*/ 191829 w 365660"/>
                <a:gd name="connsiteY20" fmla="*/ 108921 h 424759"/>
                <a:gd name="connsiteX21" fmla="*/ 134678 w 365660"/>
                <a:gd name="connsiteY21" fmla="*/ 99396 h 424759"/>
                <a:gd name="connsiteX22" fmla="*/ 94197 w 365660"/>
                <a:gd name="connsiteY22" fmla="*/ 47009 h 424759"/>
                <a:gd name="connsiteX23" fmla="*/ 141822 w 365660"/>
                <a:gd name="connsiteY23" fmla="*/ 6528 h 424759"/>
                <a:gd name="connsiteX24" fmla="*/ 208497 w 365660"/>
                <a:gd name="connsiteY24" fmla="*/ 4146 h 424759"/>
                <a:gd name="connsiteX25" fmla="*/ 234691 w 365660"/>
                <a:gd name="connsiteY25" fmla="*/ 47009 h 424759"/>
                <a:gd name="connsiteX26" fmla="*/ 225166 w 365660"/>
                <a:gd name="connsiteY26" fmla="*/ 92253 h 424759"/>
                <a:gd name="connsiteX27" fmla="*/ 246597 w 365660"/>
                <a:gd name="connsiteY27" fmla="*/ 139878 h 424759"/>
                <a:gd name="connsiteX28" fmla="*/ 279935 w 365660"/>
                <a:gd name="connsiteY28" fmla="*/ 197028 h 424759"/>
                <a:gd name="connsiteX29" fmla="*/ 365660 w 365660"/>
                <a:gd name="connsiteY29" fmla="*/ 199410 h 424759"/>
                <a:gd name="connsiteX30" fmla="*/ 358516 w 365660"/>
                <a:gd name="connsiteY30" fmla="*/ 263703 h 424759"/>
                <a:gd name="connsiteX31" fmla="*/ 289460 w 365660"/>
                <a:gd name="connsiteY31" fmla="*/ 263703 h 42475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3551 h 444607"/>
                <a:gd name="connsiteX1" fmla="*/ 232309 w 365660"/>
                <a:gd name="connsiteY1" fmla="*/ 319271 h 444607"/>
                <a:gd name="connsiteX2" fmla="*/ 234691 w 365660"/>
                <a:gd name="connsiteY2" fmla="*/ 385944 h 444607"/>
                <a:gd name="connsiteX3" fmla="*/ 187066 w 365660"/>
                <a:gd name="connsiteY3" fmla="*/ 443094 h 444607"/>
                <a:gd name="connsiteX4" fmla="*/ 101341 w 365660"/>
                <a:gd name="connsiteY4" fmla="*/ 407376 h 444607"/>
                <a:gd name="connsiteX5" fmla="*/ 115628 w 365660"/>
                <a:gd name="connsiteY5" fmla="*/ 319269 h 444607"/>
                <a:gd name="connsiteX6" fmla="*/ 165635 w 365660"/>
                <a:gd name="connsiteY6" fmla="*/ 302601 h 444607"/>
                <a:gd name="connsiteX7" fmla="*/ 191828 w 365660"/>
                <a:gd name="connsiteY7" fmla="*/ 297838 h 444607"/>
                <a:gd name="connsiteX8" fmla="*/ 239453 w 365660"/>
                <a:gd name="connsiteY8" fmla="*/ 240688 h 444607"/>
                <a:gd name="connsiteX9" fmla="*/ 196591 w 365660"/>
                <a:gd name="connsiteY9" fmla="*/ 224019 h 444607"/>
                <a:gd name="connsiteX10" fmla="*/ 163253 w 365660"/>
                <a:gd name="connsiteY10" fmla="*/ 224019 h 444607"/>
                <a:gd name="connsiteX11" fmla="*/ 122772 w 365660"/>
                <a:gd name="connsiteY11" fmla="*/ 238307 h 444607"/>
                <a:gd name="connsiteX12" fmla="*/ 103722 w 365660"/>
                <a:gd name="connsiteY12" fmla="*/ 283551 h 444607"/>
                <a:gd name="connsiteX13" fmla="*/ 75147 w 365660"/>
                <a:gd name="connsiteY13" fmla="*/ 319269 h 444607"/>
                <a:gd name="connsiteX14" fmla="*/ 29903 w 365660"/>
                <a:gd name="connsiteY14" fmla="*/ 304982 h 444607"/>
                <a:gd name="connsiteX15" fmla="*/ 1328 w 365660"/>
                <a:gd name="connsiteY15" fmla="*/ 254976 h 444607"/>
                <a:gd name="connsiteX16" fmla="*/ 72766 w 365660"/>
                <a:gd name="connsiteY16" fmla="*/ 195444 h 444607"/>
                <a:gd name="connsiteX17" fmla="*/ 79910 w 365660"/>
                <a:gd name="connsiteY17" fmla="*/ 200207 h 444607"/>
                <a:gd name="connsiteX18" fmla="*/ 108485 w 365660"/>
                <a:gd name="connsiteY18" fmla="*/ 204969 h 444607"/>
                <a:gd name="connsiteX19" fmla="*/ 210878 w 365660"/>
                <a:gd name="connsiteY19" fmla="*/ 190682 h 444607"/>
                <a:gd name="connsiteX20" fmla="*/ 191829 w 365660"/>
                <a:gd name="connsiteY20" fmla="*/ 128769 h 444607"/>
                <a:gd name="connsiteX21" fmla="*/ 134678 w 365660"/>
                <a:gd name="connsiteY21" fmla="*/ 119244 h 444607"/>
                <a:gd name="connsiteX22" fmla="*/ 94197 w 365660"/>
                <a:gd name="connsiteY22" fmla="*/ 35900 h 444607"/>
                <a:gd name="connsiteX23" fmla="*/ 139441 w 365660"/>
                <a:gd name="connsiteY23" fmla="*/ 182 h 444607"/>
                <a:gd name="connsiteX24" fmla="*/ 208497 w 365660"/>
                <a:gd name="connsiteY24" fmla="*/ 23994 h 444607"/>
                <a:gd name="connsiteX25" fmla="*/ 234691 w 365660"/>
                <a:gd name="connsiteY25" fmla="*/ 66857 h 444607"/>
                <a:gd name="connsiteX26" fmla="*/ 225166 w 365660"/>
                <a:gd name="connsiteY26" fmla="*/ 112101 h 444607"/>
                <a:gd name="connsiteX27" fmla="*/ 246597 w 365660"/>
                <a:gd name="connsiteY27" fmla="*/ 159726 h 444607"/>
                <a:gd name="connsiteX28" fmla="*/ 279935 w 365660"/>
                <a:gd name="connsiteY28" fmla="*/ 216876 h 444607"/>
                <a:gd name="connsiteX29" fmla="*/ 365660 w 365660"/>
                <a:gd name="connsiteY29" fmla="*/ 219258 h 444607"/>
                <a:gd name="connsiteX30" fmla="*/ 358516 w 365660"/>
                <a:gd name="connsiteY30" fmla="*/ 283551 h 444607"/>
                <a:gd name="connsiteX31" fmla="*/ 289460 w 365660"/>
                <a:gd name="connsiteY31" fmla="*/ 283551 h 444607"/>
                <a:gd name="connsiteX0" fmla="*/ 289460 w 365660"/>
                <a:gd name="connsiteY0" fmla="*/ 285974 h 447030"/>
                <a:gd name="connsiteX1" fmla="*/ 232309 w 365660"/>
                <a:gd name="connsiteY1" fmla="*/ 321694 h 447030"/>
                <a:gd name="connsiteX2" fmla="*/ 234691 w 365660"/>
                <a:gd name="connsiteY2" fmla="*/ 388367 h 447030"/>
                <a:gd name="connsiteX3" fmla="*/ 187066 w 365660"/>
                <a:gd name="connsiteY3" fmla="*/ 445517 h 447030"/>
                <a:gd name="connsiteX4" fmla="*/ 101341 w 365660"/>
                <a:gd name="connsiteY4" fmla="*/ 409799 h 447030"/>
                <a:gd name="connsiteX5" fmla="*/ 115628 w 365660"/>
                <a:gd name="connsiteY5" fmla="*/ 321692 h 447030"/>
                <a:gd name="connsiteX6" fmla="*/ 165635 w 365660"/>
                <a:gd name="connsiteY6" fmla="*/ 305024 h 447030"/>
                <a:gd name="connsiteX7" fmla="*/ 191828 w 365660"/>
                <a:gd name="connsiteY7" fmla="*/ 300261 h 447030"/>
                <a:gd name="connsiteX8" fmla="*/ 239453 w 365660"/>
                <a:gd name="connsiteY8" fmla="*/ 243111 h 447030"/>
                <a:gd name="connsiteX9" fmla="*/ 196591 w 365660"/>
                <a:gd name="connsiteY9" fmla="*/ 226442 h 447030"/>
                <a:gd name="connsiteX10" fmla="*/ 163253 w 365660"/>
                <a:gd name="connsiteY10" fmla="*/ 226442 h 447030"/>
                <a:gd name="connsiteX11" fmla="*/ 122772 w 365660"/>
                <a:gd name="connsiteY11" fmla="*/ 240730 h 447030"/>
                <a:gd name="connsiteX12" fmla="*/ 103722 w 365660"/>
                <a:gd name="connsiteY12" fmla="*/ 285974 h 447030"/>
                <a:gd name="connsiteX13" fmla="*/ 75147 w 365660"/>
                <a:gd name="connsiteY13" fmla="*/ 321692 h 447030"/>
                <a:gd name="connsiteX14" fmla="*/ 29903 w 365660"/>
                <a:gd name="connsiteY14" fmla="*/ 307405 h 447030"/>
                <a:gd name="connsiteX15" fmla="*/ 1328 w 365660"/>
                <a:gd name="connsiteY15" fmla="*/ 257399 h 447030"/>
                <a:gd name="connsiteX16" fmla="*/ 72766 w 365660"/>
                <a:gd name="connsiteY16" fmla="*/ 197867 h 447030"/>
                <a:gd name="connsiteX17" fmla="*/ 79910 w 365660"/>
                <a:gd name="connsiteY17" fmla="*/ 202630 h 447030"/>
                <a:gd name="connsiteX18" fmla="*/ 108485 w 365660"/>
                <a:gd name="connsiteY18" fmla="*/ 207392 h 447030"/>
                <a:gd name="connsiteX19" fmla="*/ 210878 w 365660"/>
                <a:gd name="connsiteY19" fmla="*/ 193105 h 447030"/>
                <a:gd name="connsiteX20" fmla="*/ 191829 w 365660"/>
                <a:gd name="connsiteY20" fmla="*/ 131192 h 447030"/>
                <a:gd name="connsiteX21" fmla="*/ 134678 w 365660"/>
                <a:gd name="connsiteY21" fmla="*/ 121667 h 447030"/>
                <a:gd name="connsiteX22" fmla="*/ 94197 w 365660"/>
                <a:gd name="connsiteY22" fmla="*/ 38323 h 447030"/>
                <a:gd name="connsiteX23" fmla="*/ 139441 w 365660"/>
                <a:gd name="connsiteY23" fmla="*/ 2605 h 447030"/>
                <a:gd name="connsiteX24" fmla="*/ 208497 w 365660"/>
                <a:gd name="connsiteY24" fmla="*/ 26417 h 447030"/>
                <a:gd name="connsiteX25" fmla="*/ 234691 w 365660"/>
                <a:gd name="connsiteY25" fmla="*/ 69280 h 447030"/>
                <a:gd name="connsiteX26" fmla="*/ 225166 w 365660"/>
                <a:gd name="connsiteY26" fmla="*/ 114524 h 447030"/>
                <a:gd name="connsiteX27" fmla="*/ 246597 w 365660"/>
                <a:gd name="connsiteY27" fmla="*/ 162149 h 447030"/>
                <a:gd name="connsiteX28" fmla="*/ 279935 w 365660"/>
                <a:gd name="connsiteY28" fmla="*/ 219299 h 447030"/>
                <a:gd name="connsiteX29" fmla="*/ 365660 w 365660"/>
                <a:gd name="connsiteY29" fmla="*/ 221681 h 447030"/>
                <a:gd name="connsiteX30" fmla="*/ 358516 w 365660"/>
                <a:gd name="connsiteY30" fmla="*/ 285974 h 447030"/>
                <a:gd name="connsiteX31" fmla="*/ 289460 w 365660"/>
                <a:gd name="connsiteY31" fmla="*/ 285974 h 447030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6841 h 447897"/>
                <a:gd name="connsiteX1" fmla="*/ 232309 w 365660"/>
                <a:gd name="connsiteY1" fmla="*/ 322561 h 447897"/>
                <a:gd name="connsiteX2" fmla="*/ 234691 w 365660"/>
                <a:gd name="connsiteY2" fmla="*/ 389234 h 447897"/>
                <a:gd name="connsiteX3" fmla="*/ 187066 w 365660"/>
                <a:gd name="connsiteY3" fmla="*/ 446384 h 447897"/>
                <a:gd name="connsiteX4" fmla="*/ 101341 w 365660"/>
                <a:gd name="connsiteY4" fmla="*/ 410666 h 447897"/>
                <a:gd name="connsiteX5" fmla="*/ 115628 w 365660"/>
                <a:gd name="connsiteY5" fmla="*/ 322559 h 447897"/>
                <a:gd name="connsiteX6" fmla="*/ 165635 w 365660"/>
                <a:gd name="connsiteY6" fmla="*/ 305891 h 447897"/>
                <a:gd name="connsiteX7" fmla="*/ 191828 w 365660"/>
                <a:gd name="connsiteY7" fmla="*/ 301128 h 447897"/>
                <a:gd name="connsiteX8" fmla="*/ 239453 w 365660"/>
                <a:gd name="connsiteY8" fmla="*/ 243978 h 447897"/>
                <a:gd name="connsiteX9" fmla="*/ 196591 w 365660"/>
                <a:gd name="connsiteY9" fmla="*/ 227309 h 447897"/>
                <a:gd name="connsiteX10" fmla="*/ 163253 w 365660"/>
                <a:gd name="connsiteY10" fmla="*/ 227309 h 447897"/>
                <a:gd name="connsiteX11" fmla="*/ 122772 w 365660"/>
                <a:gd name="connsiteY11" fmla="*/ 241597 h 447897"/>
                <a:gd name="connsiteX12" fmla="*/ 103722 w 365660"/>
                <a:gd name="connsiteY12" fmla="*/ 286841 h 447897"/>
                <a:gd name="connsiteX13" fmla="*/ 75147 w 365660"/>
                <a:gd name="connsiteY13" fmla="*/ 322559 h 447897"/>
                <a:gd name="connsiteX14" fmla="*/ 29903 w 365660"/>
                <a:gd name="connsiteY14" fmla="*/ 308272 h 447897"/>
                <a:gd name="connsiteX15" fmla="*/ 1328 w 365660"/>
                <a:gd name="connsiteY15" fmla="*/ 258266 h 447897"/>
                <a:gd name="connsiteX16" fmla="*/ 72766 w 365660"/>
                <a:gd name="connsiteY16" fmla="*/ 198734 h 447897"/>
                <a:gd name="connsiteX17" fmla="*/ 79910 w 365660"/>
                <a:gd name="connsiteY17" fmla="*/ 203497 h 447897"/>
                <a:gd name="connsiteX18" fmla="*/ 108485 w 365660"/>
                <a:gd name="connsiteY18" fmla="*/ 208259 h 447897"/>
                <a:gd name="connsiteX19" fmla="*/ 210878 w 365660"/>
                <a:gd name="connsiteY19" fmla="*/ 193972 h 447897"/>
                <a:gd name="connsiteX20" fmla="*/ 191829 w 365660"/>
                <a:gd name="connsiteY20" fmla="*/ 132059 h 447897"/>
                <a:gd name="connsiteX21" fmla="*/ 134678 w 365660"/>
                <a:gd name="connsiteY21" fmla="*/ 122534 h 447897"/>
                <a:gd name="connsiteX22" fmla="*/ 96578 w 365660"/>
                <a:gd name="connsiteY22" fmla="*/ 60621 h 447897"/>
                <a:gd name="connsiteX23" fmla="*/ 139441 w 365660"/>
                <a:gd name="connsiteY23" fmla="*/ 3472 h 447897"/>
                <a:gd name="connsiteX24" fmla="*/ 208497 w 365660"/>
                <a:gd name="connsiteY24" fmla="*/ 27284 h 447897"/>
                <a:gd name="connsiteX25" fmla="*/ 234691 w 365660"/>
                <a:gd name="connsiteY25" fmla="*/ 70147 h 447897"/>
                <a:gd name="connsiteX26" fmla="*/ 225166 w 365660"/>
                <a:gd name="connsiteY26" fmla="*/ 115391 h 447897"/>
                <a:gd name="connsiteX27" fmla="*/ 246597 w 365660"/>
                <a:gd name="connsiteY27" fmla="*/ 163016 h 447897"/>
                <a:gd name="connsiteX28" fmla="*/ 279935 w 365660"/>
                <a:gd name="connsiteY28" fmla="*/ 220166 h 447897"/>
                <a:gd name="connsiteX29" fmla="*/ 365660 w 365660"/>
                <a:gd name="connsiteY29" fmla="*/ 222548 h 447897"/>
                <a:gd name="connsiteX30" fmla="*/ 358516 w 365660"/>
                <a:gd name="connsiteY30" fmla="*/ 286841 h 447897"/>
                <a:gd name="connsiteX31" fmla="*/ 289460 w 365660"/>
                <a:gd name="connsiteY31" fmla="*/ 286841 h 447897"/>
                <a:gd name="connsiteX0" fmla="*/ 289460 w 365660"/>
                <a:gd name="connsiteY0" fmla="*/ 288453 h 449509"/>
                <a:gd name="connsiteX1" fmla="*/ 232309 w 365660"/>
                <a:gd name="connsiteY1" fmla="*/ 324173 h 449509"/>
                <a:gd name="connsiteX2" fmla="*/ 234691 w 365660"/>
                <a:gd name="connsiteY2" fmla="*/ 390846 h 449509"/>
                <a:gd name="connsiteX3" fmla="*/ 187066 w 365660"/>
                <a:gd name="connsiteY3" fmla="*/ 447996 h 449509"/>
                <a:gd name="connsiteX4" fmla="*/ 101341 w 365660"/>
                <a:gd name="connsiteY4" fmla="*/ 412278 h 449509"/>
                <a:gd name="connsiteX5" fmla="*/ 115628 w 365660"/>
                <a:gd name="connsiteY5" fmla="*/ 324171 h 449509"/>
                <a:gd name="connsiteX6" fmla="*/ 165635 w 365660"/>
                <a:gd name="connsiteY6" fmla="*/ 307503 h 449509"/>
                <a:gd name="connsiteX7" fmla="*/ 191828 w 365660"/>
                <a:gd name="connsiteY7" fmla="*/ 302740 h 449509"/>
                <a:gd name="connsiteX8" fmla="*/ 239453 w 365660"/>
                <a:gd name="connsiteY8" fmla="*/ 245590 h 449509"/>
                <a:gd name="connsiteX9" fmla="*/ 196591 w 365660"/>
                <a:gd name="connsiteY9" fmla="*/ 228921 h 449509"/>
                <a:gd name="connsiteX10" fmla="*/ 163253 w 365660"/>
                <a:gd name="connsiteY10" fmla="*/ 228921 h 449509"/>
                <a:gd name="connsiteX11" fmla="*/ 122772 w 365660"/>
                <a:gd name="connsiteY11" fmla="*/ 243209 h 449509"/>
                <a:gd name="connsiteX12" fmla="*/ 103722 w 365660"/>
                <a:gd name="connsiteY12" fmla="*/ 288453 h 449509"/>
                <a:gd name="connsiteX13" fmla="*/ 75147 w 365660"/>
                <a:gd name="connsiteY13" fmla="*/ 324171 h 449509"/>
                <a:gd name="connsiteX14" fmla="*/ 29903 w 365660"/>
                <a:gd name="connsiteY14" fmla="*/ 309884 h 449509"/>
                <a:gd name="connsiteX15" fmla="*/ 1328 w 365660"/>
                <a:gd name="connsiteY15" fmla="*/ 259878 h 449509"/>
                <a:gd name="connsiteX16" fmla="*/ 72766 w 365660"/>
                <a:gd name="connsiteY16" fmla="*/ 200346 h 449509"/>
                <a:gd name="connsiteX17" fmla="*/ 79910 w 365660"/>
                <a:gd name="connsiteY17" fmla="*/ 205109 h 449509"/>
                <a:gd name="connsiteX18" fmla="*/ 108485 w 365660"/>
                <a:gd name="connsiteY18" fmla="*/ 209871 h 449509"/>
                <a:gd name="connsiteX19" fmla="*/ 210878 w 365660"/>
                <a:gd name="connsiteY19" fmla="*/ 195584 h 449509"/>
                <a:gd name="connsiteX20" fmla="*/ 191829 w 365660"/>
                <a:gd name="connsiteY20" fmla="*/ 133671 h 449509"/>
                <a:gd name="connsiteX21" fmla="*/ 134678 w 365660"/>
                <a:gd name="connsiteY21" fmla="*/ 124146 h 449509"/>
                <a:gd name="connsiteX22" fmla="*/ 96578 w 365660"/>
                <a:gd name="connsiteY22" fmla="*/ 62233 h 449509"/>
                <a:gd name="connsiteX23" fmla="*/ 139441 w 365660"/>
                <a:gd name="connsiteY23" fmla="*/ 5084 h 449509"/>
                <a:gd name="connsiteX24" fmla="*/ 153727 w 365660"/>
                <a:gd name="connsiteY24" fmla="*/ 5493 h 449509"/>
                <a:gd name="connsiteX25" fmla="*/ 208497 w 365660"/>
                <a:gd name="connsiteY25" fmla="*/ 28896 h 449509"/>
                <a:gd name="connsiteX26" fmla="*/ 234691 w 365660"/>
                <a:gd name="connsiteY26" fmla="*/ 71759 h 449509"/>
                <a:gd name="connsiteX27" fmla="*/ 225166 w 365660"/>
                <a:gd name="connsiteY27" fmla="*/ 117003 h 449509"/>
                <a:gd name="connsiteX28" fmla="*/ 246597 w 365660"/>
                <a:gd name="connsiteY28" fmla="*/ 164628 h 449509"/>
                <a:gd name="connsiteX29" fmla="*/ 279935 w 365660"/>
                <a:gd name="connsiteY29" fmla="*/ 221778 h 449509"/>
                <a:gd name="connsiteX30" fmla="*/ 365660 w 365660"/>
                <a:gd name="connsiteY30" fmla="*/ 224160 h 449509"/>
                <a:gd name="connsiteX31" fmla="*/ 358516 w 365660"/>
                <a:gd name="connsiteY31" fmla="*/ 288453 h 449509"/>
                <a:gd name="connsiteX32" fmla="*/ 289460 w 365660"/>
                <a:gd name="connsiteY32" fmla="*/ 288453 h 449509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5965 h 447021"/>
                <a:gd name="connsiteX1" fmla="*/ 232309 w 365660"/>
                <a:gd name="connsiteY1" fmla="*/ 321685 h 447021"/>
                <a:gd name="connsiteX2" fmla="*/ 234691 w 365660"/>
                <a:gd name="connsiteY2" fmla="*/ 388358 h 447021"/>
                <a:gd name="connsiteX3" fmla="*/ 187066 w 365660"/>
                <a:gd name="connsiteY3" fmla="*/ 445508 h 447021"/>
                <a:gd name="connsiteX4" fmla="*/ 101341 w 365660"/>
                <a:gd name="connsiteY4" fmla="*/ 409790 h 447021"/>
                <a:gd name="connsiteX5" fmla="*/ 115628 w 365660"/>
                <a:gd name="connsiteY5" fmla="*/ 321683 h 447021"/>
                <a:gd name="connsiteX6" fmla="*/ 165635 w 365660"/>
                <a:gd name="connsiteY6" fmla="*/ 305015 h 447021"/>
                <a:gd name="connsiteX7" fmla="*/ 191828 w 365660"/>
                <a:gd name="connsiteY7" fmla="*/ 300252 h 447021"/>
                <a:gd name="connsiteX8" fmla="*/ 239453 w 365660"/>
                <a:gd name="connsiteY8" fmla="*/ 243102 h 447021"/>
                <a:gd name="connsiteX9" fmla="*/ 196591 w 365660"/>
                <a:gd name="connsiteY9" fmla="*/ 226433 h 447021"/>
                <a:gd name="connsiteX10" fmla="*/ 163253 w 365660"/>
                <a:gd name="connsiteY10" fmla="*/ 226433 h 447021"/>
                <a:gd name="connsiteX11" fmla="*/ 122772 w 365660"/>
                <a:gd name="connsiteY11" fmla="*/ 240721 h 447021"/>
                <a:gd name="connsiteX12" fmla="*/ 103722 w 365660"/>
                <a:gd name="connsiteY12" fmla="*/ 285965 h 447021"/>
                <a:gd name="connsiteX13" fmla="*/ 75147 w 365660"/>
                <a:gd name="connsiteY13" fmla="*/ 321683 h 447021"/>
                <a:gd name="connsiteX14" fmla="*/ 29903 w 365660"/>
                <a:gd name="connsiteY14" fmla="*/ 307396 h 447021"/>
                <a:gd name="connsiteX15" fmla="*/ 1328 w 365660"/>
                <a:gd name="connsiteY15" fmla="*/ 257390 h 447021"/>
                <a:gd name="connsiteX16" fmla="*/ 72766 w 365660"/>
                <a:gd name="connsiteY16" fmla="*/ 197858 h 447021"/>
                <a:gd name="connsiteX17" fmla="*/ 79910 w 365660"/>
                <a:gd name="connsiteY17" fmla="*/ 202621 h 447021"/>
                <a:gd name="connsiteX18" fmla="*/ 108485 w 365660"/>
                <a:gd name="connsiteY18" fmla="*/ 207383 h 447021"/>
                <a:gd name="connsiteX19" fmla="*/ 210878 w 365660"/>
                <a:gd name="connsiteY19" fmla="*/ 193096 h 447021"/>
                <a:gd name="connsiteX20" fmla="*/ 191829 w 365660"/>
                <a:gd name="connsiteY20" fmla="*/ 131183 h 447021"/>
                <a:gd name="connsiteX21" fmla="*/ 134678 w 365660"/>
                <a:gd name="connsiteY21" fmla="*/ 121658 h 447021"/>
                <a:gd name="connsiteX22" fmla="*/ 96578 w 365660"/>
                <a:gd name="connsiteY22" fmla="*/ 59745 h 447021"/>
                <a:gd name="connsiteX23" fmla="*/ 139441 w 365660"/>
                <a:gd name="connsiteY23" fmla="*/ 2596 h 447021"/>
                <a:gd name="connsiteX24" fmla="*/ 208497 w 365660"/>
                <a:gd name="connsiteY24" fmla="*/ 26408 h 447021"/>
                <a:gd name="connsiteX25" fmla="*/ 234691 w 365660"/>
                <a:gd name="connsiteY25" fmla="*/ 69271 h 447021"/>
                <a:gd name="connsiteX26" fmla="*/ 225166 w 365660"/>
                <a:gd name="connsiteY26" fmla="*/ 114515 h 447021"/>
                <a:gd name="connsiteX27" fmla="*/ 246597 w 365660"/>
                <a:gd name="connsiteY27" fmla="*/ 162140 h 447021"/>
                <a:gd name="connsiteX28" fmla="*/ 279935 w 365660"/>
                <a:gd name="connsiteY28" fmla="*/ 219290 h 447021"/>
                <a:gd name="connsiteX29" fmla="*/ 365660 w 365660"/>
                <a:gd name="connsiteY29" fmla="*/ 221672 h 447021"/>
                <a:gd name="connsiteX30" fmla="*/ 358516 w 365660"/>
                <a:gd name="connsiteY30" fmla="*/ 285965 h 447021"/>
                <a:gd name="connsiteX31" fmla="*/ 289460 w 365660"/>
                <a:gd name="connsiteY31" fmla="*/ 285965 h 447021"/>
                <a:gd name="connsiteX0" fmla="*/ 289460 w 365660"/>
                <a:gd name="connsiteY0" fmla="*/ 290435 h 451491"/>
                <a:gd name="connsiteX1" fmla="*/ 232309 w 365660"/>
                <a:gd name="connsiteY1" fmla="*/ 326155 h 451491"/>
                <a:gd name="connsiteX2" fmla="*/ 234691 w 365660"/>
                <a:gd name="connsiteY2" fmla="*/ 392828 h 451491"/>
                <a:gd name="connsiteX3" fmla="*/ 187066 w 365660"/>
                <a:gd name="connsiteY3" fmla="*/ 449978 h 451491"/>
                <a:gd name="connsiteX4" fmla="*/ 101341 w 365660"/>
                <a:gd name="connsiteY4" fmla="*/ 414260 h 451491"/>
                <a:gd name="connsiteX5" fmla="*/ 115628 w 365660"/>
                <a:gd name="connsiteY5" fmla="*/ 326153 h 451491"/>
                <a:gd name="connsiteX6" fmla="*/ 165635 w 365660"/>
                <a:gd name="connsiteY6" fmla="*/ 309485 h 451491"/>
                <a:gd name="connsiteX7" fmla="*/ 191828 w 365660"/>
                <a:gd name="connsiteY7" fmla="*/ 304722 h 451491"/>
                <a:gd name="connsiteX8" fmla="*/ 239453 w 365660"/>
                <a:gd name="connsiteY8" fmla="*/ 247572 h 451491"/>
                <a:gd name="connsiteX9" fmla="*/ 196591 w 365660"/>
                <a:gd name="connsiteY9" fmla="*/ 230903 h 451491"/>
                <a:gd name="connsiteX10" fmla="*/ 163253 w 365660"/>
                <a:gd name="connsiteY10" fmla="*/ 230903 h 451491"/>
                <a:gd name="connsiteX11" fmla="*/ 122772 w 365660"/>
                <a:gd name="connsiteY11" fmla="*/ 245191 h 451491"/>
                <a:gd name="connsiteX12" fmla="*/ 103722 w 365660"/>
                <a:gd name="connsiteY12" fmla="*/ 290435 h 451491"/>
                <a:gd name="connsiteX13" fmla="*/ 75147 w 365660"/>
                <a:gd name="connsiteY13" fmla="*/ 326153 h 451491"/>
                <a:gd name="connsiteX14" fmla="*/ 29903 w 365660"/>
                <a:gd name="connsiteY14" fmla="*/ 311866 h 451491"/>
                <a:gd name="connsiteX15" fmla="*/ 1328 w 365660"/>
                <a:gd name="connsiteY15" fmla="*/ 261860 h 451491"/>
                <a:gd name="connsiteX16" fmla="*/ 72766 w 365660"/>
                <a:gd name="connsiteY16" fmla="*/ 202328 h 451491"/>
                <a:gd name="connsiteX17" fmla="*/ 79910 w 365660"/>
                <a:gd name="connsiteY17" fmla="*/ 207091 h 451491"/>
                <a:gd name="connsiteX18" fmla="*/ 108485 w 365660"/>
                <a:gd name="connsiteY18" fmla="*/ 211853 h 451491"/>
                <a:gd name="connsiteX19" fmla="*/ 210878 w 365660"/>
                <a:gd name="connsiteY19" fmla="*/ 197566 h 451491"/>
                <a:gd name="connsiteX20" fmla="*/ 191829 w 365660"/>
                <a:gd name="connsiteY20" fmla="*/ 135653 h 451491"/>
                <a:gd name="connsiteX21" fmla="*/ 134678 w 365660"/>
                <a:gd name="connsiteY21" fmla="*/ 126128 h 451491"/>
                <a:gd name="connsiteX22" fmla="*/ 96578 w 365660"/>
                <a:gd name="connsiteY22" fmla="*/ 64215 h 451491"/>
                <a:gd name="connsiteX23" fmla="*/ 156109 w 365660"/>
                <a:gd name="connsiteY23" fmla="*/ 2304 h 451491"/>
                <a:gd name="connsiteX24" fmla="*/ 208497 w 365660"/>
                <a:gd name="connsiteY24" fmla="*/ 30878 h 451491"/>
                <a:gd name="connsiteX25" fmla="*/ 234691 w 365660"/>
                <a:gd name="connsiteY25" fmla="*/ 73741 h 451491"/>
                <a:gd name="connsiteX26" fmla="*/ 225166 w 365660"/>
                <a:gd name="connsiteY26" fmla="*/ 118985 h 451491"/>
                <a:gd name="connsiteX27" fmla="*/ 246597 w 365660"/>
                <a:gd name="connsiteY27" fmla="*/ 166610 h 451491"/>
                <a:gd name="connsiteX28" fmla="*/ 279935 w 365660"/>
                <a:gd name="connsiteY28" fmla="*/ 223760 h 451491"/>
                <a:gd name="connsiteX29" fmla="*/ 365660 w 365660"/>
                <a:gd name="connsiteY29" fmla="*/ 226142 h 451491"/>
                <a:gd name="connsiteX30" fmla="*/ 358516 w 365660"/>
                <a:gd name="connsiteY30" fmla="*/ 290435 h 451491"/>
                <a:gd name="connsiteX31" fmla="*/ 289460 w 365660"/>
                <a:gd name="connsiteY31" fmla="*/ 290435 h 451491"/>
                <a:gd name="connsiteX0" fmla="*/ 289460 w 365660"/>
                <a:gd name="connsiteY0" fmla="*/ 289204 h 450260"/>
                <a:gd name="connsiteX1" fmla="*/ 232309 w 365660"/>
                <a:gd name="connsiteY1" fmla="*/ 324924 h 450260"/>
                <a:gd name="connsiteX2" fmla="*/ 234691 w 365660"/>
                <a:gd name="connsiteY2" fmla="*/ 391597 h 450260"/>
                <a:gd name="connsiteX3" fmla="*/ 187066 w 365660"/>
                <a:gd name="connsiteY3" fmla="*/ 448747 h 450260"/>
                <a:gd name="connsiteX4" fmla="*/ 101341 w 365660"/>
                <a:gd name="connsiteY4" fmla="*/ 413029 h 450260"/>
                <a:gd name="connsiteX5" fmla="*/ 115628 w 365660"/>
                <a:gd name="connsiteY5" fmla="*/ 324922 h 450260"/>
                <a:gd name="connsiteX6" fmla="*/ 165635 w 365660"/>
                <a:gd name="connsiteY6" fmla="*/ 308254 h 450260"/>
                <a:gd name="connsiteX7" fmla="*/ 191828 w 365660"/>
                <a:gd name="connsiteY7" fmla="*/ 303491 h 450260"/>
                <a:gd name="connsiteX8" fmla="*/ 239453 w 365660"/>
                <a:gd name="connsiteY8" fmla="*/ 246341 h 450260"/>
                <a:gd name="connsiteX9" fmla="*/ 196591 w 365660"/>
                <a:gd name="connsiteY9" fmla="*/ 229672 h 450260"/>
                <a:gd name="connsiteX10" fmla="*/ 163253 w 365660"/>
                <a:gd name="connsiteY10" fmla="*/ 229672 h 450260"/>
                <a:gd name="connsiteX11" fmla="*/ 122772 w 365660"/>
                <a:gd name="connsiteY11" fmla="*/ 243960 h 450260"/>
                <a:gd name="connsiteX12" fmla="*/ 103722 w 365660"/>
                <a:gd name="connsiteY12" fmla="*/ 289204 h 450260"/>
                <a:gd name="connsiteX13" fmla="*/ 75147 w 365660"/>
                <a:gd name="connsiteY13" fmla="*/ 324922 h 450260"/>
                <a:gd name="connsiteX14" fmla="*/ 29903 w 365660"/>
                <a:gd name="connsiteY14" fmla="*/ 310635 h 450260"/>
                <a:gd name="connsiteX15" fmla="*/ 1328 w 365660"/>
                <a:gd name="connsiteY15" fmla="*/ 260629 h 450260"/>
                <a:gd name="connsiteX16" fmla="*/ 72766 w 365660"/>
                <a:gd name="connsiteY16" fmla="*/ 201097 h 450260"/>
                <a:gd name="connsiteX17" fmla="*/ 79910 w 365660"/>
                <a:gd name="connsiteY17" fmla="*/ 205860 h 450260"/>
                <a:gd name="connsiteX18" fmla="*/ 108485 w 365660"/>
                <a:gd name="connsiteY18" fmla="*/ 210622 h 450260"/>
                <a:gd name="connsiteX19" fmla="*/ 210878 w 365660"/>
                <a:gd name="connsiteY19" fmla="*/ 196335 h 450260"/>
                <a:gd name="connsiteX20" fmla="*/ 191829 w 365660"/>
                <a:gd name="connsiteY20" fmla="*/ 134422 h 450260"/>
                <a:gd name="connsiteX21" fmla="*/ 134678 w 365660"/>
                <a:gd name="connsiteY21" fmla="*/ 124897 h 450260"/>
                <a:gd name="connsiteX22" fmla="*/ 96578 w 365660"/>
                <a:gd name="connsiteY22" fmla="*/ 62984 h 450260"/>
                <a:gd name="connsiteX23" fmla="*/ 156109 w 365660"/>
                <a:gd name="connsiteY23" fmla="*/ 1073 h 450260"/>
                <a:gd name="connsiteX24" fmla="*/ 220403 w 365660"/>
                <a:gd name="connsiteY24" fmla="*/ 27266 h 450260"/>
                <a:gd name="connsiteX25" fmla="*/ 234691 w 365660"/>
                <a:gd name="connsiteY25" fmla="*/ 72510 h 450260"/>
                <a:gd name="connsiteX26" fmla="*/ 225166 w 365660"/>
                <a:gd name="connsiteY26" fmla="*/ 117754 h 450260"/>
                <a:gd name="connsiteX27" fmla="*/ 246597 w 365660"/>
                <a:gd name="connsiteY27" fmla="*/ 165379 h 450260"/>
                <a:gd name="connsiteX28" fmla="*/ 279935 w 365660"/>
                <a:gd name="connsiteY28" fmla="*/ 222529 h 450260"/>
                <a:gd name="connsiteX29" fmla="*/ 365660 w 365660"/>
                <a:gd name="connsiteY29" fmla="*/ 224911 h 450260"/>
                <a:gd name="connsiteX30" fmla="*/ 358516 w 365660"/>
                <a:gd name="connsiteY30" fmla="*/ 289204 h 450260"/>
                <a:gd name="connsiteX31" fmla="*/ 289460 w 365660"/>
                <a:gd name="connsiteY31" fmla="*/ 289204 h 450260"/>
                <a:gd name="connsiteX0" fmla="*/ 289460 w 365660"/>
                <a:gd name="connsiteY0" fmla="*/ 290956 h 452012"/>
                <a:gd name="connsiteX1" fmla="*/ 232309 w 365660"/>
                <a:gd name="connsiteY1" fmla="*/ 326676 h 452012"/>
                <a:gd name="connsiteX2" fmla="*/ 234691 w 365660"/>
                <a:gd name="connsiteY2" fmla="*/ 393349 h 452012"/>
                <a:gd name="connsiteX3" fmla="*/ 187066 w 365660"/>
                <a:gd name="connsiteY3" fmla="*/ 450499 h 452012"/>
                <a:gd name="connsiteX4" fmla="*/ 101341 w 365660"/>
                <a:gd name="connsiteY4" fmla="*/ 414781 h 452012"/>
                <a:gd name="connsiteX5" fmla="*/ 115628 w 365660"/>
                <a:gd name="connsiteY5" fmla="*/ 326674 h 452012"/>
                <a:gd name="connsiteX6" fmla="*/ 165635 w 365660"/>
                <a:gd name="connsiteY6" fmla="*/ 310006 h 452012"/>
                <a:gd name="connsiteX7" fmla="*/ 191828 w 365660"/>
                <a:gd name="connsiteY7" fmla="*/ 305243 h 452012"/>
                <a:gd name="connsiteX8" fmla="*/ 239453 w 365660"/>
                <a:gd name="connsiteY8" fmla="*/ 248093 h 452012"/>
                <a:gd name="connsiteX9" fmla="*/ 196591 w 365660"/>
                <a:gd name="connsiteY9" fmla="*/ 231424 h 452012"/>
                <a:gd name="connsiteX10" fmla="*/ 163253 w 365660"/>
                <a:gd name="connsiteY10" fmla="*/ 231424 h 452012"/>
                <a:gd name="connsiteX11" fmla="*/ 122772 w 365660"/>
                <a:gd name="connsiteY11" fmla="*/ 245712 h 452012"/>
                <a:gd name="connsiteX12" fmla="*/ 103722 w 365660"/>
                <a:gd name="connsiteY12" fmla="*/ 290956 h 452012"/>
                <a:gd name="connsiteX13" fmla="*/ 75147 w 365660"/>
                <a:gd name="connsiteY13" fmla="*/ 326674 h 452012"/>
                <a:gd name="connsiteX14" fmla="*/ 29903 w 365660"/>
                <a:gd name="connsiteY14" fmla="*/ 312387 h 452012"/>
                <a:gd name="connsiteX15" fmla="*/ 1328 w 365660"/>
                <a:gd name="connsiteY15" fmla="*/ 262381 h 452012"/>
                <a:gd name="connsiteX16" fmla="*/ 72766 w 365660"/>
                <a:gd name="connsiteY16" fmla="*/ 202849 h 452012"/>
                <a:gd name="connsiteX17" fmla="*/ 79910 w 365660"/>
                <a:gd name="connsiteY17" fmla="*/ 207612 h 452012"/>
                <a:gd name="connsiteX18" fmla="*/ 108485 w 365660"/>
                <a:gd name="connsiteY18" fmla="*/ 212374 h 452012"/>
                <a:gd name="connsiteX19" fmla="*/ 210878 w 365660"/>
                <a:gd name="connsiteY19" fmla="*/ 198087 h 452012"/>
                <a:gd name="connsiteX20" fmla="*/ 191829 w 365660"/>
                <a:gd name="connsiteY20" fmla="*/ 136174 h 452012"/>
                <a:gd name="connsiteX21" fmla="*/ 134678 w 365660"/>
                <a:gd name="connsiteY21" fmla="*/ 126649 h 452012"/>
                <a:gd name="connsiteX22" fmla="*/ 96578 w 365660"/>
                <a:gd name="connsiteY22" fmla="*/ 64736 h 452012"/>
                <a:gd name="connsiteX23" fmla="*/ 156109 w 365660"/>
                <a:gd name="connsiteY23" fmla="*/ 2825 h 452012"/>
                <a:gd name="connsiteX24" fmla="*/ 220403 w 365660"/>
                <a:gd name="connsiteY24" fmla="*/ 29018 h 452012"/>
                <a:gd name="connsiteX25" fmla="*/ 234691 w 365660"/>
                <a:gd name="connsiteY25" fmla="*/ 74262 h 452012"/>
                <a:gd name="connsiteX26" fmla="*/ 225166 w 365660"/>
                <a:gd name="connsiteY26" fmla="*/ 119506 h 452012"/>
                <a:gd name="connsiteX27" fmla="*/ 246597 w 365660"/>
                <a:gd name="connsiteY27" fmla="*/ 167131 h 452012"/>
                <a:gd name="connsiteX28" fmla="*/ 279935 w 365660"/>
                <a:gd name="connsiteY28" fmla="*/ 224281 h 452012"/>
                <a:gd name="connsiteX29" fmla="*/ 365660 w 365660"/>
                <a:gd name="connsiteY29" fmla="*/ 226663 h 452012"/>
                <a:gd name="connsiteX30" fmla="*/ 358516 w 365660"/>
                <a:gd name="connsiteY30" fmla="*/ 290956 h 452012"/>
                <a:gd name="connsiteX31" fmla="*/ 289460 w 365660"/>
                <a:gd name="connsiteY31" fmla="*/ 290956 h 452012"/>
                <a:gd name="connsiteX0" fmla="*/ 289460 w 365660"/>
                <a:gd name="connsiteY0" fmla="*/ 291662 h 452718"/>
                <a:gd name="connsiteX1" fmla="*/ 232309 w 365660"/>
                <a:gd name="connsiteY1" fmla="*/ 327382 h 452718"/>
                <a:gd name="connsiteX2" fmla="*/ 234691 w 365660"/>
                <a:gd name="connsiteY2" fmla="*/ 394055 h 452718"/>
                <a:gd name="connsiteX3" fmla="*/ 187066 w 365660"/>
                <a:gd name="connsiteY3" fmla="*/ 451205 h 452718"/>
                <a:gd name="connsiteX4" fmla="*/ 101341 w 365660"/>
                <a:gd name="connsiteY4" fmla="*/ 415487 h 452718"/>
                <a:gd name="connsiteX5" fmla="*/ 115628 w 365660"/>
                <a:gd name="connsiteY5" fmla="*/ 327380 h 452718"/>
                <a:gd name="connsiteX6" fmla="*/ 165635 w 365660"/>
                <a:gd name="connsiteY6" fmla="*/ 310712 h 452718"/>
                <a:gd name="connsiteX7" fmla="*/ 191828 w 365660"/>
                <a:gd name="connsiteY7" fmla="*/ 305949 h 452718"/>
                <a:gd name="connsiteX8" fmla="*/ 239453 w 365660"/>
                <a:gd name="connsiteY8" fmla="*/ 248799 h 452718"/>
                <a:gd name="connsiteX9" fmla="*/ 196591 w 365660"/>
                <a:gd name="connsiteY9" fmla="*/ 232130 h 452718"/>
                <a:gd name="connsiteX10" fmla="*/ 163253 w 365660"/>
                <a:gd name="connsiteY10" fmla="*/ 232130 h 452718"/>
                <a:gd name="connsiteX11" fmla="*/ 122772 w 365660"/>
                <a:gd name="connsiteY11" fmla="*/ 246418 h 452718"/>
                <a:gd name="connsiteX12" fmla="*/ 103722 w 365660"/>
                <a:gd name="connsiteY12" fmla="*/ 291662 h 452718"/>
                <a:gd name="connsiteX13" fmla="*/ 75147 w 365660"/>
                <a:gd name="connsiteY13" fmla="*/ 327380 h 452718"/>
                <a:gd name="connsiteX14" fmla="*/ 29903 w 365660"/>
                <a:gd name="connsiteY14" fmla="*/ 313093 h 452718"/>
                <a:gd name="connsiteX15" fmla="*/ 1328 w 365660"/>
                <a:gd name="connsiteY15" fmla="*/ 263087 h 452718"/>
                <a:gd name="connsiteX16" fmla="*/ 72766 w 365660"/>
                <a:gd name="connsiteY16" fmla="*/ 203555 h 452718"/>
                <a:gd name="connsiteX17" fmla="*/ 79910 w 365660"/>
                <a:gd name="connsiteY17" fmla="*/ 208318 h 452718"/>
                <a:gd name="connsiteX18" fmla="*/ 108485 w 365660"/>
                <a:gd name="connsiteY18" fmla="*/ 213080 h 452718"/>
                <a:gd name="connsiteX19" fmla="*/ 210878 w 365660"/>
                <a:gd name="connsiteY19" fmla="*/ 198793 h 452718"/>
                <a:gd name="connsiteX20" fmla="*/ 191829 w 365660"/>
                <a:gd name="connsiteY20" fmla="*/ 136880 h 452718"/>
                <a:gd name="connsiteX21" fmla="*/ 134678 w 365660"/>
                <a:gd name="connsiteY21" fmla="*/ 127355 h 452718"/>
                <a:gd name="connsiteX22" fmla="*/ 96578 w 365660"/>
                <a:gd name="connsiteY22" fmla="*/ 65442 h 452718"/>
                <a:gd name="connsiteX23" fmla="*/ 156109 w 365660"/>
                <a:gd name="connsiteY23" fmla="*/ 3531 h 452718"/>
                <a:gd name="connsiteX24" fmla="*/ 232309 w 365660"/>
                <a:gd name="connsiteY24" fmla="*/ 27342 h 452718"/>
                <a:gd name="connsiteX25" fmla="*/ 234691 w 365660"/>
                <a:gd name="connsiteY25" fmla="*/ 74968 h 452718"/>
                <a:gd name="connsiteX26" fmla="*/ 225166 w 365660"/>
                <a:gd name="connsiteY26" fmla="*/ 120212 h 452718"/>
                <a:gd name="connsiteX27" fmla="*/ 246597 w 365660"/>
                <a:gd name="connsiteY27" fmla="*/ 167837 h 452718"/>
                <a:gd name="connsiteX28" fmla="*/ 279935 w 365660"/>
                <a:gd name="connsiteY28" fmla="*/ 224987 h 452718"/>
                <a:gd name="connsiteX29" fmla="*/ 365660 w 365660"/>
                <a:gd name="connsiteY29" fmla="*/ 227369 h 452718"/>
                <a:gd name="connsiteX30" fmla="*/ 358516 w 365660"/>
                <a:gd name="connsiteY30" fmla="*/ 291662 h 452718"/>
                <a:gd name="connsiteX31" fmla="*/ 289460 w 365660"/>
                <a:gd name="connsiteY31" fmla="*/ 291662 h 452718"/>
                <a:gd name="connsiteX0" fmla="*/ 289460 w 365660"/>
                <a:gd name="connsiteY0" fmla="*/ 294011 h 455067"/>
                <a:gd name="connsiteX1" fmla="*/ 232309 w 365660"/>
                <a:gd name="connsiteY1" fmla="*/ 329731 h 455067"/>
                <a:gd name="connsiteX2" fmla="*/ 234691 w 365660"/>
                <a:gd name="connsiteY2" fmla="*/ 396404 h 455067"/>
                <a:gd name="connsiteX3" fmla="*/ 187066 w 365660"/>
                <a:gd name="connsiteY3" fmla="*/ 453554 h 455067"/>
                <a:gd name="connsiteX4" fmla="*/ 101341 w 365660"/>
                <a:gd name="connsiteY4" fmla="*/ 417836 h 455067"/>
                <a:gd name="connsiteX5" fmla="*/ 115628 w 365660"/>
                <a:gd name="connsiteY5" fmla="*/ 329729 h 455067"/>
                <a:gd name="connsiteX6" fmla="*/ 165635 w 365660"/>
                <a:gd name="connsiteY6" fmla="*/ 313061 h 455067"/>
                <a:gd name="connsiteX7" fmla="*/ 191828 w 365660"/>
                <a:gd name="connsiteY7" fmla="*/ 308298 h 455067"/>
                <a:gd name="connsiteX8" fmla="*/ 239453 w 365660"/>
                <a:gd name="connsiteY8" fmla="*/ 251148 h 455067"/>
                <a:gd name="connsiteX9" fmla="*/ 196591 w 365660"/>
                <a:gd name="connsiteY9" fmla="*/ 234479 h 455067"/>
                <a:gd name="connsiteX10" fmla="*/ 163253 w 365660"/>
                <a:gd name="connsiteY10" fmla="*/ 234479 h 455067"/>
                <a:gd name="connsiteX11" fmla="*/ 122772 w 365660"/>
                <a:gd name="connsiteY11" fmla="*/ 248767 h 455067"/>
                <a:gd name="connsiteX12" fmla="*/ 103722 w 365660"/>
                <a:gd name="connsiteY12" fmla="*/ 294011 h 455067"/>
                <a:gd name="connsiteX13" fmla="*/ 75147 w 365660"/>
                <a:gd name="connsiteY13" fmla="*/ 329729 h 455067"/>
                <a:gd name="connsiteX14" fmla="*/ 29903 w 365660"/>
                <a:gd name="connsiteY14" fmla="*/ 315442 h 455067"/>
                <a:gd name="connsiteX15" fmla="*/ 1328 w 365660"/>
                <a:gd name="connsiteY15" fmla="*/ 265436 h 455067"/>
                <a:gd name="connsiteX16" fmla="*/ 72766 w 365660"/>
                <a:gd name="connsiteY16" fmla="*/ 205904 h 455067"/>
                <a:gd name="connsiteX17" fmla="*/ 79910 w 365660"/>
                <a:gd name="connsiteY17" fmla="*/ 210667 h 455067"/>
                <a:gd name="connsiteX18" fmla="*/ 108485 w 365660"/>
                <a:gd name="connsiteY18" fmla="*/ 215429 h 455067"/>
                <a:gd name="connsiteX19" fmla="*/ 210878 w 365660"/>
                <a:gd name="connsiteY19" fmla="*/ 201142 h 455067"/>
                <a:gd name="connsiteX20" fmla="*/ 191829 w 365660"/>
                <a:gd name="connsiteY20" fmla="*/ 139229 h 455067"/>
                <a:gd name="connsiteX21" fmla="*/ 134678 w 365660"/>
                <a:gd name="connsiteY21" fmla="*/ 129704 h 455067"/>
                <a:gd name="connsiteX22" fmla="*/ 96578 w 365660"/>
                <a:gd name="connsiteY22" fmla="*/ 67791 h 455067"/>
                <a:gd name="connsiteX23" fmla="*/ 148965 w 365660"/>
                <a:gd name="connsiteY23" fmla="*/ 1117 h 455067"/>
                <a:gd name="connsiteX24" fmla="*/ 232309 w 365660"/>
                <a:gd name="connsiteY24" fmla="*/ 29691 h 455067"/>
                <a:gd name="connsiteX25" fmla="*/ 234691 w 365660"/>
                <a:gd name="connsiteY25" fmla="*/ 77317 h 455067"/>
                <a:gd name="connsiteX26" fmla="*/ 225166 w 365660"/>
                <a:gd name="connsiteY26" fmla="*/ 122561 h 455067"/>
                <a:gd name="connsiteX27" fmla="*/ 246597 w 365660"/>
                <a:gd name="connsiteY27" fmla="*/ 170186 h 455067"/>
                <a:gd name="connsiteX28" fmla="*/ 279935 w 365660"/>
                <a:gd name="connsiteY28" fmla="*/ 227336 h 455067"/>
                <a:gd name="connsiteX29" fmla="*/ 365660 w 365660"/>
                <a:gd name="connsiteY29" fmla="*/ 229718 h 455067"/>
                <a:gd name="connsiteX30" fmla="*/ 358516 w 365660"/>
                <a:gd name="connsiteY30" fmla="*/ 294011 h 455067"/>
                <a:gd name="connsiteX31" fmla="*/ 289460 w 365660"/>
                <a:gd name="connsiteY31" fmla="*/ 294011 h 455067"/>
                <a:gd name="connsiteX0" fmla="*/ 289460 w 365660"/>
                <a:gd name="connsiteY0" fmla="*/ 289437 h 450493"/>
                <a:gd name="connsiteX1" fmla="*/ 232309 w 365660"/>
                <a:gd name="connsiteY1" fmla="*/ 325157 h 450493"/>
                <a:gd name="connsiteX2" fmla="*/ 234691 w 365660"/>
                <a:gd name="connsiteY2" fmla="*/ 391830 h 450493"/>
                <a:gd name="connsiteX3" fmla="*/ 187066 w 365660"/>
                <a:gd name="connsiteY3" fmla="*/ 448980 h 450493"/>
                <a:gd name="connsiteX4" fmla="*/ 101341 w 365660"/>
                <a:gd name="connsiteY4" fmla="*/ 413262 h 450493"/>
                <a:gd name="connsiteX5" fmla="*/ 115628 w 365660"/>
                <a:gd name="connsiteY5" fmla="*/ 325155 h 450493"/>
                <a:gd name="connsiteX6" fmla="*/ 165635 w 365660"/>
                <a:gd name="connsiteY6" fmla="*/ 308487 h 450493"/>
                <a:gd name="connsiteX7" fmla="*/ 191828 w 365660"/>
                <a:gd name="connsiteY7" fmla="*/ 303724 h 450493"/>
                <a:gd name="connsiteX8" fmla="*/ 239453 w 365660"/>
                <a:gd name="connsiteY8" fmla="*/ 246574 h 450493"/>
                <a:gd name="connsiteX9" fmla="*/ 196591 w 365660"/>
                <a:gd name="connsiteY9" fmla="*/ 229905 h 450493"/>
                <a:gd name="connsiteX10" fmla="*/ 163253 w 365660"/>
                <a:gd name="connsiteY10" fmla="*/ 229905 h 450493"/>
                <a:gd name="connsiteX11" fmla="*/ 122772 w 365660"/>
                <a:gd name="connsiteY11" fmla="*/ 244193 h 450493"/>
                <a:gd name="connsiteX12" fmla="*/ 103722 w 365660"/>
                <a:gd name="connsiteY12" fmla="*/ 289437 h 450493"/>
                <a:gd name="connsiteX13" fmla="*/ 75147 w 365660"/>
                <a:gd name="connsiteY13" fmla="*/ 325155 h 450493"/>
                <a:gd name="connsiteX14" fmla="*/ 29903 w 365660"/>
                <a:gd name="connsiteY14" fmla="*/ 310868 h 450493"/>
                <a:gd name="connsiteX15" fmla="*/ 1328 w 365660"/>
                <a:gd name="connsiteY15" fmla="*/ 260862 h 450493"/>
                <a:gd name="connsiteX16" fmla="*/ 72766 w 365660"/>
                <a:gd name="connsiteY16" fmla="*/ 201330 h 450493"/>
                <a:gd name="connsiteX17" fmla="*/ 79910 w 365660"/>
                <a:gd name="connsiteY17" fmla="*/ 206093 h 450493"/>
                <a:gd name="connsiteX18" fmla="*/ 108485 w 365660"/>
                <a:gd name="connsiteY18" fmla="*/ 210855 h 450493"/>
                <a:gd name="connsiteX19" fmla="*/ 210878 w 365660"/>
                <a:gd name="connsiteY19" fmla="*/ 196568 h 450493"/>
                <a:gd name="connsiteX20" fmla="*/ 191829 w 365660"/>
                <a:gd name="connsiteY20" fmla="*/ 134655 h 450493"/>
                <a:gd name="connsiteX21" fmla="*/ 134678 w 365660"/>
                <a:gd name="connsiteY21" fmla="*/ 125130 h 450493"/>
                <a:gd name="connsiteX22" fmla="*/ 96578 w 365660"/>
                <a:gd name="connsiteY22" fmla="*/ 63217 h 450493"/>
                <a:gd name="connsiteX23" fmla="*/ 137059 w 365660"/>
                <a:gd name="connsiteY23" fmla="*/ 1306 h 450493"/>
                <a:gd name="connsiteX24" fmla="*/ 232309 w 365660"/>
                <a:gd name="connsiteY24" fmla="*/ 25117 h 450493"/>
                <a:gd name="connsiteX25" fmla="*/ 234691 w 365660"/>
                <a:gd name="connsiteY25" fmla="*/ 72743 h 450493"/>
                <a:gd name="connsiteX26" fmla="*/ 225166 w 365660"/>
                <a:gd name="connsiteY26" fmla="*/ 117987 h 450493"/>
                <a:gd name="connsiteX27" fmla="*/ 246597 w 365660"/>
                <a:gd name="connsiteY27" fmla="*/ 165612 h 450493"/>
                <a:gd name="connsiteX28" fmla="*/ 279935 w 365660"/>
                <a:gd name="connsiteY28" fmla="*/ 222762 h 450493"/>
                <a:gd name="connsiteX29" fmla="*/ 365660 w 365660"/>
                <a:gd name="connsiteY29" fmla="*/ 225144 h 450493"/>
                <a:gd name="connsiteX30" fmla="*/ 358516 w 365660"/>
                <a:gd name="connsiteY30" fmla="*/ 289437 h 450493"/>
                <a:gd name="connsiteX31" fmla="*/ 289460 w 365660"/>
                <a:gd name="connsiteY31" fmla="*/ 289437 h 450493"/>
                <a:gd name="connsiteX0" fmla="*/ 289460 w 365660"/>
                <a:gd name="connsiteY0" fmla="*/ 290225 h 451281"/>
                <a:gd name="connsiteX1" fmla="*/ 232309 w 365660"/>
                <a:gd name="connsiteY1" fmla="*/ 325945 h 451281"/>
                <a:gd name="connsiteX2" fmla="*/ 234691 w 365660"/>
                <a:gd name="connsiteY2" fmla="*/ 392618 h 451281"/>
                <a:gd name="connsiteX3" fmla="*/ 187066 w 365660"/>
                <a:gd name="connsiteY3" fmla="*/ 449768 h 451281"/>
                <a:gd name="connsiteX4" fmla="*/ 101341 w 365660"/>
                <a:gd name="connsiteY4" fmla="*/ 414050 h 451281"/>
                <a:gd name="connsiteX5" fmla="*/ 115628 w 365660"/>
                <a:gd name="connsiteY5" fmla="*/ 325943 h 451281"/>
                <a:gd name="connsiteX6" fmla="*/ 165635 w 365660"/>
                <a:gd name="connsiteY6" fmla="*/ 309275 h 451281"/>
                <a:gd name="connsiteX7" fmla="*/ 191828 w 365660"/>
                <a:gd name="connsiteY7" fmla="*/ 304512 h 451281"/>
                <a:gd name="connsiteX8" fmla="*/ 239453 w 365660"/>
                <a:gd name="connsiteY8" fmla="*/ 247362 h 451281"/>
                <a:gd name="connsiteX9" fmla="*/ 196591 w 365660"/>
                <a:gd name="connsiteY9" fmla="*/ 230693 h 451281"/>
                <a:gd name="connsiteX10" fmla="*/ 163253 w 365660"/>
                <a:gd name="connsiteY10" fmla="*/ 230693 h 451281"/>
                <a:gd name="connsiteX11" fmla="*/ 122772 w 365660"/>
                <a:gd name="connsiteY11" fmla="*/ 244981 h 451281"/>
                <a:gd name="connsiteX12" fmla="*/ 103722 w 365660"/>
                <a:gd name="connsiteY12" fmla="*/ 290225 h 451281"/>
                <a:gd name="connsiteX13" fmla="*/ 75147 w 365660"/>
                <a:gd name="connsiteY13" fmla="*/ 325943 h 451281"/>
                <a:gd name="connsiteX14" fmla="*/ 29903 w 365660"/>
                <a:gd name="connsiteY14" fmla="*/ 311656 h 451281"/>
                <a:gd name="connsiteX15" fmla="*/ 1328 w 365660"/>
                <a:gd name="connsiteY15" fmla="*/ 261650 h 451281"/>
                <a:gd name="connsiteX16" fmla="*/ 72766 w 365660"/>
                <a:gd name="connsiteY16" fmla="*/ 202118 h 451281"/>
                <a:gd name="connsiteX17" fmla="*/ 79910 w 365660"/>
                <a:gd name="connsiteY17" fmla="*/ 206881 h 451281"/>
                <a:gd name="connsiteX18" fmla="*/ 108485 w 365660"/>
                <a:gd name="connsiteY18" fmla="*/ 211643 h 451281"/>
                <a:gd name="connsiteX19" fmla="*/ 210878 w 365660"/>
                <a:gd name="connsiteY19" fmla="*/ 197356 h 451281"/>
                <a:gd name="connsiteX20" fmla="*/ 191829 w 365660"/>
                <a:gd name="connsiteY20" fmla="*/ 135443 h 451281"/>
                <a:gd name="connsiteX21" fmla="*/ 134678 w 365660"/>
                <a:gd name="connsiteY21" fmla="*/ 125918 h 451281"/>
                <a:gd name="connsiteX22" fmla="*/ 96578 w 365660"/>
                <a:gd name="connsiteY22" fmla="*/ 64005 h 451281"/>
                <a:gd name="connsiteX23" fmla="*/ 137059 w 365660"/>
                <a:gd name="connsiteY23" fmla="*/ 2094 h 451281"/>
                <a:gd name="connsiteX24" fmla="*/ 232309 w 365660"/>
                <a:gd name="connsiteY24" fmla="*/ 25905 h 451281"/>
                <a:gd name="connsiteX25" fmla="*/ 234691 w 365660"/>
                <a:gd name="connsiteY25" fmla="*/ 73531 h 451281"/>
                <a:gd name="connsiteX26" fmla="*/ 225166 w 365660"/>
                <a:gd name="connsiteY26" fmla="*/ 118775 h 451281"/>
                <a:gd name="connsiteX27" fmla="*/ 246597 w 365660"/>
                <a:gd name="connsiteY27" fmla="*/ 166400 h 451281"/>
                <a:gd name="connsiteX28" fmla="*/ 279935 w 365660"/>
                <a:gd name="connsiteY28" fmla="*/ 223550 h 451281"/>
                <a:gd name="connsiteX29" fmla="*/ 365660 w 365660"/>
                <a:gd name="connsiteY29" fmla="*/ 225932 h 451281"/>
                <a:gd name="connsiteX30" fmla="*/ 358516 w 365660"/>
                <a:gd name="connsiteY30" fmla="*/ 290225 h 451281"/>
                <a:gd name="connsiteX31" fmla="*/ 289460 w 365660"/>
                <a:gd name="connsiteY31" fmla="*/ 290225 h 451281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34691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007 h 454063"/>
                <a:gd name="connsiteX1" fmla="*/ 232309 w 365660"/>
                <a:gd name="connsiteY1" fmla="*/ 328727 h 454063"/>
                <a:gd name="connsiteX2" fmla="*/ 234691 w 365660"/>
                <a:gd name="connsiteY2" fmla="*/ 395400 h 454063"/>
                <a:gd name="connsiteX3" fmla="*/ 187066 w 365660"/>
                <a:gd name="connsiteY3" fmla="*/ 452550 h 454063"/>
                <a:gd name="connsiteX4" fmla="*/ 101341 w 365660"/>
                <a:gd name="connsiteY4" fmla="*/ 416832 h 454063"/>
                <a:gd name="connsiteX5" fmla="*/ 115628 w 365660"/>
                <a:gd name="connsiteY5" fmla="*/ 328725 h 454063"/>
                <a:gd name="connsiteX6" fmla="*/ 165635 w 365660"/>
                <a:gd name="connsiteY6" fmla="*/ 312057 h 454063"/>
                <a:gd name="connsiteX7" fmla="*/ 191828 w 365660"/>
                <a:gd name="connsiteY7" fmla="*/ 307294 h 454063"/>
                <a:gd name="connsiteX8" fmla="*/ 239453 w 365660"/>
                <a:gd name="connsiteY8" fmla="*/ 250144 h 454063"/>
                <a:gd name="connsiteX9" fmla="*/ 196591 w 365660"/>
                <a:gd name="connsiteY9" fmla="*/ 233475 h 454063"/>
                <a:gd name="connsiteX10" fmla="*/ 163253 w 365660"/>
                <a:gd name="connsiteY10" fmla="*/ 233475 h 454063"/>
                <a:gd name="connsiteX11" fmla="*/ 122772 w 365660"/>
                <a:gd name="connsiteY11" fmla="*/ 247763 h 454063"/>
                <a:gd name="connsiteX12" fmla="*/ 103722 w 365660"/>
                <a:gd name="connsiteY12" fmla="*/ 293007 h 454063"/>
                <a:gd name="connsiteX13" fmla="*/ 75147 w 365660"/>
                <a:gd name="connsiteY13" fmla="*/ 328725 h 454063"/>
                <a:gd name="connsiteX14" fmla="*/ 29903 w 365660"/>
                <a:gd name="connsiteY14" fmla="*/ 314438 h 454063"/>
                <a:gd name="connsiteX15" fmla="*/ 1328 w 365660"/>
                <a:gd name="connsiteY15" fmla="*/ 264432 h 454063"/>
                <a:gd name="connsiteX16" fmla="*/ 72766 w 365660"/>
                <a:gd name="connsiteY16" fmla="*/ 204900 h 454063"/>
                <a:gd name="connsiteX17" fmla="*/ 79910 w 365660"/>
                <a:gd name="connsiteY17" fmla="*/ 209663 h 454063"/>
                <a:gd name="connsiteX18" fmla="*/ 108485 w 365660"/>
                <a:gd name="connsiteY18" fmla="*/ 214425 h 454063"/>
                <a:gd name="connsiteX19" fmla="*/ 210878 w 365660"/>
                <a:gd name="connsiteY19" fmla="*/ 200138 h 454063"/>
                <a:gd name="connsiteX20" fmla="*/ 191829 w 365660"/>
                <a:gd name="connsiteY20" fmla="*/ 138225 h 454063"/>
                <a:gd name="connsiteX21" fmla="*/ 127534 w 365660"/>
                <a:gd name="connsiteY21" fmla="*/ 128700 h 454063"/>
                <a:gd name="connsiteX22" fmla="*/ 87053 w 365660"/>
                <a:gd name="connsiteY22" fmla="*/ 52499 h 454063"/>
                <a:gd name="connsiteX23" fmla="*/ 137059 w 365660"/>
                <a:gd name="connsiteY23" fmla="*/ 4876 h 454063"/>
                <a:gd name="connsiteX24" fmla="*/ 229928 w 365660"/>
                <a:gd name="connsiteY24" fmla="*/ 9637 h 454063"/>
                <a:gd name="connsiteX25" fmla="*/ 246598 w 365660"/>
                <a:gd name="connsiteY25" fmla="*/ 76313 h 454063"/>
                <a:gd name="connsiteX26" fmla="*/ 225166 w 365660"/>
                <a:gd name="connsiteY26" fmla="*/ 121557 h 454063"/>
                <a:gd name="connsiteX27" fmla="*/ 246597 w 365660"/>
                <a:gd name="connsiteY27" fmla="*/ 169182 h 454063"/>
                <a:gd name="connsiteX28" fmla="*/ 279935 w 365660"/>
                <a:gd name="connsiteY28" fmla="*/ 226332 h 454063"/>
                <a:gd name="connsiteX29" fmla="*/ 365660 w 365660"/>
                <a:gd name="connsiteY29" fmla="*/ 228714 h 454063"/>
                <a:gd name="connsiteX30" fmla="*/ 358516 w 365660"/>
                <a:gd name="connsiteY30" fmla="*/ 293007 h 454063"/>
                <a:gd name="connsiteX31" fmla="*/ 289460 w 365660"/>
                <a:gd name="connsiteY31" fmla="*/ 293007 h 454063"/>
                <a:gd name="connsiteX0" fmla="*/ 289460 w 365660"/>
                <a:gd name="connsiteY0" fmla="*/ 298331 h 459387"/>
                <a:gd name="connsiteX1" fmla="*/ 232309 w 365660"/>
                <a:gd name="connsiteY1" fmla="*/ 334051 h 459387"/>
                <a:gd name="connsiteX2" fmla="*/ 234691 w 365660"/>
                <a:gd name="connsiteY2" fmla="*/ 400724 h 459387"/>
                <a:gd name="connsiteX3" fmla="*/ 187066 w 365660"/>
                <a:gd name="connsiteY3" fmla="*/ 457874 h 459387"/>
                <a:gd name="connsiteX4" fmla="*/ 101341 w 365660"/>
                <a:gd name="connsiteY4" fmla="*/ 422156 h 459387"/>
                <a:gd name="connsiteX5" fmla="*/ 115628 w 365660"/>
                <a:gd name="connsiteY5" fmla="*/ 334049 h 459387"/>
                <a:gd name="connsiteX6" fmla="*/ 165635 w 365660"/>
                <a:gd name="connsiteY6" fmla="*/ 317381 h 459387"/>
                <a:gd name="connsiteX7" fmla="*/ 191828 w 365660"/>
                <a:gd name="connsiteY7" fmla="*/ 312618 h 459387"/>
                <a:gd name="connsiteX8" fmla="*/ 239453 w 365660"/>
                <a:gd name="connsiteY8" fmla="*/ 255468 h 459387"/>
                <a:gd name="connsiteX9" fmla="*/ 196591 w 365660"/>
                <a:gd name="connsiteY9" fmla="*/ 238799 h 459387"/>
                <a:gd name="connsiteX10" fmla="*/ 163253 w 365660"/>
                <a:gd name="connsiteY10" fmla="*/ 238799 h 459387"/>
                <a:gd name="connsiteX11" fmla="*/ 122772 w 365660"/>
                <a:gd name="connsiteY11" fmla="*/ 253087 h 459387"/>
                <a:gd name="connsiteX12" fmla="*/ 103722 w 365660"/>
                <a:gd name="connsiteY12" fmla="*/ 298331 h 459387"/>
                <a:gd name="connsiteX13" fmla="*/ 75147 w 365660"/>
                <a:gd name="connsiteY13" fmla="*/ 334049 h 459387"/>
                <a:gd name="connsiteX14" fmla="*/ 29903 w 365660"/>
                <a:gd name="connsiteY14" fmla="*/ 319762 h 459387"/>
                <a:gd name="connsiteX15" fmla="*/ 1328 w 365660"/>
                <a:gd name="connsiteY15" fmla="*/ 269756 h 459387"/>
                <a:gd name="connsiteX16" fmla="*/ 72766 w 365660"/>
                <a:gd name="connsiteY16" fmla="*/ 210224 h 459387"/>
                <a:gd name="connsiteX17" fmla="*/ 79910 w 365660"/>
                <a:gd name="connsiteY17" fmla="*/ 214987 h 459387"/>
                <a:gd name="connsiteX18" fmla="*/ 108485 w 365660"/>
                <a:gd name="connsiteY18" fmla="*/ 219749 h 459387"/>
                <a:gd name="connsiteX19" fmla="*/ 210878 w 365660"/>
                <a:gd name="connsiteY19" fmla="*/ 205462 h 459387"/>
                <a:gd name="connsiteX20" fmla="*/ 191829 w 365660"/>
                <a:gd name="connsiteY20" fmla="*/ 143549 h 459387"/>
                <a:gd name="connsiteX21" fmla="*/ 127534 w 365660"/>
                <a:gd name="connsiteY21" fmla="*/ 134024 h 459387"/>
                <a:gd name="connsiteX22" fmla="*/ 87053 w 365660"/>
                <a:gd name="connsiteY22" fmla="*/ 57823 h 459387"/>
                <a:gd name="connsiteX23" fmla="*/ 148965 w 365660"/>
                <a:gd name="connsiteY23" fmla="*/ 3056 h 459387"/>
                <a:gd name="connsiteX24" fmla="*/ 229928 w 365660"/>
                <a:gd name="connsiteY24" fmla="*/ 14961 h 459387"/>
                <a:gd name="connsiteX25" fmla="*/ 246598 w 365660"/>
                <a:gd name="connsiteY25" fmla="*/ 81637 h 459387"/>
                <a:gd name="connsiteX26" fmla="*/ 225166 w 365660"/>
                <a:gd name="connsiteY26" fmla="*/ 126881 h 459387"/>
                <a:gd name="connsiteX27" fmla="*/ 246597 w 365660"/>
                <a:gd name="connsiteY27" fmla="*/ 174506 h 459387"/>
                <a:gd name="connsiteX28" fmla="*/ 279935 w 365660"/>
                <a:gd name="connsiteY28" fmla="*/ 231656 h 459387"/>
                <a:gd name="connsiteX29" fmla="*/ 365660 w 365660"/>
                <a:gd name="connsiteY29" fmla="*/ 234038 h 459387"/>
                <a:gd name="connsiteX30" fmla="*/ 358516 w 365660"/>
                <a:gd name="connsiteY30" fmla="*/ 298331 h 459387"/>
                <a:gd name="connsiteX31" fmla="*/ 289460 w 365660"/>
                <a:gd name="connsiteY31" fmla="*/ 298331 h 459387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10630 h 471686"/>
                <a:gd name="connsiteX1" fmla="*/ 232309 w 365660"/>
                <a:gd name="connsiteY1" fmla="*/ 346350 h 471686"/>
                <a:gd name="connsiteX2" fmla="*/ 234691 w 365660"/>
                <a:gd name="connsiteY2" fmla="*/ 413023 h 471686"/>
                <a:gd name="connsiteX3" fmla="*/ 187066 w 365660"/>
                <a:gd name="connsiteY3" fmla="*/ 470173 h 471686"/>
                <a:gd name="connsiteX4" fmla="*/ 101341 w 365660"/>
                <a:gd name="connsiteY4" fmla="*/ 434455 h 471686"/>
                <a:gd name="connsiteX5" fmla="*/ 115628 w 365660"/>
                <a:gd name="connsiteY5" fmla="*/ 346348 h 471686"/>
                <a:gd name="connsiteX6" fmla="*/ 165635 w 365660"/>
                <a:gd name="connsiteY6" fmla="*/ 329680 h 471686"/>
                <a:gd name="connsiteX7" fmla="*/ 191828 w 365660"/>
                <a:gd name="connsiteY7" fmla="*/ 324917 h 471686"/>
                <a:gd name="connsiteX8" fmla="*/ 239453 w 365660"/>
                <a:gd name="connsiteY8" fmla="*/ 267767 h 471686"/>
                <a:gd name="connsiteX9" fmla="*/ 196591 w 365660"/>
                <a:gd name="connsiteY9" fmla="*/ 251098 h 471686"/>
                <a:gd name="connsiteX10" fmla="*/ 163253 w 365660"/>
                <a:gd name="connsiteY10" fmla="*/ 251098 h 471686"/>
                <a:gd name="connsiteX11" fmla="*/ 122772 w 365660"/>
                <a:gd name="connsiteY11" fmla="*/ 265386 h 471686"/>
                <a:gd name="connsiteX12" fmla="*/ 103722 w 365660"/>
                <a:gd name="connsiteY12" fmla="*/ 310630 h 471686"/>
                <a:gd name="connsiteX13" fmla="*/ 75147 w 365660"/>
                <a:gd name="connsiteY13" fmla="*/ 346348 h 471686"/>
                <a:gd name="connsiteX14" fmla="*/ 29903 w 365660"/>
                <a:gd name="connsiteY14" fmla="*/ 332061 h 471686"/>
                <a:gd name="connsiteX15" fmla="*/ 1328 w 365660"/>
                <a:gd name="connsiteY15" fmla="*/ 282055 h 471686"/>
                <a:gd name="connsiteX16" fmla="*/ 72766 w 365660"/>
                <a:gd name="connsiteY16" fmla="*/ 222523 h 471686"/>
                <a:gd name="connsiteX17" fmla="*/ 79910 w 365660"/>
                <a:gd name="connsiteY17" fmla="*/ 227286 h 471686"/>
                <a:gd name="connsiteX18" fmla="*/ 108485 w 365660"/>
                <a:gd name="connsiteY18" fmla="*/ 232048 h 471686"/>
                <a:gd name="connsiteX19" fmla="*/ 210878 w 365660"/>
                <a:gd name="connsiteY19" fmla="*/ 217761 h 471686"/>
                <a:gd name="connsiteX20" fmla="*/ 191829 w 365660"/>
                <a:gd name="connsiteY20" fmla="*/ 155848 h 471686"/>
                <a:gd name="connsiteX21" fmla="*/ 127534 w 365660"/>
                <a:gd name="connsiteY21" fmla="*/ 146323 h 471686"/>
                <a:gd name="connsiteX22" fmla="*/ 87053 w 365660"/>
                <a:gd name="connsiteY22" fmla="*/ 70122 h 471686"/>
                <a:gd name="connsiteX23" fmla="*/ 144203 w 365660"/>
                <a:gd name="connsiteY23" fmla="*/ 5830 h 471686"/>
                <a:gd name="connsiteX24" fmla="*/ 229928 w 365660"/>
                <a:gd name="connsiteY24" fmla="*/ 12972 h 471686"/>
                <a:gd name="connsiteX25" fmla="*/ 246598 w 365660"/>
                <a:gd name="connsiteY25" fmla="*/ 93936 h 471686"/>
                <a:gd name="connsiteX26" fmla="*/ 225166 w 365660"/>
                <a:gd name="connsiteY26" fmla="*/ 139180 h 471686"/>
                <a:gd name="connsiteX27" fmla="*/ 246597 w 365660"/>
                <a:gd name="connsiteY27" fmla="*/ 186805 h 471686"/>
                <a:gd name="connsiteX28" fmla="*/ 279935 w 365660"/>
                <a:gd name="connsiteY28" fmla="*/ 243955 h 471686"/>
                <a:gd name="connsiteX29" fmla="*/ 365660 w 365660"/>
                <a:gd name="connsiteY29" fmla="*/ 246337 h 471686"/>
                <a:gd name="connsiteX30" fmla="*/ 358516 w 365660"/>
                <a:gd name="connsiteY30" fmla="*/ 310630 h 471686"/>
                <a:gd name="connsiteX31" fmla="*/ 289460 w 365660"/>
                <a:gd name="connsiteY31" fmla="*/ 310630 h 471686"/>
                <a:gd name="connsiteX0" fmla="*/ 289460 w 365660"/>
                <a:gd name="connsiteY0" fmla="*/ 317551 h 478607"/>
                <a:gd name="connsiteX1" fmla="*/ 232309 w 365660"/>
                <a:gd name="connsiteY1" fmla="*/ 353271 h 478607"/>
                <a:gd name="connsiteX2" fmla="*/ 234691 w 365660"/>
                <a:gd name="connsiteY2" fmla="*/ 419944 h 478607"/>
                <a:gd name="connsiteX3" fmla="*/ 187066 w 365660"/>
                <a:gd name="connsiteY3" fmla="*/ 477094 h 478607"/>
                <a:gd name="connsiteX4" fmla="*/ 101341 w 365660"/>
                <a:gd name="connsiteY4" fmla="*/ 441376 h 478607"/>
                <a:gd name="connsiteX5" fmla="*/ 115628 w 365660"/>
                <a:gd name="connsiteY5" fmla="*/ 353269 h 478607"/>
                <a:gd name="connsiteX6" fmla="*/ 165635 w 365660"/>
                <a:gd name="connsiteY6" fmla="*/ 336601 h 478607"/>
                <a:gd name="connsiteX7" fmla="*/ 191828 w 365660"/>
                <a:gd name="connsiteY7" fmla="*/ 331838 h 478607"/>
                <a:gd name="connsiteX8" fmla="*/ 239453 w 365660"/>
                <a:gd name="connsiteY8" fmla="*/ 274688 h 478607"/>
                <a:gd name="connsiteX9" fmla="*/ 196591 w 365660"/>
                <a:gd name="connsiteY9" fmla="*/ 258019 h 478607"/>
                <a:gd name="connsiteX10" fmla="*/ 163253 w 365660"/>
                <a:gd name="connsiteY10" fmla="*/ 258019 h 478607"/>
                <a:gd name="connsiteX11" fmla="*/ 122772 w 365660"/>
                <a:gd name="connsiteY11" fmla="*/ 272307 h 478607"/>
                <a:gd name="connsiteX12" fmla="*/ 103722 w 365660"/>
                <a:gd name="connsiteY12" fmla="*/ 317551 h 478607"/>
                <a:gd name="connsiteX13" fmla="*/ 75147 w 365660"/>
                <a:gd name="connsiteY13" fmla="*/ 353269 h 478607"/>
                <a:gd name="connsiteX14" fmla="*/ 29903 w 365660"/>
                <a:gd name="connsiteY14" fmla="*/ 338982 h 478607"/>
                <a:gd name="connsiteX15" fmla="*/ 1328 w 365660"/>
                <a:gd name="connsiteY15" fmla="*/ 288976 h 478607"/>
                <a:gd name="connsiteX16" fmla="*/ 72766 w 365660"/>
                <a:gd name="connsiteY16" fmla="*/ 229444 h 478607"/>
                <a:gd name="connsiteX17" fmla="*/ 79910 w 365660"/>
                <a:gd name="connsiteY17" fmla="*/ 234207 h 478607"/>
                <a:gd name="connsiteX18" fmla="*/ 108485 w 365660"/>
                <a:gd name="connsiteY18" fmla="*/ 238969 h 478607"/>
                <a:gd name="connsiteX19" fmla="*/ 210878 w 365660"/>
                <a:gd name="connsiteY19" fmla="*/ 224682 h 478607"/>
                <a:gd name="connsiteX20" fmla="*/ 191829 w 365660"/>
                <a:gd name="connsiteY20" fmla="*/ 162769 h 478607"/>
                <a:gd name="connsiteX21" fmla="*/ 127534 w 365660"/>
                <a:gd name="connsiteY21" fmla="*/ 153244 h 478607"/>
                <a:gd name="connsiteX22" fmla="*/ 87053 w 365660"/>
                <a:gd name="connsiteY22" fmla="*/ 77043 h 478607"/>
                <a:gd name="connsiteX23" fmla="*/ 144203 w 365660"/>
                <a:gd name="connsiteY23" fmla="*/ 12751 h 478607"/>
                <a:gd name="connsiteX24" fmla="*/ 225165 w 365660"/>
                <a:gd name="connsiteY24" fmla="*/ 7987 h 478607"/>
                <a:gd name="connsiteX25" fmla="*/ 246598 w 365660"/>
                <a:gd name="connsiteY25" fmla="*/ 100857 h 478607"/>
                <a:gd name="connsiteX26" fmla="*/ 225166 w 365660"/>
                <a:gd name="connsiteY26" fmla="*/ 146101 h 478607"/>
                <a:gd name="connsiteX27" fmla="*/ 246597 w 365660"/>
                <a:gd name="connsiteY27" fmla="*/ 193726 h 478607"/>
                <a:gd name="connsiteX28" fmla="*/ 279935 w 365660"/>
                <a:gd name="connsiteY28" fmla="*/ 250876 h 478607"/>
                <a:gd name="connsiteX29" fmla="*/ 365660 w 365660"/>
                <a:gd name="connsiteY29" fmla="*/ 253258 h 478607"/>
                <a:gd name="connsiteX30" fmla="*/ 358516 w 365660"/>
                <a:gd name="connsiteY30" fmla="*/ 317551 h 478607"/>
                <a:gd name="connsiteX31" fmla="*/ 289460 w 365660"/>
                <a:gd name="connsiteY31" fmla="*/ 317551 h 478607"/>
                <a:gd name="connsiteX0" fmla="*/ 289460 w 365660"/>
                <a:gd name="connsiteY0" fmla="*/ 328051 h 489107"/>
                <a:gd name="connsiteX1" fmla="*/ 232309 w 365660"/>
                <a:gd name="connsiteY1" fmla="*/ 363771 h 489107"/>
                <a:gd name="connsiteX2" fmla="*/ 234691 w 365660"/>
                <a:gd name="connsiteY2" fmla="*/ 430444 h 489107"/>
                <a:gd name="connsiteX3" fmla="*/ 187066 w 365660"/>
                <a:gd name="connsiteY3" fmla="*/ 487594 h 489107"/>
                <a:gd name="connsiteX4" fmla="*/ 101341 w 365660"/>
                <a:gd name="connsiteY4" fmla="*/ 451876 h 489107"/>
                <a:gd name="connsiteX5" fmla="*/ 115628 w 365660"/>
                <a:gd name="connsiteY5" fmla="*/ 363769 h 489107"/>
                <a:gd name="connsiteX6" fmla="*/ 165635 w 365660"/>
                <a:gd name="connsiteY6" fmla="*/ 347101 h 489107"/>
                <a:gd name="connsiteX7" fmla="*/ 191828 w 365660"/>
                <a:gd name="connsiteY7" fmla="*/ 342338 h 489107"/>
                <a:gd name="connsiteX8" fmla="*/ 239453 w 365660"/>
                <a:gd name="connsiteY8" fmla="*/ 285188 h 489107"/>
                <a:gd name="connsiteX9" fmla="*/ 196591 w 365660"/>
                <a:gd name="connsiteY9" fmla="*/ 268519 h 489107"/>
                <a:gd name="connsiteX10" fmla="*/ 163253 w 365660"/>
                <a:gd name="connsiteY10" fmla="*/ 268519 h 489107"/>
                <a:gd name="connsiteX11" fmla="*/ 122772 w 365660"/>
                <a:gd name="connsiteY11" fmla="*/ 282807 h 489107"/>
                <a:gd name="connsiteX12" fmla="*/ 103722 w 365660"/>
                <a:gd name="connsiteY12" fmla="*/ 328051 h 489107"/>
                <a:gd name="connsiteX13" fmla="*/ 75147 w 365660"/>
                <a:gd name="connsiteY13" fmla="*/ 363769 h 489107"/>
                <a:gd name="connsiteX14" fmla="*/ 29903 w 365660"/>
                <a:gd name="connsiteY14" fmla="*/ 349482 h 489107"/>
                <a:gd name="connsiteX15" fmla="*/ 1328 w 365660"/>
                <a:gd name="connsiteY15" fmla="*/ 299476 h 489107"/>
                <a:gd name="connsiteX16" fmla="*/ 72766 w 365660"/>
                <a:gd name="connsiteY16" fmla="*/ 239944 h 489107"/>
                <a:gd name="connsiteX17" fmla="*/ 79910 w 365660"/>
                <a:gd name="connsiteY17" fmla="*/ 244707 h 489107"/>
                <a:gd name="connsiteX18" fmla="*/ 108485 w 365660"/>
                <a:gd name="connsiteY18" fmla="*/ 249469 h 489107"/>
                <a:gd name="connsiteX19" fmla="*/ 210878 w 365660"/>
                <a:gd name="connsiteY19" fmla="*/ 235182 h 489107"/>
                <a:gd name="connsiteX20" fmla="*/ 191829 w 365660"/>
                <a:gd name="connsiteY20" fmla="*/ 173269 h 489107"/>
                <a:gd name="connsiteX21" fmla="*/ 127534 w 365660"/>
                <a:gd name="connsiteY21" fmla="*/ 163744 h 489107"/>
                <a:gd name="connsiteX22" fmla="*/ 87053 w 365660"/>
                <a:gd name="connsiteY22" fmla="*/ 87543 h 489107"/>
                <a:gd name="connsiteX23" fmla="*/ 144203 w 365660"/>
                <a:gd name="connsiteY23" fmla="*/ 23251 h 489107"/>
                <a:gd name="connsiteX24" fmla="*/ 225165 w 365660"/>
                <a:gd name="connsiteY24" fmla="*/ 18487 h 489107"/>
                <a:gd name="connsiteX25" fmla="*/ 246598 w 365660"/>
                <a:gd name="connsiteY25" fmla="*/ 111357 h 489107"/>
                <a:gd name="connsiteX26" fmla="*/ 225166 w 365660"/>
                <a:gd name="connsiteY26" fmla="*/ 156601 h 489107"/>
                <a:gd name="connsiteX27" fmla="*/ 246597 w 365660"/>
                <a:gd name="connsiteY27" fmla="*/ 204226 h 489107"/>
                <a:gd name="connsiteX28" fmla="*/ 279935 w 365660"/>
                <a:gd name="connsiteY28" fmla="*/ 261376 h 489107"/>
                <a:gd name="connsiteX29" fmla="*/ 365660 w 365660"/>
                <a:gd name="connsiteY29" fmla="*/ 263758 h 489107"/>
                <a:gd name="connsiteX30" fmla="*/ 358516 w 365660"/>
                <a:gd name="connsiteY30" fmla="*/ 328051 h 489107"/>
                <a:gd name="connsiteX31" fmla="*/ 289460 w 365660"/>
                <a:gd name="connsiteY31" fmla="*/ 328051 h 489107"/>
                <a:gd name="connsiteX0" fmla="*/ 289460 w 365660"/>
                <a:gd name="connsiteY0" fmla="*/ 319631 h 480687"/>
                <a:gd name="connsiteX1" fmla="*/ 232309 w 365660"/>
                <a:gd name="connsiteY1" fmla="*/ 355351 h 480687"/>
                <a:gd name="connsiteX2" fmla="*/ 234691 w 365660"/>
                <a:gd name="connsiteY2" fmla="*/ 422024 h 480687"/>
                <a:gd name="connsiteX3" fmla="*/ 187066 w 365660"/>
                <a:gd name="connsiteY3" fmla="*/ 479174 h 480687"/>
                <a:gd name="connsiteX4" fmla="*/ 101341 w 365660"/>
                <a:gd name="connsiteY4" fmla="*/ 443456 h 480687"/>
                <a:gd name="connsiteX5" fmla="*/ 115628 w 365660"/>
                <a:gd name="connsiteY5" fmla="*/ 355349 h 480687"/>
                <a:gd name="connsiteX6" fmla="*/ 165635 w 365660"/>
                <a:gd name="connsiteY6" fmla="*/ 338681 h 480687"/>
                <a:gd name="connsiteX7" fmla="*/ 191828 w 365660"/>
                <a:gd name="connsiteY7" fmla="*/ 333918 h 480687"/>
                <a:gd name="connsiteX8" fmla="*/ 239453 w 365660"/>
                <a:gd name="connsiteY8" fmla="*/ 276768 h 480687"/>
                <a:gd name="connsiteX9" fmla="*/ 196591 w 365660"/>
                <a:gd name="connsiteY9" fmla="*/ 260099 h 480687"/>
                <a:gd name="connsiteX10" fmla="*/ 163253 w 365660"/>
                <a:gd name="connsiteY10" fmla="*/ 260099 h 480687"/>
                <a:gd name="connsiteX11" fmla="*/ 122772 w 365660"/>
                <a:gd name="connsiteY11" fmla="*/ 274387 h 480687"/>
                <a:gd name="connsiteX12" fmla="*/ 103722 w 365660"/>
                <a:gd name="connsiteY12" fmla="*/ 319631 h 480687"/>
                <a:gd name="connsiteX13" fmla="*/ 75147 w 365660"/>
                <a:gd name="connsiteY13" fmla="*/ 355349 h 480687"/>
                <a:gd name="connsiteX14" fmla="*/ 29903 w 365660"/>
                <a:gd name="connsiteY14" fmla="*/ 341062 h 480687"/>
                <a:gd name="connsiteX15" fmla="*/ 1328 w 365660"/>
                <a:gd name="connsiteY15" fmla="*/ 291056 h 480687"/>
                <a:gd name="connsiteX16" fmla="*/ 72766 w 365660"/>
                <a:gd name="connsiteY16" fmla="*/ 231524 h 480687"/>
                <a:gd name="connsiteX17" fmla="*/ 79910 w 365660"/>
                <a:gd name="connsiteY17" fmla="*/ 236287 h 480687"/>
                <a:gd name="connsiteX18" fmla="*/ 108485 w 365660"/>
                <a:gd name="connsiteY18" fmla="*/ 241049 h 480687"/>
                <a:gd name="connsiteX19" fmla="*/ 210878 w 365660"/>
                <a:gd name="connsiteY19" fmla="*/ 226762 h 480687"/>
                <a:gd name="connsiteX20" fmla="*/ 191829 w 365660"/>
                <a:gd name="connsiteY20" fmla="*/ 164849 h 480687"/>
                <a:gd name="connsiteX21" fmla="*/ 127534 w 365660"/>
                <a:gd name="connsiteY21" fmla="*/ 155324 h 480687"/>
                <a:gd name="connsiteX22" fmla="*/ 87053 w 365660"/>
                <a:gd name="connsiteY22" fmla="*/ 79123 h 480687"/>
                <a:gd name="connsiteX23" fmla="*/ 144203 w 365660"/>
                <a:gd name="connsiteY23" fmla="*/ 14831 h 480687"/>
                <a:gd name="connsiteX24" fmla="*/ 225165 w 365660"/>
                <a:gd name="connsiteY24" fmla="*/ 21973 h 480687"/>
                <a:gd name="connsiteX25" fmla="*/ 246598 w 365660"/>
                <a:gd name="connsiteY25" fmla="*/ 102937 h 480687"/>
                <a:gd name="connsiteX26" fmla="*/ 225166 w 365660"/>
                <a:gd name="connsiteY26" fmla="*/ 148181 h 480687"/>
                <a:gd name="connsiteX27" fmla="*/ 246597 w 365660"/>
                <a:gd name="connsiteY27" fmla="*/ 195806 h 480687"/>
                <a:gd name="connsiteX28" fmla="*/ 279935 w 365660"/>
                <a:gd name="connsiteY28" fmla="*/ 252956 h 480687"/>
                <a:gd name="connsiteX29" fmla="*/ 365660 w 365660"/>
                <a:gd name="connsiteY29" fmla="*/ 255338 h 480687"/>
                <a:gd name="connsiteX30" fmla="*/ 358516 w 365660"/>
                <a:gd name="connsiteY30" fmla="*/ 319631 h 480687"/>
                <a:gd name="connsiteX31" fmla="*/ 289460 w 365660"/>
                <a:gd name="connsiteY31" fmla="*/ 319631 h 480687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15628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997 h 474053"/>
                <a:gd name="connsiteX1" fmla="*/ 232309 w 365660"/>
                <a:gd name="connsiteY1" fmla="*/ 348717 h 474053"/>
                <a:gd name="connsiteX2" fmla="*/ 234691 w 365660"/>
                <a:gd name="connsiteY2" fmla="*/ 415390 h 474053"/>
                <a:gd name="connsiteX3" fmla="*/ 187066 w 365660"/>
                <a:gd name="connsiteY3" fmla="*/ 472540 h 474053"/>
                <a:gd name="connsiteX4" fmla="*/ 101341 w 365660"/>
                <a:gd name="connsiteY4" fmla="*/ 436822 h 474053"/>
                <a:gd name="connsiteX5" fmla="*/ 115628 w 365660"/>
                <a:gd name="connsiteY5" fmla="*/ 348715 h 474053"/>
                <a:gd name="connsiteX6" fmla="*/ 165635 w 365660"/>
                <a:gd name="connsiteY6" fmla="*/ 332047 h 474053"/>
                <a:gd name="connsiteX7" fmla="*/ 191828 w 365660"/>
                <a:gd name="connsiteY7" fmla="*/ 327284 h 474053"/>
                <a:gd name="connsiteX8" fmla="*/ 239453 w 365660"/>
                <a:gd name="connsiteY8" fmla="*/ 270134 h 474053"/>
                <a:gd name="connsiteX9" fmla="*/ 196591 w 365660"/>
                <a:gd name="connsiteY9" fmla="*/ 253465 h 474053"/>
                <a:gd name="connsiteX10" fmla="*/ 163253 w 365660"/>
                <a:gd name="connsiteY10" fmla="*/ 253465 h 474053"/>
                <a:gd name="connsiteX11" fmla="*/ 122772 w 365660"/>
                <a:gd name="connsiteY11" fmla="*/ 267753 h 474053"/>
                <a:gd name="connsiteX12" fmla="*/ 103722 w 365660"/>
                <a:gd name="connsiteY12" fmla="*/ 312997 h 474053"/>
                <a:gd name="connsiteX13" fmla="*/ 75147 w 365660"/>
                <a:gd name="connsiteY13" fmla="*/ 348715 h 474053"/>
                <a:gd name="connsiteX14" fmla="*/ 29903 w 365660"/>
                <a:gd name="connsiteY14" fmla="*/ 334428 h 474053"/>
                <a:gd name="connsiteX15" fmla="*/ 1328 w 365660"/>
                <a:gd name="connsiteY15" fmla="*/ 284422 h 474053"/>
                <a:gd name="connsiteX16" fmla="*/ 72766 w 365660"/>
                <a:gd name="connsiteY16" fmla="*/ 224890 h 474053"/>
                <a:gd name="connsiteX17" fmla="*/ 79910 w 365660"/>
                <a:gd name="connsiteY17" fmla="*/ 229653 h 474053"/>
                <a:gd name="connsiteX18" fmla="*/ 108485 w 365660"/>
                <a:gd name="connsiteY18" fmla="*/ 234415 h 474053"/>
                <a:gd name="connsiteX19" fmla="*/ 210878 w 365660"/>
                <a:gd name="connsiteY19" fmla="*/ 220128 h 474053"/>
                <a:gd name="connsiteX20" fmla="*/ 191829 w 365660"/>
                <a:gd name="connsiteY20" fmla="*/ 158215 h 474053"/>
                <a:gd name="connsiteX21" fmla="*/ 115628 w 365660"/>
                <a:gd name="connsiteY21" fmla="*/ 148690 h 474053"/>
                <a:gd name="connsiteX22" fmla="*/ 79909 w 365660"/>
                <a:gd name="connsiteY22" fmla="*/ 72490 h 474053"/>
                <a:gd name="connsiteX23" fmla="*/ 144203 w 365660"/>
                <a:gd name="connsiteY23" fmla="*/ 8197 h 474053"/>
                <a:gd name="connsiteX24" fmla="*/ 225165 w 365660"/>
                <a:gd name="connsiteY24" fmla="*/ 15339 h 474053"/>
                <a:gd name="connsiteX25" fmla="*/ 246598 w 365660"/>
                <a:gd name="connsiteY25" fmla="*/ 96303 h 474053"/>
                <a:gd name="connsiteX26" fmla="*/ 225166 w 365660"/>
                <a:gd name="connsiteY26" fmla="*/ 141547 h 474053"/>
                <a:gd name="connsiteX27" fmla="*/ 246597 w 365660"/>
                <a:gd name="connsiteY27" fmla="*/ 189172 h 474053"/>
                <a:gd name="connsiteX28" fmla="*/ 279935 w 365660"/>
                <a:gd name="connsiteY28" fmla="*/ 246322 h 474053"/>
                <a:gd name="connsiteX29" fmla="*/ 365660 w 365660"/>
                <a:gd name="connsiteY29" fmla="*/ 248704 h 474053"/>
                <a:gd name="connsiteX30" fmla="*/ 358516 w 365660"/>
                <a:gd name="connsiteY30" fmla="*/ 312997 h 474053"/>
                <a:gd name="connsiteX31" fmla="*/ 289460 w 365660"/>
                <a:gd name="connsiteY31" fmla="*/ 312997 h 474053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6059 h 477115"/>
                <a:gd name="connsiteX1" fmla="*/ 232309 w 365660"/>
                <a:gd name="connsiteY1" fmla="*/ 351779 h 477115"/>
                <a:gd name="connsiteX2" fmla="*/ 234691 w 365660"/>
                <a:gd name="connsiteY2" fmla="*/ 418452 h 477115"/>
                <a:gd name="connsiteX3" fmla="*/ 187066 w 365660"/>
                <a:gd name="connsiteY3" fmla="*/ 475602 h 477115"/>
                <a:gd name="connsiteX4" fmla="*/ 101341 w 365660"/>
                <a:gd name="connsiteY4" fmla="*/ 439884 h 477115"/>
                <a:gd name="connsiteX5" fmla="*/ 115628 w 365660"/>
                <a:gd name="connsiteY5" fmla="*/ 351777 h 477115"/>
                <a:gd name="connsiteX6" fmla="*/ 165635 w 365660"/>
                <a:gd name="connsiteY6" fmla="*/ 335109 h 477115"/>
                <a:gd name="connsiteX7" fmla="*/ 191828 w 365660"/>
                <a:gd name="connsiteY7" fmla="*/ 330346 h 477115"/>
                <a:gd name="connsiteX8" fmla="*/ 239453 w 365660"/>
                <a:gd name="connsiteY8" fmla="*/ 273196 h 477115"/>
                <a:gd name="connsiteX9" fmla="*/ 196591 w 365660"/>
                <a:gd name="connsiteY9" fmla="*/ 256527 h 477115"/>
                <a:gd name="connsiteX10" fmla="*/ 163253 w 365660"/>
                <a:gd name="connsiteY10" fmla="*/ 256527 h 477115"/>
                <a:gd name="connsiteX11" fmla="*/ 122772 w 365660"/>
                <a:gd name="connsiteY11" fmla="*/ 270815 h 477115"/>
                <a:gd name="connsiteX12" fmla="*/ 103722 w 365660"/>
                <a:gd name="connsiteY12" fmla="*/ 316059 h 477115"/>
                <a:gd name="connsiteX13" fmla="*/ 75147 w 365660"/>
                <a:gd name="connsiteY13" fmla="*/ 351777 h 477115"/>
                <a:gd name="connsiteX14" fmla="*/ 29903 w 365660"/>
                <a:gd name="connsiteY14" fmla="*/ 337490 h 477115"/>
                <a:gd name="connsiteX15" fmla="*/ 1328 w 365660"/>
                <a:gd name="connsiteY15" fmla="*/ 287484 h 477115"/>
                <a:gd name="connsiteX16" fmla="*/ 72766 w 365660"/>
                <a:gd name="connsiteY16" fmla="*/ 227952 h 477115"/>
                <a:gd name="connsiteX17" fmla="*/ 79910 w 365660"/>
                <a:gd name="connsiteY17" fmla="*/ 232715 h 477115"/>
                <a:gd name="connsiteX18" fmla="*/ 108485 w 365660"/>
                <a:gd name="connsiteY18" fmla="*/ 237477 h 477115"/>
                <a:gd name="connsiteX19" fmla="*/ 210878 w 365660"/>
                <a:gd name="connsiteY19" fmla="*/ 223190 h 477115"/>
                <a:gd name="connsiteX20" fmla="*/ 191829 w 365660"/>
                <a:gd name="connsiteY20" fmla="*/ 161277 h 477115"/>
                <a:gd name="connsiteX21" fmla="*/ 115628 w 365660"/>
                <a:gd name="connsiteY21" fmla="*/ 151752 h 477115"/>
                <a:gd name="connsiteX22" fmla="*/ 79909 w 365660"/>
                <a:gd name="connsiteY22" fmla="*/ 75552 h 477115"/>
                <a:gd name="connsiteX23" fmla="*/ 137059 w 365660"/>
                <a:gd name="connsiteY23" fmla="*/ 4115 h 477115"/>
                <a:gd name="connsiteX24" fmla="*/ 225165 w 365660"/>
                <a:gd name="connsiteY24" fmla="*/ 18401 h 477115"/>
                <a:gd name="connsiteX25" fmla="*/ 246598 w 365660"/>
                <a:gd name="connsiteY25" fmla="*/ 99365 h 477115"/>
                <a:gd name="connsiteX26" fmla="*/ 225166 w 365660"/>
                <a:gd name="connsiteY26" fmla="*/ 144609 h 477115"/>
                <a:gd name="connsiteX27" fmla="*/ 246597 w 365660"/>
                <a:gd name="connsiteY27" fmla="*/ 192234 h 477115"/>
                <a:gd name="connsiteX28" fmla="*/ 279935 w 365660"/>
                <a:gd name="connsiteY28" fmla="*/ 249384 h 477115"/>
                <a:gd name="connsiteX29" fmla="*/ 365660 w 365660"/>
                <a:gd name="connsiteY29" fmla="*/ 251766 h 477115"/>
                <a:gd name="connsiteX30" fmla="*/ 358516 w 365660"/>
                <a:gd name="connsiteY30" fmla="*/ 316059 h 477115"/>
                <a:gd name="connsiteX31" fmla="*/ 289460 w 365660"/>
                <a:gd name="connsiteY31" fmla="*/ 316059 h 477115"/>
                <a:gd name="connsiteX0" fmla="*/ 289460 w 365660"/>
                <a:gd name="connsiteY0" fmla="*/ 317109 h 478165"/>
                <a:gd name="connsiteX1" fmla="*/ 232309 w 365660"/>
                <a:gd name="connsiteY1" fmla="*/ 352829 h 478165"/>
                <a:gd name="connsiteX2" fmla="*/ 234691 w 365660"/>
                <a:gd name="connsiteY2" fmla="*/ 419502 h 478165"/>
                <a:gd name="connsiteX3" fmla="*/ 187066 w 365660"/>
                <a:gd name="connsiteY3" fmla="*/ 476652 h 478165"/>
                <a:gd name="connsiteX4" fmla="*/ 101341 w 365660"/>
                <a:gd name="connsiteY4" fmla="*/ 440934 h 478165"/>
                <a:gd name="connsiteX5" fmla="*/ 115628 w 365660"/>
                <a:gd name="connsiteY5" fmla="*/ 352827 h 478165"/>
                <a:gd name="connsiteX6" fmla="*/ 165635 w 365660"/>
                <a:gd name="connsiteY6" fmla="*/ 336159 h 478165"/>
                <a:gd name="connsiteX7" fmla="*/ 191828 w 365660"/>
                <a:gd name="connsiteY7" fmla="*/ 331396 h 478165"/>
                <a:gd name="connsiteX8" fmla="*/ 239453 w 365660"/>
                <a:gd name="connsiteY8" fmla="*/ 274246 h 478165"/>
                <a:gd name="connsiteX9" fmla="*/ 196591 w 365660"/>
                <a:gd name="connsiteY9" fmla="*/ 257577 h 478165"/>
                <a:gd name="connsiteX10" fmla="*/ 163253 w 365660"/>
                <a:gd name="connsiteY10" fmla="*/ 257577 h 478165"/>
                <a:gd name="connsiteX11" fmla="*/ 122772 w 365660"/>
                <a:gd name="connsiteY11" fmla="*/ 271865 h 478165"/>
                <a:gd name="connsiteX12" fmla="*/ 103722 w 365660"/>
                <a:gd name="connsiteY12" fmla="*/ 317109 h 478165"/>
                <a:gd name="connsiteX13" fmla="*/ 75147 w 365660"/>
                <a:gd name="connsiteY13" fmla="*/ 352827 h 478165"/>
                <a:gd name="connsiteX14" fmla="*/ 29903 w 365660"/>
                <a:gd name="connsiteY14" fmla="*/ 338540 h 478165"/>
                <a:gd name="connsiteX15" fmla="*/ 1328 w 365660"/>
                <a:gd name="connsiteY15" fmla="*/ 288534 h 478165"/>
                <a:gd name="connsiteX16" fmla="*/ 72766 w 365660"/>
                <a:gd name="connsiteY16" fmla="*/ 229002 h 478165"/>
                <a:gd name="connsiteX17" fmla="*/ 79910 w 365660"/>
                <a:gd name="connsiteY17" fmla="*/ 233765 h 478165"/>
                <a:gd name="connsiteX18" fmla="*/ 108485 w 365660"/>
                <a:gd name="connsiteY18" fmla="*/ 238527 h 478165"/>
                <a:gd name="connsiteX19" fmla="*/ 210878 w 365660"/>
                <a:gd name="connsiteY19" fmla="*/ 224240 h 478165"/>
                <a:gd name="connsiteX20" fmla="*/ 191829 w 365660"/>
                <a:gd name="connsiteY20" fmla="*/ 162327 h 478165"/>
                <a:gd name="connsiteX21" fmla="*/ 115628 w 365660"/>
                <a:gd name="connsiteY21" fmla="*/ 152802 h 478165"/>
                <a:gd name="connsiteX22" fmla="*/ 79909 w 365660"/>
                <a:gd name="connsiteY22" fmla="*/ 76602 h 478165"/>
                <a:gd name="connsiteX23" fmla="*/ 137059 w 365660"/>
                <a:gd name="connsiteY23" fmla="*/ 5165 h 478165"/>
                <a:gd name="connsiteX24" fmla="*/ 225165 w 365660"/>
                <a:gd name="connsiteY24" fmla="*/ 19451 h 478165"/>
                <a:gd name="connsiteX25" fmla="*/ 246598 w 365660"/>
                <a:gd name="connsiteY25" fmla="*/ 100415 h 478165"/>
                <a:gd name="connsiteX26" fmla="*/ 225166 w 365660"/>
                <a:gd name="connsiteY26" fmla="*/ 145659 h 478165"/>
                <a:gd name="connsiteX27" fmla="*/ 246597 w 365660"/>
                <a:gd name="connsiteY27" fmla="*/ 193284 h 478165"/>
                <a:gd name="connsiteX28" fmla="*/ 279935 w 365660"/>
                <a:gd name="connsiteY28" fmla="*/ 250434 h 478165"/>
                <a:gd name="connsiteX29" fmla="*/ 365660 w 365660"/>
                <a:gd name="connsiteY29" fmla="*/ 252816 h 478165"/>
                <a:gd name="connsiteX30" fmla="*/ 358516 w 365660"/>
                <a:gd name="connsiteY30" fmla="*/ 317109 h 478165"/>
                <a:gd name="connsiteX31" fmla="*/ 289460 w 365660"/>
                <a:gd name="connsiteY31" fmla="*/ 317109 h 478165"/>
                <a:gd name="connsiteX0" fmla="*/ 289460 w 365660"/>
                <a:gd name="connsiteY0" fmla="*/ 323170 h 484226"/>
                <a:gd name="connsiteX1" fmla="*/ 232309 w 365660"/>
                <a:gd name="connsiteY1" fmla="*/ 358890 h 484226"/>
                <a:gd name="connsiteX2" fmla="*/ 234691 w 365660"/>
                <a:gd name="connsiteY2" fmla="*/ 425563 h 484226"/>
                <a:gd name="connsiteX3" fmla="*/ 187066 w 365660"/>
                <a:gd name="connsiteY3" fmla="*/ 482713 h 484226"/>
                <a:gd name="connsiteX4" fmla="*/ 101341 w 365660"/>
                <a:gd name="connsiteY4" fmla="*/ 446995 h 484226"/>
                <a:gd name="connsiteX5" fmla="*/ 115628 w 365660"/>
                <a:gd name="connsiteY5" fmla="*/ 358888 h 484226"/>
                <a:gd name="connsiteX6" fmla="*/ 165635 w 365660"/>
                <a:gd name="connsiteY6" fmla="*/ 342220 h 484226"/>
                <a:gd name="connsiteX7" fmla="*/ 191828 w 365660"/>
                <a:gd name="connsiteY7" fmla="*/ 337457 h 484226"/>
                <a:gd name="connsiteX8" fmla="*/ 239453 w 365660"/>
                <a:gd name="connsiteY8" fmla="*/ 280307 h 484226"/>
                <a:gd name="connsiteX9" fmla="*/ 196591 w 365660"/>
                <a:gd name="connsiteY9" fmla="*/ 263638 h 484226"/>
                <a:gd name="connsiteX10" fmla="*/ 163253 w 365660"/>
                <a:gd name="connsiteY10" fmla="*/ 263638 h 484226"/>
                <a:gd name="connsiteX11" fmla="*/ 122772 w 365660"/>
                <a:gd name="connsiteY11" fmla="*/ 277926 h 484226"/>
                <a:gd name="connsiteX12" fmla="*/ 103722 w 365660"/>
                <a:gd name="connsiteY12" fmla="*/ 323170 h 484226"/>
                <a:gd name="connsiteX13" fmla="*/ 75147 w 365660"/>
                <a:gd name="connsiteY13" fmla="*/ 358888 h 484226"/>
                <a:gd name="connsiteX14" fmla="*/ 29903 w 365660"/>
                <a:gd name="connsiteY14" fmla="*/ 344601 h 484226"/>
                <a:gd name="connsiteX15" fmla="*/ 1328 w 365660"/>
                <a:gd name="connsiteY15" fmla="*/ 294595 h 484226"/>
                <a:gd name="connsiteX16" fmla="*/ 72766 w 365660"/>
                <a:gd name="connsiteY16" fmla="*/ 235063 h 484226"/>
                <a:gd name="connsiteX17" fmla="*/ 79910 w 365660"/>
                <a:gd name="connsiteY17" fmla="*/ 239826 h 484226"/>
                <a:gd name="connsiteX18" fmla="*/ 108485 w 365660"/>
                <a:gd name="connsiteY18" fmla="*/ 244588 h 484226"/>
                <a:gd name="connsiteX19" fmla="*/ 210878 w 365660"/>
                <a:gd name="connsiteY19" fmla="*/ 230301 h 484226"/>
                <a:gd name="connsiteX20" fmla="*/ 191829 w 365660"/>
                <a:gd name="connsiteY20" fmla="*/ 168388 h 484226"/>
                <a:gd name="connsiteX21" fmla="*/ 115628 w 365660"/>
                <a:gd name="connsiteY21" fmla="*/ 158863 h 484226"/>
                <a:gd name="connsiteX22" fmla="*/ 79909 w 365660"/>
                <a:gd name="connsiteY22" fmla="*/ 82663 h 484226"/>
                <a:gd name="connsiteX23" fmla="*/ 132296 w 365660"/>
                <a:gd name="connsiteY23" fmla="*/ 4082 h 484226"/>
                <a:gd name="connsiteX24" fmla="*/ 225165 w 365660"/>
                <a:gd name="connsiteY24" fmla="*/ 25512 h 484226"/>
                <a:gd name="connsiteX25" fmla="*/ 246598 w 365660"/>
                <a:gd name="connsiteY25" fmla="*/ 106476 h 484226"/>
                <a:gd name="connsiteX26" fmla="*/ 225166 w 365660"/>
                <a:gd name="connsiteY26" fmla="*/ 151720 h 484226"/>
                <a:gd name="connsiteX27" fmla="*/ 246597 w 365660"/>
                <a:gd name="connsiteY27" fmla="*/ 199345 h 484226"/>
                <a:gd name="connsiteX28" fmla="*/ 279935 w 365660"/>
                <a:gd name="connsiteY28" fmla="*/ 256495 h 484226"/>
                <a:gd name="connsiteX29" fmla="*/ 365660 w 365660"/>
                <a:gd name="connsiteY29" fmla="*/ 258877 h 484226"/>
                <a:gd name="connsiteX30" fmla="*/ 358516 w 365660"/>
                <a:gd name="connsiteY30" fmla="*/ 323170 h 484226"/>
                <a:gd name="connsiteX31" fmla="*/ 289460 w 365660"/>
                <a:gd name="connsiteY31" fmla="*/ 323170 h 484226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5635 w 365660"/>
                <a:gd name="connsiteY6" fmla="*/ 340922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0872 w 365660"/>
                <a:gd name="connsiteY6" fmla="*/ 326635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60872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1353 w 365660"/>
                <a:gd name="connsiteY7" fmla="*/ 331397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675"/>
                <a:gd name="connsiteX1" fmla="*/ 232309 w 365660"/>
                <a:gd name="connsiteY1" fmla="*/ 357592 h 482675"/>
                <a:gd name="connsiteX2" fmla="*/ 234691 w 365660"/>
                <a:gd name="connsiteY2" fmla="*/ 424265 h 482675"/>
                <a:gd name="connsiteX3" fmla="*/ 187066 w 365660"/>
                <a:gd name="connsiteY3" fmla="*/ 481415 h 482675"/>
                <a:gd name="connsiteX4" fmla="*/ 94197 w 365660"/>
                <a:gd name="connsiteY4" fmla="*/ 448078 h 482675"/>
                <a:gd name="connsiteX5" fmla="*/ 101340 w 365660"/>
                <a:gd name="connsiteY5" fmla="*/ 355209 h 482675"/>
                <a:gd name="connsiteX6" fmla="*/ 158491 w 365660"/>
                <a:gd name="connsiteY6" fmla="*/ 326635 h 482675"/>
                <a:gd name="connsiteX7" fmla="*/ 208496 w 365660"/>
                <a:gd name="connsiteY7" fmla="*/ 324253 h 482675"/>
                <a:gd name="connsiteX8" fmla="*/ 239453 w 365660"/>
                <a:gd name="connsiteY8" fmla="*/ 279009 h 482675"/>
                <a:gd name="connsiteX9" fmla="*/ 196591 w 365660"/>
                <a:gd name="connsiteY9" fmla="*/ 262340 h 482675"/>
                <a:gd name="connsiteX10" fmla="*/ 163253 w 365660"/>
                <a:gd name="connsiteY10" fmla="*/ 262340 h 482675"/>
                <a:gd name="connsiteX11" fmla="*/ 122772 w 365660"/>
                <a:gd name="connsiteY11" fmla="*/ 276628 h 482675"/>
                <a:gd name="connsiteX12" fmla="*/ 103722 w 365660"/>
                <a:gd name="connsiteY12" fmla="*/ 321872 h 482675"/>
                <a:gd name="connsiteX13" fmla="*/ 75147 w 365660"/>
                <a:gd name="connsiteY13" fmla="*/ 357590 h 482675"/>
                <a:gd name="connsiteX14" fmla="*/ 29903 w 365660"/>
                <a:gd name="connsiteY14" fmla="*/ 343303 h 482675"/>
                <a:gd name="connsiteX15" fmla="*/ 1328 w 365660"/>
                <a:gd name="connsiteY15" fmla="*/ 293297 h 482675"/>
                <a:gd name="connsiteX16" fmla="*/ 72766 w 365660"/>
                <a:gd name="connsiteY16" fmla="*/ 233765 h 482675"/>
                <a:gd name="connsiteX17" fmla="*/ 79910 w 365660"/>
                <a:gd name="connsiteY17" fmla="*/ 238528 h 482675"/>
                <a:gd name="connsiteX18" fmla="*/ 108485 w 365660"/>
                <a:gd name="connsiteY18" fmla="*/ 243290 h 482675"/>
                <a:gd name="connsiteX19" fmla="*/ 210878 w 365660"/>
                <a:gd name="connsiteY19" fmla="*/ 229003 h 482675"/>
                <a:gd name="connsiteX20" fmla="*/ 191829 w 365660"/>
                <a:gd name="connsiteY20" fmla="*/ 167090 h 482675"/>
                <a:gd name="connsiteX21" fmla="*/ 115628 w 365660"/>
                <a:gd name="connsiteY21" fmla="*/ 157565 h 482675"/>
                <a:gd name="connsiteX22" fmla="*/ 68003 w 365660"/>
                <a:gd name="connsiteY22" fmla="*/ 76603 h 482675"/>
                <a:gd name="connsiteX23" fmla="*/ 132296 w 365660"/>
                <a:gd name="connsiteY23" fmla="*/ 2784 h 482675"/>
                <a:gd name="connsiteX24" fmla="*/ 225165 w 365660"/>
                <a:gd name="connsiteY24" fmla="*/ 24214 h 482675"/>
                <a:gd name="connsiteX25" fmla="*/ 246598 w 365660"/>
                <a:gd name="connsiteY25" fmla="*/ 105178 h 482675"/>
                <a:gd name="connsiteX26" fmla="*/ 225166 w 365660"/>
                <a:gd name="connsiteY26" fmla="*/ 150422 h 482675"/>
                <a:gd name="connsiteX27" fmla="*/ 246597 w 365660"/>
                <a:gd name="connsiteY27" fmla="*/ 198047 h 482675"/>
                <a:gd name="connsiteX28" fmla="*/ 279935 w 365660"/>
                <a:gd name="connsiteY28" fmla="*/ 255197 h 482675"/>
                <a:gd name="connsiteX29" fmla="*/ 365660 w 365660"/>
                <a:gd name="connsiteY29" fmla="*/ 257579 h 482675"/>
                <a:gd name="connsiteX30" fmla="*/ 358516 w 365660"/>
                <a:gd name="connsiteY30" fmla="*/ 321872 h 482675"/>
                <a:gd name="connsiteX31" fmla="*/ 289460 w 365660"/>
                <a:gd name="connsiteY31" fmla="*/ 321872 h 482675"/>
                <a:gd name="connsiteX0" fmla="*/ 289460 w 365660"/>
                <a:gd name="connsiteY0" fmla="*/ 321872 h 491894"/>
                <a:gd name="connsiteX1" fmla="*/ 232309 w 365660"/>
                <a:gd name="connsiteY1" fmla="*/ 357592 h 491894"/>
                <a:gd name="connsiteX2" fmla="*/ 234691 w 365660"/>
                <a:gd name="connsiteY2" fmla="*/ 424265 h 491894"/>
                <a:gd name="connsiteX3" fmla="*/ 187066 w 365660"/>
                <a:gd name="connsiteY3" fmla="*/ 490940 h 491894"/>
                <a:gd name="connsiteX4" fmla="*/ 94197 w 365660"/>
                <a:gd name="connsiteY4" fmla="*/ 448078 h 491894"/>
                <a:gd name="connsiteX5" fmla="*/ 101340 w 365660"/>
                <a:gd name="connsiteY5" fmla="*/ 355209 h 491894"/>
                <a:gd name="connsiteX6" fmla="*/ 158491 w 365660"/>
                <a:gd name="connsiteY6" fmla="*/ 326635 h 491894"/>
                <a:gd name="connsiteX7" fmla="*/ 208496 w 365660"/>
                <a:gd name="connsiteY7" fmla="*/ 324253 h 491894"/>
                <a:gd name="connsiteX8" fmla="*/ 239453 w 365660"/>
                <a:gd name="connsiteY8" fmla="*/ 279009 h 491894"/>
                <a:gd name="connsiteX9" fmla="*/ 196591 w 365660"/>
                <a:gd name="connsiteY9" fmla="*/ 262340 h 491894"/>
                <a:gd name="connsiteX10" fmla="*/ 163253 w 365660"/>
                <a:gd name="connsiteY10" fmla="*/ 262340 h 491894"/>
                <a:gd name="connsiteX11" fmla="*/ 122772 w 365660"/>
                <a:gd name="connsiteY11" fmla="*/ 276628 h 491894"/>
                <a:gd name="connsiteX12" fmla="*/ 103722 w 365660"/>
                <a:gd name="connsiteY12" fmla="*/ 321872 h 491894"/>
                <a:gd name="connsiteX13" fmla="*/ 75147 w 365660"/>
                <a:gd name="connsiteY13" fmla="*/ 357590 h 491894"/>
                <a:gd name="connsiteX14" fmla="*/ 29903 w 365660"/>
                <a:gd name="connsiteY14" fmla="*/ 343303 h 491894"/>
                <a:gd name="connsiteX15" fmla="*/ 1328 w 365660"/>
                <a:gd name="connsiteY15" fmla="*/ 293297 h 491894"/>
                <a:gd name="connsiteX16" fmla="*/ 72766 w 365660"/>
                <a:gd name="connsiteY16" fmla="*/ 233765 h 491894"/>
                <a:gd name="connsiteX17" fmla="*/ 79910 w 365660"/>
                <a:gd name="connsiteY17" fmla="*/ 238528 h 491894"/>
                <a:gd name="connsiteX18" fmla="*/ 108485 w 365660"/>
                <a:gd name="connsiteY18" fmla="*/ 243290 h 491894"/>
                <a:gd name="connsiteX19" fmla="*/ 210878 w 365660"/>
                <a:gd name="connsiteY19" fmla="*/ 229003 h 491894"/>
                <a:gd name="connsiteX20" fmla="*/ 191829 w 365660"/>
                <a:gd name="connsiteY20" fmla="*/ 167090 h 491894"/>
                <a:gd name="connsiteX21" fmla="*/ 115628 w 365660"/>
                <a:gd name="connsiteY21" fmla="*/ 157565 h 491894"/>
                <a:gd name="connsiteX22" fmla="*/ 68003 w 365660"/>
                <a:gd name="connsiteY22" fmla="*/ 76603 h 491894"/>
                <a:gd name="connsiteX23" fmla="*/ 132296 w 365660"/>
                <a:gd name="connsiteY23" fmla="*/ 2784 h 491894"/>
                <a:gd name="connsiteX24" fmla="*/ 225165 w 365660"/>
                <a:gd name="connsiteY24" fmla="*/ 24214 h 491894"/>
                <a:gd name="connsiteX25" fmla="*/ 246598 w 365660"/>
                <a:gd name="connsiteY25" fmla="*/ 105178 h 491894"/>
                <a:gd name="connsiteX26" fmla="*/ 225166 w 365660"/>
                <a:gd name="connsiteY26" fmla="*/ 150422 h 491894"/>
                <a:gd name="connsiteX27" fmla="*/ 246597 w 365660"/>
                <a:gd name="connsiteY27" fmla="*/ 198047 h 491894"/>
                <a:gd name="connsiteX28" fmla="*/ 279935 w 365660"/>
                <a:gd name="connsiteY28" fmla="*/ 255197 h 491894"/>
                <a:gd name="connsiteX29" fmla="*/ 365660 w 365660"/>
                <a:gd name="connsiteY29" fmla="*/ 257579 h 491894"/>
                <a:gd name="connsiteX30" fmla="*/ 358516 w 365660"/>
                <a:gd name="connsiteY30" fmla="*/ 321872 h 491894"/>
                <a:gd name="connsiteX31" fmla="*/ 289460 w 365660"/>
                <a:gd name="connsiteY31" fmla="*/ 321872 h 491894"/>
                <a:gd name="connsiteX0" fmla="*/ 289460 w 365660"/>
                <a:gd name="connsiteY0" fmla="*/ 321872 h 491370"/>
                <a:gd name="connsiteX1" fmla="*/ 232309 w 365660"/>
                <a:gd name="connsiteY1" fmla="*/ 357592 h 491370"/>
                <a:gd name="connsiteX2" fmla="*/ 234691 w 365660"/>
                <a:gd name="connsiteY2" fmla="*/ 424265 h 491370"/>
                <a:gd name="connsiteX3" fmla="*/ 187066 w 365660"/>
                <a:gd name="connsiteY3" fmla="*/ 490940 h 491370"/>
                <a:gd name="connsiteX4" fmla="*/ 89435 w 365660"/>
                <a:gd name="connsiteY4" fmla="*/ 448078 h 491370"/>
                <a:gd name="connsiteX5" fmla="*/ 101340 w 365660"/>
                <a:gd name="connsiteY5" fmla="*/ 355209 h 491370"/>
                <a:gd name="connsiteX6" fmla="*/ 158491 w 365660"/>
                <a:gd name="connsiteY6" fmla="*/ 326635 h 491370"/>
                <a:gd name="connsiteX7" fmla="*/ 208496 w 365660"/>
                <a:gd name="connsiteY7" fmla="*/ 324253 h 491370"/>
                <a:gd name="connsiteX8" fmla="*/ 239453 w 365660"/>
                <a:gd name="connsiteY8" fmla="*/ 279009 h 491370"/>
                <a:gd name="connsiteX9" fmla="*/ 196591 w 365660"/>
                <a:gd name="connsiteY9" fmla="*/ 262340 h 491370"/>
                <a:gd name="connsiteX10" fmla="*/ 163253 w 365660"/>
                <a:gd name="connsiteY10" fmla="*/ 262340 h 491370"/>
                <a:gd name="connsiteX11" fmla="*/ 122772 w 365660"/>
                <a:gd name="connsiteY11" fmla="*/ 276628 h 491370"/>
                <a:gd name="connsiteX12" fmla="*/ 103722 w 365660"/>
                <a:gd name="connsiteY12" fmla="*/ 321872 h 491370"/>
                <a:gd name="connsiteX13" fmla="*/ 75147 w 365660"/>
                <a:gd name="connsiteY13" fmla="*/ 357590 h 491370"/>
                <a:gd name="connsiteX14" fmla="*/ 29903 w 365660"/>
                <a:gd name="connsiteY14" fmla="*/ 343303 h 491370"/>
                <a:gd name="connsiteX15" fmla="*/ 1328 w 365660"/>
                <a:gd name="connsiteY15" fmla="*/ 293297 h 491370"/>
                <a:gd name="connsiteX16" fmla="*/ 72766 w 365660"/>
                <a:gd name="connsiteY16" fmla="*/ 233765 h 491370"/>
                <a:gd name="connsiteX17" fmla="*/ 79910 w 365660"/>
                <a:gd name="connsiteY17" fmla="*/ 238528 h 491370"/>
                <a:gd name="connsiteX18" fmla="*/ 108485 w 365660"/>
                <a:gd name="connsiteY18" fmla="*/ 243290 h 491370"/>
                <a:gd name="connsiteX19" fmla="*/ 210878 w 365660"/>
                <a:gd name="connsiteY19" fmla="*/ 229003 h 491370"/>
                <a:gd name="connsiteX20" fmla="*/ 191829 w 365660"/>
                <a:gd name="connsiteY20" fmla="*/ 167090 h 491370"/>
                <a:gd name="connsiteX21" fmla="*/ 115628 w 365660"/>
                <a:gd name="connsiteY21" fmla="*/ 157565 h 491370"/>
                <a:gd name="connsiteX22" fmla="*/ 68003 w 365660"/>
                <a:gd name="connsiteY22" fmla="*/ 76603 h 491370"/>
                <a:gd name="connsiteX23" fmla="*/ 132296 w 365660"/>
                <a:gd name="connsiteY23" fmla="*/ 2784 h 491370"/>
                <a:gd name="connsiteX24" fmla="*/ 225165 w 365660"/>
                <a:gd name="connsiteY24" fmla="*/ 24214 h 491370"/>
                <a:gd name="connsiteX25" fmla="*/ 246598 w 365660"/>
                <a:gd name="connsiteY25" fmla="*/ 105178 h 491370"/>
                <a:gd name="connsiteX26" fmla="*/ 225166 w 365660"/>
                <a:gd name="connsiteY26" fmla="*/ 150422 h 491370"/>
                <a:gd name="connsiteX27" fmla="*/ 246597 w 365660"/>
                <a:gd name="connsiteY27" fmla="*/ 198047 h 491370"/>
                <a:gd name="connsiteX28" fmla="*/ 279935 w 365660"/>
                <a:gd name="connsiteY28" fmla="*/ 255197 h 491370"/>
                <a:gd name="connsiteX29" fmla="*/ 365660 w 365660"/>
                <a:gd name="connsiteY29" fmla="*/ 257579 h 491370"/>
                <a:gd name="connsiteX30" fmla="*/ 358516 w 365660"/>
                <a:gd name="connsiteY30" fmla="*/ 321872 h 491370"/>
                <a:gd name="connsiteX31" fmla="*/ 289460 w 365660"/>
                <a:gd name="connsiteY31" fmla="*/ 321872 h 491370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79922 w 365660"/>
                <a:gd name="connsiteY3" fmla="*/ 481415 h 482014"/>
                <a:gd name="connsiteX4" fmla="*/ 89435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9910 w 365660"/>
                <a:gd name="connsiteY17" fmla="*/ 238528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0385 w 365660"/>
                <a:gd name="connsiteY17" fmla="*/ 193285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650 w 365850"/>
                <a:gd name="connsiteY0" fmla="*/ 321872 h 485154"/>
                <a:gd name="connsiteX1" fmla="*/ 232499 w 365850"/>
                <a:gd name="connsiteY1" fmla="*/ 357592 h 485154"/>
                <a:gd name="connsiteX2" fmla="*/ 234881 w 365850"/>
                <a:gd name="connsiteY2" fmla="*/ 424265 h 485154"/>
                <a:gd name="connsiteX3" fmla="*/ 180112 w 365850"/>
                <a:gd name="connsiteY3" fmla="*/ 481415 h 485154"/>
                <a:gd name="connsiteX4" fmla="*/ 89625 w 365850"/>
                <a:gd name="connsiteY4" fmla="*/ 448078 h 485154"/>
                <a:gd name="connsiteX5" fmla="*/ 101530 w 365850"/>
                <a:gd name="connsiteY5" fmla="*/ 355209 h 485154"/>
                <a:gd name="connsiteX6" fmla="*/ 158681 w 365850"/>
                <a:gd name="connsiteY6" fmla="*/ 326635 h 485154"/>
                <a:gd name="connsiteX7" fmla="*/ 208686 w 365850"/>
                <a:gd name="connsiteY7" fmla="*/ 324253 h 485154"/>
                <a:gd name="connsiteX8" fmla="*/ 239643 w 365850"/>
                <a:gd name="connsiteY8" fmla="*/ 279009 h 485154"/>
                <a:gd name="connsiteX9" fmla="*/ 196781 w 365850"/>
                <a:gd name="connsiteY9" fmla="*/ 262340 h 485154"/>
                <a:gd name="connsiteX10" fmla="*/ 163443 w 365850"/>
                <a:gd name="connsiteY10" fmla="*/ 262340 h 485154"/>
                <a:gd name="connsiteX11" fmla="*/ 122962 w 365850"/>
                <a:gd name="connsiteY11" fmla="*/ 276628 h 485154"/>
                <a:gd name="connsiteX12" fmla="*/ 103912 w 365850"/>
                <a:gd name="connsiteY12" fmla="*/ 321872 h 485154"/>
                <a:gd name="connsiteX13" fmla="*/ 75337 w 365850"/>
                <a:gd name="connsiteY13" fmla="*/ 357590 h 485154"/>
                <a:gd name="connsiteX14" fmla="*/ 30093 w 365850"/>
                <a:gd name="connsiteY14" fmla="*/ 343303 h 485154"/>
                <a:gd name="connsiteX15" fmla="*/ 1518 w 365850"/>
                <a:gd name="connsiteY15" fmla="*/ 293297 h 485154"/>
                <a:gd name="connsiteX16" fmla="*/ 11043 w 365850"/>
                <a:gd name="connsiteY16" fmla="*/ 155184 h 485154"/>
                <a:gd name="connsiteX17" fmla="*/ 70575 w 365850"/>
                <a:gd name="connsiteY17" fmla="*/ 193285 h 485154"/>
                <a:gd name="connsiteX18" fmla="*/ 108675 w 365850"/>
                <a:gd name="connsiteY18" fmla="*/ 243290 h 485154"/>
                <a:gd name="connsiteX19" fmla="*/ 211068 w 365850"/>
                <a:gd name="connsiteY19" fmla="*/ 229003 h 485154"/>
                <a:gd name="connsiteX20" fmla="*/ 192019 w 365850"/>
                <a:gd name="connsiteY20" fmla="*/ 167090 h 485154"/>
                <a:gd name="connsiteX21" fmla="*/ 115818 w 365850"/>
                <a:gd name="connsiteY21" fmla="*/ 157565 h 485154"/>
                <a:gd name="connsiteX22" fmla="*/ 68193 w 365850"/>
                <a:gd name="connsiteY22" fmla="*/ 76603 h 485154"/>
                <a:gd name="connsiteX23" fmla="*/ 132486 w 365850"/>
                <a:gd name="connsiteY23" fmla="*/ 2784 h 485154"/>
                <a:gd name="connsiteX24" fmla="*/ 225355 w 365850"/>
                <a:gd name="connsiteY24" fmla="*/ 24214 h 485154"/>
                <a:gd name="connsiteX25" fmla="*/ 246788 w 365850"/>
                <a:gd name="connsiteY25" fmla="*/ 105178 h 485154"/>
                <a:gd name="connsiteX26" fmla="*/ 225356 w 365850"/>
                <a:gd name="connsiteY26" fmla="*/ 150422 h 485154"/>
                <a:gd name="connsiteX27" fmla="*/ 246787 w 365850"/>
                <a:gd name="connsiteY27" fmla="*/ 198047 h 485154"/>
                <a:gd name="connsiteX28" fmla="*/ 280125 w 365850"/>
                <a:gd name="connsiteY28" fmla="*/ 255197 h 485154"/>
                <a:gd name="connsiteX29" fmla="*/ 365850 w 365850"/>
                <a:gd name="connsiteY29" fmla="*/ 257579 h 485154"/>
                <a:gd name="connsiteX30" fmla="*/ 358706 w 365850"/>
                <a:gd name="connsiteY30" fmla="*/ 321872 h 485154"/>
                <a:gd name="connsiteX31" fmla="*/ 289650 w 365850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55184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78997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335950 w 412150"/>
                <a:gd name="connsiteY0" fmla="*/ 321872 h 485154"/>
                <a:gd name="connsiteX1" fmla="*/ 278799 w 412150"/>
                <a:gd name="connsiteY1" fmla="*/ 357592 h 485154"/>
                <a:gd name="connsiteX2" fmla="*/ 281181 w 412150"/>
                <a:gd name="connsiteY2" fmla="*/ 424265 h 485154"/>
                <a:gd name="connsiteX3" fmla="*/ 226412 w 412150"/>
                <a:gd name="connsiteY3" fmla="*/ 481415 h 485154"/>
                <a:gd name="connsiteX4" fmla="*/ 135925 w 412150"/>
                <a:gd name="connsiteY4" fmla="*/ 448078 h 485154"/>
                <a:gd name="connsiteX5" fmla="*/ 147830 w 412150"/>
                <a:gd name="connsiteY5" fmla="*/ 355209 h 485154"/>
                <a:gd name="connsiteX6" fmla="*/ 204981 w 412150"/>
                <a:gd name="connsiteY6" fmla="*/ 326635 h 485154"/>
                <a:gd name="connsiteX7" fmla="*/ 254986 w 412150"/>
                <a:gd name="connsiteY7" fmla="*/ 324253 h 485154"/>
                <a:gd name="connsiteX8" fmla="*/ 285943 w 412150"/>
                <a:gd name="connsiteY8" fmla="*/ 279009 h 485154"/>
                <a:gd name="connsiteX9" fmla="*/ 243081 w 412150"/>
                <a:gd name="connsiteY9" fmla="*/ 262340 h 485154"/>
                <a:gd name="connsiteX10" fmla="*/ 209743 w 412150"/>
                <a:gd name="connsiteY10" fmla="*/ 262340 h 485154"/>
                <a:gd name="connsiteX11" fmla="*/ 169262 w 412150"/>
                <a:gd name="connsiteY11" fmla="*/ 276628 h 485154"/>
                <a:gd name="connsiteX12" fmla="*/ 150212 w 412150"/>
                <a:gd name="connsiteY12" fmla="*/ 321872 h 485154"/>
                <a:gd name="connsiteX13" fmla="*/ 121637 w 412150"/>
                <a:gd name="connsiteY13" fmla="*/ 357590 h 485154"/>
                <a:gd name="connsiteX14" fmla="*/ 76393 w 412150"/>
                <a:gd name="connsiteY14" fmla="*/ 343303 h 485154"/>
                <a:gd name="connsiteX15" fmla="*/ 193 w 412150"/>
                <a:gd name="connsiteY15" fmla="*/ 279010 h 485154"/>
                <a:gd name="connsiteX16" fmla="*/ 57343 w 412150"/>
                <a:gd name="connsiteY16" fmla="*/ 178997 h 485154"/>
                <a:gd name="connsiteX17" fmla="*/ 143068 w 412150"/>
                <a:gd name="connsiteY17" fmla="*/ 188522 h 485154"/>
                <a:gd name="connsiteX18" fmla="*/ 154975 w 412150"/>
                <a:gd name="connsiteY18" fmla="*/ 243290 h 485154"/>
                <a:gd name="connsiteX19" fmla="*/ 257368 w 412150"/>
                <a:gd name="connsiteY19" fmla="*/ 229003 h 485154"/>
                <a:gd name="connsiteX20" fmla="*/ 238319 w 412150"/>
                <a:gd name="connsiteY20" fmla="*/ 167090 h 485154"/>
                <a:gd name="connsiteX21" fmla="*/ 162118 w 412150"/>
                <a:gd name="connsiteY21" fmla="*/ 157565 h 485154"/>
                <a:gd name="connsiteX22" fmla="*/ 114493 w 412150"/>
                <a:gd name="connsiteY22" fmla="*/ 76603 h 485154"/>
                <a:gd name="connsiteX23" fmla="*/ 178786 w 412150"/>
                <a:gd name="connsiteY23" fmla="*/ 2784 h 485154"/>
                <a:gd name="connsiteX24" fmla="*/ 271655 w 412150"/>
                <a:gd name="connsiteY24" fmla="*/ 24214 h 485154"/>
                <a:gd name="connsiteX25" fmla="*/ 293088 w 412150"/>
                <a:gd name="connsiteY25" fmla="*/ 105178 h 485154"/>
                <a:gd name="connsiteX26" fmla="*/ 271656 w 412150"/>
                <a:gd name="connsiteY26" fmla="*/ 150422 h 485154"/>
                <a:gd name="connsiteX27" fmla="*/ 293087 w 412150"/>
                <a:gd name="connsiteY27" fmla="*/ 198047 h 485154"/>
                <a:gd name="connsiteX28" fmla="*/ 326425 w 412150"/>
                <a:gd name="connsiteY28" fmla="*/ 255197 h 485154"/>
                <a:gd name="connsiteX29" fmla="*/ 412150 w 412150"/>
                <a:gd name="connsiteY29" fmla="*/ 257579 h 485154"/>
                <a:gd name="connsiteX30" fmla="*/ 405006 w 412150"/>
                <a:gd name="connsiteY30" fmla="*/ 321872 h 485154"/>
                <a:gd name="connsiteX31" fmla="*/ 335950 w 412150"/>
                <a:gd name="connsiteY31" fmla="*/ 321872 h 485154"/>
                <a:gd name="connsiteX0" fmla="*/ 359698 w 435898"/>
                <a:gd name="connsiteY0" fmla="*/ 321872 h 485154"/>
                <a:gd name="connsiteX1" fmla="*/ 302547 w 435898"/>
                <a:gd name="connsiteY1" fmla="*/ 357592 h 485154"/>
                <a:gd name="connsiteX2" fmla="*/ 304929 w 435898"/>
                <a:gd name="connsiteY2" fmla="*/ 424265 h 485154"/>
                <a:gd name="connsiteX3" fmla="*/ 250160 w 435898"/>
                <a:gd name="connsiteY3" fmla="*/ 481415 h 485154"/>
                <a:gd name="connsiteX4" fmla="*/ 159673 w 435898"/>
                <a:gd name="connsiteY4" fmla="*/ 448078 h 485154"/>
                <a:gd name="connsiteX5" fmla="*/ 171578 w 435898"/>
                <a:gd name="connsiteY5" fmla="*/ 355209 h 485154"/>
                <a:gd name="connsiteX6" fmla="*/ 228729 w 435898"/>
                <a:gd name="connsiteY6" fmla="*/ 326635 h 485154"/>
                <a:gd name="connsiteX7" fmla="*/ 278734 w 435898"/>
                <a:gd name="connsiteY7" fmla="*/ 324253 h 485154"/>
                <a:gd name="connsiteX8" fmla="*/ 309691 w 435898"/>
                <a:gd name="connsiteY8" fmla="*/ 279009 h 485154"/>
                <a:gd name="connsiteX9" fmla="*/ 266829 w 435898"/>
                <a:gd name="connsiteY9" fmla="*/ 262340 h 485154"/>
                <a:gd name="connsiteX10" fmla="*/ 233491 w 435898"/>
                <a:gd name="connsiteY10" fmla="*/ 262340 h 485154"/>
                <a:gd name="connsiteX11" fmla="*/ 193010 w 435898"/>
                <a:gd name="connsiteY11" fmla="*/ 276628 h 485154"/>
                <a:gd name="connsiteX12" fmla="*/ 173960 w 435898"/>
                <a:gd name="connsiteY12" fmla="*/ 321872 h 485154"/>
                <a:gd name="connsiteX13" fmla="*/ 145385 w 435898"/>
                <a:gd name="connsiteY13" fmla="*/ 357590 h 485154"/>
                <a:gd name="connsiteX14" fmla="*/ 100141 w 435898"/>
                <a:gd name="connsiteY14" fmla="*/ 343303 h 485154"/>
                <a:gd name="connsiteX15" fmla="*/ 128 w 435898"/>
                <a:gd name="connsiteY15" fmla="*/ 283772 h 485154"/>
                <a:gd name="connsiteX16" fmla="*/ 81091 w 435898"/>
                <a:gd name="connsiteY16" fmla="*/ 178997 h 485154"/>
                <a:gd name="connsiteX17" fmla="*/ 166816 w 435898"/>
                <a:gd name="connsiteY17" fmla="*/ 188522 h 485154"/>
                <a:gd name="connsiteX18" fmla="*/ 178723 w 435898"/>
                <a:gd name="connsiteY18" fmla="*/ 243290 h 485154"/>
                <a:gd name="connsiteX19" fmla="*/ 281116 w 435898"/>
                <a:gd name="connsiteY19" fmla="*/ 229003 h 485154"/>
                <a:gd name="connsiteX20" fmla="*/ 262067 w 435898"/>
                <a:gd name="connsiteY20" fmla="*/ 167090 h 485154"/>
                <a:gd name="connsiteX21" fmla="*/ 185866 w 435898"/>
                <a:gd name="connsiteY21" fmla="*/ 157565 h 485154"/>
                <a:gd name="connsiteX22" fmla="*/ 138241 w 435898"/>
                <a:gd name="connsiteY22" fmla="*/ 76603 h 485154"/>
                <a:gd name="connsiteX23" fmla="*/ 202534 w 435898"/>
                <a:gd name="connsiteY23" fmla="*/ 2784 h 485154"/>
                <a:gd name="connsiteX24" fmla="*/ 295403 w 435898"/>
                <a:gd name="connsiteY24" fmla="*/ 24214 h 485154"/>
                <a:gd name="connsiteX25" fmla="*/ 316836 w 435898"/>
                <a:gd name="connsiteY25" fmla="*/ 105178 h 485154"/>
                <a:gd name="connsiteX26" fmla="*/ 295404 w 435898"/>
                <a:gd name="connsiteY26" fmla="*/ 150422 h 485154"/>
                <a:gd name="connsiteX27" fmla="*/ 316835 w 435898"/>
                <a:gd name="connsiteY27" fmla="*/ 198047 h 485154"/>
                <a:gd name="connsiteX28" fmla="*/ 350173 w 435898"/>
                <a:gd name="connsiteY28" fmla="*/ 255197 h 485154"/>
                <a:gd name="connsiteX29" fmla="*/ 435898 w 435898"/>
                <a:gd name="connsiteY29" fmla="*/ 257579 h 485154"/>
                <a:gd name="connsiteX30" fmla="*/ 428754 w 435898"/>
                <a:gd name="connsiteY30" fmla="*/ 321872 h 485154"/>
                <a:gd name="connsiteX31" fmla="*/ 359698 w 435898"/>
                <a:gd name="connsiteY31" fmla="*/ 321872 h 485154"/>
                <a:gd name="connsiteX0" fmla="*/ 360033 w 436233"/>
                <a:gd name="connsiteY0" fmla="*/ 321872 h 485154"/>
                <a:gd name="connsiteX1" fmla="*/ 302882 w 436233"/>
                <a:gd name="connsiteY1" fmla="*/ 357592 h 485154"/>
                <a:gd name="connsiteX2" fmla="*/ 305264 w 436233"/>
                <a:gd name="connsiteY2" fmla="*/ 424265 h 485154"/>
                <a:gd name="connsiteX3" fmla="*/ 250495 w 436233"/>
                <a:gd name="connsiteY3" fmla="*/ 481415 h 485154"/>
                <a:gd name="connsiteX4" fmla="*/ 160008 w 436233"/>
                <a:gd name="connsiteY4" fmla="*/ 448078 h 485154"/>
                <a:gd name="connsiteX5" fmla="*/ 171913 w 436233"/>
                <a:gd name="connsiteY5" fmla="*/ 355209 h 485154"/>
                <a:gd name="connsiteX6" fmla="*/ 229064 w 436233"/>
                <a:gd name="connsiteY6" fmla="*/ 326635 h 485154"/>
                <a:gd name="connsiteX7" fmla="*/ 279069 w 436233"/>
                <a:gd name="connsiteY7" fmla="*/ 324253 h 485154"/>
                <a:gd name="connsiteX8" fmla="*/ 310026 w 436233"/>
                <a:gd name="connsiteY8" fmla="*/ 279009 h 485154"/>
                <a:gd name="connsiteX9" fmla="*/ 267164 w 436233"/>
                <a:gd name="connsiteY9" fmla="*/ 262340 h 485154"/>
                <a:gd name="connsiteX10" fmla="*/ 233826 w 436233"/>
                <a:gd name="connsiteY10" fmla="*/ 262340 h 485154"/>
                <a:gd name="connsiteX11" fmla="*/ 193345 w 436233"/>
                <a:gd name="connsiteY11" fmla="*/ 276628 h 485154"/>
                <a:gd name="connsiteX12" fmla="*/ 174295 w 436233"/>
                <a:gd name="connsiteY12" fmla="*/ 321872 h 485154"/>
                <a:gd name="connsiteX13" fmla="*/ 145720 w 436233"/>
                <a:gd name="connsiteY13" fmla="*/ 357590 h 485154"/>
                <a:gd name="connsiteX14" fmla="*/ 52851 w 436233"/>
                <a:gd name="connsiteY14" fmla="*/ 357591 h 485154"/>
                <a:gd name="connsiteX15" fmla="*/ 463 w 436233"/>
                <a:gd name="connsiteY15" fmla="*/ 283772 h 485154"/>
                <a:gd name="connsiteX16" fmla="*/ 81426 w 436233"/>
                <a:gd name="connsiteY16" fmla="*/ 178997 h 485154"/>
                <a:gd name="connsiteX17" fmla="*/ 167151 w 436233"/>
                <a:gd name="connsiteY17" fmla="*/ 188522 h 485154"/>
                <a:gd name="connsiteX18" fmla="*/ 179058 w 436233"/>
                <a:gd name="connsiteY18" fmla="*/ 243290 h 485154"/>
                <a:gd name="connsiteX19" fmla="*/ 281451 w 436233"/>
                <a:gd name="connsiteY19" fmla="*/ 229003 h 485154"/>
                <a:gd name="connsiteX20" fmla="*/ 262402 w 436233"/>
                <a:gd name="connsiteY20" fmla="*/ 167090 h 485154"/>
                <a:gd name="connsiteX21" fmla="*/ 186201 w 436233"/>
                <a:gd name="connsiteY21" fmla="*/ 157565 h 485154"/>
                <a:gd name="connsiteX22" fmla="*/ 138576 w 436233"/>
                <a:gd name="connsiteY22" fmla="*/ 76603 h 485154"/>
                <a:gd name="connsiteX23" fmla="*/ 202869 w 436233"/>
                <a:gd name="connsiteY23" fmla="*/ 2784 h 485154"/>
                <a:gd name="connsiteX24" fmla="*/ 295738 w 436233"/>
                <a:gd name="connsiteY24" fmla="*/ 24214 h 485154"/>
                <a:gd name="connsiteX25" fmla="*/ 317171 w 436233"/>
                <a:gd name="connsiteY25" fmla="*/ 105178 h 485154"/>
                <a:gd name="connsiteX26" fmla="*/ 295739 w 436233"/>
                <a:gd name="connsiteY26" fmla="*/ 150422 h 485154"/>
                <a:gd name="connsiteX27" fmla="*/ 317170 w 436233"/>
                <a:gd name="connsiteY27" fmla="*/ 198047 h 485154"/>
                <a:gd name="connsiteX28" fmla="*/ 350508 w 436233"/>
                <a:gd name="connsiteY28" fmla="*/ 255197 h 485154"/>
                <a:gd name="connsiteX29" fmla="*/ 436233 w 436233"/>
                <a:gd name="connsiteY29" fmla="*/ 257579 h 485154"/>
                <a:gd name="connsiteX30" fmla="*/ 429089 w 436233"/>
                <a:gd name="connsiteY30" fmla="*/ 321872 h 485154"/>
                <a:gd name="connsiteX31" fmla="*/ 360033 w 436233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78997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3019 w 439219"/>
                <a:gd name="connsiteY0" fmla="*/ 321872 h 485154"/>
                <a:gd name="connsiteX1" fmla="*/ 305868 w 439219"/>
                <a:gd name="connsiteY1" fmla="*/ 357592 h 485154"/>
                <a:gd name="connsiteX2" fmla="*/ 308250 w 439219"/>
                <a:gd name="connsiteY2" fmla="*/ 424265 h 485154"/>
                <a:gd name="connsiteX3" fmla="*/ 253481 w 439219"/>
                <a:gd name="connsiteY3" fmla="*/ 481415 h 485154"/>
                <a:gd name="connsiteX4" fmla="*/ 162994 w 439219"/>
                <a:gd name="connsiteY4" fmla="*/ 448078 h 485154"/>
                <a:gd name="connsiteX5" fmla="*/ 174899 w 439219"/>
                <a:gd name="connsiteY5" fmla="*/ 355209 h 485154"/>
                <a:gd name="connsiteX6" fmla="*/ 232050 w 439219"/>
                <a:gd name="connsiteY6" fmla="*/ 326635 h 485154"/>
                <a:gd name="connsiteX7" fmla="*/ 282055 w 439219"/>
                <a:gd name="connsiteY7" fmla="*/ 324253 h 485154"/>
                <a:gd name="connsiteX8" fmla="*/ 313012 w 439219"/>
                <a:gd name="connsiteY8" fmla="*/ 279009 h 485154"/>
                <a:gd name="connsiteX9" fmla="*/ 270150 w 439219"/>
                <a:gd name="connsiteY9" fmla="*/ 262340 h 485154"/>
                <a:gd name="connsiteX10" fmla="*/ 236812 w 439219"/>
                <a:gd name="connsiteY10" fmla="*/ 262340 h 485154"/>
                <a:gd name="connsiteX11" fmla="*/ 196331 w 439219"/>
                <a:gd name="connsiteY11" fmla="*/ 276628 h 485154"/>
                <a:gd name="connsiteX12" fmla="*/ 177281 w 439219"/>
                <a:gd name="connsiteY12" fmla="*/ 321872 h 485154"/>
                <a:gd name="connsiteX13" fmla="*/ 148706 w 439219"/>
                <a:gd name="connsiteY13" fmla="*/ 357590 h 485154"/>
                <a:gd name="connsiteX14" fmla="*/ 55837 w 439219"/>
                <a:gd name="connsiteY14" fmla="*/ 357591 h 485154"/>
                <a:gd name="connsiteX15" fmla="*/ 1068 w 439219"/>
                <a:gd name="connsiteY15" fmla="*/ 224240 h 485154"/>
                <a:gd name="connsiteX16" fmla="*/ 103462 w 439219"/>
                <a:gd name="connsiteY16" fmla="*/ 155184 h 485154"/>
                <a:gd name="connsiteX17" fmla="*/ 170137 w 439219"/>
                <a:gd name="connsiteY17" fmla="*/ 188522 h 485154"/>
                <a:gd name="connsiteX18" fmla="*/ 198713 w 439219"/>
                <a:gd name="connsiteY18" fmla="*/ 231383 h 485154"/>
                <a:gd name="connsiteX19" fmla="*/ 284437 w 439219"/>
                <a:gd name="connsiteY19" fmla="*/ 229003 h 485154"/>
                <a:gd name="connsiteX20" fmla="*/ 265388 w 439219"/>
                <a:gd name="connsiteY20" fmla="*/ 167090 h 485154"/>
                <a:gd name="connsiteX21" fmla="*/ 189187 w 439219"/>
                <a:gd name="connsiteY21" fmla="*/ 157565 h 485154"/>
                <a:gd name="connsiteX22" fmla="*/ 141562 w 439219"/>
                <a:gd name="connsiteY22" fmla="*/ 76603 h 485154"/>
                <a:gd name="connsiteX23" fmla="*/ 205855 w 439219"/>
                <a:gd name="connsiteY23" fmla="*/ 2784 h 485154"/>
                <a:gd name="connsiteX24" fmla="*/ 298724 w 439219"/>
                <a:gd name="connsiteY24" fmla="*/ 24214 h 485154"/>
                <a:gd name="connsiteX25" fmla="*/ 320157 w 439219"/>
                <a:gd name="connsiteY25" fmla="*/ 105178 h 485154"/>
                <a:gd name="connsiteX26" fmla="*/ 298725 w 439219"/>
                <a:gd name="connsiteY26" fmla="*/ 150422 h 485154"/>
                <a:gd name="connsiteX27" fmla="*/ 320156 w 439219"/>
                <a:gd name="connsiteY27" fmla="*/ 198047 h 485154"/>
                <a:gd name="connsiteX28" fmla="*/ 353494 w 439219"/>
                <a:gd name="connsiteY28" fmla="*/ 255197 h 485154"/>
                <a:gd name="connsiteX29" fmla="*/ 439219 w 439219"/>
                <a:gd name="connsiteY29" fmla="*/ 257579 h 485154"/>
                <a:gd name="connsiteX30" fmla="*/ 432075 w 439219"/>
                <a:gd name="connsiteY30" fmla="*/ 321872 h 485154"/>
                <a:gd name="connsiteX31" fmla="*/ 363019 w 439219"/>
                <a:gd name="connsiteY31" fmla="*/ 321872 h 485154"/>
                <a:gd name="connsiteX0" fmla="*/ 346825 w 423025"/>
                <a:gd name="connsiteY0" fmla="*/ 321872 h 485154"/>
                <a:gd name="connsiteX1" fmla="*/ 289674 w 423025"/>
                <a:gd name="connsiteY1" fmla="*/ 357592 h 485154"/>
                <a:gd name="connsiteX2" fmla="*/ 292056 w 423025"/>
                <a:gd name="connsiteY2" fmla="*/ 424265 h 485154"/>
                <a:gd name="connsiteX3" fmla="*/ 237287 w 423025"/>
                <a:gd name="connsiteY3" fmla="*/ 481415 h 485154"/>
                <a:gd name="connsiteX4" fmla="*/ 146800 w 423025"/>
                <a:gd name="connsiteY4" fmla="*/ 448078 h 485154"/>
                <a:gd name="connsiteX5" fmla="*/ 158705 w 423025"/>
                <a:gd name="connsiteY5" fmla="*/ 355209 h 485154"/>
                <a:gd name="connsiteX6" fmla="*/ 215856 w 423025"/>
                <a:gd name="connsiteY6" fmla="*/ 326635 h 485154"/>
                <a:gd name="connsiteX7" fmla="*/ 265861 w 423025"/>
                <a:gd name="connsiteY7" fmla="*/ 324253 h 485154"/>
                <a:gd name="connsiteX8" fmla="*/ 296818 w 423025"/>
                <a:gd name="connsiteY8" fmla="*/ 279009 h 485154"/>
                <a:gd name="connsiteX9" fmla="*/ 253956 w 423025"/>
                <a:gd name="connsiteY9" fmla="*/ 262340 h 485154"/>
                <a:gd name="connsiteX10" fmla="*/ 220618 w 423025"/>
                <a:gd name="connsiteY10" fmla="*/ 262340 h 485154"/>
                <a:gd name="connsiteX11" fmla="*/ 180137 w 423025"/>
                <a:gd name="connsiteY11" fmla="*/ 276628 h 485154"/>
                <a:gd name="connsiteX12" fmla="*/ 161087 w 423025"/>
                <a:gd name="connsiteY12" fmla="*/ 321872 h 485154"/>
                <a:gd name="connsiteX13" fmla="*/ 132512 w 423025"/>
                <a:gd name="connsiteY13" fmla="*/ 357590 h 485154"/>
                <a:gd name="connsiteX14" fmla="*/ 39643 w 423025"/>
                <a:gd name="connsiteY14" fmla="*/ 357591 h 485154"/>
                <a:gd name="connsiteX15" fmla="*/ 1543 w 423025"/>
                <a:gd name="connsiteY15" fmla="*/ 231384 h 485154"/>
                <a:gd name="connsiteX16" fmla="*/ 87268 w 423025"/>
                <a:gd name="connsiteY16" fmla="*/ 155184 h 485154"/>
                <a:gd name="connsiteX17" fmla="*/ 153943 w 423025"/>
                <a:gd name="connsiteY17" fmla="*/ 188522 h 485154"/>
                <a:gd name="connsiteX18" fmla="*/ 182519 w 423025"/>
                <a:gd name="connsiteY18" fmla="*/ 231383 h 485154"/>
                <a:gd name="connsiteX19" fmla="*/ 268243 w 423025"/>
                <a:gd name="connsiteY19" fmla="*/ 229003 h 485154"/>
                <a:gd name="connsiteX20" fmla="*/ 249194 w 423025"/>
                <a:gd name="connsiteY20" fmla="*/ 167090 h 485154"/>
                <a:gd name="connsiteX21" fmla="*/ 172993 w 423025"/>
                <a:gd name="connsiteY21" fmla="*/ 157565 h 485154"/>
                <a:gd name="connsiteX22" fmla="*/ 125368 w 423025"/>
                <a:gd name="connsiteY22" fmla="*/ 76603 h 485154"/>
                <a:gd name="connsiteX23" fmla="*/ 189661 w 423025"/>
                <a:gd name="connsiteY23" fmla="*/ 2784 h 485154"/>
                <a:gd name="connsiteX24" fmla="*/ 282530 w 423025"/>
                <a:gd name="connsiteY24" fmla="*/ 24214 h 485154"/>
                <a:gd name="connsiteX25" fmla="*/ 303963 w 423025"/>
                <a:gd name="connsiteY25" fmla="*/ 105178 h 485154"/>
                <a:gd name="connsiteX26" fmla="*/ 282531 w 423025"/>
                <a:gd name="connsiteY26" fmla="*/ 150422 h 485154"/>
                <a:gd name="connsiteX27" fmla="*/ 303962 w 423025"/>
                <a:gd name="connsiteY27" fmla="*/ 198047 h 485154"/>
                <a:gd name="connsiteX28" fmla="*/ 337300 w 423025"/>
                <a:gd name="connsiteY28" fmla="*/ 255197 h 485154"/>
                <a:gd name="connsiteX29" fmla="*/ 423025 w 423025"/>
                <a:gd name="connsiteY29" fmla="*/ 257579 h 485154"/>
                <a:gd name="connsiteX30" fmla="*/ 415881 w 423025"/>
                <a:gd name="connsiteY30" fmla="*/ 321872 h 485154"/>
                <a:gd name="connsiteX31" fmla="*/ 346825 w 423025"/>
                <a:gd name="connsiteY31" fmla="*/ 321872 h 485154"/>
                <a:gd name="connsiteX0" fmla="*/ 348385 w 424585"/>
                <a:gd name="connsiteY0" fmla="*/ 321872 h 485154"/>
                <a:gd name="connsiteX1" fmla="*/ 291234 w 424585"/>
                <a:gd name="connsiteY1" fmla="*/ 357592 h 485154"/>
                <a:gd name="connsiteX2" fmla="*/ 293616 w 424585"/>
                <a:gd name="connsiteY2" fmla="*/ 424265 h 485154"/>
                <a:gd name="connsiteX3" fmla="*/ 238847 w 424585"/>
                <a:gd name="connsiteY3" fmla="*/ 481415 h 485154"/>
                <a:gd name="connsiteX4" fmla="*/ 148360 w 424585"/>
                <a:gd name="connsiteY4" fmla="*/ 448078 h 485154"/>
                <a:gd name="connsiteX5" fmla="*/ 160265 w 424585"/>
                <a:gd name="connsiteY5" fmla="*/ 355209 h 485154"/>
                <a:gd name="connsiteX6" fmla="*/ 217416 w 424585"/>
                <a:gd name="connsiteY6" fmla="*/ 326635 h 485154"/>
                <a:gd name="connsiteX7" fmla="*/ 267421 w 424585"/>
                <a:gd name="connsiteY7" fmla="*/ 324253 h 485154"/>
                <a:gd name="connsiteX8" fmla="*/ 298378 w 424585"/>
                <a:gd name="connsiteY8" fmla="*/ 279009 h 485154"/>
                <a:gd name="connsiteX9" fmla="*/ 255516 w 424585"/>
                <a:gd name="connsiteY9" fmla="*/ 262340 h 485154"/>
                <a:gd name="connsiteX10" fmla="*/ 222178 w 424585"/>
                <a:gd name="connsiteY10" fmla="*/ 262340 h 485154"/>
                <a:gd name="connsiteX11" fmla="*/ 181697 w 424585"/>
                <a:gd name="connsiteY11" fmla="*/ 276628 h 485154"/>
                <a:gd name="connsiteX12" fmla="*/ 162647 w 424585"/>
                <a:gd name="connsiteY12" fmla="*/ 321872 h 485154"/>
                <a:gd name="connsiteX13" fmla="*/ 134072 w 424585"/>
                <a:gd name="connsiteY13" fmla="*/ 357590 h 485154"/>
                <a:gd name="connsiteX14" fmla="*/ 41203 w 424585"/>
                <a:gd name="connsiteY14" fmla="*/ 357591 h 485154"/>
                <a:gd name="connsiteX15" fmla="*/ 3103 w 424585"/>
                <a:gd name="connsiteY15" fmla="*/ 231384 h 485154"/>
                <a:gd name="connsiteX16" fmla="*/ 88828 w 424585"/>
                <a:gd name="connsiteY16" fmla="*/ 155184 h 485154"/>
                <a:gd name="connsiteX17" fmla="*/ 155503 w 424585"/>
                <a:gd name="connsiteY17" fmla="*/ 188522 h 485154"/>
                <a:gd name="connsiteX18" fmla="*/ 184079 w 424585"/>
                <a:gd name="connsiteY18" fmla="*/ 231383 h 485154"/>
                <a:gd name="connsiteX19" fmla="*/ 269803 w 424585"/>
                <a:gd name="connsiteY19" fmla="*/ 229003 h 485154"/>
                <a:gd name="connsiteX20" fmla="*/ 250754 w 424585"/>
                <a:gd name="connsiteY20" fmla="*/ 167090 h 485154"/>
                <a:gd name="connsiteX21" fmla="*/ 174553 w 424585"/>
                <a:gd name="connsiteY21" fmla="*/ 157565 h 485154"/>
                <a:gd name="connsiteX22" fmla="*/ 126928 w 424585"/>
                <a:gd name="connsiteY22" fmla="*/ 76603 h 485154"/>
                <a:gd name="connsiteX23" fmla="*/ 191221 w 424585"/>
                <a:gd name="connsiteY23" fmla="*/ 2784 h 485154"/>
                <a:gd name="connsiteX24" fmla="*/ 284090 w 424585"/>
                <a:gd name="connsiteY24" fmla="*/ 24214 h 485154"/>
                <a:gd name="connsiteX25" fmla="*/ 305523 w 424585"/>
                <a:gd name="connsiteY25" fmla="*/ 105178 h 485154"/>
                <a:gd name="connsiteX26" fmla="*/ 284091 w 424585"/>
                <a:gd name="connsiteY26" fmla="*/ 150422 h 485154"/>
                <a:gd name="connsiteX27" fmla="*/ 305522 w 424585"/>
                <a:gd name="connsiteY27" fmla="*/ 198047 h 485154"/>
                <a:gd name="connsiteX28" fmla="*/ 338860 w 424585"/>
                <a:gd name="connsiteY28" fmla="*/ 255197 h 485154"/>
                <a:gd name="connsiteX29" fmla="*/ 424585 w 424585"/>
                <a:gd name="connsiteY29" fmla="*/ 257579 h 485154"/>
                <a:gd name="connsiteX30" fmla="*/ 417441 w 424585"/>
                <a:gd name="connsiteY30" fmla="*/ 321872 h 485154"/>
                <a:gd name="connsiteX31" fmla="*/ 348385 w 424585"/>
                <a:gd name="connsiteY31" fmla="*/ 321872 h 485154"/>
                <a:gd name="connsiteX0" fmla="*/ 348985 w 425185"/>
                <a:gd name="connsiteY0" fmla="*/ 321872 h 485154"/>
                <a:gd name="connsiteX1" fmla="*/ 291834 w 425185"/>
                <a:gd name="connsiteY1" fmla="*/ 357592 h 485154"/>
                <a:gd name="connsiteX2" fmla="*/ 294216 w 425185"/>
                <a:gd name="connsiteY2" fmla="*/ 424265 h 485154"/>
                <a:gd name="connsiteX3" fmla="*/ 239447 w 425185"/>
                <a:gd name="connsiteY3" fmla="*/ 481415 h 485154"/>
                <a:gd name="connsiteX4" fmla="*/ 148960 w 425185"/>
                <a:gd name="connsiteY4" fmla="*/ 448078 h 485154"/>
                <a:gd name="connsiteX5" fmla="*/ 160865 w 425185"/>
                <a:gd name="connsiteY5" fmla="*/ 355209 h 485154"/>
                <a:gd name="connsiteX6" fmla="*/ 218016 w 425185"/>
                <a:gd name="connsiteY6" fmla="*/ 326635 h 485154"/>
                <a:gd name="connsiteX7" fmla="*/ 268021 w 425185"/>
                <a:gd name="connsiteY7" fmla="*/ 324253 h 485154"/>
                <a:gd name="connsiteX8" fmla="*/ 298978 w 425185"/>
                <a:gd name="connsiteY8" fmla="*/ 279009 h 485154"/>
                <a:gd name="connsiteX9" fmla="*/ 256116 w 425185"/>
                <a:gd name="connsiteY9" fmla="*/ 262340 h 485154"/>
                <a:gd name="connsiteX10" fmla="*/ 222778 w 425185"/>
                <a:gd name="connsiteY10" fmla="*/ 262340 h 485154"/>
                <a:gd name="connsiteX11" fmla="*/ 182297 w 425185"/>
                <a:gd name="connsiteY11" fmla="*/ 276628 h 485154"/>
                <a:gd name="connsiteX12" fmla="*/ 163247 w 425185"/>
                <a:gd name="connsiteY12" fmla="*/ 321872 h 485154"/>
                <a:gd name="connsiteX13" fmla="*/ 134672 w 425185"/>
                <a:gd name="connsiteY13" fmla="*/ 357590 h 485154"/>
                <a:gd name="connsiteX14" fmla="*/ 27516 w 425185"/>
                <a:gd name="connsiteY14" fmla="*/ 336160 h 485154"/>
                <a:gd name="connsiteX15" fmla="*/ 3703 w 425185"/>
                <a:gd name="connsiteY15" fmla="*/ 231384 h 485154"/>
                <a:gd name="connsiteX16" fmla="*/ 89428 w 425185"/>
                <a:gd name="connsiteY16" fmla="*/ 155184 h 485154"/>
                <a:gd name="connsiteX17" fmla="*/ 156103 w 425185"/>
                <a:gd name="connsiteY17" fmla="*/ 188522 h 485154"/>
                <a:gd name="connsiteX18" fmla="*/ 184679 w 425185"/>
                <a:gd name="connsiteY18" fmla="*/ 231383 h 485154"/>
                <a:gd name="connsiteX19" fmla="*/ 270403 w 425185"/>
                <a:gd name="connsiteY19" fmla="*/ 229003 h 485154"/>
                <a:gd name="connsiteX20" fmla="*/ 251354 w 425185"/>
                <a:gd name="connsiteY20" fmla="*/ 167090 h 485154"/>
                <a:gd name="connsiteX21" fmla="*/ 175153 w 425185"/>
                <a:gd name="connsiteY21" fmla="*/ 157565 h 485154"/>
                <a:gd name="connsiteX22" fmla="*/ 127528 w 425185"/>
                <a:gd name="connsiteY22" fmla="*/ 76603 h 485154"/>
                <a:gd name="connsiteX23" fmla="*/ 191821 w 425185"/>
                <a:gd name="connsiteY23" fmla="*/ 2784 h 485154"/>
                <a:gd name="connsiteX24" fmla="*/ 284690 w 425185"/>
                <a:gd name="connsiteY24" fmla="*/ 24214 h 485154"/>
                <a:gd name="connsiteX25" fmla="*/ 306123 w 425185"/>
                <a:gd name="connsiteY25" fmla="*/ 105178 h 485154"/>
                <a:gd name="connsiteX26" fmla="*/ 284691 w 425185"/>
                <a:gd name="connsiteY26" fmla="*/ 150422 h 485154"/>
                <a:gd name="connsiteX27" fmla="*/ 306122 w 425185"/>
                <a:gd name="connsiteY27" fmla="*/ 198047 h 485154"/>
                <a:gd name="connsiteX28" fmla="*/ 339460 w 425185"/>
                <a:gd name="connsiteY28" fmla="*/ 255197 h 485154"/>
                <a:gd name="connsiteX29" fmla="*/ 425185 w 425185"/>
                <a:gd name="connsiteY29" fmla="*/ 257579 h 485154"/>
                <a:gd name="connsiteX30" fmla="*/ 418041 w 425185"/>
                <a:gd name="connsiteY30" fmla="*/ 321872 h 485154"/>
                <a:gd name="connsiteX31" fmla="*/ 348985 w 425185"/>
                <a:gd name="connsiteY31" fmla="*/ 321872 h 485154"/>
                <a:gd name="connsiteX0" fmla="*/ 349331 w 425531"/>
                <a:gd name="connsiteY0" fmla="*/ 321872 h 485154"/>
                <a:gd name="connsiteX1" fmla="*/ 292180 w 425531"/>
                <a:gd name="connsiteY1" fmla="*/ 357592 h 485154"/>
                <a:gd name="connsiteX2" fmla="*/ 294562 w 425531"/>
                <a:gd name="connsiteY2" fmla="*/ 424265 h 485154"/>
                <a:gd name="connsiteX3" fmla="*/ 239793 w 425531"/>
                <a:gd name="connsiteY3" fmla="*/ 481415 h 485154"/>
                <a:gd name="connsiteX4" fmla="*/ 149306 w 425531"/>
                <a:gd name="connsiteY4" fmla="*/ 448078 h 485154"/>
                <a:gd name="connsiteX5" fmla="*/ 161211 w 425531"/>
                <a:gd name="connsiteY5" fmla="*/ 355209 h 485154"/>
                <a:gd name="connsiteX6" fmla="*/ 218362 w 425531"/>
                <a:gd name="connsiteY6" fmla="*/ 326635 h 485154"/>
                <a:gd name="connsiteX7" fmla="*/ 268367 w 425531"/>
                <a:gd name="connsiteY7" fmla="*/ 324253 h 485154"/>
                <a:gd name="connsiteX8" fmla="*/ 299324 w 425531"/>
                <a:gd name="connsiteY8" fmla="*/ 279009 h 485154"/>
                <a:gd name="connsiteX9" fmla="*/ 256462 w 425531"/>
                <a:gd name="connsiteY9" fmla="*/ 262340 h 485154"/>
                <a:gd name="connsiteX10" fmla="*/ 223124 w 425531"/>
                <a:gd name="connsiteY10" fmla="*/ 262340 h 485154"/>
                <a:gd name="connsiteX11" fmla="*/ 182643 w 425531"/>
                <a:gd name="connsiteY11" fmla="*/ 276628 h 485154"/>
                <a:gd name="connsiteX12" fmla="*/ 163593 w 425531"/>
                <a:gd name="connsiteY12" fmla="*/ 321872 h 485154"/>
                <a:gd name="connsiteX13" fmla="*/ 135018 w 425531"/>
                <a:gd name="connsiteY13" fmla="*/ 357590 h 485154"/>
                <a:gd name="connsiteX14" fmla="*/ 27862 w 425531"/>
                <a:gd name="connsiteY14" fmla="*/ 336160 h 485154"/>
                <a:gd name="connsiteX15" fmla="*/ 4049 w 425531"/>
                <a:gd name="connsiteY15" fmla="*/ 231384 h 485154"/>
                <a:gd name="connsiteX16" fmla="*/ 89774 w 425531"/>
                <a:gd name="connsiteY16" fmla="*/ 155184 h 485154"/>
                <a:gd name="connsiteX17" fmla="*/ 156449 w 425531"/>
                <a:gd name="connsiteY17" fmla="*/ 188522 h 485154"/>
                <a:gd name="connsiteX18" fmla="*/ 185025 w 425531"/>
                <a:gd name="connsiteY18" fmla="*/ 231383 h 485154"/>
                <a:gd name="connsiteX19" fmla="*/ 270749 w 425531"/>
                <a:gd name="connsiteY19" fmla="*/ 229003 h 485154"/>
                <a:gd name="connsiteX20" fmla="*/ 251700 w 425531"/>
                <a:gd name="connsiteY20" fmla="*/ 167090 h 485154"/>
                <a:gd name="connsiteX21" fmla="*/ 175499 w 425531"/>
                <a:gd name="connsiteY21" fmla="*/ 157565 h 485154"/>
                <a:gd name="connsiteX22" fmla="*/ 127874 w 425531"/>
                <a:gd name="connsiteY22" fmla="*/ 76603 h 485154"/>
                <a:gd name="connsiteX23" fmla="*/ 192167 w 425531"/>
                <a:gd name="connsiteY23" fmla="*/ 2784 h 485154"/>
                <a:gd name="connsiteX24" fmla="*/ 285036 w 425531"/>
                <a:gd name="connsiteY24" fmla="*/ 24214 h 485154"/>
                <a:gd name="connsiteX25" fmla="*/ 306469 w 425531"/>
                <a:gd name="connsiteY25" fmla="*/ 105178 h 485154"/>
                <a:gd name="connsiteX26" fmla="*/ 285037 w 425531"/>
                <a:gd name="connsiteY26" fmla="*/ 150422 h 485154"/>
                <a:gd name="connsiteX27" fmla="*/ 306468 w 425531"/>
                <a:gd name="connsiteY27" fmla="*/ 198047 h 485154"/>
                <a:gd name="connsiteX28" fmla="*/ 339806 w 425531"/>
                <a:gd name="connsiteY28" fmla="*/ 255197 h 485154"/>
                <a:gd name="connsiteX29" fmla="*/ 425531 w 425531"/>
                <a:gd name="connsiteY29" fmla="*/ 257579 h 485154"/>
                <a:gd name="connsiteX30" fmla="*/ 418387 w 425531"/>
                <a:gd name="connsiteY30" fmla="*/ 321872 h 485154"/>
                <a:gd name="connsiteX31" fmla="*/ 349331 w 425531"/>
                <a:gd name="connsiteY31" fmla="*/ 321872 h 485154"/>
                <a:gd name="connsiteX0" fmla="*/ 348986 w 425186"/>
                <a:gd name="connsiteY0" fmla="*/ 321872 h 485154"/>
                <a:gd name="connsiteX1" fmla="*/ 291835 w 425186"/>
                <a:gd name="connsiteY1" fmla="*/ 357592 h 485154"/>
                <a:gd name="connsiteX2" fmla="*/ 294217 w 425186"/>
                <a:gd name="connsiteY2" fmla="*/ 424265 h 485154"/>
                <a:gd name="connsiteX3" fmla="*/ 239448 w 425186"/>
                <a:gd name="connsiteY3" fmla="*/ 481415 h 485154"/>
                <a:gd name="connsiteX4" fmla="*/ 148961 w 425186"/>
                <a:gd name="connsiteY4" fmla="*/ 448078 h 485154"/>
                <a:gd name="connsiteX5" fmla="*/ 160866 w 425186"/>
                <a:gd name="connsiteY5" fmla="*/ 355209 h 485154"/>
                <a:gd name="connsiteX6" fmla="*/ 218017 w 425186"/>
                <a:gd name="connsiteY6" fmla="*/ 326635 h 485154"/>
                <a:gd name="connsiteX7" fmla="*/ 268022 w 425186"/>
                <a:gd name="connsiteY7" fmla="*/ 324253 h 485154"/>
                <a:gd name="connsiteX8" fmla="*/ 298979 w 425186"/>
                <a:gd name="connsiteY8" fmla="*/ 279009 h 485154"/>
                <a:gd name="connsiteX9" fmla="*/ 256117 w 425186"/>
                <a:gd name="connsiteY9" fmla="*/ 262340 h 485154"/>
                <a:gd name="connsiteX10" fmla="*/ 222779 w 425186"/>
                <a:gd name="connsiteY10" fmla="*/ 262340 h 485154"/>
                <a:gd name="connsiteX11" fmla="*/ 182298 w 425186"/>
                <a:gd name="connsiteY11" fmla="*/ 276628 h 485154"/>
                <a:gd name="connsiteX12" fmla="*/ 163248 w 425186"/>
                <a:gd name="connsiteY12" fmla="*/ 321872 h 485154"/>
                <a:gd name="connsiteX13" fmla="*/ 134673 w 425186"/>
                <a:gd name="connsiteY13" fmla="*/ 357590 h 485154"/>
                <a:gd name="connsiteX14" fmla="*/ 27517 w 425186"/>
                <a:gd name="connsiteY14" fmla="*/ 336160 h 485154"/>
                <a:gd name="connsiteX15" fmla="*/ 3704 w 425186"/>
                <a:gd name="connsiteY15" fmla="*/ 207571 h 485154"/>
                <a:gd name="connsiteX16" fmla="*/ 89429 w 425186"/>
                <a:gd name="connsiteY16" fmla="*/ 155184 h 485154"/>
                <a:gd name="connsiteX17" fmla="*/ 156104 w 425186"/>
                <a:gd name="connsiteY17" fmla="*/ 188522 h 485154"/>
                <a:gd name="connsiteX18" fmla="*/ 184680 w 425186"/>
                <a:gd name="connsiteY18" fmla="*/ 231383 h 485154"/>
                <a:gd name="connsiteX19" fmla="*/ 270404 w 425186"/>
                <a:gd name="connsiteY19" fmla="*/ 229003 h 485154"/>
                <a:gd name="connsiteX20" fmla="*/ 251355 w 425186"/>
                <a:gd name="connsiteY20" fmla="*/ 167090 h 485154"/>
                <a:gd name="connsiteX21" fmla="*/ 175154 w 425186"/>
                <a:gd name="connsiteY21" fmla="*/ 157565 h 485154"/>
                <a:gd name="connsiteX22" fmla="*/ 127529 w 425186"/>
                <a:gd name="connsiteY22" fmla="*/ 76603 h 485154"/>
                <a:gd name="connsiteX23" fmla="*/ 191822 w 425186"/>
                <a:gd name="connsiteY23" fmla="*/ 2784 h 485154"/>
                <a:gd name="connsiteX24" fmla="*/ 284691 w 425186"/>
                <a:gd name="connsiteY24" fmla="*/ 24214 h 485154"/>
                <a:gd name="connsiteX25" fmla="*/ 306124 w 425186"/>
                <a:gd name="connsiteY25" fmla="*/ 105178 h 485154"/>
                <a:gd name="connsiteX26" fmla="*/ 284692 w 425186"/>
                <a:gd name="connsiteY26" fmla="*/ 150422 h 485154"/>
                <a:gd name="connsiteX27" fmla="*/ 306123 w 425186"/>
                <a:gd name="connsiteY27" fmla="*/ 198047 h 485154"/>
                <a:gd name="connsiteX28" fmla="*/ 339461 w 425186"/>
                <a:gd name="connsiteY28" fmla="*/ 255197 h 485154"/>
                <a:gd name="connsiteX29" fmla="*/ 425186 w 425186"/>
                <a:gd name="connsiteY29" fmla="*/ 257579 h 485154"/>
                <a:gd name="connsiteX30" fmla="*/ 418042 w 425186"/>
                <a:gd name="connsiteY30" fmla="*/ 321872 h 485154"/>
                <a:gd name="connsiteX31" fmla="*/ 348986 w 425186"/>
                <a:gd name="connsiteY31" fmla="*/ 321872 h 485154"/>
                <a:gd name="connsiteX0" fmla="*/ 349991 w 426191"/>
                <a:gd name="connsiteY0" fmla="*/ 321872 h 485154"/>
                <a:gd name="connsiteX1" fmla="*/ 292840 w 426191"/>
                <a:gd name="connsiteY1" fmla="*/ 357592 h 485154"/>
                <a:gd name="connsiteX2" fmla="*/ 295222 w 426191"/>
                <a:gd name="connsiteY2" fmla="*/ 424265 h 485154"/>
                <a:gd name="connsiteX3" fmla="*/ 240453 w 426191"/>
                <a:gd name="connsiteY3" fmla="*/ 481415 h 485154"/>
                <a:gd name="connsiteX4" fmla="*/ 149966 w 426191"/>
                <a:gd name="connsiteY4" fmla="*/ 448078 h 485154"/>
                <a:gd name="connsiteX5" fmla="*/ 161871 w 426191"/>
                <a:gd name="connsiteY5" fmla="*/ 355209 h 485154"/>
                <a:gd name="connsiteX6" fmla="*/ 219022 w 426191"/>
                <a:gd name="connsiteY6" fmla="*/ 326635 h 485154"/>
                <a:gd name="connsiteX7" fmla="*/ 269027 w 426191"/>
                <a:gd name="connsiteY7" fmla="*/ 324253 h 485154"/>
                <a:gd name="connsiteX8" fmla="*/ 299984 w 426191"/>
                <a:gd name="connsiteY8" fmla="*/ 279009 h 485154"/>
                <a:gd name="connsiteX9" fmla="*/ 257122 w 426191"/>
                <a:gd name="connsiteY9" fmla="*/ 262340 h 485154"/>
                <a:gd name="connsiteX10" fmla="*/ 223784 w 426191"/>
                <a:gd name="connsiteY10" fmla="*/ 262340 h 485154"/>
                <a:gd name="connsiteX11" fmla="*/ 183303 w 426191"/>
                <a:gd name="connsiteY11" fmla="*/ 276628 h 485154"/>
                <a:gd name="connsiteX12" fmla="*/ 164253 w 426191"/>
                <a:gd name="connsiteY12" fmla="*/ 321872 h 485154"/>
                <a:gd name="connsiteX13" fmla="*/ 135678 w 426191"/>
                <a:gd name="connsiteY13" fmla="*/ 357590 h 485154"/>
                <a:gd name="connsiteX14" fmla="*/ 28522 w 426191"/>
                <a:gd name="connsiteY14" fmla="*/ 336160 h 485154"/>
                <a:gd name="connsiteX15" fmla="*/ 4709 w 426191"/>
                <a:gd name="connsiteY15" fmla="*/ 207571 h 485154"/>
                <a:gd name="connsiteX16" fmla="*/ 90434 w 426191"/>
                <a:gd name="connsiteY16" fmla="*/ 155184 h 485154"/>
                <a:gd name="connsiteX17" fmla="*/ 157109 w 426191"/>
                <a:gd name="connsiteY17" fmla="*/ 188522 h 485154"/>
                <a:gd name="connsiteX18" fmla="*/ 185685 w 426191"/>
                <a:gd name="connsiteY18" fmla="*/ 231383 h 485154"/>
                <a:gd name="connsiteX19" fmla="*/ 271409 w 426191"/>
                <a:gd name="connsiteY19" fmla="*/ 229003 h 485154"/>
                <a:gd name="connsiteX20" fmla="*/ 252360 w 426191"/>
                <a:gd name="connsiteY20" fmla="*/ 167090 h 485154"/>
                <a:gd name="connsiteX21" fmla="*/ 176159 w 426191"/>
                <a:gd name="connsiteY21" fmla="*/ 157565 h 485154"/>
                <a:gd name="connsiteX22" fmla="*/ 128534 w 426191"/>
                <a:gd name="connsiteY22" fmla="*/ 76603 h 485154"/>
                <a:gd name="connsiteX23" fmla="*/ 192827 w 426191"/>
                <a:gd name="connsiteY23" fmla="*/ 2784 h 485154"/>
                <a:gd name="connsiteX24" fmla="*/ 285696 w 426191"/>
                <a:gd name="connsiteY24" fmla="*/ 24214 h 485154"/>
                <a:gd name="connsiteX25" fmla="*/ 307129 w 426191"/>
                <a:gd name="connsiteY25" fmla="*/ 105178 h 485154"/>
                <a:gd name="connsiteX26" fmla="*/ 285697 w 426191"/>
                <a:gd name="connsiteY26" fmla="*/ 150422 h 485154"/>
                <a:gd name="connsiteX27" fmla="*/ 307128 w 426191"/>
                <a:gd name="connsiteY27" fmla="*/ 198047 h 485154"/>
                <a:gd name="connsiteX28" fmla="*/ 340466 w 426191"/>
                <a:gd name="connsiteY28" fmla="*/ 255197 h 485154"/>
                <a:gd name="connsiteX29" fmla="*/ 426191 w 426191"/>
                <a:gd name="connsiteY29" fmla="*/ 257579 h 485154"/>
                <a:gd name="connsiteX30" fmla="*/ 419047 w 426191"/>
                <a:gd name="connsiteY30" fmla="*/ 321872 h 485154"/>
                <a:gd name="connsiteX31" fmla="*/ 349991 w 426191"/>
                <a:gd name="connsiteY31" fmla="*/ 321872 h 485154"/>
                <a:gd name="connsiteX0" fmla="*/ 351758 w 427958"/>
                <a:gd name="connsiteY0" fmla="*/ 321872 h 485154"/>
                <a:gd name="connsiteX1" fmla="*/ 294607 w 427958"/>
                <a:gd name="connsiteY1" fmla="*/ 357592 h 485154"/>
                <a:gd name="connsiteX2" fmla="*/ 296989 w 427958"/>
                <a:gd name="connsiteY2" fmla="*/ 424265 h 485154"/>
                <a:gd name="connsiteX3" fmla="*/ 242220 w 427958"/>
                <a:gd name="connsiteY3" fmla="*/ 481415 h 485154"/>
                <a:gd name="connsiteX4" fmla="*/ 151733 w 427958"/>
                <a:gd name="connsiteY4" fmla="*/ 448078 h 485154"/>
                <a:gd name="connsiteX5" fmla="*/ 163638 w 427958"/>
                <a:gd name="connsiteY5" fmla="*/ 355209 h 485154"/>
                <a:gd name="connsiteX6" fmla="*/ 220789 w 427958"/>
                <a:gd name="connsiteY6" fmla="*/ 326635 h 485154"/>
                <a:gd name="connsiteX7" fmla="*/ 270794 w 427958"/>
                <a:gd name="connsiteY7" fmla="*/ 324253 h 485154"/>
                <a:gd name="connsiteX8" fmla="*/ 301751 w 427958"/>
                <a:gd name="connsiteY8" fmla="*/ 279009 h 485154"/>
                <a:gd name="connsiteX9" fmla="*/ 258889 w 427958"/>
                <a:gd name="connsiteY9" fmla="*/ 262340 h 485154"/>
                <a:gd name="connsiteX10" fmla="*/ 225551 w 427958"/>
                <a:gd name="connsiteY10" fmla="*/ 262340 h 485154"/>
                <a:gd name="connsiteX11" fmla="*/ 185070 w 427958"/>
                <a:gd name="connsiteY11" fmla="*/ 276628 h 485154"/>
                <a:gd name="connsiteX12" fmla="*/ 166020 w 427958"/>
                <a:gd name="connsiteY12" fmla="*/ 321872 h 485154"/>
                <a:gd name="connsiteX13" fmla="*/ 137445 w 427958"/>
                <a:gd name="connsiteY13" fmla="*/ 357590 h 485154"/>
                <a:gd name="connsiteX14" fmla="*/ 20764 w 427958"/>
                <a:gd name="connsiteY14" fmla="*/ 319491 h 485154"/>
                <a:gd name="connsiteX15" fmla="*/ 6476 w 427958"/>
                <a:gd name="connsiteY15" fmla="*/ 207571 h 485154"/>
                <a:gd name="connsiteX16" fmla="*/ 92201 w 427958"/>
                <a:gd name="connsiteY16" fmla="*/ 155184 h 485154"/>
                <a:gd name="connsiteX17" fmla="*/ 158876 w 427958"/>
                <a:gd name="connsiteY17" fmla="*/ 188522 h 485154"/>
                <a:gd name="connsiteX18" fmla="*/ 187452 w 427958"/>
                <a:gd name="connsiteY18" fmla="*/ 231383 h 485154"/>
                <a:gd name="connsiteX19" fmla="*/ 273176 w 427958"/>
                <a:gd name="connsiteY19" fmla="*/ 229003 h 485154"/>
                <a:gd name="connsiteX20" fmla="*/ 254127 w 427958"/>
                <a:gd name="connsiteY20" fmla="*/ 167090 h 485154"/>
                <a:gd name="connsiteX21" fmla="*/ 177926 w 427958"/>
                <a:gd name="connsiteY21" fmla="*/ 157565 h 485154"/>
                <a:gd name="connsiteX22" fmla="*/ 130301 w 427958"/>
                <a:gd name="connsiteY22" fmla="*/ 76603 h 485154"/>
                <a:gd name="connsiteX23" fmla="*/ 194594 w 427958"/>
                <a:gd name="connsiteY23" fmla="*/ 2784 h 485154"/>
                <a:gd name="connsiteX24" fmla="*/ 287463 w 427958"/>
                <a:gd name="connsiteY24" fmla="*/ 24214 h 485154"/>
                <a:gd name="connsiteX25" fmla="*/ 308896 w 427958"/>
                <a:gd name="connsiteY25" fmla="*/ 105178 h 485154"/>
                <a:gd name="connsiteX26" fmla="*/ 287464 w 427958"/>
                <a:gd name="connsiteY26" fmla="*/ 150422 h 485154"/>
                <a:gd name="connsiteX27" fmla="*/ 308895 w 427958"/>
                <a:gd name="connsiteY27" fmla="*/ 198047 h 485154"/>
                <a:gd name="connsiteX28" fmla="*/ 342233 w 427958"/>
                <a:gd name="connsiteY28" fmla="*/ 255197 h 485154"/>
                <a:gd name="connsiteX29" fmla="*/ 427958 w 427958"/>
                <a:gd name="connsiteY29" fmla="*/ 257579 h 485154"/>
                <a:gd name="connsiteX30" fmla="*/ 420814 w 427958"/>
                <a:gd name="connsiteY30" fmla="*/ 321872 h 485154"/>
                <a:gd name="connsiteX31" fmla="*/ 351758 w 427958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64944 w 426882"/>
                <a:gd name="connsiteY12" fmla="*/ 321872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09966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2014"/>
                <a:gd name="connsiteX1" fmla="*/ 293531 w 426882"/>
                <a:gd name="connsiteY1" fmla="*/ 357592 h 482014"/>
                <a:gd name="connsiteX2" fmla="*/ 295913 w 426882"/>
                <a:gd name="connsiteY2" fmla="*/ 424265 h 482014"/>
                <a:gd name="connsiteX3" fmla="*/ 241144 w 426882"/>
                <a:gd name="connsiteY3" fmla="*/ 481415 h 482014"/>
                <a:gd name="connsiteX4" fmla="*/ 136370 w 426882"/>
                <a:gd name="connsiteY4" fmla="*/ 448078 h 482014"/>
                <a:gd name="connsiteX5" fmla="*/ 162562 w 426882"/>
                <a:gd name="connsiteY5" fmla="*/ 355209 h 482014"/>
                <a:gd name="connsiteX6" fmla="*/ 219713 w 426882"/>
                <a:gd name="connsiteY6" fmla="*/ 326635 h 482014"/>
                <a:gd name="connsiteX7" fmla="*/ 269718 w 426882"/>
                <a:gd name="connsiteY7" fmla="*/ 324253 h 482014"/>
                <a:gd name="connsiteX8" fmla="*/ 300675 w 426882"/>
                <a:gd name="connsiteY8" fmla="*/ 279009 h 482014"/>
                <a:gd name="connsiteX9" fmla="*/ 257813 w 426882"/>
                <a:gd name="connsiteY9" fmla="*/ 262340 h 482014"/>
                <a:gd name="connsiteX10" fmla="*/ 224475 w 426882"/>
                <a:gd name="connsiteY10" fmla="*/ 262340 h 482014"/>
                <a:gd name="connsiteX11" fmla="*/ 183994 w 426882"/>
                <a:gd name="connsiteY11" fmla="*/ 276628 h 482014"/>
                <a:gd name="connsiteX12" fmla="*/ 155419 w 426882"/>
                <a:gd name="connsiteY12" fmla="*/ 312347 h 482014"/>
                <a:gd name="connsiteX13" fmla="*/ 107794 w 426882"/>
                <a:gd name="connsiteY13" fmla="*/ 340922 h 482014"/>
                <a:gd name="connsiteX14" fmla="*/ 19688 w 426882"/>
                <a:gd name="connsiteY14" fmla="*/ 309966 h 482014"/>
                <a:gd name="connsiteX15" fmla="*/ 5400 w 426882"/>
                <a:gd name="connsiteY15" fmla="*/ 207571 h 482014"/>
                <a:gd name="connsiteX16" fmla="*/ 91125 w 426882"/>
                <a:gd name="connsiteY16" fmla="*/ 155184 h 482014"/>
                <a:gd name="connsiteX17" fmla="*/ 157800 w 426882"/>
                <a:gd name="connsiteY17" fmla="*/ 188522 h 482014"/>
                <a:gd name="connsiteX18" fmla="*/ 186376 w 426882"/>
                <a:gd name="connsiteY18" fmla="*/ 231383 h 482014"/>
                <a:gd name="connsiteX19" fmla="*/ 272100 w 426882"/>
                <a:gd name="connsiteY19" fmla="*/ 229003 h 482014"/>
                <a:gd name="connsiteX20" fmla="*/ 253051 w 426882"/>
                <a:gd name="connsiteY20" fmla="*/ 167090 h 482014"/>
                <a:gd name="connsiteX21" fmla="*/ 176850 w 426882"/>
                <a:gd name="connsiteY21" fmla="*/ 157565 h 482014"/>
                <a:gd name="connsiteX22" fmla="*/ 129225 w 426882"/>
                <a:gd name="connsiteY22" fmla="*/ 76603 h 482014"/>
                <a:gd name="connsiteX23" fmla="*/ 193518 w 426882"/>
                <a:gd name="connsiteY23" fmla="*/ 2784 h 482014"/>
                <a:gd name="connsiteX24" fmla="*/ 286387 w 426882"/>
                <a:gd name="connsiteY24" fmla="*/ 24214 h 482014"/>
                <a:gd name="connsiteX25" fmla="*/ 307820 w 426882"/>
                <a:gd name="connsiteY25" fmla="*/ 105178 h 482014"/>
                <a:gd name="connsiteX26" fmla="*/ 286388 w 426882"/>
                <a:gd name="connsiteY26" fmla="*/ 150422 h 482014"/>
                <a:gd name="connsiteX27" fmla="*/ 307819 w 426882"/>
                <a:gd name="connsiteY27" fmla="*/ 198047 h 482014"/>
                <a:gd name="connsiteX28" fmla="*/ 341157 w 426882"/>
                <a:gd name="connsiteY28" fmla="*/ 255197 h 482014"/>
                <a:gd name="connsiteX29" fmla="*/ 426882 w 426882"/>
                <a:gd name="connsiteY29" fmla="*/ 257579 h 482014"/>
                <a:gd name="connsiteX30" fmla="*/ 419738 w 426882"/>
                <a:gd name="connsiteY30" fmla="*/ 321872 h 482014"/>
                <a:gd name="connsiteX31" fmla="*/ 350682 w 426882"/>
                <a:gd name="connsiteY31" fmla="*/ 321872 h 482014"/>
                <a:gd name="connsiteX0" fmla="*/ 350682 w 426882"/>
                <a:gd name="connsiteY0" fmla="*/ 321872 h 482049"/>
                <a:gd name="connsiteX1" fmla="*/ 293531 w 426882"/>
                <a:gd name="connsiteY1" fmla="*/ 357592 h 482049"/>
                <a:gd name="connsiteX2" fmla="*/ 295913 w 426882"/>
                <a:gd name="connsiteY2" fmla="*/ 424265 h 482049"/>
                <a:gd name="connsiteX3" fmla="*/ 241144 w 426882"/>
                <a:gd name="connsiteY3" fmla="*/ 481415 h 482049"/>
                <a:gd name="connsiteX4" fmla="*/ 136370 w 426882"/>
                <a:gd name="connsiteY4" fmla="*/ 448078 h 482049"/>
                <a:gd name="connsiteX5" fmla="*/ 150656 w 426882"/>
                <a:gd name="connsiteY5" fmla="*/ 348065 h 482049"/>
                <a:gd name="connsiteX6" fmla="*/ 219713 w 426882"/>
                <a:gd name="connsiteY6" fmla="*/ 326635 h 482049"/>
                <a:gd name="connsiteX7" fmla="*/ 269718 w 426882"/>
                <a:gd name="connsiteY7" fmla="*/ 324253 h 482049"/>
                <a:gd name="connsiteX8" fmla="*/ 300675 w 426882"/>
                <a:gd name="connsiteY8" fmla="*/ 279009 h 482049"/>
                <a:gd name="connsiteX9" fmla="*/ 257813 w 426882"/>
                <a:gd name="connsiteY9" fmla="*/ 262340 h 482049"/>
                <a:gd name="connsiteX10" fmla="*/ 224475 w 426882"/>
                <a:gd name="connsiteY10" fmla="*/ 262340 h 482049"/>
                <a:gd name="connsiteX11" fmla="*/ 183994 w 426882"/>
                <a:gd name="connsiteY11" fmla="*/ 276628 h 482049"/>
                <a:gd name="connsiteX12" fmla="*/ 155419 w 426882"/>
                <a:gd name="connsiteY12" fmla="*/ 312347 h 482049"/>
                <a:gd name="connsiteX13" fmla="*/ 107794 w 426882"/>
                <a:gd name="connsiteY13" fmla="*/ 340922 h 482049"/>
                <a:gd name="connsiteX14" fmla="*/ 19688 w 426882"/>
                <a:gd name="connsiteY14" fmla="*/ 309966 h 482049"/>
                <a:gd name="connsiteX15" fmla="*/ 5400 w 426882"/>
                <a:gd name="connsiteY15" fmla="*/ 207571 h 482049"/>
                <a:gd name="connsiteX16" fmla="*/ 91125 w 426882"/>
                <a:gd name="connsiteY16" fmla="*/ 155184 h 482049"/>
                <a:gd name="connsiteX17" fmla="*/ 157800 w 426882"/>
                <a:gd name="connsiteY17" fmla="*/ 188522 h 482049"/>
                <a:gd name="connsiteX18" fmla="*/ 186376 w 426882"/>
                <a:gd name="connsiteY18" fmla="*/ 231383 h 482049"/>
                <a:gd name="connsiteX19" fmla="*/ 272100 w 426882"/>
                <a:gd name="connsiteY19" fmla="*/ 229003 h 482049"/>
                <a:gd name="connsiteX20" fmla="*/ 253051 w 426882"/>
                <a:gd name="connsiteY20" fmla="*/ 167090 h 482049"/>
                <a:gd name="connsiteX21" fmla="*/ 176850 w 426882"/>
                <a:gd name="connsiteY21" fmla="*/ 157565 h 482049"/>
                <a:gd name="connsiteX22" fmla="*/ 129225 w 426882"/>
                <a:gd name="connsiteY22" fmla="*/ 76603 h 482049"/>
                <a:gd name="connsiteX23" fmla="*/ 193518 w 426882"/>
                <a:gd name="connsiteY23" fmla="*/ 2784 h 482049"/>
                <a:gd name="connsiteX24" fmla="*/ 286387 w 426882"/>
                <a:gd name="connsiteY24" fmla="*/ 24214 h 482049"/>
                <a:gd name="connsiteX25" fmla="*/ 307820 w 426882"/>
                <a:gd name="connsiteY25" fmla="*/ 105178 h 482049"/>
                <a:gd name="connsiteX26" fmla="*/ 286388 w 426882"/>
                <a:gd name="connsiteY26" fmla="*/ 150422 h 482049"/>
                <a:gd name="connsiteX27" fmla="*/ 307819 w 426882"/>
                <a:gd name="connsiteY27" fmla="*/ 198047 h 482049"/>
                <a:gd name="connsiteX28" fmla="*/ 341157 w 426882"/>
                <a:gd name="connsiteY28" fmla="*/ 255197 h 482049"/>
                <a:gd name="connsiteX29" fmla="*/ 426882 w 426882"/>
                <a:gd name="connsiteY29" fmla="*/ 257579 h 482049"/>
                <a:gd name="connsiteX30" fmla="*/ 419738 w 426882"/>
                <a:gd name="connsiteY30" fmla="*/ 321872 h 482049"/>
                <a:gd name="connsiteX31" fmla="*/ 350682 w 426882"/>
                <a:gd name="connsiteY31" fmla="*/ 321872 h 482049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7733"/>
                <a:gd name="connsiteX1" fmla="*/ 293531 w 426882"/>
                <a:gd name="connsiteY1" fmla="*/ 357592 h 487733"/>
                <a:gd name="connsiteX2" fmla="*/ 295913 w 426882"/>
                <a:gd name="connsiteY2" fmla="*/ 424265 h 487733"/>
                <a:gd name="connsiteX3" fmla="*/ 241144 w 426882"/>
                <a:gd name="connsiteY3" fmla="*/ 481415 h 487733"/>
                <a:gd name="connsiteX4" fmla="*/ 143513 w 426882"/>
                <a:gd name="connsiteY4" fmla="*/ 459985 h 487733"/>
                <a:gd name="connsiteX5" fmla="*/ 150656 w 426882"/>
                <a:gd name="connsiteY5" fmla="*/ 348065 h 487733"/>
                <a:gd name="connsiteX6" fmla="*/ 219713 w 426882"/>
                <a:gd name="connsiteY6" fmla="*/ 326635 h 487733"/>
                <a:gd name="connsiteX7" fmla="*/ 269718 w 426882"/>
                <a:gd name="connsiteY7" fmla="*/ 324253 h 487733"/>
                <a:gd name="connsiteX8" fmla="*/ 300675 w 426882"/>
                <a:gd name="connsiteY8" fmla="*/ 279009 h 487733"/>
                <a:gd name="connsiteX9" fmla="*/ 257813 w 426882"/>
                <a:gd name="connsiteY9" fmla="*/ 262340 h 487733"/>
                <a:gd name="connsiteX10" fmla="*/ 224475 w 426882"/>
                <a:gd name="connsiteY10" fmla="*/ 262340 h 487733"/>
                <a:gd name="connsiteX11" fmla="*/ 183994 w 426882"/>
                <a:gd name="connsiteY11" fmla="*/ 276628 h 487733"/>
                <a:gd name="connsiteX12" fmla="*/ 155419 w 426882"/>
                <a:gd name="connsiteY12" fmla="*/ 312347 h 487733"/>
                <a:gd name="connsiteX13" fmla="*/ 107794 w 426882"/>
                <a:gd name="connsiteY13" fmla="*/ 340922 h 487733"/>
                <a:gd name="connsiteX14" fmla="*/ 19688 w 426882"/>
                <a:gd name="connsiteY14" fmla="*/ 309966 h 487733"/>
                <a:gd name="connsiteX15" fmla="*/ 5400 w 426882"/>
                <a:gd name="connsiteY15" fmla="*/ 207571 h 487733"/>
                <a:gd name="connsiteX16" fmla="*/ 91125 w 426882"/>
                <a:gd name="connsiteY16" fmla="*/ 155184 h 487733"/>
                <a:gd name="connsiteX17" fmla="*/ 157800 w 426882"/>
                <a:gd name="connsiteY17" fmla="*/ 188522 h 487733"/>
                <a:gd name="connsiteX18" fmla="*/ 186376 w 426882"/>
                <a:gd name="connsiteY18" fmla="*/ 231383 h 487733"/>
                <a:gd name="connsiteX19" fmla="*/ 272100 w 426882"/>
                <a:gd name="connsiteY19" fmla="*/ 229003 h 487733"/>
                <a:gd name="connsiteX20" fmla="*/ 253051 w 426882"/>
                <a:gd name="connsiteY20" fmla="*/ 167090 h 487733"/>
                <a:gd name="connsiteX21" fmla="*/ 176850 w 426882"/>
                <a:gd name="connsiteY21" fmla="*/ 157565 h 487733"/>
                <a:gd name="connsiteX22" fmla="*/ 129225 w 426882"/>
                <a:gd name="connsiteY22" fmla="*/ 76603 h 487733"/>
                <a:gd name="connsiteX23" fmla="*/ 193518 w 426882"/>
                <a:gd name="connsiteY23" fmla="*/ 2784 h 487733"/>
                <a:gd name="connsiteX24" fmla="*/ 286387 w 426882"/>
                <a:gd name="connsiteY24" fmla="*/ 24214 h 487733"/>
                <a:gd name="connsiteX25" fmla="*/ 307820 w 426882"/>
                <a:gd name="connsiteY25" fmla="*/ 105178 h 487733"/>
                <a:gd name="connsiteX26" fmla="*/ 286388 w 426882"/>
                <a:gd name="connsiteY26" fmla="*/ 150422 h 487733"/>
                <a:gd name="connsiteX27" fmla="*/ 307819 w 426882"/>
                <a:gd name="connsiteY27" fmla="*/ 198047 h 487733"/>
                <a:gd name="connsiteX28" fmla="*/ 341157 w 426882"/>
                <a:gd name="connsiteY28" fmla="*/ 255197 h 487733"/>
                <a:gd name="connsiteX29" fmla="*/ 426882 w 426882"/>
                <a:gd name="connsiteY29" fmla="*/ 257579 h 487733"/>
                <a:gd name="connsiteX30" fmla="*/ 419738 w 426882"/>
                <a:gd name="connsiteY30" fmla="*/ 321872 h 487733"/>
                <a:gd name="connsiteX31" fmla="*/ 350682 w 426882"/>
                <a:gd name="connsiteY31" fmla="*/ 321872 h 48773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9713 w 426882"/>
                <a:gd name="connsiteY6" fmla="*/ 326635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3819"/>
                <a:gd name="connsiteX1" fmla="*/ 293531 w 426882"/>
                <a:gd name="connsiteY1" fmla="*/ 357592 h 483819"/>
                <a:gd name="connsiteX2" fmla="*/ 295913 w 426882"/>
                <a:gd name="connsiteY2" fmla="*/ 424265 h 483819"/>
                <a:gd name="connsiteX3" fmla="*/ 241144 w 426882"/>
                <a:gd name="connsiteY3" fmla="*/ 481415 h 483819"/>
                <a:gd name="connsiteX4" fmla="*/ 143513 w 426882"/>
                <a:gd name="connsiteY4" fmla="*/ 459985 h 483819"/>
                <a:gd name="connsiteX5" fmla="*/ 145893 w 426882"/>
                <a:gd name="connsiteY5" fmla="*/ 343302 h 483819"/>
                <a:gd name="connsiteX6" fmla="*/ 212569 w 426882"/>
                <a:gd name="connsiteY6" fmla="*/ 309967 h 483819"/>
                <a:gd name="connsiteX7" fmla="*/ 269718 w 426882"/>
                <a:gd name="connsiteY7" fmla="*/ 324253 h 483819"/>
                <a:gd name="connsiteX8" fmla="*/ 300675 w 426882"/>
                <a:gd name="connsiteY8" fmla="*/ 279009 h 483819"/>
                <a:gd name="connsiteX9" fmla="*/ 257813 w 426882"/>
                <a:gd name="connsiteY9" fmla="*/ 262340 h 483819"/>
                <a:gd name="connsiteX10" fmla="*/ 224475 w 426882"/>
                <a:gd name="connsiteY10" fmla="*/ 262340 h 483819"/>
                <a:gd name="connsiteX11" fmla="*/ 183994 w 426882"/>
                <a:gd name="connsiteY11" fmla="*/ 276628 h 483819"/>
                <a:gd name="connsiteX12" fmla="*/ 155419 w 426882"/>
                <a:gd name="connsiteY12" fmla="*/ 312347 h 483819"/>
                <a:gd name="connsiteX13" fmla="*/ 107794 w 426882"/>
                <a:gd name="connsiteY13" fmla="*/ 340922 h 483819"/>
                <a:gd name="connsiteX14" fmla="*/ 19688 w 426882"/>
                <a:gd name="connsiteY14" fmla="*/ 309966 h 483819"/>
                <a:gd name="connsiteX15" fmla="*/ 5400 w 426882"/>
                <a:gd name="connsiteY15" fmla="*/ 207571 h 483819"/>
                <a:gd name="connsiteX16" fmla="*/ 91125 w 426882"/>
                <a:gd name="connsiteY16" fmla="*/ 155184 h 483819"/>
                <a:gd name="connsiteX17" fmla="*/ 157800 w 426882"/>
                <a:gd name="connsiteY17" fmla="*/ 188522 h 483819"/>
                <a:gd name="connsiteX18" fmla="*/ 186376 w 426882"/>
                <a:gd name="connsiteY18" fmla="*/ 231383 h 483819"/>
                <a:gd name="connsiteX19" fmla="*/ 272100 w 426882"/>
                <a:gd name="connsiteY19" fmla="*/ 229003 h 483819"/>
                <a:gd name="connsiteX20" fmla="*/ 253051 w 426882"/>
                <a:gd name="connsiteY20" fmla="*/ 167090 h 483819"/>
                <a:gd name="connsiteX21" fmla="*/ 176850 w 426882"/>
                <a:gd name="connsiteY21" fmla="*/ 157565 h 483819"/>
                <a:gd name="connsiteX22" fmla="*/ 129225 w 426882"/>
                <a:gd name="connsiteY22" fmla="*/ 76603 h 483819"/>
                <a:gd name="connsiteX23" fmla="*/ 193518 w 426882"/>
                <a:gd name="connsiteY23" fmla="*/ 2784 h 483819"/>
                <a:gd name="connsiteX24" fmla="*/ 286387 w 426882"/>
                <a:gd name="connsiteY24" fmla="*/ 24214 h 483819"/>
                <a:gd name="connsiteX25" fmla="*/ 307820 w 426882"/>
                <a:gd name="connsiteY25" fmla="*/ 105178 h 483819"/>
                <a:gd name="connsiteX26" fmla="*/ 286388 w 426882"/>
                <a:gd name="connsiteY26" fmla="*/ 150422 h 483819"/>
                <a:gd name="connsiteX27" fmla="*/ 307819 w 426882"/>
                <a:gd name="connsiteY27" fmla="*/ 198047 h 483819"/>
                <a:gd name="connsiteX28" fmla="*/ 341157 w 426882"/>
                <a:gd name="connsiteY28" fmla="*/ 255197 h 483819"/>
                <a:gd name="connsiteX29" fmla="*/ 426882 w 426882"/>
                <a:gd name="connsiteY29" fmla="*/ 257579 h 483819"/>
                <a:gd name="connsiteX30" fmla="*/ 419738 w 426882"/>
                <a:gd name="connsiteY30" fmla="*/ 321872 h 483819"/>
                <a:gd name="connsiteX31" fmla="*/ 350682 w 426882"/>
                <a:gd name="connsiteY31" fmla="*/ 321872 h 4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6882" h="483819">
                  <a:moveTo>
                    <a:pt x="350682" y="321872"/>
                  </a:moveTo>
                  <a:cubicBezTo>
                    <a:pt x="322504" y="330206"/>
                    <a:pt x="308612" y="340923"/>
                    <a:pt x="293531" y="357592"/>
                  </a:cubicBezTo>
                  <a:cubicBezTo>
                    <a:pt x="297500" y="376642"/>
                    <a:pt x="304644" y="403628"/>
                    <a:pt x="295913" y="424265"/>
                  </a:cubicBezTo>
                  <a:cubicBezTo>
                    <a:pt x="287182" y="444902"/>
                    <a:pt x="266544" y="475462"/>
                    <a:pt x="241144" y="481415"/>
                  </a:cubicBezTo>
                  <a:cubicBezTo>
                    <a:pt x="215744" y="487368"/>
                    <a:pt x="159388" y="483004"/>
                    <a:pt x="143513" y="459985"/>
                  </a:cubicBezTo>
                  <a:cubicBezTo>
                    <a:pt x="127638" y="436966"/>
                    <a:pt x="112952" y="377830"/>
                    <a:pt x="145893" y="343302"/>
                  </a:cubicBezTo>
                  <a:cubicBezTo>
                    <a:pt x="178834" y="308774"/>
                    <a:pt x="191932" y="313142"/>
                    <a:pt x="212569" y="309967"/>
                  </a:cubicBezTo>
                  <a:cubicBezTo>
                    <a:pt x="233206" y="306792"/>
                    <a:pt x="255034" y="329413"/>
                    <a:pt x="269718" y="324253"/>
                  </a:cubicBezTo>
                  <a:cubicBezTo>
                    <a:pt x="284402" y="319093"/>
                    <a:pt x="302659" y="289328"/>
                    <a:pt x="300675" y="279009"/>
                  </a:cubicBezTo>
                  <a:cubicBezTo>
                    <a:pt x="298691" y="268690"/>
                    <a:pt x="270513" y="265118"/>
                    <a:pt x="257813" y="262340"/>
                  </a:cubicBezTo>
                  <a:cubicBezTo>
                    <a:pt x="245113" y="259562"/>
                    <a:pt x="236778" y="259959"/>
                    <a:pt x="224475" y="262340"/>
                  </a:cubicBezTo>
                  <a:cubicBezTo>
                    <a:pt x="212172" y="264721"/>
                    <a:pt x="195503" y="268294"/>
                    <a:pt x="183994" y="276628"/>
                  </a:cubicBezTo>
                  <a:cubicBezTo>
                    <a:pt x="172485" y="284962"/>
                    <a:pt x="168119" y="301631"/>
                    <a:pt x="155419" y="312347"/>
                  </a:cubicBezTo>
                  <a:cubicBezTo>
                    <a:pt x="142719" y="323063"/>
                    <a:pt x="130416" y="341319"/>
                    <a:pt x="107794" y="340922"/>
                  </a:cubicBezTo>
                  <a:cubicBezTo>
                    <a:pt x="85172" y="340525"/>
                    <a:pt x="36754" y="332191"/>
                    <a:pt x="19688" y="309966"/>
                  </a:cubicBezTo>
                  <a:cubicBezTo>
                    <a:pt x="2622" y="287741"/>
                    <a:pt x="-6506" y="233368"/>
                    <a:pt x="5400" y="207571"/>
                  </a:cubicBezTo>
                  <a:cubicBezTo>
                    <a:pt x="17306" y="181774"/>
                    <a:pt x="65725" y="158359"/>
                    <a:pt x="91125" y="155184"/>
                  </a:cubicBezTo>
                  <a:cubicBezTo>
                    <a:pt x="116525" y="152009"/>
                    <a:pt x="141925" y="175822"/>
                    <a:pt x="157800" y="188522"/>
                  </a:cubicBezTo>
                  <a:cubicBezTo>
                    <a:pt x="173675" y="201222"/>
                    <a:pt x="176852" y="210349"/>
                    <a:pt x="186376" y="231383"/>
                  </a:cubicBezTo>
                  <a:cubicBezTo>
                    <a:pt x="214950" y="226224"/>
                    <a:pt x="260988" y="239718"/>
                    <a:pt x="272100" y="229003"/>
                  </a:cubicBezTo>
                  <a:cubicBezTo>
                    <a:pt x="283212" y="218288"/>
                    <a:pt x="264163" y="186140"/>
                    <a:pt x="253051" y="167090"/>
                  </a:cubicBezTo>
                  <a:cubicBezTo>
                    <a:pt x="232414" y="167090"/>
                    <a:pt x="197488" y="172646"/>
                    <a:pt x="176850" y="157565"/>
                  </a:cubicBezTo>
                  <a:cubicBezTo>
                    <a:pt x="156212" y="142484"/>
                    <a:pt x="126447" y="102400"/>
                    <a:pt x="129225" y="76603"/>
                  </a:cubicBezTo>
                  <a:cubicBezTo>
                    <a:pt x="132003" y="50806"/>
                    <a:pt x="167324" y="11516"/>
                    <a:pt x="193518" y="2784"/>
                  </a:cubicBezTo>
                  <a:cubicBezTo>
                    <a:pt x="219712" y="-5948"/>
                    <a:pt x="267337" y="7148"/>
                    <a:pt x="286387" y="24214"/>
                  </a:cubicBezTo>
                  <a:cubicBezTo>
                    <a:pt x="305437" y="41280"/>
                    <a:pt x="307820" y="84143"/>
                    <a:pt x="307820" y="105178"/>
                  </a:cubicBezTo>
                  <a:cubicBezTo>
                    <a:pt x="307820" y="126213"/>
                    <a:pt x="286388" y="134944"/>
                    <a:pt x="286388" y="150422"/>
                  </a:cubicBezTo>
                  <a:cubicBezTo>
                    <a:pt x="286388" y="165900"/>
                    <a:pt x="298691" y="180585"/>
                    <a:pt x="307819" y="198047"/>
                  </a:cubicBezTo>
                  <a:cubicBezTo>
                    <a:pt x="316947" y="215510"/>
                    <a:pt x="325283" y="234163"/>
                    <a:pt x="341157" y="255197"/>
                  </a:cubicBezTo>
                  <a:cubicBezTo>
                    <a:pt x="364175" y="257182"/>
                    <a:pt x="379654" y="255992"/>
                    <a:pt x="426882" y="257579"/>
                  </a:cubicBezTo>
                  <a:cubicBezTo>
                    <a:pt x="416960" y="285360"/>
                    <a:pt x="422119" y="279010"/>
                    <a:pt x="419738" y="321872"/>
                  </a:cubicBezTo>
                  <a:cubicBezTo>
                    <a:pt x="379257" y="321872"/>
                    <a:pt x="383624" y="320682"/>
                    <a:pt x="350682" y="3218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6A9576-4617-77C2-2989-3A2DF5F81DF1}"/>
                </a:ext>
              </a:extLst>
            </p:cNvPr>
            <p:cNvSpPr/>
            <p:nvPr/>
          </p:nvSpPr>
          <p:spPr>
            <a:xfrm>
              <a:off x="2784293" y="3577486"/>
              <a:ext cx="95249" cy="944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89F777-2CAF-0AC1-FCBA-7C4A3365F30F}"/>
                </a:ext>
              </a:extLst>
            </p:cNvPr>
            <p:cNvSpPr/>
            <p:nvPr/>
          </p:nvSpPr>
          <p:spPr>
            <a:xfrm>
              <a:off x="2795536" y="3481566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1A968A3-0D51-A3C8-0AE2-400136017E2F}"/>
                </a:ext>
              </a:extLst>
            </p:cNvPr>
            <p:cNvSpPr/>
            <p:nvPr/>
          </p:nvSpPr>
          <p:spPr>
            <a:xfrm>
              <a:off x="2902029" y="3474098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8F78DCF-2D50-EE22-9C0B-297D3BAE1C50}"/>
              </a:ext>
            </a:extLst>
          </p:cNvPr>
          <p:cNvGrpSpPr/>
          <p:nvPr/>
        </p:nvGrpSpPr>
        <p:grpSpPr>
          <a:xfrm>
            <a:off x="5231161" y="3700442"/>
            <a:ext cx="3715989" cy="1088646"/>
            <a:chOff x="5231161" y="3700442"/>
            <a:chExt cx="3715989" cy="1088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2B0D01-8CD1-C46D-3CB7-6E51AB46E3A3}"/>
                </a:ext>
              </a:extLst>
            </p:cNvPr>
            <p:cNvGrpSpPr/>
            <p:nvPr/>
          </p:nvGrpSpPr>
          <p:grpSpPr>
            <a:xfrm>
              <a:off x="5231161" y="3958091"/>
              <a:ext cx="3715989" cy="830997"/>
              <a:chOff x="5231161" y="3958091"/>
              <a:chExt cx="3715989" cy="83099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BBC004-0A39-D090-23CD-B3E7314B4A82}"/>
                  </a:ext>
                </a:extLst>
              </p:cNvPr>
              <p:cNvSpPr txBox="1"/>
              <p:nvPr/>
            </p:nvSpPr>
            <p:spPr>
              <a:xfrm>
                <a:off x="5231161" y="3958091"/>
                <a:ext cx="2055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PTX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Abdominal distention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DAB432-E1FE-E2A7-1868-FBF5E82AB79C}"/>
                  </a:ext>
                </a:extLst>
              </p:cNvPr>
              <p:cNvSpPr txBox="1"/>
              <p:nvPr/>
            </p:nvSpPr>
            <p:spPr>
              <a:xfrm>
                <a:off x="6467144" y="3958091"/>
                <a:ext cx="24800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Atelectasis/ lobar collapse</a:t>
                </a:r>
              </a:p>
              <a:p>
                <a:pPr marL="117475" indent="-117475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Pleural effusion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780189-355B-6FB4-59A6-A430F36F4428}"/>
                </a:ext>
              </a:extLst>
            </p:cNvPr>
            <p:cNvSpPr txBox="1"/>
            <p:nvPr/>
          </p:nvSpPr>
          <p:spPr>
            <a:xfrm>
              <a:off x="5498577" y="3700442"/>
              <a:ext cx="24302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u="sng" dirty="0"/>
                <a:t>Alveolar collapse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F0A3AD-C12C-C5A9-E86F-D4A257590E87}"/>
              </a:ext>
            </a:extLst>
          </p:cNvPr>
          <p:cNvGrpSpPr/>
          <p:nvPr/>
        </p:nvGrpSpPr>
        <p:grpSpPr>
          <a:xfrm rot="17376884">
            <a:off x="2689022" y="4275051"/>
            <a:ext cx="241838" cy="216694"/>
            <a:chOff x="2769868" y="3465435"/>
            <a:chExt cx="241838" cy="21669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0497F91-F8A4-E335-0210-8ABA0A36DD85}"/>
                </a:ext>
              </a:extLst>
            </p:cNvPr>
            <p:cNvSpPr/>
            <p:nvPr/>
          </p:nvSpPr>
          <p:spPr>
            <a:xfrm rot="2846637">
              <a:off x="2782440" y="3452863"/>
              <a:ext cx="216694" cy="241838"/>
            </a:xfrm>
            <a:custGeom>
              <a:avLst/>
              <a:gdLst>
                <a:gd name="connsiteX0" fmla="*/ 289460 w 367013"/>
                <a:gd name="connsiteY0" fmla="*/ 264217 h 424089"/>
                <a:gd name="connsiteX1" fmla="*/ 234691 w 367013"/>
                <a:gd name="connsiteY1" fmla="*/ 295173 h 424089"/>
                <a:gd name="connsiteX2" fmla="*/ 241835 w 367013"/>
                <a:gd name="connsiteY2" fmla="*/ 357085 h 424089"/>
                <a:gd name="connsiteX3" fmla="*/ 187066 w 367013"/>
                <a:gd name="connsiteY3" fmla="*/ 423760 h 424089"/>
                <a:gd name="connsiteX4" fmla="*/ 106103 w 367013"/>
                <a:gd name="connsiteY4" fmla="*/ 378517 h 424089"/>
                <a:gd name="connsiteX5" fmla="*/ 115628 w 367013"/>
                <a:gd name="connsiteY5" fmla="*/ 288029 h 424089"/>
                <a:gd name="connsiteX6" fmla="*/ 165635 w 367013"/>
                <a:gd name="connsiteY6" fmla="*/ 283267 h 424089"/>
                <a:gd name="connsiteX7" fmla="*/ 191828 w 367013"/>
                <a:gd name="connsiteY7" fmla="*/ 278504 h 424089"/>
                <a:gd name="connsiteX8" fmla="*/ 239453 w 367013"/>
                <a:gd name="connsiteY8" fmla="*/ 221354 h 424089"/>
                <a:gd name="connsiteX9" fmla="*/ 196591 w 367013"/>
                <a:gd name="connsiteY9" fmla="*/ 204685 h 424089"/>
                <a:gd name="connsiteX10" fmla="*/ 163253 w 367013"/>
                <a:gd name="connsiteY10" fmla="*/ 204685 h 424089"/>
                <a:gd name="connsiteX11" fmla="*/ 122772 w 367013"/>
                <a:gd name="connsiteY11" fmla="*/ 218973 h 424089"/>
                <a:gd name="connsiteX12" fmla="*/ 103722 w 367013"/>
                <a:gd name="connsiteY12" fmla="*/ 264217 h 424089"/>
                <a:gd name="connsiteX13" fmla="*/ 75147 w 367013"/>
                <a:gd name="connsiteY13" fmla="*/ 299935 h 424089"/>
                <a:gd name="connsiteX14" fmla="*/ 29903 w 367013"/>
                <a:gd name="connsiteY14" fmla="*/ 285648 h 424089"/>
                <a:gd name="connsiteX15" fmla="*/ 1328 w 367013"/>
                <a:gd name="connsiteY15" fmla="*/ 235642 h 424089"/>
                <a:gd name="connsiteX16" fmla="*/ 72766 w 367013"/>
                <a:gd name="connsiteY16" fmla="*/ 176110 h 424089"/>
                <a:gd name="connsiteX17" fmla="*/ 79910 w 367013"/>
                <a:gd name="connsiteY17" fmla="*/ 180873 h 424089"/>
                <a:gd name="connsiteX18" fmla="*/ 108485 w 367013"/>
                <a:gd name="connsiteY18" fmla="*/ 185635 h 424089"/>
                <a:gd name="connsiteX19" fmla="*/ 210878 w 367013"/>
                <a:gd name="connsiteY19" fmla="*/ 171348 h 424089"/>
                <a:gd name="connsiteX20" fmla="*/ 203735 w 367013"/>
                <a:gd name="connsiteY20" fmla="*/ 130867 h 424089"/>
                <a:gd name="connsiteX21" fmla="*/ 189447 w 367013"/>
                <a:gd name="connsiteY21" fmla="*/ 90385 h 424089"/>
                <a:gd name="connsiteX22" fmla="*/ 134678 w 367013"/>
                <a:gd name="connsiteY22" fmla="*/ 99910 h 424089"/>
                <a:gd name="connsiteX23" fmla="*/ 113247 w 367013"/>
                <a:gd name="connsiteY23" fmla="*/ 57048 h 424089"/>
                <a:gd name="connsiteX24" fmla="*/ 141822 w 367013"/>
                <a:gd name="connsiteY24" fmla="*/ 7042 h 424089"/>
                <a:gd name="connsiteX25" fmla="*/ 208497 w 367013"/>
                <a:gd name="connsiteY25" fmla="*/ 4660 h 424089"/>
                <a:gd name="connsiteX26" fmla="*/ 234691 w 367013"/>
                <a:gd name="connsiteY26" fmla="*/ 47523 h 424089"/>
                <a:gd name="connsiteX27" fmla="*/ 225166 w 367013"/>
                <a:gd name="connsiteY27" fmla="*/ 92767 h 424089"/>
                <a:gd name="connsiteX28" fmla="*/ 246597 w 367013"/>
                <a:gd name="connsiteY28" fmla="*/ 140392 h 424089"/>
                <a:gd name="connsiteX29" fmla="*/ 260885 w 367013"/>
                <a:gd name="connsiteY29" fmla="*/ 197542 h 424089"/>
                <a:gd name="connsiteX30" fmla="*/ 356135 w 367013"/>
                <a:gd name="connsiteY30" fmla="*/ 207067 h 424089"/>
                <a:gd name="connsiteX31" fmla="*/ 358516 w 367013"/>
                <a:gd name="connsiteY31" fmla="*/ 264217 h 424089"/>
                <a:gd name="connsiteX32" fmla="*/ 289460 w 367013"/>
                <a:gd name="connsiteY32" fmla="*/ 264217 h 424089"/>
                <a:gd name="connsiteX0" fmla="*/ 289460 w 367013"/>
                <a:gd name="connsiteY0" fmla="*/ 264217 h 429041"/>
                <a:gd name="connsiteX1" fmla="*/ 234691 w 367013"/>
                <a:gd name="connsiteY1" fmla="*/ 295173 h 429041"/>
                <a:gd name="connsiteX2" fmla="*/ 241835 w 367013"/>
                <a:gd name="connsiteY2" fmla="*/ 357085 h 429041"/>
                <a:gd name="connsiteX3" fmla="*/ 187066 w 367013"/>
                <a:gd name="connsiteY3" fmla="*/ 423760 h 429041"/>
                <a:gd name="connsiteX4" fmla="*/ 89434 w 367013"/>
                <a:gd name="connsiteY4" fmla="*/ 409473 h 429041"/>
                <a:gd name="connsiteX5" fmla="*/ 115628 w 367013"/>
                <a:gd name="connsiteY5" fmla="*/ 288029 h 429041"/>
                <a:gd name="connsiteX6" fmla="*/ 165635 w 367013"/>
                <a:gd name="connsiteY6" fmla="*/ 283267 h 429041"/>
                <a:gd name="connsiteX7" fmla="*/ 191828 w 367013"/>
                <a:gd name="connsiteY7" fmla="*/ 278504 h 429041"/>
                <a:gd name="connsiteX8" fmla="*/ 239453 w 367013"/>
                <a:gd name="connsiteY8" fmla="*/ 221354 h 429041"/>
                <a:gd name="connsiteX9" fmla="*/ 196591 w 367013"/>
                <a:gd name="connsiteY9" fmla="*/ 204685 h 429041"/>
                <a:gd name="connsiteX10" fmla="*/ 163253 w 367013"/>
                <a:gd name="connsiteY10" fmla="*/ 204685 h 429041"/>
                <a:gd name="connsiteX11" fmla="*/ 122772 w 367013"/>
                <a:gd name="connsiteY11" fmla="*/ 218973 h 429041"/>
                <a:gd name="connsiteX12" fmla="*/ 103722 w 367013"/>
                <a:gd name="connsiteY12" fmla="*/ 264217 h 429041"/>
                <a:gd name="connsiteX13" fmla="*/ 75147 w 367013"/>
                <a:gd name="connsiteY13" fmla="*/ 299935 h 429041"/>
                <a:gd name="connsiteX14" fmla="*/ 29903 w 367013"/>
                <a:gd name="connsiteY14" fmla="*/ 285648 h 429041"/>
                <a:gd name="connsiteX15" fmla="*/ 1328 w 367013"/>
                <a:gd name="connsiteY15" fmla="*/ 235642 h 429041"/>
                <a:gd name="connsiteX16" fmla="*/ 72766 w 367013"/>
                <a:gd name="connsiteY16" fmla="*/ 176110 h 429041"/>
                <a:gd name="connsiteX17" fmla="*/ 79910 w 367013"/>
                <a:gd name="connsiteY17" fmla="*/ 180873 h 429041"/>
                <a:gd name="connsiteX18" fmla="*/ 108485 w 367013"/>
                <a:gd name="connsiteY18" fmla="*/ 185635 h 429041"/>
                <a:gd name="connsiteX19" fmla="*/ 210878 w 367013"/>
                <a:gd name="connsiteY19" fmla="*/ 171348 h 429041"/>
                <a:gd name="connsiteX20" fmla="*/ 203735 w 367013"/>
                <a:gd name="connsiteY20" fmla="*/ 130867 h 429041"/>
                <a:gd name="connsiteX21" fmla="*/ 189447 w 367013"/>
                <a:gd name="connsiteY21" fmla="*/ 90385 h 429041"/>
                <a:gd name="connsiteX22" fmla="*/ 134678 w 367013"/>
                <a:gd name="connsiteY22" fmla="*/ 99910 h 429041"/>
                <a:gd name="connsiteX23" fmla="*/ 113247 w 367013"/>
                <a:gd name="connsiteY23" fmla="*/ 57048 h 429041"/>
                <a:gd name="connsiteX24" fmla="*/ 141822 w 367013"/>
                <a:gd name="connsiteY24" fmla="*/ 7042 h 429041"/>
                <a:gd name="connsiteX25" fmla="*/ 208497 w 367013"/>
                <a:gd name="connsiteY25" fmla="*/ 4660 h 429041"/>
                <a:gd name="connsiteX26" fmla="*/ 234691 w 367013"/>
                <a:gd name="connsiteY26" fmla="*/ 47523 h 429041"/>
                <a:gd name="connsiteX27" fmla="*/ 225166 w 367013"/>
                <a:gd name="connsiteY27" fmla="*/ 92767 h 429041"/>
                <a:gd name="connsiteX28" fmla="*/ 246597 w 367013"/>
                <a:gd name="connsiteY28" fmla="*/ 140392 h 429041"/>
                <a:gd name="connsiteX29" fmla="*/ 260885 w 367013"/>
                <a:gd name="connsiteY29" fmla="*/ 197542 h 429041"/>
                <a:gd name="connsiteX30" fmla="*/ 356135 w 367013"/>
                <a:gd name="connsiteY30" fmla="*/ 207067 h 429041"/>
                <a:gd name="connsiteX31" fmla="*/ 358516 w 367013"/>
                <a:gd name="connsiteY31" fmla="*/ 264217 h 429041"/>
                <a:gd name="connsiteX32" fmla="*/ 289460 w 367013"/>
                <a:gd name="connsiteY32" fmla="*/ 264217 h 429041"/>
                <a:gd name="connsiteX0" fmla="*/ 289460 w 367013"/>
                <a:gd name="connsiteY0" fmla="*/ 264217 h 436489"/>
                <a:gd name="connsiteX1" fmla="*/ 234691 w 367013"/>
                <a:gd name="connsiteY1" fmla="*/ 295173 h 436489"/>
                <a:gd name="connsiteX2" fmla="*/ 241835 w 367013"/>
                <a:gd name="connsiteY2" fmla="*/ 357085 h 436489"/>
                <a:gd name="connsiteX3" fmla="*/ 187066 w 367013"/>
                <a:gd name="connsiteY3" fmla="*/ 423760 h 436489"/>
                <a:gd name="connsiteX4" fmla="*/ 89434 w 367013"/>
                <a:gd name="connsiteY4" fmla="*/ 409473 h 436489"/>
                <a:gd name="connsiteX5" fmla="*/ 115628 w 367013"/>
                <a:gd name="connsiteY5" fmla="*/ 288029 h 436489"/>
                <a:gd name="connsiteX6" fmla="*/ 165635 w 367013"/>
                <a:gd name="connsiteY6" fmla="*/ 283267 h 436489"/>
                <a:gd name="connsiteX7" fmla="*/ 191828 w 367013"/>
                <a:gd name="connsiteY7" fmla="*/ 278504 h 436489"/>
                <a:gd name="connsiteX8" fmla="*/ 239453 w 367013"/>
                <a:gd name="connsiteY8" fmla="*/ 221354 h 436489"/>
                <a:gd name="connsiteX9" fmla="*/ 196591 w 367013"/>
                <a:gd name="connsiteY9" fmla="*/ 204685 h 436489"/>
                <a:gd name="connsiteX10" fmla="*/ 163253 w 367013"/>
                <a:gd name="connsiteY10" fmla="*/ 204685 h 436489"/>
                <a:gd name="connsiteX11" fmla="*/ 122772 w 367013"/>
                <a:gd name="connsiteY11" fmla="*/ 218973 h 436489"/>
                <a:gd name="connsiteX12" fmla="*/ 103722 w 367013"/>
                <a:gd name="connsiteY12" fmla="*/ 264217 h 436489"/>
                <a:gd name="connsiteX13" fmla="*/ 75147 w 367013"/>
                <a:gd name="connsiteY13" fmla="*/ 299935 h 436489"/>
                <a:gd name="connsiteX14" fmla="*/ 29903 w 367013"/>
                <a:gd name="connsiteY14" fmla="*/ 285648 h 436489"/>
                <a:gd name="connsiteX15" fmla="*/ 1328 w 367013"/>
                <a:gd name="connsiteY15" fmla="*/ 235642 h 436489"/>
                <a:gd name="connsiteX16" fmla="*/ 72766 w 367013"/>
                <a:gd name="connsiteY16" fmla="*/ 176110 h 436489"/>
                <a:gd name="connsiteX17" fmla="*/ 79910 w 367013"/>
                <a:gd name="connsiteY17" fmla="*/ 180873 h 436489"/>
                <a:gd name="connsiteX18" fmla="*/ 108485 w 367013"/>
                <a:gd name="connsiteY18" fmla="*/ 185635 h 436489"/>
                <a:gd name="connsiteX19" fmla="*/ 210878 w 367013"/>
                <a:gd name="connsiteY19" fmla="*/ 171348 h 436489"/>
                <a:gd name="connsiteX20" fmla="*/ 203735 w 367013"/>
                <a:gd name="connsiteY20" fmla="*/ 130867 h 436489"/>
                <a:gd name="connsiteX21" fmla="*/ 189447 w 367013"/>
                <a:gd name="connsiteY21" fmla="*/ 90385 h 436489"/>
                <a:gd name="connsiteX22" fmla="*/ 134678 w 367013"/>
                <a:gd name="connsiteY22" fmla="*/ 99910 h 436489"/>
                <a:gd name="connsiteX23" fmla="*/ 113247 w 367013"/>
                <a:gd name="connsiteY23" fmla="*/ 57048 h 436489"/>
                <a:gd name="connsiteX24" fmla="*/ 141822 w 367013"/>
                <a:gd name="connsiteY24" fmla="*/ 7042 h 436489"/>
                <a:gd name="connsiteX25" fmla="*/ 208497 w 367013"/>
                <a:gd name="connsiteY25" fmla="*/ 4660 h 436489"/>
                <a:gd name="connsiteX26" fmla="*/ 234691 w 367013"/>
                <a:gd name="connsiteY26" fmla="*/ 47523 h 436489"/>
                <a:gd name="connsiteX27" fmla="*/ 225166 w 367013"/>
                <a:gd name="connsiteY27" fmla="*/ 92767 h 436489"/>
                <a:gd name="connsiteX28" fmla="*/ 246597 w 367013"/>
                <a:gd name="connsiteY28" fmla="*/ 140392 h 436489"/>
                <a:gd name="connsiteX29" fmla="*/ 260885 w 367013"/>
                <a:gd name="connsiteY29" fmla="*/ 197542 h 436489"/>
                <a:gd name="connsiteX30" fmla="*/ 356135 w 367013"/>
                <a:gd name="connsiteY30" fmla="*/ 207067 h 436489"/>
                <a:gd name="connsiteX31" fmla="*/ 358516 w 367013"/>
                <a:gd name="connsiteY31" fmla="*/ 264217 h 436489"/>
                <a:gd name="connsiteX32" fmla="*/ 289460 w 367013"/>
                <a:gd name="connsiteY32" fmla="*/ 264217 h 436489"/>
                <a:gd name="connsiteX0" fmla="*/ 289460 w 367013"/>
                <a:gd name="connsiteY0" fmla="*/ 264217 h 426018"/>
                <a:gd name="connsiteX1" fmla="*/ 234691 w 367013"/>
                <a:gd name="connsiteY1" fmla="*/ 295173 h 426018"/>
                <a:gd name="connsiteX2" fmla="*/ 241835 w 367013"/>
                <a:gd name="connsiteY2" fmla="*/ 357085 h 426018"/>
                <a:gd name="connsiteX3" fmla="*/ 187066 w 367013"/>
                <a:gd name="connsiteY3" fmla="*/ 423760 h 426018"/>
                <a:gd name="connsiteX4" fmla="*/ 94197 w 367013"/>
                <a:gd name="connsiteY4" fmla="*/ 385661 h 426018"/>
                <a:gd name="connsiteX5" fmla="*/ 115628 w 367013"/>
                <a:gd name="connsiteY5" fmla="*/ 288029 h 426018"/>
                <a:gd name="connsiteX6" fmla="*/ 165635 w 367013"/>
                <a:gd name="connsiteY6" fmla="*/ 283267 h 426018"/>
                <a:gd name="connsiteX7" fmla="*/ 191828 w 367013"/>
                <a:gd name="connsiteY7" fmla="*/ 278504 h 426018"/>
                <a:gd name="connsiteX8" fmla="*/ 239453 w 367013"/>
                <a:gd name="connsiteY8" fmla="*/ 221354 h 426018"/>
                <a:gd name="connsiteX9" fmla="*/ 196591 w 367013"/>
                <a:gd name="connsiteY9" fmla="*/ 204685 h 426018"/>
                <a:gd name="connsiteX10" fmla="*/ 163253 w 367013"/>
                <a:gd name="connsiteY10" fmla="*/ 204685 h 426018"/>
                <a:gd name="connsiteX11" fmla="*/ 122772 w 367013"/>
                <a:gd name="connsiteY11" fmla="*/ 218973 h 426018"/>
                <a:gd name="connsiteX12" fmla="*/ 103722 w 367013"/>
                <a:gd name="connsiteY12" fmla="*/ 264217 h 426018"/>
                <a:gd name="connsiteX13" fmla="*/ 75147 w 367013"/>
                <a:gd name="connsiteY13" fmla="*/ 299935 h 426018"/>
                <a:gd name="connsiteX14" fmla="*/ 29903 w 367013"/>
                <a:gd name="connsiteY14" fmla="*/ 285648 h 426018"/>
                <a:gd name="connsiteX15" fmla="*/ 1328 w 367013"/>
                <a:gd name="connsiteY15" fmla="*/ 235642 h 426018"/>
                <a:gd name="connsiteX16" fmla="*/ 72766 w 367013"/>
                <a:gd name="connsiteY16" fmla="*/ 176110 h 426018"/>
                <a:gd name="connsiteX17" fmla="*/ 79910 w 367013"/>
                <a:gd name="connsiteY17" fmla="*/ 180873 h 426018"/>
                <a:gd name="connsiteX18" fmla="*/ 108485 w 367013"/>
                <a:gd name="connsiteY18" fmla="*/ 185635 h 426018"/>
                <a:gd name="connsiteX19" fmla="*/ 210878 w 367013"/>
                <a:gd name="connsiteY19" fmla="*/ 171348 h 426018"/>
                <a:gd name="connsiteX20" fmla="*/ 203735 w 367013"/>
                <a:gd name="connsiteY20" fmla="*/ 130867 h 426018"/>
                <a:gd name="connsiteX21" fmla="*/ 189447 w 367013"/>
                <a:gd name="connsiteY21" fmla="*/ 90385 h 426018"/>
                <a:gd name="connsiteX22" fmla="*/ 134678 w 367013"/>
                <a:gd name="connsiteY22" fmla="*/ 99910 h 426018"/>
                <a:gd name="connsiteX23" fmla="*/ 113247 w 367013"/>
                <a:gd name="connsiteY23" fmla="*/ 57048 h 426018"/>
                <a:gd name="connsiteX24" fmla="*/ 141822 w 367013"/>
                <a:gd name="connsiteY24" fmla="*/ 7042 h 426018"/>
                <a:gd name="connsiteX25" fmla="*/ 208497 w 367013"/>
                <a:gd name="connsiteY25" fmla="*/ 4660 h 426018"/>
                <a:gd name="connsiteX26" fmla="*/ 234691 w 367013"/>
                <a:gd name="connsiteY26" fmla="*/ 47523 h 426018"/>
                <a:gd name="connsiteX27" fmla="*/ 225166 w 367013"/>
                <a:gd name="connsiteY27" fmla="*/ 92767 h 426018"/>
                <a:gd name="connsiteX28" fmla="*/ 246597 w 367013"/>
                <a:gd name="connsiteY28" fmla="*/ 140392 h 426018"/>
                <a:gd name="connsiteX29" fmla="*/ 260885 w 367013"/>
                <a:gd name="connsiteY29" fmla="*/ 197542 h 426018"/>
                <a:gd name="connsiteX30" fmla="*/ 356135 w 367013"/>
                <a:gd name="connsiteY30" fmla="*/ 207067 h 426018"/>
                <a:gd name="connsiteX31" fmla="*/ 358516 w 367013"/>
                <a:gd name="connsiteY31" fmla="*/ 264217 h 426018"/>
                <a:gd name="connsiteX32" fmla="*/ 289460 w 367013"/>
                <a:gd name="connsiteY32" fmla="*/ 264217 h 426018"/>
                <a:gd name="connsiteX0" fmla="*/ 289460 w 367013"/>
                <a:gd name="connsiteY0" fmla="*/ 264217 h 424411"/>
                <a:gd name="connsiteX1" fmla="*/ 234691 w 367013"/>
                <a:gd name="connsiteY1" fmla="*/ 295173 h 424411"/>
                <a:gd name="connsiteX2" fmla="*/ 241835 w 367013"/>
                <a:gd name="connsiteY2" fmla="*/ 357085 h 424411"/>
                <a:gd name="connsiteX3" fmla="*/ 187066 w 367013"/>
                <a:gd name="connsiteY3" fmla="*/ 423760 h 424411"/>
                <a:gd name="connsiteX4" fmla="*/ 94197 w 367013"/>
                <a:gd name="connsiteY4" fmla="*/ 385661 h 424411"/>
                <a:gd name="connsiteX5" fmla="*/ 115628 w 367013"/>
                <a:gd name="connsiteY5" fmla="*/ 299935 h 424411"/>
                <a:gd name="connsiteX6" fmla="*/ 165635 w 367013"/>
                <a:gd name="connsiteY6" fmla="*/ 283267 h 424411"/>
                <a:gd name="connsiteX7" fmla="*/ 191828 w 367013"/>
                <a:gd name="connsiteY7" fmla="*/ 278504 h 424411"/>
                <a:gd name="connsiteX8" fmla="*/ 239453 w 367013"/>
                <a:gd name="connsiteY8" fmla="*/ 221354 h 424411"/>
                <a:gd name="connsiteX9" fmla="*/ 196591 w 367013"/>
                <a:gd name="connsiteY9" fmla="*/ 204685 h 424411"/>
                <a:gd name="connsiteX10" fmla="*/ 163253 w 367013"/>
                <a:gd name="connsiteY10" fmla="*/ 204685 h 424411"/>
                <a:gd name="connsiteX11" fmla="*/ 122772 w 367013"/>
                <a:gd name="connsiteY11" fmla="*/ 218973 h 424411"/>
                <a:gd name="connsiteX12" fmla="*/ 103722 w 367013"/>
                <a:gd name="connsiteY12" fmla="*/ 264217 h 424411"/>
                <a:gd name="connsiteX13" fmla="*/ 75147 w 367013"/>
                <a:gd name="connsiteY13" fmla="*/ 299935 h 424411"/>
                <a:gd name="connsiteX14" fmla="*/ 29903 w 367013"/>
                <a:gd name="connsiteY14" fmla="*/ 285648 h 424411"/>
                <a:gd name="connsiteX15" fmla="*/ 1328 w 367013"/>
                <a:gd name="connsiteY15" fmla="*/ 235642 h 424411"/>
                <a:gd name="connsiteX16" fmla="*/ 72766 w 367013"/>
                <a:gd name="connsiteY16" fmla="*/ 176110 h 424411"/>
                <a:gd name="connsiteX17" fmla="*/ 79910 w 367013"/>
                <a:gd name="connsiteY17" fmla="*/ 180873 h 424411"/>
                <a:gd name="connsiteX18" fmla="*/ 108485 w 367013"/>
                <a:gd name="connsiteY18" fmla="*/ 185635 h 424411"/>
                <a:gd name="connsiteX19" fmla="*/ 210878 w 367013"/>
                <a:gd name="connsiteY19" fmla="*/ 171348 h 424411"/>
                <a:gd name="connsiteX20" fmla="*/ 203735 w 367013"/>
                <a:gd name="connsiteY20" fmla="*/ 130867 h 424411"/>
                <a:gd name="connsiteX21" fmla="*/ 189447 w 367013"/>
                <a:gd name="connsiteY21" fmla="*/ 90385 h 424411"/>
                <a:gd name="connsiteX22" fmla="*/ 134678 w 367013"/>
                <a:gd name="connsiteY22" fmla="*/ 99910 h 424411"/>
                <a:gd name="connsiteX23" fmla="*/ 113247 w 367013"/>
                <a:gd name="connsiteY23" fmla="*/ 57048 h 424411"/>
                <a:gd name="connsiteX24" fmla="*/ 141822 w 367013"/>
                <a:gd name="connsiteY24" fmla="*/ 7042 h 424411"/>
                <a:gd name="connsiteX25" fmla="*/ 208497 w 367013"/>
                <a:gd name="connsiteY25" fmla="*/ 4660 h 424411"/>
                <a:gd name="connsiteX26" fmla="*/ 234691 w 367013"/>
                <a:gd name="connsiteY26" fmla="*/ 47523 h 424411"/>
                <a:gd name="connsiteX27" fmla="*/ 225166 w 367013"/>
                <a:gd name="connsiteY27" fmla="*/ 92767 h 424411"/>
                <a:gd name="connsiteX28" fmla="*/ 246597 w 367013"/>
                <a:gd name="connsiteY28" fmla="*/ 140392 h 424411"/>
                <a:gd name="connsiteX29" fmla="*/ 260885 w 367013"/>
                <a:gd name="connsiteY29" fmla="*/ 197542 h 424411"/>
                <a:gd name="connsiteX30" fmla="*/ 356135 w 367013"/>
                <a:gd name="connsiteY30" fmla="*/ 207067 h 424411"/>
                <a:gd name="connsiteX31" fmla="*/ 358516 w 367013"/>
                <a:gd name="connsiteY31" fmla="*/ 264217 h 424411"/>
                <a:gd name="connsiteX32" fmla="*/ 289460 w 367013"/>
                <a:gd name="connsiteY32" fmla="*/ 264217 h 424411"/>
                <a:gd name="connsiteX0" fmla="*/ 289460 w 367013"/>
                <a:gd name="connsiteY0" fmla="*/ 264217 h 424574"/>
                <a:gd name="connsiteX1" fmla="*/ 234691 w 367013"/>
                <a:gd name="connsiteY1" fmla="*/ 295173 h 424574"/>
                <a:gd name="connsiteX2" fmla="*/ 241835 w 367013"/>
                <a:gd name="connsiteY2" fmla="*/ 357085 h 424574"/>
                <a:gd name="connsiteX3" fmla="*/ 187066 w 367013"/>
                <a:gd name="connsiteY3" fmla="*/ 423760 h 424574"/>
                <a:gd name="connsiteX4" fmla="*/ 101341 w 367013"/>
                <a:gd name="connsiteY4" fmla="*/ 388042 h 424574"/>
                <a:gd name="connsiteX5" fmla="*/ 115628 w 367013"/>
                <a:gd name="connsiteY5" fmla="*/ 299935 h 424574"/>
                <a:gd name="connsiteX6" fmla="*/ 165635 w 367013"/>
                <a:gd name="connsiteY6" fmla="*/ 283267 h 424574"/>
                <a:gd name="connsiteX7" fmla="*/ 191828 w 367013"/>
                <a:gd name="connsiteY7" fmla="*/ 278504 h 424574"/>
                <a:gd name="connsiteX8" fmla="*/ 239453 w 367013"/>
                <a:gd name="connsiteY8" fmla="*/ 221354 h 424574"/>
                <a:gd name="connsiteX9" fmla="*/ 196591 w 367013"/>
                <a:gd name="connsiteY9" fmla="*/ 204685 h 424574"/>
                <a:gd name="connsiteX10" fmla="*/ 163253 w 367013"/>
                <a:gd name="connsiteY10" fmla="*/ 204685 h 424574"/>
                <a:gd name="connsiteX11" fmla="*/ 122772 w 367013"/>
                <a:gd name="connsiteY11" fmla="*/ 218973 h 424574"/>
                <a:gd name="connsiteX12" fmla="*/ 103722 w 367013"/>
                <a:gd name="connsiteY12" fmla="*/ 264217 h 424574"/>
                <a:gd name="connsiteX13" fmla="*/ 75147 w 367013"/>
                <a:gd name="connsiteY13" fmla="*/ 299935 h 424574"/>
                <a:gd name="connsiteX14" fmla="*/ 29903 w 367013"/>
                <a:gd name="connsiteY14" fmla="*/ 285648 h 424574"/>
                <a:gd name="connsiteX15" fmla="*/ 1328 w 367013"/>
                <a:gd name="connsiteY15" fmla="*/ 235642 h 424574"/>
                <a:gd name="connsiteX16" fmla="*/ 72766 w 367013"/>
                <a:gd name="connsiteY16" fmla="*/ 176110 h 424574"/>
                <a:gd name="connsiteX17" fmla="*/ 79910 w 367013"/>
                <a:gd name="connsiteY17" fmla="*/ 180873 h 424574"/>
                <a:gd name="connsiteX18" fmla="*/ 108485 w 367013"/>
                <a:gd name="connsiteY18" fmla="*/ 185635 h 424574"/>
                <a:gd name="connsiteX19" fmla="*/ 210878 w 367013"/>
                <a:gd name="connsiteY19" fmla="*/ 171348 h 424574"/>
                <a:gd name="connsiteX20" fmla="*/ 203735 w 367013"/>
                <a:gd name="connsiteY20" fmla="*/ 130867 h 424574"/>
                <a:gd name="connsiteX21" fmla="*/ 189447 w 367013"/>
                <a:gd name="connsiteY21" fmla="*/ 90385 h 424574"/>
                <a:gd name="connsiteX22" fmla="*/ 134678 w 367013"/>
                <a:gd name="connsiteY22" fmla="*/ 99910 h 424574"/>
                <a:gd name="connsiteX23" fmla="*/ 113247 w 367013"/>
                <a:gd name="connsiteY23" fmla="*/ 57048 h 424574"/>
                <a:gd name="connsiteX24" fmla="*/ 141822 w 367013"/>
                <a:gd name="connsiteY24" fmla="*/ 7042 h 424574"/>
                <a:gd name="connsiteX25" fmla="*/ 208497 w 367013"/>
                <a:gd name="connsiteY25" fmla="*/ 4660 h 424574"/>
                <a:gd name="connsiteX26" fmla="*/ 234691 w 367013"/>
                <a:gd name="connsiteY26" fmla="*/ 47523 h 424574"/>
                <a:gd name="connsiteX27" fmla="*/ 225166 w 367013"/>
                <a:gd name="connsiteY27" fmla="*/ 92767 h 424574"/>
                <a:gd name="connsiteX28" fmla="*/ 246597 w 367013"/>
                <a:gd name="connsiteY28" fmla="*/ 140392 h 424574"/>
                <a:gd name="connsiteX29" fmla="*/ 260885 w 367013"/>
                <a:gd name="connsiteY29" fmla="*/ 197542 h 424574"/>
                <a:gd name="connsiteX30" fmla="*/ 356135 w 367013"/>
                <a:gd name="connsiteY30" fmla="*/ 207067 h 424574"/>
                <a:gd name="connsiteX31" fmla="*/ 358516 w 367013"/>
                <a:gd name="connsiteY31" fmla="*/ 264217 h 424574"/>
                <a:gd name="connsiteX32" fmla="*/ 289460 w 367013"/>
                <a:gd name="connsiteY32" fmla="*/ 264217 h 424574"/>
                <a:gd name="connsiteX0" fmla="*/ 289460 w 367013"/>
                <a:gd name="connsiteY0" fmla="*/ 264217 h 425936"/>
                <a:gd name="connsiteX1" fmla="*/ 234691 w 367013"/>
                <a:gd name="connsiteY1" fmla="*/ 295173 h 425936"/>
                <a:gd name="connsiteX2" fmla="*/ 241835 w 367013"/>
                <a:gd name="connsiteY2" fmla="*/ 357085 h 425936"/>
                <a:gd name="connsiteX3" fmla="*/ 187066 w 367013"/>
                <a:gd name="connsiteY3" fmla="*/ 423760 h 425936"/>
                <a:gd name="connsiteX4" fmla="*/ 101341 w 367013"/>
                <a:gd name="connsiteY4" fmla="*/ 388042 h 425936"/>
                <a:gd name="connsiteX5" fmla="*/ 115628 w 367013"/>
                <a:gd name="connsiteY5" fmla="*/ 299935 h 425936"/>
                <a:gd name="connsiteX6" fmla="*/ 165635 w 367013"/>
                <a:gd name="connsiteY6" fmla="*/ 283267 h 425936"/>
                <a:gd name="connsiteX7" fmla="*/ 191828 w 367013"/>
                <a:gd name="connsiteY7" fmla="*/ 278504 h 425936"/>
                <a:gd name="connsiteX8" fmla="*/ 239453 w 367013"/>
                <a:gd name="connsiteY8" fmla="*/ 221354 h 425936"/>
                <a:gd name="connsiteX9" fmla="*/ 196591 w 367013"/>
                <a:gd name="connsiteY9" fmla="*/ 204685 h 425936"/>
                <a:gd name="connsiteX10" fmla="*/ 163253 w 367013"/>
                <a:gd name="connsiteY10" fmla="*/ 204685 h 425936"/>
                <a:gd name="connsiteX11" fmla="*/ 122772 w 367013"/>
                <a:gd name="connsiteY11" fmla="*/ 218973 h 425936"/>
                <a:gd name="connsiteX12" fmla="*/ 103722 w 367013"/>
                <a:gd name="connsiteY12" fmla="*/ 264217 h 425936"/>
                <a:gd name="connsiteX13" fmla="*/ 75147 w 367013"/>
                <a:gd name="connsiteY13" fmla="*/ 299935 h 425936"/>
                <a:gd name="connsiteX14" fmla="*/ 29903 w 367013"/>
                <a:gd name="connsiteY14" fmla="*/ 285648 h 425936"/>
                <a:gd name="connsiteX15" fmla="*/ 1328 w 367013"/>
                <a:gd name="connsiteY15" fmla="*/ 235642 h 425936"/>
                <a:gd name="connsiteX16" fmla="*/ 72766 w 367013"/>
                <a:gd name="connsiteY16" fmla="*/ 176110 h 425936"/>
                <a:gd name="connsiteX17" fmla="*/ 79910 w 367013"/>
                <a:gd name="connsiteY17" fmla="*/ 180873 h 425936"/>
                <a:gd name="connsiteX18" fmla="*/ 108485 w 367013"/>
                <a:gd name="connsiteY18" fmla="*/ 185635 h 425936"/>
                <a:gd name="connsiteX19" fmla="*/ 210878 w 367013"/>
                <a:gd name="connsiteY19" fmla="*/ 171348 h 425936"/>
                <a:gd name="connsiteX20" fmla="*/ 203735 w 367013"/>
                <a:gd name="connsiteY20" fmla="*/ 130867 h 425936"/>
                <a:gd name="connsiteX21" fmla="*/ 189447 w 367013"/>
                <a:gd name="connsiteY21" fmla="*/ 90385 h 425936"/>
                <a:gd name="connsiteX22" fmla="*/ 134678 w 367013"/>
                <a:gd name="connsiteY22" fmla="*/ 99910 h 425936"/>
                <a:gd name="connsiteX23" fmla="*/ 113247 w 367013"/>
                <a:gd name="connsiteY23" fmla="*/ 57048 h 425936"/>
                <a:gd name="connsiteX24" fmla="*/ 141822 w 367013"/>
                <a:gd name="connsiteY24" fmla="*/ 7042 h 425936"/>
                <a:gd name="connsiteX25" fmla="*/ 208497 w 367013"/>
                <a:gd name="connsiteY25" fmla="*/ 4660 h 425936"/>
                <a:gd name="connsiteX26" fmla="*/ 234691 w 367013"/>
                <a:gd name="connsiteY26" fmla="*/ 47523 h 425936"/>
                <a:gd name="connsiteX27" fmla="*/ 225166 w 367013"/>
                <a:gd name="connsiteY27" fmla="*/ 92767 h 425936"/>
                <a:gd name="connsiteX28" fmla="*/ 246597 w 367013"/>
                <a:gd name="connsiteY28" fmla="*/ 140392 h 425936"/>
                <a:gd name="connsiteX29" fmla="*/ 260885 w 367013"/>
                <a:gd name="connsiteY29" fmla="*/ 197542 h 425936"/>
                <a:gd name="connsiteX30" fmla="*/ 356135 w 367013"/>
                <a:gd name="connsiteY30" fmla="*/ 207067 h 425936"/>
                <a:gd name="connsiteX31" fmla="*/ 358516 w 367013"/>
                <a:gd name="connsiteY31" fmla="*/ 264217 h 425936"/>
                <a:gd name="connsiteX32" fmla="*/ 289460 w 367013"/>
                <a:gd name="connsiteY32" fmla="*/ 264217 h 425936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4691 w 367013"/>
                <a:gd name="connsiteY1" fmla="*/ 295173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56122 w 367013"/>
                <a:gd name="connsiteY1" fmla="*/ 292792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27547 w 367013"/>
                <a:gd name="connsiteY1" fmla="*/ 307080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438"/>
                <a:gd name="connsiteX1" fmla="*/ 232309 w 367013"/>
                <a:gd name="connsiteY1" fmla="*/ 299937 h 425438"/>
                <a:gd name="connsiteX2" fmla="*/ 241835 w 367013"/>
                <a:gd name="connsiteY2" fmla="*/ 364229 h 425438"/>
                <a:gd name="connsiteX3" fmla="*/ 187066 w 367013"/>
                <a:gd name="connsiteY3" fmla="*/ 423760 h 425438"/>
                <a:gd name="connsiteX4" fmla="*/ 101341 w 367013"/>
                <a:gd name="connsiteY4" fmla="*/ 388042 h 425438"/>
                <a:gd name="connsiteX5" fmla="*/ 115628 w 367013"/>
                <a:gd name="connsiteY5" fmla="*/ 299935 h 425438"/>
                <a:gd name="connsiteX6" fmla="*/ 165635 w 367013"/>
                <a:gd name="connsiteY6" fmla="*/ 283267 h 425438"/>
                <a:gd name="connsiteX7" fmla="*/ 191828 w 367013"/>
                <a:gd name="connsiteY7" fmla="*/ 278504 h 425438"/>
                <a:gd name="connsiteX8" fmla="*/ 239453 w 367013"/>
                <a:gd name="connsiteY8" fmla="*/ 221354 h 425438"/>
                <a:gd name="connsiteX9" fmla="*/ 196591 w 367013"/>
                <a:gd name="connsiteY9" fmla="*/ 204685 h 425438"/>
                <a:gd name="connsiteX10" fmla="*/ 163253 w 367013"/>
                <a:gd name="connsiteY10" fmla="*/ 204685 h 425438"/>
                <a:gd name="connsiteX11" fmla="*/ 122772 w 367013"/>
                <a:gd name="connsiteY11" fmla="*/ 218973 h 425438"/>
                <a:gd name="connsiteX12" fmla="*/ 103722 w 367013"/>
                <a:gd name="connsiteY12" fmla="*/ 264217 h 425438"/>
                <a:gd name="connsiteX13" fmla="*/ 75147 w 367013"/>
                <a:gd name="connsiteY13" fmla="*/ 299935 h 425438"/>
                <a:gd name="connsiteX14" fmla="*/ 29903 w 367013"/>
                <a:gd name="connsiteY14" fmla="*/ 285648 h 425438"/>
                <a:gd name="connsiteX15" fmla="*/ 1328 w 367013"/>
                <a:gd name="connsiteY15" fmla="*/ 235642 h 425438"/>
                <a:gd name="connsiteX16" fmla="*/ 72766 w 367013"/>
                <a:gd name="connsiteY16" fmla="*/ 176110 h 425438"/>
                <a:gd name="connsiteX17" fmla="*/ 79910 w 367013"/>
                <a:gd name="connsiteY17" fmla="*/ 180873 h 425438"/>
                <a:gd name="connsiteX18" fmla="*/ 108485 w 367013"/>
                <a:gd name="connsiteY18" fmla="*/ 185635 h 425438"/>
                <a:gd name="connsiteX19" fmla="*/ 210878 w 367013"/>
                <a:gd name="connsiteY19" fmla="*/ 171348 h 425438"/>
                <a:gd name="connsiteX20" fmla="*/ 203735 w 367013"/>
                <a:gd name="connsiteY20" fmla="*/ 130867 h 425438"/>
                <a:gd name="connsiteX21" fmla="*/ 189447 w 367013"/>
                <a:gd name="connsiteY21" fmla="*/ 90385 h 425438"/>
                <a:gd name="connsiteX22" fmla="*/ 134678 w 367013"/>
                <a:gd name="connsiteY22" fmla="*/ 99910 h 425438"/>
                <a:gd name="connsiteX23" fmla="*/ 113247 w 367013"/>
                <a:gd name="connsiteY23" fmla="*/ 57048 h 425438"/>
                <a:gd name="connsiteX24" fmla="*/ 141822 w 367013"/>
                <a:gd name="connsiteY24" fmla="*/ 7042 h 425438"/>
                <a:gd name="connsiteX25" fmla="*/ 208497 w 367013"/>
                <a:gd name="connsiteY25" fmla="*/ 4660 h 425438"/>
                <a:gd name="connsiteX26" fmla="*/ 234691 w 367013"/>
                <a:gd name="connsiteY26" fmla="*/ 47523 h 425438"/>
                <a:gd name="connsiteX27" fmla="*/ 225166 w 367013"/>
                <a:gd name="connsiteY27" fmla="*/ 92767 h 425438"/>
                <a:gd name="connsiteX28" fmla="*/ 246597 w 367013"/>
                <a:gd name="connsiteY28" fmla="*/ 140392 h 425438"/>
                <a:gd name="connsiteX29" fmla="*/ 260885 w 367013"/>
                <a:gd name="connsiteY29" fmla="*/ 197542 h 425438"/>
                <a:gd name="connsiteX30" fmla="*/ 356135 w 367013"/>
                <a:gd name="connsiteY30" fmla="*/ 207067 h 425438"/>
                <a:gd name="connsiteX31" fmla="*/ 358516 w 367013"/>
                <a:gd name="connsiteY31" fmla="*/ 264217 h 425438"/>
                <a:gd name="connsiteX32" fmla="*/ 289460 w 367013"/>
                <a:gd name="connsiteY32" fmla="*/ 264217 h 425438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7013"/>
                <a:gd name="connsiteY0" fmla="*/ 264217 h 425273"/>
                <a:gd name="connsiteX1" fmla="*/ 232309 w 367013"/>
                <a:gd name="connsiteY1" fmla="*/ 299937 h 425273"/>
                <a:gd name="connsiteX2" fmla="*/ 234691 w 367013"/>
                <a:gd name="connsiteY2" fmla="*/ 366610 h 425273"/>
                <a:gd name="connsiteX3" fmla="*/ 187066 w 367013"/>
                <a:gd name="connsiteY3" fmla="*/ 423760 h 425273"/>
                <a:gd name="connsiteX4" fmla="*/ 101341 w 367013"/>
                <a:gd name="connsiteY4" fmla="*/ 388042 h 425273"/>
                <a:gd name="connsiteX5" fmla="*/ 115628 w 367013"/>
                <a:gd name="connsiteY5" fmla="*/ 299935 h 425273"/>
                <a:gd name="connsiteX6" fmla="*/ 165635 w 367013"/>
                <a:gd name="connsiteY6" fmla="*/ 283267 h 425273"/>
                <a:gd name="connsiteX7" fmla="*/ 191828 w 367013"/>
                <a:gd name="connsiteY7" fmla="*/ 278504 h 425273"/>
                <a:gd name="connsiteX8" fmla="*/ 239453 w 367013"/>
                <a:gd name="connsiteY8" fmla="*/ 221354 h 425273"/>
                <a:gd name="connsiteX9" fmla="*/ 196591 w 367013"/>
                <a:gd name="connsiteY9" fmla="*/ 204685 h 425273"/>
                <a:gd name="connsiteX10" fmla="*/ 163253 w 367013"/>
                <a:gd name="connsiteY10" fmla="*/ 204685 h 425273"/>
                <a:gd name="connsiteX11" fmla="*/ 122772 w 367013"/>
                <a:gd name="connsiteY11" fmla="*/ 218973 h 425273"/>
                <a:gd name="connsiteX12" fmla="*/ 103722 w 367013"/>
                <a:gd name="connsiteY12" fmla="*/ 264217 h 425273"/>
                <a:gd name="connsiteX13" fmla="*/ 75147 w 367013"/>
                <a:gd name="connsiteY13" fmla="*/ 299935 h 425273"/>
                <a:gd name="connsiteX14" fmla="*/ 29903 w 367013"/>
                <a:gd name="connsiteY14" fmla="*/ 285648 h 425273"/>
                <a:gd name="connsiteX15" fmla="*/ 1328 w 367013"/>
                <a:gd name="connsiteY15" fmla="*/ 235642 h 425273"/>
                <a:gd name="connsiteX16" fmla="*/ 72766 w 367013"/>
                <a:gd name="connsiteY16" fmla="*/ 176110 h 425273"/>
                <a:gd name="connsiteX17" fmla="*/ 79910 w 367013"/>
                <a:gd name="connsiteY17" fmla="*/ 180873 h 425273"/>
                <a:gd name="connsiteX18" fmla="*/ 108485 w 367013"/>
                <a:gd name="connsiteY18" fmla="*/ 185635 h 425273"/>
                <a:gd name="connsiteX19" fmla="*/ 210878 w 367013"/>
                <a:gd name="connsiteY19" fmla="*/ 171348 h 425273"/>
                <a:gd name="connsiteX20" fmla="*/ 203735 w 367013"/>
                <a:gd name="connsiteY20" fmla="*/ 130867 h 425273"/>
                <a:gd name="connsiteX21" fmla="*/ 189447 w 367013"/>
                <a:gd name="connsiteY21" fmla="*/ 90385 h 425273"/>
                <a:gd name="connsiteX22" fmla="*/ 134678 w 367013"/>
                <a:gd name="connsiteY22" fmla="*/ 99910 h 425273"/>
                <a:gd name="connsiteX23" fmla="*/ 113247 w 367013"/>
                <a:gd name="connsiteY23" fmla="*/ 57048 h 425273"/>
                <a:gd name="connsiteX24" fmla="*/ 141822 w 367013"/>
                <a:gd name="connsiteY24" fmla="*/ 7042 h 425273"/>
                <a:gd name="connsiteX25" fmla="*/ 208497 w 367013"/>
                <a:gd name="connsiteY25" fmla="*/ 4660 h 425273"/>
                <a:gd name="connsiteX26" fmla="*/ 234691 w 367013"/>
                <a:gd name="connsiteY26" fmla="*/ 47523 h 425273"/>
                <a:gd name="connsiteX27" fmla="*/ 225166 w 367013"/>
                <a:gd name="connsiteY27" fmla="*/ 92767 h 425273"/>
                <a:gd name="connsiteX28" fmla="*/ 246597 w 367013"/>
                <a:gd name="connsiteY28" fmla="*/ 140392 h 425273"/>
                <a:gd name="connsiteX29" fmla="*/ 260885 w 367013"/>
                <a:gd name="connsiteY29" fmla="*/ 197542 h 425273"/>
                <a:gd name="connsiteX30" fmla="*/ 356135 w 367013"/>
                <a:gd name="connsiteY30" fmla="*/ 207067 h 425273"/>
                <a:gd name="connsiteX31" fmla="*/ 358516 w 367013"/>
                <a:gd name="connsiteY31" fmla="*/ 264217 h 425273"/>
                <a:gd name="connsiteX32" fmla="*/ 289460 w 367013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64688"/>
                <a:gd name="connsiteY0" fmla="*/ 264217 h 425273"/>
                <a:gd name="connsiteX1" fmla="*/ 232309 w 364688"/>
                <a:gd name="connsiteY1" fmla="*/ 299937 h 425273"/>
                <a:gd name="connsiteX2" fmla="*/ 234691 w 364688"/>
                <a:gd name="connsiteY2" fmla="*/ 366610 h 425273"/>
                <a:gd name="connsiteX3" fmla="*/ 187066 w 364688"/>
                <a:gd name="connsiteY3" fmla="*/ 423760 h 425273"/>
                <a:gd name="connsiteX4" fmla="*/ 101341 w 364688"/>
                <a:gd name="connsiteY4" fmla="*/ 388042 h 425273"/>
                <a:gd name="connsiteX5" fmla="*/ 115628 w 364688"/>
                <a:gd name="connsiteY5" fmla="*/ 299935 h 425273"/>
                <a:gd name="connsiteX6" fmla="*/ 165635 w 364688"/>
                <a:gd name="connsiteY6" fmla="*/ 283267 h 425273"/>
                <a:gd name="connsiteX7" fmla="*/ 191828 w 364688"/>
                <a:gd name="connsiteY7" fmla="*/ 278504 h 425273"/>
                <a:gd name="connsiteX8" fmla="*/ 239453 w 364688"/>
                <a:gd name="connsiteY8" fmla="*/ 221354 h 425273"/>
                <a:gd name="connsiteX9" fmla="*/ 196591 w 364688"/>
                <a:gd name="connsiteY9" fmla="*/ 204685 h 425273"/>
                <a:gd name="connsiteX10" fmla="*/ 163253 w 364688"/>
                <a:gd name="connsiteY10" fmla="*/ 204685 h 425273"/>
                <a:gd name="connsiteX11" fmla="*/ 122772 w 364688"/>
                <a:gd name="connsiteY11" fmla="*/ 218973 h 425273"/>
                <a:gd name="connsiteX12" fmla="*/ 103722 w 364688"/>
                <a:gd name="connsiteY12" fmla="*/ 264217 h 425273"/>
                <a:gd name="connsiteX13" fmla="*/ 75147 w 364688"/>
                <a:gd name="connsiteY13" fmla="*/ 299935 h 425273"/>
                <a:gd name="connsiteX14" fmla="*/ 29903 w 364688"/>
                <a:gd name="connsiteY14" fmla="*/ 285648 h 425273"/>
                <a:gd name="connsiteX15" fmla="*/ 1328 w 364688"/>
                <a:gd name="connsiteY15" fmla="*/ 235642 h 425273"/>
                <a:gd name="connsiteX16" fmla="*/ 72766 w 364688"/>
                <a:gd name="connsiteY16" fmla="*/ 176110 h 425273"/>
                <a:gd name="connsiteX17" fmla="*/ 79910 w 364688"/>
                <a:gd name="connsiteY17" fmla="*/ 180873 h 425273"/>
                <a:gd name="connsiteX18" fmla="*/ 108485 w 364688"/>
                <a:gd name="connsiteY18" fmla="*/ 185635 h 425273"/>
                <a:gd name="connsiteX19" fmla="*/ 210878 w 364688"/>
                <a:gd name="connsiteY19" fmla="*/ 171348 h 425273"/>
                <a:gd name="connsiteX20" fmla="*/ 203735 w 364688"/>
                <a:gd name="connsiteY20" fmla="*/ 130867 h 425273"/>
                <a:gd name="connsiteX21" fmla="*/ 189447 w 364688"/>
                <a:gd name="connsiteY21" fmla="*/ 90385 h 425273"/>
                <a:gd name="connsiteX22" fmla="*/ 134678 w 364688"/>
                <a:gd name="connsiteY22" fmla="*/ 99910 h 425273"/>
                <a:gd name="connsiteX23" fmla="*/ 113247 w 364688"/>
                <a:gd name="connsiteY23" fmla="*/ 57048 h 425273"/>
                <a:gd name="connsiteX24" fmla="*/ 141822 w 364688"/>
                <a:gd name="connsiteY24" fmla="*/ 7042 h 425273"/>
                <a:gd name="connsiteX25" fmla="*/ 208497 w 364688"/>
                <a:gd name="connsiteY25" fmla="*/ 4660 h 425273"/>
                <a:gd name="connsiteX26" fmla="*/ 234691 w 364688"/>
                <a:gd name="connsiteY26" fmla="*/ 47523 h 425273"/>
                <a:gd name="connsiteX27" fmla="*/ 225166 w 364688"/>
                <a:gd name="connsiteY27" fmla="*/ 92767 h 425273"/>
                <a:gd name="connsiteX28" fmla="*/ 246597 w 364688"/>
                <a:gd name="connsiteY28" fmla="*/ 140392 h 425273"/>
                <a:gd name="connsiteX29" fmla="*/ 260885 w 364688"/>
                <a:gd name="connsiteY29" fmla="*/ 197542 h 425273"/>
                <a:gd name="connsiteX30" fmla="*/ 356135 w 364688"/>
                <a:gd name="connsiteY30" fmla="*/ 207067 h 425273"/>
                <a:gd name="connsiteX31" fmla="*/ 358516 w 364688"/>
                <a:gd name="connsiteY31" fmla="*/ 264217 h 425273"/>
                <a:gd name="connsiteX32" fmla="*/ 289460 w 364688"/>
                <a:gd name="connsiteY32" fmla="*/ 264217 h 425273"/>
                <a:gd name="connsiteX0" fmla="*/ 289460 w 373753"/>
                <a:gd name="connsiteY0" fmla="*/ 264217 h 425273"/>
                <a:gd name="connsiteX1" fmla="*/ 232309 w 373753"/>
                <a:gd name="connsiteY1" fmla="*/ 299937 h 425273"/>
                <a:gd name="connsiteX2" fmla="*/ 234691 w 373753"/>
                <a:gd name="connsiteY2" fmla="*/ 366610 h 425273"/>
                <a:gd name="connsiteX3" fmla="*/ 187066 w 373753"/>
                <a:gd name="connsiteY3" fmla="*/ 423760 h 425273"/>
                <a:gd name="connsiteX4" fmla="*/ 101341 w 373753"/>
                <a:gd name="connsiteY4" fmla="*/ 388042 h 425273"/>
                <a:gd name="connsiteX5" fmla="*/ 115628 w 373753"/>
                <a:gd name="connsiteY5" fmla="*/ 299935 h 425273"/>
                <a:gd name="connsiteX6" fmla="*/ 165635 w 373753"/>
                <a:gd name="connsiteY6" fmla="*/ 283267 h 425273"/>
                <a:gd name="connsiteX7" fmla="*/ 191828 w 373753"/>
                <a:gd name="connsiteY7" fmla="*/ 278504 h 425273"/>
                <a:gd name="connsiteX8" fmla="*/ 239453 w 373753"/>
                <a:gd name="connsiteY8" fmla="*/ 221354 h 425273"/>
                <a:gd name="connsiteX9" fmla="*/ 196591 w 373753"/>
                <a:gd name="connsiteY9" fmla="*/ 204685 h 425273"/>
                <a:gd name="connsiteX10" fmla="*/ 163253 w 373753"/>
                <a:gd name="connsiteY10" fmla="*/ 204685 h 425273"/>
                <a:gd name="connsiteX11" fmla="*/ 122772 w 373753"/>
                <a:gd name="connsiteY11" fmla="*/ 218973 h 425273"/>
                <a:gd name="connsiteX12" fmla="*/ 103722 w 373753"/>
                <a:gd name="connsiteY12" fmla="*/ 264217 h 425273"/>
                <a:gd name="connsiteX13" fmla="*/ 75147 w 373753"/>
                <a:gd name="connsiteY13" fmla="*/ 299935 h 425273"/>
                <a:gd name="connsiteX14" fmla="*/ 29903 w 373753"/>
                <a:gd name="connsiteY14" fmla="*/ 285648 h 425273"/>
                <a:gd name="connsiteX15" fmla="*/ 1328 w 373753"/>
                <a:gd name="connsiteY15" fmla="*/ 235642 h 425273"/>
                <a:gd name="connsiteX16" fmla="*/ 72766 w 373753"/>
                <a:gd name="connsiteY16" fmla="*/ 176110 h 425273"/>
                <a:gd name="connsiteX17" fmla="*/ 79910 w 373753"/>
                <a:gd name="connsiteY17" fmla="*/ 180873 h 425273"/>
                <a:gd name="connsiteX18" fmla="*/ 108485 w 373753"/>
                <a:gd name="connsiteY18" fmla="*/ 185635 h 425273"/>
                <a:gd name="connsiteX19" fmla="*/ 210878 w 373753"/>
                <a:gd name="connsiteY19" fmla="*/ 171348 h 425273"/>
                <a:gd name="connsiteX20" fmla="*/ 203735 w 373753"/>
                <a:gd name="connsiteY20" fmla="*/ 130867 h 425273"/>
                <a:gd name="connsiteX21" fmla="*/ 189447 w 373753"/>
                <a:gd name="connsiteY21" fmla="*/ 90385 h 425273"/>
                <a:gd name="connsiteX22" fmla="*/ 134678 w 373753"/>
                <a:gd name="connsiteY22" fmla="*/ 99910 h 425273"/>
                <a:gd name="connsiteX23" fmla="*/ 113247 w 373753"/>
                <a:gd name="connsiteY23" fmla="*/ 57048 h 425273"/>
                <a:gd name="connsiteX24" fmla="*/ 141822 w 373753"/>
                <a:gd name="connsiteY24" fmla="*/ 7042 h 425273"/>
                <a:gd name="connsiteX25" fmla="*/ 208497 w 373753"/>
                <a:gd name="connsiteY25" fmla="*/ 4660 h 425273"/>
                <a:gd name="connsiteX26" fmla="*/ 234691 w 373753"/>
                <a:gd name="connsiteY26" fmla="*/ 47523 h 425273"/>
                <a:gd name="connsiteX27" fmla="*/ 225166 w 373753"/>
                <a:gd name="connsiteY27" fmla="*/ 92767 h 425273"/>
                <a:gd name="connsiteX28" fmla="*/ 246597 w 373753"/>
                <a:gd name="connsiteY28" fmla="*/ 140392 h 425273"/>
                <a:gd name="connsiteX29" fmla="*/ 260885 w 373753"/>
                <a:gd name="connsiteY29" fmla="*/ 197542 h 425273"/>
                <a:gd name="connsiteX30" fmla="*/ 368041 w 373753"/>
                <a:gd name="connsiteY30" fmla="*/ 195161 h 425273"/>
                <a:gd name="connsiteX31" fmla="*/ 358516 w 373753"/>
                <a:gd name="connsiteY31" fmla="*/ 264217 h 425273"/>
                <a:gd name="connsiteX32" fmla="*/ 289460 w 373753"/>
                <a:gd name="connsiteY32" fmla="*/ 264217 h 425273"/>
                <a:gd name="connsiteX0" fmla="*/ 289460 w 368041"/>
                <a:gd name="connsiteY0" fmla="*/ 264217 h 425273"/>
                <a:gd name="connsiteX1" fmla="*/ 232309 w 368041"/>
                <a:gd name="connsiteY1" fmla="*/ 299937 h 425273"/>
                <a:gd name="connsiteX2" fmla="*/ 234691 w 368041"/>
                <a:gd name="connsiteY2" fmla="*/ 366610 h 425273"/>
                <a:gd name="connsiteX3" fmla="*/ 187066 w 368041"/>
                <a:gd name="connsiteY3" fmla="*/ 423760 h 425273"/>
                <a:gd name="connsiteX4" fmla="*/ 101341 w 368041"/>
                <a:gd name="connsiteY4" fmla="*/ 388042 h 425273"/>
                <a:gd name="connsiteX5" fmla="*/ 115628 w 368041"/>
                <a:gd name="connsiteY5" fmla="*/ 299935 h 425273"/>
                <a:gd name="connsiteX6" fmla="*/ 165635 w 368041"/>
                <a:gd name="connsiteY6" fmla="*/ 283267 h 425273"/>
                <a:gd name="connsiteX7" fmla="*/ 191828 w 368041"/>
                <a:gd name="connsiteY7" fmla="*/ 278504 h 425273"/>
                <a:gd name="connsiteX8" fmla="*/ 239453 w 368041"/>
                <a:gd name="connsiteY8" fmla="*/ 221354 h 425273"/>
                <a:gd name="connsiteX9" fmla="*/ 196591 w 368041"/>
                <a:gd name="connsiteY9" fmla="*/ 204685 h 425273"/>
                <a:gd name="connsiteX10" fmla="*/ 163253 w 368041"/>
                <a:gd name="connsiteY10" fmla="*/ 204685 h 425273"/>
                <a:gd name="connsiteX11" fmla="*/ 122772 w 368041"/>
                <a:gd name="connsiteY11" fmla="*/ 218973 h 425273"/>
                <a:gd name="connsiteX12" fmla="*/ 103722 w 368041"/>
                <a:gd name="connsiteY12" fmla="*/ 264217 h 425273"/>
                <a:gd name="connsiteX13" fmla="*/ 75147 w 368041"/>
                <a:gd name="connsiteY13" fmla="*/ 299935 h 425273"/>
                <a:gd name="connsiteX14" fmla="*/ 29903 w 368041"/>
                <a:gd name="connsiteY14" fmla="*/ 285648 h 425273"/>
                <a:gd name="connsiteX15" fmla="*/ 1328 w 368041"/>
                <a:gd name="connsiteY15" fmla="*/ 235642 h 425273"/>
                <a:gd name="connsiteX16" fmla="*/ 72766 w 368041"/>
                <a:gd name="connsiteY16" fmla="*/ 176110 h 425273"/>
                <a:gd name="connsiteX17" fmla="*/ 79910 w 368041"/>
                <a:gd name="connsiteY17" fmla="*/ 180873 h 425273"/>
                <a:gd name="connsiteX18" fmla="*/ 108485 w 368041"/>
                <a:gd name="connsiteY18" fmla="*/ 185635 h 425273"/>
                <a:gd name="connsiteX19" fmla="*/ 210878 w 368041"/>
                <a:gd name="connsiteY19" fmla="*/ 171348 h 425273"/>
                <a:gd name="connsiteX20" fmla="*/ 203735 w 368041"/>
                <a:gd name="connsiteY20" fmla="*/ 130867 h 425273"/>
                <a:gd name="connsiteX21" fmla="*/ 189447 w 368041"/>
                <a:gd name="connsiteY21" fmla="*/ 90385 h 425273"/>
                <a:gd name="connsiteX22" fmla="*/ 134678 w 368041"/>
                <a:gd name="connsiteY22" fmla="*/ 99910 h 425273"/>
                <a:gd name="connsiteX23" fmla="*/ 113247 w 368041"/>
                <a:gd name="connsiteY23" fmla="*/ 57048 h 425273"/>
                <a:gd name="connsiteX24" fmla="*/ 141822 w 368041"/>
                <a:gd name="connsiteY24" fmla="*/ 7042 h 425273"/>
                <a:gd name="connsiteX25" fmla="*/ 208497 w 368041"/>
                <a:gd name="connsiteY25" fmla="*/ 4660 h 425273"/>
                <a:gd name="connsiteX26" fmla="*/ 234691 w 368041"/>
                <a:gd name="connsiteY26" fmla="*/ 47523 h 425273"/>
                <a:gd name="connsiteX27" fmla="*/ 225166 w 368041"/>
                <a:gd name="connsiteY27" fmla="*/ 92767 h 425273"/>
                <a:gd name="connsiteX28" fmla="*/ 246597 w 368041"/>
                <a:gd name="connsiteY28" fmla="*/ 140392 h 425273"/>
                <a:gd name="connsiteX29" fmla="*/ 260885 w 368041"/>
                <a:gd name="connsiteY29" fmla="*/ 197542 h 425273"/>
                <a:gd name="connsiteX30" fmla="*/ 368041 w 368041"/>
                <a:gd name="connsiteY30" fmla="*/ 195161 h 425273"/>
                <a:gd name="connsiteX31" fmla="*/ 358516 w 368041"/>
                <a:gd name="connsiteY31" fmla="*/ 264217 h 425273"/>
                <a:gd name="connsiteX32" fmla="*/ 289460 w 368041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6088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5161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70422"/>
                <a:gd name="connsiteY0" fmla="*/ 264217 h 425273"/>
                <a:gd name="connsiteX1" fmla="*/ 232309 w 370422"/>
                <a:gd name="connsiteY1" fmla="*/ 299937 h 425273"/>
                <a:gd name="connsiteX2" fmla="*/ 234691 w 370422"/>
                <a:gd name="connsiteY2" fmla="*/ 366610 h 425273"/>
                <a:gd name="connsiteX3" fmla="*/ 187066 w 370422"/>
                <a:gd name="connsiteY3" fmla="*/ 423760 h 425273"/>
                <a:gd name="connsiteX4" fmla="*/ 101341 w 370422"/>
                <a:gd name="connsiteY4" fmla="*/ 388042 h 425273"/>
                <a:gd name="connsiteX5" fmla="*/ 115628 w 370422"/>
                <a:gd name="connsiteY5" fmla="*/ 299935 h 425273"/>
                <a:gd name="connsiteX6" fmla="*/ 165635 w 370422"/>
                <a:gd name="connsiteY6" fmla="*/ 283267 h 425273"/>
                <a:gd name="connsiteX7" fmla="*/ 191828 w 370422"/>
                <a:gd name="connsiteY7" fmla="*/ 278504 h 425273"/>
                <a:gd name="connsiteX8" fmla="*/ 239453 w 370422"/>
                <a:gd name="connsiteY8" fmla="*/ 221354 h 425273"/>
                <a:gd name="connsiteX9" fmla="*/ 196591 w 370422"/>
                <a:gd name="connsiteY9" fmla="*/ 204685 h 425273"/>
                <a:gd name="connsiteX10" fmla="*/ 163253 w 370422"/>
                <a:gd name="connsiteY10" fmla="*/ 204685 h 425273"/>
                <a:gd name="connsiteX11" fmla="*/ 122772 w 370422"/>
                <a:gd name="connsiteY11" fmla="*/ 218973 h 425273"/>
                <a:gd name="connsiteX12" fmla="*/ 103722 w 370422"/>
                <a:gd name="connsiteY12" fmla="*/ 264217 h 425273"/>
                <a:gd name="connsiteX13" fmla="*/ 75147 w 370422"/>
                <a:gd name="connsiteY13" fmla="*/ 299935 h 425273"/>
                <a:gd name="connsiteX14" fmla="*/ 29903 w 370422"/>
                <a:gd name="connsiteY14" fmla="*/ 285648 h 425273"/>
                <a:gd name="connsiteX15" fmla="*/ 1328 w 370422"/>
                <a:gd name="connsiteY15" fmla="*/ 235642 h 425273"/>
                <a:gd name="connsiteX16" fmla="*/ 72766 w 370422"/>
                <a:gd name="connsiteY16" fmla="*/ 176110 h 425273"/>
                <a:gd name="connsiteX17" fmla="*/ 79910 w 370422"/>
                <a:gd name="connsiteY17" fmla="*/ 180873 h 425273"/>
                <a:gd name="connsiteX18" fmla="*/ 108485 w 370422"/>
                <a:gd name="connsiteY18" fmla="*/ 185635 h 425273"/>
                <a:gd name="connsiteX19" fmla="*/ 210878 w 370422"/>
                <a:gd name="connsiteY19" fmla="*/ 171348 h 425273"/>
                <a:gd name="connsiteX20" fmla="*/ 203735 w 370422"/>
                <a:gd name="connsiteY20" fmla="*/ 130867 h 425273"/>
                <a:gd name="connsiteX21" fmla="*/ 189447 w 370422"/>
                <a:gd name="connsiteY21" fmla="*/ 90385 h 425273"/>
                <a:gd name="connsiteX22" fmla="*/ 134678 w 370422"/>
                <a:gd name="connsiteY22" fmla="*/ 99910 h 425273"/>
                <a:gd name="connsiteX23" fmla="*/ 113247 w 370422"/>
                <a:gd name="connsiteY23" fmla="*/ 57048 h 425273"/>
                <a:gd name="connsiteX24" fmla="*/ 141822 w 370422"/>
                <a:gd name="connsiteY24" fmla="*/ 7042 h 425273"/>
                <a:gd name="connsiteX25" fmla="*/ 208497 w 370422"/>
                <a:gd name="connsiteY25" fmla="*/ 4660 h 425273"/>
                <a:gd name="connsiteX26" fmla="*/ 234691 w 370422"/>
                <a:gd name="connsiteY26" fmla="*/ 47523 h 425273"/>
                <a:gd name="connsiteX27" fmla="*/ 225166 w 370422"/>
                <a:gd name="connsiteY27" fmla="*/ 92767 h 425273"/>
                <a:gd name="connsiteX28" fmla="*/ 246597 w 370422"/>
                <a:gd name="connsiteY28" fmla="*/ 140392 h 425273"/>
                <a:gd name="connsiteX29" fmla="*/ 279935 w 370422"/>
                <a:gd name="connsiteY29" fmla="*/ 197542 h 425273"/>
                <a:gd name="connsiteX30" fmla="*/ 370422 w 370422"/>
                <a:gd name="connsiteY30" fmla="*/ 199924 h 425273"/>
                <a:gd name="connsiteX31" fmla="*/ 358516 w 370422"/>
                <a:gd name="connsiteY31" fmla="*/ 264217 h 425273"/>
                <a:gd name="connsiteX32" fmla="*/ 289460 w 370422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203735 w 365660"/>
                <a:gd name="connsiteY20" fmla="*/ 130867 h 425273"/>
                <a:gd name="connsiteX21" fmla="*/ 189447 w 365660"/>
                <a:gd name="connsiteY21" fmla="*/ 90385 h 425273"/>
                <a:gd name="connsiteX22" fmla="*/ 134678 w 365660"/>
                <a:gd name="connsiteY22" fmla="*/ 99910 h 425273"/>
                <a:gd name="connsiteX23" fmla="*/ 113247 w 365660"/>
                <a:gd name="connsiteY23" fmla="*/ 57048 h 425273"/>
                <a:gd name="connsiteX24" fmla="*/ 141822 w 365660"/>
                <a:gd name="connsiteY24" fmla="*/ 7042 h 425273"/>
                <a:gd name="connsiteX25" fmla="*/ 208497 w 365660"/>
                <a:gd name="connsiteY25" fmla="*/ 4660 h 425273"/>
                <a:gd name="connsiteX26" fmla="*/ 234691 w 365660"/>
                <a:gd name="connsiteY26" fmla="*/ 47523 h 425273"/>
                <a:gd name="connsiteX27" fmla="*/ 225166 w 365660"/>
                <a:gd name="connsiteY27" fmla="*/ 92767 h 425273"/>
                <a:gd name="connsiteX28" fmla="*/ 246597 w 365660"/>
                <a:gd name="connsiteY28" fmla="*/ 140392 h 425273"/>
                <a:gd name="connsiteX29" fmla="*/ 279935 w 365660"/>
                <a:gd name="connsiteY29" fmla="*/ 197542 h 425273"/>
                <a:gd name="connsiteX30" fmla="*/ 365660 w 365660"/>
                <a:gd name="connsiteY30" fmla="*/ 199924 h 425273"/>
                <a:gd name="connsiteX31" fmla="*/ 358516 w 365660"/>
                <a:gd name="connsiteY31" fmla="*/ 264217 h 425273"/>
                <a:gd name="connsiteX32" fmla="*/ 289460 w 365660"/>
                <a:gd name="connsiteY32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89447 w 365660"/>
                <a:gd name="connsiteY20" fmla="*/ 9038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4217 h 425273"/>
                <a:gd name="connsiteX1" fmla="*/ 232309 w 365660"/>
                <a:gd name="connsiteY1" fmla="*/ 299937 h 425273"/>
                <a:gd name="connsiteX2" fmla="*/ 234691 w 365660"/>
                <a:gd name="connsiteY2" fmla="*/ 366610 h 425273"/>
                <a:gd name="connsiteX3" fmla="*/ 187066 w 365660"/>
                <a:gd name="connsiteY3" fmla="*/ 423760 h 425273"/>
                <a:gd name="connsiteX4" fmla="*/ 101341 w 365660"/>
                <a:gd name="connsiteY4" fmla="*/ 388042 h 425273"/>
                <a:gd name="connsiteX5" fmla="*/ 115628 w 365660"/>
                <a:gd name="connsiteY5" fmla="*/ 299935 h 425273"/>
                <a:gd name="connsiteX6" fmla="*/ 165635 w 365660"/>
                <a:gd name="connsiteY6" fmla="*/ 283267 h 425273"/>
                <a:gd name="connsiteX7" fmla="*/ 191828 w 365660"/>
                <a:gd name="connsiteY7" fmla="*/ 278504 h 425273"/>
                <a:gd name="connsiteX8" fmla="*/ 239453 w 365660"/>
                <a:gd name="connsiteY8" fmla="*/ 221354 h 425273"/>
                <a:gd name="connsiteX9" fmla="*/ 196591 w 365660"/>
                <a:gd name="connsiteY9" fmla="*/ 204685 h 425273"/>
                <a:gd name="connsiteX10" fmla="*/ 163253 w 365660"/>
                <a:gd name="connsiteY10" fmla="*/ 204685 h 425273"/>
                <a:gd name="connsiteX11" fmla="*/ 122772 w 365660"/>
                <a:gd name="connsiteY11" fmla="*/ 218973 h 425273"/>
                <a:gd name="connsiteX12" fmla="*/ 103722 w 365660"/>
                <a:gd name="connsiteY12" fmla="*/ 264217 h 425273"/>
                <a:gd name="connsiteX13" fmla="*/ 75147 w 365660"/>
                <a:gd name="connsiteY13" fmla="*/ 299935 h 425273"/>
                <a:gd name="connsiteX14" fmla="*/ 29903 w 365660"/>
                <a:gd name="connsiteY14" fmla="*/ 285648 h 425273"/>
                <a:gd name="connsiteX15" fmla="*/ 1328 w 365660"/>
                <a:gd name="connsiteY15" fmla="*/ 235642 h 425273"/>
                <a:gd name="connsiteX16" fmla="*/ 72766 w 365660"/>
                <a:gd name="connsiteY16" fmla="*/ 176110 h 425273"/>
                <a:gd name="connsiteX17" fmla="*/ 79910 w 365660"/>
                <a:gd name="connsiteY17" fmla="*/ 180873 h 425273"/>
                <a:gd name="connsiteX18" fmla="*/ 108485 w 365660"/>
                <a:gd name="connsiteY18" fmla="*/ 185635 h 425273"/>
                <a:gd name="connsiteX19" fmla="*/ 210878 w 365660"/>
                <a:gd name="connsiteY19" fmla="*/ 171348 h 425273"/>
                <a:gd name="connsiteX20" fmla="*/ 191829 w 365660"/>
                <a:gd name="connsiteY20" fmla="*/ 109435 h 425273"/>
                <a:gd name="connsiteX21" fmla="*/ 134678 w 365660"/>
                <a:gd name="connsiteY21" fmla="*/ 99910 h 425273"/>
                <a:gd name="connsiteX22" fmla="*/ 113247 w 365660"/>
                <a:gd name="connsiteY22" fmla="*/ 57048 h 425273"/>
                <a:gd name="connsiteX23" fmla="*/ 141822 w 365660"/>
                <a:gd name="connsiteY23" fmla="*/ 7042 h 425273"/>
                <a:gd name="connsiteX24" fmla="*/ 208497 w 365660"/>
                <a:gd name="connsiteY24" fmla="*/ 4660 h 425273"/>
                <a:gd name="connsiteX25" fmla="*/ 234691 w 365660"/>
                <a:gd name="connsiteY25" fmla="*/ 47523 h 425273"/>
                <a:gd name="connsiteX26" fmla="*/ 225166 w 365660"/>
                <a:gd name="connsiteY26" fmla="*/ 92767 h 425273"/>
                <a:gd name="connsiteX27" fmla="*/ 246597 w 365660"/>
                <a:gd name="connsiteY27" fmla="*/ 140392 h 425273"/>
                <a:gd name="connsiteX28" fmla="*/ 279935 w 365660"/>
                <a:gd name="connsiteY28" fmla="*/ 197542 h 425273"/>
                <a:gd name="connsiteX29" fmla="*/ 365660 w 365660"/>
                <a:gd name="connsiteY29" fmla="*/ 199924 h 425273"/>
                <a:gd name="connsiteX30" fmla="*/ 358516 w 365660"/>
                <a:gd name="connsiteY30" fmla="*/ 264217 h 425273"/>
                <a:gd name="connsiteX31" fmla="*/ 289460 w 365660"/>
                <a:gd name="connsiteY31" fmla="*/ 264217 h 425273"/>
                <a:gd name="connsiteX0" fmla="*/ 289460 w 365660"/>
                <a:gd name="connsiteY0" fmla="*/ 263703 h 424759"/>
                <a:gd name="connsiteX1" fmla="*/ 232309 w 365660"/>
                <a:gd name="connsiteY1" fmla="*/ 299423 h 424759"/>
                <a:gd name="connsiteX2" fmla="*/ 234691 w 365660"/>
                <a:gd name="connsiteY2" fmla="*/ 366096 h 424759"/>
                <a:gd name="connsiteX3" fmla="*/ 187066 w 365660"/>
                <a:gd name="connsiteY3" fmla="*/ 423246 h 424759"/>
                <a:gd name="connsiteX4" fmla="*/ 101341 w 365660"/>
                <a:gd name="connsiteY4" fmla="*/ 387528 h 424759"/>
                <a:gd name="connsiteX5" fmla="*/ 115628 w 365660"/>
                <a:gd name="connsiteY5" fmla="*/ 299421 h 424759"/>
                <a:gd name="connsiteX6" fmla="*/ 165635 w 365660"/>
                <a:gd name="connsiteY6" fmla="*/ 282753 h 424759"/>
                <a:gd name="connsiteX7" fmla="*/ 191828 w 365660"/>
                <a:gd name="connsiteY7" fmla="*/ 277990 h 424759"/>
                <a:gd name="connsiteX8" fmla="*/ 239453 w 365660"/>
                <a:gd name="connsiteY8" fmla="*/ 220840 h 424759"/>
                <a:gd name="connsiteX9" fmla="*/ 196591 w 365660"/>
                <a:gd name="connsiteY9" fmla="*/ 204171 h 424759"/>
                <a:gd name="connsiteX10" fmla="*/ 163253 w 365660"/>
                <a:gd name="connsiteY10" fmla="*/ 204171 h 424759"/>
                <a:gd name="connsiteX11" fmla="*/ 122772 w 365660"/>
                <a:gd name="connsiteY11" fmla="*/ 218459 h 424759"/>
                <a:gd name="connsiteX12" fmla="*/ 103722 w 365660"/>
                <a:gd name="connsiteY12" fmla="*/ 263703 h 424759"/>
                <a:gd name="connsiteX13" fmla="*/ 75147 w 365660"/>
                <a:gd name="connsiteY13" fmla="*/ 299421 h 424759"/>
                <a:gd name="connsiteX14" fmla="*/ 29903 w 365660"/>
                <a:gd name="connsiteY14" fmla="*/ 285134 h 424759"/>
                <a:gd name="connsiteX15" fmla="*/ 1328 w 365660"/>
                <a:gd name="connsiteY15" fmla="*/ 235128 h 424759"/>
                <a:gd name="connsiteX16" fmla="*/ 72766 w 365660"/>
                <a:gd name="connsiteY16" fmla="*/ 175596 h 424759"/>
                <a:gd name="connsiteX17" fmla="*/ 79910 w 365660"/>
                <a:gd name="connsiteY17" fmla="*/ 180359 h 424759"/>
                <a:gd name="connsiteX18" fmla="*/ 108485 w 365660"/>
                <a:gd name="connsiteY18" fmla="*/ 185121 h 424759"/>
                <a:gd name="connsiteX19" fmla="*/ 210878 w 365660"/>
                <a:gd name="connsiteY19" fmla="*/ 170834 h 424759"/>
                <a:gd name="connsiteX20" fmla="*/ 191829 w 365660"/>
                <a:gd name="connsiteY20" fmla="*/ 108921 h 424759"/>
                <a:gd name="connsiteX21" fmla="*/ 134678 w 365660"/>
                <a:gd name="connsiteY21" fmla="*/ 99396 h 424759"/>
                <a:gd name="connsiteX22" fmla="*/ 94197 w 365660"/>
                <a:gd name="connsiteY22" fmla="*/ 47009 h 424759"/>
                <a:gd name="connsiteX23" fmla="*/ 141822 w 365660"/>
                <a:gd name="connsiteY23" fmla="*/ 6528 h 424759"/>
                <a:gd name="connsiteX24" fmla="*/ 208497 w 365660"/>
                <a:gd name="connsiteY24" fmla="*/ 4146 h 424759"/>
                <a:gd name="connsiteX25" fmla="*/ 234691 w 365660"/>
                <a:gd name="connsiteY25" fmla="*/ 47009 h 424759"/>
                <a:gd name="connsiteX26" fmla="*/ 225166 w 365660"/>
                <a:gd name="connsiteY26" fmla="*/ 92253 h 424759"/>
                <a:gd name="connsiteX27" fmla="*/ 246597 w 365660"/>
                <a:gd name="connsiteY27" fmla="*/ 139878 h 424759"/>
                <a:gd name="connsiteX28" fmla="*/ 279935 w 365660"/>
                <a:gd name="connsiteY28" fmla="*/ 197028 h 424759"/>
                <a:gd name="connsiteX29" fmla="*/ 365660 w 365660"/>
                <a:gd name="connsiteY29" fmla="*/ 199410 h 424759"/>
                <a:gd name="connsiteX30" fmla="*/ 358516 w 365660"/>
                <a:gd name="connsiteY30" fmla="*/ 263703 h 424759"/>
                <a:gd name="connsiteX31" fmla="*/ 289460 w 365660"/>
                <a:gd name="connsiteY31" fmla="*/ 263703 h 42475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4883 h 445939"/>
                <a:gd name="connsiteX1" fmla="*/ 232309 w 365660"/>
                <a:gd name="connsiteY1" fmla="*/ 320603 h 445939"/>
                <a:gd name="connsiteX2" fmla="*/ 234691 w 365660"/>
                <a:gd name="connsiteY2" fmla="*/ 387276 h 445939"/>
                <a:gd name="connsiteX3" fmla="*/ 187066 w 365660"/>
                <a:gd name="connsiteY3" fmla="*/ 444426 h 445939"/>
                <a:gd name="connsiteX4" fmla="*/ 101341 w 365660"/>
                <a:gd name="connsiteY4" fmla="*/ 408708 h 445939"/>
                <a:gd name="connsiteX5" fmla="*/ 115628 w 365660"/>
                <a:gd name="connsiteY5" fmla="*/ 320601 h 445939"/>
                <a:gd name="connsiteX6" fmla="*/ 165635 w 365660"/>
                <a:gd name="connsiteY6" fmla="*/ 303933 h 445939"/>
                <a:gd name="connsiteX7" fmla="*/ 191828 w 365660"/>
                <a:gd name="connsiteY7" fmla="*/ 299170 h 445939"/>
                <a:gd name="connsiteX8" fmla="*/ 239453 w 365660"/>
                <a:gd name="connsiteY8" fmla="*/ 242020 h 445939"/>
                <a:gd name="connsiteX9" fmla="*/ 196591 w 365660"/>
                <a:gd name="connsiteY9" fmla="*/ 225351 h 445939"/>
                <a:gd name="connsiteX10" fmla="*/ 163253 w 365660"/>
                <a:gd name="connsiteY10" fmla="*/ 225351 h 445939"/>
                <a:gd name="connsiteX11" fmla="*/ 122772 w 365660"/>
                <a:gd name="connsiteY11" fmla="*/ 239639 h 445939"/>
                <a:gd name="connsiteX12" fmla="*/ 103722 w 365660"/>
                <a:gd name="connsiteY12" fmla="*/ 284883 h 445939"/>
                <a:gd name="connsiteX13" fmla="*/ 75147 w 365660"/>
                <a:gd name="connsiteY13" fmla="*/ 320601 h 445939"/>
                <a:gd name="connsiteX14" fmla="*/ 29903 w 365660"/>
                <a:gd name="connsiteY14" fmla="*/ 306314 h 445939"/>
                <a:gd name="connsiteX15" fmla="*/ 1328 w 365660"/>
                <a:gd name="connsiteY15" fmla="*/ 256308 h 445939"/>
                <a:gd name="connsiteX16" fmla="*/ 72766 w 365660"/>
                <a:gd name="connsiteY16" fmla="*/ 196776 h 445939"/>
                <a:gd name="connsiteX17" fmla="*/ 79910 w 365660"/>
                <a:gd name="connsiteY17" fmla="*/ 201539 h 445939"/>
                <a:gd name="connsiteX18" fmla="*/ 108485 w 365660"/>
                <a:gd name="connsiteY18" fmla="*/ 206301 h 445939"/>
                <a:gd name="connsiteX19" fmla="*/ 210878 w 365660"/>
                <a:gd name="connsiteY19" fmla="*/ 192014 h 445939"/>
                <a:gd name="connsiteX20" fmla="*/ 191829 w 365660"/>
                <a:gd name="connsiteY20" fmla="*/ 130101 h 445939"/>
                <a:gd name="connsiteX21" fmla="*/ 134678 w 365660"/>
                <a:gd name="connsiteY21" fmla="*/ 120576 h 445939"/>
                <a:gd name="connsiteX22" fmla="*/ 94197 w 365660"/>
                <a:gd name="connsiteY22" fmla="*/ 68189 h 445939"/>
                <a:gd name="connsiteX23" fmla="*/ 139441 w 365660"/>
                <a:gd name="connsiteY23" fmla="*/ 1514 h 445939"/>
                <a:gd name="connsiteX24" fmla="*/ 208497 w 365660"/>
                <a:gd name="connsiteY24" fmla="*/ 25326 h 445939"/>
                <a:gd name="connsiteX25" fmla="*/ 234691 w 365660"/>
                <a:gd name="connsiteY25" fmla="*/ 68189 h 445939"/>
                <a:gd name="connsiteX26" fmla="*/ 225166 w 365660"/>
                <a:gd name="connsiteY26" fmla="*/ 113433 h 445939"/>
                <a:gd name="connsiteX27" fmla="*/ 246597 w 365660"/>
                <a:gd name="connsiteY27" fmla="*/ 161058 h 445939"/>
                <a:gd name="connsiteX28" fmla="*/ 279935 w 365660"/>
                <a:gd name="connsiteY28" fmla="*/ 218208 h 445939"/>
                <a:gd name="connsiteX29" fmla="*/ 365660 w 365660"/>
                <a:gd name="connsiteY29" fmla="*/ 220590 h 445939"/>
                <a:gd name="connsiteX30" fmla="*/ 358516 w 365660"/>
                <a:gd name="connsiteY30" fmla="*/ 284883 h 445939"/>
                <a:gd name="connsiteX31" fmla="*/ 289460 w 365660"/>
                <a:gd name="connsiteY31" fmla="*/ 284883 h 445939"/>
                <a:gd name="connsiteX0" fmla="*/ 289460 w 365660"/>
                <a:gd name="connsiteY0" fmla="*/ 283551 h 444607"/>
                <a:gd name="connsiteX1" fmla="*/ 232309 w 365660"/>
                <a:gd name="connsiteY1" fmla="*/ 319271 h 444607"/>
                <a:gd name="connsiteX2" fmla="*/ 234691 w 365660"/>
                <a:gd name="connsiteY2" fmla="*/ 385944 h 444607"/>
                <a:gd name="connsiteX3" fmla="*/ 187066 w 365660"/>
                <a:gd name="connsiteY3" fmla="*/ 443094 h 444607"/>
                <a:gd name="connsiteX4" fmla="*/ 101341 w 365660"/>
                <a:gd name="connsiteY4" fmla="*/ 407376 h 444607"/>
                <a:gd name="connsiteX5" fmla="*/ 115628 w 365660"/>
                <a:gd name="connsiteY5" fmla="*/ 319269 h 444607"/>
                <a:gd name="connsiteX6" fmla="*/ 165635 w 365660"/>
                <a:gd name="connsiteY6" fmla="*/ 302601 h 444607"/>
                <a:gd name="connsiteX7" fmla="*/ 191828 w 365660"/>
                <a:gd name="connsiteY7" fmla="*/ 297838 h 444607"/>
                <a:gd name="connsiteX8" fmla="*/ 239453 w 365660"/>
                <a:gd name="connsiteY8" fmla="*/ 240688 h 444607"/>
                <a:gd name="connsiteX9" fmla="*/ 196591 w 365660"/>
                <a:gd name="connsiteY9" fmla="*/ 224019 h 444607"/>
                <a:gd name="connsiteX10" fmla="*/ 163253 w 365660"/>
                <a:gd name="connsiteY10" fmla="*/ 224019 h 444607"/>
                <a:gd name="connsiteX11" fmla="*/ 122772 w 365660"/>
                <a:gd name="connsiteY11" fmla="*/ 238307 h 444607"/>
                <a:gd name="connsiteX12" fmla="*/ 103722 w 365660"/>
                <a:gd name="connsiteY12" fmla="*/ 283551 h 444607"/>
                <a:gd name="connsiteX13" fmla="*/ 75147 w 365660"/>
                <a:gd name="connsiteY13" fmla="*/ 319269 h 444607"/>
                <a:gd name="connsiteX14" fmla="*/ 29903 w 365660"/>
                <a:gd name="connsiteY14" fmla="*/ 304982 h 444607"/>
                <a:gd name="connsiteX15" fmla="*/ 1328 w 365660"/>
                <a:gd name="connsiteY15" fmla="*/ 254976 h 444607"/>
                <a:gd name="connsiteX16" fmla="*/ 72766 w 365660"/>
                <a:gd name="connsiteY16" fmla="*/ 195444 h 444607"/>
                <a:gd name="connsiteX17" fmla="*/ 79910 w 365660"/>
                <a:gd name="connsiteY17" fmla="*/ 200207 h 444607"/>
                <a:gd name="connsiteX18" fmla="*/ 108485 w 365660"/>
                <a:gd name="connsiteY18" fmla="*/ 204969 h 444607"/>
                <a:gd name="connsiteX19" fmla="*/ 210878 w 365660"/>
                <a:gd name="connsiteY19" fmla="*/ 190682 h 444607"/>
                <a:gd name="connsiteX20" fmla="*/ 191829 w 365660"/>
                <a:gd name="connsiteY20" fmla="*/ 128769 h 444607"/>
                <a:gd name="connsiteX21" fmla="*/ 134678 w 365660"/>
                <a:gd name="connsiteY21" fmla="*/ 119244 h 444607"/>
                <a:gd name="connsiteX22" fmla="*/ 94197 w 365660"/>
                <a:gd name="connsiteY22" fmla="*/ 35900 h 444607"/>
                <a:gd name="connsiteX23" fmla="*/ 139441 w 365660"/>
                <a:gd name="connsiteY23" fmla="*/ 182 h 444607"/>
                <a:gd name="connsiteX24" fmla="*/ 208497 w 365660"/>
                <a:gd name="connsiteY24" fmla="*/ 23994 h 444607"/>
                <a:gd name="connsiteX25" fmla="*/ 234691 w 365660"/>
                <a:gd name="connsiteY25" fmla="*/ 66857 h 444607"/>
                <a:gd name="connsiteX26" fmla="*/ 225166 w 365660"/>
                <a:gd name="connsiteY26" fmla="*/ 112101 h 444607"/>
                <a:gd name="connsiteX27" fmla="*/ 246597 w 365660"/>
                <a:gd name="connsiteY27" fmla="*/ 159726 h 444607"/>
                <a:gd name="connsiteX28" fmla="*/ 279935 w 365660"/>
                <a:gd name="connsiteY28" fmla="*/ 216876 h 444607"/>
                <a:gd name="connsiteX29" fmla="*/ 365660 w 365660"/>
                <a:gd name="connsiteY29" fmla="*/ 219258 h 444607"/>
                <a:gd name="connsiteX30" fmla="*/ 358516 w 365660"/>
                <a:gd name="connsiteY30" fmla="*/ 283551 h 444607"/>
                <a:gd name="connsiteX31" fmla="*/ 289460 w 365660"/>
                <a:gd name="connsiteY31" fmla="*/ 283551 h 444607"/>
                <a:gd name="connsiteX0" fmla="*/ 289460 w 365660"/>
                <a:gd name="connsiteY0" fmla="*/ 285974 h 447030"/>
                <a:gd name="connsiteX1" fmla="*/ 232309 w 365660"/>
                <a:gd name="connsiteY1" fmla="*/ 321694 h 447030"/>
                <a:gd name="connsiteX2" fmla="*/ 234691 w 365660"/>
                <a:gd name="connsiteY2" fmla="*/ 388367 h 447030"/>
                <a:gd name="connsiteX3" fmla="*/ 187066 w 365660"/>
                <a:gd name="connsiteY3" fmla="*/ 445517 h 447030"/>
                <a:gd name="connsiteX4" fmla="*/ 101341 w 365660"/>
                <a:gd name="connsiteY4" fmla="*/ 409799 h 447030"/>
                <a:gd name="connsiteX5" fmla="*/ 115628 w 365660"/>
                <a:gd name="connsiteY5" fmla="*/ 321692 h 447030"/>
                <a:gd name="connsiteX6" fmla="*/ 165635 w 365660"/>
                <a:gd name="connsiteY6" fmla="*/ 305024 h 447030"/>
                <a:gd name="connsiteX7" fmla="*/ 191828 w 365660"/>
                <a:gd name="connsiteY7" fmla="*/ 300261 h 447030"/>
                <a:gd name="connsiteX8" fmla="*/ 239453 w 365660"/>
                <a:gd name="connsiteY8" fmla="*/ 243111 h 447030"/>
                <a:gd name="connsiteX9" fmla="*/ 196591 w 365660"/>
                <a:gd name="connsiteY9" fmla="*/ 226442 h 447030"/>
                <a:gd name="connsiteX10" fmla="*/ 163253 w 365660"/>
                <a:gd name="connsiteY10" fmla="*/ 226442 h 447030"/>
                <a:gd name="connsiteX11" fmla="*/ 122772 w 365660"/>
                <a:gd name="connsiteY11" fmla="*/ 240730 h 447030"/>
                <a:gd name="connsiteX12" fmla="*/ 103722 w 365660"/>
                <a:gd name="connsiteY12" fmla="*/ 285974 h 447030"/>
                <a:gd name="connsiteX13" fmla="*/ 75147 w 365660"/>
                <a:gd name="connsiteY13" fmla="*/ 321692 h 447030"/>
                <a:gd name="connsiteX14" fmla="*/ 29903 w 365660"/>
                <a:gd name="connsiteY14" fmla="*/ 307405 h 447030"/>
                <a:gd name="connsiteX15" fmla="*/ 1328 w 365660"/>
                <a:gd name="connsiteY15" fmla="*/ 257399 h 447030"/>
                <a:gd name="connsiteX16" fmla="*/ 72766 w 365660"/>
                <a:gd name="connsiteY16" fmla="*/ 197867 h 447030"/>
                <a:gd name="connsiteX17" fmla="*/ 79910 w 365660"/>
                <a:gd name="connsiteY17" fmla="*/ 202630 h 447030"/>
                <a:gd name="connsiteX18" fmla="*/ 108485 w 365660"/>
                <a:gd name="connsiteY18" fmla="*/ 207392 h 447030"/>
                <a:gd name="connsiteX19" fmla="*/ 210878 w 365660"/>
                <a:gd name="connsiteY19" fmla="*/ 193105 h 447030"/>
                <a:gd name="connsiteX20" fmla="*/ 191829 w 365660"/>
                <a:gd name="connsiteY20" fmla="*/ 131192 h 447030"/>
                <a:gd name="connsiteX21" fmla="*/ 134678 w 365660"/>
                <a:gd name="connsiteY21" fmla="*/ 121667 h 447030"/>
                <a:gd name="connsiteX22" fmla="*/ 94197 w 365660"/>
                <a:gd name="connsiteY22" fmla="*/ 38323 h 447030"/>
                <a:gd name="connsiteX23" fmla="*/ 139441 w 365660"/>
                <a:gd name="connsiteY23" fmla="*/ 2605 h 447030"/>
                <a:gd name="connsiteX24" fmla="*/ 208497 w 365660"/>
                <a:gd name="connsiteY24" fmla="*/ 26417 h 447030"/>
                <a:gd name="connsiteX25" fmla="*/ 234691 w 365660"/>
                <a:gd name="connsiteY25" fmla="*/ 69280 h 447030"/>
                <a:gd name="connsiteX26" fmla="*/ 225166 w 365660"/>
                <a:gd name="connsiteY26" fmla="*/ 114524 h 447030"/>
                <a:gd name="connsiteX27" fmla="*/ 246597 w 365660"/>
                <a:gd name="connsiteY27" fmla="*/ 162149 h 447030"/>
                <a:gd name="connsiteX28" fmla="*/ 279935 w 365660"/>
                <a:gd name="connsiteY28" fmla="*/ 219299 h 447030"/>
                <a:gd name="connsiteX29" fmla="*/ 365660 w 365660"/>
                <a:gd name="connsiteY29" fmla="*/ 221681 h 447030"/>
                <a:gd name="connsiteX30" fmla="*/ 358516 w 365660"/>
                <a:gd name="connsiteY30" fmla="*/ 285974 h 447030"/>
                <a:gd name="connsiteX31" fmla="*/ 289460 w 365660"/>
                <a:gd name="connsiteY31" fmla="*/ 285974 h 447030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6841 h 447897"/>
                <a:gd name="connsiteX1" fmla="*/ 232309 w 365660"/>
                <a:gd name="connsiteY1" fmla="*/ 322561 h 447897"/>
                <a:gd name="connsiteX2" fmla="*/ 234691 w 365660"/>
                <a:gd name="connsiteY2" fmla="*/ 389234 h 447897"/>
                <a:gd name="connsiteX3" fmla="*/ 187066 w 365660"/>
                <a:gd name="connsiteY3" fmla="*/ 446384 h 447897"/>
                <a:gd name="connsiteX4" fmla="*/ 101341 w 365660"/>
                <a:gd name="connsiteY4" fmla="*/ 410666 h 447897"/>
                <a:gd name="connsiteX5" fmla="*/ 115628 w 365660"/>
                <a:gd name="connsiteY5" fmla="*/ 322559 h 447897"/>
                <a:gd name="connsiteX6" fmla="*/ 165635 w 365660"/>
                <a:gd name="connsiteY6" fmla="*/ 305891 h 447897"/>
                <a:gd name="connsiteX7" fmla="*/ 191828 w 365660"/>
                <a:gd name="connsiteY7" fmla="*/ 301128 h 447897"/>
                <a:gd name="connsiteX8" fmla="*/ 239453 w 365660"/>
                <a:gd name="connsiteY8" fmla="*/ 243978 h 447897"/>
                <a:gd name="connsiteX9" fmla="*/ 196591 w 365660"/>
                <a:gd name="connsiteY9" fmla="*/ 227309 h 447897"/>
                <a:gd name="connsiteX10" fmla="*/ 163253 w 365660"/>
                <a:gd name="connsiteY10" fmla="*/ 227309 h 447897"/>
                <a:gd name="connsiteX11" fmla="*/ 122772 w 365660"/>
                <a:gd name="connsiteY11" fmla="*/ 241597 h 447897"/>
                <a:gd name="connsiteX12" fmla="*/ 103722 w 365660"/>
                <a:gd name="connsiteY12" fmla="*/ 286841 h 447897"/>
                <a:gd name="connsiteX13" fmla="*/ 75147 w 365660"/>
                <a:gd name="connsiteY13" fmla="*/ 322559 h 447897"/>
                <a:gd name="connsiteX14" fmla="*/ 29903 w 365660"/>
                <a:gd name="connsiteY14" fmla="*/ 308272 h 447897"/>
                <a:gd name="connsiteX15" fmla="*/ 1328 w 365660"/>
                <a:gd name="connsiteY15" fmla="*/ 258266 h 447897"/>
                <a:gd name="connsiteX16" fmla="*/ 72766 w 365660"/>
                <a:gd name="connsiteY16" fmla="*/ 198734 h 447897"/>
                <a:gd name="connsiteX17" fmla="*/ 79910 w 365660"/>
                <a:gd name="connsiteY17" fmla="*/ 203497 h 447897"/>
                <a:gd name="connsiteX18" fmla="*/ 108485 w 365660"/>
                <a:gd name="connsiteY18" fmla="*/ 208259 h 447897"/>
                <a:gd name="connsiteX19" fmla="*/ 210878 w 365660"/>
                <a:gd name="connsiteY19" fmla="*/ 193972 h 447897"/>
                <a:gd name="connsiteX20" fmla="*/ 191829 w 365660"/>
                <a:gd name="connsiteY20" fmla="*/ 132059 h 447897"/>
                <a:gd name="connsiteX21" fmla="*/ 134678 w 365660"/>
                <a:gd name="connsiteY21" fmla="*/ 122534 h 447897"/>
                <a:gd name="connsiteX22" fmla="*/ 96578 w 365660"/>
                <a:gd name="connsiteY22" fmla="*/ 60621 h 447897"/>
                <a:gd name="connsiteX23" fmla="*/ 139441 w 365660"/>
                <a:gd name="connsiteY23" fmla="*/ 3472 h 447897"/>
                <a:gd name="connsiteX24" fmla="*/ 208497 w 365660"/>
                <a:gd name="connsiteY24" fmla="*/ 27284 h 447897"/>
                <a:gd name="connsiteX25" fmla="*/ 234691 w 365660"/>
                <a:gd name="connsiteY25" fmla="*/ 70147 h 447897"/>
                <a:gd name="connsiteX26" fmla="*/ 225166 w 365660"/>
                <a:gd name="connsiteY26" fmla="*/ 115391 h 447897"/>
                <a:gd name="connsiteX27" fmla="*/ 246597 w 365660"/>
                <a:gd name="connsiteY27" fmla="*/ 163016 h 447897"/>
                <a:gd name="connsiteX28" fmla="*/ 279935 w 365660"/>
                <a:gd name="connsiteY28" fmla="*/ 220166 h 447897"/>
                <a:gd name="connsiteX29" fmla="*/ 365660 w 365660"/>
                <a:gd name="connsiteY29" fmla="*/ 222548 h 447897"/>
                <a:gd name="connsiteX30" fmla="*/ 358516 w 365660"/>
                <a:gd name="connsiteY30" fmla="*/ 286841 h 447897"/>
                <a:gd name="connsiteX31" fmla="*/ 289460 w 365660"/>
                <a:gd name="connsiteY31" fmla="*/ 286841 h 447897"/>
                <a:gd name="connsiteX0" fmla="*/ 289460 w 365660"/>
                <a:gd name="connsiteY0" fmla="*/ 288453 h 449509"/>
                <a:gd name="connsiteX1" fmla="*/ 232309 w 365660"/>
                <a:gd name="connsiteY1" fmla="*/ 324173 h 449509"/>
                <a:gd name="connsiteX2" fmla="*/ 234691 w 365660"/>
                <a:gd name="connsiteY2" fmla="*/ 390846 h 449509"/>
                <a:gd name="connsiteX3" fmla="*/ 187066 w 365660"/>
                <a:gd name="connsiteY3" fmla="*/ 447996 h 449509"/>
                <a:gd name="connsiteX4" fmla="*/ 101341 w 365660"/>
                <a:gd name="connsiteY4" fmla="*/ 412278 h 449509"/>
                <a:gd name="connsiteX5" fmla="*/ 115628 w 365660"/>
                <a:gd name="connsiteY5" fmla="*/ 324171 h 449509"/>
                <a:gd name="connsiteX6" fmla="*/ 165635 w 365660"/>
                <a:gd name="connsiteY6" fmla="*/ 307503 h 449509"/>
                <a:gd name="connsiteX7" fmla="*/ 191828 w 365660"/>
                <a:gd name="connsiteY7" fmla="*/ 302740 h 449509"/>
                <a:gd name="connsiteX8" fmla="*/ 239453 w 365660"/>
                <a:gd name="connsiteY8" fmla="*/ 245590 h 449509"/>
                <a:gd name="connsiteX9" fmla="*/ 196591 w 365660"/>
                <a:gd name="connsiteY9" fmla="*/ 228921 h 449509"/>
                <a:gd name="connsiteX10" fmla="*/ 163253 w 365660"/>
                <a:gd name="connsiteY10" fmla="*/ 228921 h 449509"/>
                <a:gd name="connsiteX11" fmla="*/ 122772 w 365660"/>
                <a:gd name="connsiteY11" fmla="*/ 243209 h 449509"/>
                <a:gd name="connsiteX12" fmla="*/ 103722 w 365660"/>
                <a:gd name="connsiteY12" fmla="*/ 288453 h 449509"/>
                <a:gd name="connsiteX13" fmla="*/ 75147 w 365660"/>
                <a:gd name="connsiteY13" fmla="*/ 324171 h 449509"/>
                <a:gd name="connsiteX14" fmla="*/ 29903 w 365660"/>
                <a:gd name="connsiteY14" fmla="*/ 309884 h 449509"/>
                <a:gd name="connsiteX15" fmla="*/ 1328 w 365660"/>
                <a:gd name="connsiteY15" fmla="*/ 259878 h 449509"/>
                <a:gd name="connsiteX16" fmla="*/ 72766 w 365660"/>
                <a:gd name="connsiteY16" fmla="*/ 200346 h 449509"/>
                <a:gd name="connsiteX17" fmla="*/ 79910 w 365660"/>
                <a:gd name="connsiteY17" fmla="*/ 205109 h 449509"/>
                <a:gd name="connsiteX18" fmla="*/ 108485 w 365660"/>
                <a:gd name="connsiteY18" fmla="*/ 209871 h 449509"/>
                <a:gd name="connsiteX19" fmla="*/ 210878 w 365660"/>
                <a:gd name="connsiteY19" fmla="*/ 195584 h 449509"/>
                <a:gd name="connsiteX20" fmla="*/ 191829 w 365660"/>
                <a:gd name="connsiteY20" fmla="*/ 133671 h 449509"/>
                <a:gd name="connsiteX21" fmla="*/ 134678 w 365660"/>
                <a:gd name="connsiteY21" fmla="*/ 124146 h 449509"/>
                <a:gd name="connsiteX22" fmla="*/ 96578 w 365660"/>
                <a:gd name="connsiteY22" fmla="*/ 62233 h 449509"/>
                <a:gd name="connsiteX23" fmla="*/ 139441 w 365660"/>
                <a:gd name="connsiteY23" fmla="*/ 5084 h 449509"/>
                <a:gd name="connsiteX24" fmla="*/ 153727 w 365660"/>
                <a:gd name="connsiteY24" fmla="*/ 5493 h 449509"/>
                <a:gd name="connsiteX25" fmla="*/ 208497 w 365660"/>
                <a:gd name="connsiteY25" fmla="*/ 28896 h 449509"/>
                <a:gd name="connsiteX26" fmla="*/ 234691 w 365660"/>
                <a:gd name="connsiteY26" fmla="*/ 71759 h 449509"/>
                <a:gd name="connsiteX27" fmla="*/ 225166 w 365660"/>
                <a:gd name="connsiteY27" fmla="*/ 117003 h 449509"/>
                <a:gd name="connsiteX28" fmla="*/ 246597 w 365660"/>
                <a:gd name="connsiteY28" fmla="*/ 164628 h 449509"/>
                <a:gd name="connsiteX29" fmla="*/ 279935 w 365660"/>
                <a:gd name="connsiteY29" fmla="*/ 221778 h 449509"/>
                <a:gd name="connsiteX30" fmla="*/ 365660 w 365660"/>
                <a:gd name="connsiteY30" fmla="*/ 224160 h 449509"/>
                <a:gd name="connsiteX31" fmla="*/ 358516 w 365660"/>
                <a:gd name="connsiteY31" fmla="*/ 288453 h 449509"/>
                <a:gd name="connsiteX32" fmla="*/ 289460 w 365660"/>
                <a:gd name="connsiteY32" fmla="*/ 288453 h 449509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4398 h 445454"/>
                <a:gd name="connsiteX1" fmla="*/ 232309 w 365660"/>
                <a:gd name="connsiteY1" fmla="*/ 320118 h 445454"/>
                <a:gd name="connsiteX2" fmla="*/ 234691 w 365660"/>
                <a:gd name="connsiteY2" fmla="*/ 386791 h 445454"/>
                <a:gd name="connsiteX3" fmla="*/ 187066 w 365660"/>
                <a:gd name="connsiteY3" fmla="*/ 443941 h 445454"/>
                <a:gd name="connsiteX4" fmla="*/ 101341 w 365660"/>
                <a:gd name="connsiteY4" fmla="*/ 408223 h 445454"/>
                <a:gd name="connsiteX5" fmla="*/ 115628 w 365660"/>
                <a:gd name="connsiteY5" fmla="*/ 320116 h 445454"/>
                <a:gd name="connsiteX6" fmla="*/ 165635 w 365660"/>
                <a:gd name="connsiteY6" fmla="*/ 303448 h 445454"/>
                <a:gd name="connsiteX7" fmla="*/ 191828 w 365660"/>
                <a:gd name="connsiteY7" fmla="*/ 298685 h 445454"/>
                <a:gd name="connsiteX8" fmla="*/ 239453 w 365660"/>
                <a:gd name="connsiteY8" fmla="*/ 241535 h 445454"/>
                <a:gd name="connsiteX9" fmla="*/ 196591 w 365660"/>
                <a:gd name="connsiteY9" fmla="*/ 224866 h 445454"/>
                <a:gd name="connsiteX10" fmla="*/ 163253 w 365660"/>
                <a:gd name="connsiteY10" fmla="*/ 224866 h 445454"/>
                <a:gd name="connsiteX11" fmla="*/ 122772 w 365660"/>
                <a:gd name="connsiteY11" fmla="*/ 239154 h 445454"/>
                <a:gd name="connsiteX12" fmla="*/ 103722 w 365660"/>
                <a:gd name="connsiteY12" fmla="*/ 284398 h 445454"/>
                <a:gd name="connsiteX13" fmla="*/ 75147 w 365660"/>
                <a:gd name="connsiteY13" fmla="*/ 320116 h 445454"/>
                <a:gd name="connsiteX14" fmla="*/ 29903 w 365660"/>
                <a:gd name="connsiteY14" fmla="*/ 305829 h 445454"/>
                <a:gd name="connsiteX15" fmla="*/ 1328 w 365660"/>
                <a:gd name="connsiteY15" fmla="*/ 255823 h 445454"/>
                <a:gd name="connsiteX16" fmla="*/ 72766 w 365660"/>
                <a:gd name="connsiteY16" fmla="*/ 196291 h 445454"/>
                <a:gd name="connsiteX17" fmla="*/ 79910 w 365660"/>
                <a:gd name="connsiteY17" fmla="*/ 201054 h 445454"/>
                <a:gd name="connsiteX18" fmla="*/ 108485 w 365660"/>
                <a:gd name="connsiteY18" fmla="*/ 205816 h 445454"/>
                <a:gd name="connsiteX19" fmla="*/ 210878 w 365660"/>
                <a:gd name="connsiteY19" fmla="*/ 191529 h 445454"/>
                <a:gd name="connsiteX20" fmla="*/ 191829 w 365660"/>
                <a:gd name="connsiteY20" fmla="*/ 129616 h 445454"/>
                <a:gd name="connsiteX21" fmla="*/ 134678 w 365660"/>
                <a:gd name="connsiteY21" fmla="*/ 120091 h 445454"/>
                <a:gd name="connsiteX22" fmla="*/ 96578 w 365660"/>
                <a:gd name="connsiteY22" fmla="*/ 58178 h 445454"/>
                <a:gd name="connsiteX23" fmla="*/ 139441 w 365660"/>
                <a:gd name="connsiteY23" fmla="*/ 1029 h 445454"/>
                <a:gd name="connsiteX24" fmla="*/ 208497 w 365660"/>
                <a:gd name="connsiteY24" fmla="*/ 24841 h 445454"/>
                <a:gd name="connsiteX25" fmla="*/ 234691 w 365660"/>
                <a:gd name="connsiteY25" fmla="*/ 67704 h 445454"/>
                <a:gd name="connsiteX26" fmla="*/ 225166 w 365660"/>
                <a:gd name="connsiteY26" fmla="*/ 112948 h 445454"/>
                <a:gd name="connsiteX27" fmla="*/ 246597 w 365660"/>
                <a:gd name="connsiteY27" fmla="*/ 160573 h 445454"/>
                <a:gd name="connsiteX28" fmla="*/ 279935 w 365660"/>
                <a:gd name="connsiteY28" fmla="*/ 217723 h 445454"/>
                <a:gd name="connsiteX29" fmla="*/ 365660 w 365660"/>
                <a:gd name="connsiteY29" fmla="*/ 220105 h 445454"/>
                <a:gd name="connsiteX30" fmla="*/ 358516 w 365660"/>
                <a:gd name="connsiteY30" fmla="*/ 284398 h 445454"/>
                <a:gd name="connsiteX31" fmla="*/ 289460 w 365660"/>
                <a:gd name="connsiteY31" fmla="*/ 284398 h 445454"/>
                <a:gd name="connsiteX0" fmla="*/ 289460 w 365660"/>
                <a:gd name="connsiteY0" fmla="*/ 285965 h 447021"/>
                <a:gd name="connsiteX1" fmla="*/ 232309 w 365660"/>
                <a:gd name="connsiteY1" fmla="*/ 321685 h 447021"/>
                <a:gd name="connsiteX2" fmla="*/ 234691 w 365660"/>
                <a:gd name="connsiteY2" fmla="*/ 388358 h 447021"/>
                <a:gd name="connsiteX3" fmla="*/ 187066 w 365660"/>
                <a:gd name="connsiteY3" fmla="*/ 445508 h 447021"/>
                <a:gd name="connsiteX4" fmla="*/ 101341 w 365660"/>
                <a:gd name="connsiteY4" fmla="*/ 409790 h 447021"/>
                <a:gd name="connsiteX5" fmla="*/ 115628 w 365660"/>
                <a:gd name="connsiteY5" fmla="*/ 321683 h 447021"/>
                <a:gd name="connsiteX6" fmla="*/ 165635 w 365660"/>
                <a:gd name="connsiteY6" fmla="*/ 305015 h 447021"/>
                <a:gd name="connsiteX7" fmla="*/ 191828 w 365660"/>
                <a:gd name="connsiteY7" fmla="*/ 300252 h 447021"/>
                <a:gd name="connsiteX8" fmla="*/ 239453 w 365660"/>
                <a:gd name="connsiteY8" fmla="*/ 243102 h 447021"/>
                <a:gd name="connsiteX9" fmla="*/ 196591 w 365660"/>
                <a:gd name="connsiteY9" fmla="*/ 226433 h 447021"/>
                <a:gd name="connsiteX10" fmla="*/ 163253 w 365660"/>
                <a:gd name="connsiteY10" fmla="*/ 226433 h 447021"/>
                <a:gd name="connsiteX11" fmla="*/ 122772 w 365660"/>
                <a:gd name="connsiteY11" fmla="*/ 240721 h 447021"/>
                <a:gd name="connsiteX12" fmla="*/ 103722 w 365660"/>
                <a:gd name="connsiteY12" fmla="*/ 285965 h 447021"/>
                <a:gd name="connsiteX13" fmla="*/ 75147 w 365660"/>
                <a:gd name="connsiteY13" fmla="*/ 321683 h 447021"/>
                <a:gd name="connsiteX14" fmla="*/ 29903 w 365660"/>
                <a:gd name="connsiteY14" fmla="*/ 307396 h 447021"/>
                <a:gd name="connsiteX15" fmla="*/ 1328 w 365660"/>
                <a:gd name="connsiteY15" fmla="*/ 257390 h 447021"/>
                <a:gd name="connsiteX16" fmla="*/ 72766 w 365660"/>
                <a:gd name="connsiteY16" fmla="*/ 197858 h 447021"/>
                <a:gd name="connsiteX17" fmla="*/ 79910 w 365660"/>
                <a:gd name="connsiteY17" fmla="*/ 202621 h 447021"/>
                <a:gd name="connsiteX18" fmla="*/ 108485 w 365660"/>
                <a:gd name="connsiteY18" fmla="*/ 207383 h 447021"/>
                <a:gd name="connsiteX19" fmla="*/ 210878 w 365660"/>
                <a:gd name="connsiteY19" fmla="*/ 193096 h 447021"/>
                <a:gd name="connsiteX20" fmla="*/ 191829 w 365660"/>
                <a:gd name="connsiteY20" fmla="*/ 131183 h 447021"/>
                <a:gd name="connsiteX21" fmla="*/ 134678 w 365660"/>
                <a:gd name="connsiteY21" fmla="*/ 121658 h 447021"/>
                <a:gd name="connsiteX22" fmla="*/ 96578 w 365660"/>
                <a:gd name="connsiteY22" fmla="*/ 59745 h 447021"/>
                <a:gd name="connsiteX23" fmla="*/ 139441 w 365660"/>
                <a:gd name="connsiteY23" fmla="*/ 2596 h 447021"/>
                <a:gd name="connsiteX24" fmla="*/ 208497 w 365660"/>
                <a:gd name="connsiteY24" fmla="*/ 26408 h 447021"/>
                <a:gd name="connsiteX25" fmla="*/ 234691 w 365660"/>
                <a:gd name="connsiteY25" fmla="*/ 69271 h 447021"/>
                <a:gd name="connsiteX26" fmla="*/ 225166 w 365660"/>
                <a:gd name="connsiteY26" fmla="*/ 114515 h 447021"/>
                <a:gd name="connsiteX27" fmla="*/ 246597 w 365660"/>
                <a:gd name="connsiteY27" fmla="*/ 162140 h 447021"/>
                <a:gd name="connsiteX28" fmla="*/ 279935 w 365660"/>
                <a:gd name="connsiteY28" fmla="*/ 219290 h 447021"/>
                <a:gd name="connsiteX29" fmla="*/ 365660 w 365660"/>
                <a:gd name="connsiteY29" fmla="*/ 221672 h 447021"/>
                <a:gd name="connsiteX30" fmla="*/ 358516 w 365660"/>
                <a:gd name="connsiteY30" fmla="*/ 285965 h 447021"/>
                <a:gd name="connsiteX31" fmla="*/ 289460 w 365660"/>
                <a:gd name="connsiteY31" fmla="*/ 285965 h 447021"/>
                <a:gd name="connsiteX0" fmla="*/ 289460 w 365660"/>
                <a:gd name="connsiteY0" fmla="*/ 290435 h 451491"/>
                <a:gd name="connsiteX1" fmla="*/ 232309 w 365660"/>
                <a:gd name="connsiteY1" fmla="*/ 326155 h 451491"/>
                <a:gd name="connsiteX2" fmla="*/ 234691 w 365660"/>
                <a:gd name="connsiteY2" fmla="*/ 392828 h 451491"/>
                <a:gd name="connsiteX3" fmla="*/ 187066 w 365660"/>
                <a:gd name="connsiteY3" fmla="*/ 449978 h 451491"/>
                <a:gd name="connsiteX4" fmla="*/ 101341 w 365660"/>
                <a:gd name="connsiteY4" fmla="*/ 414260 h 451491"/>
                <a:gd name="connsiteX5" fmla="*/ 115628 w 365660"/>
                <a:gd name="connsiteY5" fmla="*/ 326153 h 451491"/>
                <a:gd name="connsiteX6" fmla="*/ 165635 w 365660"/>
                <a:gd name="connsiteY6" fmla="*/ 309485 h 451491"/>
                <a:gd name="connsiteX7" fmla="*/ 191828 w 365660"/>
                <a:gd name="connsiteY7" fmla="*/ 304722 h 451491"/>
                <a:gd name="connsiteX8" fmla="*/ 239453 w 365660"/>
                <a:gd name="connsiteY8" fmla="*/ 247572 h 451491"/>
                <a:gd name="connsiteX9" fmla="*/ 196591 w 365660"/>
                <a:gd name="connsiteY9" fmla="*/ 230903 h 451491"/>
                <a:gd name="connsiteX10" fmla="*/ 163253 w 365660"/>
                <a:gd name="connsiteY10" fmla="*/ 230903 h 451491"/>
                <a:gd name="connsiteX11" fmla="*/ 122772 w 365660"/>
                <a:gd name="connsiteY11" fmla="*/ 245191 h 451491"/>
                <a:gd name="connsiteX12" fmla="*/ 103722 w 365660"/>
                <a:gd name="connsiteY12" fmla="*/ 290435 h 451491"/>
                <a:gd name="connsiteX13" fmla="*/ 75147 w 365660"/>
                <a:gd name="connsiteY13" fmla="*/ 326153 h 451491"/>
                <a:gd name="connsiteX14" fmla="*/ 29903 w 365660"/>
                <a:gd name="connsiteY14" fmla="*/ 311866 h 451491"/>
                <a:gd name="connsiteX15" fmla="*/ 1328 w 365660"/>
                <a:gd name="connsiteY15" fmla="*/ 261860 h 451491"/>
                <a:gd name="connsiteX16" fmla="*/ 72766 w 365660"/>
                <a:gd name="connsiteY16" fmla="*/ 202328 h 451491"/>
                <a:gd name="connsiteX17" fmla="*/ 79910 w 365660"/>
                <a:gd name="connsiteY17" fmla="*/ 207091 h 451491"/>
                <a:gd name="connsiteX18" fmla="*/ 108485 w 365660"/>
                <a:gd name="connsiteY18" fmla="*/ 211853 h 451491"/>
                <a:gd name="connsiteX19" fmla="*/ 210878 w 365660"/>
                <a:gd name="connsiteY19" fmla="*/ 197566 h 451491"/>
                <a:gd name="connsiteX20" fmla="*/ 191829 w 365660"/>
                <a:gd name="connsiteY20" fmla="*/ 135653 h 451491"/>
                <a:gd name="connsiteX21" fmla="*/ 134678 w 365660"/>
                <a:gd name="connsiteY21" fmla="*/ 126128 h 451491"/>
                <a:gd name="connsiteX22" fmla="*/ 96578 w 365660"/>
                <a:gd name="connsiteY22" fmla="*/ 64215 h 451491"/>
                <a:gd name="connsiteX23" fmla="*/ 156109 w 365660"/>
                <a:gd name="connsiteY23" fmla="*/ 2304 h 451491"/>
                <a:gd name="connsiteX24" fmla="*/ 208497 w 365660"/>
                <a:gd name="connsiteY24" fmla="*/ 30878 h 451491"/>
                <a:gd name="connsiteX25" fmla="*/ 234691 w 365660"/>
                <a:gd name="connsiteY25" fmla="*/ 73741 h 451491"/>
                <a:gd name="connsiteX26" fmla="*/ 225166 w 365660"/>
                <a:gd name="connsiteY26" fmla="*/ 118985 h 451491"/>
                <a:gd name="connsiteX27" fmla="*/ 246597 w 365660"/>
                <a:gd name="connsiteY27" fmla="*/ 166610 h 451491"/>
                <a:gd name="connsiteX28" fmla="*/ 279935 w 365660"/>
                <a:gd name="connsiteY28" fmla="*/ 223760 h 451491"/>
                <a:gd name="connsiteX29" fmla="*/ 365660 w 365660"/>
                <a:gd name="connsiteY29" fmla="*/ 226142 h 451491"/>
                <a:gd name="connsiteX30" fmla="*/ 358516 w 365660"/>
                <a:gd name="connsiteY30" fmla="*/ 290435 h 451491"/>
                <a:gd name="connsiteX31" fmla="*/ 289460 w 365660"/>
                <a:gd name="connsiteY31" fmla="*/ 290435 h 451491"/>
                <a:gd name="connsiteX0" fmla="*/ 289460 w 365660"/>
                <a:gd name="connsiteY0" fmla="*/ 289204 h 450260"/>
                <a:gd name="connsiteX1" fmla="*/ 232309 w 365660"/>
                <a:gd name="connsiteY1" fmla="*/ 324924 h 450260"/>
                <a:gd name="connsiteX2" fmla="*/ 234691 w 365660"/>
                <a:gd name="connsiteY2" fmla="*/ 391597 h 450260"/>
                <a:gd name="connsiteX3" fmla="*/ 187066 w 365660"/>
                <a:gd name="connsiteY3" fmla="*/ 448747 h 450260"/>
                <a:gd name="connsiteX4" fmla="*/ 101341 w 365660"/>
                <a:gd name="connsiteY4" fmla="*/ 413029 h 450260"/>
                <a:gd name="connsiteX5" fmla="*/ 115628 w 365660"/>
                <a:gd name="connsiteY5" fmla="*/ 324922 h 450260"/>
                <a:gd name="connsiteX6" fmla="*/ 165635 w 365660"/>
                <a:gd name="connsiteY6" fmla="*/ 308254 h 450260"/>
                <a:gd name="connsiteX7" fmla="*/ 191828 w 365660"/>
                <a:gd name="connsiteY7" fmla="*/ 303491 h 450260"/>
                <a:gd name="connsiteX8" fmla="*/ 239453 w 365660"/>
                <a:gd name="connsiteY8" fmla="*/ 246341 h 450260"/>
                <a:gd name="connsiteX9" fmla="*/ 196591 w 365660"/>
                <a:gd name="connsiteY9" fmla="*/ 229672 h 450260"/>
                <a:gd name="connsiteX10" fmla="*/ 163253 w 365660"/>
                <a:gd name="connsiteY10" fmla="*/ 229672 h 450260"/>
                <a:gd name="connsiteX11" fmla="*/ 122772 w 365660"/>
                <a:gd name="connsiteY11" fmla="*/ 243960 h 450260"/>
                <a:gd name="connsiteX12" fmla="*/ 103722 w 365660"/>
                <a:gd name="connsiteY12" fmla="*/ 289204 h 450260"/>
                <a:gd name="connsiteX13" fmla="*/ 75147 w 365660"/>
                <a:gd name="connsiteY13" fmla="*/ 324922 h 450260"/>
                <a:gd name="connsiteX14" fmla="*/ 29903 w 365660"/>
                <a:gd name="connsiteY14" fmla="*/ 310635 h 450260"/>
                <a:gd name="connsiteX15" fmla="*/ 1328 w 365660"/>
                <a:gd name="connsiteY15" fmla="*/ 260629 h 450260"/>
                <a:gd name="connsiteX16" fmla="*/ 72766 w 365660"/>
                <a:gd name="connsiteY16" fmla="*/ 201097 h 450260"/>
                <a:gd name="connsiteX17" fmla="*/ 79910 w 365660"/>
                <a:gd name="connsiteY17" fmla="*/ 205860 h 450260"/>
                <a:gd name="connsiteX18" fmla="*/ 108485 w 365660"/>
                <a:gd name="connsiteY18" fmla="*/ 210622 h 450260"/>
                <a:gd name="connsiteX19" fmla="*/ 210878 w 365660"/>
                <a:gd name="connsiteY19" fmla="*/ 196335 h 450260"/>
                <a:gd name="connsiteX20" fmla="*/ 191829 w 365660"/>
                <a:gd name="connsiteY20" fmla="*/ 134422 h 450260"/>
                <a:gd name="connsiteX21" fmla="*/ 134678 w 365660"/>
                <a:gd name="connsiteY21" fmla="*/ 124897 h 450260"/>
                <a:gd name="connsiteX22" fmla="*/ 96578 w 365660"/>
                <a:gd name="connsiteY22" fmla="*/ 62984 h 450260"/>
                <a:gd name="connsiteX23" fmla="*/ 156109 w 365660"/>
                <a:gd name="connsiteY23" fmla="*/ 1073 h 450260"/>
                <a:gd name="connsiteX24" fmla="*/ 220403 w 365660"/>
                <a:gd name="connsiteY24" fmla="*/ 27266 h 450260"/>
                <a:gd name="connsiteX25" fmla="*/ 234691 w 365660"/>
                <a:gd name="connsiteY25" fmla="*/ 72510 h 450260"/>
                <a:gd name="connsiteX26" fmla="*/ 225166 w 365660"/>
                <a:gd name="connsiteY26" fmla="*/ 117754 h 450260"/>
                <a:gd name="connsiteX27" fmla="*/ 246597 w 365660"/>
                <a:gd name="connsiteY27" fmla="*/ 165379 h 450260"/>
                <a:gd name="connsiteX28" fmla="*/ 279935 w 365660"/>
                <a:gd name="connsiteY28" fmla="*/ 222529 h 450260"/>
                <a:gd name="connsiteX29" fmla="*/ 365660 w 365660"/>
                <a:gd name="connsiteY29" fmla="*/ 224911 h 450260"/>
                <a:gd name="connsiteX30" fmla="*/ 358516 w 365660"/>
                <a:gd name="connsiteY30" fmla="*/ 289204 h 450260"/>
                <a:gd name="connsiteX31" fmla="*/ 289460 w 365660"/>
                <a:gd name="connsiteY31" fmla="*/ 289204 h 450260"/>
                <a:gd name="connsiteX0" fmla="*/ 289460 w 365660"/>
                <a:gd name="connsiteY0" fmla="*/ 290956 h 452012"/>
                <a:gd name="connsiteX1" fmla="*/ 232309 w 365660"/>
                <a:gd name="connsiteY1" fmla="*/ 326676 h 452012"/>
                <a:gd name="connsiteX2" fmla="*/ 234691 w 365660"/>
                <a:gd name="connsiteY2" fmla="*/ 393349 h 452012"/>
                <a:gd name="connsiteX3" fmla="*/ 187066 w 365660"/>
                <a:gd name="connsiteY3" fmla="*/ 450499 h 452012"/>
                <a:gd name="connsiteX4" fmla="*/ 101341 w 365660"/>
                <a:gd name="connsiteY4" fmla="*/ 414781 h 452012"/>
                <a:gd name="connsiteX5" fmla="*/ 115628 w 365660"/>
                <a:gd name="connsiteY5" fmla="*/ 326674 h 452012"/>
                <a:gd name="connsiteX6" fmla="*/ 165635 w 365660"/>
                <a:gd name="connsiteY6" fmla="*/ 310006 h 452012"/>
                <a:gd name="connsiteX7" fmla="*/ 191828 w 365660"/>
                <a:gd name="connsiteY7" fmla="*/ 305243 h 452012"/>
                <a:gd name="connsiteX8" fmla="*/ 239453 w 365660"/>
                <a:gd name="connsiteY8" fmla="*/ 248093 h 452012"/>
                <a:gd name="connsiteX9" fmla="*/ 196591 w 365660"/>
                <a:gd name="connsiteY9" fmla="*/ 231424 h 452012"/>
                <a:gd name="connsiteX10" fmla="*/ 163253 w 365660"/>
                <a:gd name="connsiteY10" fmla="*/ 231424 h 452012"/>
                <a:gd name="connsiteX11" fmla="*/ 122772 w 365660"/>
                <a:gd name="connsiteY11" fmla="*/ 245712 h 452012"/>
                <a:gd name="connsiteX12" fmla="*/ 103722 w 365660"/>
                <a:gd name="connsiteY12" fmla="*/ 290956 h 452012"/>
                <a:gd name="connsiteX13" fmla="*/ 75147 w 365660"/>
                <a:gd name="connsiteY13" fmla="*/ 326674 h 452012"/>
                <a:gd name="connsiteX14" fmla="*/ 29903 w 365660"/>
                <a:gd name="connsiteY14" fmla="*/ 312387 h 452012"/>
                <a:gd name="connsiteX15" fmla="*/ 1328 w 365660"/>
                <a:gd name="connsiteY15" fmla="*/ 262381 h 452012"/>
                <a:gd name="connsiteX16" fmla="*/ 72766 w 365660"/>
                <a:gd name="connsiteY16" fmla="*/ 202849 h 452012"/>
                <a:gd name="connsiteX17" fmla="*/ 79910 w 365660"/>
                <a:gd name="connsiteY17" fmla="*/ 207612 h 452012"/>
                <a:gd name="connsiteX18" fmla="*/ 108485 w 365660"/>
                <a:gd name="connsiteY18" fmla="*/ 212374 h 452012"/>
                <a:gd name="connsiteX19" fmla="*/ 210878 w 365660"/>
                <a:gd name="connsiteY19" fmla="*/ 198087 h 452012"/>
                <a:gd name="connsiteX20" fmla="*/ 191829 w 365660"/>
                <a:gd name="connsiteY20" fmla="*/ 136174 h 452012"/>
                <a:gd name="connsiteX21" fmla="*/ 134678 w 365660"/>
                <a:gd name="connsiteY21" fmla="*/ 126649 h 452012"/>
                <a:gd name="connsiteX22" fmla="*/ 96578 w 365660"/>
                <a:gd name="connsiteY22" fmla="*/ 64736 h 452012"/>
                <a:gd name="connsiteX23" fmla="*/ 156109 w 365660"/>
                <a:gd name="connsiteY23" fmla="*/ 2825 h 452012"/>
                <a:gd name="connsiteX24" fmla="*/ 220403 w 365660"/>
                <a:gd name="connsiteY24" fmla="*/ 29018 h 452012"/>
                <a:gd name="connsiteX25" fmla="*/ 234691 w 365660"/>
                <a:gd name="connsiteY25" fmla="*/ 74262 h 452012"/>
                <a:gd name="connsiteX26" fmla="*/ 225166 w 365660"/>
                <a:gd name="connsiteY26" fmla="*/ 119506 h 452012"/>
                <a:gd name="connsiteX27" fmla="*/ 246597 w 365660"/>
                <a:gd name="connsiteY27" fmla="*/ 167131 h 452012"/>
                <a:gd name="connsiteX28" fmla="*/ 279935 w 365660"/>
                <a:gd name="connsiteY28" fmla="*/ 224281 h 452012"/>
                <a:gd name="connsiteX29" fmla="*/ 365660 w 365660"/>
                <a:gd name="connsiteY29" fmla="*/ 226663 h 452012"/>
                <a:gd name="connsiteX30" fmla="*/ 358516 w 365660"/>
                <a:gd name="connsiteY30" fmla="*/ 290956 h 452012"/>
                <a:gd name="connsiteX31" fmla="*/ 289460 w 365660"/>
                <a:gd name="connsiteY31" fmla="*/ 290956 h 452012"/>
                <a:gd name="connsiteX0" fmla="*/ 289460 w 365660"/>
                <a:gd name="connsiteY0" fmla="*/ 291662 h 452718"/>
                <a:gd name="connsiteX1" fmla="*/ 232309 w 365660"/>
                <a:gd name="connsiteY1" fmla="*/ 327382 h 452718"/>
                <a:gd name="connsiteX2" fmla="*/ 234691 w 365660"/>
                <a:gd name="connsiteY2" fmla="*/ 394055 h 452718"/>
                <a:gd name="connsiteX3" fmla="*/ 187066 w 365660"/>
                <a:gd name="connsiteY3" fmla="*/ 451205 h 452718"/>
                <a:gd name="connsiteX4" fmla="*/ 101341 w 365660"/>
                <a:gd name="connsiteY4" fmla="*/ 415487 h 452718"/>
                <a:gd name="connsiteX5" fmla="*/ 115628 w 365660"/>
                <a:gd name="connsiteY5" fmla="*/ 327380 h 452718"/>
                <a:gd name="connsiteX6" fmla="*/ 165635 w 365660"/>
                <a:gd name="connsiteY6" fmla="*/ 310712 h 452718"/>
                <a:gd name="connsiteX7" fmla="*/ 191828 w 365660"/>
                <a:gd name="connsiteY7" fmla="*/ 305949 h 452718"/>
                <a:gd name="connsiteX8" fmla="*/ 239453 w 365660"/>
                <a:gd name="connsiteY8" fmla="*/ 248799 h 452718"/>
                <a:gd name="connsiteX9" fmla="*/ 196591 w 365660"/>
                <a:gd name="connsiteY9" fmla="*/ 232130 h 452718"/>
                <a:gd name="connsiteX10" fmla="*/ 163253 w 365660"/>
                <a:gd name="connsiteY10" fmla="*/ 232130 h 452718"/>
                <a:gd name="connsiteX11" fmla="*/ 122772 w 365660"/>
                <a:gd name="connsiteY11" fmla="*/ 246418 h 452718"/>
                <a:gd name="connsiteX12" fmla="*/ 103722 w 365660"/>
                <a:gd name="connsiteY12" fmla="*/ 291662 h 452718"/>
                <a:gd name="connsiteX13" fmla="*/ 75147 w 365660"/>
                <a:gd name="connsiteY13" fmla="*/ 327380 h 452718"/>
                <a:gd name="connsiteX14" fmla="*/ 29903 w 365660"/>
                <a:gd name="connsiteY14" fmla="*/ 313093 h 452718"/>
                <a:gd name="connsiteX15" fmla="*/ 1328 w 365660"/>
                <a:gd name="connsiteY15" fmla="*/ 263087 h 452718"/>
                <a:gd name="connsiteX16" fmla="*/ 72766 w 365660"/>
                <a:gd name="connsiteY16" fmla="*/ 203555 h 452718"/>
                <a:gd name="connsiteX17" fmla="*/ 79910 w 365660"/>
                <a:gd name="connsiteY17" fmla="*/ 208318 h 452718"/>
                <a:gd name="connsiteX18" fmla="*/ 108485 w 365660"/>
                <a:gd name="connsiteY18" fmla="*/ 213080 h 452718"/>
                <a:gd name="connsiteX19" fmla="*/ 210878 w 365660"/>
                <a:gd name="connsiteY19" fmla="*/ 198793 h 452718"/>
                <a:gd name="connsiteX20" fmla="*/ 191829 w 365660"/>
                <a:gd name="connsiteY20" fmla="*/ 136880 h 452718"/>
                <a:gd name="connsiteX21" fmla="*/ 134678 w 365660"/>
                <a:gd name="connsiteY21" fmla="*/ 127355 h 452718"/>
                <a:gd name="connsiteX22" fmla="*/ 96578 w 365660"/>
                <a:gd name="connsiteY22" fmla="*/ 65442 h 452718"/>
                <a:gd name="connsiteX23" fmla="*/ 156109 w 365660"/>
                <a:gd name="connsiteY23" fmla="*/ 3531 h 452718"/>
                <a:gd name="connsiteX24" fmla="*/ 232309 w 365660"/>
                <a:gd name="connsiteY24" fmla="*/ 27342 h 452718"/>
                <a:gd name="connsiteX25" fmla="*/ 234691 w 365660"/>
                <a:gd name="connsiteY25" fmla="*/ 74968 h 452718"/>
                <a:gd name="connsiteX26" fmla="*/ 225166 w 365660"/>
                <a:gd name="connsiteY26" fmla="*/ 120212 h 452718"/>
                <a:gd name="connsiteX27" fmla="*/ 246597 w 365660"/>
                <a:gd name="connsiteY27" fmla="*/ 167837 h 452718"/>
                <a:gd name="connsiteX28" fmla="*/ 279935 w 365660"/>
                <a:gd name="connsiteY28" fmla="*/ 224987 h 452718"/>
                <a:gd name="connsiteX29" fmla="*/ 365660 w 365660"/>
                <a:gd name="connsiteY29" fmla="*/ 227369 h 452718"/>
                <a:gd name="connsiteX30" fmla="*/ 358516 w 365660"/>
                <a:gd name="connsiteY30" fmla="*/ 291662 h 452718"/>
                <a:gd name="connsiteX31" fmla="*/ 289460 w 365660"/>
                <a:gd name="connsiteY31" fmla="*/ 291662 h 452718"/>
                <a:gd name="connsiteX0" fmla="*/ 289460 w 365660"/>
                <a:gd name="connsiteY0" fmla="*/ 294011 h 455067"/>
                <a:gd name="connsiteX1" fmla="*/ 232309 w 365660"/>
                <a:gd name="connsiteY1" fmla="*/ 329731 h 455067"/>
                <a:gd name="connsiteX2" fmla="*/ 234691 w 365660"/>
                <a:gd name="connsiteY2" fmla="*/ 396404 h 455067"/>
                <a:gd name="connsiteX3" fmla="*/ 187066 w 365660"/>
                <a:gd name="connsiteY3" fmla="*/ 453554 h 455067"/>
                <a:gd name="connsiteX4" fmla="*/ 101341 w 365660"/>
                <a:gd name="connsiteY4" fmla="*/ 417836 h 455067"/>
                <a:gd name="connsiteX5" fmla="*/ 115628 w 365660"/>
                <a:gd name="connsiteY5" fmla="*/ 329729 h 455067"/>
                <a:gd name="connsiteX6" fmla="*/ 165635 w 365660"/>
                <a:gd name="connsiteY6" fmla="*/ 313061 h 455067"/>
                <a:gd name="connsiteX7" fmla="*/ 191828 w 365660"/>
                <a:gd name="connsiteY7" fmla="*/ 308298 h 455067"/>
                <a:gd name="connsiteX8" fmla="*/ 239453 w 365660"/>
                <a:gd name="connsiteY8" fmla="*/ 251148 h 455067"/>
                <a:gd name="connsiteX9" fmla="*/ 196591 w 365660"/>
                <a:gd name="connsiteY9" fmla="*/ 234479 h 455067"/>
                <a:gd name="connsiteX10" fmla="*/ 163253 w 365660"/>
                <a:gd name="connsiteY10" fmla="*/ 234479 h 455067"/>
                <a:gd name="connsiteX11" fmla="*/ 122772 w 365660"/>
                <a:gd name="connsiteY11" fmla="*/ 248767 h 455067"/>
                <a:gd name="connsiteX12" fmla="*/ 103722 w 365660"/>
                <a:gd name="connsiteY12" fmla="*/ 294011 h 455067"/>
                <a:gd name="connsiteX13" fmla="*/ 75147 w 365660"/>
                <a:gd name="connsiteY13" fmla="*/ 329729 h 455067"/>
                <a:gd name="connsiteX14" fmla="*/ 29903 w 365660"/>
                <a:gd name="connsiteY14" fmla="*/ 315442 h 455067"/>
                <a:gd name="connsiteX15" fmla="*/ 1328 w 365660"/>
                <a:gd name="connsiteY15" fmla="*/ 265436 h 455067"/>
                <a:gd name="connsiteX16" fmla="*/ 72766 w 365660"/>
                <a:gd name="connsiteY16" fmla="*/ 205904 h 455067"/>
                <a:gd name="connsiteX17" fmla="*/ 79910 w 365660"/>
                <a:gd name="connsiteY17" fmla="*/ 210667 h 455067"/>
                <a:gd name="connsiteX18" fmla="*/ 108485 w 365660"/>
                <a:gd name="connsiteY18" fmla="*/ 215429 h 455067"/>
                <a:gd name="connsiteX19" fmla="*/ 210878 w 365660"/>
                <a:gd name="connsiteY19" fmla="*/ 201142 h 455067"/>
                <a:gd name="connsiteX20" fmla="*/ 191829 w 365660"/>
                <a:gd name="connsiteY20" fmla="*/ 139229 h 455067"/>
                <a:gd name="connsiteX21" fmla="*/ 134678 w 365660"/>
                <a:gd name="connsiteY21" fmla="*/ 129704 h 455067"/>
                <a:gd name="connsiteX22" fmla="*/ 96578 w 365660"/>
                <a:gd name="connsiteY22" fmla="*/ 67791 h 455067"/>
                <a:gd name="connsiteX23" fmla="*/ 148965 w 365660"/>
                <a:gd name="connsiteY23" fmla="*/ 1117 h 455067"/>
                <a:gd name="connsiteX24" fmla="*/ 232309 w 365660"/>
                <a:gd name="connsiteY24" fmla="*/ 29691 h 455067"/>
                <a:gd name="connsiteX25" fmla="*/ 234691 w 365660"/>
                <a:gd name="connsiteY25" fmla="*/ 77317 h 455067"/>
                <a:gd name="connsiteX26" fmla="*/ 225166 w 365660"/>
                <a:gd name="connsiteY26" fmla="*/ 122561 h 455067"/>
                <a:gd name="connsiteX27" fmla="*/ 246597 w 365660"/>
                <a:gd name="connsiteY27" fmla="*/ 170186 h 455067"/>
                <a:gd name="connsiteX28" fmla="*/ 279935 w 365660"/>
                <a:gd name="connsiteY28" fmla="*/ 227336 h 455067"/>
                <a:gd name="connsiteX29" fmla="*/ 365660 w 365660"/>
                <a:gd name="connsiteY29" fmla="*/ 229718 h 455067"/>
                <a:gd name="connsiteX30" fmla="*/ 358516 w 365660"/>
                <a:gd name="connsiteY30" fmla="*/ 294011 h 455067"/>
                <a:gd name="connsiteX31" fmla="*/ 289460 w 365660"/>
                <a:gd name="connsiteY31" fmla="*/ 294011 h 455067"/>
                <a:gd name="connsiteX0" fmla="*/ 289460 w 365660"/>
                <a:gd name="connsiteY0" fmla="*/ 289437 h 450493"/>
                <a:gd name="connsiteX1" fmla="*/ 232309 w 365660"/>
                <a:gd name="connsiteY1" fmla="*/ 325157 h 450493"/>
                <a:gd name="connsiteX2" fmla="*/ 234691 w 365660"/>
                <a:gd name="connsiteY2" fmla="*/ 391830 h 450493"/>
                <a:gd name="connsiteX3" fmla="*/ 187066 w 365660"/>
                <a:gd name="connsiteY3" fmla="*/ 448980 h 450493"/>
                <a:gd name="connsiteX4" fmla="*/ 101341 w 365660"/>
                <a:gd name="connsiteY4" fmla="*/ 413262 h 450493"/>
                <a:gd name="connsiteX5" fmla="*/ 115628 w 365660"/>
                <a:gd name="connsiteY5" fmla="*/ 325155 h 450493"/>
                <a:gd name="connsiteX6" fmla="*/ 165635 w 365660"/>
                <a:gd name="connsiteY6" fmla="*/ 308487 h 450493"/>
                <a:gd name="connsiteX7" fmla="*/ 191828 w 365660"/>
                <a:gd name="connsiteY7" fmla="*/ 303724 h 450493"/>
                <a:gd name="connsiteX8" fmla="*/ 239453 w 365660"/>
                <a:gd name="connsiteY8" fmla="*/ 246574 h 450493"/>
                <a:gd name="connsiteX9" fmla="*/ 196591 w 365660"/>
                <a:gd name="connsiteY9" fmla="*/ 229905 h 450493"/>
                <a:gd name="connsiteX10" fmla="*/ 163253 w 365660"/>
                <a:gd name="connsiteY10" fmla="*/ 229905 h 450493"/>
                <a:gd name="connsiteX11" fmla="*/ 122772 w 365660"/>
                <a:gd name="connsiteY11" fmla="*/ 244193 h 450493"/>
                <a:gd name="connsiteX12" fmla="*/ 103722 w 365660"/>
                <a:gd name="connsiteY12" fmla="*/ 289437 h 450493"/>
                <a:gd name="connsiteX13" fmla="*/ 75147 w 365660"/>
                <a:gd name="connsiteY13" fmla="*/ 325155 h 450493"/>
                <a:gd name="connsiteX14" fmla="*/ 29903 w 365660"/>
                <a:gd name="connsiteY14" fmla="*/ 310868 h 450493"/>
                <a:gd name="connsiteX15" fmla="*/ 1328 w 365660"/>
                <a:gd name="connsiteY15" fmla="*/ 260862 h 450493"/>
                <a:gd name="connsiteX16" fmla="*/ 72766 w 365660"/>
                <a:gd name="connsiteY16" fmla="*/ 201330 h 450493"/>
                <a:gd name="connsiteX17" fmla="*/ 79910 w 365660"/>
                <a:gd name="connsiteY17" fmla="*/ 206093 h 450493"/>
                <a:gd name="connsiteX18" fmla="*/ 108485 w 365660"/>
                <a:gd name="connsiteY18" fmla="*/ 210855 h 450493"/>
                <a:gd name="connsiteX19" fmla="*/ 210878 w 365660"/>
                <a:gd name="connsiteY19" fmla="*/ 196568 h 450493"/>
                <a:gd name="connsiteX20" fmla="*/ 191829 w 365660"/>
                <a:gd name="connsiteY20" fmla="*/ 134655 h 450493"/>
                <a:gd name="connsiteX21" fmla="*/ 134678 w 365660"/>
                <a:gd name="connsiteY21" fmla="*/ 125130 h 450493"/>
                <a:gd name="connsiteX22" fmla="*/ 96578 w 365660"/>
                <a:gd name="connsiteY22" fmla="*/ 63217 h 450493"/>
                <a:gd name="connsiteX23" fmla="*/ 137059 w 365660"/>
                <a:gd name="connsiteY23" fmla="*/ 1306 h 450493"/>
                <a:gd name="connsiteX24" fmla="*/ 232309 w 365660"/>
                <a:gd name="connsiteY24" fmla="*/ 25117 h 450493"/>
                <a:gd name="connsiteX25" fmla="*/ 234691 w 365660"/>
                <a:gd name="connsiteY25" fmla="*/ 72743 h 450493"/>
                <a:gd name="connsiteX26" fmla="*/ 225166 w 365660"/>
                <a:gd name="connsiteY26" fmla="*/ 117987 h 450493"/>
                <a:gd name="connsiteX27" fmla="*/ 246597 w 365660"/>
                <a:gd name="connsiteY27" fmla="*/ 165612 h 450493"/>
                <a:gd name="connsiteX28" fmla="*/ 279935 w 365660"/>
                <a:gd name="connsiteY28" fmla="*/ 222762 h 450493"/>
                <a:gd name="connsiteX29" fmla="*/ 365660 w 365660"/>
                <a:gd name="connsiteY29" fmla="*/ 225144 h 450493"/>
                <a:gd name="connsiteX30" fmla="*/ 358516 w 365660"/>
                <a:gd name="connsiteY30" fmla="*/ 289437 h 450493"/>
                <a:gd name="connsiteX31" fmla="*/ 289460 w 365660"/>
                <a:gd name="connsiteY31" fmla="*/ 289437 h 450493"/>
                <a:gd name="connsiteX0" fmla="*/ 289460 w 365660"/>
                <a:gd name="connsiteY0" fmla="*/ 290225 h 451281"/>
                <a:gd name="connsiteX1" fmla="*/ 232309 w 365660"/>
                <a:gd name="connsiteY1" fmla="*/ 325945 h 451281"/>
                <a:gd name="connsiteX2" fmla="*/ 234691 w 365660"/>
                <a:gd name="connsiteY2" fmla="*/ 392618 h 451281"/>
                <a:gd name="connsiteX3" fmla="*/ 187066 w 365660"/>
                <a:gd name="connsiteY3" fmla="*/ 449768 h 451281"/>
                <a:gd name="connsiteX4" fmla="*/ 101341 w 365660"/>
                <a:gd name="connsiteY4" fmla="*/ 414050 h 451281"/>
                <a:gd name="connsiteX5" fmla="*/ 115628 w 365660"/>
                <a:gd name="connsiteY5" fmla="*/ 325943 h 451281"/>
                <a:gd name="connsiteX6" fmla="*/ 165635 w 365660"/>
                <a:gd name="connsiteY6" fmla="*/ 309275 h 451281"/>
                <a:gd name="connsiteX7" fmla="*/ 191828 w 365660"/>
                <a:gd name="connsiteY7" fmla="*/ 304512 h 451281"/>
                <a:gd name="connsiteX8" fmla="*/ 239453 w 365660"/>
                <a:gd name="connsiteY8" fmla="*/ 247362 h 451281"/>
                <a:gd name="connsiteX9" fmla="*/ 196591 w 365660"/>
                <a:gd name="connsiteY9" fmla="*/ 230693 h 451281"/>
                <a:gd name="connsiteX10" fmla="*/ 163253 w 365660"/>
                <a:gd name="connsiteY10" fmla="*/ 230693 h 451281"/>
                <a:gd name="connsiteX11" fmla="*/ 122772 w 365660"/>
                <a:gd name="connsiteY11" fmla="*/ 244981 h 451281"/>
                <a:gd name="connsiteX12" fmla="*/ 103722 w 365660"/>
                <a:gd name="connsiteY12" fmla="*/ 290225 h 451281"/>
                <a:gd name="connsiteX13" fmla="*/ 75147 w 365660"/>
                <a:gd name="connsiteY13" fmla="*/ 325943 h 451281"/>
                <a:gd name="connsiteX14" fmla="*/ 29903 w 365660"/>
                <a:gd name="connsiteY14" fmla="*/ 311656 h 451281"/>
                <a:gd name="connsiteX15" fmla="*/ 1328 w 365660"/>
                <a:gd name="connsiteY15" fmla="*/ 261650 h 451281"/>
                <a:gd name="connsiteX16" fmla="*/ 72766 w 365660"/>
                <a:gd name="connsiteY16" fmla="*/ 202118 h 451281"/>
                <a:gd name="connsiteX17" fmla="*/ 79910 w 365660"/>
                <a:gd name="connsiteY17" fmla="*/ 206881 h 451281"/>
                <a:gd name="connsiteX18" fmla="*/ 108485 w 365660"/>
                <a:gd name="connsiteY18" fmla="*/ 211643 h 451281"/>
                <a:gd name="connsiteX19" fmla="*/ 210878 w 365660"/>
                <a:gd name="connsiteY19" fmla="*/ 197356 h 451281"/>
                <a:gd name="connsiteX20" fmla="*/ 191829 w 365660"/>
                <a:gd name="connsiteY20" fmla="*/ 135443 h 451281"/>
                <a:gd name="connsiteX21" fmla="*/ 134678 w 365660"/>
                <a:gd name="connsiteY21" fmla="*/ 125918 h 451281"/>
                <a:gd name="connsiteX22" fmla="*/ 96578 w 365660"/>
                <a:gd name="connsiteY22" fmla="*/ 64005 h 451281"/>
                <a:gd name="connsiteX23" fmla="*/ 137059 w 365660"/>
                <a:gd name="connsiteY23" fmla="*/ 2094 h 451281"/>
                <a:gd name="connsiteX24" fmla="*/ 232309 w 365660"/>
                <a:gd name="connsiteY24" fmla="*/ 25905 h 451281"/>
                <a:gd name="connsiteX25" fmla="*/ 234691 w 365660"/>
                <a:gd name="connsiteY25" fmla="*/ 73531 h 451281"/>
                <a:gd name="connsiteX26" fmla="*/ 225166 w 365660"/>
                <a:gd name="connsiteY26" fmla="*/ 118775 h 451281"/>
                <a:gd name="connsiteX27" fmla="*/ 246597 w 365660"/>
                <a:gd name="connsiteY27" fmla="*/ 166400 h 451281"/>
                <a:gd name="connsiteX28" fmla="*/ 279935 w 365660"/>
                <a:gd name="connsiteY28" fmla="*/ 223550 h 451281"/>
                <a:gd name="connsiteX29" fmla="*/ 365660 w 365660"/>
                <a:gd name="connsiteY29" fmla="*/ 225932 h 451281"/>
                <a:gd name="connsiteX30" fmla="*/ 358516 w 365660"/>
                <a:gd name="connsiteY30" fmla="*/ 290225 h 451281"/>
                <a:gd name="connsiteX31" fmla="*/ 289460 w 365660"/>
                <a:gd name="connsiteY31" fmla="*/ 290225 h 451281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34691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34678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4008 h 455064"/>
                <a:gd name="connsiteX1" fmla="*/ 232309 w 365660"/>
                <a:gd name="connsiteY1" fmla="*/ 329728 h 455064"/>
                <a:gd name="connsiteX2" fmla="*/ 234691 w 365660"/>
                <a:gd name="connsiteY2" fmla="*/ 396401 h 455064"/>
                <a:gd name="connsiteX3" fmla="*/ 187066 w 365660"/>
                <a:gd name="connsiteY3" fmla="*/ 453551 h 455064"/>
                <a:gd name="connsiteX4" fmla="*/ 101341 w 365660"/>
                <a:gd name="connsiteY4" fmla="*/ 417833 h 455064"/>
                <a:gd name="connsiteX5" fmla="*/ 115628 w 365660"/>
                <a:gd name="connsiteY5" fmla="*/ 329726 h 455064"/>
                <a:gd name="connsiteX6" fmla="*/ 165635 w 365660"/>
                <a:gd name="connsiteY6" fmla="*/ 313058 h 455064"/>
                <a:gd name="connsiteX7" fmla="*/ 191828 w 365660"/>
                <a:gd name="connsiteY7" fmla="*/ 308295 h 455064"/>
                <a:gd name="connsiteX8" fmla="*/ 239453 w 365660"/>
                <a:gd name="connsiteY8" fmla="*/ 251145 h 455064"/>
                <a:gd name="connsiteX9" fmla="*/ 196591 w 365660"/>
                <a:gd name="connsiteY9" fmla="*/ 234476 h 455064"/>
                <a:gd name="connsiteX10" fmla="*/ 163253 w 365660"/>
                <a:gd name="connsiteY10" fmla="*/ 234476 h 455064"/>
                <a:gd name="connsiteX11" fmla="*/ 122772 w 365660"/>
                <a:gd name="connsiteY11" fmla="*/ 248764 h 455064"/>
                <a:gd name="connsiteX12" fmla="*/ 103722 w 365660"/>
                <a:gd name="connsiteY12" fmla="*/ 294008 h 455064"/>
                <a:gd name="connsiteX13" fmla="*/ 75147 w 365660"/>
                <a:gd name="connsiteY13" fmla="*/ 329726 h 455064"/>
                <a:gd name="connsiteX14" fmla="*/ 29903 w 365660"/>
                <a:gd name="connsiteY14" fmla="*/ 315439 h 455064"/>
                <a:gd name="connsiteX15" fmla="*/ 1328 w 365660"/>
                <a:gd name="connsiteY15" fmla="*/ 265433 h 455064"/>
                <a:gd name="connsiteX16" fmla="*/ 72766 w 365660"/>
                <a:gd name="connsiteY16" fmla="*/ 205901 h 455064"/>
                <a:gd name="connsiteX17" fmla="*/ 79910 w 365660"/>
                <a:gd name="connsiteY17" fmla="*/ 210664 h 455064"/>
                <a:gd name="connsiteX18" fmla="*/ 108485 w 365660"/>
                <a:gd name="connsiteY18" fmla="*/ 215426 h 455064"/>
                <a:gd name="connsiteX19" fmla="*/ 210878 w 365660"/>
                <a:gd name="connsiteY19" fmla="*/ 201139 h 455064"/>
                <a:gd name="connsiteX20" fmla="*/ 191829 w 365660"/>
                <a:gd name="connsiteY20" fmla="*/ 139226 h 455064"/>
                <a:gd name="connsiteX21" fmla="*/ 127534 w 365660"/>
                <a:gd name="connsiteY21" fmla="*/ 129701 h 455064"/>
                <a:gd name="connsiteX22" fmla="*/ 96578 w 365660"/>
                <a:gd name="connsiteY22" fmla="*/ 67788 h 455064"/>
                <a:gd name="connsiteX23" fmla="*/ 137059 w 365660"/>
                <a:gd name="connsiteY23" fmla="*/ 5877 h 455064"/>
                <a:gd name="connsiteX24" fmla="*/ 229928 w 365660"/>
                <a:gd name="connsiteY24" fmla="*/ 10638 h 455064"/>
                <a:gd name="connsiteX25" fmla="*/ 246598 w 365660"/>
                <a:gd name="connsiteY25" fmla="*/ 77314 h 455064"/>
                <a:gd name="connsiteX26" fmla="*/ 225166 w 365660"/>
                <a:gd name="connsiteY26" fmla="*/ 122558 h 455064"/>
                <a:gd name="connsiteX27" fmla="*/ 246597 w 365660"/>
                <a:gd name="connsiteY27" fmla="*/ 170183 h 455064"/>
                <a:gd name="connsiteX28" fmla="*/ 279935 w 365660"/>
                <a:gd name="connsiteY28" fmla="*/ 227333 h 455064"/>
                <a:gd name="connsiteX29" fmla="*/ 365660 w 365660"/>
                <a:gd name="connsiteY29" fmla="*/ 229715 h 455064"/>
                <a:gd name="connsiteX30" fmla="*/ 358516 w 365660"/>
                <a:gd name="connsiteY30" fmla="*/ 294008 h 455064"/>
                <a:gd name="connsiteX31" fmla="*/ 289460 w 365660"/>
                <a:gd name="connsiteY31" fmla="*/ 294008 h 455064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173 h 454229"/>
                <a:gd name="connsiteX1" fmla="*/ 232309 w 365660"/>
                <a:gd name="connsiteY1" fmla="*/ 328893 h 454229"/>
                <a:gd name="connsiteX2" fmla="*/ 234691 w 365660"/>
                <a:gd name="connsiteY2" fmla="*/ 395566 h 454229"/>
                <a:gd name="connsiteX3" fmla="*/ 187066 w 365660"/>
                <a:gd name="connsiteY3" fmla="*/ 452716 h 454229"/>
                <a:gd name="connsiteX4" fmla="*/ 101341 w 365660"/>
                <a:gd name="connsiteY4" fmla="*/ 416998 h 454229"/>
                <a:gd name="connsiteX5" fmla="*/ 115628 w 365660"/>
                <a:gd name="connsiteY5" fmla="*/ 328891 h 454229"/>
                <a:gd name="connsiteX6" fmla="*/ 165635 w 365660"/>
                <a:gd name="connsiteY6" fmla="*/ 312223 h 454229"/>
                <a:gd name="connsiteX7" fmla="*/ 191828 w 365660"/>
                <a:gd name="connsiteY7" fmla="*/ 307460 h 454229"/>
                <a:gd name="connsiteX8" fmla="*/ 239453 w 365660"/>
                <a:gd name="connsiteY8" fmla="*/ 250310 h 454229"/>
                <a:gd name="connsiteX9" fmla="*/ 196591 w 365660"/>
                <a:gd name="connsiteY9" fmla="*/ 233641 h 454229"/>
                <a:gd name="connsiteX10" fmla="*/ 163253 w 365660"/>
                <a:gd name="connsiteY10" fmla="*/ 233641 h 454229"/>
                <a:gd name="connsiteX11" fmla="*/ 122772 w 365660"/>
                <a:gd name="connsiteY11" fmla="*/ 247929 h 454229"/>
                <a:gd name="connsiteX12" fmla="*/ 103722 w 365660"/>
                <a:gd name="connsiteY12" fmla="*/ 293173 h 454229"/>
                <a:gd name="connsiteX13" fmla="*/ 75147 w 365660"/>
                <a:gd name="connsiteY13" fmla="*/ 328891 h 454229"/>
                <a:gd name="connsiteX14" fmla="*/ 29903 w 365660"/>
                <a:gd name="connsiteY14" fmla="*/ 314604 h 454229"/>
                <a:gd name="connsiteX15" fmla="*/ 1328 w 365660"/>
                <a:gd name="connsiteY15" fmla="*/ 264598 h 454229"/>
                <a:gd name="connsiteX16" fmla="*/ 72766 w 365660"/>
                <a:gd name="connsiteY16" fmla="*/ 205066 h 454229"/>
                <a:gd name="connsiteX17" fmla="*/ 79910 w 365660"/>
                <a:gd name="connsiteY17" fmla="*/ 209829 h 454229"/>
                <a:gd name="connsiteX18" fmla="*/ 108485 w 365660"/>
                <a:gd name="connsiteY18" fmla="*/ 214591 h 454229"/>
                <a:gd name="connsiteX19" fmla="*/ 210878 w 365660"/>
                <a:gd name="connsiteY19" fmla="*/ 200304 h 454229"/>
                <a:gd name="connsiteX20" fmla="*/ 191829 w 365660"/>
                <a:gd name="connsiteY20" fmla="*/ 138391 h 454229"/>
                <a:gd name="connsiteX21" fmla="*/ 127534 w 365660"/>
                <a:gd name="connsiteY21" fmla="*/ 128866 h 454229"/>
                <a:gd name="connsiteX22" fmla="*/ 96578 w 365660"/>
                <a:gd name="connsiteY22" fmla="*/ 55047 h 454229"/>
                <a:gd name="connsiteX23" fmla="*/ 137059 w 365660"/>
                <a:gd name="connsiteY23" fmla="*/ 5042 h 454229"/>
                <a:gd name="connsiteX24" fmla="*/ 229928 w 365660"/>
                <a:gd name="connsiteY24" fmla="*/ 9803 h 454229"/>
                <a:gd name="connsiteX25" fmla="*/ 246598 w 365660"/>
                <a:gd name="connsiteY25" fmla="*/ 76479 h 454229"/>
                <a:gd name="connsiteX26" fmla="*/ 225166 w 365660"/>
                <a:gd name="connsiteY26" fmla="*/ 121723 h 454229"/>
                <a:gd name="connsiteX27" fmla="*/ 246597 w 365660"/>
                <a:gd name="connsiteY27" fmla="*/ 169348 h 454229"/>
                <a:gd name="connsiteX28" fmla="*/ 279935 w 365660"/>
                <a:gd name="connsiteY28" fmla="*/ 226498 h 454229"/>
                <a:gd name="connsiteX29" fmla="*/ 365660 w 365660"/>
                <a:gd name="connsiteY29" fmla="*/ 228880 h 454229"/>
                <a:gd name="connsiteX30" fmla="*/ 358516 w 365660"/>
                <a:gd name="connsiteY30" fmla="*/ 293173 h 454229"/>
                <a:gd name="connsiteX31" fmla="*/ 289460 w 365660"/>
                <a:gd name="connsiteY31" fmla="*/ 293173 h 454229"/>
                <a:gd name="connsiteX0" fmla="*/ 289460 w 365660"/>
                <a:gd name="connsiteY0" fmla="*/ 293007 h 454063"/>
                <a:gd name="connsiteX1" fmla="*/ 232309 w 365660"/>
                <a:gd name="connsiteY1" fmla="*/ 328727 h 454063"/>
                <a:gd name="connsiteX2" fmla="*/ 234691 w 365660"/>
                <a:gd name="connsiteY2" fmla="*/ 395400 h 454063"/>
                <a:gd name="connsiteX3" fmla="*/ 187066 w 365660"/>
                <a:gd name="connsiteY3" fmla="*/ 452550 h 454063"/>
                <a:gd name="connsiteX4" fmla="*/ 101341 w 365660"/>
                <a:gd name="connsiteY4" fmla="*/ 416832 h 454063"/>
                <a:gd name="connsiteX5" fmla="*/ 115628 w 365660"/>
                <a:gd name="connsiteY5" fmla="*/ 328725 h 454063"/>
                <a:gd name="connsiteX6" fmla="*/ 165635 w 365660"/>
                <a:gd name="connsiteY6" fmla="*/ 312057 h 454063"/>
                <a:gd name="connsiteX7" fmla="*/ 191828 w 365660"/>
                <a:gd name="connsiteY7" fmla="*/ 307294 h 454063"/>
                <a:gd name="connsiteX8" fmla="*/ 239453 w 365660"/>
                <a:gd name="connsiteY8" fmla="*/ 250144 h 454063"/>
                <a:gd name="connsiteX9" fmla="*/ 196591 w 365660"/>
                <a:gd name="connsiteY9" fmla="*/ 233475 h 454063"/>
                <a:gd name="connsiteX10" fmla="*/ 163253 w 365660"/>
                <a:gd name="connsiteY10" fmla="*/ 233475 h 454063"/>
                <a:gd name="connsiteX11" fmla="*/ 122772 w 365660"/>
                <a:gd name="connsiteY11" fmla="*/ 247763 h 454063"/>
                <a:gd name="connsiteX12" fmla="*/ 103722 w 365660"/>
                <a:gd name="connsiteY12" fmla="*/ 293007 h 454063"/>
                <a:gd name="connsiteX13" fmla="*/ 75147 w 365660"/>
                <a:gd name="connsiteY13" fmla="*/ 328725 h 454063"/>
                <a:gd name="connsiteX14" fmla="*/ 29903 w 365660"/>
                <a:gd name="connsiteY14" fmla="*/ 314438 h 454063"/>
                <a:gd name="connsiteX15" fmla="*/ 1328 w 365660"/>
                <a:gd name="connsiteY15" fmla="*/ 264432 h 454063"/>
                <a:gd name="connsiteX16" fmla="*/ 72766 w 365660"/>
                <a:gd name="connsiteY16" fmla="*/ 204900 h 454063"/>
                <a:gd name="connsiteX17" fmla="*/ 79910 w 365660"/>
                <a:gd name="connsiteY17" fmla="*/ 209663 h 454063"/>
                <a:gd name="connsiteX18" fmla="*/ 108485 w 365660"/>
                <a:gd name="connsiteY18" fmla="*/ 214425 h 454063"/>
                <a:gd name="connsiteX19" fmla="*/ 210878 w 365660"/>
                <a:gd name="connsiteY19" fmla="*/ 200138 h 454063"/>
                <a:gd name="connsiteX20" fmla="*/ 191829 w 365660"/>
                <a:gd name="connsiteY20" fmla="*/ 138225 h 454063"/>
                <a:gd name="connsiteX21" fmla="*/ 127534 w 365660"/>
                <a:gd name="connsiteY21" fmla="*/ 128700 h 454063"/>
                <a:gd name="connsiteX22" fmla="*/ 87053 w 365660"/>
                <a:gd name="connsiteY22" fmla="*/ 52499 h 454063"/>
                <a:gd name="connsiteX23" fmla="*/ 137059 w 365660"/>
                <a:gd name="connsiteY23" fmla="*/ 4876 h 454063"/>
                <a:gd name="connsiteX24" fmla="*/ 229928 w 365660"/>
                <a:gd name="connsiteY24" fmla="*/ 9637 h 454063"/>
                <a:gd name="connsiteX25" fmla="*/ 246598 w 365660"/>
                <a:gd name="connsiteY25" fmla="*/ 76313 h 454063"/>
                <a:gd name="connsiteX26" fmla="*/ 225166 w 365660"/>
                <a:gd name="connsiteY26" fmla="*/ 121557 h 454063"/>
                <a:gd name="connsiteX27" fmla="*/ 246597 w 365660"/>
                <a:gd name="connsiteY27" fmla="*/ 169182 h 454063"/>
                <a:gd name="connsiteX28" fmla="*/ 279935 w 365660"/>
                <a:gd name="connsiteY28" fmla="*/ 226332 h 454063"/>
                <a:gd name="connsiteX29" fmla="*/ 365660 w 365660"/>
                <a:gd name="connsiteY29" fmla="*/ 228714 h 454063"/>
                <a:gd name="connsiteX30" fmla="*/ 358516 w 365660"/>
                <a:gd name="connsiteY30" fmla="*/ 293007 h 454063"/>
                <a:gd name="connsiteX31" fmla="*/ 289460 w 365660"/>
                <a:gd name="connsiteY31" fmla="*/ 293007 h 454063"/>
                <a:gd name="connsiteX0" fmla="*/ 289460 w 365660"/>
                <a:gd name="connsiteY0" fmla="*/ 298331 h 459387"/>
                <a:gd name="connsiteX1" fmla="*/ 232309 w 365660"/>
                <a:gd name="connsiteY1" fmla="*/ 334051 h 459387"/>
                <a:gd name="connsiteX2" fmla="*/ 234691 w 365660"/>
                <a:gd name="connsiteY2" fmla="*/ 400724 h 459387"/>
                <a:gd name="connsiteX3" fmla="*/ 187066 w 365660"/>
                <a:gd name="connsiteY3" fmla="*/ 457874 h 459387"/>
                <a:gd name="connsiteX4" fmla="*/ 101341 w 365660"/>
                <a:gd name="connsiteY4" fmla="*/ 422156 h 459387"/>
                <a:gd name="connsiteX5" fmla="*/ 115628 w 365660"/>
                <a:gd name="connsiteY5" fmla="*/ 334049 h 459387"/>
                <a:gd name="connsiteX6" fmla="*/ 165635 w 365660"/>
                <a:gd name="connsiteY6" fmla="*/ 317381 h 459387"/>
                <a:gd name="connsiteX7" fmla="*/ 191828 w 365660"/>
                <a:gd name="connsiteY7" fmla="*/ 312618 h 459387"/>
                <a:gd name="connsiteX8" fmla="*/ 239453 w 365660"/>
                <a:gd name="connsiteY8" fmla="*/ 255468 h 459387"/>
                <a:gd name="connsiteX9" fmla="*/ 196591 w 365660"/>
                <a:gd name="connsiteY9" fmla="*/ 238799 h 459387"/>
                <a:gd name="connsiteX10" fmla="*/ 163253 w 365660"/>
                <a:gd name="connsiteY10" fmla="*/ 238799 h 459387"/>
                <a:gd name="connsiteX11" fmla="*/ 122772 w 365660"/>
                <a:gd name="connsiteY11" fmla="*/ 253087 h 459387"/>
                <a:gd name="connsiteX12" fmla="*/ 103722 w 365660"/>
                <a:gd name="connsiteY12" fmla="*/ 298331 h 459387"/>
                <a:gd name="connsiteX13" fmla="*/ 75147 w 365660"/>
                <a:gd name="connsiteY13" fmla="*/ 334049 h 459387"/>
                <a:gd name="connsiteX14" fmla="*/ 29903 w 365660"/>
                <a:gd name="connsiteY14" fmla="*/ 319762 h 459387"/>
                <a:gd name="connsiteX15" fmla="*/ 1328 w 365660"/>
                <a:gd name="connsiteY15" fmla="*/ 269756 h 459387"/>
                <a:gd name="connsiteX16" fmla="*/ 72766 w 365660"/>
                <a:gd name="connsiteY16" fmla="*/ 210224 h 459387"/>
                <a:gd name="connsiteX17" fmla="*/ 79910 w 365660"/>
                <a:gd name="connsiteY17" fmla="*/ 214987 h 459387"/>
                <a:gd name="connsiteX18" fmla="*/ 108485 w 365660"/>
                <a:gd name="connsiteY18" fmla="*/ 219749 h 459387"/>
                <a:gd name="connsiteX19" fmla="*/ 210878 w 365660"/>
                <a:gd name="connsiteY19" fmla="*/ 205462 h 459387"/>
                <a:gd name="connsiteX20" fmla="*/ 191829 w 365660"/>
                <a:gd name="connsiteY20" fmla="*/ 143549 h 459387"/>
                <a:gd name="connsiteX21" fmla="*/ 127534 w 365660"/>
                <a:gd name="connsiteY21" fmla="*/ 134024 h 459387"/>
                <a:gd name="connsiteX22" fmla="*/ 87053 w 365660"/>
                <a:gd name="connsiteY22" fmla="*/ 57823 h 459387"/>
                <a:gd name="connsiteX23" fmla="*/ 148965 w 365660"/>
                <a:gd name="connsiteY23" fmla="*/ 3056 h 459387"/>
                <a:gd name="connsiteX24" fmla="*/ 229928 w 365660"/>
                <a:gd name="connsiteY24" fmla="*/ 14961 h 459387"/>
                <a:gd name="connsiteX25" fmla="*/ 246598 w 365660"/>
                <a:gd name="connsiteY25" fmla="*/ 81637 h 459387"/>
                <a:gd name="connsiteX26" fmla="*/ 225166 w 365660"/>
                <a:gd name="connsiteY26" fmla="*/ 126881 h 459387"/>
                <a:gd name="connsiteX27" fmla="*/ 246597 w 365660"/>
                <a:gd name="connsiteY27" fmla="*/ 174506 h 459387"/>
                <a:gd name="connsiteX28" fmla="*/ 279935 w 365660"/>
                <a:gd name="connsiteY28" fmla="*/ 231656 h 459387"/>
                <a:gd name="connsiteX29" fmla="*/ 365660 w 365660"/>
                <a:gd name="connsiteY29" fmla="*/ 234038 h 459387"/>
                <a:gd name="connsiteX30" fmla="*/ 358516 w 365660"/>
                <a:gd name="connsiteY30" fmla="*/ 298331 h 459387"/>
                <a:gd name="connsiteX31" fmla="*/ 289460 w 365660"/>
                <a:gd name="connsiteY31" fmla="*/ 298331 h 459387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06733 h 467789"/>
                <a:gd name="connsiteX1" fmla="*/ 232309 w 365660"/>
                <a:gd name="connsiteY1" fmla="*/ 342453 h 467789"/>
                <a:gd name="connsiteX2" fmla="*/ 234691 w 365660"/>
                <a:gd name="connsiteY2" fmla="*/ 409126 h 467789"/>
                <a:gd name="connsiteX3" fmla="*/ 187066 w 365660"/>
                <a:gd name="connsiteY3" fmla="*/ 466276 h 467789"/>
                <a:gd name="connsiteX4" fmla="*/ 101341 w 365660"/>
                <a:gd name="connsiteY4" fmla="*/ 430558 h 467789"/>
                <a:gd name="connsiteX5" fmla="*/ 115628 w 365660"/>
                <a:gd name="connsiteY5" fmla="*/ 342451 h 467789"/>
                <a:gd name="connsiteX6" fmla="*/ 165635 w 365660"/>
                <a:gd name="connsiteY6" fmla="*/ 325783 h 467789"/>
                <a:gd name="connsiteX7" fmla="*/ 191828 w 365660"/>
                <a:gd name="connsiteY7" fmla="*/ 321020 h 467789"/>
                <a:gd name="connsiteX8" fmla="*/ 239453 w 365660"/>
                <a:gd name="connsiteY8" fmla="*/ 263870 h 467789"/>
                <a:gd name="connsiteX9" fmla="*/ 196591 w 365660"/>
                <a:gd name="connsiteY9" fmla="*/ 247201 h 467789"/>
                <a:gd name="connsiteX10" fmla="*/ 163253 w 365660"/>
                <a:gd name="connsiteY10" fmla="*/ 247201 h 467789"/>
                <a:gd name="connsiteX11" fmla="*/ 122772 w 365660"/>
                <a:gd name="connsiteY11" fmla="*/ 261489 h 467789"/>
                <a:gd name="connsiteX12" fmla="*/ 103722 w 365660"/>
                <a:gd name="connsiteY12" fmla="*/ 306733 h 467789"/>
                <a:gd name="connsiteX13" fmla="*/ 75147 w 365660"/>
                <a:gd name="connsiteY13" fmla="*/ 342451 h 467789"/>
                <a:gd name="connsiteX14" fmla="*/ 29903 w 365660"/>
                <a:gd name="connsiteY14" fmla="*/ 328164 h 467789"/>
                <a:gd name="connsiteX15" fmla="*/ 1328 w 365660"/>
                <a:gd name="connsiteY15" fmla="*/ 278158 h 467789"/>
                <a:gd name="connsiteX16" fmla="*/ 72766 w 365660"/>
                <a:gd name="connsiteY16" fmla="*/ 218626 h 467789"/>
                <a:gd name="connsiteX17" fmla="*/ 79910 w 365660"/>
                <a:gd name="connsiteY17" fmla="*/ 223389 h 467789"/>
                <a:gd name="connsiteX18" fmla="*/ 108485 w 365660"/>
                <a:gd name="connsiteY18" fmla="*/ 228151 h 467789"/>
                <a:gd name="connsiteX19" fmla="*/ 210878 w 365660"/>
                <a:gd name="connsiteY19" fmla="*/ 213864 h 467789"/>
                <a:gd name="connsiteX20" fmla="*/ 191829 w 365660"/>
                <a:gd name="connsiteY20" fmla="*/ 151951 h 467789"/>
                <a:gd name="connsiteX21" fmla="*/ 127534 w 365660"/>
                <a:gd name="connsiteY21" fmla="*/ 142426 h 467789"/>
                <a:gd name="connsiteX22" fmla="*/ 87053 w 365660"/>
                <a:gd name="connsiteY22" fmla="*/ 66225 h 467789"/>
                <a:gd name="connsiteX23" fmla="*/ 144203 w 365660"/>
                <a:gd name="connsiteY23" fmla="*/ 1933 h 467789"/>
                <a:gd name="connsiteX24" fmla="*/ 229928 w 365660"/>
                <a:gd name="connsiteY24" fmla="*/ 23363 h 467789"/>
                <a:gd name="connsiteX25" fmla="*/ 246598 w 365660"/>
                <a:gd name="connsiteY25" fmla="*/ 90039 h 467789"/>
                <a:gd name="connsiteX26" fmla="*/ 225166 w 365660"/>
                <a:gd name="connsiteY26" fmla="*/ 135283 h 467789"/>
                <a:gd name="connsiteX27" fmla="*/ 246597 w 365660"/>
                <a:gd name="connsiteY27" fmla="*/ 182908 h 467789"/>
                <a:gd name="connsiteX28" fmla="*/ 279935 w 365660"/>
                <a:gd name="connsiteY28" fmla="*/ 240058 h 467789"/>
                <a:gd name="connsiteX29" fmla="*/ 365660 w 365660"/>
                <a:gd name="connsiteY29" fmla="*/ 242440 h 467789"/>
                <a:gd name="connsiteX30" fmla="*/ 358516 w 365660"/>
                <a:gd name="connsiteY30" fmla="*/ 306733 h 467789"/>
                <a:gd name="connsiteX31" fmla="*/ 289460 w 365660"/>
                <a:gd name="connsiteY31" fmla="*/ 306733 h 467789"/>
                <a:gd name="connsiteX0" fmla="*/ 289460 w 365660"/>
                <a:gd name="connsiteY0" fmla="*/ 310630 h 471686"/>
                <a:gd name="connsiteX1" fmla="*/ 232309 w 365660"/>
                <a:gd name="connsiteY1" fmla="*/ 346350 h 471686"/>
                <a:gd name="connsiteX2" fmla="*/ 234691 w 365660"/>
                <a:gd name="connsiteY2" fmla="*/ 413023 h 471686"/>
                <a:gd name="connsiteX3" fmla="*/ 187066 w 365660"/>
                <a:gd name="connsiteY3" fmla="*/ 470173 h 471686"/>
                <a:gd name="connsiteX4" fmla="*/ 101341 w 365660"/>
                <a:gd name="connsiteY4" fmla="*/ 434455 h 471686"/>
                <a:gd name="connsiteX5" fmla="*/ 115628 w 365660"/>
                <a:gd name="connsiteY5" fmla="*/ 346348 h 471686"/>
                <a:gd name="connsiteX6" fmla="*/ 165635 w 365660"/>
                <a:gd name="connsiteY6" fmla="*/ 329680 h 471686"/>
                <a:gd name="connsiteX7" fmla="*/ 191828 w 365660"/>
                <a:gd name="connsiteY7" fmla="*/ 324917 h 471686"/>
                <a:gd name="connsiteX8" fmla="*/ 239453 w 365660"/>
                <a:gd name="connsiteY8" fmla="*/ 267767 h 471686"/>
                <a:gd name="connsiteX9" fmla="*/ 196591 w 365660"/>
                <a:gd name="connsiteY9" fmla="*/ 251098 h 471686"/>
                <a:gd name="connsiteX10" fmla="*/ 163253 w 365660"/>
                <a:gd name="connsiteY10" fmla="*/ 251098 h 471686"/>
                <a:gd name="connsiteX11" fmla="*/ 122772 w 365660"/>
                <a:gd name="connsiteY11" fmla="*/ 265386 h 471686"/>
                <a:gd name="connsiteX12" fmla="*/ 103722 w 365660"/>
                <a:gd name="connsiteY12" fmla="*/ 310630 h 471686"/>
                <a:gd name="connsiteX13" fmla="*/ 75147 w 365660"/>
                <a:gd name="connsiteY13" fmla="*/ 346348 h 471686"/>
                <a:gd name="connsiteX14" fmla="*/ 29903 w 365660"/>
                <a:gd name="connsiteY14" fmla="*/ 332061 h 471686"/>
                <a:gd name="connsiteX15" fmla="*/ 1328 w 365660"/>
                <a:gd name="connsiteY15" fmla="*/ 282055 h 471686"/>
                <a:gd name="connsiteX16" fmla="*/ 72766 w 365660"/>
                <a:gd name="connsiteY16" fmla="*/ 222523 h 471686"/>
                <a:gd name="connsiteX17" fmla="*/ 79910 w 365660"/>
                <a:gd name="connsiteY17" fmla="*/ 227286 h 471686"/>
                <a:gd name="connsiteX18" fmla="*/ 108485 w 365660"/>
                <a:gd name="connsiteY18" fmla="*/ 232048 h 471686"/>
                <a:gd name="connsiteX19" fmla="*/ 210878 w 365660"/>
                <a:gd name="connsiteY19" fmla="*/ 217761 h 471686"/>
                <a:gd name="connsiteX20" fmla="*/ 191829 w 365660"/>
                <a:gd name="connsiteY20" fmla="*/ 155848 h 471686"/>
                <a:gd name="connsiteX21" fmla="*/ 127534 w 365660"/>
                <a:gd name="connsiteY21" fmla="*/ 146323 h 471686"/>
                <a:gd name="connsiteX22" fmla="*/ 87053 w 365660"/>
                <a:gd name="connsiteY22" fmla="*/ 70122 h 471686"/>
                <a:gd name="connsiteX23" fmla="*/ 144203 w 365660"/>
                <a:gd name="connsiteY23" fmla="*/ 5830 h 471686"/>
                <a:gd name="connsiteX24" fmla="*/ 229928 w 365660"/>
                <a:gd name="connsiteY24" fmla="*/ 12972 h 471686"/>
                <a:gd name="connsiteX25" fmla="*/ 246598 w 365660"/>
                <a:gd name="connsiteY25" fmla="*/ 93936 h 471686"/>
                <a:gd name="connsiteX26" fmla="*/ 225166 w 365660"/>
                <a:gd name="connsiteY26" fmla="*/ 139180 h 471686"/>
                <a:gd name="connsiteX27" fmla="*/ 246597 w 365660"/>
                <a:gd name="connsiteY27" fmla="*/ 186805 h 471686"/>
                <a:gd name="connsiteX28" fmla="*/ 279935 w 365660"/>
                <a:gd name="connsiteY28" fmla="*/ 243955 h 471686"/>
                <a:gd name="connsiteX29" fmla="*/ 365660 w 365660"/>
                <a:gd name="connsiteY29" fmla="*/ 246337 h 471686"/>
                <a:gd name="connsiteX30" fmla="*/ 358516 w 365660"/>
                <a:gd name="connsiteY30" fmla="*/ 310630 h 471686"/>
                <a:gd name="connsiteX31" fmla="*/ 289460 w 365660"/>
                <a:gd name="connsiteY31" fmla="*/ 310630 h 471686"/>
                <a:gd name="connsiteX0" fmla="*/ 289460 w 365660"/>
                <a:gd name="connsiteY0" fmla="*/ 317551 h 478607"/>
                <a:gd name="connsiteX1" fmla="*/ 232309 w 365660"/>
                <a:gd name="connsiteY1" fmla="*/ 353271 h 478607"/>
                <a:gd name="connsiteX2" fmla="*/ 234691 w 365660"/>
                <a:gd name="connsiteY2" fmla="*/ 419944 h 478607"/>
                <a:gd name="connsiteX3" fmla="*/ 187066 w 365660"/>
                <a:gd name="connsiteY3" fmla="*/ 477094 h 478607"/>
                <a:gd name="connsiteX4" fmla="*/ 101341 w 365660"/>
                <a:gd name="connsiteY4" fmla="*/ 441376 h 478607"/>
                <a:gd name="connsiteX5" fmla="*/ 115628 w 365660"/>
                <a:gd name="connsiteY5" fmla="*/ 353269 h 478607"/>
                <a:gd name="connsiteX6" fmla="*/ 165635 w 365660"/>
                <a:gd name="connsiteY6" fmla="*/ 336601 h 478607"/>
                <a:gd name="connsiteX7" fmla="*/ 191828 w 365660"/>
                <a:gd name="connsiteY7" fmla="*/ 331838 h 478607"/>
                <a:gd name="connsiteX8" fmla="*/ 239453 w 365660"/>
                <a:gd name="connsiteY8" fmla="*/ 274688 h 478607"/>
                <a:gd name="connsiteX9" fmla="*/ 196591 w 365660"/>
                <a:gd name="connsiteY9" fmla="*/ 258019 h 478607"/>
                <a:gd name="connsiteX10" fmla="*/ 163253 w 365660"/>
                <a:gd name="connsiteY10" fmla="*/ 258019 h 478607"/>
                <a:gd name="connsiteX11" fmla="*/ 122772 w 365660"/>
                <a:gd name="connsiteY11" fmla="*/ 272307 h 478607"/>
                <a:gd name="connsiteX12" fmla="*/ 103722 w 365660"/>
                <a:gd name="connsiteY12" fmla="*/ 317551 h 478607"/>
                <a:gd name="connsiteX13" fmla="*/ 75147 w 365660"/>
                <a:gd name="connsiteY13" fmla="*/ 353269 h 478607"/>
                <a:gd name="connsiteX14" fmla="*/ 29903 w 365660"/>
                <a:gd name="connsiteY14" fmla="*/ 338982 h 478607"/>
                <a:gd name="connsiteX15" fmla="*/ 1328 w 365660"/>
                <a:gd name="connsiteY15" fmla="*/ 288976 h 478607"/>
                <a:gd name="connsiteX16" fmla="*/ 72766 w 365660"/>
                <a:gd name="connsiteY16" fmla="*/ 229444 h 478607"/>
                <a:gd name="connsiteX17" fmla="*/ 79910 w 365660"/>
                <a:gd name="connsiteY17" fmla="*/ 234207 h 478607"/>
                <a:gd name="connsiteX18" fmla="*/ 108485 w 365660"/>
                <a:gd name="connsiteY18" fmla="*/ 238969 h 478607"/>
                <a:gd name="connsiteX19" fmla="*/ 210878 w 365660"/>
                <a:gd name="connsiteY19" fmla="*/ 224682 h 478607"/>
                <a:gd name="connsiteX20" fmla="*/ 191829 w 365660"/>
                <a:gd name="connsiteY20" fmla="*/ 162769 h 478607"/>
                <a:gd name="connsiteX21" fmla="*/ 127534 w 365660"/>
                <a:gd name="connsiteY21" fmla="*/ 153244 h 478607"/>
                <a:gd name="connsiteX22" fmla="*/ 87053 w 365660"/>
                <a:gd name="connsiteY22" fmla="*/ 77043 h 478607"/>
                <a:gd name="connsiteX23" fmla="*/ 144203 w 365660"/>
                <a:gd name="connsiteY23" fmla="*/ 12751 h 478607"/>
                <a:gd name="connsiteX24" fmla="*/ 225165 w 365660"/>
                <a:gd name="connsiteY24" fmla="*/ 7987 h 478607"/>
                <a:gd name="connsiteX25" fmla="*/ 246598 w 365660"/>
                <a:gd name="connsiteY25" fmla="*/ 100857 h 478607"/>
                <a:gd name="connsiteX26" fmla="*/ 225166 w 365660"/>
                <a:gd name="connsiteY26" fmla="*/ 146101 h 478607"/>
                <a:gd name="connsiteX27" fmla="*/ 246597 w 365660"/>
                <a:gd name="connsiteY27" fmla="*/ 193726 h 478607"/>
                <a:gd name="connsiteX28" fmla="*/ 279935 w 365660"/>
                <a:gd name="connsiteY28" fmla="*/ 250876 h 478607"/>
                <a:gd name="connsiteX29" fmla="*/ 365660 w 365660"/>
                <a:gd name="connsiteY29" fmla="*/ 253258 h 478607"/>
                <a:gd name="connsiteX30" fmla="*/ 358516 w 365660"/>
                <a:gd name="connsiteY30" fmla="*/ 317551 h 478607"/>
                <a:gd name="connsiteX31" fmla="*/ 289460 w 365660"/>
                <a:gd name="connsiteY31" fmla="*/ 317551 h 478607"/>
                <a:gd name="connsiteX0" fmla="*/ 289460 w 365660"/>
                <a:gd name="connsiteY0" fmla="*/ 328051 h 489107"/>
                <a:gd name="connsiteX1" fmla="*/ 232309 w 365660"/>
                <a:gd name="connsiteY1" fmla="*/ 363771 h 489107"/>
                <a:gd name="connsiteX2" fmla="*/ 234691 w 365660"/>
                <a:gd name="connsiteY2" fmla="*/ 430444 h 489107"/>
                <a:gd name="connsiteX3" fmla="*/ 187066 w 365660"/>
                <a:gd name="connsiteY3" fmla="*/ 487594 h 489107"/>
                <a:gd name="connsiteX4" fmla="*/ 101341 w 365660"/>
                <a:gd name="connsiteY4" fmla="*/ 451876 h 489107"/>
                <a:gd name="connsiteX5" fmla="*/ 115628 w 365660"/>
                <a:gd name="connsiteY5" fmla="*/ 363769 h 489107"/>
                <a:gd name="connsiteX6" fmla="*/ 165635 w 365660"/>
                <a:gd name="connsiteY6" fmla="*/ 347101 h 489107"/>
                <a:gd name="connsiteX7" fmla="*/ 191828 w 365660"/>
                <a:gd name="connsiteY7" fmla="*/ 342338 h 489107"/>
                <a:gd name="connsiteX8" fmla="*/ 239453 w 365660"/>
                <a:gd name="connsiteY8" fmla="*/ 285188 h 489107"/>
                <a:gd name="connsiteX9" fmla="*/ 196591 w 365660"/>
                <a:gd name="connsiteY9" fmla="*/ 268519 h 489107"/>
                <a:gd name="connsiteX10" fmla="*/ 163253 w 365660"/>
                <a:gd name="connsiteY10" fmla="*/ 268519 h 489107"/>
                <a:gd name="connsiteX11" fmla="*/ 122772 w 365660"/>
                <a:gd name="connsiteY11" fmla="*/ 282807 h 489107"/>
                <a:gd name="connsiteX12" fmla="*/ 103722 w 365660"/>
                <a:gd name="connsiteY12" fmla="*/ 328051 h 489107"/>
                <a:gd name="connsiteX13" fmla="*/ 75147 w 365660"/>
                <a:gd name="connsiteY13" fmla="*/ 363769 h 489107"/>
                <a:gd name="connsiteX14" fmla="*/ 29903 w 365660"/>
                <a:gd name="connsiteY14" fmla="*/ 349482 h 489107"/>
                <a:gd name="connsiteX15" fmla="*/ 1328 w 365660"/>
                <a:gd name="connsiteY15" fmla="*/ 299476 h 489107"/>
                <a:gd name="connsiteX16" fmla="*/ 72766 w 365660"/>
                <a:gd name="connsiteY16" fmla="*/ 239944 h 489107"/>
                <a:gd name="connsiteX17" fmla="*/ 79910 w 365660"/>
                <a:gd name="connsiteY17" fmla="*/ 244707 h 489107"/>
                <a:gd name="connsiteX18" fmla="*/ 108485 w 365660"/>
                <a:gd name="connsiteY18" fmla="*/ 249469 h 489107"/>
                <a:gd name="connsiteX19" fmla="*/ 210878 w 365660"/>
                <a:gd name="connsiteY19" fmla="*/ 235182 h 489107"/>
                <a:gd name="connsiteX20" fmla="*/ 191829 w 365660"/>
                <a:gd name="connsiteY20" fmla="*/ 173269 h 489107"/>
                <a:gd name="connsiteX21" fmla="*/ 127534 w 365660"/>
                <a:gd name="connsiteY21" fmla="*/ 163744 h 489107"/>
                <a:gd name="connsiteX22" fmla="*/ 87053 w 365660"/>
                <a:gd name="connsiteY22" fmla="*/ 87543 h 489107"/>
                <a:gd name="connsiteX23" fmla="*/ 144203 w 365660"/>
                <a:gd name="connsiteY23" fmla="*/ 23251 h 489107"/>
                <a:gd name="connsiteX24" fmla="*/ 225165 w 365660"/>
                <a:gd name="connsiteY24" fmla="*/ 18487 h 489107"/>
                <a:gd name="connsiteX25" fmla="*/ 246598 w 365660"/>
                <a:gd name="connsiteY25" fmla="*/ 111357 h 489107"/>
                <a:gd name="connsiteX26" fmla="*/ 225166 w 365660"/>
                <a:gd name="connsiteY26" fmla="*/ 156601 h 489107"/>
                <a:gd name="connsiteX27" fmla="*/ 246597 w 365660"/>
                <a:gd name="connsiteY27" fmla="*/ 204226 h 489107"/>
                <a:gd name="connsiteX28" fmla="*/ 279935 w 365660"/>
                <a:gd name="connsiteY28" fmla="*/ 261376 h 489107"/>
                <a:gd name="connsiteX29" fmla="*/ 365660 w 365660"/>
                <a:gd name="connsiteY29" fmla="*/ 263758 h 489107"/>
                <a:gd name="connsiteX30" fmla="*/ 358516 w 365660"/>
                <a:gd name="connsiteY30" fmla="*/ 328051 h 489107"/>
                <a:gd name="connsiteX31" fmla="*/ 289460 w 365660"/>
                <a:gd name="connsiteY31" fmla="*/ 328051 h 489107"/>
                <a:gd name="connsiteX0" fmla="*/ 289460 w 365660"/>
                <a:gd name="connsiteY0" fmla="*/ 319631 h 480687"/>
                <a:gd name="connsiteX1" fmla="*/ 232309 w 365660"/>
                <a:gd name="connsiteY1" fmla="*/ 355351 h 480687"/>
                <a:gd name="connsiteX2" fmla="*/ 234691 w 365660"/>
                <a:gd name="connsiteY2" fmla="*/ 422024 h 480687"/>
                <a:gd name="connsiteX3" fmla="*/ 187066 w 365660"/>
                <a:gd name="connsiteY3" fmla="*/ 479174 h 480687"/>
                <a:gd name="connsiteX4" fmla="*/ 101341 w 365660"/>
                <a:gd name="connsiteY4" fmla="*/ 443456 h 480687"/>
                <a:gd name="connsiteX5" fmla="*/ 115628 w 365660"/>
                <a:gd name="connsiteY5" fmla="*/ 355349 h 480687"/>
                <a:gd name="connsiteX6" fmla="*/ 165635 w 365660"/>
                <a:gd name="connsiteY6" fmla="*/ 338681 h 480687"/>
                <a:gd name="connsiteX7" fmla="*/ 191828 w 365660"/>
                <a:gd name="connsiteY7" fmla="*/ 333918 h 480687"/>
                <a:gd name="connsiteX8" fmla="*/ 239453 w 365660"/>
                <a:gd name="connsiteY8" fmla="*/ 276768 h 480687"/>
                <a:gd name="connsiteX9" fmla="*/ 196591 w 365660"/>
                <a:gd name="connsiteY9" fmla="*/ 260099 h 480687"/>
                <a:gd name="connsiteX10" fmla="*/ 163253 w 365660"/>
                <a:gd name="connsiteY10" fmla="*/ 260099 h 480687"/>
                <a:gd name="connsiteX11" fmla="*/ 122772 w 365660"/>
                <a:gd name="connsiteY11" fmla="*/ 274387 h 480687"/>
                <a:gd name="connsiteX12" fmla="*/ 103722 w 365660"/>
                <a:gd name="connsiteY12" fmla="*/ 319631 h 480687"/>
                <a:gd name="connsiteX13" fmla="*/ 75147 w 365660"/>
                <a:gd name="connsiteY13" fmla="*/ 355349 h 480687"/>
                <a:gd name="connsiteX14" fmla="*/ 29903 w 365660"/>
                <a:gd name="connsiteY14" fmla="*/ 341062 h 480687"/>
                <a:gd name="connsiteX15" fmla="*/ 1328 w 365660"/>
                <a:gd name="connsiteY15" fmla="*/ 291056 h 480687"/>
                <a:gd name="connsiteX16" fmla="*/ 72766 w 365660"/>
                <a:gd name="connsiteY16" fmla="*/ 231524 h 480687"/>
                <a:gd name="connsiteX17" fmla="*/ 79910 w 365660"/>
                <a:gd name="connsiteY17" fmla="*/ 236287 h 480687"/>
                <a:gd name="connsiteX18" fmla="*/ 108485 w 365660"/>
                <a:gd name="connsiteY18" fmla="*/ 241049 h 480687"/>
                <a:gd name="connsiteX19" fmla="*/ 210878 w 365660"/>
                <a:gd name="connsiteY19" fmla="*/ 226762 h 480687"/>
                <a:gd name="connsiteX20" fmla="*/ 191829 w 365660"/>
                <a:gd name="connsiteY20" fmla="*/ 164849 h 480687"/>
                <a:gd name="connsiteX21" fmla="*/ 127534 w 365660"/>
                <a:gd name="connsiteY21" fmla="*/ 155324 h 480687"/>
                <a:gd name="connsiteX22" fmla="*/ 87053 w 365660"/>
                <a:gd name="connsiteY22" fmla="*/ 79123 h 480687"/>
                <a:gd name="connsiteX23" fmla="*/ 144203 w 365660"/>
                <a:gd name="connsiteY23" fmla="*/ 14831 h 480687"/>
                <a:gd name="connsiteX24" fmla="*/ 225165 w 365660"/>
                <a:gd name="connsiteY24" fmla="*/ 21973 h 480687"/>
                <a:gd name="connsiteX25" fmla="*/ 246598 w 365660"/>
                <a:gd name="connsiteY25" fmla="*/ 102937 h 480687"/>
                <a:gd name="connsiteX26" fmla="*/ 225166 w 365660"/>
                <a:gd name="connsiteY26" fmla="*/ 148181 h 480687"/>
                <a:gd name="connsiteX27" fmla="*/ 246597 w 365660"/>
                <a:gd name="connsiteY27" fmla="*/ 195806 h 480687"/>
                <a:gd name="connsiteX28" fmla="*/ 279935 w 365660"/>
                <a:gd name="connsiteY28" fmla="*/ 252956 h 480687"/>
                <a:gd name="connsiteX29" fmla="*/ 365660 w 365660"/>
                <a:gd name="connsiteY29" fmla="*/ 255338 h 480687"/>
                <a:gd name="connsiteX30" fmla="*/ 358516 w 365660"/>
                <a:gd name="connsiteY30" fmla="*/ 319631 h 480687"/>
                <a:gd name="connsiteX31" fmla="*/ 289460 w 365660"/>
                <a:gd name="connsiteY31" fmla="*/ 319631 h 480687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27534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998 h 474054"/>
                <a:gd name="connsiteX1" fmla="*/ 232309 w 365660"/>
                <a:gd name="connsiteY1" fmla="*/ 348718 h 474054"/>
                <a:gd name="connsiteX2" fmla="*/ 234691 w 365660"/>
                <a:gd name="connsiteY2" fmla="*/ 415391 h 474054"/>
                <a:gd name="connsiteX3" fmla="*/ 187066 w 365660"/>
                <a:gd name="connsiteY3" fmla="*/ 472541 h 474054"/>
                <a:gd name="connsiteX4" fmla="*/ 101341 w 365660"/>
                <a:gd name="connsiteY4" fmla="*/ 436823 h 474054"/>
                <a:gd name="connsiteX5" fmla="*/ 115628 w 365660"/>
                <a:gd name="connsiteY5" fmla="*/ 348716 h 474054"/>
                <a:gd name="connsiteX6" fmla="*/ 165635 w 365660"/>
                <a:gd name="connsiteY6" fmla="*/ 332048 h 474054"/>
                <a:gd name="connsiteX7" fmla="*/ 191828 w 365660"/>
                <a:gd name="connsiteY7" fmla="*/ 327285 h 474054"/>
                <a:gd name="connsiteX8" fmla="*/ 239453 w 365660"/>
                <a:gd name="connsiteY8" fmla="*/ 270135 h 474054"/>
                <a:gd name="connsiteX9" fmla="*/ 196591 w 365660"/>
                <a:gd name="connsiteY9" fmla="*/ 253466 h 474054"/>
                <a:gd name="connsiteX10" fmla="*/ 163253 w 365660"/>
                <a:gd name="connsiteY10" fmla="*/ 253466 h 474054"/>
                <a:gd name="connsiteX11" fmla="*/ 122772 w 365660"/>
                <a:gd name="connsiteY11" fmla="*/ 267754 h 474054"/>
                <a:gd name="connsiteX12" fmla="*/ 103722 w 365660"/>
                <a:gd name="connsiteY12" fmla="*/ 312998 h 474054"/>
                <a:gd name="connsiteX13" fmla="*/ 75147 w 365660"/>
                <a:gd name="connsiteY13" fmla="*/ 348716 h 474054"/>
                <a:gd name="connsiteX14" fmla="*/ 29903 w 365660"/>
                <a:gd name="connsiteY14" fmla="*/ 334429 h 474054"/>
                <a:gd name="connsiteX15" fmla="*/ 1328 w 365660"/>
                <a:gd name="connsiteY15" fmla="*/ 284423 h 474054"/>
                <a:gd name="connsiteX16" fmla="*/ 72766 w 365660"/>
                <a:gd name="connsiteY16" fmla="*/ 224891 h 474054"/>
                <a:gd name="connsiteX17" fmla="*/ 79910 w 365660"/>
                <a:gd name="connsiteY17" fmla="*/ 229654 h 474054"/>
                <a:gd name="connsiteX18" fmla="*/ 108485 w 365660"/>
                <a:gd name="connsiteY18" fmla="*/ 234416 h 474054"/>
                <a:gd name="connsiteX19" fmla="*/ 210878 w 365660"/>
                <a:gd name="connsiteY19" fmla="*/ 220129 h 474054"/>
                <a:gd name="connsiteX20" fmla="*/ 191829 w 365660"/>
                <a:gd name="connsiteY20" fmla="*/ 158216 h 474054"/>
                <a:gd name="connsiteX21" fmla="*/ 115628 w 365660"/>
                <a:gd name="connsiteY21" fmla="*/ 148691 h 474054"/>
                <a:gd name="connsiteX22" fmla="*/ 87053 w 365660"/>
                <a:gd name="connsiteY22" fmla="*/ 72490 h 474054"/>
                <a:gd name="connsiteX23" fmla="*/ 144203 w 365660"/>
                <a:gd name="connsiteY23" fmla="*/ 8198 h 474054"/>
                <a:gd name="connsiteX24" fmla="*/ 225165 w 365660"/>
                <a:gd name="connsiteY24" fmla="*/ 15340 h 474054"/>
                <a:gd name="connsiteX25" fmla="*/ 246598 w 365660"/>
                <a:gd name="connsiteY25" fmla="*/ 96304 h 474054"/>
                <a:gd name="connsiteX26" fmla="*/ 225166 w 365660"/>
                <a:gd name="connsiteY26" fmla="*/ 141548 h 474054"/>
                <a:gd name="connsiteX27" fmla="*/ 246597 w 365660"/>
                <a:gd name="connsiteY27" fmla="*/ 189173 h 474054"/>
                <a:gd name="connsiteX28" fmla="*/ 279935 w 365660"/>
                <a:gd name="connsiteY28" fmla="*/ 246323 h 474054"/>
                <a:gd name="connsiteX29" fmla="*/ 365660 w 365660"/>
                <a:gd name="connsiteY29" fmla="*/ 248705 h 474054"/>
                <a:gd name="connsiteX30" fmla="*/ 358516 w 365660"/>
                <a:gd name="connsiteY30" fmla="*/ 312998 h 474054"/>
                <a:gd name="connsiteX31" fmla="*/ 289460 w 365660"/>
                <a:gd name="connsiteY31" fmla="*/ 312998 h 474054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094 h 473150"/>
                <a:gd name="connsiteX1" fmla="*/ 232309 w 365660"/>
                <a:gd name="connsiteY1" fmla="*/ 347814 h 473150"/>
                <a:gd name="connsiteX2" fmla="*/ 234691 w 365660"/>
                <a:gd name="connsiteY2" fmla="*/ 414487 h 473150"/>
                <a:gd name="connsiteX3" fmla="*/ 187066 w 365660"/>
                <a:gd name="connsiteY3" fmla="*/ 471637 h 473150"/>
                <a:gd name="connsiteX4" fmla="*/ 101341 w 365660"/>
                <a:gd name="connsiteY4" fmla="*/ 435919 h 473150"/>
                <a:gd name="connsiteX5" fmla="*/ 115628 w 365660"/>
                <a:gd name="connsiteY5" fmla="*/ 347812 h 473150"/>
                <a:gd name="connsiteX6" fmla="*/ 165635 w 365660"/>
                <a:gd name="connsiteY6" fmla="*/ 331144 h 473150"/>
                <a:gd name="connsiteX7" fmla="*/ 191828 w 365660"/>
                <a:gd name="connsiteY7" fmla="*/ 326381 h 473150"/>
                <a:gd name="connsiteX8" fmla="*/ 239453 w 365660"/>
                <a:gd name="connsiteY8" fmla="*/ 269231 h 473150"/>
                <a:gd name="connsiteX9" fmla="*/ 196591 w 365660"/>
                <a:gd name="connsiteY9" fmla="*/ 252562 h 473150"/>
                <a:gd name="connsiteX10" fmla="*/ 163253 w 365660"/>
                <a:gd name="connsiteY10" fmla="*/ 252562 h 473150"/>
                <a:gd name="connsiteX11" fmla="*/ 122772 w 365660"/>
                <a:gd name="connsiteY11" fmla="*/ 266850 h 473150"/>
                <a:gd name="connsiteX12" fmla="*/ 103722 w 365660"/>
                <a:gd name="connsiteY12" fmla="*/ 312094 h 473150"/>
                <a:gd name="connsiteX13" fmla="*/ 75147 w 365660"/>
                <a:gd name="connsiteY13" fmla="*/ 347812 h 473150"/>
                <a:gd name="connsiteX14" fmla="*/ 29903 w 365660"/>
                <a:gd name="connsiteY14" fmla="*/ 333525 h 473150"/>
                <a:gd name="connsiteX15" fmla="*/ 1328 w 365660"/>
                <a:gd name="connsiteY15" fmla="*/ 283519 h 473150"/>
                <a:gd name="connsiteX16" fmla="*/ 72766 w 365660"/>
                <a:gd name="connsiteY16" fmla="*/ 223987 h 473150"/>
                <a:gd name="connsiteX17" fmla="*/ 79910 w 365660"/>
                <a:gd name="connsiteY17" fmla="*/ 228750 h 473150"/>
                <a:gd name="connsiteX18" fmla="*/ 108485 w 365660"/>
                <a:gd name="connsiteY18" fmla="*/ 233512 h 473150"/>
                <a:gd name="connsiteX19" fmla="*/ 210878 w 365660"/>
                <a:gd name="connsiteY19" fmla="*/ 219225 h 473150"/>
                <a:gd name="connsiteX20" fmla="*/ 191829 w 365660"/>
                <a:gd name="connsiteY20" fmla="*/ 157312 h 473150"/>
                <a:gd name="connsiteX21" fmla="*/ 115628 w 365660"/>
                <a:gd name="connsiteY21" fmla="*/ 147787 h 473150"/>
                <a:gd name="connsiteX22" fmla="*/ 79909 w 365660"/>
                <a:gd name="connsiteY22" fmla="*/ 57299 h 473150"/>
                <a:gd name="connsiteX23" fmla="*/ 144203 w 365660"/>
                <a:gd name="connsiteY23" fmla="*/ 7294 h 473150"/>
                <a:gd name="connsiteX24" fmla="*/ 225165 w 365660"/>
                <a:gd name="connsiteY24" fmla="*/ 14436 h 473150"/>
                <a:gd name="connsiteX25" fmla="*/ 246598 w 365660"/>
                <a:gd name="connsiteY25" fmla="*/ 95400 h 473150"/>
                <a:gd name="connsiteX26" fmla="*/ 225166 w 365660"/>
                <a:gd name="connsiteY26" fmla="*/ 140644 h 473150"/>
                <a:gd name="connsiteX27" fmla="*/ 246597 w 365660"/>
                <a:gd name="connsiteY27" fmla="*/ 188269 h 473150"/>
                <a:gd name="connsiteX28" fmla="*/ 279935 w 365660"/>
                <a:gd name="connsiteY28" fmla="*/ 245419 h 473150"/>
                <a:gd name="connsiteX29" fmla="*/ 365660 w 365660"/>
                <a:gd name="connsiteY29" fmla="*/ 247801 h 473150"/>
                <a:gd name="connsiteX30" fmla="*/ 358516 w 365660"/>
                <a:gd name="connsiteY30" fmla="*/ 312094 h 473150"/>
                <a:gd name="connsiteX31" fmla="*/ 289460 w 365660"/>
                <a:gd name="connsiteY31" fmla="*/ 312094 h 473150"/>
                <a:gd name="connsiteX0" fmla="*/ 289460 w 365660"/>
                <a:gd name="connsiteY0" fmla="*/ 312997 h 474053"/>
                <a:gd name="connsiteX1" fmla="*/ 232309 w 365660"/>
                <a:gd name="connsiteY1" fmla="*/ 348717 h 474053"/>
                <a:gd name="connsiteX2" fmla="*/ 234691 w 365660"/>
                <a:gd name="connsiteY2" fmla="*/ 415390 h 474053"/>
                <a:gd name="connsiteX3" fmla="*/ 187066 w 365660"/>
                <a:gd name="connsiteY3" fmla="*/ 472540 h 474053"/>
                <a:gd name="connsiteX4" fmla="*/ 101341 w 365660"/>
                <a:gd name="connsiteY4" fmla="*/ 436822 h 474053"/>
                <a:gd name="connsiteX5" fmla="*/ 115628 w 365660"/>
                <a:gd name="connsiteY5" fmla="*/ 348715 h 474053"/>
                <a:gd name="connsiteX6" fmla="*/ 165635 w 365660"/>
                <a:gd name="connsiteY6" fmla="*/ 332047 h 474053"/>
                <a:gd name="connsiteX7" fmla="*/ 191828 w 365660"/>
                <a:gd name="connsiteY7" fmla="*/ 327284 h 474053"/>
                <a:gd name="connsiteX8" fmla="*/ 239453 w 365660"/>
                <a:gd name="connsiteY8" fmla="*/ 270134 h 474053"/>
                <a:gd name="connsiteX9" fmla="*/ 196591 w 365660"/>
                <a:gd name="connsiteY9" fmla="*/ 253465 h 474053"/>
                <a:gd name="connsiteX10" fmla="*/ 163253 w 365660"/>
                <a:gd name="connsiteY10" fmla="*/ 253465 h 474053"/>
                <a:gd name="connsiteX11" fmla="*/ 122772 w 365660"/>
                <a:gd name="connsiteY11" fmla="*/ 267753 h 474053"/>
                <a:gd name="connsiteX12" fmla="*/ 103722 w 365660"/>
                <a:gd name="connsiteY12" fmla="*/ 312997 h 474053"/>
                <a:gd name="connsiteX13" fmla="*/ 75147 w 365660"/>
                <a:gd name="connsiteY13" fmla="*/ 348715 h 474053"/>
                <a:gd name="connsiteX14" fmla="*/ 29903 w 365660"/>
                <a:gd name="connsiteY14" fmla="*/ 334428 h 474053"/>
                <a:gd name="connsiteX15" fmla="*/ 1328 w 365660"/>
                <a:gd name="connsiteY15" fmla="*/ 284422 h 474053"/>
                <a:gd name="connsiteX16" fmla="*/ 72766 w 365660"/>
                <a:gd name="connsiteY16" fmla="*/ 224890 h 474053"/>
                <a:gd name="connsiteX17" fmla="*/ 79910 w 365660"/>
                <a:gd name="connsiteY17" fmla="*/ 229653 h 474053"/>
                <a:gd name="connsiteX18" fmla="*/ 108485 w 365660"/>
                <a:gd name="connsiteY18" fmla="*/ 234415 h 474053"/>
                <a:gd name="connsiteX19" fmla="*/ 210878 w 365660"/>
                <a:gd name="connsiteY19" fmla="*/ 220128 h 474053"/>
                <a:gd name="connsiteX20" fmla="*/ 191829 w 365660"/>
                <a:gd name="connsiteY20" fmla="*/ 158215 h 474053"/>
                <a:gd name="connsiteX21" fmla="*/ 115628 w 365660"/>
                <a:gd name="connsiteY21" fmla="*/ 148690 h 474053"/>
                <a:gd name="connsiteX22" fmla="*/ 79909 w 365660"/>
                <a:gd name="connsiteY22" fmla="*/ 72490 h 474053"/>
                <a:gd name="connsiteX23" fmla="*/ 144203 w 365660"/>
                <a:gd name="connsiteY23" fmla="*/ 8197 h 474053"/>
                <a:gd name="connsiteX24" fmla="*/ 225165 w 365660"/>
                <a:gd name="connsiteY24" fmla="*/ 15339 h 474053"/>
                <a:gd name="connsiteX25" fmla="*/ 246598 w 365660"/>
                <a:gd name="connsiteY25" fmla="*/ 96303 h 474053"/>
                <a:gd name="connsiteX26" fmla="*/ 225166 w 365660"/>
                <a:gd name="connsiteY26" fmla="*/ 141547 h 474053"/>
                <a:gd name="connsiteX27" fmla="*/ 246597 w 365660"/>
                <a:gd name="connsiteY27" fmla="*/ 189172 h 474053"/>
                <a:gd name="connsiteX28" fmla="*/ 279935 w 365660"/>
                <a:gd name="connsiteY28" fmla="*/ 246322 h 474053"/>
                <a:gd name="connsiteX29" fmla="*/ 365660 w 365660"/>
                <a:gd name="connsiteY29" fmla="*/ 248704 h 474053"/>
                <a:gd name="connsiteX30" fmla="*/ 358516 w 365660"/>
                <a:gd name="connsiteY30" fmla="*/ 312997 h 474053"/>
                <a:gd name="connsiteX31" fmla="*/ 289460 w 365660"/>
                <a:gd name="connsiteY31" fmla="*/ 312997 h 474053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4150 h 475206"/>
                <a:gd name="connsiteX1" fmla="*/ 232309 w 365660"/>
                <a:gd name="connsiteY1" fmla="*/ 349870 h 475206"/>
                <a:gd name="connsiteX2" fmla="*/ 234691 w 365660"/>
                <a:gd name="connsiteY2" fmla="*/ 416543 h 475206"/>
                <a:gd name="connsiteX3" fmla="*/ 187066 w 365660"/>
                <a:gd name="connsiteY3" fmla="*/ 473693 h 475206"/>
                <a:gd name="connsiteX4" fmla="*/ 101341 w 365660"/>
                <a:gd name="connsiteY4" fmla="*/ 437975 h 475206"/>
                <a:gd name="connsiteX5" fmla="*/ 115628 w 365660"/>
                <a:gd name="connsiteY5" fmla="*/ 349868 h 475206"/>
                <a:gd name="connsiteX6" fmla="*/ 165635 w 365660"/>
                <a:gd name="connsiteY6" fmla="*/ 333200 h 475206"/>
                <a:gd name="connsiteX7" fmla="*/ 191828 w 365660"/>
                <a:gd name="connsiteY7" fmla="*/ 328437 h 475206"/>
                <a:gd name="connsiteX8" fmla="*/ 239453 w 365660"/>
                <a:gd name="connsiteY8" fmla="*/ 271287 h 475206"/>
                <a:gd name="connsiteX9" fmla="*/ 196591 w 365660"/>
                <a:gd name="connsiteY9" fmla="*/ 254618 h 475206"/>
                <a:gd name="connsiteX10" fmla="*/ 163253 w 365660"/>
                <a:gd name="connsiteY10" fmla="*/ 254618 h 475206"/>
                <a:gd name="connsiteX11" fmla="*/ 122772 w 365660"/>
                <a:gd name="connsiteY11" fmla="*/ 268906 h 475206"/>
                <a:gd name="connsiteX12" fmla="*/ 103722 w 365660"/>
                <a:gd name="connsiteY12" fmla="*/ 314150 h 475206"/>
                <a:gd name="connsiteX13" fmla="*/ 75147 w 365660"/>
                <a:gd name="connsiteY13" fmla="*/ 349868 h 475206"/>
                <a:gd name="connsiteX14" fmla="*/ 29903 w 365660"/>
                <a:gd name="connsiteY14" fmla="*/ 335581 h 475206"/>
                <a:gd name="connsiteX15" fmla="*/ 1328 w 365660"/>
                <a:gd name="connsiteY15" fmla="*/ 285575 h 475206"/>
                <a:gd name="connsiteX16" fmla="*/ 72766 w 365660"/>
                <a:gd name="connsiteY16" fmla="*/ 226043 h 475206"/>
                <a:gd name="connsiteX17" fmla="*/ 79910 w 365660"/>
                <a:gd name="connsiteY17" fmla="*/ 230806 h 475206"/>
                <a:gd name="connsiteX18" fmla="*/ 108485 w 365660"/>
                <a:gd name="connsiteY18" fmla="*/ 235568 h 475206"/>
                <a:gd name="connsiteX19" fmla="*/ 210878 w 365660"/>
                <a:gd name="connsiteY19" fmla="*/ 221281 h 475206"/>
                <a:gd name="connsiteX20" fmla="*/ 191829 w 365660"/>
                <a:gd name="connsiteY20" fmla="*/ 159368 h 475206"/>
                <a:gd name="connsiteX21" fmla="*/ 115628 w 365660"/>
                <a:gd name="connsiteY21" fmla="*/ 149843 h 475206"/>
                <a:gd name="connsiteX22" fmla="*/ 79909 w 365660"/>
                <a:gd name="connsiteY22" fmla="*/ 73643 h 475206"/>
                <a:gd name="connsiteX23" fmla="*/ 141821 w 365660"/>
                <a:gd name="connsiteY23" fmla="*/ 4587 h 475206"/>
                <a:gd name="connsiteX24" fmla="*/ 225165 w 365660"/>
                <a:gd name="connsiteY24" fmla="*/ 16492 h 475206"/>
                <a:gd name="connsiteX25" fmla="*/ 246598 w 365660"/>
                <a:gd name="connsiteY25" fmla="*/ 97456 h 475206"/>
                <a:gd name="connsiteX26" fmla="*/ 225166 w 365660"/>
                <a:gd name="connsiteY26" fmla="*/ 142700 h 475206"/>
                <a:gd name="connsiteX27" fmla="*/ 246597 w 365660"/>
                <a:gd name="connsiteY27" fmla="*/ 190325 h 475206"/>
                <a:gd name="connsiteX28" fmla="*/ 279935 w 365660"/>
                <a:gd name="connsiteY28" fmla="*/ 247475 h 475206"/>
                <a:gd name="connsiteX29" fmla="*/ 365660 w 365660"/>
                <a:gd name="connsiteY29" fmla="*/ 249857 h 475206"/>
                <a:gd name="connsiteX30" fmla="*/ 358516 w 365660"/>
                <a:gd name="connsiteY30" fmla="*/ 314150 h 475206"/>
                <a:gd name="connsiteX31" fmla="*/ 289460 w 365660"/>
                <a:gd name="connsiteY31" fmla="*/ 314150 h 475206"/>
                <a:gd name="connsiteX0" fmla="*/ 289460 w 365660"/>
                <a:gd name="connsiteY0" fmla="*/ 316059 h 477115"/>
                <a:gd name="connsiteX1" fmla="*/ 232309 w 365660"/>
                <a:gd name="connsiteY1" fmla="*/ 351779 h 477115"/>
                <a:gd name="connsiteX2" fmla="*/ 234691 w 365660"/>
                <a:gd name="connsiteY2" fmla="*/ 418452 h 477115"/>
                <a:gd name="connsiteX3" fmla="*/ 187066 w 365660"/>
                <a:gd name="connsiteY3" fmla="*/ 475602 h 477115"/>
                <a:gd name="connsiteX4" fmla="*/ 101341 w 365660"/>
                <a:gd name="connsiteY4" fmla="*/ 439884 h 477115"/>
                <a:gd name="connsiteX5" fmla="*/ 115628 w 365660"/>
                <a:gd name="connsiteY5" fmla="*/ 351777 h 477115"/>
                <a:gd name="connsiteX6" fmla="*/ 165635 w 365660"/>
                <a:gd name="connsiteY6" fmla="*/ 335109 h 477115"/>
                <a:gd name="connsiteX7" fmla="*/ 191828 w 365660"/>
                <a:gd name="connsiteY7" fmla="*/ 330346 h 477115"/>
                <a:gd name="connsiteX8" fmla="*/ 239453 w 365660"/>
                <a:gd name="connsiteY8" fmla="*/ 273196 h 477115"/>
                <a:gd name="connsiteX9" fmla="*/ 196591 w 365660"/>
                <a:gd name="connsiteY9" fmla="*/ 256527 h 477115"/>
                <a:gd name="connsiteX10" fmla="*/ 163253 w 365660"/>
                <a:gd name="connsiteY10" fmla="*/ 256527 h 477115"/>
                <a:gd name="connsiteX11" fmla="*/ 122772 w 365660"/>
                <a:gd name="connsiteY11" fmla="*/ 270815 h 477115"/>
                <a:gd name="connsiteX12" fmla="*/ 103722 w 365660"/>
                <a:gd name="connsiteY12" fmla="*/ 316059 h 477115"/>
                <a:gd name="connsiteX13" fmla="*/ 75147 w 365660"/>
                <a:gd name="connsiteY13" fmla="*/ 351777 h 477115"/>
                <a:gd name="connsiteX14" fmla="*/ 29903 w 365660"/>
                <a:gd name="connsiteY14" fmla="*/ 337490 h 477115"/>
                <a:gd name="connsiteX15" fmla="*/ 1328 w 365660"/>
                <a:gd name="connsiteY15" fmla="*/ 287484 h 477115"/>
                <a:gd name="connsiteX16" fmla="*/ 72766 w 365660"/>
                <a:gd name="connsiteY16" fmla="*/ 227952 h 477115"/>
                <a:gd name="connsiteX17" fmla="*/ 79910 w 365660"/>
                <a:gd name="connsiteY17" fmla="*/ 232715 h 477115"/>
                <a:gd name="connsiteX18" fmla="*/ 108485 w 365660"/>
                <a:gd name="connsiteY18" fmla="*/ 237477 h 477115"/>
                <a:gd name="connsiteX19" fmla="*/ 210878 w 365660"/>
                <a:gd name="connsiteY19" fmla="*/ 223190 h 477115"/>
                <a:gd name="connsiteX20" fmla="*/ 191829 w 365660"/>
                <a:gd name="connsiteY20" fmla="*/ 161277 h 477115"/>
                <a:gd name="connsiteX21" fmla="*/ 115628 w 365660"/>
                <a:gd name="connsiteY21" fmla="*/ 151752 h 477115"/>
                <a:gd name="connsiteX22" fmla="*/ 79909 w 365660"/>
                <a:gd name="connsiteY22" fmla="*/ 75552 h 477115"/>
                <a:gd name="connsiteX23" fmla="*/ 137059 w 365660"/>
                <a:gd name="connsiteY23" fmla="*/ 4115 h 477115"/>
                <a:gd name="connsiteX24" fmla="*/ 225165 w 365660"/>
                <a:gd name="connsiteY24" fmla="*/ 18401 h 477115"/>
                <a:gd name="connsiteX25" fmla="*/ 246598 w 365660"/>
                <a:gd name="connsiteY25" fmla="*/ 99365 h 477115"/>
                <a:gd name="connsiteX26" fmla="*/ 225166 w 365660"/>
                <a:gd name="connsiteY26" fmla="*/ 144609 h 477115"/>
                <a:gd name="connsiteX27" fmla="*/ 246597 w 365660"/>
                <a:gd name="connsiteY27" fmla="*/ 192234 h 477115"/>
                <a:gd name="connsiteX28" fmla="*/ 279935 w 365660"/>
                <a:gd name="connsiteY28" fmla="*/ 249384 h 477115"/>
                <a:gd name="connsiteX29" fmla="*/ 365660 w 365660"/>
                <a:gd name="connsiteY29" fmla="*/ 251766 h 477115"/>
                <a:gd name="connsiteX30" fmla="*/ 358516 w 365660"/>
                <a:gd name="connsiteY30" fmla="*/ 316059 h 477115"/>
                <a:gd name="connsiteX31" fmla="*/ 289460 w 365660"/>
                <a:gd name="connsiteY31" fmla="*/ 316059 h 477115"/>
                <a:gd name="connsiteX0" fmla="*/ 289460 w 365660"/>
                <a:gd name="connsiteY0" fmla="*/ 317109 h 478165"/>
                <a:gd name="connsiteX1" fmla="*/ 232309 w 365660"/>
                <a:gd name="connsiteY1" fmla="*/ 352829 h 478165"/>
                <a:gd name="connsiteX2" fmla="*/ 234691 w 365660"/>
                <a:gd name="connsiteY2" fmla="*/ 419502 h 478165"/>
                <a:gd name="connsiteX3" fmla="*/ 187066 w 365660"/>
                <a:gd name="connsiteY3" fmla="*/ 476652 h 478165"/>
                <a:gd name="connsiteX4" fmla="*/ 101341 w 365660"/>
                <a:gd name="connsiteY4" fmla="*/ 440934 h 478165"/>
                <a:gd name="connsiteX5" fmla="*/ 115628 w 365660"/>
                <a:gd name="connsiteY5" fmla="*/ 352827 h 478165"/>
                <a:gd name="connsiteX6" fmla="*/ 165635 w 365660"/>
                <a:gd name="connsiteY6" fmla="*/ 336159 h 478165"/>
                <a:gd name="connsiteX7" fmla="*/ 191828 w 365660"/>
                <a:gd name="connsiteY7" fmla="*/ 331396 h 478165"/>
                <a:gd name="connsiteX8" fmla="*/ 239453 w 365660"/>
                <a:gd name="connsiteY8" fmla="*/ 274246 h 478165"/>
                <a:gd name="connsiteX9" fmla="*/ 196591 w 365660"/>
                <a:gd name="connsiteY9" fmla="*/ 257577 h 478165"/>
                <a:gd name="connsiteX10" fmla="*/ 163253 w 365660"/>
                <a:gd name="connsiteY10" fmla="*/ 257577 h 478165"/>
                <a:gd name="connsiteX11" fmla="*/ 122772 w 365660"/>
                <a:gd name="connsiteY11" fmla="*/ 271865 h 478165"/>
                <a:gd name="connsiteX12" fmla="*/ 103722 w 365660"/>
                <a:gd name="connsiteY12" fmla="*/ 317109 h 478165"/>
                <a:gd name="connsiteX13" fmla="*/ 75147 w 365660"/>
                <a:gd name="connsiteY13" fmla="*/ 352827 h 478165"/>
                <a:gd name="connsiteX14" fmla="*/ 29903 w 365660"/>
                <a:gd name="connsiteY14" fmla="*/ 338540 h 478165"/>
                <a:gd name="connsiteX15" fmla="*/ 1328 w 365660"/>
                <a:gd name="connsiteY15" fmla="*/ 288534 h 478165"/>
                <a:gd name="connsiteX16" fmla="*/ 72766 w 365660"/>
                <a:gd name="connsiteY16" fmla="*/ 229002 h 478165"/>
                <a:gd name="connsiteX17" fmla="*/ 79910 w 365660"/>
                <a:gd name="connsiteY17" fmla="*/ 233765 h 478165"/>
                <a:gd name="connsiteX18" fmla="*/ 108485 w 365660"/>
                <a:gd name="connsiteY18" fmla="*/ 238527 h 478165"/>
                <a:gd name="connsiteX19" fmla="*/ 210878 w 365660"/>
                <a:gd name="connsiteY19" fmla="*/ 224240 h 478165"/>
                <a:gd name="connsiteX20" fmla="*/ 191829 w 365660"/>
                <a:gd name="connsiteY20" fmla="*/ 162327 h 478165"/>
                <a:gd name="connsiteX21" fmla="*/ 115628 w 365660"/>
                <a:gd name="connsiteY21" fmla="*/ 152802 h 478165"/>
                <a:gd name="connsiteX22" fmla="*/ 79909 w 365660"/>
                <a:gd name="connsiteY22" fmla="*/ 76602 h 478165"/>
                <a:gd name="connsiteX23" fmla="*/ 137059 w 365660"/>
                <a:gd name="connsiteY23" fmla="*/ 5165 h 478165"/>
                <a:gd name="connsiteX24" fmla="*/ 225165 w 365660"/>
                <a:gd name="connsiteY24" fmla="*/ 19451 h 478165"/>
                <a:gd name="connsiteX25" fmla="*/ 246598 w 365660"/>
                <a:gd name="connsiteY25" fmla="*/ 100415 h 478165"/>
                <a:gd name="connsiteX26" fmla="*/ 225166 w 365660"/>
                <a:gd name="connsiteY26" fmla="*/ 145659 h 478165"/>
                <a:gd name="connsiteX27" fmla="*/ 246597 w 365660"/>
                <a:gd name="connsiteY27" fmla="*/ 193284 h 478165"/>
                <a:gd name="connsiteX28" fmla="*/ 279935 w 365660"/>
                <a:gd name="connsiteY28" fmla="*/ 250434 h 478165"/>
                <a:gd name="connsiteX29" fmla="*/ 365660 w 365660"/>
                <a:gd name="connsiteY29" fmla="*/ 252816 h 478165"/>
                <a:gd name="connsiteX30" fmla="*/ 358516 w 365660"/>
                <a:gd name="connsiteY30" fmla="*/ 317109 h 478165"/>
                <a:gd name="connsiteX31" fmla="*/ 289460 w 365660"/>
                <a:gd name="connsiteY31" fmla="*/ 317109 h 478165"/>
                <a:gd name="connsiteX0" fmla="*/ 289460 w 365660"/>
                <a:gd name="connsiteY0" fmla="*/ 323170 h 484226"/>
                <a:gd name="connsiteX1" fmla="*/ 232309 w 365660"/>
                <a:gd name="connsiteY1" fmla="*/ 358890 h 484226"/>
                <a:gd name="connsiteX2" fmla="*/ 234691 w 365660"/>
                <a:gd name="connsiteY2" fmla="*/ 425563 h 484226"/>
                <a:gd name="connsiteX3" fmla="*/ 187066 w 365660"/>
                <a:gd name="connsiteY3" fmla="*/ 482713 h 484226"/>
                <a:gd name="connsiteX4" fmla="*/ 101341 w 365660"/>
                <a:gd name="connsiteY4" fmla="*/ 446995 h 484226"/>
                <a:gd name="connsiteX5" fmla="*/ 115628 w 365660"/>
                <a:gd name="connsiteY5" fmla="*/ 358888 h 484226"/>
                <a:gd name="connsiteX6" fmla="*/ 165635 w 365660"/>
                <a:gd name="connsiteY6" fmla="*/ 342220 h 484226"/>
                <a:gd name="connsiteX7" fmla="*/ 191828 w 365660"/>
                <a:gd name="connsiteY7" fmla="*/ 337457 h 484226"/>
                <a:gd name="connsiteX8" fmla="*/ 239453 w 365660"/>
                <a:gd name="connsiteY8" fmla="*/ 280307 h 484226"/>
                <a:gd name="connsiteX9" fmla="*/ 196591 w 365660"/>
                <a:gd name="connsiteY9" fmla="*/ 263638 h 484226"/>
                <a:gd name="connsiteX10" fmla="*/ 163253 w 365660"/>
                <a:gd name="connsiteY10" fmla="*/ 263638 h 484226"/>
                <a:gd name="connsiteX11" fmla="*/ 122772 w 365660"/>
                <a:gd name="connsiteY11" fmla="*/ 277926 h 484226"/>
                <a:gd name="connsiteX12" fmla="*/ 103722 w 365660"/>
                <a:gd name="connsiteY12" fmla="*/ 323170 h 484226"/>
                <a:gd name="connsiteX13" fmla="*/ 75147 w 365660"/>
                <a:gd name="connsiteY13" fmla="*/ 358888 h 484226"/>
                <a:gd name="connsiteX14" fmla="*/ 29903 w 365660"/>
                <a:gd name="connsiteY14" fmla="*/ 344601 h 484226"/>
                <a:gd name="connsiteX15" fmla="*/ 1328 w 365660"/>
                <a:gd name="connsiteY15" fmla="*/ 294595 h 484226"/>
                <a:gd name="connsiteX16" fmla="*/ 72766 w 365660"/>
                <a:gd name="connsiteY16" fmla="*/ 235063 h 484226"/>
                <a:gd name="connsiteX17" fmla="*/ 79910 w 365660"/>
                <a:gd name="connsiteY17" fmla="*/ 239826 h 484226"/>
                <a:gd name="connsiteX18" fmla="*/ 108485 w 365660"/>
                <a:gd name="connsiteY18" fmla="*/ 244588 h 484226"/>
                <a:gd name="connsiteX19" fmla="*/ 210878 w 365660"/>
                <a:gd name="connsiteY19" fmla="*/ 230301 h 484226"/>
                <a:gd name="connsiteX20" fmla="*/ 191829 w 365660"/>
                <a:gd name="connsiteY20" fmla="*/ 168388 h 484226"/>
                <a:gd name="connsiteX21" fmla="*/ 115628 w 365660"/>
                <a:gd name="connsiteY21" fmla="*/ 158863 h 484226"/>
                <a:gd name="connsiteX22" fmla="*/ 79909 w 365660"/>
                <a:gd name="connsiteY22" fmla="*/ 82663 h 484226"/>
                <a:gd name="connsiteX23" fmla="*/ 132296 w 365660"/>
                <a:gd name="connsiteY23" fmla="*/ 4082 h 484226"/>
                <a:gd name="connsiteX24" fmla="*/ 225165 w 365660"/>
                <a:gd name="connsiteY24" fmla="*/ 25512 h 484226"/>
                <a:gd name="connsiteX25" fmla="*/ 246598 w 365660"/>
                <a:gd name="connsiteY25" fmla="*/ 106476 h 484226"/>
                <a:gd name="connsiteX26" fmla="*/ 225166 w 365660"/>
                <a:gd name="connsiteY26" fmla="*/ 151720 h 484226"/>
                <a:gd name="connsiteX27" fmla="*/ 246597 w 365660"/>
                <a:gd name="connsiteY27" fmla="*/ 199345 h 484226"/>
                <a:gd name="connsiteX28" fmla="*/ 279935 w 365660"/>
                <a:gd name="connsiteY28" fmla="*/ 256495 h 484226"/>
                <a:gd name="connsiteX29" fmla="*/ 365660 w 365660"/>
                <a:gd name="connsiteY29" fmla="*/ 258877 h 484226"/>
                <a:gd name="connsiteX30" fmla="*/ 358516 w 365660"/>
                <a:gd name="connsiteY30" fmla="*/ 323170 h 484226"/>
                <a:gd name="connsiteX31" fmla="*/ 289460 w 365660"/>
                <a:gd name="connsiteY31" fmla="*/ 323170 h 484226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5635 w 365660"/>
                <a:gd name="connsiteY6" fmla="*/ 340922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2928"/>
                <a:gd name="connsiteX1" fmla="*/ 232309 w 365660"/>
                <a:gd name="connsiteY1" fmla="*/ 357592 h 482928"/>
                <a:gd name="connsiteX2" fmla="*/ 234691 w 365660"/>
                <a:gd name="connsiteY2" fmla="*/ 424265 h 482928"/>
                <a:gd name="connsiteX3" fmla="*/ 187066 w 365660"/>
                <a:gd name="connsiteY3" fmla="*/ 481415 h 482928"/>
                <a:gd name="connsiteX4" fmla="*/ 101341 w 365660"/>
                <a:gd name="connsiteY4" fmla="*/ 445697 h 482928"/>
                <a:gd name="connsiteX5" fmla="*/ 115628 w 365660"/>
                <a:gd name="connsiteY5" fmla="*/ 357590 h 482928"/>
                <a:gd name="connsiteX6" fmla="*/ 160872 w 365660"/>
                <a:gd name="connsiteY6" fmla="*/ 326635 h 482928"/>
                <a:gd name="connsiteX7" fmla="*/ 191828 w 365660"/>
                <a:gd name="connsiteY7" fmla="*/ 336159 h 482928"/>
                <a:gd name="connsiteX8" fmla="*/ 239453 w 365660"/>
                <a:gd name="connsiteY8" fmla="*/ 279009 h 482928"/>
                <a:gd name="connsiteX9" fmla="*/ 196591 w 365660"/>
                <a:gd name="connsiteY9" fmla="*/ 262340 h 482928"/>
                <a:gd name="connsiteX10" fmla="*/ 163253 w 365660"/>
                <a:gd name="connsiteY10" fmla="*/ 262340 h 482928"/>
                <a:gd name="connsiteX11" fmla="*/ 122772 w 365660"/>
                <a:gd name="connsiteY11" fmla="*/ 276628 h 482928"/>
                <a:gd name="connsiteX12" fmla="*/ 103722 w 365660"/>
                <a:gd name="connsiteY12" fmla="*/ 321872 h 482928"/>
                <a:gd name="connsiteX13" fmla="*/ 75147 w 365660"/>
                <a:gd name="connsiteY13" fmla="*/ 357590 h 482928"/>
                <a:gd name="connsiteX14" fmla="*/ 29903 w 365660"/>
                <a:gd name="connsiteY14" fmla="*/ 343303 h 482928"/>
                <a:gd name="connsiteX15" fmla="*/ 1328 w 365660"/>
                <a:gd name="connsiteY15" fmla="*/ 293297 h 482928"/>
                <a:gd name="connsiteX16" fmla="*/ 72766 w 365660"/>
                <a:gd name="connsiteY16" fmla="*/ 233765 h 482928"/>
                <a:gd name="connsiteX17" fmla="*/ 79910 w 365660"/>
                <a:gd name="connsiteY17" fmla="*/ 238528 h 482928"/>
                <a:gd name="connsiteX18" fmla="*/ 108485 w 365660"/>
                <a:gd name="connsiteY18" fmla="*/ 243290 h 482928"/>
                <a:gd name="connsiteX19" fmla="*/ 210878 w 365660"/>
                <a:gd name="connsiteY19" fmla="*/ 229003 h 482928"/>
                <a:gd name="connsiteX20" fmla="*/ 191829 w 365660"/>
                <a:gd name="connsiteY20" fmla="*/ 167090 h 482928"/>
                <a:gd name="connsiteX21" fmla="*/ 115628 w 365660"/>
                <a:gd name="connsiteY21" fmla="*/ 157565 h 482928"/>
                <a:gd name="connsiteX22" fmla="*/ 68003 w 365660"/>
                <a:gd name="connsiteY22" fmla="*/ 76603 h 482928"/>
                <a:gd name="connsiteX23" fmla="*/ 132296 w 365660"/>
                <a:gd name="connsiteY23" fmla="*/ 2784 h 482928"/>
                <a:gd name="connsiteX24" fmla="*/ 225165 w 365660"/>
                <a:gd name="connsiteY24" fmla="*/ 24214 h 482928"/>
                <a:gd name="connsiteX25" fmla="*/ 246598 w 365660"/>
                <a:gd name="connsiteY25" fmla="*/ 105178 h 482928"/>
                <a:gd name="connsiteX26" fmla="*/ 225166 w 365660"/>
                <a:gd name="connsiteY26" fmla="*/ 150422 h 482928"/>
                <a:gd name="connsiteX27" fmla="*/ 246597 w 365660"/>
                <a:gd name="connsiteY27" fmla="*/ 198047 h 482928"/>
                <a:gd name="connsiteX28" fmla="*/ 279935 w 365660"/>
                <a:gd name="connsiteY28" fmla="*/ 255197 h 482928"/>
                <a:gd name="connsiteX29" fmla="*/ 365660 w 365660"/>
                <a:gd name="connsiteY29" fmla="*/ 257579 h 482928"/>
                <a:gd name="connsiteX30" fmla="*/ 358516 w 365660"/>
                <a:gd name="connsiteY30" fmla="*/ 321872 h 482928"/>
                <a:gd name="connsiteX31" fmla="*/ 289460 w 365660"/>
                <a:gd name="connsiteY31" fmla="*/ 321872 h 482928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60872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8484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1864"/>
                <a:gd name="connsiteX1" fmla="*/ 232309 w 365660"/>
                <a:gd name="connsiteY1" fmla="*/ 357592 h 481864"/>
                <a:gd name="connsiteX2" fmla="*/ 234691 w 365660"/>
                <a:gd name="connsiteY2" fmla="*/ 424265 h 481864"/>
                <a:gd name="connsiteX3" fmla="*/ 187066 w 365660"/>
                <a:gd name="connsiteY3" fmla="*/ 481415 h 481864"/>
                <a:gd name="connsiteX4" fmla="*/ 101341 w 365660"/>
                <a:gd name="connsiteY4" fmla="*/ 445697 h 481864"/>
                <a:gd name="connsiteX5" fmla="*/ 101340 w 365660"/>
                <a:gd name="connsiteY5" fmla="*/ 355209 h 481864"/>
                <a:gd name="connsiteX6" fmla="*/ 158491 w 365660"/>
                <a:gd name="connsiteY6" fmla="*/ 326635 h 481864"/>
                <a:gd name="connsiteX7" fmla="*/ 191828 w 365660"/>
                <a:gd name="connsiteY7" fmla="*/ 336159 h 481864"/>
                <a:gd name="connsiteX8" fmla="*/ 239453 w 365660"/>
                <a:gd name="connsiteY8" fmla="*/ 279009 h 481864"/>
                <a:gd name="connsiteX9" fmla="*/ 196591 w 365660"/>
                <a:gd name="connsiteY9" fmla="*/ 262340 h 481864"/>
                <a:gd name="connsiteX10" fmla="*/ 163253 w 365660"/>
                <a:gd name="connsiteY10" fmla="*/ 262340 h 481864"/>
                <a:gd name="connsiteX11" fmla="*/ 122772 w 365660"/>
                <a:gd name="connsiteY11" fmla="*/ 276628 h 481864"/>
                <a:gd name="connsiteX12" fmla="*/ 103722 w 365660"/>
                <a:gd name="connsiteY12" fmla="*/ 321872 h 481864"/>
                <a:gd name="connsiteX13" fmla="*/ 75147 w 365660"/>
                <a:gd name="connsiteY13" fmla="*/ 357590 h 481864"/>
                <a:gd name="connsiteX14" fmla="*/ 29903 w 365660"/>
                <a:gd name="connsiteY14" fmla="*/ 343303 h 481864"/>
                <a:gd name="connsiteX15" fmla="*/ 1328 w 365660"/>
                <a:gd name="connsiteY15" fmla="*/ 293297 h 481864"/>
                <a:gd name="connsiteX16" fmla="*/ 72766 w 365660"/>
                <a:gd name="connsiteY16" fmla="*/ 233765 h 481864"/>
                <a:gd name="connsiteX17" fmla="*/ 79910 w 365660"/>
                <a:gd name="connsiteY17" fmla="*/ 238528 h 481864"/>
                <a:gd name="connsiteX18" fmla="*/ 108485 w 365660"/>
                <a:gd name="connsiteY18" fmla="*/ 243290 h 481864"/>
                <a:gd name="connsiteX19" fmla="*/ 210878 w 365660"/>
                <a:gd name="connsiteY19" fmla="*/ 229003 h 481864"/>
                <a:gd name="connsiteX20" fmla="*/ 191829 w 365660"/>
                <a:gd name="connsiteY20" fmla="*/ 167090 h 481864"/>
                <a:gd name="connsiteX21" fmla="*/ 115628 w 365660"/>
                <a:gd name="connsiteY21" fmla="*/ 157565 h 481864"/>
                <a:gd name="connsiteX22" fmla="*/ 68003 w 365660"/>
                <a:gd name="connsiteY22" fmla="*/ 76603 h 481864"/>
                <a:gd name="connsiteX23" fmla="*/ 132296 w 365660"/>
                <a:gd name="connsiteY23" fmla="*/ 2784 h 481864"/>
                <a:gd name="connsiteX24" fmla="*/ 225165 w 365660"/>
                <a:gd name="connsiteY24" fmla="*/ 24214 h 481864"/>
                <a:gd name="connsiteX25" fmla="*/ 246598 w 365660"/>
                <a:gd name="connsiteY25" fmla="*/ 105178 h 481864"/>
                <a:gd name="connsiteX26" fmla="*/ 225166 w 365660"/>
                <a:gd name="connsiteY26" fmla="*/ 150422 h 481864"/>
                <a:gd name="connsiteX27" fmla="*/ 246597 w 365660"/>
                <a:gd name="connsiteY27" fmla="*/ 198047 h 481864"/>
                <a:gd name="connsiteX28" fmla="*/ 279935 w 365660"/>
                <a:gd name="connsiteY28" fmla="*/ 255197 h 481864"/>
                <a:gd name="connsiteX29" fmla="*/ 365660 w 365660"/>
                <a:gd name="connsiteY29" fmla="*/ 257579 h 481864"/>
                <a:gd name="connsiteX30" fmla="*/ 358516 w 365660"/>
                <a:gd name="connsiteY30" fmla="*/ 321872 h 481864"/>
                <a:gd name="connsiteX31" fmla="*/ 289460 w 365660"/>
                <a:gd name="connsiteY31" fmla="*/ 321872 h 48186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191828 w 365660"/>
                <a:gd name="connsiteY7" fmla="*/ 336159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1353 w 365660"/>
                <a:gd name="connsiteY7" fmla="*/ 331397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87066 w 365660"/>
                <a:gd name="connsiteY3" fmla="*/ 481415 h 482014"/>
                <a:gd name="connsiteX4" fmla="*/ 94197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2675"/>
                <a:gd name="connsiteX1" fmla="*/ 232309 w 365660"/>
                <a:gd name="connsiteY1" fmla="*/ 357592 h 482675"/>
                <a:gd name="connsiteX2" fmla="*/ 234691 w 365660"/>
                <a:gd name="connsiteY2" fmla="*/ 424265 h 482675"/>
                <a:gd name="connsiteX3" fmla="*/ 187066 w 365660"/>
                <a:gd name="connsiteY3" fmla="*/ 481415 h 482675"/>
                <a:gd name="connsiteX4" fmla="*/ 94197 w 365660"/>
                <a:gd name="connsiteY4" fmla="*/ 448078 h 482675"/>
                <a:gd name="connsiteX5" fmla="*/ 101340 w 365660"/>
                <a:gd name="connsiteY5" fmla="*/ 355209 h 482675"/>
                <a:gd name="connsiteX6" fmla="*/ 158491 w 365660"/>
                <a:gd name="connsiteY6" fmla="*/ 326635 h 482675"/>
                <a:gd name="connsiteX7" fmla="*/ 208496 w 365660"/>
                <a:gd name="connsiteY7" fmla="*/ 324253 h 482675"/>
                <a:gd name="connsiteX8" fmla="*/ 239453 w 365660"/>
                <a:gd name="connsiteY8" fmla="*/ 279009 h 482675"/>
                <a:gd name="connsiteX9" fmla="*/ 196591 w 365660"/>
                <a:gd name="connsiteY9" fmla="*/ 262340 h 482675"/>
                <a:gd name="connsiteX10" fmla="*/ 163253 w 365660"/>
                <a:gd name="connsiteY10" fmla="*/ 262340 h 482675"/>
                <a:gd name="connsiteX11" fmla="*/ 122772 w 365660"/>
                <a:gd name="connsiteY11" fmla="*/ 276628 h 482675"/>
                <a:gd name="connsiteX12" fmla="*/ 103722 w 365660"/>
                <a:gd name="connsiteY12" fmla="*/ 321872 h 482675"/>
                <a:gd name="connsiteX13" fmla="*/ 75147 w 365660"/>
                <a:gd name="connsiteY13" fmla="*/ 357590 h 482675"/>
                <a:gd name="connsiteX14" fmla="*/ 29903 w 365660"/>
                <a:gd name="connsiteY14" fmla="*/ 343303 h 482675"/>
                <a:gd name="connsiteX15" fmla="*/ 1328 w 365660"/>
                <a:gd name="connsiteY15" fmla="*/ 293297 h 482675"/>
                <a:gd name="connsiteX16" fmla="*/ 72766 w 365660"/>
                <a:gd name="connsiteY16" fmla="*/ 233765 h 482675"/>
                <a:gd name="connsiteX17" fmla="*/ 79910 w 365660"/>
                <a:gd name="connsiteY17" fmla="*/ 238528 h 482675"/>
                <a:gd name="connsiteX18" fmla="*/ 108485 w 365660"/>
                <a:gd name="connsiteY18" fmla="*/ 243290 h 482675"/>
                <a:gd name="connsiteX19" fmla="*/ 210878 w 365660"/>
                <a:gd name="connsiteY19" fmla="*/ 229003 h 482675"/>
                <a:gd name="connsiteX20" fmla="*/ 191829 w 365660"/>
                <a:gd name="connsiteY20" fmla="*/ 167090 h 482675"/>
                <a:gd name="connsiteX21" fmla="*/ 115628 w 365660"/>
                <a:gd name="connsiteY21" fmla="*/ 157565 h 482675"/>
                <a:gd name="connsiteX22" fmla="*/ 68003 w 365660"/>
                <a:gd name="connsiteY22" fmla="*/ 76603 h 482675"/>
                <a:gd name="connsiteX23" fmla="*/ 132296 w 365660"/>
                <a:gd name="connsiteY23" fmla="*/ 2784 h 482675"/>
                <a:gd name="connsiteX24" fmla="*/ 225165 w 365660"/>
                <a:gd name="connsiteY24" fmla="*/ 24214 h 482675"/>
                <a:gd name="connsiteX25" fmla="*/ 246598 w 365660"/>
                <a:gd name="connsiteY25" fmla="*/ 105178 h 482675"/>
                <a:gd name="connsiteX26" fmla="*/ 225166 w 365660"/>
                <a:gd name="connsiteY26" fmla="*/ 150422 h 482675"/>
                <a:gd name="connsiteX27" fmla="*/ 246597 w 365660"/>
                <a:gd name="connsiteY27" fmla="*/ 198047 h 482675"/>
                <a:gd name="connsiteX28" fmla="*/ 279935 w 365660"/>
                <a:gd name="connsiteY28" fmla="*/ 255197 h 482675"/>
                <a:gd name="connsiteX29" fmla="*/ 365660 w 365660"/>
                <a:gd name="connsiteY29" fmla="*/ 257579 h 482675"/>
                <a:gd name="connsiteX30" fmla="*/ 358516 w 365660"/>
                <a:gd name="connsiteY30" fmla="*/ 321872 h 482675"/>
                <a:gd name="connsiteX31" fmla="*/ 289460 w 365660"/>
                <a:gd name="connsiteY31" fmla="*/ 321872 h 482675"/>
                <a:gd name="connsiteX0" fmla="*/ 289460 w 365660"/>
                <a:gd name="connsiteY0" fmla="*/ 321872 h 491894"/>
                <a:gd name="connsiteX1" fmla="*/ 232309 w 365660"/>
                <a:gd name="connsiteY1" fmla="*/ 357592 h 491894"/>
                <a:gd name="connsiteX2" fmla="*/ 234691 w 365660"/>
                <a:gd name="connsiteY2" fmla="*/ 424265 h 491894"/>
                <a:gd name="connsiteX3" fmla="*/ 187066 w 365660"/>
                <a:gd name="connsiteY3" fmla="*/ 490940 h 491894"/>
                <a:gd name="connsiteX4" fmla="*/ 94197 w 365660"/>
                <a:gd name="connsiteY4" fmla="*/ 448078 h 491894"/>
                <a:gd name="connsiteX5" fmla="*/ 101340 w 365660"/>
                <a:gd name="connsiteY5" fmla="*/ 355209 h 491894"/>
                <a:gd name="connsiteX6" fmla="*/ 158491 w 365660"/>
                <a:gd name="connsiteY6" fmla="*/ 326635 h 491894"/>
                <a:gd name="connsiteX7" fmla="*/ 208496 w 365660"/>
                <a:gd name="connsiteY7" fmla="*/ 324253 h 491894"/>
                <a:gd name="connsiteX8" fmla="*/ 239453 w 365660"/>
                <a:gd name="connsiteY8" fmla="*/ 279009 h 491894"/>
                <a:gd name="connsiteX9" fmla="*/ 196591 w 365660"/>
                <a:gd name="connsiteY9" fmla="*/ 262340 h 491894"/>
                <a:gd name="connsiteX10" fmla="*/ 163253 w 365660"/>
                <a:gd name="connsiteY10" fmla="*/ 262340 h 491894"/>
                <a:gd name="connsiteX11" fmla="*/ 122772 w 365660"/>
                <a:gd name="connsiteY11" fmla="*/ 276628 h 491894"/>
                <a:gd name="connsiteX12" fmla="*/ 103722 w 365660"/>
                <a:gd name="connsiteY12" fmla="*/ 321872 h 491894"/>
                <a:gd name="connsiteX13" fmla="*/ 75147 w 365660"/>
                <a:gd name="connsiteY13" fmla="*/ 357590 h 491894"/>
                <a:gd name="connsiteX14" fmla="*/ 29903 w 365660"/>
                <a:gd name="connsiteY14" fmla="*/ 343303 h 491894"/>
                <a:gd name="connsiteX15" fmla="*/ 1328 w 365660"/>
                <a:gd name="connsiteY15" fmla="*/ 293297 h 491894"/>
                <a:gd name="connsiteX16" fmla="*/ 72766 w 365660"/>
                <a:gd name="connsiteY16" fmla="*/ 233765 h 491894"/>
                <a:gd name="connsiteX17" fmla="*/ 79910 w 365660"/>
                <a:gd name="connsiteY17" fmla="*/ 238528 h 491894"/>
                <a:gd name="connsiteX18" fmla="*/ 108485 w 365660"/>
                <a:gd name="connsiteY18" fmla="*/ 243290 h 491894"/>
                <a:gd name="connsiteX19" fmla="*/ 210878 w 365660"/>
                <a:gd name="connsiteY19" fmla="*/ 229003 h 491894"/>
                <a:gd name="connsiteX20" fmla="*/ 191829 w 365660"/>
                <a:gd name="connsiteY20" fmla="*/ 167090 h 491894"/>
                <a:gd name="connsiteX21" fmla="*/ 115628 w 365660"/>
                <a:gd name="connsiteY21" fmla="*/ 157565 h 491894"/>
                <a:gd name="connsiteX22" fmla="*/ 68003 w 365660"/>
                <a:gd name="connsiteY22" fmla="*/ 76603 h 491894"/>
                <a:gd name="connsiteX23" fmla="*/ 132296 w 365660"/>
                <a:gd name="connsiteY23" fmla="*/ 2784 h 491894"/>
                <a:gd name="connsiteX24" fmla="*/ 225165 w 365660"/>
                <a:gd name="connsiteY24" fmla="*/ 24214 h 491894"/>
                <a:gd name="connsiteX25" fmla="*/ 246598 w 365660"/>
                <a:gd name="connsiteY25" fmla="*/ 105178 h 491894"/>
                <a:gd name="connsiteX26" fmla="*/ 225166 w 365660"/>
                <a:gd name="connsiteY26" fmla="*/ 150422 h 491894"/>
                <a:gd name="connsiteX27" fmla="*/ 246597 w 365660"/>
                <a:gd name="connsiteY27" fmla="*/ 198047 h 491894"/>
                <a:gd name="connsiteX28" fmla="*/ 279935 w 365660"/>
                <a:gd name="connsiteY28" fmla="*/ 255197 h 491894"/>
                <a:gd name="connsiteX29" fmla="*/ 365660 w 365660"/>
                <a:gd name="connsiteY29" fmla="*/ 257579 h 491894"/>
                <a:gd name="connsiteX30" fmla="*/ 358516 w 365660"/>
                <a:gd name="connsiteY30" fmla="*/ 321872 h 491894"/>
                <a:gd name="connsiteX31" fmla="*/ 289460 w 365660"/>
                <a:gd name="connsiteY31" fmla="*/ 321872 h 491894"/>
                <a:gd name="connsiteX0" fmla="*/ 289460 w 365660"/>
                <a:gd name="connsiteY0" fmla="*/ 321872 h 491370"/>
                <a:gd name="connsiteX1" fmla="*/ 232309 w 365660"/>
                <a:gd name="connsiteY1" fmla="*/ 357592 h 491370"/>
                <a:gd name="connsiteX2" fmla="*/ 234691 w 365660"/>
                <a:gd name="connsiteY2" fmla="*/ 424265 h 491370"/>
                <a:gd name="connsiteX3" fmla="*/ 187066 w 365660"/>
                <a:gd name="connsiteY3" fmla="*/ 490940 h 491370"/>
                <a:gd name="connsiteX4" fmla="*/ 89435 w 365660"/>
                <a:gd name="connsiteY4" fmla="*/ 448078 h 491370"/>
                <a:gd name="connsiteX5" fmla="*/ 101340 w 365660"/>
                <a:gd name="connsiteY5" fmla="*/ 355209 h 491370"/>
                <a:gd name="connsiteX6" fmla="*/ 158491 w 365660"/>
                <a:gd name="connsiteY6" fmla="*/ 326635 h 491370"/>
                <a:gd name="connsiteX7" fmla="*/ 208496 w 365660"/>
                <a:gd name="connsiteY7" fmla="*/ 324253 h 491370"/>
                <a:gd name="connsiteX8" fmla="*/ 239453 w 365660"/>
                <a:gd name="connsiteY8" fmla="*/ 279009 h 491370"/>
                <a:gd name="connsiteX9" fmla="*/ 196591 w 365660"/>
                <a:gd name="connsiteY9" fmla="*/ 262340 h 491370"/>
                <a:gd name="connsiteX10" fmla="*/ 163253 w 365660"/>
                <a:gd name="connsiteY10" fmla="*/ 262340 h 491370"/>
                <a:gd name="connsiteX11" fmla="*/ 122772 w 365660"/>
                <a:gd name="connsiteY11" fmla="*/ 276628 h 491370"/>
                <a:gd name="connsiteX12" fmla="*/ 103722 w 365660"/>
                <a:gd name="connsiteY12" fmla="*/ 321872 h 491370"/>
                <a:gd name="connsiteX13" fmla="*/ 75147 w 365660"/>
                <a:gd name="connsiteY13" fmla="*/ 357590 h 491370"/>
                <a:gd name="connsiteX14" fmla="*/ 29903 w 365660"/>
                <a:gd name="connsiteY14" fmla="*/ 343303 h 491370"/>
                <a:gd name="connsiteX15" fmla="*/ 1328 w 365660"/>
                <a:gd name="connsiteY15" fmla="*/ 293297 h 491370"/>
                <a:gd name="connsiteX16" fmla="*/ 72766 w 365660"/>
                <a:gd name="connsiteY16" fmla="*/ 233765 h 491370"/>
                <a:gd name="connsiteX17" fmla="*/ 79910 w 365660"/>
                <a:gd name="connsiteY17" fmla="*/ 238528 h 491370"/>
                <a:gd name="connsiteX18" fmla="*/ 108485 w 365660"/>
                <a:gd name="connsiteY18" fmla="*/ 243290 h 491370"/>
                <a:gd name="connsiteX19" fmla="*/ 210878 w 365660"/>
                <a:gd name="connsiteY19" fmla="*/ 229003 h 491370"/>
                <a:gd name="connsiteX20" fmla="*/ 191829 w 365660"/>
                <a:gd name="connsiteY20" fmla="*/ 167090 h 491370"/>
                <a:gd name="connsiteX21" fmla="*/ 115628 w 365660"/>
                <a:gd name="connsiteY21" fmla="*/ 157565 h 491370"/>
                <a:gd name="connsiteX22" fmla="*/ 68003 w 365660"/>
                <a:gd name="connsiteY22" fmla="*/ 76603 h 491370"/>
                <a:gd name="connsiteX23" fmla="*/ 132296 w 365660"/>
                <a:gd name="connsiteY23" fmla="*/ 2784 h 491370"/>
                <a:gd name="connsiteX24" fmla="*/ 225165 w 365660"/>
                <a:gd name="connsiteY24" fmla="*/ 24214 h 491370"/>
                <a:gd name="connsiteX25" fmla="*/ 246598 w 365660"/>
                <a:gd name="connsiteY25" fmla="*/ 105178 h 491370"/>
                <a:gd name="connsiteX26" fmla="*/ 225166 w 365660"/>
                <a:gd name="connsiteY26" fmla="*/ 150422 h 491370"/>
                <a:gd name="connsiteX27" fmla="*/ 246597 w 365660"/>
                <a:gd name="connsiteY27" fmla="*/ 198047 h 491370"/>
                <a:gd name="connsiteX28" fmla="*/ 279935 w 365660"/>
                <a:gd name="connsiteY28" fmla="*/ 255197 h 491370"/>
                <a:gd name="connsiteX29" fmla="*/ 365660 w 365660"/>
                <a:gd name="connsiteY29" fmla="*/ 257579 h 491370"/>
                <a:gd name="connsiteX30" fmla="*/ 358516 w 365660"/>
                <a:gd name="connsiteY30" fmla="*/ 321872 h 491370"/>
                <a:gd name="connsiteX31" fmla="*/ 289460 w 365660"/>
                <a:gd name="connsiteY31" fmla="*/ 321872 h 491370"/>
                <a:gd name="connsiteX0" fmla="*/ 289460 w 365660"/>
                <a:gd name="connsiteY0" fmla="*/ 321872 h 482014"/>
                <a:gd name="connsiteX1" fmla="*/ 232309 w 365660"/>
                <a:gd name="connsiteY1" fmla="*/ 357592 h 482014"/>
                <a:gd name="connsiteX2" fmla="*/ 234691 w 365660"/>
                <a:gd name="connsiteY2" fmla="*/ 424265 h 482014"/>
                <a:gd name="connsiteX3" fmla="*/ 179922 w 365660"/>
                <a:gd name="connsiteY3" fmla="*/ 481415 h 482014"/>
                <a:gd name="connsiteX4" fmla="*/ 89435 w 365660"/>
                <a:gd name="connsiteY4" fmla="*/ 448078 h 482014"/>
                <a:gd name="connsiteX5" fmla="*/ 101340 w 365660"/>
                <a:gd name="connsiteY5" fmla="*/ 355209 h 482014"/>
                <a:gd name="connsiteX6" fmla="*/ 158491 w 365660"/>
                <a:gd name="connsiteY6" fmla="*/ 326635 h 482014"/>
                <a:gd name="connsiteX7" fmla="*/ 208496 w 365660"/>
                <a:gd name="connsiteY7" fmla="*/ 324253 h 482014"/>
                <a:gd name="connsiteX8" fmla="*/ 239453 w 365660"/>
                <a:gd name="connsiteY8" fmla="*/ 279009 h 482014"/>
                <a:gd name="connsiteX9" fmla="*/ 196591 w 365660"/>
                <a:gd name="connsiteY9" fmla="*/ 262340 h 482014"/>
                <a:gd name="connsiteX10" fmla="*/ 163253 w 365660"/>
                <a:gd name="connsiteY10" fmla="*/ 262340 h 482014"/>
                <a:gd name="connsiteX11" fmla="*/ 122772 w 365660"/>
                <a:gd name="connsiteY11" fmla="*/ 276628 h 482014"/>
                <a:gd name="connsiteX12" fmla="*/ 103722 w 365660"/>
                <a:gd name="connsiteY12" fmla="*/ 321872 h 482014"/>
                <a:gd name="connsiteX13" fmla="*/ 75147 w 365660"/>
                <a:gd name="connsiteY13" fmla="*/ 357590 h 482014"/>
                <a:gd name="connsiteX14" fmla="*/ 29903 w 365660"/>
                <a:gd name="connsiteY14" fmla="*/ 343303 h 482014"/>
                <a:gd name="connsiteX15" fmla="*/ 1328 w 365660"/>
                <a:gd name="connsiteY15" fmla="*/ 293297 h 482014"/>
                <a:gd name="connsiteX16" fmla="*/ 72766 w 365660"/>
                <a:gd name="connsiteY16" fmla="*/ 233765 h 482014"/>
                <a:gd name="connsiteX17" fmla="*/ 79910 w 365660"/>
                <a:gd name="connsiteY17" fmla="*/ 238528 h 482014"/>
                <a:gd name="connsiteX18" fmla="*/ 108485 w 365660"/>
                <a:gd name="connsiteY18" fmla="*/ 243290 h 482014"/>
                <a:gd name="connsiteX19" fmla="*/ 210878 w 365660"/>
                <a:gd name="connsiteY19" fmla="*/ 229003 h 482014"/>
                <a:gd name="connsiteX20" fmla="*/ 191829 w 365660"/>
                <a:gd name="connsiteY20" fmla="*/ 167090 h 482014"/>
                <a:gd name="connsiteX21" fmla="*/ 115628 w 365660"/>
                <a:gd name="connsiteY21" fmla="*/ 157565 h 482014"/>
                <a:gd name="connsiteX22" fmla="*/ 68003 w 365660"/>
                <a:gd name="connsiteY22" fmla="*/ 76603 h 482014"/>
                <a:gd name="connsiteX23" fmla="*/ 132296 w 365660"/>
                <a:gd name="connsiteY23" fmla="*/ 2784 h 482014"/>
                <a:gd name="connsiteX24" fmla="*/ 225165 w 365660"/>
                <a:gd name="connsiteY24" fmla="*/ 24214 h 482014"/>
                <a:gd name="connsiteX25" fmla="*/ 246598 w 365660"/>
                <a:gd name="connsiteY25" fmla="*/ 105178 h 482014"/>
                <a:gd name="connsiteX26" fmla="*/ 225166 w 365660"/>
                <a:gd name="connsiteY26" fmla="*/ 150422 h 482014"/>
                <a:gd name="connsiteX27" fmla="*/ 246597 w 365660"/>
                <a:gd name="connsiteY27" fmla="*/ 198047 h 482014"/>
                <a:gd name="connsiteX28" fmla="*/ 279935 w 365660"/>
                <a:gd name="connsiteY28" fmla="*/ 255197 h 482014"/>
                <a:gd name="connsiteX29" fmla="*/ 365660 w 365660"/>
                <a:gd name="connsiteY29" fmla="*/ 257579 h 482014"/>
                <a:gd name="connsiteX30" fmla="*/ 358516 w 365660"/>
                <a:gd name="connsiteY30" fmla="*/ 321872 h 482014"/>
                <a:gd name="connsiteX31" fmla="*/ 289460 w 365660"/>
                <a:gd name="connsiteY31" fmla="*/ 321872 h 48201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9910 w 365660"/>
                <a:gd name="connsiteY17" fmla="*/ 238528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460 w 365660"/>
                <a:gd name="connsiteY0" fmla="*/ 321872 h 485154"/>
                <a:gd name="connsiteX1" fmla="*/ 232309 w 365660"/>
                <a:gd name="connsiteY1" fmla="*/ 357592 h 485154"/>
                <a:gd name="connsiteX2" fmla="*/ 234691 w 365660"/>
                <a:gd name="connsiteY2" fmla="*/ 424265 h 485154"/>
                <a:gd name="connsiteX3" fmla="*/ 179922 w 365660"/>
                <a:gd name="connsiteY3" fmla="*/ 481415 h 485154"/>
                <a:gd name="connsiteX4" fmla="*/ 89435 w 365660"/>
                <a:gd name="connsiteY4" fmla="*/ 448078 h 485154"/>
                <a:gd name="connsiteX5" fmla="*/ 101340 w 365660"/>
                <a:gd name="connsiteY5" fmla="*/ 355209 h 485154"/>
                <a:gd name="connsiteX6" fmla="*/ 158491 w 365660"/>
                <a:gd name="connsiteY6" fmla="*/ 326635 h 485154"/>
                <a:gd name="connsiteX7" fmla="*/ 208496 w 365660"/>
                <a:gd name="connsiteY7" fmla="*/ 324253 h 485154"/>
                <a:gd name="connsiteX8" fmla="*/ 239453 w 365660"/>
                <a:gd name="connsiteY8" fmla="*/ 279009 h 485154"/>
                <a:gd name="connsiteX9" fmla="*/ 196591 w 365660"/>
                <a:gd name="connsiteY9" fmla="*/ 262340 h 485154"/>
                <a:gd name="connsiteX10" fmla="*/ 163253 w 365660"/>
                <a:gd name="connsiteY10" fmla="*/ 262340 h 485154"/>
                <a:gd name="connsiteX11" fmla="*/ 122772 w 365660"/>
                <a:gd name="connsiteY11" fmla="*/ 276628 h 485154"/>
                <a:gd name="connsiteX12" fmla="*/ 103722 w 365660"/>
                <a:gd name="connsiteY12" fmla="*/ 321872 h 485154"/>
                <a:gd name="connsiteX13" fmla="*/ 75147 w 365660"/>
                <a:gd name="connsiteY13" fmla="*/ 357590 h 485154"/>
                <a:gd name="connsiteX14" fmla="*/ 29903 w 365660"/>
                <a:gd name="connsiteY14" fmla="*/ 343303 h 485154"/>
                <a:gd name="connsiteX15" fmla="*/ 1328 w 365660"/>
                <a:gd name="connsiteY15" fmla="*/ 293297 h 485154"/>
                <a:gd name="connsiteX16" fmla="*/ 72766 w 365660"/>
                <a:gd name="connsiteY16" fmla="*/ 233765 h 485154"/>
                <a:gd name="connsiteX17" fmla="*/ 70385 w 365660"/>
                <a:gd name="connsiteY17" fmla="*/ 193285 h 485154"/>
                <a:gd name="connsiteX18" fmla="*/ 108485 w 365660"/>
                <a:gd name="connsiteY18" fmla="*/ 243290 h 485154"/>
                <a:gd name="connsiteX19" fmla="*/ 210878 w 365660"/>
                <a:gd name="connsiteY19" fmla="*/ 229003 h 485154"/>
                <a:gd name="connsiteX20" fmla="*/ 191829 w 365660"/>
                <a:gd name="connsiteY20" fmla="*/ 167090 h 485154"/>
                <a:gd name="connsiteX21" fmla="*/ 115628 w 365660"/>
                <a:gd name="connsiteY21" fmla="*/ 157565 h 485154"/>
                <a:gd name="connsiteX22" fmla="*/ 68003 w 365660"/>
                <a:gd name="connsiteY22" fmla="*/ 76603 h 485154"/>
                <a:gd name="connsiteX23" fmla="*/ 132296 w 365660"/>
                <a:gd name="connsiteY23" fmla="*/ 2784 h 485154"/>
                <a:gd name="connsiteX24" fmla="*/ 225165 w 365660"/>
                <a:gd name="connsiteY24" fmla="*/ 24214 h 485154"/>
                <a:gd name="connsiteX25" fmla="*/ 246598 w 365660"/>
                <a:gd name="connsiteY25" fmla="*/ 105178 h 485154"/>
                <a:gd name="connsiteX26" fmla="*/ 225166 w 365660"/>
                <a:gd name="connsiteY26" fmla="*/ 150422 h 485154"/>
                <a:gd name="connsiteX27" fmla="*/ 246597 w 365660"/>
                <a:gd name="connsiteY27" fmla="*/ 198047 h 485154"/>
                <a:gd name="connsiteX28" fmla="*/ 279935 w 365660"/>
                <a:gd name="connsiteY28" fmla="*/ 255197 h 485154"/>
                <a:gd name="connsiteX29" fmla="*/ 365660 w 365660"/>
                <a:gd name="connsiteY29" fmla="*/ 257579 h 485154"/>
                <a:gd name="connsiteX30" fmla="*/ 358516 w 365660"/>
                <a:gd name="connsiteY30" fmla="*/ 321872 h 485154"/>
                <a:gd name="connsiteX31" fmla="*/ 289460 w 365660"/>
                <a:gd name="connsiteY31" fmla="*/ 321872 h 485154"/>
                <a:gd name="connsiteX0" fmla="*/ 289650 w 365850"/>
                <a:gd name="connsiteY0" fmla="*/ 321872 h 485154"/>
                <a:gd name="connsiteX1" fmla="*/ 232499 w 365850"/>
                <a:gd name="connsiteY1" fmla="*/ 357592 h 485154"/>
                <a:gd name="connsiteX2" fmla="*/ 234881 w 365850"/>
                <a:gd name="connsiteY2" fmla="*/ 424265 h 485154"/>
                <a:gd name="connsiteX3" fmla="*/ 180112 w 365850"/>
                <a:gd name="connsiteY3" fmla="*/ 481415 h 485154"/>
                <a:gd name="connsiteX4" fmla="*/ 89625 w 365850"/>
                <a:gd name="connsiteY4" fmla="*/ 448078 h 485154"/>
                <a:gd name="connsiteX5" fmla="*/ 101530 w 365850"/>
                <a:gd name="connsiteY5" fmla="*/ 355209 h 485154"/>
                <a:gd name="connsiteX6" fmla="*/ 158681 w 365850"/>
                <a:gd name="connsiteY6" fmla="*/ 326635 h 485154"/>
                <a:gd name="connsiteX7" fmla="*/ 208686 w 365850"/>
                <a:gd name="connsiteY7" fmla="*/ 324253 h 485154"/>
                <a:gd name="connsiteX8" fmla="*/ 239643 w 365850"/>
                <a:gd name="connsiteY8" fmla="*/ 279009 h 485154"/>
                <a:gd name="connsiteX9" fmla="*/ 196781 w 365850"/>
                <a:gd name="connsiteY9" fmla="*/ 262340 h 485154"/>
                <a:gd name="connsiteX10" fmla="*/ 163443 w 365850"/>
                <a:gd name="connsiteY10" fmla="*/ 262340 h 485154"/>
                <a:gd name="connsiteX11" fmla="*/ 122962 w 365850"/>
                <a:gd name="connsiteY11" fmla="*/ 276628 h 485154"/>
                <a:gd name="connsiteX12" fmla="*/ 103912 w 365850"/>
                <a:gd name="connsiteY12" fmla="*/ 321872 h 485154"/>
                <a:gd name="connsiteX13" fmla="*/ 75337 w 365850"/>
                <a:gd name="connsiteY13" fmla="*/ 357590 h 485154"/>
                <a:gd name="connsiteX14" fmla="*/ 30093 w 365850"/>
                <a:gd name="connsiteY14" fmla="*/ 343303 h 485154"/>
                <a:gd name="connsiteX15" fmla="*/ 1518 w 365850"/>
                <a:gd name="connsiteY15" fmla="*/ 293297 h 485154"/>
                <a:gd name="connsiteX16" fmla="*/ 11043 w 365850"/>
                <a:gd name="connsiteY16" fmla="*/ 155184 h 485154"/>
                <a:gd name="connsiteX17" fmla="*/ 70575 w 365850"/>
                <a:gd name="connsiteY17" fmla="*/ 193285 h 485154"/>
                <a:gd name="connsiteX18" fmla="*/ 108675 w 365850"/>
                <a:gd name="connsiteY18" fmla="*/ 243290 h 485154"/>
                <a:gd name="connsiteX19" fmla="*/ 211068 w 365850"/>
                <a:gd name="connsiteY19" fmla="*/ 229003 h 485154"/>
                <a:gd name="connsiteX20" fmla="*/ 192019 w 365850"/>
                <a:gd name="connsiteY20" fmla="*/ 167090 h 485154"/>
                <a:gd name="connsiteX21" fmla="*/ 115818 w 365850"/>
                <a:gd name="connsiteY21" fmla="*/ 157565 h 485154"/>
                <a:gd name="connsiteX22" fmla="*/ 68193 w 365850"/>
                <a:gd name="connsiteY22" fmla="*/ 76603 h 485154"/>
                <a:gd name="connsiteX23" fmla="*/ 132486 w 365850"/>
                <a:gd name="connsiteY23" fmla="*/ 2784 h 485154"/>
                <a:gd name="connsiteX24" fmla="*/ 225355 w 365850"/>
                <a:gd name="connsiteY24" fmla="*/ 24214 h 485154"/>
                <a:gd name="connsiteX25" fmla="*/ 246788 w 365850"/>
                <a:gd name="connsiteY25" fmla="*/ 105178 h 485154"/>
                <a:gd name="connsiteX26" fmla="*/ 225356 w 365850"/>
                <a:gd name="connsiteY26" fmla="*/ 150422 h 485154"/>
                <a:gd name="connsiteX27" fmla="*/ 246787 w 365850"/>
                <a:gd name="connsiteY27" fmla="*/ 198047 h 485154"/>
                <a:gd name="connsiteX28" fmla="*/ 280125 w 365850"/>
                <a:gd name="connsiteY28" fmla="*/ 255197 h 485154"/>
                <a:gd name="connsiteX29" fmla="*/ 365850 w 365850"/>
                <a:gd name="connsiteY29" fmla="*/ 257579 h 485154"/>
                <a:gd name="connsiteX30" fmla="*/ 358706 w 365850"/>
                <a:gd name="connsiteY30" fmla="*/ 321872 h 485154"/>
                <a:gd name="connsiteX31" fmla="*/ 289650 w 365850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55184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290724 w 366924"/>
                <a:gd name="connsiteY0" fmla="*/ 321872 h 485154"/>
                <a:gd name="connsiteX1" fmla="*/ 233573 w 366924"/>
                <a:gd name="connsiteY1" fmla="*/ 357592 h 485154"/>
                <a:gd name="connsiteX2" fmla="*/ 235955 w 366924"/>
                <a:gd name="connsiteY2" fmla="*/ 424265 h 485154"/>
                <a:gd name="connsiteX3" fmla="*/ 181186 w 366924"/>
                <a:gd name="connsiteY3" fmla="*/ 481415 h 485154"/>
                <a:gd name="connsiteX4" fmla="*/ 90699 w 366924"/>
                <a:gd name="connsiteY4" fmla="*/ 448078 h 485154"/>
                <a:gd name="connsiteX5" fmla="*/ 102604 w 366924"/>
                <a:gd name="connsiteY5" fmla="*/ 355209 h 485154"/>
                <a:gd name="connsiteX6" fmla="*/ 159755 w 366924"/>
                <a:gd name="connsiteY6" fmla="*/ 326635 h 485154"/>
                <a:gd name="connsiteX7" fmla="*/ 209760 w 366924"/>
                <a:gd name="connsiteY7" fmla="*/ 324253 h 485154"/>
                <a:gd name="connsiteX8" fmla="*/ 240717 w 366924"/>
                <a:gd name="connsiteY8" fmla="*/ 279009 h 485154"/>
                <a:gd name="connsiteX9" fmla="*/ 197855 w 366924"/>
                <a:gd name="connsiteY9" fmla="*/ 262340 h 485154"/>
                <a:gd name="connsiteX10" fmla="*/ 164517 w 366924"/>
                <a:gd name="connsiteY10" fmla="*/ 262340 h 485154"/>
                <a:gd name="connsiteX11" fmla="*/ 124036 w 366924"/>
                <a:gd name="connsiteY11" fmla="*/ 276628 h 485154"/>
                <a:gd name="connsiteX12" fmla="*/ 104986 w 366924"/>
                <a:gd name="connsiteY12" fmla="*/ 321872 h 485154"/>
                <a:gd name="connsiteX13" fmla="*/ 76411 w 366924"/>
                <a:gd name="connsiteY13" fmla="*/ 357590 h 485154"/>
                <a:gd name="connsiteX14" fmla="*/ 31167 w 366924"/>
                <a:gd name="connsiteY14" fmla="*/ 343303 h 485154"/>
                <a:gd name="connsiteX15" fmla="*/ 2592 w 366924"/>
                <a:gd name="connsiteY15" fmla="*/ 293297 h 485154"/>
                <a:gd name="connsiteX16" fmla="*/ 12117 w 366924"/>
                <a:gd name="connsiteY16" fmla="*/ 178997 h 485154"/>
                <a:gd name="connsiteX17" fmla="*/ 97842 w 366924"/>
                <a:gd name="connsiteY17" fmla="*/ 188522 h 485154"/>
                <a:gd name="connsiteX18" fmla="*/ 109749 w 366924"/>
                <a:gd name="connsiteY18" fmla="*/ 243290 h 485154"/>
                <a:gd name="connsiteX19" fmla="*/ 212142 w 366924"/>
                <a:gd name="connsiteY19" fmla="*/ 229003 h 485154"/>
                <a:gd name="connsiteX20" fmla="*/ 193093 w 366924"/>
                <a:gd name="connsiteY20" fmla="*/ 167090 h 485154"/>
                <a:gd name="connsiteX21" fmla="*/ 116892 w 366924"/>
                <a:gd name="connsiteY21" fmla="*/ 157565 h 485154"/>
                <a:gd name="connsiteX22" fmla="*/ 69267 w 366924"/>
                <a:gd name="connsiteY22" fmla="*/ 76603 h 485154"/>
                <a:gd name="connsiteX23" fmla="*/ 133560 w 366924"/>
                <a:gd name="connsiteY23" fmla="*/ 2784 h 485154"/>
                <a:gd name="connsiteX24" fmla="*/ 226429 w 366924"/>
                <a:gd name="connsiteY24" fmla="*/ 24214 h 485154"/>
                <a:gd name="connsiteX25" fmla="*/ 247862 w 366924"/>
                <a:gd name="connsiteY25" fmla="*/ 105178 h 485154"/>
                <a:gd name="connsiteX26" fmla="*/ 226430 w 366924"/>
                <a:gd name="connsiteY26" fmla="*/ 150422 h 485154"/>
                <a:gd name="connsiteX27" fmla="*/ 247861 w 366924"/>
                <a:gd name="connsiteY27" fmla="*/ 198047 h 485154"/>
                <a:gd name="connsiteX28" fmla="*/ 281199 w 366924"/>
                <a:gd name="connsiteY28" fmla="*/ 255197 h 485154"/>
                <a:gd name="connsiteX29" fmla="*/ 366924 w 366924"/>
                <a:gd name="connsiteY29" fmla="*/ 257579 h 485154"/>
                <a:gd name="connsiteX30" fmla="*/ 359780 w 366924"/>
                <a:gd name="connsiteY30" fmla="*/ 321872 h 485154"/>
                <a:gd name="connsiteX31" fmla="*/ 290724 w 366924"/>
                <a:gd name="connsiteY31" fmla="*/ 321872 h 485154"/>
                <a:gd name="connsiteX0" fmla="*/ 335950 w 412150"/>
                <a:gd name="connsiteY0" fmla="*/ 321872 h 485154"/>
                <a:gd name="connsiteX1" fmla="*/ 278799 w 412150"/>
                <a:gd name="connsiteY1" fmla="*/ 357592 h 485154"/>
                <a:gd name="connsiteX2" fmla="*/ 281181 w 412150"/>
                <a:gd name="connsiteY2" fmla="*/ 424265 h 485154"/>
                <a:gd name="connsiteX3" fmla="*/ 226412 w 412150"/>
                <a:gd name="connsiteY3" fmla="*/ 481415 h 485154"/>
                <a:gd name="connsiteX4" fmla="*/ 135925 w 412150"/>
                <a:gd name="connsiteY4" fmla="*/ 448078 h 485154"/>
                <a:gd name="connsiteX5" fmla="*/ 147830 w 412150"/>
                <a:gd name="connsiteY5" fmla="*/ 355209 h 485154"/>
                <a:gd name="connsiteX6" fmla="*/ 204981 w 412150"/>
                <a:gd name="connsiteY6" fmla="*/ 326635 h 485154"/>
                <a:gd name="connsiteX7" fmla="*/ 254986 w 412150"/>
                <a:gd name="connsiteY7" fmla="*/ 324253 h 485154"/>
                <a:gd name="connsiteX8" fmla="*/ 285943 w 412150"/>
                <a:gd name="connsiteY8" fmla="*/ 279009 h 485154"/>
                <a:gd name="connsiteX9" fmla="*/ 243081 w 412150"/>
                <a:gd name="connsiteY9" fmla="*/ 262340 h 485154"/>
                <a:gd name="connsiteX10" fmla="*/ 209743 w 412150"/>
                <a:gd name="connsiteY10" fmla="*/ 262340 h 485154"/>
                <a:gd name="connsiteX11" fmla="*/ 169262 w 412150"/>
                <a:gd name="connsiteY11" fmla="*/ 276628 h 485154"/>
                <a:gd name="connsiteX12" fmla="*/ 150212 w 412150"/>
                <a:gd name="connsiteY12" fmla="*/ 321872 h 485154"/>
                <a:gd name="connsiteX13" fmla="*/ 121637 w 412150"/>
                <a:gd name="connsiteY13" fmla="*/ 357590 h 485154"/>
                <a:gd name="connsiteX14" fmla="*/ 76393 w 412150"/>
                <a:gd name="connsiteY14" fmla="*/ 343303 h 485154"/>
                <a:gd name="connsiteX15" fmla="*/ 193 w 412150"/>
                <a:gd name="connsiteY15" fmla="*/ 279010 h 485154"/>
                <a:gd name="connsiteX16" fmla="*/ 57343 w 412150"/>
                <a:gd name="connsiteY16" fmla="*/ 178997 h 485154"/>
                <a:gd name="connsiteX17" fmla="*/ 143068 w 412150"/>
                <a:gd name="connsiteY17" fmla="*/ 188522 h 485154"/>
                <a:gd name="connsiteX18" fmla="*/ 154975 w 412150"/>
                <a:gd name="connsiteY18" fmla="*/ 243290 h 485154"/>
                <a:gd name="connsiteX19" fmla="*/ 257368 w 412150"/>
                <a:gd name="connsiteY19" fmla="*/ 229003 h 485154"/>
                <a:gd name="connsiteX20" fmla="*/ 238319 w 412150"/>
                <a:gd name="connsiteY20" fmla="*/ 167090 h 485154"/>
                <a:gd name="connsiteX21" fmla="*/ 162118 w 412150"/>
                <a:gd name="connsiteY21" fmla="*/ 157565 h 485154"/>
                <a:gd name="connsiteX22" fmla="*/ 114493 w 412150"/>
                <a:gd name="connsiteY22" fmla="*/ 76603 h 485154"/>
                <a:gd name="connsiteX23" fmla="*/ 178786 w 412150"/>
                <a:gd name="connsiteY23" fmla="*/ 2784 h 485154"/>
                <a:gd name="connsiteX24" fmla="*/ 271655 w 412150"/>
                <a:gd name="connsiteY24" fmla="*/ 24214 h 485154"/>
                <a:gd name="connsiteX25" fmla="*/ 293088 w 412150"/>
                <a:gd name="connsiteY25" fmla="*/ 105178 h 485154"/>
                <a:gd name="connsiteX26" fmla="*/ 271656 w 412150"/>
                <a:gd name="connsiteY26" fmla="*/ 150422 h 485154"/>
                <a:gd name="connsiteX27" fmla="*/ 293087 w 412150"/>
                <a:gd name="connsiteY27" fmla="*/ 198047 h 485154"/>
                <a:gd name="connsiteX28" fmla="*/ 326425 w 412150"/>
                <a:gd name="connsiteY28" fmla="*/ 255197 h 485154"/>
                <a:gd name="connsiteX29" fmla="*/ 412150 w 412150"/>
                <a:gd name="connsiteY29" fmla="*/ 257579 h 485154"/>
                <a:gd name="connsiteX30" fmla="*/ 405006 w 412150"/>
                <a:gd name="connsiteY30" fmla="*/ 321872 h 485154"/>
                <a:gd name="connsiteX31" fmla="*/ 335950 w 412150"/>
                <a:gd name="connsiteY31" fmla="*/ 321872 h 485154"/>
                <a:gd name="connsiteX0" fmla="*/ 359698 w 435898"/>
                <a:gd name="connsiteY0" fmla="*/ 321872 h 485154"/>
                <a:gd name="connsiteX1" fmla="*/ 302547 w 435898"/>
                <a:gd name="connsiteY1" fmla="*/ 357592 h 485154"/>
                <a:gd name="connsiteX2" fmla="*/ 304929 w 435898"/>
                <a:gd name="connsiteY2" fmla="*/ 424265 h 485154"/>
                <a:gd name="connsiteX3" fmla="*/ 250160 w 435898"/>
                <a:gd name="connsiteY3" fmla="*/ 481415 h 485154"/>
                <a:gd name="connsiteX4" fmla="*/ 159673 w 435898"/>
                <a:gd name="connsiteY4" fmla="*/ 448078 h 485154"/>
                <a:gd name="connsiteX5" fmla="*/ 171578 w 435898"/>
                <a:gd name="connsiteY5" fmla="*/ 355209 h 485154"/>
                <a:gd name="connsiteX6" fmla="*/ 228729 w 435898"/>
                <a:gd name="connsiteY6" fmla="*/ 326635 h 485154"/>
                <a:gd name="connsiteX7" fmla="*/ 278734 w 435898"/>
                <a:gd name="connsiteY7" fmla="*/ 324253 h 485154"/>
                <a:gd name="connsiteX8" fmla="*/ 309691 w 435898"/>
                <a:gd name="connsiteY8" fmla="*/ 279009 h 485154"/>
                <a:gd name="connsiteX9" fmla="*/ 266829 w 435898"/>
                <a:gd name="connsiteY9" fmla="*/ 262340 h 485154"/>
                <a:gd name="connsiteX10" fmla="*/ 233491 w 435898"/>
                <a:gd name="connsiteY10" fmla="*/ 262340 h 485154"/>
                <a:gd name="connsiteX11" fmla="*/ 193010 w 435898"/>
                <a:gd name="connsiteY11" fmla="*/ 276628 h 485154"/>
                <a:gd name="connsiteX12" fmla="*/ 173960 w 435898"/>
                <a:gd name="connsiteY12" fmla="*/ 321872 h 485154"/>
                <a:gd name="connsiteX13" fmla="*/ 145385 w 435898"/>
                <a:gd name="connsiteY13" fmla="*/ 357590 h 485154"/>
                <a:gd name="connsiteX14" fmla="*/ 100141 w 435898"/>
                <a:gd name="connsiteY14" fmla="*/ 343303 h 485154"/>
                <a:gd name="connsiteX15" fmla="*/ 128 w 435898"/>
                <a:gd name="connsiteY15" fmla="*/ 283772 h 485154"/>
                <a:gd name="connsiteX16" fmla="*/ 81091 w 435898"/>
                <a:gd name="connsiteY16" fmla="*/ 178997 h 485154"/>
                <a:gd name="connsiteX17" fmla="*/ 166816 w 435898"/>
                <a:gd name="connsiteY17" fmla="*/ 188522 h 485154"/>
                <a:gd name="connsiteX18" fmla="*/ 178723 w 435898"/>
                <a:gd name="connsiteY18" fmla="*/ 243290 h 485154"/>
                <a:gd name="connsiteX19" fmla="*/ 281116 w 435898"/>
                <a:gd name="connsiteY19" fmla="*/ 229003 h 485154"/>
                <a:gd name="connsiteX20" fmla="*/ 262067 w 435898"/>
                <a:gd name="connsiteY20" fmla="*/ 167090 h 485154"/>
                <a:gd name="connsiteX21" fmla="*/ 185866 w 435898"/>
                <a:gd name="connsiteY21" fmla="*/ 157565 h 485154"/>
                <a:gd name="connsiteX22" fmla="*/ 138241 w 435898"/>
                <a:gd name="connsiteY22" fmla="*/ 76603 h 485154"/>
                <a:gd name="connsiteX23" fmla="*/ 202534 w 435898"/>
                <a:gd name="connsiteY23" fmla="*/ 2784 h 485154"/>
                <a:gd name="connsiteX24" fmla="*/ 295403 w 435898"/>
                <a:gd name="connsiteY24" fmla="*/ 24214 h 485154"/>
                <a:gd name="connsiteX25" fmla="*/ 316836 w 435898"/>
                <a:gd name="connsiteY25" fmla="*/ 105178 h 485154"/>
                <a:gd name="connsiteX26" fmla="*/ 295404 w 435898"/>
                <a:gd name="connsiteY26" fmla="*/ 150422 h 485154"/>
                <a:gd name="connsiteX27" fmla="*/ 316835 w 435898"/>
                <a:gd name="connsiteY27" fmla="*/ 198047 h 485154"/>
                <a:gd name="connsiteX28" fmla="*/ 350173 w 435898"/>
                <a:gd name="connsiteY28" fmla="*/ 255197 h 485154"/>
                <a:gd name="connsiteX29" fmla="*/ 435898 w 435898"/>
                <a:gd name="connsiteY29" fmla="*/ 257579 h 485154"/>
                <a:gd name="connsiteX30" fmla="*/ 428754 w 435898"/>
                <a:gd name="connsiteY30" fmla="*/ 321872 h 485154"/>
                <a:gd name="connsiteX31" fmla="*/ 359698 w 435898"/>
                <a:gd name="connsiteY31" fmla="*/ 321872 h 485154"/>
                <a:gd name="connsiteX0" fmla="*/ 360033 w 436233"/>
                <a:gd name="connsiteY0" fmla="*/ 321872 h 485154"/>
                <a:gd name="connsiteX1" fmla="*/ 302882 w 436233"/>
                <a:gd name="connsiteY1" fmla="*/ 357592 h 485154"/>
                <a:gd name="connsiteX2" fmla="*/ 305264 w 436233"/>
                <a:gd name="connsiteY2" fmla="*/ 424265 h 485154"/>
                <a:gd name="connsiteX3" fmla="*/ 250495 w 436233"/>
                <a:gd name="connsiteY3" fmla="*/ 481415 h 485154"/>
                <a:gd name="connsiteX4" fmla="*/ 160008 w 436233"/>
                <a:gd name="connsiteY4" fmla="*/ 448078 h 485154"/>
                <a:gd name="connsiteX5" fmla="*/ 171913 w 436233"/>
                <a:gd name="connsiteY5" fmla="*/ 355209 h 485154"/>
                <a:gd name="connsiteX6" fmla="*/ 229064 w 436233"/>
                <a:gd name="connsiteY6" fmla="*/ 326635 h 485154"/>
                <a:gd name="connsiteX7" fmla="*/ 279069 w 436233"/>
                <a:gd name="connsiteY7" fmla="*/ 324253 h 485154"/>
                <a:gd name="connsiteX8" fmla="*/ 310026 w 436233"/>
                <a:gd name="connsiteY8" fmla="*/ 279009 h 485154"/>
                <a:gd name="connsiteX9" fmla="*/ 267164 w 436233"/>
                <a:gd name="connsiteY9" fmla="*/ 262340 h 485154"/>
                <a:gd name="connsiteX10" fmla="*/ 233826 w 436233"/>
                <a:gd name="connsiteY10" fmla="*/ 262340 h 485154"/>
                <a:gd name="connsiteX11" fmla="*/ 193345 w 436233"/>
                <a:gd name="connsiteY11" fmla="*/ 276628 h 485154"/>
                <a:gd name="connsiteX12" fmla="*/ 174295 w 436233"/>
                <a:gd name="connsiteY12" fmla="*/ 321872 h 485154"/>
                <a:gd name="connsiteX13" fmla="*/ 145720 w 436233"/>
                <a:gd name="connsiteY13" fmla="*/ 357590 h 485154"/>
                <a:gd name="connsiteX14" fmla="*/ 52851 w 436233"/>
                <a:gd name="connsiteY14" fmla="*/ 357591 h 485154"/>
                <a:gd name="connsiteX15" fmla="*/ 463 w 436233"/>
                <a:gd name="connsiteY15" fmla="*/ 283772 h 485154"/>
                <a:gd name="connsiteX16" fmla="*/ 81426 w 436233"/>
                <a:gd name="connsiteY16" fmla="*/ 178997 h 485154"/>
                <a:gd name="connsiteX17" fmla="*/ 167151 w 436233"/>
                <a:gd name="connsiteY17" fmla="*/ 188522 h 485154"/>
                <a:gd name="connsiteX18" fmla="*/ 179058 w 436233"/>
                <a:gd name="connsiteY18" fmla="*/ 243290 h 485154"/>
                <a:gd name="connsiteX19" fmla="*/ 281451 w 436233"/>
                <a:gd name="connsiteY19" fmla="*/ 229003 h 485154"/>
                <a:gd name="connsiteX20" fmla="*/ 262402 w 436233"/>
                <a:gd name="connsiteY20" fmla="*/ 167090 h 485154"/>
                <a:gd name="connsiteX21" fmla="*/ 186201 w 436233"/>
                <a:gd name="connsiteY21" fmla="*/ 157565 h 485154"/>
                <a:gd name="connsiteX22" fmla="*/ 138576 w 436233"/>
                <a:gd name="connsiteY22" fmla="*/ 76603 h 485154"/>
                <a:gd name="connsiteX23" fmla="*/ 202869 w 436233"/>
                <a:gd name="connsiteY23" fmla="*/ 2784 h 485154"/>
                <a:gd name="connsiteX24" fmla="*/ 295738 w 436233"/>
                <a:gd name="connsiteY24" fmla="*/ 24214 h 485154"/>
                <a:gd name="connsiteX25" fmla="*/ 317171 w 436233"/>
                <a:gd name="connsiteY25" fmla="*/ 105178 h 485154"/>
                <a:gd name="connsiteX26" fmla="*/ 295739 w 436233"/>
                <a:gd name="connsiteY26" fmla="*/ 150422 h 485154"/>
                <a:gd name="connsiteX27" fmla="*/ 317170 w 436233"/>
                <a:gd name="connsiteY27" fmla="*/ 198047 h 485154"/>
                <a:gd name="connsiteX28" fmla="*/ 350508 w 436233"/>
                <a:gd name="connsiteY28" fmla="*/ 255197 h 485154"/>
                <a:gd name="connsiteX29" fmla="*/ 436233 w 436233"/>
                <a:gd name="connsiteY29" fmla="*/ 257579 h 485154"/>
                <a:gd name="connsiteX30" fmla="*/ 429089 w 436233"/>
                <a:gd name="connsiteY30" fmla="*/ 321872 h 485154"/>
                <a:gd name="connsiteX31" fmla="*/ 360033 w 436233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78997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81416 w 438591"/>
                <a:gd name="connsiteY18" fmla="*/ 243290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3322 w 438591"/>
                <a:gd name="connsiteY18" fmla="*/ 236146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2391 w 438591"/>
                <a:gd name="connsiteY0" fmla="*/ 321872 h 485154"/>
                <a:gd name="connsiteX1" fmla="*/ 305240 w 438591"/>
                <a:gd name="connsiteY1" fmla="*/ 357592 h 485154"/>
                <a:gd name="connsiteX2" fmla="*/ 307622 w 438591"/>
                <a:gd name="connsiteY2" fmla="*/ 424265 h 485154"/>
                <a:gd name="connsiteX3" fmla="*/ 252853 w 438591"/>
                <a:gd name="connsiteY3" fmla="*/ 481415 h 485154"/>
                <a:gd name="connsiteX4" fmla="*/ 162366 w 438591"/>
                <a:gd name="connsiteY4" fmla="*/ 448078 h 485154"/>
                <a:gd name="connsiteX5" fmla="*/ 174271 w 438591"/>
                <a:gd name="connsiteY5" fmla="*/ 355209 h 485154"/>
                <a:gd name="connsiteX6" fmla="*/ 231422 w 438591"/>
                <a:gd name="connsiteY6" fmla="*/ 326635 h 485154"/>
                <a:gd name="connsiteX7" fmla="*/ 281427 w 438591"/>
                <a:gd name="connsiteY7" fmla="*/ 324253 h 485154"/>
                <a:gd name="connsiteX8" fmla="*/ 312384 w 438591"/>
                <a:gd name="connsiteY8" fmla="*/ 279009 h 485154"/>
                <a:gd name="connsiteX9" fmla="*/ 269522 w 438591"/>
                <a:gd name="connsiteY9" fmla="*/ 262340 h 485154"/>
                <a:gd name="connsiteX10" fmla="*/ 236184 w 438591"/>
                <a:gd name="connsiteY10" fmla="*/ 262340 h 485154"/>
                <a:gd name="connsiteX11" fmla="*/ 195703 w 438591"/>
                <a:gd name="connsiteY11" fmla="*/ 276628 h 485154"/>
                <a:gd name="connsiteX12" fmla="*/ 176653 w 438591"/>
                <a:gd name="connsiteY12" fmla="*/ 321872 h 485154"/>
                <a:gd name="connsiteX13" fmla="*/ 148078 w 438591"/>
                <a:gd name="connsiteY13" fmla="*/ 357590 h 485154"/>
                <a:gd name="connsiteX14" fmla="*/ 55209 w 438591"/>
                <a:gd name="connsiteY14" fmla="*/ 357591 h 485154"/>
                <a:gd name="connsiteX15" fmla="*/ 440 w 438591"/>
                <a:gd name="connsiteY15" fmla="*/ 224240 h 485154"/>
                <a:gd name="connsiteX16" fmla="*/ 83784 w 438591"/>
                <a:gd name="connsiteY16" fmla="*/ 155184 h 485154"/>
                <a:gd name="connsiteX17" fmla="*/ 169509 w 438591"/>
                <a:gd name="connsiteY17" fmla="*/ 188522 h 485154"/>
                <a:gd name="connsiteX18" fmla="*/ 198085 w 438591"/>
                <a:gd name="connsiteY18" fmla="*/ 231383 h 485154"/>
                <a:gd name="connsiteX19" fmla="*/ 283809 w 438591"/>
                <a:gd name="connsiteY19" fmla="*/ 229003 h 485154"/>
                <a:gd name="connsiteX20" fmla="*/ 264760 w 438591"/>
                <a:gd name="connsiteY20" fmla="*/ 167090 h 485154"/>
                <a:gd name="connsiteX21" fmla="*/ 188559 w 438591"/>
                <a:gd name="connsiteY21" fmla="*/ 157565 h 485154"/>
                <a:gd name="connsiteX22" fmla="*/ 140934 w 438591"/>
                <a:gd name="connsiteY22" fmla="*/ 76603 h 485154"/>
                <a:gd name="connsiteX23" fmla="*/ 205227 w 438591"/>
                <a:gd name="connsiteY23" fmla="*/ 2784 h 485154"/>
                <a:gd name="connsiteX24" fmla="*/ 298096 w 438591"/>
                <a:gd name="connsiteY24" fmla="*/ 24214 h 485154"/>
                <a:gd name="connsiteX25" fmla="*/ 319529 w 438591"/>
                <a:gd name="connsiteY25" fmla="*/ 105178 h 485154"/>
                <a:gd name="connsiteX26" fmla="*/ 298097 w 438591"/>
                <a:gd name="connsiteY26" fmla="*/ 150422 h 485154"/>
                <a:gd name="connsiteX27" fmla="*/ 319528 w 438591"/>
                <a:gd name="connsiteY27" fmla="*/ 198047 h 485154"/>
                <a:gd name="connsiteX28" fmla="*/ 352866 w 438591"/>
                <a:gd name="connsiteY28" fmla="*/ 255197 h 485154"/>
                <a:gd name="connsiteX29" fmla="*/ 438591 w 438591"/>
                <a:gd name="connsiteY29" fmla="*/ 257579 h 485154"/>
                <a:gd name="connsiteX30" fmla="*/ 431447 w 438591"/>
                <a:gd name="connsiteY30" fmla="*/ 321872 h 485154"/>
                <a:gd name="connsiteX31" fmla="*/ 362391 w 438591"/>
                <a:gd name="connsiteY31" fmla="*/ 321872 h 485154"/>
                <a:gd name="connsiteX0" fmla="*/ 363019 w 439219"/>
                <a:gd name="connsiteY0" fmla="*/ 321872 h 485154"/>
                <a:gd name="connsiteX1" fmla="*/ 305868 w 439219"/>
                <a:gd name="connsiteY1" fmla="*/ 357592 h 485154"/>
                <a:gd name="connsiteX2" fmla="*/ 308250 w 439219"/>
                <a:gd name="connsiteY2" fmla="*/ 424265 h 485154"/>
                <a:gd name="connsiteX3" fmla="*/ 253481 w 439219"/>
                <a:gd name="connsiteY3" fmla="*/ 481415 h 485154"/>
                <a:gd name="connsiteX4" fmla="*/ 162994 w 439219"/>
                <a:gd name="connsiteY4" fmla="*/ 448078 h 485154"/>
                <a:gd name="connsiteX5" fmla="*/ 174899 w 439219"/>
                <a:gd name="connsiteY5" fmla="*/ 355209 h 485154"/>
                <a:gd name="connsiteX6" fmla="*/ 232050 w 439219"/>
                <a:gd name="connsiteY6" fmla="*/ 326635 h 485154"/>
                <a:gd name="connsiteX7" fmla="*/ 282055 w 439219"/>
                <a:gd name="connsiteY7" fmla="*/ 324253 h 485154"/>
                <a:gd name="connsiteX8" fmla="*/ 313012 w 439219"/>
                <a:gd name="connsiteY8" fmla="*/ 279009 h 485154"/>
                <a:gd name="connsiteX9" fmla="*/ 270150 w 439219"/>
                <a:gd name="connsiteY9" fmla="*/ 262340 h 485154"/>
                <a:gd name="connsiteX10" fmla="*/ 236812 w 439219"/>
                <a:gd name="connsiteY10" fmla="*/ 262340 h 485154"/>
                <a:gd name="connsiteX11" fmla="*/ 196331 w 439219"/>
                <a:gd name="connsiteY11" fmla="*/ 276628 h 485154"/>
                <a:gd name="connsiteX12" fmla="*/ 177281 w 439219"/>
                <a:gd name="connsiteY12" fmla="*/ 321872 h 485154"/>
                <a:gd name="connsiteX13" fmla="*/ 148706 w 439219"/>
                <a:gd name="connsiteY13" fmla="*/ 357590 h 485154"/>
                <a:gd name="connsiteX14" fmla="*/ 55837 w 439219"/>
                <a:gd name="connsiteY14" fmla="*/ 357591 h 485154"/>
                <a:gd name="connsiteX15" fmla="*/ 1068 w 439219"/>
                <a:gd name="connsiteY15" fmla="*/ 224240 h 485154"/>
                <a:gd name="connsiteX16" fmla="*/ 103462 w 439219"/>
                <a:gd name="connsiteY16" fmla="*/ 155184 h 485154"/>
                <a:gd name="connsiteX17" fmla="*/ 170137 w 439219"/>
                <a:gd name="connsiteY17" fmla="*/ 188522 h 485154"/>
                <a:gd name="connsiteX18" fmla="*/ 198713 w 439219"/>
                <a:gd name="connsiteY18" fmla="*/ 231383 h 485154"/>
                <a:gd name="connsiteX19" fmla="*/ 284437 w 439219"/>
                <a:gd name="connsiteY19" fmla="*/ 229003 h 485154"/>
                <a:gd name="connsiteX20" fmla="*/ 265388 w 439219"/>
                <a:gd name="connsiteY20" fmla="*/ 167090 h 485154"/>
                <a:gd name="connsiteX21" fmla="*/ 189187 w 439219"/>
                <a:gd name="connsiteY21" fmla="*/ 157565 h 485154"/>
                <a:gd name="connsiteX22" fmla="*/ 141562 w 439219"/>
                <a:gd name="connsiteY22" fmla="*/ 76603 h 485154"/>
                <a:gd name="connsiteX23" fmla="*/ 205855 w 439219"/>
                <a:gd name="connsiteY23" fmla="*/ 2784 h 485154"/>
                <a:gd name="connsiteX24" fmla="*/ 298724 w 439219"/>
                <a:gd name="connsiteY24" fmla="*/ 24214 h 485154"/>
                <a:gd name="connsiteX25" fmla="*/ 320157 w 439219"/>
                <a:gd name="connsiteY25" fmla="*/ 105178 h 485154"/>
                <a:gd name="connsiteX26" fmla="*/ 298725 w 439219"/>
                <a:gd name="connsiteY26" fmla="*/ 150422 h 485154"/>
                <a:gd name="connsiteX27" fmla="*/ 320156 w 439219"/>
                <a:gd name="connsiteY27" fmla="*/ 198047 h 485154"/>
                <a:gd name="connsiteX28" fmla="*/ 353494 w 439219"/>
                <a:gd name="connsiteY28" fmla="*/ 255197 h 485154"/>
                <a:gd name="connsiteX29" fmla="*/ 439219 w 439219"/>
                <a:gd name="connsiteY29" fmla="*/ 257579 h 485154"/>
                <a:gd name="connsiteX30" fmla="*/ 432075 w 439219"/>
                <a:gd name="connsiteY30" fmla="*/ 321872 h 485154"/>
                <a:gd name="connsiteX31" fmla="*/ 363019 w 439219"/>
                <a:gd name="connsiteY31" fmla="*/ 321872 h 485154"/>
                <a:gd name="connsiteX0" fmla="*/ 346825 w 423025"/>
                <a:gd name="connsiteY0" fmla="*/ 321872 h 485154"/>
                <a:gd name="connsiteX1" fmla="*/ 289674 w 423025"/>
                <a:gd name="connsiteY1" fmla="*/ 357592 h 485154"/>
                <a:gd name="connsiteX2" fmla="*/ 292056 w 423025"/>
                <a:gd name="connsiteY2" fmla="*/ 424265 h 485154"/>
                <a:gd name="connsiteX3" fmla="*/ 237287 w 423025"/>
                <a:gd name="connsiteY3" fmla="*/ 481415 h 485154"/>
                <a:gd name="connsiteX4" fmla="*/ 146800 w 423025"/>
                <a:gd name="connsiteY4" fmla="*/ 448078 h 485154"/>
                <a:gd name="connsiteX5" fmla="*/ 158705 w 423025"/>
                <a:gd name="connsiteY5" fmla="*/ 355209 h 485154"/>
                <a:gd name="connsiteX6" fmla="*/ 215856 w 423025"/>
                <a:gd name="connsiteY6" fmla="*/ 326635 h 485154"/>
                <a:gd name="connsiteX7" fmla="*/ 265861 w 423025"/>
                <a:gd name="connsiteY7" fmla="*/ 324253 h 485154"/>
                <a:gd name="connsiteX8" fmla="*/ 296818 w 423025"/>
                <a:gd name="connsiteY8" fmla="*/ 279009 h 485154"/>
                <a:gd name="connsiteX9" fmla="*/ 253956 w 423025"/>
                <a:gd name="connsiteY9" fmla="*/ 262340 h 485154"/>
                <a:gd name="connsiteX10" fmla="*/ 220618 w 423025"/>
                <a:gd name="connsiteY10" fmla="*/ 262340 h 485154"/>
                <a:gd name="connsiteX11" fmla="*/ 180137 w 423025"/>
                <a:gd name="connsiteY11" fmla="*/ 276628 h 485154"/>
                <a:gd name="connsiteX12" fmla="*/ 161087 w 423025"/>
                <a:gd name="connsiteY12" fmla="*/ 321872 h 485154"/>
                <a:gd name="connsiteX13" fmla="*/ 132512 w 423025"/>
                <a:gd name="connsiteY13" fmla="*/ 357590 h 485154"/>
                <a:gd name="connsiteX14" fmla="*/ 39643 w 423025"/>
                <a:gd name="connsiteY14" fmla="*/ 357591 h 485154"/>
                <a:gd name="connsiteX15" fmla="*/ 1543 w 423025"/>
                <a:gd name="connsiteY15" fmla="*/ 231384 h 485154"/>
                <a:gd name="connsiteX16" fmla="*/ 87268 w 423025"/>
                <a:gd name="connsiteY16" fmla="*/ 155184 h 485154"/>
                <a:gd name="connsiteX17" fmla="*/ 153943 w 423025"/>
                <a:gd name="connsiteY17" fmla="*/ 188522 h 485154"/>
                <a:gd name="connsiteX18" fmla="*/ 182519 w 423025"/>
                <a:gd name="connsiteY18" fmla="*/ 231383 h 485154"/>
                <a:gd name="connsiteX19" fmla="*/ 268243 w 423025"/>
                <a:gd name="connsiteY19" fmla="*/ 229003 h 485154"/>
                <a:gd name="connsiteX20" fmla="*/ 249194 w 423025"/>
                <a:gd name="connsiteY20" fmla="*/ 167090 h 485154"/>
                <a:gd name="connsiteX21" fmla="*/ 172993 w 423025"/>
                <a:gd name="connsiteY21" fmla="*/ 157565 h 485154"/>
                <a:gd name="connsiteX22" fmla="*/ 125368 w 423025"/>
                <a:gd name="connsiteY22" fmla="*/ 76603 h 485154"/>
                <a:gd name="connsiteX23" fmla="*/ 189661 w 423025"/>
                <a:gd name="connsiteY23" fmla="*/ 2784 h 485154"/>
                <a:gd name="connsiteX24" fmla="*/ 282530 w 423025"/>
                <a:gd name="connsiteY24" fmla="*/ 24214 h 485154"/>
                <a:gd name="connsiteX25" fmla="*/ 303963 w 423025"/>
                <a:gd name="connsiteY25" fmla="*/ 105178 h 485154"/>
                <a:gd name="connsiteX26" fmla="*/ 282531 w 423025"/>
                <a:gd name="connsiteY26" fmla="*/ 150422 h 485154"/>
                <a:gd name="connsiteX27" fmla="*/ 303962 w 423025"/>
                <a:gd name="connsiteY27" fmla="*/ 198047 h 485154"/>
                <a:gd name="connsiteX28" fmla="*/ 337300 w 423025"/>
                <a:gd name="connsiteY28" fmla="*/ 255197 h 485154"/>
                <a:gd name="connsiteX29" fmla="*/ 423025 w 423025"/>
                <a:gd name="connsiteY29" fmla="*/ 257579 h 485154"/>
                <a:gd name="connsiteX30" fmla="*/ 415881 w 423025"/>
                <a:gd name="connsiteY30" fmla="*/ 321872 h 485154"/>
                <a:gd name="connsiteX31" fmla="*/ 346825 w 423025"/>
                <a:gd name="connsiteY31" fmla="*/ 321872 h 485154"/>
                <a:gd name="connsiteX0" fmla="*/ 348385 w 424585"/>
                <a:gd name="connsiteY0" fmla="*/ 321872 h 485154"/>
                <a:gd name="connsiteX1" fmla="*/ 291234 w 424585"/>
                <a:gd name="connsiteY1" fmla="*/ 357592 h 485154"/>
                <a:gd name="connsiteX2" fmla="*/ 293616 w 424585"/>
                <a:gd name="connsiteY2" fmla="*/ 424265 h 485154"/>
                <a:gd name="connsiteX3" fmla="*/ 238847 w 424585"/>
                <a:gd name="connsiteY3" fmla="*/ 481415 h 485154"/>
                <a:gd name="connsiteX4" fmla="*/ 148360 w 424585"/>
                <a:gd name="connsiteY4" fmla="*/ 448078 h 485154"/>
                <a:gd name="connsiteX5" fmla="*/ 160265 w 424585"/>
                <a:gd name="connsiteY5" fmla="*/ 355209 h 485154"/>
                <a:gd name="connsiteX6" fmla="*/ 217416 w 424585"/>
                <a:gd name="connsiteY6" fmla="*/ 326635 h 485154"/>
                <a:gd name="connsiteX7" fmla="*/ 267421 w 424585"/>
                <a:gd name="connsiteY7" fmla="*/ 324253 h 485154"/>
                <a:gd name="connsiteX8" fmla="*/ 298378 w 424585"/>
                <a:gd name="connsiteY8" fmla="*/ 279009 h 485154"/>
                <a:gd name="connsiteX9" fmla="*/ 255516 w 424585"/>
                <a:gd name="connsiteY9" fmla="*/ 262340 h 485154"/>
                <a:gd name="connsiteX10" fmla="*/ 222178 w 424585"/>
                <a:gd name="connsiteY10" fmla="*/ 262340 h 485154"/>
                <a:gd name="connsiteX11" fmla="*/ 181697 w 424585"/>
                <a:gd name="connsiteY11" fmla="*/ 276628 h 485154"/>
                <a:gd name="connsiteX12" fmla="*/ 162647 w 424585"/>
                <a:gd name="connsiteY12" fmla="*/ 321872 h 485154"/>
                <a:gd name="connsiteX13" fmla="*/ 134072 w 424585"/>
                <a:gd name="connsiteY13" fmla="*/ 357590 h 485154"/>
                <a:gd name="connsiteX14" fmla="*/ 41203 w 424585"/>
                <a:gd name="connsiteY14" fmla="*/ 357591 h 485154"/>
                <a:gd name="connsiteX15" fmla="*/ 3103 w 424585"/>
                <a:gd name="connsiteY15" fmla="*/ 231384 h 485154"/>
                <a:gd name="connsiteX16" fmla="*/ 88828 w 424585"/>
                <a:gd name="connsiteY16" fmla="*/ 155184 h 485154"/>
                <a:gd name="connsiteX17" fmla="*/ 155503 w 424585"/>
                <a:gd name="connsiteY17" fmla="*/ 188522 h 485154"/>
                <a:gd name="connsiteX18" fmla="*/ 184079 w 424585"/>
                <a:gd name="connsiteY18" fmla="*/ 231383 h 485154"/>
                <a:gd name="connsiteX19" fmla="*/ 269803 w 424585"/>
                <a:gd name="connsiteY19" fmla="*/ 229003 h 485154"/>
                <a:gd name="connsiteX20" fmla="*/ 250754 w 424585"/>
                <a:gd name="connsiteY20" fmla="*/ 167090 h 485154"/>
                <a:gd name="connsiteX21" fmla="*/ 174553 w 424585"/>
                <a:gd name="connsiteY21" fmla="*/ 157565 h 485154"/>
                <a:gd name="connsiteX22" fmla="*/ 126928 w 424585"/>
                <a:gd name="connsiteY22" fmla="*/ 76603 h 485154"/>
                <a:gd name="connsiteX23" fmla="*/ 191221 w 424585"/>
                <a:gd name="connsiteY23" fmla="*/ 2784 h 485154"/>
                <a:gd name="connsiteX24" fmla="*/ 284090 w 424585"/>
                <a:gd name="connsiteY24" fmla="*/ 24214 h 485154"/>
                <a:gd name="connsiteX25" fmla="*/ 305523 w 424585"/>
                <a:gd name="connsiteY25" fmla="*/ 105178 h 485154"/>
                <a:gd name="connsiteX26" fmla="*/ 284091 w 424585"/>
                <a:gd name="connsiteY26" fmla="*/ 150422 h 485154"/>
                <a:gd name="connsiteX27" fmla="*/ 305522 w 424585"/>
                <a:gd name="connsiteY27" fmla="*/ 198047 h 485154"/>
                <a:gd name="connsiteX28" fmla="*/ 338860 w 424585"/>
                <a:gd name="connsiteY28" fmla="*/ 255197 h 485154"/>
                <a:gd name="connsiteX29" fmla="*/ 424585 w 424585"/>
                <a:gd name="connsiteY29" fmla="*/ 257579 h 485154"/>
                <a:gd name="connsiteX30" fmla="*/ 417441 w 424585"/>
                <a:gd name="connsiteY30" fmla="*/ 321872 h 485154"/>
                <a:gd name="connsiteX31" fmla="*/ 348385 w 424585"/>
                <a:gd name="connsiteY31" fmla="*/ 321872 h 485154"/>
                <a:gd name="connsiteX0" fmla="*/ 348985 w 425185"/>
                <a:gd name="connsiteY0" fmla="*/ 321872 h 485154"/>
                <a:gd name="connsiteX1" fmla="*/ 291834 w 425185"/>
                <a:gd name="connsiteY1" fmla="*/ 357592 h 485154"/>
                <a:gd name="connsiteX2" fmla="*/ 294216 w 425185"/>
                <a:gd name="connsiteY2" fmla="*/ 424265 h 485154"/>
                <a:gd name="connsiteX3" fmla="*/ 239447 w 425185"/>
                <a:gd name="connsiteY3" fmla="*/ 481415 h 485154"/>
                <a:gd name="connsiteX4" fmla="*/ 148960 w 425185"/>
                <a:gd name="connsiteY4" fmla="*/ 448078 h 485154"/>
                <a:gd name="connsiteX5" fmla="*/ 160865 w 425185"/>
                <a:gd name="connsiteY5" fmla="*/ 355209 h 485154"/>
                <a:gd name="connsiteX6" fmla="*/ 218016 w 425185"/>
                <a:gd name="connsiteY6" fmla="*/ 326635 h 485154"/>
                <a:gd name="connsiteX7" fmla="*/ 268021 w 425185"/>
                <a:gd name="connsiteY7" fmla="*/ 324253 h 485154"/>
                <a:gd name="connsiteX8" fmla="*/ 298978 w 425185"/>
                <a:gd name="connsiteY8" fmla="*/ 279009 h 485154"/>
                <a:gd name="connsiteX9" fmla="*/ 256116 w 425185"/>
                <a:gd name="connsiteY9" fmla="*/ 262340 h 485154"/>
                <a:gd name="connsiteX10" fmla="*/ 222778 w 425185"/>
                <a:gd name="connsiteY10" fmla="*/ 262340 h 485154"/>
                <a:gd name="connsiteX11" fmla="*/ 182297 w 425185"/>
                <a:gd name="connsiteY11" fmla="*/ 276628 h 485154"/>
                <a:gd name="connsiteX12" fmla="*/ 163247 w 425185"/>
                <a:gd name="connsiteY12" fmla="*/ 321872 h 485154"/>
                <a:gd name="connsiteX13" fmla="*/ 134672 w 425185"/>
                <a:gd name="connsiteY13" fmla="*/ 357590 h 485154"/>
                <a:gd name="connsiteX14" fmla="*/ 27516 w 425185"/>
                <a:gd name="connsiteY14" fmla="*/ 336160 h 485154"/>
                <a:gd name="connsiteX15" fmla="*/ 3703 w 425185"/>
                <a:gd name="connsiteY15" fmla="*/ 231384 h 485154"/>
                <a:gd name="connsiteX16" fmla="*/ 89428 w 425185"/>
                <a:gd name="connsiteY16" fmla="*/ 155184 h 485154"/>
                <a:gd name="connsiteX17" fmla="*/ 156103 w 425185"/>
                <a:gd name="connsiteY17" fmla="*/ 188522 h 485154"/>
                <a:gd name="connsiteX18" fmla="*/ 184679 w 425185"/>
                <a:gd name="connsiteY18" fmla="*/ 231383 h 485154"/>
                <a:gd name="connsiteX19" fmla="*/ 270403 w 425185"/>
                <a:gd name="connsiteY19" fmla="*/ 229003 h 485154"/>
                <a:gd name="connsiteX20" fmla="*/ 251354 w 425185"/>
                <a:gd name="connsiteY20" fmla="*/ 167090 h 485154"/>
                <a:gd name="connsiteX21" fmla="*/ 175153 w 425185"/>
                <a:gd name="connsiteY21" fmla="*/ 157565 h 485154"/>
                <a:gd name="connsiteX22" fmla="*/ 127528 w 425185"/>
                <a:gd name="connsiteY22" fmla="*/ 76603 h 485154"/>
                <a:gd name="connsiteX23" fmla="*/ 191821 w 425185"/>
                <a:gd name="connsiteY23" fmla="*/ 2784 h 485154"/>
                <a:gd name="connsiteX24" fmla="*/ 284690 w 425185"/>
                <a:gd name="connsiteY24" fmla="*/ 24214 h 485154"/>
                <a:gd name="connsiteX25" fmla="*/ 306123 w 425185"/>
                <a:gd name="connsiteY25" fmla="*/ 105178 h 485154"/>
                <a:gd name="connsiteX26" fmla="*/ 284691 w 425185"/>
                <a:gd name="connsiteY26" fmla="*/ 150422 h 485154"/>
                <a:gd name="connsiteX27" fmla="*/ 306122 w 425185"/>
                <a:gd name="connsiteY27" fmla="*/ 198047 h 485154"/>
                <a:gd name="connsiteX28" fmla="*/ 339460 w 425185"/>
                <a:gd name="connsiteY28" fmla="*/ 255197 h 485154"/>
                <a:gd name="connsiteX29" fmla="*/ 425185 w 425185"/>
                <a:gd name="connsiteY29" fmla="*/ 257579 h 485154"/>
                <a:gd name="connsiteX30" fmla="*/ 418041 w 425185"/>
                <a:gd name="connsiteY30" fmla="*/ 321872 h 485154"/>
                <a:gd name="connsiteX31" fmla="*/ 348985 w 425185"/>
                <a:gd name="connsiteY31" fmla="*/ 321872 h 485154"/>
                <a:gd name="connsiteX0" fmla="*/ 349331 w 425531"/>
                <a:gd name="connsiteY0" fmla="*/ 321872 h 485154"/>
                <a:gd name="connsiteX1" fmla="*/ 292180 w 425531"/>
                <a:gd name="connsiteY1" fmla="*/ 357592 h 485154"/>
                <a:gd name="connsiteX2" fmla="*/ 294562 w 425531"/>
                <a:gd name="connsiteY2" fmla="*/ 424265 h 485154"/>
                <a:gd name="connsiteX3" fmla="*/ 239793 w 425531"/>
                <a:gd name="connsiteY3" fmla="*/ 481415 h 485154"/>
                <a:gd name="connsiteX4" fmla="*/ 149306 w 425531"/>
                <a:gd name="connsiteY4" fmla="*/ 448078 h 485154"/>
                <a:gd name="connsiteX5" fmla="*/ 161211 w 425531"/>
                <a:gd name="connsiteY5" fmla="*/ 355209 h 485154"/>
                <a:gd name="connsiteX6" fmla="*/ 218362 w 425531"/>
                <a:gd name="connsiteY6" fmla="*/ 326635 h 485154"/>
                <a:gd name="connsiteX7" fmla="*/ 268367 w 425531"/>
                <a:gd name="connsiteY7" fmla="*/ 324253 h 485154"/>
                <a:gd name="connsiteX8" fmla="*/ 299324 w 425531"/>
                <a:gd name="connsiteY8" fmla="*/ 279009 h 485154"/>
                <a:gd name="connsiteX9" fmla="*/ 256462 w 425531"/>
                <a:gd name="connsiteY9" fmla="*/ 262340 h 485154"/>
                <a:gd name="connsiteX10" fmla="*/ 223124 w 425531"/>
                <a:gd name="connsiteY10" fmla="*/ 262340 h 485154"/>
                <a:gd name="connsiteX11" fmla="*/ 182643 w 425531"/>
                <a:gd name="connsiteY11" fmla="*/ 276628 h 485154"/>
                <a:gd name="connsiteX12" fmla="*/ 163593 w 425531"/>
                <a:gd name="connsiteY12" fmla="*/ 321872 h 485154"/>
                <a:gd name="connsiteX13" fmla="*/ 135018 w 425531"/>
                <a:gd name="connsiteY13" fmla="*/ 357590 h 485154"/>
                <a:gd name="connsiteX14" fmla="*/ 27862 w 425531"/>
                <a:gd name="connsiteY14" fmla="*/ 336160 h 485154"/>
                <a:gd name="connsiteX15" fmla="*/ 4049 w 425531"/>
                <a:gd name="connsiteY15" fmla="*/ 231384 h 485154"/>
                <a:gd name="connsiteX16" fmla="*/ 89774 w 425531"/>
                <a:gd name="connsiteY16" fmla="*/ 155184 h 485154"/>
                <a:gd name="connsiteX17" fmla="*/ 156449 w 425531"/>
                <a:gd name="connsiteY17" fmla="*/ 188522 h 485154"/>
                <a:gd name="connsiteX18" fmla="*/ 185025 w 425531"/>
                <a:gd name="connsiteY18" fmla="*/ 231383 h 485154"/>
                <a:gd name="connsiteX19" fmla="*/ 270749 w 425531"/>
                <a:gd name="connsiteY19" fmla="*/ 229003 h 485154"/>
                <a:gd name="connsiteX20" fmla="*/ 251700 w 425531"/>
                <a:gd name="connsiteY20" fmla="*/ 167090 h 485154"/>
                <a:gd name="connsiteX21" fmla="*/ 175499 w 425531"/>
                <a:gd name="connsiteY21" fmla="*/ 157565 h 485154"/>
                <a:gd name="connsiteX22" fmla="*/ 127874 w 425531"/>
                <a:gd name="connsiteY22" fmla="*/ 76603 h 485154"/>
                <a:gd name="connsiteX23" fmla="*/ 192167 w 425531"/>
                <a:gd name="connsiteY23" fmla="*/ 2784 h 485154"/>
                <a:gd name="connsiteX24" fmla="*/ 285036 w 425531"/>
                <a:gd name="connsiteY24" fmla="*/ 24214 h 485154"/>
                <a:gd name="connsiteX25" fmla="*/ 306469 w 425531"/>
                <a:gd name="connsiteY25" fmla="*/ 105178 h 485154"/>
                <a:gd name="connsiteX26" fmla="*/ 285037 w 425531"/>
                <a:gd name="connsiteY26" fmla="*/ 150422 h 485154"/>
                <a:gd name="connsiteX27" fmla="*/ 306468 w 425531"/>
                <a:gd name="connsiteY27" fmla="*/ 198047 h 485154"/>
                <a:gd name="connsiteX28" fmla="*/ 339806 w 425531"/>
                <a:gd name="connsiteY28" fmla="*/ 255197 h 485154"/>
                <a:gd name="connsiteX29" fmla="*/ 425531 w 425531"/>
                <a:gd name="connsiteY29" fmla="*/ 257579 h 485154"/>
                <a:gd name="connsiteX30" fmla="*/ 418387 w 425531"/>
                <a:gd name="connsiteY30" fmla="*/ 321872 h 485154"/>
                <a:gd name="connsiteX31" fmla="*/ 349331 w 425531"/>
                <a:gd name="connsiteY31" fmla="*/ 321872 h 485154"/>
                <a:gd name="connsiteX0" fmla="*/ 348986 w 425186"/>
                <a:gd name="connsiteY0" fmla="*/ 321872 h 485154"/>
                <a:gd name="connsiteX1" fmla="*/ 291835 w 425186"/>
                <a:gd name="connsiteY1" fmla="*/ 357592 h 485154"/>
                <a:gd name="connsiteX2" fmla="*/ 294217 w 425186"/>
                <a:gd name="connsiteY2" fmla="*/ 424265 h 485154"/>
                <a:gd name="connsiteX3" fmla="*/ 239448 w 425186"/>
                <a:gd name="connsiteY3" fmla="*/ 481415 h 485154"/>
                <a:gd name="connsiteX4" fmla="*/ 148961 w 425186"/>
                <a:gd name="connsiteY4" fmla="*/ 448078 h 485154"/>
                <a:gd name="connsiteX5" fmla="*/ 160866 w 425186"/>
                <a:gd name="connsiteY5" fmla="*/ 355209 h 485154"/>
                <a:gd name="connsiteX6" fmla="*/ 218017 w 425186"/>
                <a:gd name="connsiteY6" fmla="*/ 326635 h 485154"/>
                <a:gd name="connsiteX7" fmla="*/ 268022 w 425186"/>
                <a:gd name="connsiteY7" fmla="*/ 324253 h 485154"/>
                <a:gd name="connsiteX8" fmla="*/ 298979 w 425186"/>
                <a:gd name="connsiteY8" fmla="*/ 279009 h 485154"/>
                <a:gd name="connsiteX9" fmla="*/ 256117 w 425186"/>
                <a:gd name="connsiteY9" fmla="*/ 262340 h 485154"/>
                <a:gd name="connsiteX10" fmla="*/ 222779 w 425186"/>
                <a:gd name="connsiteY10" fmla="*/ 262340 h 485154"/>
                <a:gd name="connsiteX11" fmla="*/ 182298 w 425186"/>
                <a:gd name="connsiteY11" fmla="*/ 276628 h 485154"/>
                <a:gd name="connsiteX12" fmla="*/ 163248 w 425186"/>
                <a:gd name="connsiteY12" fmla="*/ 321872 h 485154"/>
                <a:gd name="connsiteX13" fmla="*/ 134673 w 425186"/>
                <a:gd name="connsiteY13" fmla="*/ 357590 h 485154"/>
                <a:gd name="connsiteX14" fmla="*/ 27517 w 425186"/>
                <a:gd name="connsiteY14" fmla="*/ 336160 h 485154"/>
                <a:gd name="connsiteX15" fmla="*/ 3704 w 425186"/>
                <a:gd name="connsiteY15" fmla="*/ 207571 h 485154"/>
                <a:gd name="connsiteX16" fmla="*/ 89429 w 425186"/>
                <a:gd name="connsiteY16" fmla="*/ 155184 h 485154"/>
                <a:gd name="connsiteX17" fmla="*/ 156104 w 425186"/>
                <a:gd name="connsiteY17" fmla="*/ 188522 h 485154"/>
                <a:gd name="connsiteX18" fmla="*/ 184680 w 425186"/>
                <a:gd name="connsiteY18" fmla="*/ 231383 h 485154"/>
                <a:gd name="connsiteX19" fmla="*/ 270404 w 425186"/>
                <a:gd name="connsiteY19" fmla="*/ 229003 h 485154"/>
                <a:gd name="connsiteX20" fmla="*/ 251355 w 425186"/>
                <a:gd name="connsiteY20" fmla="*/ 167090 h 485154"/>
                <a:gd name="connsiteX21" fmla="*/ 175154 w 425186"/>
                <a:gd name="connsiteY21" fmla="*/ 157565 h 485154"/>
                <a:gd name="connsiteX22" fmla="*/ 127529 w 425186"/>
                <a:gd name="connsiteY22" fmla="*/ 76603 h 485154"/>
                <a:gd name="connsiteX23" fmla="*/ 191822 w 425186"/>
                <a:gd name="connsiteY23" fmla="*/ 2784 h 485154"/>
                <a:gd name="connsiteX24" fmla="*/ 284691 w 425186"/>
                <a:gd name="connsiteY24" fmla="*/ 24214 h 485154"/>
                <a:gd name="connsiteX25" fmla="*/ 306124 w 425186"/>
                <a:gd name="connsiteY25" fmla="*/ 105178 h 485154"/>
                <a:gd name="connsiteX26" fmla="*/ 284692 w 425186"/>
                <a:gd name="connsiteY26" fmla="*/ 150422 h 485154"/>
                <a:gd name="connsiteX27" fmla="*/ 306123 w 425186"/>
                <a:gd name="connsiteY27" fmla="*/ 198047 h 485154"/>
                <a:gd name="connsiteX28" fmla="*/ 339461 w 425186"/>
                <a:gd name="connsiteY28" fmla="*/ 255197 h 485154"/>
                <a:gd name="connsiteX29" fmla="*/ 425186 w 425186"/>
                <a:gd name="connsiteY29" fmla="*/ 257579 h 485154"/>
                <a:gd name="connsiteX30" fmla="*/ 418042 w 425186"/>
                <a:gd name="connsiteY30" fmla="*/ 321872 h 485154"/>
                <a:gd name="connsiteX31" fmla="*/ 348986 w 425186"/>
                <a:gd name="connsiteY31" fmla="*/ 321872 h 485154"/>
                <a:gd name="connsiteX0" fmla="*/ 349991 w 426191"/>
                <a:gd name="connsiteY0" fmla="*/ 321872 h 485154"/>
                <a:gd name="connsiteX1" fmla="*/ 292840 w 426191"/>
                <a:gd name="connsiteY1" fmla="*/ 357592 h 485154"/>
                <a:gd name="connsiteX2" fmla="*/ 295222 w 426191"/>
                <a:gd name="connsiteY2" fmla="*/ 424265 h 485154"/>
                <a:gd name="connsiteX3" fmla="*/ 240453 w 426191"/>
                <a:gd name="connsiteY3" fmla="*/ 481415 h 485154"/>
                <a:gd name="connsiteX4" fmla="*/ 149966 w 426191"/>
                <a:gd name="connsiteY4" fmla="*/ 448078 h 485154"/>
                <a:gd name="connsiteX5" fmla="*/ 161871 w 426191"/>
                <a:gd name="connsiteY5" fmla="*/ 355209 h 485154"/>
                <a:gd name="connsiteX6" fmla="*/ 219022 w 426191"/>
                <a:gd name="connsiteY6" fmla="*/ 326635 h 485154"/>
                <a:gd name="connsiteX7" fmla="*/ 269027 w 426191"/>
                <a:gd name="connsiteY7" fmla="*/ 324253 h 485154"/>
                <a:gd name="connsiteX8" fmla="*/ 299984 w 426191"/>
                <a:gd name="connsiteY8" fmla="*/ 279009 h 485154"/>
                <a:gd name="connsiteX9" fmla="*/ 257122 w 426191"/>
                <a:gd name="connsiteY9" fmla="*/ 262340 h 485154"/>
                <a:gd name="connsiteX10" fmla="*/ 223784 w 426191"/>
                <a:gd name="connsiteY10" fmla="*/ 262340 h 485154"/>
                <a:gd name="connsiteX11" fmla="*/ 183303 w 426191"/>
                <a:gd name="connsiteY11" fmla="*/ 276628 h 485154"/>
                <a:gd name="connsiteX12" fmla="*/ 164253 w 426191"/>
                <a:gd name="connsiteY12" fmla="*/ 321872 h 485154"/>
                <a:gd name="connsiteX13" fmla="*/ 135678 w 426191"/>
                <a:gd name="connsiteY13" fmla="*/ 357590 h 485154"/>
                <a:gd name="connsiteX14" fmla="*/ 28522 w 426191"/>
                <a:gd name="connsiteY14" fmla="*/ 336160 h 485154"/>
                <a:gd name="connsiteX15" fmla="*/ 4709 w 426191"/>
                <a:gd name="connsiteY15" fmla="*/ 207571 h 485154"/>
                <a:gd name="connsiteX16" fmla="*/ 90434 w 426191"/>
                <a:gd name="connsiteY16" fmla="*/ 155184 h 485154"/>
                <a:gd name="connsiteX17" fmla="*/ 157109 w 426191"/>
                <a:gd name="connsiteY17" fmla="*/ 188522 h 485154"/>
                <a:gd name="connsiteX18" fmla="*/ 185685 w 426191"/>
                <a:gd name="connsiteY18" fmla="*/ 231383 h 485154"/>
                <a:gd name="connsiteX19" fmla="*/ 271409 w 426191"/>
                <a:gd name="connsiteY19" fmla="*/ 229003 h 485154"/>
                <a:gd name="connsiteX20" fmla="*/ 252360 w 426191"/>
                <a:gd name="connsiteY20" fmla="*/ 167090 h 485154"/>
                <a:gd name="connsiteX21" fmla="*/ 176159 w 426191"/>
                <a:gd name="connsiteY21" fmla="*/ 157565 h 485154"/>
                <a:gd name="connsiteX22" fmla="*/ 128534 w 426191"/>
                <a:gd name="connsiteY22" fmla="*/ 76603 h 485154"/>
                <a:gd name="connsiteX23" fmla="*/ 192827 w 426191"/>
                <a:gd name="connsiteY23" fmla="*/ 2784 h 485154"/>
                <a:gd name="connsiteX24" fmla="*/ 285696 w 426191"/>
                <a:gd name="connsiteY24" fmla="*/ 24214 h 485154"/>
                <a:gd name="connsiteX25" fmla="*/ 307129 w 426191"/>
                <a:gd name="connsiteY25" fmla="*/ 105178 h 485154"/>
                <a:gd name="connsiteX26" fmla="*/ 285697 w 426191"/>
                <a:gd name="connsiteY26" fmla="*/ 150422 h 485154"/>
                <a:gd name="connsiteX27" fmla="*/ 307128 w 426191"/>
                <a:gd name="connsiteY27" fmla="*/ 198047 h 485154"/>
                <a:gd name="connsiteX28" fmla="*/ 340466 w 426191"/>
                <a:gd name="connsiteY28" fmla="*/ 255197 h 485154"/>
                <a:gd name="connsiteX29" fmla="*/ 426191 w 426191"/>
                <a:gd name="connsiteY29" fmla="*/ 257579 h 485154"/>
                <a:gd name="connsiteX30" fmla="*/ 419047 w 426191"/>
                <a:gd name="connsiteY30" fmla="*/ 321872 h 485154"/>
                <a:gd name="connsiteX31" fmla="*/ 349991 w 426191"/>
                <a:gd name="connsiteY31" fmla="*/ 321872 h 485154"/>
                <a:gd name="connsiteX0" fmla="*/ 351758 w 427958"/>
                <a:gd name="connsiteY0" fmla="*/ 321872 h 485154"/>
                <a:gd name="connsiteX1" fmla="*/ 294607 w 427958"/>
                <a:gd name="connsiteY1" fmla="*/ 357592 h 485154"/>
                <a:gd name="connsiteX2" fmla="*/ 296989 w 427958"/>
                <a:gd name="connsiteY2" fmla="*/ 424265 h 485154"/>
                <a:gd name="connsiteX3" fmla="*/ 242220 w 427958"/>
                <a:gd name="connsiteY3" fmla="*/ 481415 h 485154"/>
                <a:gd name="connsiteX4" fmla="*/ 151733 w 427958"/>
                <a:gd name="connsiteY4" fmla="*/ 448078 h 485154"/>
                <a:gd name="connsiteX5" fmla="*/ 163638 w 427958"/>
                <a:gd name="connsiteY5" fmla="*/ 355209 h 485154"/>
                <a:gd name="connsiteX6" fmla="*/ 220789 w 427958"/>
                <a:gd name="connsiteY6" fmla="*/ 326635 h 485154"/>
                <a:gd name="connsiteX7" fmla="*/ 270794 w 427958"/>
                <a:gd name="connsiteY7" fmla="*/ 324253 h 485154"/>
                <a:gd name="connsiteX8" fmla="*/ 301751 w 427958"/>
                <a:gd name="connsiteY8" fmla="*/ 279009 h 485154"/>
                <a:gd name="connsiteX9" fmla="*/ 258889 w 427958"/>
                <a:gd name="connsiteY9" fmla="*/ 262340 h 485154"/>
                <a:gd name="connsiteX10" fmla="*/ 225551 w 427958"/>
                <a:gd name="connsiteY10" fmla="*/ 262340 h 485154"/>
                <a:gd name="connsiteX11" fmla="*/ 185070 w 427958"/>
                <a:gd name="connsiteY11" fmla="*/ 276628 h 485154"/>
                <a:gd name="connsiteX12" fmla="*/ 166020 w 427958"/>
                <a:gd name="connsiteY12" fmla="*/ 321872 h 485154"/>
                <a:gd name="connsiteX13" fmla="*/ 137445 w 427958"/>
                <a:gd name="connsiteY13" fmla="*/ 357590 h 485154"/>
                <a:gd name="connsiteX14" fmla="*/ 20764 w 427958"/>
                <a:gd name="connsiteY14" fmla="*/ 319491 h 485154"/>
                <a:gd name="connsiteX15" fmla="*/ 6476 w 427958"/>
                <a:gd name="connsiteY15" fmla="*/ 207571 h 485154"/>
                <a:gd name="connsiteX16" fmla="*/ 92201 w 427958"/>
                <a:gd name="connsiteY16" fmla="*/ 155184 h 485154"/>
                <a:gd name="connsiteX17" fmla="*/ 158876 w 427958"/>
                <a:gd name="connsiteY17" fmla="*/ 188522 h 485154"/>
                <a:gd name="connsiteX18" fmla="*/ 187452 w 427958"/>
                <a:gd name="connsiteY18" fmla="*/ 231383 h 485154"/>
                <a:gd name="connsiteX19" fmla="*/ 273176 w 427958"/>
                <a:gd name="connsiteY19" fmla="*/ 229003 h 485154"/>
                <a:gd name="connsiteX20" fmla="*/ 254127 w 427958"/>
                <a:gd name="connsiteY20" fmla="*/ 167090 h 485154"/>
                <a:gd name="connsiteX21" fmla="*/ 177926 w 427958"/>
                <a:gd name="connsiteY21" fmla="*/ 157565 h 485154"/>
                <a:gd name="connsiteX22" fmla="*/ 130301 w 427958"/>
                <a:gd name="connsiteY22" fmla="*/ 76603 h 485154"/>
                <a:gd name="connsiteX23" fmla="*/ 194594 w 427958"/>
                <a:gd name="connsiteY23" fmla="*/ 2784 h 485154"/>
                <a:gd name="connsiteX24" fmla="*/ 287463 w 427958"/>
                <a:gd name="connsiteY24" fmla="*/ 24214 h 485154"/>
                <a:gd name="connsiteX25" fmla="*/ 308896 w 427958"/>
                <a:gd name="connsiteY25" fmla="*/ 105178 h 485154"/>
                <a:gd name="connsiteX26" fmla="*/ 287464 w 427958"/>
                <a:gd name="connsiteY26" fmla="*/ 150422 h 485154"/>
                <a:gd name="connsiteX27" fmla="*/ 308895 w 427958"/>
                <a:gd name="connsiteY27" fmla="*/ 198047 h 485154"/>
                <a:gd name="connsiteX28" fmla="*/ 342233 w 427958"/>
                <a:gd name="connsiteY28" fmla="*/ 255197 h 485154"/>
                <a:gd name="connsiteX29" fmla="*/ 427958 w 427958"/>
                <a:gd name="connsiteY29" fmla="*/ 257579 h 485154"/>
                <a:gd name="connsiteX30" fmla="*/ 420814 w 427958"/>
                <a:gd name="connsiteY30" fmla="*/ 321872 h 485154"/>
                <a:gd name="connsiteX31" fmla="*/ 351758 w 427958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64944 w 426882"/>
                <a:gd name="connsiteY12" fmla="*/ 321872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19491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5154"/>
                <a:gd name="connsiteX1" fmla="*/ 293531 w 426882"/>
                <a:gd name="connsiteY1" fmla="*/ 357592 h 485154"/>
                <a:gd name="connsiteX2" fmla="*/ 295913 w 426882"/>
                <a:gd name="connsiteY2" fmla="*/ 424265 h 485154"/>
                <a:gd name="connsiteX3" fmla="*/ 241144 w 426882"/>
                <a:gd name="connsiteY3" fmla="*/ 481415 h 485154"/>
                <a:gd name="connsiteX4" fmla="*/ 150657 w 426882"/>
                <a:gd name="connsiteY4" fmla="*/ 448078 h 485154"/>
                <a:gd name="connsiteX5" fmla="*/ 162562 w 426882"/>
                <a:gd name="connsiteY5" fmla="*/ 355209 h 485154"/>
                <a:gd name="connsiteX6" fmla="*/ 219713 w 426882"/>
                <a:gd name="connsiteY6" fmla="*/ 326635 h 485154"/>
                <a:gd name="connsiteX7" fmla="*/ 269718 w 426882"/>
                <a:gd name="connsiteY7" fmla="*/ 324253 h 485154"/>
                <a:gd name="connsiteX8" fmla="*/ 300675 w 426882"/>
                <a:gd name="connsiteY8" fmla="*/ 279009 h 485154"/>
                <a:gd name="connsiteX9" fmla="*/ 257813 w 426882"/>
                <a:gd name="connsiteY9" fmla="*/ 262340 h 485154"/>
                <a:gd name="connsiteX10" fmla="*/ 224475 w 426882"/>
                <a:gd name="connsiteY10" fmla="*/ 262340 h 485154"/>
                <a:gd name="connsiteX11" fmla="*/ 183994 w 426882"/>
                <a:gd name="connsiteY11" fmla="*/ 276628 h 485154"/>
                <a:gd name="connsiteX12" fmla="*/ 155419 w 426882"/>
                <a:gd name="connsiteY12" fmla="*/ 312347 h 485154"/>
                <a:gd name="connsiteX13" fmla="*/ 107794 w 426882"/>
                <a:gd name="connsiteY13" fmla="*/ 340922 h 485154"/>
                <a:gd name="connsiteX14" fmla="*/ 19688 w 426882"/>
                <a:gd name="connsiteY14" fmla="*/ 309966 h 485154"/>
                <a:gd name="connsiteX15" fmla="*/ 5400 w 426882"/>
                <a:gd name="connsiteY15" fmla="*/ 207571 h 485154"/>
                <a:gd name="connsiteX16" fmla="*/ 91125 w 426882"/>
                <a:gd name="connsiteY16" fmla="*/ 155184 h 485154"/>
                <a:gd name="connsiteX17" fmla="*/ 157800 w 426882"/>
                <a:gd name="connsiteY17" fmla="*/ 188522 h 485154"/>
                <a:gd name="connsiteX18" fmla="*/ 186376 w 426882"/>
                <a:gd name="connsiteY18" fmla="*/ 231383 h 485154"/>
                <a:gd name="connsiteX19" fmla="*/ 272100 w 426882"/>
                <a:gd name="connsiteY19" fmla="*/ 229003 h 485154"/>
                <a:gd name="connsiteX20" fmla="*/ 253051 w 426882"/>
                <a:gd name="connsiteY20" fmla="*/ 167090 h 485154"/>
                <a:gd name="connsiteX21" fmla="*/ 176850 w 426882"/>
                <a:gd name="connsiteY21" fmla="*/ 157565 h 485154"/>
                <a:gd name="connsiteX22" fmla="*/ 129225 w 426882"/>
                <a:gd name="connsiteY22" fmla="*/ 76603 h 485154"/>
                <a:gd name="connsiteX23" fmla="*/ 193518 w 426882"/>
                <a:gd name="connsiteY23" fmla="*/ 2784 h 485154"/>
                <a:gd name="connsiteX24" fmla="*/ 286387 w 426882"/>
                <a:gd name="connsiteY24" fmla="*/ 24214 h 485154"/>
                <a:gd name="connsiteX25" fmla="*/ 307820 w 426882"/>
                <a:gd name="connsiteY25" fmla="*/ 105178 h 485154"/>
                <a:gd name="connsiteX26" fmla="*/ 286388 w 426882"/>
                <a:gd name="connsiteY26" fmla="*/ 150422 h 485154"/>
                <a:gd name="connsiteX27" fmla="*/ 307819 w 426882"/>
                <a:gd name="connsiteY27" fmla="*/ 198047 h 485154"/>
                <a:gd name="connsiteX28" fmla="*/ 341157 w 426882"/>
                <a:gd name="connsiteY28" fmla="*/ 255197 h 485154"/>
                <a:gd name="connsiteX29" fmla="*/ 426882 w 426882"/>
                <a:gd name="connsiteY29" fmla="*/ 257579 h 485154"/>
                <a:gd name="connsiteX30" fmla="*/ 419738 w 426882"/>
                <a:gd name="connsiteY30" fmla="*/ 321872 h 485154"/>
                <a:gd name="connsiteX31" fmla="*/ 350682 w 426882"/>
                <a:gd name="connsiteY31" fmla="*/ 321872 h 485154"/>
                <a:gd name="connsiteX0" fmla="*/ 350682 w 426882"/>
                <a:gd name="connsiteY0" fmla="*/ 321872 h 482014"/>
                <a:gd name="connsiteX1" fmla="*/ 293531 w 426882"/>
                <a:gd name="connsiteY1" fmla="*/ 357592 h 482014"/>
                <a:gd name="connsiteX2" fmla="*/ 295913 w 426882"/>
                <a:gd name="connsiteY2" fmla="*/ 424265 h 482014"/>
                <a:gd name="connsiteX3" fmla="*/ 241144 w 426882"/>
                <a:gd name="connsiteY3" fmla="*/ 481415 h 482014"/>
                <a:gd name="connsiteX4" fmla="*/ 136370 w 426882"/>
                <a:gd name="connsiteY4" fmla="*/ 448078 h 482014"/>
                <a:gd name="connsiteX5" fmla="*/ 162562 w 426882"/>
                <a:gd name="connsiteY5" fmla="*/ 355209 h 482014"/>
                <a:gd name="connsiteX6" fmla="*/ 219713 w 426882"/>
                <a:gd name="connsiteY6" fmla="*/ 326635 h 482014"/>
                <a:gd name="connsiteX7" fmla="*/ 269718 w 426882"/>
                <a:gd name="connsiteY7" fmla="*/ 324253 h 482014"/>
                <a:gd name="connsiteX8" fmla="*/ 300675 w 426882"/>
                <a:gd name="connsiteY8" fmla="*/ 279009 h 482014"/>
                <a:gd name="connsiteX9" fmla="*/ 257813 w 426882"/>
                <a:gd name="connsiteY9" fmla="*/ 262340 h 482014"/>
                <a:gd name="connsiteX10" fmla="*/ 224475 w 426882"/>
                <a:gd name="connsiteY10" fmla="*/ 262340 h 482014"/>
                <a:gd name="connsiteX11" fmla="*/ 183994 w 426882"/>
                <a:gd name="connsiteY11" fmla="*/ 276628 h 482014"/>
                <a:gd name="connsiteX12" fmla="*/ 155419 w 426882"/>
                <a:gd name="connsiteY12" fmla="*/ 312347 h 482014"/>
                <a:gd name="connsiteX13" fmla="*/ 107794 w 426882"/>
                <a:gd name="connsiteY13" fmla="*/ 340922 h 482014"/>
                <a:gd name="connsiteX14" fmla="*/ 19688 w 426882"/>
                <a:gd name="connsiteY14" fmla="*/ 309966 h 482014"/>
                <a:gd name="connsiteX15" fmla="*/ 5400 w 426882"/>
                <a:gd name="connsiteY15" fmla="*/ 207571 h 482014"/>
                <a:gd name="connsiteX16" fmla="*/ 91125 w 426882"/>
                <a:gd name="connsiteY16" fmla="*/ 155184 h 482014"/>
                <a:gd name="connsiteX17" fmla="*/ 157800 w 426882"/>
                <a:gd name="connsiteY17" fmla="*/ 188522 h 482014"/>
                <a:gd name="connsiteX18" fmla="*/ 186376 w 426882"/>
                <a:gd name="connsiteY18" fmla="*/ 231383 h 482014"/>
                <a:gd name="connsiteX19" fmla="*/ 272100 w 426882"/>
                <a:gd name="connsiteY19" fmla="*/ 229003 h 482014"/>
                <a:gd name="connsiteX20" fmla="*/ 253051 w 426882"/>
                <a:gd name="connsiteY20" fmla="*/ 167090 h 482014"/>
                <a:gd name="connsiteX21" fmla="*/ 176850 w 426882"/>
                <a:gd name="connsiteY21" fmla="*/ 157565 h 482014"/>
                <a:gd name="connsiteX22" fmla="*/ 129225 w 426882"/>
                <a:gd name="connsiteY22" fmla="*/ 76603 h 482014"/>
                <a:gd name="connsiteX23" fmla="*/ 193518 w 426882"/>
                <a:gd name="connsiteY23" fmla="*/ 2784 h 482014"/>
                <a:gd name="connsiteX24" fmla="*/ 286387 w 426882"/>
                <a:gd name="connsiteY24" fmla="*/ 24214 h 482014"/>
                <a:gd name="connsiteX25" fmla="*/ 307820 w 426882"/>
                <a:gd name="connsiteY25" fmla="*/ 105178 h 482014"/>
                <a:gd name="connsiteX26" fmla="*/ 286388 w 426882"/>
                <a:gd name="connsiteY26" fmla="*/ 150422 h 482014"/>
                <a:gd name="connsiteX27" fmla="*/ 307819 w 426882"/>
                <a:gd name="connsiteY27" fmla="*/ 198047 h 482014"/>
                <a:gd name="connsiteX28" fmla="*/ 341157 w 426882"/>
                <a:gd name="connsiteY28" fmla="*/ 255197 h 482014"/>
                <a:gd name="connsiteX29" fmla="*/ 426882 w 426882"/>
                <a:gd name="connsiteY29" fmla="*/ 257579 h 482014"/>
                <a:gd name="connsiteX30" fmla="*/ 419738 w 426882"/>
                <a:gd name="connsiteY30" fmla="*/ 321872 h 482014"/>
                <a:gd name="connsiteX31" fmla="*/ 350682 w 426882"/>
                <a:gd name="connsiteY31" fmla="*/ 321872 h 482014"/>
                <a:gd name="connsiteX0" fmla="*/ 350682 w 426882"/>
                <a:gd name="connsiteY0" fmla="*/ 321872 h 482049"/>
                <a:gd name="connsiteX1" fmla="*/ 293531 w 426882"/>
                <a:gd name="connsiteY1" fmla="*/ 357592 h 482049"/>
                <a:gd name="connsiteX2" fmla="*/ 295913 w 426882"/>
                <a:gd name="connsiteY2" fmla="*/ 424265 h 482049"/>
                <a:gd name="connsiteX3" fmla="*/ 241144 w 426882"/>
                <a:gd name="connsiteY3" fmla="*/ 481415 h 482049"/>
                <a:gd name="connsiteX4" fmla="*/ 136370 w 426882"/>
                <a:gd name="connsiteY4" fmla="*/ 448078 h 482049"/>
                <a:gd name="connsiteX5" fmla="*/ 150656 w 426882"/>
                <a:gd name="connsiteY5" fmla="*/ 348065 h 482049"/>
                <a:gd name="connsiteX6" fmla="*/ 219713 w 426882"/>
                <a:gd name="connsiteY6" fmla="*/ 326635 h 482049"/>
                <a:gd name="connsiteX7" fmla="*/ 269718 w 426882"/>
                <a:gd name="connsiteY7" fmla="*/ 324253 h 482049"/>
                <a:gd name="connsiteX8" fmla="*/ 300675 w 426882"/>
                <a:gd name="connsiteY8" fmla="*/ 279009 h 482049"/>
                <a:gd name="connsiteX9" fmla="*/ 257813 w 426882"/>
                <a:gd name="connsiteY9" fmla="*/ 262340 h 482049"/>
                <a:gd name="connsiteX10" fmla="*/ 224475 w 426882"/>
                <a:gd name="connsiteY10" fmla="*/ 262340 h 482049"/>
                <a:gd name="connsiteX11" fmla="*/ 183994 w 426882"/>
                <a:gd name="connsiteY11" fmla="*/ 276628 h 482049"/>
                <a:gd name="connsiteX12" fmla="*/ 155419 w 426882"/>
                <a:gd name="connsiteY12" fmla="*/ 312347 h 482049"/>
                <a:gd name="connsiteX13" fmla="*/ 107794 w 426882"/>
                <a:gd name="connsiteY13" fmla="*/ 340922 h 482049"/>
                <a:gd name="connsiteX14" fmla="*/ 19688 w 426882"/>
                <a:gd name="connsiteY14" fmla="*/ 309966 h 482049"/>
                <a:gd name="connsiteX15" fmla="*/ 5400 w 426882"/>
                <a:gd name="connsiteY15" fmla="*/ 207571 h 482049"/>
                <a:gd name="connsiteX16" fmla="*/ 91125 w 426882"/>
                <a:gd name="connsiteY16" fmla="*/ 155184 h 482049"/>
                <a:gd name="connsiteX17" fmla="*/ 157800 w 426882"/>
                <a:gd name="connsiteY17" fmla="*/ 188522 h 482049"/>
                <a:gd name="connsiteX18" fmla="*/ 186376 w 426882"/>
                <a:gd name="connsiteY18" fmla="*/ 231383 h 482049"/>
                <a:gd name="connsiteX19" fmla="*/ 272100 w 426882"/>
                <a:gd name="connsiteY19" fmla="*/ 229003 h 482049"/>
                <a:gd name="connsiteX20" fmla="*/ 253051 w 426882"/>
                <a:gd name="connsiteY20" fmla="*/ 167090 h 482049"/>
                <a:gd name="connsiteX21" fmla="*/ 176850 w 426882"/>
                <a:gd name="connsiteY21" fmla="*/ 157565 h 482049"/>
                <a:gd name="connsiteX22" fmla="*/ 129225 w 426882"/>
                <a:gd name="connsiteY22" fmla="*/ 76603 h 482049"/>
                <a:gd name="connsiteX23" fmla="*/ 193518 w 426882"/>
                <a:gd name="connsiteY23" fmla="*/ 2784 h 482049"/>
                <a:gd name="connsiteX24" fmla="*/ 286387 w 426882"/>
                <a:gd name="connsiteY24" fmla="*/ 24214 h 482049"/>
                <a:gd name="connsiteX25" fmla="*/ 307820 w 426882"/>
                <a:gd name="connsiteY25" fmla="*/ 105178 h 482049"/>
                <a:gd name="connsiteX26" fmla="*/ 286388 w 426882"/>
                <a:gd name="connsiteY26" fmla="*/ 150422 h 482049"/>
                <a:gd name="connsiteX27" fmla="*/ 307819 w 426882"/>
                <a:gd name="connsiteY27" fmla="*/ 198047 h 482049"/>
                <a:gd name="connsiteX28" fmla="*/ 341157 w 426882"/>
                <a:gd name="connsiteY28" fmla="*/ 255197 h 482049"/>
                <a:gd name="connsiteX29" fmla="*/ 426882 w 426882"/>
                <a:gd name="connsiteY29" fmla="*/ 257579 h 482049"/>
                <a:gd name="connsiteX30" fmla="*/ 419738 w 426882"/>
                <a:gd name="connsiteY30" fmla="*/ 321872 h 482049"/>
                <a:gd name="connsiteX31" fmla="*/ 350682 w 426882"/>
                <a:gd name="connsiteY31" fmla="*/ 321872 h 482049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7733"/>
                <a:gd name="connsiteX1" fmla="*/ 293531 w 426882"/>
                <a:gd name="connsiteY1" fmla="*/ 357592 h 487733"/>
                <a:gd name="connsiteX2" fmla="*/ 295913 w 426882"/>
                <a:gd name="connsiteY2" fmla="*/ 424265 h 487733"/>
                <a:gd name="connsiteX3" fmla="*/ 241144 w 426882"/>
                <a:gd name="connsiteY3" fmla="*/ 481415 h 487733"/>
                <a:gd name="connsiteX4" fmla="*/ 143513 w 426882"/>
                <a:gd name="connsiteY4" fmla="*/ 459985 h 487733"/>
                <a:gd name="connsiteX5" fmla="*/ 150656 w 426882"/>
                <a:gd name="connsiteY5" fmla="*/ 348065 h 487733"/>
                <a:gd name="connsiteX6" fmla="*/ 219713 w 426882"/>
                <a:gd name="connsiteY6" fmla="*/ 326635 h 487733"/>
                <a:gd name="connsiteX7" fmla="*/ 269718 w 426882"/>
                <a:gd name="connsiteY7" fmla="*/ 324253 h 487733"/>
                <a:gd name="connsiteX8" fmla="*/ 300675 w 426882"/>
                <a:gd name="connsiteY8" fmla="*/ 279009 h 487733"/>
                <a:gd name="connsiteX9" fmla="*/ 257813 w 426882"/>
                <a:gd name="connsiteY9" fmla="*/ 262340 h 487733"/>
                <a:gd name="connsiteX10" fmla="*/ 224475 w 426882"/>
                <a:gd name="connsiteY10" fmla="*/ 262340 h 487733"/>
                <a:gd name="connsiteX11" fmla="*/ 183994 w 426882"/>
                <a:gd name="connsiteY11" fmla="*/ 276628 h 487733"/>
                <a:gd name="connsiteX12" fmla="*/ 155419 w 426882"/>
                <a:gd name="connsiteY12" fmla="*/ 312347 h 487733"/>
                <a:gd name="connsiteX13" fmla="*/ 107794 w 426882"/>
                <a:gd name="connsiteY13" fmla="*/ 340922 h 487733"/>
                <a:gd name="connsiteX14" fmla="*/ 19688 w 426882"/>
                <a:gd name="connsiteY14" fmla="*/ 309966 h 487733"/>
                <a:gd name="connsiteX15" fmla="*/ 5400 w 426882"/>
                <a:gd name="connsiteY15" fmla="*/ 207571 h 487733"/>
                <a:gd name="connsiteX16" fmla="*/ 91125 w 426882"/>
                <a:gd name="connsiteY16" fmla="*/ 155184 h 487733"/>
                <a:gd name="connsiteX17" fmla="*/ 157800 w 426882"/>
                <a:gd name="connsiteY17" fmla="*/ 188522 h 487733"/>
                <a:gd name="connsiteX18" fmla="*/ 186376 w 426882"/>
                <a:gd name="connsiteY18" fmla="*/ 231383 h 487733"/>
                <a:gd name="connsiteX19" fmla="*/ 272100 w 426882"/>
                <a:gd name="connsiteY19" fmla="*/ 229003 h 487733"/>
                <a:gd name="connsiteX20" fmla="*/ 253051 w 426882"/>
                <a:gd name="connsiteY20" fmla="*/ 167090 h 487733"/>
                <a:gd name="connsiteX21" fmla="*/ 176850 w 426882"/>
                <a:gd name="connsiteY21" fmla="*/ 157565 h 487733"/>
                <a:gd name="connsiteX22" fmla="*/ 129225 w 426882"/>
                <a:gd name="connsiteY22" fmla="*/ 76603 h 487733"/>
                <a:gd name="connsiteX23" fmla="*/ 193518 w 426882"/>
                <a:gd name="connsiteY23" fmla="*/ 2784 h 487733"/>
                <a:gd name="connsiteX24" fmla="*/ 286387 w 426882"/>
                <a:gd name="connsiteY24" fmla="*/ 24214 h 487733"/>
                <a:gd name="connsiteX25" fmla="*/ 307820 w 426882"/>
                <a:gd name="connsiteY25" fmla="*/ 105178 h 487733"/>
                <a:gd name="connsiteX26" fmla="*/ 286388 w 426882"/>
                <a:gd name="connsiteY26" fmla="*/ 150422 h 487733"/>
                <a:gd name="connsiteX27" fmla="*/ 307819 w 426882"/>
                <a:gd name="connsiteY27" fmla="*/ 198047 h 487733"/>
                <a:gd name="connsiteX28" fmla="*/ 341157 w 426882"/>
                <a:gd name="connsiteY28" fmla="*/ 255197 h 487733"/>
                <a:gd name="connsiteX29" fmla="*/ 426882 w 426882"/>
                <a:gd name="connsiteY29" fmla="*/ 257579 h 487733"/>
                <a:gd name="connsiteX30" fmla="*/ 419738 w 426882"/>
                <a:gd name="connsiteY30" fmla="*/ 321872 h 487733"/>
                <a:gd name="connsiteX31" fmla="*/ 350682 w 426882"/>
                <a:gd name="connsiteY31" fmla="*/ 321872 h 48773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3703"/>
                <a:gd name="connsiteX1" fmla="*/ 293531 w 426882"/>
                <a:gd name="connsiteY1" fmla="*/ 357592 h 483703"/>
                <a:gd name="connsiteX2" fmla="*/ 295913 w 426882"/>
                <a:gd name="connsiteY2" fmla="*/ 424265 h 483703"/>
                <a:gd name="connsiteX3" fmla="*/ 241144 w 426882"/>
                <a:gd name="connsiteY3" fmla="*/ 481415 h 483703"/>
                <a:gd name="connsiteX4" fmla="*/ 143513 w 426882"/>
                <a:gd name="connsiteY4" fmla="*/ 459985 h 483703"/>
                <a:gd name="connsiteX5" fmla="*/ 150656 w 426882"/>
                <a:gd name="connsiteY5" fmla="*/ 348065 h 483703"/>
                <a:gd name="connsiteX6" fmla="*/ 219713 w 426882"/>
                <a:gd name="connsiteY6" fmla="*/ 326635 h 483703"/>
                <a:gd name="connsiteX7" fmla="*/ 269718 w 426882"/>
                <a:gd name="connsiteY7" fmla="*/ 324253 h 483703"/>
                <a:gd name="connsiteX8" fmla="*/ 300675 w 426882"/>
                <a:gd name="connsiteY8" fmla="*/ 279009 h 483703"/>
                <a:gd name="connsiteX9" fmla="*/ 257813 w 426882"/>
                <a:gd name="connsiteY9" fmla="*/ 262340 h 483703"/>
                <a:gd name="connsiteX10" fmla="*/ 224475 w 426882"/>
                <a:gd name="connsiteY10" fmla="*/ 262340 h 483703"/>
                <a:gd name="connsiteX11" fmla="*/ 183994 w 426882"/>
                <a:gd name="connsiteY11" fmla="*/ 276628 h 483703"/>
                <a:gd name="connsiteX12" fmla="*/ 155419 w 426882"/>
                <a:gd name="connsiteY12" fmla="*/ 312347 h 483703"/>
                <a:gd name="connsiteX13" fmla="*/ 107794 w 426882"/>
                <a:gd name="connsiteY13" fmla="*/ 340922 h 483703"/>
                <a:gd name="connsiteX14" fmla="*/ 19688 w 426882"/>
                <a:gd name="connsiteY14" fmla="*/ 309966 h 483703"/>
                <a:gd name="connsiteX15" fmla="*/ 5400 w 426882"/>
                <a:gd name="connsiteY15" fmla="*/ 207571 h 483703"/>
                <a:gd name="connsiteX16" fmla="*/ 91125 w 426882"/>
                <a:gd name="connsiteY16" fmla="*/ 155184 h 483703"/>
                <a:gd name="connsiteX17" fmla="*/ 157800 w 426882"/>
                <a:gd name="connsiteY17" fmla="*/ 188522 h 483703"/>
                <a:gd name="connsiteX18" fmla="*/ 186376 w 426882"/>
                <a:gd name="connsiteY18" fmla="*/ 231383 h 483703"/>
                <a:gd name="connsiteX19" fmla="*/ 272100 w 426882"/>
                <a:gd name="connsiteY19" fmla="*/ 229003 h 483703"/>
                <a:gd name="connsiteX20" fmla="*/ 253051 w 426882"/>
                <a:gd name="connsiteY20" fmla="*/ 167090 h 483703"/>
                <a:gd name="connsiteX21" fmla="*/ 176850 w 426882"/>
                <a:gd name="connsiteY21" fmla="*/ 157565 h 483703"/>
                <a:gd name="connsiteX22" fmla="*/ 129225 w 426882"/>
                <a:gd name="connsiteY22" fmla="*/ 76603 h 483703"/>
                <a:gd name="connsiteX23" fmla="*/ 193518 w 426882"/>
                <a:gd name="connsiteY23" fmla="*/ 2784 h 483703"/>
                <a:gd name="connsiteX24" fmla="*/ 286387 w 426882"/>
                <a:gd name="connsiteY24" fmla="*/ 24214 h 483703"/>
                <a:gd name="connsiteX25" fmla="*/ 307820 w 426882"/>
                <a:gd name="connsiteY25" fmla="*/ 105178 h 483703"/>
                <a:gd name="connsiteX26" fmla="*/ 286388 w 426882"/>
                <a:gd name="connsiteY26" fmla="*/ 150422 h 483703"/>
                <a:gd name="connsiteX27" fmla="*/ 307819 w 426882"/>
                <a:gd name="connsiteY27" fmla="*/ 198047 h 483703"/>
                <a:gd name="connsiteX28" fmla="*/ 341157 w 426882"/>
                <a:gd name="connsiteY28" fmla="*/ 255197 h 483703"/>
                <a:gd name="connsiteX29" fmla="*/ 426882 w 426882"/>
                <a:gd name="connsiteY29" fmla="*/ 257579 h 483703"/>
                <a:gd name="connsiteX30" fmla="*/ 419738 w 426882"/>
                <a:gd name="connsiteY30" fmla="*/ 321872 h 483703"/>
                <a:gd name="connsiteX31" fmla="*/ 350682 w 426882"/>
                <a:gd name="connsiteY31" fmla="*/ 321872 h 483703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9713 w 426882"/>
                <a:gd name="connsiteY6" fmla="*/ 326635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9354"/>
                <a:gd name="connsiteX1" fmla="*/ 293531 w 426882"/>
                <a:gd name="connsiteY1" fmla="*/ 357592 h 489354"/>
                <a:gd name="connsiteX2" fmla="*/ 295913 w 426882"/>
                <a:gd name="connsiteY2" fmla="*/ 424265 h 489354"/>
                <a:gd name="connsiteX3" fmla="*/ 241144 w 426882"/>
                <a:gd name="connsiteY3" fmla="*/ 481415 h 489354"/>
                <a:gd name="connsiteX4" fmla="*/ 143513 w 426882"/>
                <a:gd name="connsiteY4" fmla="*/ 459985 h 489354"/>
                <a:gd name="connsiteX5" fmla="*/ 150656 w 426882"/>
                <a:gd name="connsiteY5" fmla="*/ 348065 h 489354"/>
                <a:gd name="connsiteX6" fmla="*/ 212569 w 426882"/>
                <a:gd name="connsiteY6" fmla="*/ 309967 h 489354"/>
                <a:gd name="connsiteX7" fmla="*/ 269718 w 426882"/>
                <a:gd name="connsiteY7" fmla="*/ 324253 h 489354"/>
                <a:gd name="connsiteX8" fmla="*/ 300675 w 426882"/>
                <a:gd name="connsiteY8" fmla="*/ 279009 h 489354"/>
                <a:gd name="connsiteX9" fmla="*/ 257813 w 426882"/>
                <a:gd name="connsiteY9" fmla="*/ 262340 h 489354"/>
                <a:gd name="connsiteX10" fmla="*/ 224475 w 426882"/>
                <a:gd name="connsiteY10" fmla="*/ 262340 h 489354"/>
                <a:gd name="connsiteX11" fmla="*/ 183994 w 426882"/>
                <a:gd name="connsiteY11" fmla="*/ 276628 h 489354"/>
                <a:gd name="connsiteX12" fmla="*/ 155419 w 426882"/>
                <a:gd name="connsiteY12" fmla="*/ 312347 h 489354"/>
                <a:gd name="connsiteX13" fmla="*/ 107794 w 426882"/>
                <a:gd name="connsiteY13" fmla="*/ 340922 h 489354"/>
                <a:gd name="connsiteX14" fmla="*/ 19688 w 426882"/>
                <a:gd name="connsiteY14" fmla="*/ 309966 h 489354"/>
                <a:gd name="connsiteX15" fmla="*/ 5400 w 426882"/>
                <a:gd name="connsiteY15" fmla="*/ 207571 h 489354"/>
                <a:gd name="connsiteX16" fmla="*/ 91125 w 426882"/>
                <a:gd name="connsiteY16" fmla="*/ 155184 h 489354"/>
                <a:gd name="connsiteX17" fmla="*/ 157800 w 426882"/>
                <a:gd name="connsiteY17" fmla="*/ 188522 h 489354"/>
                <a:gd name="connsiteX18" fmla="*/ 186376 w 426882"/>
                <a:gd name="connsiteY18" fmla="*/ 231383 h 489354"/>
                <a:gd name="connsiteX19" fmla="*/ 272100 w 426882"/>
                <a:gd name="connsiteY19" fmla="*/ 229003 h 489354"/>
                <a:gd name="connsiteX20" fmla="*/ 253051 w 426882"/>
                <a:gd name="connsiteY20" fmla="*/ 167090 h 489354"/>
                <a:gd name="connsiteX21" fmla="*/ 176850 w 426882"/>
                <a:gd name="connsiteY21" fmla="*/ 157565 h 489354"/>
                <a:gd name="connsiteX22" fmla="*/ 129225 w 426882"/>
                <a:gd name="connsiteY22" fmla="*/ 76603 h 489354"/>
                <a:gd name="connsiteX23" fmla="*/ 193518 w 426882"/>
                <a:gd name="connsiteY23" fmla="*/ 2784 h 489354"/>
                <a:gd name="connsiteX24" fmla="*/ 286387 w 426882"/>
                <a:gd name="connsiteY24" fmla="*/ 24214 h 489354"/>
                <a:gd name="connsiteX25" fmla="*/ 307820 w 426882"/>
                <a:gd name="connsiteY25" fmla="*/ 105178 h 489354"/>
                <a:gd name="connsiteX26" fmla="*/ 286388 w 426882"/>
                <a:gd name="connsiteY26" fmla="*/ 150422 h 489354"/>
                <a:gd name="connsiteX27" fmla="*/ 307819 w 426882"/>
                <a:gd name="connsiteY27" fmla="*/ 198047 h 489354"/>
                <a:gd name="connsiteX28" fmla="*/ 341157 w 426882"/>
                <a:gd name="connsiteY28" fmla="*/ 255197 h 489354"/>
                <a:gd name="connsiteX29" fmla="*/ 426882 w 426882"/>
                <a:gd name="connsiteY29" fmla="*/ 257579 h 489354"/>
                <a:gd name="connsiteX30" fmla="*/ 419738 w 426882"/>
                <a:gd name="connsiteY30" fmla="*/ 321872 h 489354"/>
                <a:gd name="connsiteX31" fmla="*/ 350682 w 426882"/>
                <a:gd name="connsiteY31" fmla="*/ 321872 h 489354"/>
                <a:gd name="connsiteX0" fmla="*/ 350682 w 426882"/>
                <a:gd name="connsiteY0" fmla="*/ 321872 h 483819"/>
                <a:gd name="connsiteX1" fmla="*/ 293531 w 426882"/>
                <a:gd name="connsiteY1" fmla="*/ 357592 h 483819"/>
                <a:gd name="connsiteX2" fmla="*/ 295913 w 426882"/>
                <a:gd name="connsiteY2" fmla="*/ 424265 h 483819"/>
                <a:gd name="connsiteX3" fmla="*/ 241144 w 426882"/>
                <a:gd name="connsiteY3" fmla="*/ 481415 h 483819"/>
                <a:gd name="connsiteX4" fmla="*/ 143513 w 426882"/>
                <a:gd name="connsiteY4" fmla="*/ 459985 h 483819"/>
                <a:gd name="connsiteX5" fmla="*/ 145893 w 426882"/>
                <a:gd name="connsiteY5" fmla="*/ 343302 h 483819"/>
                <a:gd name="connsiteX6" fmla="*/ 212569 w 426882"/>
                <a:gd name="connsiteY6" fmla="*/ 309967 h 483819"/>
                <a:gd name="connsiteX7" fmla="*/ 269718 w 426882"/>
                <a:gd name="connsiteY7" fmla="*/ 324253 h 483819"/>
                <a:gd name="connsiteX8" fmla="*/ 300675 w 426882"/>
                <a:gd name="connsiteY8" fmla="*/ 279009 h 483819"/>
                <a:gd name="connsiteX9" fmla="*/ 257813 w 426882"/>
                <a:gd name="connsiteY9" fmla="*/ 262340 h 483819"/>
                <a:gd name="connsiteX10" fmla="*/ 224475 w 426882"/>
                <a:gd name="connsiteY10" fmla="*/ 262340 h 483819"/>
                <a:gd name="connsiteX11" fmla="*/ 183994 w 426882"/>
                <a:gd name="connsiteY11" fmla="*/ 276628 h 483819"/>
                <a:gd name="connsiteX12" fmla="*/ 155419 w 426882"/>
                <a:gd name="connsiteY12" fmla="*/ 312347 h 483819"/>
                <a:gd name="connsiteX13" fmla="*/ 107794 w 426882"/>
                <a:gd name="connsiteY13" fmla="*/ 340922 h 483819"/>
                <a:gd name="connsiteX14" fmla="*/ 19688 w 426882"/>
                <a:gd name="connsiteY14" fmla="*/ 309966 h 483819"/>
                <a:gd name="connsiteX15" fmla="*/ 5400 w 426882"/>
                <a:gd name="connsiteY15" fmla="*/ 207571 h 483819"/>
                <a:gd name="connsiteX16" fmla="*/ 91125 w 426882"/>
                <a:gd name="connsiteY16" fmla="*/ 155184 h 483819"/>
                <a:gd name="connsiteX17" fmla="*/ 157800 w 426882"/>
                <a:gd name="connsiteY17" fmla="*/ 188522 h 483819"/>
                <a:gd name="connsiteX18" fmla="*/ 186376 w 426882"/>
                <a:gd name="connsiteY18" fmla="*/ 231383 h 483819"/>
                <a:gd name="connsiteX19" fmla="*/ 272100 w 426882"/>
                <a:gd name="connsiteY19" fmla="*/ 229003 h 483819"/>
                <a:gd name="connsiteX20" fmla="*/ 253051 w 426882"/>
                <a:gd name="connsiteY20" fmla="*/ 167090 h 483819"/>
                <a:gd name="connsiteX21" fmla="*/ 176850 w 426882"/>
                <a:gd name="connsiteY21" fmla="*/ 157565 h 483819"/>
                <a:gd name="connsiteX22" fmla="*/ 129225 w 426882"/>
                <a:gd name="connsiteY22" fmla="*/ 76603 h 483819"/>
                <a:gd name="connsiteX23" fmla="*/ 193518 w 426882"/>
                <a:gd name="connsiteY23" fmla="*/ 2784 h 483819"/>
                <a:gd name="connsiteX24" fmla="*/ 286387 w 426882"/>
                <a:gd name="connsiteY24" fmla="*/ 24214 h 483819"/>
                <a:gd name="connsiteX25" fmla="*/ 307820 w 426882"/>
                <a:gd name="connsiteY25" fmla="*/ 105178 h 483819"/>
                <a:gd name="connsiteX26" fmla="*/ 286388 w 426882"/>
                <a:gd name="connsiteY26" fmla="*/ 150422 h 483819"/>
                <a:gd name="connsiteX27" fmla="*/ 307819 w 426882"/>
                <a:gd name="connsiteY27" fmla="*/ 198047 h 483819"/>
                <a:gd name="connsiteX28" fmla="*/ 341157 w 426882"/>
                <a:gd name="connsiteY28" fmla="*/ 255197 h 483819"/>
                <a:gd name="connsiteX29" fmla="*/ 426882 w 426882"/>
                <a:gd name="connsiteY29" fmla="*/ 257579 h 483819"/>
                <a:gd name="connsiteX30" fmla="*/ 419738 w 426882"/>
                <a:gd name="connsiteY30" fmla="*/ 321872 h 483819"/>
                <a:gd name="connsiteX31" fmla="*/ 350682 w 426882"/>
                <a:gd name="connsiteY31" fmla="*/ 321872 h 4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26882" h="483819">
                  <a:moveTo>
                    <a:pt x="350682" y="321872"/>
                  </a:moveTo>
                  <a:cubicBezTo>
                    <a:pt x="322504" y="330206"/>
                    <a:pt x="308612" y="340923"/>
                    <a:pt x="293531" y="357592"/>
                  </a:cubicBezTo>
                  <a:cubicBezTo>
                    <a:pt x="297500" y="376642"/>
                    <a:pt x="304644" y="403628"/>
                    <a:pt x="295913" y="424265"/>
                  </a:cubicBezTo>
                  <a:cubicBezTo>
                    <a:pt x="287182" y="444902"/>
                    <a:pt x="266544" y="475462"/>
                    <a:pt x="241144" y="481415"/>
                  </a:cubicBezTo>
                  <a:cubicBezTo>
                    <a:pt x="215744" y="487368"/>
                    <a:pt x="159388" y="483004"/>
                    <a:pt x="143513" y="459985"/>
                  </a:cubicBezTo>
                  <a:cubicBezTo>
                    <a:pt x="127638" y="436966"/>
                    <a:pt x="112952" y="377830"/>
                    <a:pt x="145893" y="343302"/>
                  </a:cubicBezTo>
                  <a:cubicBezTo>
                    <a:pt x="178834" y="308774"/>
                    <a:pt x="191932" y="313142"/>
                    <a:pt x="212569" y="309967"/>
                  </a:cubicBezTo>
                  <a:cubicBezTo>
                    <a:pt x="233206" y="306792"/>
                    <a:pt x="255034" y="329413"/>
                    <a:pt x="269718" y="324253"/>
                  </a:cubicBezTo>
                  <a:cubicBezTo>
                    <a:pt x="284402" y="319093"/>
                    <a:pt x="302659" y="289328"/>
                    <a:pt x="300675" y="279009"/>
                  </a:cubicBezTo>
                  <a:cubicBezTo>
                    <a:pt x="298691" y="268690"/>
                    <a:pt x="270513" y="265118"/>
                    <a:pt x="257813" y="262340"/>
                  </a:cubicBezTo>
                  <a:cubicBezTo>
                    <a:pt x="245113" y="259562"/>
                    <a:pt x="236778" y="259959"/>
                    <a:pt x="224475" y="262340"/>
                  </a:cubicBezTo>
                  <a:cubicBezTo>
                    <a:pt x="212172" y="264721"/>
                    <a:pt x="195503" y="268294"/>
                    <a:pt x="183994" y="276628"/>
                  </a:cubicBezTo>
                  <a:cubicBezTo>
                    <a:pt x="172485" y="284962"/>
                    <a:pt x="168119" y="301631"/>
                    <a:pt x="155419" y="312347"/>
                  </a:cubicBezTo>
                  <a:cubicBezTo>
                    <a:pt x="142719" y="323063"/>
                    <a:pt x="130416" y="341319"/>
                    <a:pt x="107794" y="340922"/>
                  </a:cubicBezTo>
                  <a:cubicBezTo>
                    <a:pt x="85172" y="340525"/>
                    <a:pt x="36754" y="332191"/>
                    <a:pt x="19688" y="309966"/>
                  </a:cubicBezTo>
                  <a:cubicBezTo>
                    <a:pt x="2622" y="287741"/>
                    <a:pt x="-6506" y="233368"/>
                    <a:pt x="5400" y="207571"/>
                  </a:cubicBezTo>
                  <a:cubicBezTo>
                    <a:pt x="17306" y="181774"/>
                    <a:pt x="65725" y="158359"/>
                    <a:pt x="91125" y="155184"/>
                  </a:cubicBezTo>
                  <a:cubicBezTo>
                    <a:pt x="116525" y="152009"/>
                    <a:pt x="141925" y="175822"/>
                    <a:pt x="157800" y="188522"/>
                  </a:cubicBezTo>
                  <a:cubicBezTo>
                    <a:pt x="173675" y="201222"/>
                    <a:pt x="176852" y="210349"/>
                    <a:pt x="186376" y="231383"/>
                  </a:cubicBezTo>
                  <a:cubicBezTo>
                    <a:pt x="214950" y="226224"/>
                    <a:pt x="260988" y="239718"/>
                    <a:pt x="272100" y="229003"/>
                  </a:cubicBezTo>
                  <a:cubicBezTo>
                    <a:pt x="283212" y="218288"/>
                    <a:pt x="264163" y="186140"/>
                    <a:pt x="253051" y="167090"/>
                  </a:cubicBezTo>
                  <a:cubicBezTo>
                    <a:pt x="232414" y="167090"/>
                    <a:pt x="197488" y="172646"/>
                    <a:pt x="176850" y="157565"/>
                  </a:cubicBezTo>
                  <a:cubicBezTo>
                    <a:pt x="156212" y="142484"/>
                    <a:pt x="126447" y="102400"/>
                    <a:pt x="129225" y="76603"/>
                  </a:cubicBezTo>
                  <a:cubicBezTo>
                    <a:pt x="132003" y="50806"/>
                    <a:pt x="167324" y="11516"/>
                    <a:pt x="193518" y="2784"/>
                  </a:cubicBezTo>
                  <a:cubicBezTo>
                    <a:pt x="219712" y="-5948"/>
                    <a:pt x="267337" y="7148"/>
                    <a:pt x="286387" y="24214"/>
                  </a:cubicBezTo>
                  <a:cubicBezTo>
                    <a:pt x="305437" y="41280"/>
                    <a:pt x="307820" y="84143"/>
                    <a:pt x="307820" y="105178"/>
                  </a:cubicBezTo>
                  <a:cubicBezTo>
                    <a:pt x="307820" y="126213"/>
                    <a:pt x="286388" y="134944"/>
                    <a:pt x="286388" y="150422"/>
                  </a:cubicBezTo>
                  <a:cubicBezTo>
                    <a:pt x="286388" y="165900"/>
                    <a:pt x="298691" y="180585"/>
                    <a:pt x="307819" y="198047"/>
                  </a:cubicBezTo>
                  <a:cubicBezTo>
                    <a:pt x="316947" y="215510"/>
                    <a:pt x="325283" y="234163"/>
                    <a:pt x="341157" y="255197"/>
                  </a:cubicBezTo>
                  <a:cubicBezTo>
                    <a:pt x="364175" y="257182"/>
                    <a:pt x="379654" y="255992"/>
                    <a:pt x="426882" y="257579"/>
                  </a:cubicBezTo>
                  <a:cubicBezTo>
                    <a:pt x="416960" y="285360"/>
                    <a:pt x="422119" y="279010"/>
                    <a:pt x="419738" y="321872"/>
                  </a:cubicBezTo>
                  <a:cubicBezTo>
                    <a:pt x="379257" y="321872"/>
                    <a:pt x="383624" y="320682"/>
                    <a:pt x="350682" y="3218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8430AC7-0045-E46E-06BA-8A2933E9CD49}"/>
                </a:ext>
              </a:extLst>
            </p:cNvPr>
            <p:cNvSpPr/>
            <p:nvPr/>
          </p:nvSpPr>
          <p:spPr>
            <a:xfrm>
              <a:off x="2784293" y="3577486"/>
              <a:ext cx="95249" cy="944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DFAC60-1A35-6701-1F20-C25A7DE52A02}"/>
                </a:ext>
              </a:extLst>
            </p:cNvPr>
            <p:cNvSpPr/>
            <p:nvPr/>
          </p:nvSpPr>
          <p:spPr>
            <a:xfrm>
              <a:off x="2795536" y="3481566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2FB654B-74CA-72CE-FF19-6D0F9FF30018}"/>
                </a:ext>
              </a:extLst>
            </p:cNvPr>
            <p:cNvSpPr/>
            <p:nvPr/>
          </p:nvSpPr>
          <p:spPr>
            <a:xfrm>
              <a:off x="2902029" y="3474098"/>
              <a:ext cx="95250" cy="902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401AE7-97B6-E280-0CF9-60861179EBCE}"/>
              </a:ext>
            </a:extLst>
          </p:cNvPr>
          <p:cNvCxnSpPr>
            <a:cxnSpLocks/>
          </p:cNvCxnSpPr>
          <p:nvPr/>
        </p:nvCxnSpPr>
        <p:spPr>
          <a:xfrm flipV="1">
            <a:off x="1688271" y="4406375"/>
            <a:ext cx="956720" cy="2002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CF5F2E-55EC-EE32-4A1B-E5359205CCB7}"/>
              </a:ext>
            </a:extLst>
          </p:cNvPr>
          <p:cNvSpPr txBox="1"/>
          <p:nvPr/>
        </p:nvSpPr>
        <p:spPr>
          <a:xfrm>
            <a:off x="2501341" y="4955406"/>
            <a:ext cx="3290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Evaluate for underlying pathology </a:t>
            </a:r>
          </a:p>
          <a:p>
            <a:pPr marL="573088" lvl="1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Exam</a:t>
            </a:r>
          </a:p>
          <a:p>
            <a:pPr marL="573088" lvl="1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CXR</a:t>
            </a:r>
          </a:p>
          <a:p>
            <a:pPr marL="573088" lvl="1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Abdominal XR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Treat underlying pathology</a:t>
            </a:r>
          </a:p>
        </p:txBody>
      </p:sp>
      <p:sp>
        <p:nvSpPr>
          <p:cNvPr id="11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2C5C8737-35E0-FF1F-1FE0-53DEEC576803}"/>
              </a:ext>
            </a:extLst>
          </p:cNvPr>
          <p:cNvSpPr/>
          <p:nvPr/>
        </p:nvSpPr>
        <p:spPr>
          <a:xfrm>
            <a:off x="503702" y="1714397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1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DCB2AED-8E19-AC2A-7844-0D810CD05DA5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194606" y="1589290"/>
            <a:ext cx="394189" cy="22400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 2">
            <a:hlinkClick r:id="rId5" action="ppaction://hlinksldjump"/>
            <a:extLst>
              <a:ext uri="{FF2B5EF4-FFF2-40B4-BE49-F238E27FC236}">
                <a16:creationId xmlns:a16="http://schemas.microsoft.com/office/drawing/2014/main" id="{B227909F-5109-6003-97A0-D423BA52823E}"/>
              </a:ext>
            </a:extLst>
          </p:cNvPr>
          <p:cNvSpPr/>
          <p:nvPr/>
        </p:nvSpPr>
        <p:spPr>
          <a:xfrm>
            <a:off x="503702" y="2236333"/>
            <a:ext cx="1134658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2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BF32E9F-A186-16CC-5F70-3D1563AB66FE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119373" y="2035994"/>
            <a:ext cx="544652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49E046EA-2E83-015D-EE30-100BDDC926B9}"/>
              </a:ext>
            </a:extLst>
          </p:cNvPr>
          <p:cNvSpPr/>
          <p:nvPr/>
        </p:nvSpPr>
        <p:spPr>
          <a:xfrm>
            <a:off x="503702" y="2758269"/>
            <a:ext cx="1125326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Step 3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4B314E7-E8EB-76BF-2D45-58B35A2C4922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119471" y="2558028"/>
            <a:ext cx="544456" cy="22400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bj 3">
            <a:hlinkClick r:id="rId4" action="ppaction://hlinksldjump"/>
            <a:extLst>
              <a:ext uri="{FF2B5EF4-FFF2-40B4-BE49-F238E27FC236}">
                <a16:creationId xmlns:a16="http://schemas.microsoft.com/office/drawing/2014/main" id="{7C02ACAD-D69B-D231-FCFF-547854EC7DEF}"/>
              </a:ext>
            </a:extLst>
          </p:cNvPr>
          <p:cNvSpPr/>
          <p:nvPr/>
        </p:nvSpPr>
        <p:spPr>
          <a:xfrm>
            <a:off x="167951" y="1192461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Peak P Alarm </a:t>
            </a:r>
          </a:p>
        </p:txBody>
      </p:sp>
      <p:sp>
        <p:nvSpPr>
          <p:cNvPr id="39" name="Obj 1">
            <a:hlinkClick r:id="rId7" action="ppaction://hlinksldjump"/>
            <a:extLst>
              <a:ext uri="{FF2B5EF4-FFF2-40B4-BE49-F238E27FC236}">
                <a16:creationId xmlns:a16="http://schemas.microsoft.com/office/drawing/2014/main" id="{B979BA15-9A2E-4B6C-25AF-217CF41F5511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40" name="Obj 2">
            <a:hlinkClick r:id="rId8" action="ppaction://hlinksldjump"/>
            <a:extLst>
              <a:ext uri="{FF2B5EF4-FFF2-40B4-BE49-F238E27FC236}">
                <a16:creationId xmlns:a16="http://schemas.microsoft.com/office/drawing/2014/main" id="{DFB4C61B-B7B7-BF3B-C888-2D11B186949E}"/>
              </a:ext>
            </a:extLst>
          </p:cNvPr>
          <p:cNvSpPr/>
          <p:nvPr/>
        </p:nvSpPr>
        <p:spPr>
          <a:xfrm>
            <a:off x="167950" y="670525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43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8A3AF045-9CC8-C21A-8655-6DAE6E8E93BB}"/>
              </a:ext>
            </a:extLst>
          </p:cNvPr>
          <p:cNvSpPr/>
          <p:nvPr/>
        </p:nvSpPr>
        <p:spPr>
          <a:xfrm>
            <a:off x="167949" y="326749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57DD42A4-CD43-F927-C901-2400C27DF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1949846"/>
            <a:ext cx="274320" cy="274320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D6F11C80-FBB6-343B-EB30-BED065B14E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3512732"/>
            <a:ext cx="274320" cy="274320"/>
          </a:xfrm>
          <a:prstGeom prst="rect">
            <a:avLst/>
          </a:prstGeom>
        </p:spPr>
      </p:pic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A7EF038C-5BBC-FBAC-33DE-1541AF7CE1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2472876"/>
            <a:ext cx="274320" cy="274320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43CE199F-CF6E-9568-42BB-179E67AC44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392258"/>
            <a:ext cx="274320" cy="274320"/>
          </a:xfrm>
          <a:prstGeom prst="rect">
            <a:avLst/>
          </a:prstGeom>
        </p:spPr>
      </p:pic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6FFE82D2-4429-B00C-B2C4-6943AC2CE9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11505" y="915687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8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C3AC2C-0C3E-FBA7-EA58-464C10126EC6}"/>
              </a:ext>
            </a:extLst>
          </p:cNvPr>
          <p:cNvSpPr/>
          <p:nvPr/>
        </p:nvSpPr>
        <p:spPr>
          <a:xfrm>
            <a:off x="8521928" y="679347"/>
            <a:ext cx="3290965" cy="3039211"/>
          </a:xfrm>
          <a:prstGeom prst="roundRect">
            <a:avLst>
              <a:gd name="adj" fmla="val 10664"/>
            </a:avLst>
          </a:prstGeom>
          <a:solidFill>
            <a:schemeClr val="accent5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FB8C18-16D9-D04B-003E-22B8EBC9B756}"/>
              </a:ext>
            </a:extLst>
          </p:cNvPr>
          <p:cNvGrpSpPr/>
          <p:nvPr/>
        </p:nvGrpSpPr>
        <p:grpSpPr>
          <a:xfrm>
            <a:off x="3097815" y="4731488"/>
            <a:ext cx="8542826" cy="1657013"/>
            <a:chOff x="1642186" y="4868236"/>
            <a:chExt cx="8542826" cy="1657013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CB2D0F9-0716-721F-E59D-AB88A666402B}"/>
                </a:ext>
              </a:extLst>
            </p:cNvPr>
            <p:cNvGrpSpPr/>
            <p:nvPr/>
          </p:nvGrpSpPr>
          <p:grpSpPr>
            <a:xfrm>
              <a:off x="1642186" y="4868236"/>
              <a:ext cx="8542826" cy="1657013"/>
              <a:chOff x="2536492" y="3841495"/>
              <a:chExt cx="8542826" cy="1657013"/>
            </a:xfrm>
          </p:grpSpPr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924DDA44-C8A6-6A23-CED9-C992CFFB55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7081" y="3841495"/>
                <a:ext cx="0" cy="165701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68AB4573-BFF4-55C5-56AD-03A52880B6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0228" y="5496260"/>
                <a:ext cx="8159090" cy="224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353A7D3F-C875-954F-691A-2BEC6A4EFA14}"/>
                  </a:ext>
                </a:extLst>
              </p:cNvPr>
              <p:cNvSpPr txBox="1"/>
              <p:nvPr/>
            </p:nvSpPr>
            <p:spPr>
              <a:xfrm rot="16200000">
                <a:off x="2152562" y="4474910"/>
                <a:ext cx="1158041" cy="390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Pressure</a:t>
                </a:r>
              </a:p>
            </p:txBody>
          </p:sp>
        </p:grp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5BD4509-A568-7A4C-C92E-2D4824791C93}"/>
                </a:ext>
              </a:extLst>
            </p:cNvPr>
            <p:cNvSpPr/>
            <p:nvPr/>
          </p:nvSpPr>
          <p:spPr>
            <a:xfrm>
              <a:off x="1998541" y="4879019"/>
              <a:ext cx="8097007" cy="1318464"/>
            </a:xfrm>
            <a:custGeom>
              <a:avLst/>
              <a:gdLst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17270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51560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83945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69280 w 8343900"/>
                <a:gd name="connsiteY12" fmla="*/ 480060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83480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6299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82040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23110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20340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18348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6299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16" fmla="*/ 8343900 w 8343900"/>
                <a:gd name="connsiteY16" fmla="*/ 106299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6299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5156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17270 w 8343900"/>
                <a:gd name="connsiteY4" fmla="*/ 108585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38010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34627 w 8343900"/>
                <a:gd name="connsiteY8" fmla="*/ 1075372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4997768 w 8343900"/>
                <a:gd name="connsiteY9" fmla="*/ 1079182 h 1085850"/>
                <a:gd name="connsiteX10" fmla="*/ 5006340 w 8343900"/>
                <a:gd name="connsiteY10" fmla="*/ 491490 h 1085850"/>
                <a:gd name="connsiteX11" fmla="*/ 5657850 w 8343900"/>
                <a:gd name="connsiteY11" fmla="*/ 0 h 1085850"/>
                <a:gd name="connsiteX12" fmla="*/ 5650230 w 8343900"/>
                <a:gd name="connsiteY12" fmla="*/ 484823 h 1085850"/>
                <a:gd name="connsiteX13" fmla="*/ 6981287 w 8343900"/>
                <a:gd name="connsiteY13" fmla="*/ 480060 h 1085850"/>
                <a:gd name="connsiteX14" fmla="*/ 6960870 w 8343900"/>
                <a:gd name="connsiteY14" fmla="*/ 1085850 h 1085850"/>
                <a:gd name="connsiteX15" fmla="*/ 8343900 w 8343900"/>
                <a:gd name="connsiteY15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4997768 w 8343900"/>
                <a:gd name="connsiteY10" fmla="*/ 1079182 h 1085850"/>
                <a:gd name="connsiteX11" fmla="*/ 5006340 w 8343900"/>
                <a:gd name="connsiteY11" fmla="*/ 491490 h 1085850"/>
                <a:gd name="connsiteX12" fmla="*/ 5657850 w 8343900"/>
                <a:gd name="connsiteY12" fmla="*/ 0 h 1085850"/>
                <a:gd name="connsiteX13" fmla="*/ 5650230 w 8343900"/>
                <a:gd name="connsiteY13" fmla="*/ 484823 h 1085850"/>
                <a:gd name="connsiteX14" fmla="*/ 6981287 w 8343900"/>
                <a:gd name="connsiteY14" fmla="*/ 480060 h 1085850"/>
                <a:gd name="connsiteX15" fmla="*/ 6960870 w 8343900"/>
                <a:gd name="connsiteY15" fmla="*/ 1085850 h 1085850"/>
                <a:gd name="connsiteX16" fmla="*/ 8343900 w 8343900"/>
                <a:gd name="connsiteY16" fmla="*/ 1085850 h 1085850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930018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112673"/>
                <a:gd name="connsiteX1" fmla="*/ 320040 w 8343900"/>
                <a:gd name="connsiteY1" fmla="*/ 1074420 h 1112673"/>
                <a:gd name="connsiteX2" fmla="*/ 331470 w 8343900"/>
                <a:gd name="connsiteY2" fmla="*/ 480060 h 1112673"/>
                <a:gd name="connsiteX3" fmla="*/ 1005840 w 8343900"/>
                <a:gd name="connsiteY3" fmla="*/ 45720 h 1112673"/>
                <a:gd name="connsiteX4" fmla="*/ 1002030 w 8343900"/>
                <a:gd name="connsiteY4" fmla="*/ 1078230 h 1112673"/>
                <a:gd name="connsiteX5" fmla="*/ 2004061 w 8343900"/>
                <a:gd name="connsiteY5" fmla="*/ 1074420 h 1112673"/>
                <a:gd name="connsiteX6" fmla="*/ 2011680 w 8343900"/>
                <a:gd name="connsiteY6" fmla="*/ 434340 h 1112673"/>
                <a:gd name="connsiteX7" fmla="*/ 2720340 w 8343900"/>
                <a:gd name="connsiteY7" fmla="*/ 22860 h 1112673"/>
                <a:gd name="connsiteX8" fmla="*/ 2715177 w 8343900"/>
                <a:gd name="connsiteY8" fmla="*/ 566066 h 1112673"/>
                <a:gd name="connsiteX9" fmla="*/ 3852217 w 8343900"/>
                <a:gd name="connsiteY9" fmla="*/ 575338 h 1112673"/>
                <a:gd name="connsiteX10" fmla="*/ 3861942 w 8343900"/>
                <a:gd name="connsiteY10" fmla="*/ 1058301 h 1112673"/>
                <a:gd name="connsiteX11" fmla="*/ 4997768 w 8343900"/>
                <a:gd name="connsiteY11" fmla="*/ 1079182 h 1112673"/>
                <a:gd name="connsiteX12" fmla="*/ 5006340 w 8343900"/>
                <a:gd name="connsiteY12" fmla="*/ 491490 h 1112673"/>
                <a:gd name="connsiteX13" fmla="*/ 5657850 w 8343900"/>
                <a:gd name="connsiteY13" fmla="*/ 0 h 1112673"/>
                <a:gd name="connsiteX14" fmla="*/ 5650230 w 8343900"/>
                <a:gd name="connsiteY14" fmla="*/ 484823 h 1112673"/>
                <a:gd name="connsiteX15" fmla="*/ 6981287 w 8343900"/>
                <a:gd name="connsiteY15" fmla="*/ 480060 h 1112673"/>
                <a:gd name="connsiteX16" fmla="*/ 6960870 w 8343900"/>
                <a:gd name="connsiteY16" fmla="*/ 1085850 h 1112673"/>
                <a:gd name="connsiteX17" fmla="*/ 8343900 w 8343900"/>
                <a:gd name="connsiteY17" fmla="*/ 1085850 h 1112673"/>
                <a:gd name="connsiteX0" fmla="*/ 0 w 8343900"/>
                <a:gd name="connsiteY0" fmla="*/ 1072515 h 1091882"/>
                <a:gd name="connsiteX1" fmla="*/ 320040 w 8343900"/>
                <a:gd name="connsiteY1" fmla="*/ 1074420 h 1091882"/>
                <a:gd name="connsiteX2" fmla="*/ 331470 w 8343900"/>
                <a:gd name="connsiteY2" fmla="*/ 480060 h 1091882"/>
                <a:gd name="connsiteX3" fmla="*/ 1005840 w 8343900"/>
                <a:gd name="connsiteY3" fmla="*/ 45720 h 1091882"/>
                <a:gd name="connsiteX4" fmla="*/ 1002030 w 8343900"/>
                <a:gd name="connsiteY4" fmla="*/ 1078230 h 1091882"/>
                <a:gd name="connsiteX5" fmla="*/ 2004061 w 8343900"/>
                <a:gd name="connsiteY5" fmla="*/ 1074420 h 1091882"/>
                <a:gd name="connsiteX6" fmla="*/ 2011680 w 8343900"/>
                <a:gd name="connsiteY6" fmla="*/ 434340 h 1091882"/>
                <a:gd name="connsiteX7" fmla="*/ 2720340 w 8343900"/>
                <a:gd name="connsiteY7" fmla="*/ 22860 h 1091882"/>
                <a:gd name="connsiteX8" fmla="*/ 2715177 w 8343900"/>
                <a:gd name="connsiteY8" fmla="*/ 566066 h 1091882"/>
                <a:gd name="connsiteX9" fmla="*/ 3852217 w 8343900"/>
                <a:gd name="connsiteY9" fmla="*/ 575338 h 1091882"/>
                <a:gd name="connsiteX10" fmla="*/ 3861942 w 8343900"/>
                <a:gd name="connsiteY10" fmla="*/ 1058301 h 1091882"/>
                <a:gd name="connsiteX11" fmla="*/ 4997768 w 8343900"/>
                <a:gd name="connsiteY11" fmla="*/ 1079182 h 1091882"/>
                <a:gd name="connsiteX12" fmla="*/ 5006340 w 8343900"/>
                <a:gd name="connsiteY12" fmla="*/ 491490 h 1091882"/>
                <a:gd name="connsiteX13" fmla="*/ 5657850 w 8343900"/>
                <a:gd name="connsiteY13" fmla="*/ 0 h 1091882"/>
                <a:gd name="connsiteX14" fmla="*/ 5650230 w 8343900"/>
                <a:gd name="connsiteY14" fmla="*/ 484823 h 1091882"/>
                <a:gd name="connsiteX15" fmla="*/ 6981287 w 8343900"/>
                <a:gd name="connsiteY15" fmla="*/ 480060 h 1091882"/>
                <a:gd name="connsiteX16" fmla="*/ 6960870 w 8343900"/>
                <a:gd name="connsiteY16" fmla="*/ 1085850 h 1091882"/>
                <a:gd name="connsiteX17" fmla="*/ 8343900 w 8343900"/>
                <a:gd name="connsiteY17" fmla="*/ 1085850 h 1091882"/>
                <a:gd name="connsiteX0" fmla="*/ 0 w 8343900"/>
                <a:gd name="connsiteY0" fmla="*/ 1072515 h 1096256"/>
                <a:gd name="connsiteX1" fmla="*/ 320040 w 8343900"/>
                <a:gd name="connsiteY1" fmla="*/ 1074420 h 1096256"/>
                <a:gd name="connsiteX2" fmla="*/ 331470 w 8343900"/>
                <a:gd name="connsiteY2" fmla="*/ 480060 h 1096256"/>
                <a:gd name="connsiteX3" fmla="*/ 1005840 w 8343900"/>
                <a:gd name="connsiteY3" fmla="*/ 45720 h 1096256"/>
                <a:gd name="connsiteX4" fmla="*/ 1002030 w 8343900"/>
                <a:gd name="connsiteY4" fmla="*/ 1078230 h 1096256"/>
                <a:gd name="connsiteX5" fmla="*/ 2004061 w 8343900"/>
                <a:gd name="connsiteY5" fmla="*/ 1074420 h 1096256"/>
                <a:gd name="connsiteX6" fmla="*/ 2011680 w 8343900"/>
                <a:gd name="connsiteY6" fmla="*/ 434340 h 1096256"/>
                <a:gd name="connsiteX7" fmla="*/ 2720340 w 8343900"/>
                <a:gd name="connsiteY7" fmla="*/ 22860 h 1096256"/>
                <a:gd name="connsiteX8" fmla="*/ 2715177 w 8343900"/>
                <a:gd name="connsiteY8" fmla="*/ 566066 h 1096256"/>
                <a:gd name="connsiteX9" fmla="*/ 3852217 w 8343900"/>
                <a:gd name="connsiteY9" fmla="*/ 575338 h 1096256"/>
                <a:gd name="connsiteX10" fmla="*/ 3861942 w 8343900"/>
                <a:gd name="connsiteY10" fmla="*/ 1075864 h 1096256"/>
                <a:gd name="connsiteX11" fmla="*/ 4997768 w 8343900"/>
                <a:gd name="connsiteY11" fmla="*/ 1079182 h 1096256"/>
                <a:gd name="connsiteX12" fmla="*/ 5006340 w 8343900"/>
                <a:gd name="connsiteY12" fmla="*/ 491490 h 1096256"/>
                <a:gd name="connsiteX13" fmla="*/ 5657850 w 8343900"/>
                <a:gd name="connsiteY13" fmla="*/ 0 h 1096256"/>
                <a:gd name="connsiteX14" fmla="*/ 5650230 w 8343900"/>
                <a:gd name="connsiteY14" fmla="*/ 484823 h 1096256"/>
                <a:gd name="connsiteX15" fmla="*/ 6981287 w 8343900"/>
                <a:gd name="connsiteY15" fmla="*/ 480060 h 1096256"/>
                <a:gd name="connsiteX16" fmla="*/ 6960870 w 8343900"/>
                <a:gd name="connsiteY16" fmla="*/ 1085850 h 1096256"/>
                <a:gd name="connsiteX17" fmla="*/ 8343900 w 8343900"/>
                <a:gd name="connsiteY17" fmla="*/ 1085850 h 1096256"/>
                <a:gd name="connsiteX0" fmla="*/ 0 w 8343900"/>
                <a:gd name="connsiteY0" fmla="*/ 1072515 h 1090827"/>
                <a:gd name="connsiteX1" fmla="*/ 320040 w 8343900"/>
                <a:gd name="connsiteY1" fmla="*/ 1074420 h 1090827"/>
                <a:gd name="connsiteX2" fmla="*/ 331470 w 8343900"/>
                <a:gd name="connsiteY2" fmla="*/ 480060 h 1090827"/>
                <a:gd name="connsiteX3" fmla="*/ 1005840 w 8343900"/>
                <a:gd name="connsiteY3" fmla="*/ 45720 h 1090827"/>
                <a:gd name="connsiteX4" fmla="*/ 1002030 w 8343900"/>
                <a:gd name="connsiteY4" fmla="*/ 1078230 h 1090827"/>
                <a:gd name="connsiteX5" fmla="*/ 2004061 w 8343900"/>
                <a:gd name="connsiteY5" fmla="*/ 1074420 h 1090827"/>
                <a:gd name="connsiteX6" fmla="*/ 2011680 w 8343900"/>
                <a:gd name="connsiteY6" fmla="*/ 434340 h 1090827"/>
                <a:gd name="connsiteX7" fmla="*/ 2720340 w 8343900"/>
                <a:gd name="connsiteY7" fmla="*/ 22860 h 1090827"/>
                <a:gd name="connsiteX8" fmla="*/ 2715177 w 8343900"/>
                <a:gd name="connsiteY8" fmla="*/ 566066 h 1090827"/>
                <a:gd name="connsiteX9" fmla="*/ 3852217 w 8343900"/>
                <a:gd name="connsiteY9" fmla="*/ 575338 h 1090827"/>
                <a:gd name="connsiteX10" fmla="*/ 3861942 w 8343900"/>
                <a:gd name="connsiteY10" fmla="*/ 1075864 h 1090827"/>
                <a:gd name="connsiteX11" fmla="*/ 4997768 w 8343900"/>
                <a:gd name="connsiteY11" fmla="*/ 1079182 h 1090827"/>
                <a:gd name="connsiteX12" fmla="*/ 5006340 w 8343900"/>
                <a:gd name="connsiteY12" fmla="*/ 491490 h 1090827"/>
                <a:gd name="connsiteX13" fmla="*/ 5657850 w 8343900"/>
                <a:gd name="connsiteY13" fmla="*/ 0 h 1090827"/>
                <a:gd name="connsiteX14" fmla="*/ 5650230 w 8343900"/>
                <a:gd name="connsiteY14" fmla="*/ 484823 h 1090827"/>
                <a:gd name="connsiteX15" fmla="*/ 6981287 w 8343900"/>
                <a:gd name="connsiteY15" fmla="*/ 480060 h 1090827"/>
                <a:gd name="connsiteX16" fmla="*/ 6960870 w 8343900"/>
                <a:gd name="connsiteY16" fmla="*/ 1085850 h 1090827"/>
                <a:gd name="connsiteX17" fmla="*/ 8343900 w 8343900"/>
                <a:gd name="connsiteY17" fmla="*/ 1085850 h 1090827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31470 w 8343900"/>
                <a:gd name="connsiteY2" fmla="*/ 480060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45720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49389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28075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11680 w 8343900"/>
                <a:gd name="connsiteY6" fmla="*/ 434340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0340 w 8343900"/>
                <a:gd name="connsiteY7" fmla="*/ 22860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7 w 8343900"/>
                <a:gd name="connsiteY8" fmla="*/ 566066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57533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699079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2217 w 8343900"/>
                <a:gd name="connsiteY9" fmla="*/ 744668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0230 w 8343900"/>
                <a:gd name="connsiteY14" fmla="*/ 484823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81287 w 8343900"/>
                <a:gd name="connsiteY15" fmla="*/ 480060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43018 w 8343900"/>
                <a:gd name="connsiteY14" fmla="*/ 732305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74075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5 w 8343900"/>
                <a:gd name="connsiteY8" fmla="*/ 709345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07966 w 8343900"/>
                <a:gd name="connsiteY8" fmla="*/ 735396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15179 w 8343900"/>
                <a:gd name="connsiteY8" fmla="*/ 722371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725130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706254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70149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05914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36463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35806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718 w 8343900"/>
                <a:gd name="connsiteY14" fmla="*/ 697059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687756 h 1085850"/>
                <a:gd name="connsiteX15" fmla="*/ 6952437 w 8343900"/>
                <a:gd name="connsiteY15" fmla="*/ 683101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56414 w 8343900"/>
                <a:gd name="connsiteY14" fmla="*/ 687756 h 1085850"/>
                <a:gd name="connsiteX15" fmla="*/ 6952437 w 8343900"/>
                <a:gd name="connsiteY15" fmla="*/ 434854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598 w 8343900"/>
                <a:gd name="connsiteY14" fmla="*/ 448702 h 1085850"/>
                <a:gd name="connsiteX15" fmla="*/ 6952437 w 8343900"/>
                <a:gd name="connsiteY15" fmla="*/ 434854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598 w 8343900"/>
                <a:gd name="connsiteY14" fmla="*/ 411925 h 1085850"/>
                <a:gd name="connsiteX15" fmla="*/ 6952437 w 8343900"/>
                <a:gd name="connsiteY15" fmla="*/ 434854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598 w 8343900"/>
                <a:gd name="connsiteY14" fmla="*/ 439508 h 1085850"/>
                <a:gd name="connsiteX15" fmla="*/ 6952437 w 8343900"/>
                <a:gd name="connsiteY15" fmla="*/ 434854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8343900"/>
                <a:gd name="connsiteY0" fmla="*/ 1072515 h 1085850"/>
                <a:gd name="connsiteX1" fmla="*/ 320040 w 8343900"/>
                <a:gd name="connsiteY1" fmla="*/ 1074420 h 1085850"/>
                <a:gd name="connsiteX2" fmla="*/ 324257 w 8343900"/>
                <a:gd name="connsiteY2" fmla="*/ 688465 h 1085850"/>
                <a:gd name="connsiteX3" fmla="*/ 1005840 w 8343900"/>
                <a:gd name="connsiteY3" fmla="*/ 254126 h 1085850"/>
                <a:gd name="connsiteX4" fmla="*/ 1002030 w 8343900"/>
                <a:gd name="connsiteY4" fmla="*/ 1078230 h 1085850"/>
                <a:gd name="connsiteX5" fmla="*/ 2004061 w 8343900"/>
                <a:gd name="connsiteY5" fmla="*/ 1074420 h 1085850"/>
                <a:gd name="connsiteX6" fmla="*/ 2004467 w 8343900"/>
                <a:gd name="connsiteY6" fmla="*/ 623208 h 1085850"/>
                <a:gd name="connsiteX7" fmla="*/ 2726281 w 8343900"/>
                <a:gd name="connsiteY7" fmla="*/ 211728 h 1085850"/>
                <a:gd name="connsiteX8" fmla="*/ 2725362 w 8343900"/>
                <a:gd name="connsiteY8" fmla="*/ 694788 h 1085850"/>
                <a:gd name="connsiteX9" fmla="*/ 3859430 w 8343900"/>
                <a:gd name="connsiteY9" fmla="*/ 697547 h 1085850"/>
                <a:gd name="connsiteX10" fmla="*/ 3861942 w 8343900"/>
                <a:gd name="connsiteY10" fmla="*/ 1075864 h 1085850"/>
                <a:gd name="connsiteX11" fmla="*/ 4997768 w 8343900"/>
                <a:gd name="connsiteY11" fmla="*/ 1079182 h 1085850"/>
                <a:gd name="connsiteX12" fmla="*/ 5006340 w 8343900"/>
                <a:gd name="connsiteY12" fmla="*/ 491490 h 1085850"/>
                <a:gd name="connsiteX13" fmla="*/ 5657850 w 8343900"/>
                <a:gd name="connsiteY13" fmla="*/ 0 h 1085850"/>
                <a:gd name="connsiteX14" fmla="*/ 5666598 w 8343900"/>
                <a:gd name="connsiteY14" fmla="*/ 439508 h 1085850"/>
                <a:gd name="connsiteX15" fmla="*/ 6952437 w 8343900"/>
                <a:gd name="connsiteY15" fmla="*/ 434854 h 1085850"/>
                <a:gd name="connsiteX16" fmla="*/ 6960870 w 8343900"/>
                <a:gd name="connsiteY16" fmla="*/ 1085850 h 1085850"/>
                <a:gd name="connsiteX17" fmla="*/ 8343900 w 8343900"/>
                <a:gd name="connsiteY17" fmla="*/ 1085850 h 1085850"/>
                <a:gd name="connsiteX0" fmla="*/ 0 w 7678650"/>
                <a:gd name="connsiteY0" fmla="*/ 1072515 h 1092309"/>
                <a:gd name="connsiteX1" fmla="*/ 320040 w 7678650"/>
                <a:gd name="connsiteY1" fmla="*/ 1074420 h 1092309"/>
                <a:gd name="connsiteX2" fmla="*/ 324257 w 7678650"/>
                <a:gd name="connsiteY2" fmla="*/ 688465 h 1092309"/>
                <a:gd name="connsiteX3" fmla="*/ 1005840 w 7678650"/>
                <a:gd name="connsiteY3" fmla="*/ 254126 h 1092309"/>
                <a:gd name="connsiteX4" fmla="*/ 1002030 w 7678650"/>
                <a:gd name="connsiteY4" fmla="*/ 1078230 h 1092309"/>
                <a:gd name="connsiteX5" fmla="*/ 2004061 w 7678650"/>
                <a:gd name="connsiteY5" fmla="*/ 1074420 h 1092309"/>
                <a:gd name="connsiteX6" fmla="*/ 2004467 w 7678650"/>
                <a:gd name="connsiteY6" fmla="*/ 623208 h 1092309"/>
                <a:gd name="connsiteX7" fmla="*/ 2726281 w 7678650"/>
                <a:gd name="connsiteY7" fmla="*/ 211728 h 1092309"/>
                <a:gd name="connsiteX8" fmla="*/ 2725362 w 7678650"/>
                <a:gd name="connsiteY8" fmla="*/ 694788 h 1092309"/>
                <a:gd name="connsiteX9" fmla="*/ 3859430 w 7678650"/>
                <a:gd name="connsiteY9" fmla="*/ 697547 h 1092309"/>
                <a:gd name="connsiteX10" fmla="*/ 3861942 w 7678650"/>
                <a:gd name="connsiteY10" fmla="*/ 1075864 h 1092309"/>
                <a:gd name="connsiteX11" fmla="*/ 4997768 w 7678650"/>
                <a:gd name="connsiteY11" fmla="*/ 1079182 h 1092309"/>
                <a:gd name="connsiteX12" fmla="*/ 5006340 w 7678650"/>
                <a:gd name="connsiteY12" fmla="*/ 491490 h 1092309"/>
                <a:gd name="connsiteX13" fmla="*/ 5657850 w 7678650"/>
                <a:gd name="connsiteY13" fmla="*/ 0 h 1092309"/>
                <a:gd name="connsiteX14" fmla="*/ 5666598 w 7678650"/>
                <a:gd name="connsiteY14" fmla="*/ 439508 h 1092309"/>
                <a:gd name="connsiteX15" fmla="*/ 6952437 w 7678650"/>
                <a:gd name="connsiteY15" fmla="*/ 434854 h 1092309"/>
                <a:gd name="connsiteX16" fmla="*/ 6960870 w 7678650"/>
                <a:gd name="connsiteY16" fmla="*/ 1085850 h 1092309"/>
                <a:gd name="connsiteX17" fmla="*/ 7678650 w 7678650"/>
                <a:gd name="connsiteY17" fmla="*/ 1092309 h 1092309"/>
                <a:gd name="connsiteX0" fmla="*/ 0 w 7664344"/>
                <a:gd name="connsiteY0" fmla="*/ 1072515 h 1085850"/>
                <a:gd name="connsiteX1" fmla="*/ 320040 w 7664344"/>
                <a:gd name="connsiteY1" fmla="*/ 1074420 h 1085850"/>
                <a:gd name="connsiteX2" fmla="*/ 324257 w 7664344"/>
                <a:gd name="connsiteY2" fmla="*/ 688465 h 1085850"/>
                <a:gd name="connsiteX3" fmla="*/ 1005840 w 7664344"/>
                <a:gd name="connsiteY3" fmla="*/ 254126 h 1085850"/>
                <a:gd name="connsiteX4" fmla="*/ 1002030 w 7664344"/>
                <a:gd name="connsiteY4" fmla="*/ 1078230 h 1085850"/>
                <a:gd name="connsiteX5" fmla="*/ 2004061 w 7664344"/>
                <a:gd name="connsiteY5" fmla="*/ 1074420 h 1085850"/>
                <a:gd name="connsiteX6" fmla="*/ 2004467 w 7664344"/>
                <a:gd name="connsiteY6" fmla="*/ 623208 h 1085850"/>
                <a:gd name="connsiteX7" fmla="*/ 2726281 w 7664344"/>
                <a:gd name="connsiteY7" fmla="*/ 211728 h 1085850"/>
                <a:gd name="connsiteX8" fmla="*/ 2725362 w 7664344"/>
                <a:gd name="connsiteY8" fmla="*/ 694788 h 1085850"/>
                <a:gd name="connsiteX9" fmla="*/ 3859430 w 7664344"/>
                <a:gd name="connsiteY9" fmla="*/ 697547 h 1085850"/>
                <a:gd name="connsiteX10" fmla="*/ 3861942 w 7664344"/>
                <a:gd name="connsiteY10" fmla="*/ 1075864 h 1085850"/>
                <a:gd name="connsiteX11" fmla="*/ 4997768 w 7664344"/>
                <a:gd name="connsiteY11" fmla="*/ 1079182 h 1085850"/>
                <a:gd name="connsiteX12" fmla="*/ 5006340 w 7664344"/>
                <a:gd name="connsiteY12" fmla="*/ 491490 h 1085850"/>
                <a:gd name="connsiteX13" fmla="*/ 5657850 w 7664344"/>
                <a:gd name="connsiteY13" fmla="*/ 0 h 1085850"/>
                <a:gd name="connsiteX14" fmla="*/ 5666598 w 7664344"/>
                <a:gd name="connsiteY14" fmla="*/ 439508 h 1085850"/>
                <a:gd name="connsiteX15" fmla="*/ 6952437 w 7664344"/>
                <a:gd name="connsiteY15" fmla="*/ 434854 h 1085850"/>
                <a:gd name="connsiteX16" fmla="*/ 6960870 w 7664344"/>
                <a:gd name="connsiteY16" fmla="*/ 1085850 h 1085850"/>
                <a:gd name="connsiteX17" fmla="*/ 7664344 w 7664344"/>
                <a:gd name="connsiteY17" fmla="*/ 1066474 h 1085850"/>
                <a:gd name="connsiteX0" fmla="*/ 0 w 7664344"/>
                <a:gd name="connsiteY0" fmla="*/ 1072515 h 1085850"/>
                <a:gd name="connsiteX1" fmla="*/ 320040 w 7664344"/>
                <a:gd name="connsiteY1" fmla="*/ 1074420 h 1085850"/>
                <a:gd name="connsiteX2" fmla="*/ 324257 w 7664344"/>
                <a:gd name="connsiteY2" fmla="*/ 688465 h 1085850"/>
                <a:gd name="connsiteX3" fmla="*/ 1005840 w 7664344"/>
                <a:gd name="connsiteY3" fmla="*/ 254126 h 1085850"/>
                <a:gd name="connsiteX4" fmla="*/ 1002030 w 7664344"/>
                <a:gd name="connsiteY4" fmla="*/ 1078230 h 1085850"/>
                <a:gd name="connsiteX5" fmla="*/ 2004061 w 7664344"/>
                <a:gd name="connsiteY5" fmla="*/ 1074420 h 1085850"/>
                <a:gd name="connsiteX6" fmla="*/ 2004467 w 7664344"/>
                <a:gd name="connsiteY6" fmla="*/ 623208 h 1085850"/>
                <a:gd name="connsiteX7" fmla="*/ 2726281 w 7664344"/>
                <a:gd name="connsiteY7" fmla="*/ 211728 h 1085850"/>
                <a:gd name="connsiteX8" fmla="*/ 2725362 w 7664344"/>
                <a:gd name="connsiteY8" fmla="*/ 694788 h 1085850"/>
                <a:gd name="connsiteX9" fmla="*/ 3859430 w 7664344"/>
                <a:gd name="connsiteY9" fmla="*/ 697547 h 1085850"/>
                <a:gd name="connsiteX10" fmla="*/ 3861942 w 7664344"/>
                <a:gd name="connsiteY10" fmla="*/ 1075864 h 1085850"/>
                <a:gd name="connsiteX11" fmla="*/ 4997768 w 7664344"/>
                <a:gd name="connsiteY11" fmla="*/ 1079182 h 1085850"/>
                <a:gd name="connsiteX12" fmla="*/ 5006340 w 7664344"/>
                <a:gd name="connsiteY12" fmla="*/ 491490 h 1085850"/>
                <a:gd name="connsiteX13" fmla="*/ 5657850 w 7664344"/>
                <a:gd name="connsiteY13" fmla="*/ 0 h 1085850"/>
                <a:gd name="connsiteX14" fmla="*/ 5666598 w 7664344"/>
                <a:gd name="connsiteY14" fmla="*/ 439508 h 1085850"/>
                <a:gd name="connsiteX15" fmla="*/ 6952437 w 7664344"/>
                <a:gd name="connsiteY15" fmla="*/ 434854 h 1085850"/>
                <a:gd name="connsiteX16" fmla="*/ 6960870 w 7664344"/>
                <a:gd name="connsiteY16" fmla="*/ 1085850 h 1085850"/>
                <a:gd name="connsiteX17" fmla="*/ 7664344 w 7664344"/>
                <a:gd name="connsiteY17" fmla="*/ 1066474 h 1085850"/>
                <a:gd name="connsiteX0" fmla="*/ 0 w 7664344"/>
                <a:gd name="connsiteY0" fmla="*/ 1072515 h 1085850"/>
                <a:gd name="connsiteX1" fmla="*/ 320040 w 7664344"/>
                <a:gd name="connsiteY1" fmla="*/ 1074420 h 1085850"/>
                <a:gd name="connsiteX2" fmla="*/ 324257 w 7664344"/>
                <a:gd name="connsiteY2" fmla="*/ 688465 h 1085850"/>
                <a:gd name="connsiteX3" fmla="*/ 1005840 w 7664344"/>
                <a:gd name="connsiteY3" fmla="*/ 254126 h 1085850"/>
                <a:gd name="connsiteX4" fmla="*/ 1002030 w 7664344"/>
                <a:gd name="connsiteY4" fmla="*/ 1078230 h 1085850"/>
                <a:gd name="connsiteX5" fmla="*/ 2004061 w 7664344"/>
                <a:gd name="connsiteY5" fmla="*/ 1074420 h 1085850"/>
                <a:gd name="connsiteX6" fmla="*/ 2004467 w 7664344"/>
                <a:gd name="connsiteY6" fmla="*/ 623208 h 1085850"/>
                <a:gd name="connsiteX7" fmla="*/ 2726281 w 7664344"/>
                <a:gd name="connsiteY7" fmla="*/ 211728 h 1085850"/>
                <a:gd name="connsiteX8" fmla="*/ 2725362 w 7664344"/>
                <a:gd name="connsiteY8" fmla="*/ 694788 h 1085850"/>
                <a:gd name="connsiteX9" fmla="*/ 3859430 w 7664344"/>
                <a:gd name="connsiteY9" fmla="*/ 697547 h 1085850"/>
                <a:gd name="connsiteX10" fmla="*/ 3861942 w 7664344"/>
                <a:gd name="connsiteY10" fmla="*/ 1075864 h 1085850"/>
                <a:gd name="connsiteX11" fmla="*/ 4997768 w 7664344"/>
                <a:gd name="connsiteY11" fmla="*/ 1079182 h 1085850"/>
                <a:gd name="connsiteX12" fmla="*/ 5006340 w 7664344"/>
                <a:gd name="connsiteY12" fmla="*/ 491490 h 1085850"/>
                <a:gd name="connsiteX13" fmla="*/ 5657850 w 7664344"/>
                <a:gd name="connsiteY13" fmla="*/ 0 h 1085850"/>
                <a:gd name="connsiteX14" fmla="*/ 5666598 w 7664344"/>
                <a:gd name="connsiteY14" fmla="*/ 439508 h 1085850"/>
                <a:gd name="connsiteX15" fmla="*/ 6952437 w 7664344"/>
                <a:gd name="connsiteY15" fmla="*/ 434854 h 1085850"/>
                <a:gd name="connsiteX16" fmla="*/ 6960870 w 7664344"/>
                <a:gd name="connsiteY16" fmla="*/ 1085850 h 1085850"/>
                <a:gd name="connsiteX17" fmla="*/ 7664344 w 7664344"/>
                <a:gd name="connsiteY17" fmla="*/ 1072933 h 1085850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2030 w 7664344"/>
                <a:gd name="connsiteY4" fmla="*/ 1118398 h 1126018"/>
                <a:gd name="connsiteX5" fmla="*/ 2004061 w 7664344"/>
                <a:gd name="connsiteY5" fmla="*/ 1114588 h 1126018"/>
                <a:gd name="connsiteX6" fmla="*/ 2004467 w 7664344"/>
                <a:gd name="connsiteY6" fmla="*/ 663376 h 1126018"/>
                <a:gd name="connsiteX7" fmla="*/ 2704822 w 7664344"/>
                <a:gd name="connsiteY7" fmla="*/ 0 h 1126018"/>
                <a:gd name="connsiteX8" fmla="*/ 2725362 w 7664344"/>
                <a:gd name="connsiteY8" fmla="*/ 734956 h 1126018"/>
                <a:gd name="connsiteX9" fmla="*/ 3859430 w 7664344"/>
                <a:gd name="connsiteY9" fmla="*/ 737715 h 1126018"/>
                <a:gd name="connsiteX10" fmla="*/ 3861942 w 7664344"/>
                <a:gd name="connsiteY10" fmla="*/ 1116032 h 1126018"/>
                <a:gd name="connsiteX11" fmla="*/ 4997768 w 7664344"/>
                <a:gd name="connsiteY11" fmla="*/ 1119350 h 1126018"/>
                <a:gd name="connsiteX12" fmla="*/ 5006340 w 7664344"/>
                <a:gd name="connsiteY12" fmla="*/ 531658 h 1126018"/>
                <a:gd name="connsiteX13" fmla="*/ 5657850 w 7664344"/>
                <a:gd name="connsiteY13" fmla="*/ 40168 h 1126018"/>
                <a:gd name="connsiteX14" fmla="*/ 5666598 w 7664344"/>
                <a:gd name="connsiteY14" fmla="*/ 479676 h 1126018"/>
                <a:gd name="connsiteX15" fmla="*/ 6952437 w 7664344"/>
                <a:gd name="connsiteY15" fmla="*/ 475022 h 1126018"/>
                <a:gd name="connsiteX16" fmla="*/ 6960870 w 7664344"/>
                <a:gd name="connsiteY16" fmla="*/ 1126018 h 1126018"/>
                <a:gd name="connsiteX17" fmla="*/ 7664344 w 7664344"/>
                <a:gd name="connsiteY17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2030 w 7664344"/>
                <a:gd name="connsiteY4" fmla="*/ 1118398 h 1126018"/>
                <a:gd name="connsiteX5" fmla="*/ 2004061 w 7664344"/>
                <a:gd name="connsiteY5" fmla="*/ 1114588 h 1126018"/>
                <a:gd name="connsiteX6" fmla="*/ 2004467 w 7664344"/>
                <a:gd name="connsiteY6" fmla="*/ 663376 h 1126018"/>
                <a:gd name="connsiteX7" fmla="*/ 2704822 w 7664344"/>
                <a:gd name="connsiteY7" fmla="*/ 0 h 1126018"/>
                <a:gd name="connsiteX8" fmla="*/ 2725362 w 7664344"/>
                <a:gd name="connsiteY8" fmla="*/ 734956 h 1126018"/>
                <a:gd name="connsiteX9" fmla="*/ 3859430 w 7664344"/>
                <a:gd name="connsiteY9" fmla="*/ 737715 h 1126018"/>
                <a:gd name="connsiteX10" fmla="*/ 3861942 w 7664344"/>
                <a:gd name="connsiteY10" fmla="*/ 1116032 h 1126018"/>
                <a:gd name="connsiteX11" fmla="*/ 4997768 w 7664344"/>
                <a:gd name="connsiteY11" fmla="*/ 1119350 h 1126018"/>
                <a:gd name="connsiteX12" fmla="*/ 5006340 w 7664344"/>
                <a:gd name="connsiteY12" fmla="*/ 531658 h 1126018"/>
                <a:gd name="connsiteX13" fmla="*/ 5657850 w 7664344"/>
                <a:gd name="connsiteY13" fmla="*/ 40168 h 1126018"/>
                <a:gd name="connsiteX14" fmla="*/ 5666598 w 7664344"/>
                <a:gd name="connsiteY14" fmla="*/ 479676 h 1126018"/>
                <a:gd name="connsiteX15" fmla="*/ 6952437 w 7664344"/>
                <a:gd name="connsiteY15" fmla="*/ 475022 h 1126018"/>
                <a:gd name="connsiteX16" fmla="*/ 6960870 w 7664344"/>
                <a:gd name="connsiteY16" fmla="*/ 1126018 h 1126018"/>
                <a:gd name="connsiteX17" fmla="*/ 7664344 w 7664344"/>
                <a:gd name="connsiteY17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002030 w 7664344"/>
                <a:gd name="connsiteY5" fmla="*/ 111839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26018"/>
                <a:gd name="connsiteX1" fmla="*/ 320040 w 7664344"/>
                <a:gd name="connsiteY1" fmla="*/ 1114588 h 1126018"/>
                <a:gd name="connsiteX2" fmla="*/ 324257 w 7664344"/>
                <a:gd name="connsiteY2" fmla="*/ 728633 h 1126018"/>
                <a:gd name="connsiteX3" fmla="*/ 1005840 w 7664344"/>
                <a:gd name="connsiteY3" fmla="*/ 294294 h 1126018"/>
                <a:gd name="connsiteX4" fmla="*/ 1000873 w 7664344"/>
                <a:gd name="connsiteY4" fmla="*/ 719959 h 1126018"/>
                <a:gd name="connsiteX5" fmla="*/ 1409763 w 7664344"/>
                <a:gd name="connsiteY5" fmla="*/ 717948 h 1126018"/>
                <a:gd name="connsiteX6" fmla="*/ 2004061 w 7664344"/>
                <a:gd name="connsiteY6" fmla="*/ 1114588 h 1126018"/>
                <a:gd name="connsiteX7" fmla="*/ 2004467 w 7664344"/>
                <a:gd name="connsiteY7" fmla="*/ 663376 h 1126018"/>
                <a:gd name="connsiteX8" fmla="*/ 2704822 w 7664344"/>
                <a:gd name="connsiteY8" fmla="*/ 0 h 1126018"/>
                <a:gd name="connsiteX9" fmla="*/ 2725362 w 7664344"/>
                <a:gd name="connsiteY9" fmla="*/ 734956 h 1126018"/>
                <a:gd name="connsiteX10" fmla="*/ 3859430 w 7664344"/>
                <a:gd name="connsiteY10" fmla="*/ 737715 h 1126018"/>
                <a:gd name="connsiteX11" fmla="*/ 3861942 w 7664344"/>
                <a:gd name="connsiteY11" fmla="*/ 1116032 h 1126018"/>
                <a:gd name="connsiteX12" fmla="*/ 4997768 w 7664344"/>
                <a:gd name="connsiteY12" fmla="*/ 1119350 h 1126018"/>
                <a:gd name="connsiteX13" fmla="*/ 5006340 w 7664344"/>
                <a:gd name="connsiteY13" fmla="*/ 531658 h 1126018"/>
                <a:gd name="connsiteX14" fmla="*/ 5657850 w 7664344"/>
                <a:gd name="connsiteY14" fmla="*/ 40168 h 1126018"/>
                <a:gd name="connsiteX15" fmla="*/ 5666598 w 7664344"/>
                <a:gd name="connsiteY15" fmla="*/ 479676 h 1126018"/>
                <a:gd name="connsiteX16" fmla="*/ 6952437 w 7664344"/>
                <a:gd name="connsiteY16" fmla="*/ 475022 h 1126018"/>
                <a:gd name="connsiteX17" fmla="*/ 6960870 w 7664344"/>
                <a:gd name="connsiteY17" fmla="*/ 1126018 h 1126018"/>
                <a:gd name="connsiteX18" fmla="*/ 7664344 w 7664344"/>
                <a:gd name="connsiteY18" fmla="*/ 1113101 h 1126018"/>
                <a:gd name="connsiteX0" fmla="*/ 0 w 7664344"/>
                <a:gd name="connsiteY0" fmla="*/ 1112683 h 1161406"/>
                <a:gd name="connsiteX1" fmla="*/ 320040 w 7664344"/>
                <a:gd name="connsiteY1" fmla="*/ 1114588 h 1161406"/>
                <a:gd name="connsiteX2" fmla="*/ 324257 w 7664344"/>
                <a:gd name="connsiteY2" fmla="*/ 728633 h 1161406"/>
                <a:gd name="connsiteX3" fmla="*/ 1005840 w 7664344"/>
                <a:gd name="connsiteY3" fmla="*/ 294294 h 1161406"/>
                <a:gd name="connsiteX4" fmla="*/ 1000873 w 7664344"/>
                <a:gd name="connsiteY4" fmla="*/ 719959 h 1161406"/>
                <a:gd name="connsiteX5" fmla="*/ 1409763 w 7664344"/>
                <a:gd name="connsiteY5" fmla="*/ 717948 h 1161406"/>
                <a:gd name="connsiteX6" fmla="*/ 1458679 w 7664344"/>
                <a:gd name="connsiteY6" fmla="*/ 1120409 h 1161406"/>
                <a:gd name="connsiteX7" fmla="*/ 2004061 w 7664344"/>
                <a:gd name="connsiteY7" fmla="*/ 1114588 h 1161406"/>
                <a:gd name="connsiteX8" fmla="*/ 2004467 w 7664344"/>
                <a:gd name="connsiteY8" fmla="*/ 663376 h 1161406"/>
                <a:gd name="connsiteX9" fmla="*/ 2704822 w 7664344"/>
                <a:gd name="connsiteY9" fmla="*/ 0 h 1161406"/>
                <a:gd name="connsiteX10" fmla="*/ 2725362 w 7664344"/>
                <a:gd name="connsiteY10" fmla="*/ 734956 h 1161406"/>
                <a:gd name="connsiteX11" fmla="*/ 3859430 w 7664344"/>
                <a:gd name="connsiteY11" fmla="*/ 737715 h 1161406"/>
                <a:gd name="connsiteX12" fmla="*/ 3861942 w 7664344"/>
                <a:gd name="connsiteY12" fmla="*/ 1116032 h 1161406"/>
                <a:gd name="connsiteX13" fmla="*/ 4997768 w 7664344"/>
                <a:gd name="connsiteY13" fmla="*/ 1119350 h 1161406"/>
                <a:gd name="connsiteX14" fmla="*/ 5006340 w 7664344"/>
                <a:gd name="connsiteY14" fmla="*/ 531658 h 1161406"/>
                <a:gd name="connsiteX15" fmla="*/ 5657850 w 7664344"/>
                <a:gd name="connsiteY15" fmla="*/ 40168 h 1161406"/>
                <a:gd name="connsiteX16" fmla="*/ 5666598 w 7664344"/>
                <a:gd name="connsiteY16" fmla="*/ 479676 h 1161406"/>
                <a:gd name="connsiteX17" fmla="*/ 6952437 w 7664344"/>
                <a:gd name="connsiteY17" fmla="*/ 475022 h 1161406"/>
                <a:gd name="connsiteX18" fmla="*/ 6960870 w 7664344"/>
                <a:gd name="connsiteY18" fmla="*/ 1126018 h 1161406"/>
                <a:gd name="connsiteX19" fmla="*/ 7664344 w 7664344"/>
                <a:gd name="connsiteY19" fmla="*/ 1113101 h 1161406"/>
                <a:gd name="connsiteX0" fmla="*/ 0 w 7664344"/>
                <a:gd name="connsiteY0" fmla="*/ 1112683 h 1161406"/>
                <a:gd name="connsiteX1" fmla="*/ 320040 w 7664344"/>
                <a:gd name="connsiteY1" fmla="*/ 1114588 h 1161406"/>
                <a:gd name="connsiteX2" fmla="*/ 324257 w 7664344"/>
                <a:gd name="connsiteY2" fmla="*/ 728633 h 1161406"/>
                <a:gd name="connsiteX3" fmla="*/ 1005840 w 7664344"/>
                <a:gd name="connsiteY3" fmla="*/ 294294 h 1161406"/>
                <a:gd name="connsiteX4" fmla="*/ 1000873 w 7664344"/>
                <a:gd name="connsiteY4" fmla="*/ 719959 h 1161406"/>
                <a:gd name="connsiteX5" fmla="*/ 1409763 w 7664344"/>
                <a:gd name="connsiteY5" fmla="*/ 717948 h 1161406"/>
                <a:gd name="connsiteX6" fmla="*/ 1458679 w 7664344"/>
                <a:gd name="connsiteY6" fmla="*/ 1120409 h 1161406"/>
                <a:gd name="connsiteX7" fmla="*/ 2004061 w 7664344"/>
                <a:gd name="connsiteY7" fmla="*/ 1114588 h 1161406"/>
                <a:gd name="connsiteX8" fmla="*/ 2004467 w 7664344"/>
                <a:gd name="connsiteY8" fmla="*/ 663376 h 1161406"/>
                <a:gd name="connsiteX9" fmla="*/ 2704822 w 7664344"/>
                <a:gd name="connsiteY9" fmla="*/ 0 h 1161406"/>
                <a:gd name="connsiteX10" fmla="*/ 2725362 w 7664344"/>
                <a:gd name="connsiteY10" fmla="*/ 734956 h 1161406"/>
                <a:gd name="connsiteX11" fmla="*/ 3859430 w 7664344"/>
                <a:gd name="connsiteY11" fmla="*/ 737715 h 1161406"/>
                <a:gd name="connsiteX12" fmla="*/ 3861942 w 7664344"/>
                <a:gd name="connsiteY12" fmla="*/ 1116032 h 1161406"/>
                <a:gd name="connsiteX13" fmla="*/ 4997768 w 7664344"/>
                <a:gd name="connsiteY13" fmla="*/ 1119350 h 1161406"/>
                <a:gd name="connsiteX14" fmla="*/ 5006340 w 7664344"/>
                <a:gd name="connsiteY14" fmla="*/ 531658 h 1161406"/>
                <a:gd name="connsiteX15" fmla="*/ 5657850 w 7664344"/>
                <a:gd name="connsiteY15" fmla="*/ 40168 h 1161406"/>
                <a:gd name="connsiteX16" fmla="*/ 5666598 w 7664344"/>
                <a:gd name="connsiteY16" fmla="*/ 479676 h 1161406"/>
                <a:gd name="connsiteX17" fmla="*/ 6952437 w 7664344"/>
                <a:gd name="connsiteY17" fmla="*/ 475022 h 1161406"/>
                <a:gd name="connsiteX18" fmla="*/ 6960870 w 7664344"/>
                <a:gd name="connsiteY18" fmla="*/ 1126018 h 1161406"/>
                <a:gd name="connsiteX19" fmla="*/ 7664344 w 7664344"/>
                <a:gd name="connsiteY19" fmla="*/ 1113101 h 1161406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09763 w 7664344"/>
                <a:gd name="connsiteY5" fmla="*/ 717948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09763 w 7664344"/>
                <a:gd name="connsiteY5" fmla="*/ 717948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09763 w 7664344"/>
                <a:gd name="connsiteY5" fmla="*/ 717948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38376 w 7664344"/>
                <a:gd name="connsiteY5" fmla="*/ 730866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38376 w 7664344"/>
                <a:gd name="connsiteY5" fmla="*/ 730866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38376 w 7664344"/>
                <a:gd name="connsiteY5" fmla="*/ 730866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38376 w 7664344"/>
                <a:gd name="connsiteY5" fmla="*/ 730866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4193"/>
                <a:gd name="connsiteX1" fmla="*/ 320040 w 7664344"/>
                <a:gd name="connsiteY1" fmla="*/ 1114588 h 1134193"/>
                <a:gd name="connsiteX2" fmla="*/ 324257 w 7664344"/>
                <a:gd name="connsiteY2" fmla="*/ 728633 h 1134193"/>
                <a:gd name="connsiteX3" fmla="*/ 1005840 w 7664344"/>
                <a:gd name="connsiteY3" fmla="*/ 294294 h 1134193"/>
                <a:gd name="connsiteX4" fmla="*/ 1000873 w 7664344"/>
                <a:gd name="connsiteY4" fmla="*/ 719959 h 1134193"/>
                <a:gd name="connsiteX5" fmla="*/ 1438376 w 7664344"/>
                <a:gd name="connsiteY5" fmla="*/ 730866 h 1134193"/>
                <a:gd name="connsiteX6" fmla="*/ 1458679 w 7664344"/>
                <a:gd name="connsiteY6" fmla="*/ 1120409 h 1134193"/>
                <a:gd name="connsiteX7" fmla="*/ 2004061 w 7664344"/>
                <a:gd name="connsiteY7" fmla="*/ 1114588 h 1134193"/>
                <a:gd name="connsiteX8" fmla="*/ 2004467 w 7664344"/>
                <a:gd name="connsiteY8" fmla="*/ 663376 h 1134193"/>
                <a:gd name="connsiteX9" fmla="*/ 2704822 w 7664344"/>
                <a:gd name="connsiteY9" fmla="*/ 0 h 1134193"/>
                <a:gd name="connsiteX10" fmla="*/ 2725362 w 7664344"/>
                <a:gd name="connsiteY10" fmla="*/ 734956 h 1134193"/>
                <a:gd name="connsiteX11" fmla="*/ 3859430 w 7664344"/>
                <a:gd name="connsiteY11" fmla="*/ 737715 h 1134193"/>
                <a:gd name="connsiteX12" fmla="*/ 3861942 w 7664344"/>
                <a:gd name="connsiteY12" fmla="*/ 1116032 h 1134193"/>
                <a:gd name="connsiteX13" fmla="*/ 4997768 w 7664344"/>
                <a:gd name="connsiteY13" fmla="*/ 1119350 h 1134193"/>
                <a:gd name="connsiteX14" fmla="*/ 5006340 w 7664344"/>
                <a:gd name="connsiteY14" fmla="*/ 531658 h 1134193"/>
                <a:gd name="connsiteX15" fmla="*/ 5657850 w 7664344"/>
                <a:gd name="connsiteY15" fmla="*/ 40168 h 1134193"/>
                <a:gd name="connsiteX16" fmla="*/ 5666598 w 7664344"/>
                <a:gd name="connsiteY16" fmla="*/ 479676 h 1134193"/>
                <a:gd name="connsiteX17" fmla="*/ 6952437 w 7664344"/>
                <a:gd name="connsiteY17" fmla="*/ 475022 h 1134193"/>
                <a:gd name="connsiteX18" fmla="*/ 6960870 w 7664344"/>
                <a:gd name="connsiteY18" fmla="*/ 1126018 h 1134193"/>
                <a:gd name="connsiteX19" fmla="*/ 7664344 w 7664344"/>
                <a:gd name="connsiteY19" fmla="*/ 1113101 h 1134193"/>
                <a:gd name="connsiteX0" fmla="*/ 0 w 7664344"/>
                <a:gd name="connsiteY0" fmla="*/ 1112683 h 1135700"/>
                <a:gd name="connsiteX1" fmla="*/ 320040 w 7664344"/>
                <a:gd name="connsiteY1" fmla="*/ 1114588 h 1135700"/>
                <a:gd name="connsiteX2" fmla="*/ 324257 w 7664344"/>
                <a:gd name="connsiteY2" fmla="*/ 728633 h 1135700"/>
                <a:gd name="connsiteX3" fmla="*/ 1005840 w 7664344"/>
                <a:gd name="connsiteY3" fmla="*/ 294294 h 1135700"/>
                <a:gd name="connsiteX4" fmla="*/ 1000873 w 7664344"/>
                <a:gd name="connsiteY4" fmla="*/ 719959 h 1135700"/>
                <a:gd name="connsiteX5" fmla="*/ 1438376 w 7664344"/>
                <a:gd name="connsiteY5" fmla="*/ 730866 h 1135700"/>
                <a:gd name="connsiteX6" fmla="*/ 1444373 w 7664344"/>
                <a:gd name="connsiteY6" fmla="*/ 1126868 h 1135700"/>
                <a:gd name="connsiteX7" fmla="*/ 2004061 w 7664344"/>
                <a:gd name="connsiteY7" fmla="*/ 1114588 h 1135700"/>
                <a:gd name="connsiteX8" fmla="*/ 2004467 w 7664344"/>
                <a:gd name="connsiteY8" fmla="*/ 663376 h 1135700"/>
                <a:gd name="connsiteX9" fmla="*/ 2704822 w 7664344"/>
                <a:gd name="connsiteY9" fmla="*/ 0 h 1135700"/>
                <a:gd name="connsiteX10" fmla="*/ 2725362 w 7664344"/>
                <a:gd name="connsiteY10" fmla="*/ 734956 h 1135700"/>
                <a:gd name="connsiteX11" fmla="*/ 3859430 w 7664344"/>
                <a:gd name="connsiteY11" fmla="*/ 737715 h 1135700"/>
                <a:gd name="connsiteX12" fmla="*/ 3861942 w 7664344"/>
                <a:gd name="connsiteY12" fmla="*/ 1116032 h 1135700"/>
                <a:gd name="connsiteX13" fmla="*/ 4997768 w 7664344"/>
                <a:gd name="connsiteY13" fmla="*/ 1119350 h 1135700"/>
                <a:gd name="connsiteX14" fmla="*/ 5006340 w 7664344"/>
                <a:gd name="connsiteY14" fmla="*/ 531658 h 1135700"/>
                <a:gd name="connsiteX15" fmla="*/ 5657850 w 7664344"/>
                <a:gd name="connsiteY15" fmla="*/ 40168 h 1135700"/>
                <a:gd name="connsiteX16" fmla="*/ 5666598 w 7664344"/>
                <a:gd name="connsiteY16" fmla="*/ 479676 h 1135700"/>
                <a:gd name="connsiteX17" fmla="*/ 6952437 w 7664344"/>
                <a:gd name="connsiteY17" fmla="*/ 475022 h 1135700"/>
                <a:gd name="connsiteX18" fmla="*/ 6960870 w 7664344"/>
                <a:gd name="connsiteY18" fmla="*/ 1126018 h 1135700"/>
                <a:gd name="connsiteX19" fmla="*/ 7664344 w 7664344"/>
                <a:gd name="connsiteY19" fmla="*/ 1113101 h 1135700"/>
                <a:gd name="connsiteX0" fmla="*/ 0 w 7664344"/>
                <a:gd name="connsiteY0" fmla="*/ 1112683 h 1135700"/>
                <a:gd name="connsiteX1" fmla="*/ 320040 w 7664344"/>
                <a:gd name="connsiteY1" fmla="*/ 1114588 h 1135700"/>
                <a:gd name="connsiteX2" fmla="*/ 324257 w 7664344"/>
                <a:gd name="connsiteY2" fmla="*/ 728633 h 1135700"/>
                <a:gd name="connsiteX3" fmla="*/ 1005840 w 7664344"/>
                <a:gd name="connsiteY3" fmla="*/ 294294 h 1135700"/>
                <a:gd name="connsiteX4" fmla="*/ 1000873 w 7664344"/>
                <a:gd name="connsiteY4" fmla="*/ 719959 h 1135700"/>
                <a:gd name="connsiteX5" fmla="*/ 1438376 w 7664344"/>
                <a:gd name="connsiteY5" fmla="*/ 730866 h 1135700"/>
                <a:gd name="connsiteX6" fmla="*/ 1444373 w 7664344"/>
                <a:gd name="connsiteY6" fmla="*/ 1126868 h 1135700"/>
                <a:gd name="connsiteX7" fmla="*/ 2004061 w 7664344"/>
                <a:gd name="connsiteY7" fmla="*/ 1114588 h 1135700"/>
                <a:gd name="connsiteX8" fmla="*/ 2004467 w 7664344"/>
                <a:gd name="connsiteY8" fmla="*/ 663376 h 1135700"/>
                <a:gd name="connsiteX9" fmla="*/ 2704822 w 7664344"/>
                <a:gd name="connsiteY9" fmla="*/ 0 h 1135700"/>
                <a:gd name="connsiteX10" fmla="*/ 2725362 w 7664344"/>
                <a:gd name="connsiteY10" fmla="*/ 734956 h 1135700"/>
                <a:gd name="connsiteX11" fmla="*/ 3859430 w 7664344"/>
                <a:gd name="connsiteY11" fmla="*/ 737715 h 1135700"/>
                <a:gd name="connsiteX12" fmla="*/ 3861942 w 7664344"/>
                <a:gd name="connsiteY12" fmla="*/ 1116032 h 1135700"/>
                <a:gd name="connsiteX13" fmla="*/ 4997768 w 7664344"/>
                <a:gd name="connsiteY13" fmla="*/ 1119350 h 1135700"/>
                <a:gd name="connsiteX14" fmla="*/ 5006340 w 7664344"/>
                <a:gd name="connsiteY14" fmla="*/ 531658 h 1135700"/>
                <a:gd name="connsiteX15" fmla="*/ 5657850 w 7664344"/>
                <a:gd name="connsiteY15" fmla="*/ 40168 h 1135700"/>
                <a:gd name="connsiteX16" fmla="*/ 5666598 w 7664344"/>
                <a:gd name="connsiteY16" fmla="*/ 479676 h 1135700"/>
                <a:gd name="connsiteX17" fmla="*/ 6952437 w 7664344"/>
                <a:gd name="connsiteY17" fmla="*/ 475022 h 1135700"/>
                <a:gd name="connsiteX18" fmla="*/ 6960870 w 7664344"/>
                <a:gd name="connsiteY18" fmla="*/ 1126018 h 1135700"/>
                <a:gd name="connsiteX19" fmla="*/ 7664344 w 7664344"/>
                <a:gd name="connsiteY19" fmla="*/ 1113101 h 1135700"/>
                <a:gd name="connsiteX0" fmla="*/ 0 w 7664344"/>
                <a:gd name="connsiteY0" fmla="*/ 1112683 h 1126868"/>
                <a:gd name="connsiteX1" fmla="*/ 320040 w 7664344"/>
                <a:gd name="connsiteY1" fmla="*/ 1114588 h 1126868"/>
                <a:gd name="connsiteX2" fmla="*/ 324257 w 7664344"/>
                <a:gd name="connsiteY2" fmla="*/ 728633 h 1126868"/>
                <a:gd name="connsiteX3" fmla="*/ 1005840 w 7664344"/>
                <a:gd name="connsiteY3" fmla="*/ 294294 h 1126868"/>
                <a:gd name="connsiteX4" fmla="*/ 1000873 w 7664344"/>
                <a:gd name="connsiteY4" fmla="*/ 719959 h 1126868"/>
                <a:gd name="connsiteX5" fmla="*/ 1438376 w 7664344"/>
                <a:gd name="connsiteY5" fmla="*/ 730866 h 1126868"/>
                <a:gd name="connsiteX6" fmla="*/ 1444373 w 7664344"/>
                <a:gd name="connsiteY6" fmla="*/ 1126868 h 1126868"/>
                <a:gd name="connsiteX7" fmla="*/ 2004061 w 7664344"/>
                <a:gd name="connsiteY7" fmla="*/ 1114588 h 1126868"/>
                <a:gd name="connsiteX8" fmla="*/ 2004467 w 7664344"/>
                <a:gd name="connsiteY8" fmla="*/ 663376 h 1126868"/>
                <a:gd name="connsiteX9" fmla="*/ 2704822 w 7664344"/>
                <a:gd name="connsiteY9" fmla="*/ 0 h 1126868"/>
                <a:gd name="connsiteX10" fmla="*/ 2725362 w 7664344"/>
                <a:gd name="connsiteY10" fmla="*/ 734956 h 1126868"/>
                <a:gd name="connsiteX11" fmla="*/ 3859430 w 7664344"/>
                <a:gd name="connsiteY11" fmla="*/ 737715 h 1126868"/>
                <a:gd name="connsiteX12" fmla="*/ 3861942 w 7664344"/>
                <a:gd name="connsiteY12" fmla="*/ 1116032 h 1126868"/>
                <a:gd name="connsiteX13" fmla="*/ 4997768 w 7664344"/>
                <a:gd name="connsiteY13" fmla="*/ 1119350 h 1126868"/>
                <a:gd name="connsiteX14" fmla="*/ 5006340 w 7664344"/>
                <a:gd name="connsiteY14" fmla="*/ 531658 h 1126868"/>
                <a:gd name="connsiteX15" fmla="*/ 5657850 w 7664344"/>
                <a:gd name="connsiteY15" fmla="*/ 40168 h 1126868"/>
                <a:gd name="connsiteX16" fmla="*/ 5666598 w 7664344"/>
                <a:gd name="connsiteY16" fmla="*/ 479676 h 1126868"/>
                <a:gd name="connsiteX17" fmla="*/ 6952437 w 7664344"/>
                <a:gd name="connsiteY17" fmla="*/ 475022 h 1126868"/>
                <a:gd name="connsiteX18" fmla="*/ 6960870 w 7664344"/>
                <a:gd name="connsiteY18" fmla="*/ 1126018 h 1126868"/>
                <a:gd name="connsiteX19" fmla="*/ 7664344 w 7664344"/>
                <a:gd name="connsiteY19" fmla="*/ 1113101 h 1126868"/>
                <a:gd name="connsiteX0" fmla="*/ 0 w 7664344"/>
                <a:gd name="connsiteY0" fmla="*/ 1112683 h 1126868"/>
                <a:gd name="connsiteX1" fmla="*/ 320040 w 7664344"/>
                <a:gd name="connsiteY1" fmla="*/ 1114588 h 1126868"/>
                <a:gd name="connsiteX2" fmla="*/ 324257 w 7664344"/>
                <a:gd name="connsiteY2" fmla="*/ 728633 h 1126868"/>
                <a:gd name="connsiteX3" fmla="*/ 1005840 w 7664344"/>
                <a:gd name="connsiteY3" fmla="*/ 294294 h 1126868"/>
                <a:gd name="connsiteX4" fmla="*/ 1000873 w 7664344"/>
                <a:gd name="connsiteY4" fmla="*/ 719959 h 1126868"/>
                <a:gd name="connsiteX5" fmla="*/ 1438376 w 7664344"/>
                <a:gd name="connsiteY5" fmla="*/ 730866 h 1126868"/>
                <a:gd name="connsiteX6" fmla="*/ 1444373 w 7664344"/>
                <a:gd name="connsiteY6" fmla="*/ 1126868 h 1126868"/>
                <a:gd name="connsiteX7" fmla="*/ 2004061 w 7664344"/>
                <a:gd name="connsiteY7" fmla="*/ 1114588 h 1126868"/>
                <a:gd name="connsiteX8" fmla="*/ 2004467 w 7664344"/>
                <a:gd name="connsiteY8" fmla="*/ 663376 h 1126868"/>
                <a:gd name="connsiteX9" fmla="*/ 2704822 w 7664344"/>
                <a:gd name="connsiteY9" fmla="*/ 0 h 1126868"/>
                <a:gd name="connsiteX10" fmla="*/ 2725362 w 7664344"/>
                <a:gd name="connsiteY10" fmla="*/ 734956 h 1126868"/>
                <a:gd name="connsiteX11" fmla="*/ 3859430 w 7664344"/>
                <a:gd name="connsiteY11" fmla="*/ 737715 h 1126868"/>
                <a:gd name="connsiteX12" fmla="*/ 3861942 w 7664344"/>
                <a:gd name="connsiteY12" fmla="*/ 1116032 h 1126868"/>
                <a:gd name="connsiteX13" fmla="*/ 4997768 w 7664344"/>
                <a:gd name="connsiteY13" fmla="*/ 1119350 h 1126868"/>
                <a:gd name="connsiteX14" fmla="*/ 5006340 w 7664344"/>
                <a:gd name="connsiteY14" fmla="*/ 531658 h 1126868"/>
                <a:gd name="connsiteX15" fmla="*/ 5657850 w 7664344"/>
                <a:gd name="connsiteY15" fmla="*/ 40168 h 1126868"/>
                <a:gd name="connsiteX16" fmla="*/ 5666598 w 7664344"/>
                <a:gd name="connsiteY16" fmla="*/ 479676 h 1126868"/>
                <a:gd name="connsiteX17" fmla="*/ 6952437 w 7664344"/>
                <a:gd name="connsiteY17" fmla="*/ 475022 h 1126868"/>
                <a:gd name="connsiteX18" fmla="*/ 6960870 w 7664344"/>
                <a:gd name="connsiteY18" fmla="*/ 1126018 h 1126868"/>
                <a:gd name="connsiteX19" fmla="*/ 7664344 w 7664344"/>
                <a:gd name="connsiteY19" fmla="*/ 1113101 h 1126868"/>
                <a:gd name="connsiteX0" fmla="*/ 0 w 7664344"/>
                <a:gd name="connsiteY0" fmla="*/ 1112683 h 1126868"/>
                <a:gd name="connsiteX1" fmla="*/ 320040 w 7664344"/>
                <a:gd name="connsiteY1" fmla="*/ 1114588 h 1126868"/>
                <a:gd name="connsiteX2" fmla="*/ 324257 w 7664344"/>
                <a:gd name="connsiteY2" fmla="*/ 728633 h 1126868"/>
                <a:gd name="connsiteX3" fmla="*/ 1005840 w 7664344"/>
                <a:gd name="connsiteY3" fmla="*/ 294294 h 1126868"/>
                <a:gd name="connsiteX4" fmla="*/ 1000873 w 7664344"/>
                <a:gd name="connsiteY4" fmla="*/ 719959 h 1126868"/>
                <a:gd name="connsiteX5" fmla="*/ 1438376 w 7664344"/>
                <a:gd name="connsiteY5" fmla="*/ 730866 h 1126868"/>
                <a:gd name="connsiteX6" fmla="*/ 1444373 w 7664344"/>
                <a:gd name="connsiteY6" fmla="*/ 1126868 h 1126868"/>
                <a:gd name="connsiteX7" fmla="*/ 2004061 w 7664344"/>
                <a:gd name="connsiteY7" fmla="*/ 1114588 h 1126868"/>
                <a:gd name="connsiteX8" fmla="*/ 2004467 w 7664344"/>
                <a:gd name="connsiteY8" fmla="*/ 663376 h 1126868"/>
                <a:gd name="connsiteX9" fmla="*/ 2704822 w 7664344"/>
                <a:gd name="connsiteY9" fmla="*/ 0 h 1126868"/>
                <a:gd name="connsiteX10" fmla="*/ 2725362 w 7664344"/>
                <a:gd name="connsiteY10" fmla="*/ 734956 h 1126868"/>
                <a:gd name="connsiteX11" fmla="*/ 3859430 w 7664344"/>
                <a:gd name="connsiteY11" fmla="*/ 737715 h 1126868"/>
                <a:gd name="connsiteX12" fmla="*/ 3861942 w 7664344"/>
                <a:gd name="connsiteY12" fmla="*/ 1116032 h 1126868"/>
                <a:gd name="connsiteX13" fmla="*/ 4997768 w 7664344"/>
                <a:gd name="connsiteY13" fmla="*/ 1119350 h 1126868"/>
                <a:gd name="connsiteX14" fmla="*/ 5006340 w 7664344"/>
                <a:gd name="connsiteY14" fmla="*/ 531658 h 1126868"/>
                <a:gd name="connsiteX15" fmla="*/ 5657850 w 7664344"/>
                <a:gd name="connsiteY15" fmla="*/ 40168 h 1126868"/>
                <a:gd name="connsiteX16" fmla="*/ 5666598 w 7664344"/>
                <a:gd name="connsiteY16" fmla="*/ 479676 h 1126868"/>
                <a:gd name="connsiteX17" fmla="*/ 6952437 w 7664344"/>
                <a:gd name="connsiteY17" fmla="*/ 475022 h 1126868"/>
                <a:gd name="connsiteX18" fmla="*/ 6960870 w 7664344"/>
                <a:gd name="connsiteY18" fmla="*/ 1126018 h 1126868"/>
                <a:gd name="connsiteX19" fmla="*/ 7664344 w 7664344"/>
                <a:gd name="connsiteY19" fmla="*/ 1113101 h 1126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64344" h="1126868">
                  <a:moveTo>
                    <a:pt x="0" y="1112683"/>
                  </a:moveTo>
                  <a:lnTo>
                    <a:pt x="320040" y="1114588"/>
                  </a:lnTo>
                  <a:cubicBezTo>
                    <a:pt x="321446" y="972911"/>
                    <a:pt x="322851" y="870310"/>
                    <a:pt x="324257" y="728633"/>
                  </a:cubicBezTo>
                  <a:lnTo>
                    <a:pt x="1005840" y="294294"/>
                  </a:lnTo>
                  <a:cubicBezTo>
                    <a:pt x="1004184" y="436182"/>
                    <a:pt x="1003356" y="507126"/>
                    <a:pt x="1000873" y="719959"/>
                  </a:cubicBezTo>
                  <a:cubicBezTo>
                    <a:pt x="1144323" y="723594"/>
                    <a:pt x="1287773" y="720771"/>
                    <a:pt x="1438376" y="730866"/>
                  </a:cubicBezTo>
                  <a:cubicBezTo>
                    <a:pt x="1449106" y="861120"/>
                    <a:pt x="1438315" y="950960"/>
                    <a:pt x="1444373" y="1126868"/>
                  </a:cubicBezTo>
                  <a:cubicBezTo>
                    <a:pt x="1614955" y="1109010"/>
                    <a:pt x="1818912" y="1131553"/>
                    <a:pt x="2004061" y="1114588"/>
                  </a:cubicBezTo>
                  <a:cubicBezTo>
                    <a:pt x="2001838" y="908848"/>
                    <a:pt x="2006690" y="869116"/>
                    <a:pt x="2004467" y="663376"/>
                  </a:cubicBezTo>
                  <a:lnTo>
                    <a:pt x="2704822" y="0"/>
                  </a:lnTo>
                  <a:cubicBezTo>
                    <a:pt x="2714546" y="241530"/>
                    <a:pt x="2715092" y="367478"/>
                    <a:pt x="2725362" y="734956"/>
                  </a:cubicBezTo>
                  <a:lnTo>
                    <a:pt x="3859430" y="737715"/>
                  </a:lnTo>
                  <a:cubicBezTo>
                    <a:pt x="3860267" y="854626"/>
                    <a:pt x="3861105" y="999121"/>
                    <a:pt x="3861942" y="1116032"/>
                  </a:cubicBezTo>
                  <a:cubicBezTo>
                    <a:pt x="4140394" y="1103413"/>
                    <a:pt x="4429855" y="1117691"/>
                    <a:pt x="4997768" y="1119350"/>
                  </a:cubicBezTo>
                  <a:lnTo>
                    <a:pt x="5006340" y="531658"/>
                  </a:lnTo>
                  <a:lnTo>
                    <a:pt x="5657850" y="40168"/>
                  </a:lnTo>
                  <a:cubicBezTo>
                    <a:pt x="5657371" y="269420"/>
                    <a:pt x="5667077" y="250424"/>
                    <a:pt x="5666598" y="479676"/>
                  </a:cubicBezTo>
                  <a:lnTo>
                    <a:pt x="6952437" y="475022"/>
                  </a:lnTo>
                  <a:lnTo>
                    <a:pt x="6960870" y="1126018"/>
                  </a:lnTo>
                  <a:lnTo>
                    <a:pt x="7664344" y="1113101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8C84504-EA14-DA4E-A320-263FD745BECA}"/>
              </a:ext>
            </a:extLst>
          </p:cNvPr>
          <p:cNvSpPr/>
          <p:nvPr/>
        </p:nvSpPr>
        <p:spPr>
          <a:xfrm>
            <a:off x="5134183" y="688113"/>
            <a:ext cx="3290965" cy="3039211"/>
          </a:xfrm>
          <a:prstGeom prst="roundRect">
            <a:avLst>
              <a:gd name="adj" fmla="val 10664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8A4E1A-EDFB-FF50-05E6-F08942FDFB25}"/>
              </a:ext>
            </a:extLst>
          </p:cNvPr>
          <p:cNvGrpSpPr/>
          <p:nvPr/>
        </p:nvGrpSpPr>
        <p:grpSpPr>
          <a:xfrm>
            <a:off x="3475025" y="4731488"/>
            <a:ext cx="8165615" cy="851650"/>
            <a:chOff x="2973440" y="4731488"/>
            <a:chExt cx="8834420" cy="85165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898E09-D616-B4BB-B2DA-29549518F5E3}"/>
                </a:ext>
              </a:extLst>
            </p:cNvPr>
            <p:cNvCxnSpPr>
              <a:cxnSpLocks/>
            </p:cNvCxnSpPr>
            <p:nvPr/>
          </p:nvCxnSpPr>
          <p:spPr>
            <a:xfrm>
              <a:off x="2973440" y="5583138"/>
              <a:ext cx="882145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7A024BBF-512C-7205-FF10-F671DDDC56A6}"/>
                </a:ext>
              </a:extLst>
            </p:cNvPr>
            <p:cNvCxnSpPr>
              <a:cxnSpLocks/>
            </p:cNvCxnSpPr>
            <p:nvPr/>
          </p:nvCxnSpPr>
          <p:spPr>
            <a:xfrm>
              <a:off x="2973440" y="5021992"/>
              <a:ext cx="882145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49325F46-1DB1-2756-1624-BE768CF7FC04}"/>
                </a:ext>
              </a:extLst>
            </p:cNvPr>
            <p:cNvCxnSpPr>
              <a:cxnSpLocks/>
            </p:cNvCxnSpPr>
            <p:nvPr/>
          </p:nvCxnSpPr>
          <p:spPr>
            <a:xfrm>
              <a:off x="2986410" y="4731488"/>
              <a:ext cx="882145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8E2661E-F7EE-89E7-8EF4-4BE8388FF51B}"/>
              </a:ext>
            </a:extLst>
          </p:cNvPr>
          <p:cNvSpPr txBox="1"/>
          <p:nvPr/>
        </p:nvSpPr>
        <p:spPr>
          <a:xfrm>
            <a:off x="3257720" y="6392049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Baseline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12081CDF-9748-481D-06B0-73939C4AA642}"/>
              </a:ext>
            </a:extLst>
          </p:cNvPr>
          <p:cNvSpPr txBox="1"/>
          <p:nvPr/>
        </p:nvSpPr>
        <p:spPr>
          <a:xfrm>
            <a:off x="8664514" y="6395081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New condition</a:t>
            </a:r>
          </a:p>
        </p:txBody>
      </p: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F9CB3A8F-B8DF-946D-F60C-D46A8FCB5702}"/>
              </a:ext>
            </a:extLst>
          </p:cNvPr>
          <p:cNvCxnSpPr>
            <a:cxnSpLocks/>
          </p:cNvCxnSpPr>
          <p:nvPr/>
        </p:nvCxnSpPr>
        <p:spPr>
          <a:xfrm>
            <a:off x="9573142" y="4738069"/>
            <a:ext cx="15755" cy="1657012"/>
          </a:xfrm>
          <a:prstGeom prst="straightConnector1">
            <a:avLst/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Case 1 - Q1">
            <a:extLst>
              <a:ext uri="{FF2B5EF4-FFF2-40B4-BE49-F238E27FC236}">
                <a16:creationId xmlns:a16="http://schemas.microsoft.com/office/drawing/2014/main" id="{968DA172-8318-9194-F250-4EBD94677F0F}"/>
              </a:ext>
            </a:extLst>
          </p:cNvPr>
          <p:cNvSpPr/>
          <p:nvPr/>
        </p:nvSpPr>
        <p:spPr>
          <a:xfrm>
            <a:off x="9667898" y="4895911"/>
            <a:ext cx="654646" cy="2743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A7F522CC-7E9D-FF15-4650-D586A233C372}"/>
              </a:ext>
            </a:extLst>
          </p:cNvPr>
          <p:cNvCxnSpPr>
            <a:cxnSpLocks/>
          </p:cNvCxnSpPr>
          <p:nvPr/>
        </p:nvCxnSpPr>
        <p:spPr>
          <a:xfrm>
            <a:off x="9828104" y="5319002"/>
            <a:ext cx="0" cy="1068875"/>
          </a:xfrm>
          <a:prstGeom prst="straightConnector1">
            <a:avLst/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Case 1 - Q1">
            <a:extLst>
              <a:ext uri="{FF2B5EF4-FFF2-40B4-BE49-F238E27FC236}">
                <a16:creationId xmlns:a16="http://schemas.microsoft.com/office/drawing/2014/main" id="{D61BF73F-80CE-89CD-4A1E-42187138F726}"/>
              </a:ext>
            </a:extLst>
          </p:cNvPr>
          <p:cNvSpPr/>
          <p:nvPr/>
        </p:nvSpPr>
        <p:spPr>
          <a:xfrm>
            <a:off x="9902488" y="5566575"/>
            <a:ext cx="758012" cy="2743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99" name="Rounded Rectangle 23">
            <a:extLst>
              <a:ext uri="{FF2B5EF4-FFF2-40B4-BE49-F238E27FC236}">
                <a16:creationId xmlns:a16="http://schemas.microsoft.com/office/drawing/2014/main" id="{7885978C-363D-616E-EBC1-87184DB0430B}"/>
              </a:ext>
            </a:extLst>
          </p:cNvPr>
          <p:cNvSpPr/>
          <p:nvPr/>
        </p:nvSpPr>
        <p:spPr>
          <a:xfrm>
            <a:off x="5389519" y="2336300"/>
            <a:ext cx="2780292" cy="11470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Differential?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Bronchospasm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Kinked tubing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Mucus plug</a:t>
            </a:r>
          </a:p>
        </p:txBody>
      </p:sp>
      <p:sp>
        <p:nvSpPr>
          <p:cNvPr id="300" name="Rectangle: Rounded Corners 299">
            <a:extLst>
              <a:ext uri="{FF2B5EF4-FFF2-40B4-BE49-F238E27FC236}">
                <a16:creationId xmlns:a16="http://schemas.microsoft.com/office/drawing/2014/main" id="{156EE63B-C473-3FFB-B382-4D766F09FF17}"/>
              </a:ext>
            </a:extLst>
          </p:cNvPr>
          <p:cNvSpPr/>
          <p:nvPr/>
        </p:nvSpPr>
        <p:spPr>
          <a:xfrm>
            <a:off x="1852076" y="688113"/>
            <a:ext cx="3189249" cy="2242304"/>
          </a:xfrm>
          <a:prstGeom prst="roundRect">
            <a:avLst>
              <a:gd name="adj" fmla="val 17997"/>
            </a:avLst>
          </a:prstGeom>
          <a:solidFill>
            <a:schemeClr val="accent3">
              <a:lumMod val="75000"/>
              <a:alpha val="30293"/>
            </a:schemeClr>
          </a:solidFill>
          <a:ln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1B1040D9-D0CF-88D9-4F4D-FC0F48E2E020}"/>
              </a:ext>
            </a:extLst>
          </p:cNvPr>
          <p:cNvSpPr txBox="1"/>
          <p:nvPr/>
        </p:nvSpPr>
        <p:spPr>
          <a:xfrm>
            <a:off x="2004704" y="811510"/>
            <a:ext cx="290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1: ESTABLISH URGENCY 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8E0B4B3-F0BD-B443-A852-CC65DC785ADF}"/>
              </a:ext>
            </a:extLst>
          </p:cNvPr>
          <p:cNvSpPr txBox="1"/>
          <p:nvPr/>
        </p:nvSpPr>
        <p:spPr>
          <a:xfrm>
            <a:off x="2105210" y="1221300"/>
            <a:ext cx="26597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Proceed if:</a:t>
            </a:r>
          </a:p>
          <a:p>
            <a:pPr algn="ctr"/>
            <a:r>
              <a:rPr lang="en-US" dirty="0"/>
              <a:t>Hemodynamically stable</a:t>
            </a:r>
          </a:p>
          <a:p>
            <a:pPr algn="ctr"/>
            <a:r>
              <a:rPr lang="en-US" dirty="0"/>
              <a:t>O</a:t>
            </a:r>
            <a:r>
              <a:rPr lang="en-US" baseline="-25000" dirty="0"/>
              <a:t>2 </a:t>
            </a:r>
            <a:r>
              <a:rPr lang="en-US" dirty="0"/>
              <a:t>&gt; 88%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T</a:t>
            </a:r>
            <a:r>
              <a:rPr lang="en-US" dirty="0"/>
              <a:t> &gt; 4cc/kg </a:t>
            </a:r>
          </a:p>
          <a:p>
            <a:pPr algn="ctr"/>
            <a:r>
              <a:rPr lang="en-US" dirty="0"/>
              <a:t>V</a:t>
            </a:r>
            <a:r>
              <a:rPr lang="en-US" baseline="-25000" dirty="0"/>
              <a:t>E</a:t>
            </a:r>
            <a:r>
              <a:rPr lang="en-US" dirty="0"/>
              <a:t> &gt; 3L/min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A0C1FD8-182B-0449-D150-EA7EC664691F}"/>
              </a:ext>
            </a:extLst>
          </p:cNvPr>
          <p:cNvSpPr txBox="1"/>
          <p:nvPr/>
        </p:nvSpPr>
        <p:spPr>
          <a:xfrm>
            <a:off x="8672051" y="791319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STEP 3: ASSESS COMPLIANCE</a:t>
            </a:r>
          </a:p>
        </p:txBody>
      </p:sp>
      <p:sp>
        <p:nvSpPr>
          <p:cNvPr id="316" name="Rounded Rectangle 28">
            <a:extLst>
              <a:ext uri="{FF2B5EF4-FFF2-40B4-BE49-F238E27FC236}">
                <a16:creationId xmlns:a16="http://schemas.microsoft.com/office/drawing/2014/main" id="{B6BDF787-A3D6-0771-4309-FFB2F7DDBE12}"/>
              </a:ext>
            </a:extLst>
          </p:cNvPr>
          <p:cNvSpPr/>
          <p:nvPr/>
        </p:nvSpPr>
        <p:spPr>
          <a:xfrm>
            <a:off x="8780454" y="1169716"/>
            <a:ext cx="2773913" cy="1097280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↑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driving</a:t>
            </a:r>
            <a:r>
              <a:rPr lang="en-US" sz="1600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compliance problem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0" name="Right Brace 359">
            <a:extLst>
              <a:ext uri="{FF2B5EF4-FFF2-40B4-BE49-F238E27FC236}">
                <a16:creationId xmlns:a16="http://schemas.microsoft.com/office/drawing/2014/main" id="{E7A4997A-E6AE-BAF3-8FF2-69CA4985FEB0}"/>
              </a:ext>
            </a:extLst>
          </p:cNvPr>
          <p:cNvSpPr/>
          <p:nvPr/>
        </p:nvSpPr>
        <p:spPr>
          <a:xfrm>
            <a:off x="10845801" y="5295900"/>
            <a:ext cx="225936" cy="730250"/>
          </a:xfrm>
          <a:prstGeom prst="rightBrace">
            <a:avLst>
              <a:gd name="adj1" fmla="val 0"/>
              <a:gd name="adj2" fmla="val 50000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1" name="Case 1 - Q1">
            <a:extLst>
              <a:ext uri="{FF2B5EF4-FFF2-40B4-BE49-F238E27FC236}">
                <a16:creationId xmlns:a16="http://schemas.microsoft.com/office/drawing/2014/main" id="{594AFAAF-3802-4792-7F8D-23BDD53FE548}"/>
              </a:ext>
            </a:extLst>
          </p:cNvPr>
          <p:cNvSpPr/>
          <p:nvPr/>
        </p:nvSpPr>
        <p:spPr>
          <a:xfrm>
            <a:off x="11071736" y="5521631"/>
            <a:ext cx="965941" cy="29802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P</a:t>
            </a:r>
            <a:r>
              <a:rPr lang="en-US" sz="1400" baseline="-25000" dirty="0" err="1">
                <a:solidFill>
                  <a:schemeClr val="bg1"/>
                </a:solidFill>
              </a:rPr>
              <a:t>driving</a:t>
            </a:r>
            <a:r>
              <a:rPr lang="en-US" sz="1400" dirty="0">
                <a:solidFill>
                  <a:schemeClr val="bg1"/>
                </a:solidFill>
              </a:rPr>
              <a:t> &gt;10</a:t>
            </a:r>
          </a:p>
        </p:txBody>
      </p:sp>
      <p:sp>
        <p:nvSpPr>
          <p:cNvPr id="377" name="Rounded Rectangle 23">
            <a:extLst>
              <a:ext uri="{FF2B5EF4-FFF2-40B4-BE49-F238E27FC236}">
                <a16:creationId xmlns:a16="http://schemas.microsoft.com/office/drawing/2014/main" id="{1358B3DF-5543-7AE7-3AB4-2CB1C2ECEEA9}"/>
              </a:ext>
            </a:extLst>
          </p:cNvPr>
          <p:cNvSpPr/>
          <p:nvPr/>
        </p:nvSpPr>
        <p:spPr>
          <a:xfrm>
            <a:off x="8777264" y="2346196"/>
            <a:ext cx="2780292" cy="11470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Differential?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Intrapulmonary process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Pleural effusion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Abdominal distention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3811BFF7-1069-DB96-6632-371061A98E53}"/>
              </a:ext>
            </a:extLst>
          </p:cNvPr>
          <p:cNvSpPr txBox="1"/>
          <p:nvPr/>
        </p:nvSpPr>
        <p:spPr>
          <a:xfrm>
            <a:off x="5688387" y="6386253"/>
            <a:ext cx="2191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New condition</a:t>
            </a:r>
          </a:p>
        </p:txBody>
      </p: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22CDAAEE-A8A4-E10B-3186-C74C04AAA6DE}"/>
              </a:ext>
            </a:extLst>
          </p:cNvPr>
          <p:cNvCxnSpPr>
            <a:cxnSpLocks/>
          </p:cNvCxnSpPr>
          <p:nvPr/>
        </p:nvCxnSpPr>
        <p:spPr>
          <a:xfrm>
            <a:off x="6597015" y="4729241"/>
            <a:ext cx="15755" cy="1657012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Case 1 - Q1">
            <a:extLst>
              <a:ext uri="{FF2B5EF4-FFF2-40B4-BE49-F238E27FC236}">
                <a16:creationId xmlns:a16="http://schemas.microsoft.com/office/drawing/2014/main" id="{14C5D51A-00BD-F34C-48C2-5F6D89FD4D16}"/>
              </a:ext>
            </a:extLst>
          </p:cNvPr>
          <p:cNvSpPr/>
          <p:nvPr/>
        </p:nvSpPr>
        <p:spPr>
          <a:xfrm>
            <a:off x="6691432" y="5210645"/>
            <a:ext cx="654646" cy="2743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peak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A2F00169-4C8C-AA94-82BF-180343AE04F4}"/>
              </a:ext>
            </a:extLst>
          </p:cNvPr>
          <p:cNvCxnSpPr>
            <a:cxnSpLocks/>
          </p:cNvCxnSpPr>
          <p:nvPr/>
        </p:nvCxnSpPr>
        <p:spPr>
          <a:xfrm>
            <a:off x="6843713" y="5624513"/>
            <a:ext cx="8264" cy="754536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Case 1 - Q1">
            <a:extLst>
              <a:ext uri="{FF2B5EF4-FFF2-40B4-BE49-F238E27FC236}">
                <a16:creationId xmlns:a16="http://schemas.microsoft.com/office/drawing/2014/main" id="{E6CB9470-E51C-191D-95CD-39EE231216D9}"/>
              </a:ext>
            </a:extLst>
          </p:cNvPr>
          <p:cNvSpPr/>
          <p:nvPr/>
        </p:nvSpPr>
        <p:spPr>
          <a:xfrm>
            <a:off x="6920253" y="5816454"/>
            <a:ext cx="760335" cy="2743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</a:t>
            </a:r>
            <a:r>
              <a:rPr lang="en-US" sz="1400" baseline="-25000" dirty="0">
                <a:solidFill>
                  <a:schemeClr val="bg1"/>
                </a:solidFill>
              </a:rPr>
              <a:t>plateau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83" name="Obj 1">
            <a:hlinkClick r:id="rId3" action="ppaction://hlinksldjump"/>
            <a:extLst>
              <a:ext uri="{FF2B5EF4-FFF2-40B4-BE49-F238E27FC236}">
                <a16:creationId xmlns:a16="http://schemas.microsoft.com/office/drawing/2014/main" id="{0260ED17-6B69-451A-0BA4-D7BD1EF1438C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384" name="Obj 2">
            <a:hlinkClick r:id="rId4" action="ppaction://hlinksldjump"/>
            <a:extLst>
              <a:ext uri="{FF2B5EF4-FFF2-40B4-BE49-F238E27FC236}">
                <a16:creationId xmlns:a16="http://schemas.microsoft.com/office/drawing/2014/main" id="{DF0B3A8F-9522-0FCE-2324-B42C08E71FE9}"/>
              </a:ext>
            </a:extLst>
          </p:cNvPr>
          <p:cNvSpPr/>
          <p:nvPr/>
        </p:nvSpPr>
        <p:spPr>
          <a:xfrm>
            <a:off x="167950" y="666938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385" name="Obj 3">
            <a:hlinkClick r:id="rId5" action="ppaction://hlinksldjump"/>
            <a:extLst>
              <a:ext uri="{FF2B5EF4-FFF2-40B4-BE49-F238E27FC236}">
                <a16:creationId xmlns:a16="http://schemas.microsoft.com/office/drawing/2014/main" id="{15606200-9F83-467F-1243-F7645CC5EB53}"/>
              </a:ext>
            </a:extLst>
          </p:cNvPr>
          <p:cNvSpPr/>
          <p:nvPr/>
        </p:nvSpPr>
        <p:spPr>
          <a:xfrm>
            <a:off x="167950" y="11852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386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40F4307E-D807-6908-9403-77C7390FEC28}"/>
              </a:ext>
            </a:extLst>
          </p:cNvPr>
          <p:cNvSpPr/>
          <p:nvPr/>
        </p:nvSpPr>
        <p:spPr>
          <a:xfrm>
            <a:off x="167949" y="1703637"/>
            <a:ext cx="1474237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0F6FB8D2-2164-9D13-4820-6BD07C253F38}"/>
              </a:ext>
            </a:extLst>
          </p:cNvPr>
          <p:cNvSpPr/>
          <p:nvPr/>
        </p:nvSpPr>
        <p:spPr>
          <a:xfrm>
            <a:off x="7411106" y="4733397"/>
            <a:ext cx="225936" cy="833178"/>
          </a:xfrm>
          <a:prstGeom prst="rightBrace">
            <a:avLst>
              <a:gd name="adj1" fmla="val 0"/>
              <a:gd name="adj2" fmla="val 50000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Case 1 - Q1">
            <a:extLst>
              <a:ext uri="{FF2B5EF4-FFF2-40B4-BE49-F238E27FC236}">
                <a16:creationId xmlns:a16="http://schemas.microsoft.com/office/drawing/2014/main" id="{FCFA4B84-D3B0-37E2-EE4B-4508C33297E0}"/>
              </a:ext>
            </a:extLst>
          </p:cNvPr>
          <p:cNvSpPr/>
          <p:nvPr/>
        </p:nvSpPr>
        <p:spPr>
          <a:xfrm>
            <a:off x="7637042" y="4959128"/>
            <a:ext cx="766828" cy="2980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~R &gt;10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8B88A-35C5-6E24-F3A7-B3FA5ACDC7CA}"/>
              </a:ext>
            </a:extLst>
          </p:cNvPr>
          <p:cNvSpPr txBox="1"/>
          <p:nvPr/>
        </p:nvSpPr>
        <p:spPr>
          <a:xfrm>
            <a:off x="4044983" y="122044"/>
            <a:ext cx="5466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Responding to Peak Pressure Alarm</a:t>
            </a:r>
          </a:p>
        </p:txBody>
      </p:sp>
      <p:sp>
        <p:nvSpPr>
          <p:cNvPr id="4" name="Rounded Rectangle 28">
            <a:extLst>
              <a:ext uri="{FF2B5EF4-FFF2-40B4-BE49-F238E27FC236}">
                <a16:creationId xmlns:a16="http://schemas.microsoft.com/office/drawing/2014/main" id="{FE28329A-7832-7D06-2725-8831754BF9C7}"/>
              </a:ext>
            </a:extLst>
          </p:cNvPr>
          <p:cNvSpPr/>
          <p:nvPr/>
        </p:nvSpPr>
        <p:spPr>
          <a:xfrm>
            <a:off x="5382098" y="1169716"/>
            <a:ext cx="2795135" cy="109728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Peak Pressure ↑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Plateau Pressure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algn="ctr"/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</a:t>
            </a:r>
            <a:r>
              <a:rPr lang="en-US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10 suggests resistance problem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 3">
            <a:hlinkClick r:id="rId6" action="ppaction://hlinksldjump"/>
            <a:extLst>
              <a:ext uri="{FF2B5EF4-FFF2-40B4-BE49-F238E27FC236}">
                <a16:creationId xmlns:a16="http://schemas.microsoft.com/office/drawing/2014/main" id="{95BF0DD0-7C02-295D-2D2B-3FFD0A773F6A}"/>
              </a:ext>
            </a:extLst>
          </p:cNvPr>
          <p:cNvSpPr/>
          <p:nvPr/>
        </p:nvSpPr>
        <p:spPr>
          <a:xfrm>
            <a:off x="167949" y="222198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42234-40A9-8522-2F80-C47ABD2111CF}"/>
              </a:ext>
            </a:extLst>
          </p:cNvPr>
          <p:cNvSpPr txBox="1"/>
          <p:nvPr/>
        </p:nvSpPr>
        <p:spPr>
          <a:xfrm>
            <a:off x="5284306" y="800085"/>
            <a:ext cx="299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ASSESS RESISTANCE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6F75C09D-08A0-3A19-E775-1255A963D4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2477470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C0D6F010-37B8-5F63-23A0-A401FD1D7E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68A9FC43-CE75-8507-9B25-6E1E14D748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1423876"/>
            <a:ext cx="274320" cy="274320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6BBA28E6-59A7-9C8B-63BF-8F53028966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1505" y="905527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0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ses">
            <a:hlinkClick r:id="rId3" action="ppaction://hlinksldjump"/>
            <a:extLst>
              <a:ext uri="{FF2B5EF4-FFF2-40B4-BE49-F238E27FC236}">
                <a16:creationId xmlns:a16="http://schemas.microsoft.com/office/drawing/2014/main" id="{28173898-C489-4914-B96C-559A0CCBF77B}"/>
              </a:ext>
            </a:extLst>
          </p:cNvPr>
          <p:cNvSpPr/>
          <p:nvPr/>
        </p:nvSpPr>
        <p:spPr>
          <a:xfrm>
            <a:off x="167951" y="2232578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87BCBAE-368D-4917-BA75-FD00D27A1D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409" y="2557945"/>
            <a:ext cx="562039" cy="188967"/>
          </a:xfrm>
          <a:prstGeom prst="bentConnector3">
            <a:avLst>
              <a:gd name="adj1" fmla="val 98144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5937852" y="164640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3DC473-34A1-4CE0-AD85-44D5A7417B0B}"/>
              </a:ext>
            </a:extLst>
          </p:cNvPr>
          <p:cNvCxnSpPr>
            <a:cxnSpLocks/>
          </p:cNvCxnSpPr>
          <p:nvPr/>
        </p:nvCxnSpPr>
        <p:spPr>
          <a:xfrm>
            <a:off x="6915175" y="1826175"/>
            <a:ext cx="0" cy="48013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926096" y="700563"/>
            <a:ext cx="998598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65 </a:t>
            </a:r>
            <a:r>
              <a:rPr lang="en-US" sz="1400" dirty="0" err="1"/>
              <a:t>yo</a:t>
            </a:r>
            <a:r>
              <a:rPr lang="en-US" sz="1400" dirty="0"/>
              <a:t> is intubated in the ICU for COVID pneumonia. You are called to assess gradually rising </a:t>
            </a:r>
            <a:r>
              <a:rPr lang="en-US" sz="1400" dirty="0" err="1"/>
              <a:t>P</a:t>
            </a:r>
            <a:r>
              <a:rPr lang="en-US" sz="1400" baseline="-25000" dirty="0" err="1"/>
              <a:t>peak</a:t>
            </a:r>
            <a:r>
              <a:rPr lang="en-US" sz="1400" dirty="0"/>
              <a:t>, which increased from ~ 35 to consistently 40. He is on assist control, volume control mode of ventilation. Settings are: 70% FiO</a:t>
            </a:r>
            <a:r>
              <a:rPr lang="en-US" sz="1400" baseline="-25000" dirty="0"/>
              <a:t>2</a:t>
            </a:r>
            <a:r>
              <a:rPr lang="en-US" sz="1400" dirty="0"/>
              <a:t>, PEEP 12, RR 20, V</a:t>
            </a:r>
            <a:r>
              <a:rPr lang="en-US" sz="1400" baseline="-25000" dirty="0"/>
              <a:t>t</a:t>
            </a:r>
            <a:r>
              <a:rPr lang="en-US" sz="1400" dirty="0"/>
              <a:t> 5 cc/kg (450 cc). The patient is currently deeply sedated and paralyzed. </a:t>
            </a:r>
          </a:p>
          <a:p>
            <a:pPr lvl="0"/>
            <a:br>
              <a:rPr lang="en-US" sz="600" dirty="0"/>
            </a:br>
            <a:r>
              <a:rPr lang="en-US" sz="1400" dirty="0"/>
              <a:t>Vitals: T 37C, BP 110/57, HR 93, RR 24, SaO2 97%. V</a:t>
            </a:r>
            <a:r>
              <a:rPr lang="en-US" sz="1400" baseline="-25000" dirty="0"/>
              <a:t>t</a:t>
            </a:r>
            <a:r>
              <a:rPr lang="en-US" sz="1400" dirty="0"/>
              <a:t> is 450 cc. </a:t>
            </a:r>
          </a:p>
        </p:txBody>
      </p:sp>
      <p:sp>
        <p:nvSpPr>
          <p:cNvPr id="34" name="Case 1 Question 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1911199" y="1833355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first step in evaluation?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6CAF6B0D-85D5-4E41-B666-F1D4CCA25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441" y="2092287"/>
            <a:ext cx="270672" cy="270672"/>
          </a:xfrm>
          <a:prstGeom prst="rect">
            <a:avLst/>
          </a:prstGeom>
        </p:spPr>
      </p:pic>
      <p:sp>
        <p:nvSpPr>
          <p:cNvPr id="36" name="Case 1 Answer 1">
            <a:extLst>
              <a:ext uri="{FF2B5EF4-FFF2-40B4-BE49-F238E27FC236}">
                <a16:creationId xmlns:a16="http://schemas.microsoft.com/office/drawing/2014/main" id="{0EBD669A-1311-43D4-9C2E-39BF5A0ECBF3}"/>
              </a:ext>
            </a:extLst>
          </p:cNvPr>
          <p:cNvSpPr txBox="1"/>
          <p:nvPr/>
        </p:nvSpPr>
        <p:spPr>
          <a:xfrm>
            <a:off x="1886880" y="2257495"/>
            <a:ext cx="4796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Establish urgency.</a:t>
            </a:r>
            <a:r>
              <a:rPr lang="en-US" sz="1400" dirty="0"/>
              <a:t>. Vitals and oxygenation are stable. V</a:t>
            </a:r>
            <a:r>
              <a:rPr lang="en-US" sz="1400" baseline="-25000" dirty="0"/>
              <a:t>E</a:t>
            </a:r>
            <a:r>
              <a:rPr lang="en-US" sz="1400" dirty="0"/>
              <a:t> (RR x V</a:t>
            </a:r>
            <a:r>
              <a:rPr lang="en-US" sz="1400" baseline="-25000" dirty="0"/>
              <a:t>t</a:t>
            </a:r>
            <a:r>
              <a:rPr lang="en-US" sz="1400" dirty="0"/>
              <a:t>) is acceptable. This patient is stable. </a:t>
            </a:r>
          </a:p>
        </p:txBody>
      </p:sp>
      <p:sp>
        <p:nvSpPr>
          <p:cNvPr id="37" name="Case 1 Question 2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1911199" y="2837152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next step in evaluation?</a:t>
            </a:r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64DEF6C0-174E-4A59-BE9A-7E2D8A631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441" y="3090804"/>
            <a:ext cx="270672" cy="270672"/>
          </a:xfrm>
          <a:prstGeom prst="rect">
            <a:avLst/>
          </a:prstGeom>
        </p:spPr>
      </p:pic>
      <p:sp>
        <p:nvSpPr>
          <p:cNvPr id="39" name="Case 1 Answer 2">
            <a:extLst>
              <a:ext uri="{FF2B5EF4-FFF2-40B4-BE49-F238E27FC236}">
                <a16:creationId xmlns:a16="http://schemas.microsoft.com/office/drawing/2014/main" id="{38A1EAB5-6FD6-431F-8B0A-DB3837605A46}"/>
              </a:ext>
            </a:extLst>
          </p:cNvPr>
          <p:cNvSpPr txBox="1"/>
          <p:nvPr/>
        </p:nvSpPr>
        <p:spPr>
          <a:xfrm>
            <a:off x="1885310" y="3251945"/>
            <a:ext cx="481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Assess for a resistance and/or compliance problem </a:t>
            </a:r>
            <a:r>
              <a:rPr lang="en-US" sz="1400" b="1" dirty="0"/>
              <a:t>by obtaining a plateau pressure</a:t>
            </a:r>
            <a:r>
              <a:rPr lang="en-US" sz="1400" dirty="0"/>
              <a:t>. This can be done with an inspiratory hold. </a:t>
            </a:r>
          </a:p>
        </p:txBody>
      </p:sp>
      <p:sp>
        <p:nvSpPr>
          <p:cNvPr id="40" name="Case 1 Question 3">
            <a:extLst>
              <a:ext uri="{FF2B5EF4-FFF2-40B4-BE49-F238E27FC236}">
                <a16:creationId xmlns:a16="http://schemas.microsoft.com/office/drawing/2014/main" id="{73B8A3CB-71C0-4D3C-9CA8-229EFE0F0779}"/>
              </a:ext>
            </a:extLst>
          </p:cNvPr>
          <p:cNvSpPr/>
          <p:nvPr/>
        </p:nvSpPr>
        <p:spPr>
          <a:xfrm>
            <a:off x="1911199" y="4288934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Is there a resistance problem?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5C84FB9F-6334-4548-B410-F5BE2E10E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441" y="4547947"/>
            <a:ext cx="270672" cy="270672"/>
          </a:xfrm>
          <a:prstGeom prst="rect">
            <a:avLst/>
          </a:prstGeom>
        </p:spPr>
      </p:pic>
      <p:sp>
        <p:nvSpPr>
          <p:cNvPr id="42" name="Case 1 Answer 3">
            <a:extLst>
              <a:ext uri="{FF2B5EF4-FFF2-40B4-BE49-F238E27FC236}">
                <a16:creationId xmlns:a16="http://schemas.microsoft.com/office/drawing/2014/main" id="{7551A627-92DD-453E-942D-5B17D1236523}"/>
              </a:ext>
            </a:extLst>
          </p:cNvPr>
          <p:cNvSpPr txBox="1"/>
          <p:nvPr/>
        </p:nvSpPr>
        <p:spPr>
          <a:xfrm>
            <a:off x="1905202" y="4684786"/>
            <a:ext cx="481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No</a:t>
            </a:r>
            <a:r>
              <a:rPr lang="en-US" sz="1400" dirty="0"/>
              <a:t>. Resistance is proportional to Peak – Plateau. A difference &gt;10 suggests high resistance. Here, 40 – 38 = 2, which is low. </a:t>
            </a:r>
          </a:p>
        </p:txBody>
      </p:sp>
      <p:sp>
        <p:nvSpPr>
          <p:cNvPr id="43" name="Case 1 Question 4">
            <a:extLst>
              <a:ext uri="{FF2B5EF4-FFF2-40B4-BE49-F238E27FC236}">
                <a16:creationId xmlns:a16="http://schemas.microsoft.com/office/drawing/2014/main" id="{C254C3C8-089B-4E83-AA42-B8474D301FA5}"/>
              </a:ext>
            </a:extLst>
          </p:cNvPr>
          <p:cNvSpPr/>
          <p:nvPr/>
        </p:nvSpPr>
        <p:spPr>
          <a:xfrm>
            <a:off x="1911199" y="5325761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Is there a compliance problem?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B7C1A6C0-7046-4AF2-91EF-A4BFFDC415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2441" y="5588884"/>
            <a:ext cx="270672" cy="270672"/>
          </a:xfrm>
          <a:prstGeom prst="rect">
            <a:avLst/>
          </a:prstGeom>
        </p:spPr>
      </p:pic>
      <p:sp>
        <p:nvSpPr>
          <p:cNvPr id="45" name="Case 1 Answer 4">
            <a:extLst>
              <a:ext uri="{FF2B5EF4-FFF2-40B4-BE49-F238E27FC236}">
                <a16:creationId xmlns:a16="http://schemas.microsoft.com/office/drawing/2014/main" id="{46A8D916-5831-416E-B951-E1F4B49C4D08}"/>
              </a:ext>
            </a:extLst>
          </p:cNvPr>
          <p:cNvSpPr txBox="1"/>
          <p:nvPr/>
        </p:nvSpPr>
        <p:spPr>
          <a:xfrm>
            <a:off x="1974534" y="5745743"/>
            <a:ext cx="47372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Yes. </a:t>
            </a:r>
            <a:r>
              <a:rPr lang="en-US" sz="1400" dirty="0"/>
              <a:t>Compliance is inversely proportional to the driving pressure (Plateau – PEEP). The driving pressure (38 – 12) is 26, which is elevated. This suggests low compliance.</a:t>
            </a:r>
          </a:p>
        </p:txBody>
      </p:sp>
      <p:sp>
        <p:nvSpPr>
          <p:cNvPr id="47" name="Case 2 Question 1">
            <a:extLst>
              <a:ext uri="{FF2B5EF4-FFF2-40B4-BE49-F238E27FC236}">
                <a16:creationId xmlns:a16="http://schemas.microsoft.com/office/drawing/2014/main" id="{02C9AA35-457B-461B-941D-9E9E1E9DDCE6}"/>
              </a:ext>
            </a:extLst>
          </p:cNvPr>
          <p:cNvSpPr/>
          <p:nvPr/>
        </p:nvSpPr>
        <p:spPr>
          <a:xfrm>
            <a:off x="7089062" y="1826175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differential for the low compliance?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0671C797-E47C-4C57-B433-2DD23FC69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23378" y="2081678"/>
            <a:ext cx="270672" cy="270672"/>
          </a:xfrm>
          <a:prstGeom prst="rect">
            <a:avLst/>
          </a:prstGeom>
        </p:spPr>
      </p:pic>
      <p:sp>
        <p:nvSpPr>
          <p:cNvPr id="49" name="Case 2 Answer 1">
            <a:extLst>
              <a:ext uri="{FF2B5EF4-FFF2-40B4-BE49-F238E27FC236}">
                <a16:creationId xmlns:a16="http://schemas.microsoft.com/office/drawing/2014/main" id="{B76E7352-0B0A-4F9A-B0AC-5CBF14F890D6}"/>
              </a:ext>
            </a:extLst>
          </p:cNvPr>
          <p:cNvSpPr txBox="1"/>
          <p:nvPr/>
        </p:nvSpPr>
        <p:spPr>
          <a:xfrm>
            <a:off x="7089527" y="2264337"/>
            <a:ext cx="47793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Alveolar process - pulmonary edema, worsening pneumonia, atelectasis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/>
              <a:t>Restricted expansion - pleural effusions</a:t>
            </a:r>
          </a:p>
          <a:p>
            <a:pPr algn="ctr"/>
            <a:r>
              <a:rPr lang="en-US" sz="1400" dirty="0"/>
              <a:t>Given slow rise in peak pressure, a pneumothorax or lobar collapse are less likely. </a:t>
            </a:r>
          </a:p>
        </p:txBody>
      </p:sp>
      <p:sp>
        <p:nvSpPr>
          <p:cNvPr id="50" name="Case 2 Question 2">
            <a:extLst>
              <a:ext uri="{FF2B5EF4-FFF2-40B4-BE49-F238E27FC236}">
                <a16:creationId xmlns:a16="http://schemas.microsoft.com/office/drawing/2014/main" id="{BF491D54-1A3E-4C97-85F4-3CBCC02C9EF2}"/>
              </a:ext>
            </a:extLst>
          </p:cNvPr>
          <p:cNvSpPr/>
          <p:nvPr/>
        </p:nvSpPr>
        <p:spPr>
          <a:xfrm>
            <a:off x="7089062" y="3567633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are your next steps in evaluation?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B8761156-CCFE-4F34-B4FA-F42BEDB89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56549" y="3833457"/>
            <a:ext cx="270672" cy="270672"/>
          </a:xfrm>
          <a:prstGeom prst="rect">
            <a:avLst/>
          </a:prstGeom>
        </p:spPr>
      </p:pic>
      <p:sp>
        <p:nvSpPr>
          <p:cNvPr id="52" name="Case 2 Answer 2">
            <a:extLst>
              <a:ext uri="{FF2B5EF4-FFF2-40B4-BE49-F238E27FC236}">
                <a16:creationId xmlns:a16="http://schemas.microsoft.com/office/drawing/2014/main" id="{E265AA3A-58B7-4E4B-8796-F81A06B9FF27}"/>
              </a:ext>
            </a:extLst>
          </p:cNvPr>
          <p:cNvSpPr txBox="1"/>
          <p:nvPr/>
        </p:nvSpPr>
        <p:spPr>
          <a:xfrm>
            <a:off x="7124480" y="3995814"/>
            <a:ext cx="47793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0325" algn="l"/>
              </a:tabLst>
            </a:pPr>
            <a:r>
              <a:rPr lang="en-US" sz="1400" dirty="0"/>
              <a:t>Get additional history. Perform a targeted physical exam. Obtain a </a:t>
            </a:r>
            <a:r>
              <a:rPr lang="en-US" sz="1400" b="1" dirty="0"/>
              <a:t>CXR</a:t>
            </a:r>
            <a:r>
              <a:rPr lang="en-US" sz="1400" dirty="0"/>
              <a:t> or bedside US and </a:t>
            </a:r>
            <a:r>
              <a:rPr lang="en-US" sz="1400" b="1" dirty="0"/>
              <a:t>ABG</a:t>
            </a:r>
            <a:r>
              <a:rPr lang="en-US" sz="1400" dirty="0"/>
              <a:t> to evaluate for new intrapulmonary processes. CBC, BMP, BNP. </a:t>
            </a:r>
          </a:p>
        </p:txBody>
      </p:sp>
      <p:sp>
        <p:nvSpPr>
          <p:cNvPr id="55" name="Case 2 Answer 3">
            <a:extLst>
              <a:ext uri="{FF2B5EF4-FFF2-40B4-BE49-F238E27FC236}">
                <a16:creationId xmlns:a16="http://schemas.microsoft.com/office/drawing/2014/main" id="{922983B6-7A48-4426-AB5E-4FDD90841F02}"/>
              </a:ext>
            </a:extLst>
          </p:cNvPr>
          <p:cNvSpPr txBox="1"/>
          <p:nvPr/>
        </p:nvSpPr>
        <p:spPr>
          <a:xfrm>
            <a:off x="7089062" y="4926472"/>
            <a:ext cx="4778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…Exam reveals soft abdomen, diffuse crackles. CXR shows worsening bilateral interstitial and alveolar infiltrates. CBC shows worsening leukocytosis. pH 7.34/45/82/24 on 70% FiO</a:t>
            </a:r>
            <a:r>
              <a:rPr lang="en-US" sz="1400" baseline="-25000" dirty="0"/>
              <a:t>2</a:t>
            </a:r>
            <a:r>
              <a:rPr lang="en-US" sz="1400" dirty="0"/>
              <a:t>.</a:t>
            </a:r>
          </a:p>
        </p:txBody>
      </p:sp>
      <p:sp>
        <p:nvSpPr>
          <p:cNvPr id="56" name="Case 2 Question 4">
            <a:extLst>
              <a:ext uri="{FF2B5EF4-FFF2-40B4-BE49-F238E27FC236}">
                <a16:creationId xmlns:a16="http://schemas.microsoft.com/office/drawing/2014/main" id="{6C2B7592-6EE1-45A5-8D24-D651A4D742E1}"/>
              </a:ext>
            </a:extLst>
          </p:cNvPr>
          <p:cNvSpPr/>
          <p:nvPr/>
        </p:nvSpPr>
        <p:spPr>
          <a:xfrm>
            <a:off x="7089062" y="5726443"/>
            <a:ext cx="4754880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are the most likely diagnosis?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49A79CD2-5DCB-4CC2-8CB9-7E9502F2A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9569" y="6003101"/>
            <a:ext cx="270672" cy="270672"/>
          </a:xfrm>
          <a:prstGeom prst="rect">
            <a:avLst/>
          </a:prstGeom>
        </p:spPr>
      </p:pic>
      <p:sp>
        <p:nvSpPr>
          <p:cNvPr id="58" name="Case 2 Answer 4">
            <a:extLst>
              <a:ext uri="{FF2B5EF4-FFF2-40B4-BE49-F238E27FC236}">
                <a16:creationId xmlns:a16="http://schemas.microsoft.com/office/drawing/2014/main" id="{18D1708B-A2CC-41A8-97F9-BB71CAAC22B5}"/>
              </a:ext>
            </a:extLst>
          </p:cNvPr>
          <p:cNvSpPr txBox="1"/>
          <p:nvPr/>
        </p:nvSpPr>
        <p:spPr>
          <a:xfrm>
            <a:off x="7088596" y="6154624"/>
            <a:ext cx="4778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Worsening parenchymal lung disease, which could include from ARDS or superimposed bacterial infection. </a:t>
            </a:r>
          </a:p>
        </p:txBody>
      </p:sp>
      <p:sp>
        <p:nvSpPr>
          <p:cNvPr id="73" name="Obj 3b">
            <a:hlinkClick r:id="rId3" action="ppaction://hlinksldjump"/>
            <a:extLst>
              <a:ext uri="{FF2B5EF4-FFF2-40B4-BE49-F238E27FC236}">
                <a16:creationId xmlns:a16="http://schemas.microsoft.com/office/drawing/2014/main" id="{CD4D9DA5-4633-4216-A8AA-AF56058F7B02}"/>
              </a:ext>
            </a:extLst>
          </p:cNvPr>
          <p:cNvSpPr/>
          <p:nvPr/>
        </p:nvSpPr>
        <p:spPr>
          <a:xfrm>
            <a:off x="466079" y="2748331"/>
            <a:ext cx="1176109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7" name="Obj 3b">
            <a:hlinkClick r:id="rId3" action="ppaction://hlinksldjump"/>
            <a:extLst>
              <a:ext uri="{FF2B5EF4-FFF2-40B4-BE49-F238E27FC236}">
                <a16:creationId xmlns:a16="http://schemas.microsoft.com/office/drawing/2014/main" id="{35FB9A34-8970-48B9-87DA-5E59FF2D892F}"/>
              </a:ext>
            </a:extLst>
          </p:cNvPr>
          <p:cNvSpPr/>
          <p:nvPr/>
        </p:nvSpPr>
        <p:spPr>
          <a:xfrm>
            <a:off x="466079" y="3289537"/>
            <a:ext cx="1176109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7077DE4-1B34-4474-9896-A5C4190CCA7B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97609" y="3105057"/>
            <a:ext cx="546770" cy="1901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 1 Answer 2">
            <a:extLst>
              <a:ext uri="{FF2B5EF4-FFF2-40B4-BE49-F238E27FC236}">
                <a16:creationId xmlns:a16="http://schemas.microsoft.com/office/drawing/2014/main" id="{B19F8D0A-4003-3101-B68E-A12FE74A6E48}"/>
              </a:ext>
            </a:extLst>
          </p:cNvPr>
          <p:cNvSpPr txBox="1"/>
          <p:nvPr/>
        </p:nvSpPr>
        <p:spPr>
          <a:xfrm>
            <a:off x="1892754" y="3937317"/>
            <a:ext cx="4818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…Plateau pressure is 38 cmH</a:t>
            </a:r>
            <a:r>
              <a:rPr lang="en-US" sz="1400" baseline="-25000" dirty="0"/>
              <a:t>2</a:t>
            </a:r>
            <a:r>
              <a:rPr lang="en-US" sz="1400" dirty="0"/>
              <a:t>O.</a:t>
            </a:r>
          </a:p>
        </p:txBody>
      </p:sp>
      <p:sp>
        <p:nvSpPr>
          <p:cNvPr id="89" name="Obj 1">
            <a:hlinkClick r:id="rId6" action="ppaction://hlinksldjump"/>
            <a:extLst>
              <a:ext uri="{FF2B5EF4-FFF2-40B4-BE49-F238E27FC236}">
                <a16:creationId xmlns:a16="http://schemas.microsoft.com/office/drawing/2014/main" id="{55CA8790-B00E-3BDE-AB5B-30529608A447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90" name="Obj 2">
            <a:hlinkClick r:id="rId7" action="ppaction://hlinksldjump"/>
            <a:extLst>
              <a:ext uri="{FF2B5EF4-FFF2-40B4-BE49-F238E27FC236}">
                <a16:creationId xmlns:a16="http://schemas.microsoft.com/office/drawing/2014/main" id="{4368EF61-F939-660C-6D90-E20718A4BAEB}"/>
              </a:ext>
            </a:extLst>
          </p:cNvPr>
          <p:cNvSpPr/>
          <p:nvPr/>
        </p:nvSpPr>
        <p:spPr>
          <a:xfrm>
            <a:off x="167951" y="666938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91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D85DAC04-D550-9E61-B755-50D773074495}"/>
              </a:ext>
            </a:extLst>
          </p:cNvPr>
          <p:cNvSpPr/>
          <p:nvPr/>
        </p:nvSpPr>
        <p:spPr>
          <a:xfrm>
            <a:off x="167951" y="11852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13AB738E-AF7B-97DA-AFDE-F1E6281D2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5532" y="3528847"/>
            <a:ext cx="274320" cy="274320"/>
          </a:xfrm>
          <a:prstGeom prst="rect">
            <a:avLst/>
          </a:prstGeom>
        </p:spPr>
      </p:pic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BD8A6F2F-45AC-0C1E-2B77-E7FB63995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4B3F4198-B5DC-D061-2A9D-12AED7355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1423876"/>
            <a:ext cx="274320" cy="274320"/>
          </a:xfrm>
          <a:prstGeom prst="rect">
            <a:avLst/>
          </a:prstGeom>
        </p:spPr>
      </p:pic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79211ABA-2B24-D10F-BE18-F4137AD1B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905527"/>
            <a:ext cx="274320" cy="274320"/>
          </a:xfrm>
          <a:prstGeom prst="rect">
            <a:avLst/>
          </a:prstGeom>
        </p:spPr>
      </p:pic>
      <p:sp>
        <p:nvSpPr>
          <p:cNvPr id="19" name="Obj 3">
            <a:hlinkClick r:id="rId9" action="ppaction://hlinksldjump"/>
            <a:extLst>
              <a:ext uri="{FF2B5EF4-FFF2-40B4-BE49-F238E27FC236}">
                <a16:creationId xmlns:a16="http://schemas.microsoft.com/office/drawing/2014/main" id="{E9878C2C-6D3C-66F4-E46B-1B04E06215DA}"/>
              </a:ext>
            </a:extLst>
          </p:cNvPr>
          <p:cNvSpPr/>
          <p:nvPr/>
        </p:nvSpPr>
        <p:spPr>
          <a:xfrm>
            <a:off x="167951" y="170363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21" name="Graphic 20" descr="Cursor with solid fill">
            <a:extLst>
              <a:ext uri="{FF2B5EF4-FFF2-40B4-BE49-F238E27FC236}">
                <a16:creationId xmlns:a16="http://schemas.microsoft.com/office/drawing/2014/main" id="{F4B0B1DA-BC10-896E-F18E-1E1E6841A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505" y="194078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9" grpId="0"/>
      <p:bldP spid="40" grpId="0" animBg="1"/>
      <p:bldP spid="42" grpId="0"/>
      <p:bldP spid="43" grpId="0" animBg="1"/>
      <p:bldP spid="45" grpId="0"/>
      <p:bldP spid="47" grpId="0" animBg="1"/>
      <p:bldP spid="49" grpId="0"/>
      <p:bldP spid="50" grpId="0" animBg="1"/>
      <p:bldP spid="52" grpId="0"/>
      <p:bldP spid="55" grpId="0"/>
      <p:bldP spid="56" grpId="0" animBg="1"/>
      <p:bldP spid="5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 1">
            <a:extLst>
              <a:ext uri="{FF2B5EF4-FFF2-40B4-BE49-F238E27FC236}">
                <a16:creationId xmlns:a16="http://schemas.microsoft.com/office/drawing/2014/main" id="{54FE0069-BD5E-4E9C-8F47-D4DBE66EB2AC}"/>
              </a:ext>
            </a:extLst>
          </p:cNvPr>
          <p:cNvSpPr/>
          <p:nvPr/>
        </p:nvSpPr>
        <p:spPr>
          <a:xfrm>
            <a:off x="5937852" y="164640"/>
            <a:ext cx="1474237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3DC473-34A1-4CE0-AD85-44D5A7417B0B}"/>
              </a:ext>
            </a:extLst>
          </p:cNvPr>
          <p:cNvCxnSpPr>
            <a:cxnSpLocks/>
          </p:cNvCxnSpPr>
          <p:nvPr/>
        </p:nvCxnSpPr>
        <p:spPr>
          <a:xfrm flipH="1">
            <a:off x="6767202" y="1646272"/>
            <a:ext cx="3913" cy="49728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se 1 stem">
            <a:extLst>
              <a:ext uri="{FF2B5EF4-FFF2-40B4-BE49-F238E27FC236}">
                <a16:creationId xmlns:a16="http://schemas.microsoft.com/office/drawing/2014/main" id="{EE5CF056-B12F-4BAB-8EAA-A4A1F99EBB4D}"/>
              </a:ext>
            </a:extLst>
          </p:cNvPr>
          <p:cNvSpPr txBox="1"/>
          <p:nvPr/>
        </p:nvSpPr>
        <p:spPr>
          <a:xfrm>
            <a:off x="1926096" y="700563"/>
            <a:ext cx="9985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25 </a:t>
            </a:r>
            <a:r>
              <a:rPr lang="en-US" sz="1400" dirty="0" err="1"/>
              <a:t>yo</a:t>
            </a:r>
            <a:r>
              <a:rPr lang="en-US" sz="1400" dirty="0"/>
              <a:t> with asthma presents with acute </a:t>
            </a:r>
            <a:r>
              <a:rPr lang="en-US" sz="1400" dirty="0" err="1"/>
              <a:t>hypercarbic</a:t>
            </a:r>
            <a:r>
              <a:rPr lang="en-US" sz="1400" dirty="0"/>
              <a:t> and hypoxemic respiratory failure from an asthma exacerbation. They are intubated and placed on volume-targeted mode of ventilation with FiO2 of 70%, PEEP 5, V</a:t>
            </a:r>
            <a:r>
              <a:rPr lang="en-US" sz="1400" baseline="-25000" dirty="0"/>
              <a:t>t</a:t>
            </a:r>
            <a:r>
              <a:rPr lang="en-US" sz="1400" dirty="0"/>
              <a:t> 350 cc (6cc/kg), RR 24. One hour after intubation, they become progressively hypotensive and hypoxemic. BPs are 100s/60s, RR 30, SaO</a:t>
            </a:r>
            <a:r>
              <a:rPr lang="en-US" sz="1400" baseline="-25000" dirty="0"/>
              <a:t>2</a:t>
            </a:r>
            <a:r>
              <a:rPr lang="en-US" sz="1400" dirty="0"/>
              <a:t> 92%, HR 120s. The ventilator is alarming for high peak pressures of 38 cm H</a:t>
            </a:r>
            <a:r>
              <a:rPr lang="en-US" sz="1400" baseline="-25000" dirty="0"/>
              <a:t>2</a:t>
            </a:r>
            <a:r>
              <a:rPr lang="en-US" sz="1400" dirty="0"/>
              <a:t>O. V</a:t>
            </a:r>
            <a:r>
              <a:rPr lang="en-US" sz="1400" baseline="-25000" dirty="0"/>
              <a:t>t</a:t>
            </a:r>
            <a:r>
              <a:rPr lang="en-US" sz="1400" dirty="0"/>
              <a:t> delivered is 300 cc.</a:t>
            </a:r>
          </a:p>
        </p:txBody>
      </p:sp>
      <p:sp>
        <p:nvSpPr>
          <p:cNvPr id="34" name="Case 1 Question 1">
            <a:extLst>
              <a:ext uri="{FF2B5EF4-FFF2-40B4-BE49-F238E27FC236}">
                <a16:creationId xmlns:a16="http://schemas.microsoft.com/office/drawing/2014/main" id="{27CD699D-5524-4807-8DDF-CFFCE617F7A3}"/>
              </a:ext>
            </a:extLst>
          </p:cNvPr>
          <p:cNvSpPr/>
          <p:nvPr/>
        </p:nvSpPr>
        <p:spPr>
          <a:xfrm>
            <a:off x="1934886" y="1752607"/>
            <a:ext cx="4589436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urgency of the situation?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6CAF6B0D-85D5-4E41-B666-F1D4CCA25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619" y="2000580"/>
            <a:ext cx="270672" cy="270672"/>
          </a:xfrm>
          <a:prstGeom prst="rect">
            <a:avLst/>
          </a:prstGeom>
        </p:spPr>
      </p:pic>
      <p:sp>
        <p:nvSpPr>
          <p:cNvPr id="36" name="Case 1 Answer 1">
            <a:extLst>
              <a:ext uri="{FF2B5EF4-FFF2-40B4-BE49-F238E27FC236}">
                <a16:creationId xmlns:a16="http://schemas.microsoft.com/office/drawing/2014/main" id="{0EBD669A-1311-43D4-9C2E-39BF5A0ECBF3}"/>
              </a:ext>
            </a:extLst>
          </p:cNvPr>
          <p:cNvSpPr txBox="1"/>
          <p:nvPr/>
        </p:nvSpPr>
        <p:spPr>
          <a:xfrm>
            <a:off x="1897989" y="2176747"/>
            <a:ext cx="4630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Vitals and oxygenation are stable. Proceed with assessment. Obtain ABG to assess pCO</a:t>
            </a:r>
            <a:r>
              <a:rPr lang="en-US" sz="1400" baseline="-25000" dirty="0"/>
              <a:t>2</a:t>
            </a:r>
            <a:r>
              <a:rPr lang="en-US" sz="1400" dirty="0"/>
              <a:t> and pH if not done recently. </a:t>
            </a:r>
          </a:p>
        </p:txBody>
      </p:sp>
      <p:sp>
        <p:nvSpPr>
          <p:cNvPr id="37" name="Case 1 Question 2">
            <a:extLst>
              <a:ext uri="{FF2B5EF4-FFF2-40B4-BE49-F238E27FC236}">
                <a16:creationId xmlns:a16="http://schemas.microsoft.com/office/drawing/2014/main" id="{3D504DDE-A211-4E97-B1BE-94AD60053F65}"/>
              </a:ext>
            </a:extLst>
          </p:cNvPr>
          <p:cNvSpPr/>
          <p:nvPr/>
        </p:nvSpPr>
        <p:spPr>
          <a:xfrm>
            <a:off x="1934886" y="2767788"/>
            <a:ext cx="4589436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next step in management? </a:t>
            </a:r>
          </a:p>
        </p:txBody>
      </p:sp>
      <p:pic>
        <p:nvPicPr>
          <p:cNvPr id="38" name="Graphic 37" descr="Cursor with solid fill">
            <a:extLst>
              <a:ext uri="{FF2B5EF4-FFF2-40B4-BE49-F238E27FC236}">
                <a16:creationId xmlns:a16="http://schemas.microsoft.com/office/drawing/2014/main" id="{64DEF6C0-174E-4A59-BE9A-7E2D8A631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619" y="3016645"/>
            <a:ext cx="270672" cy="270672"/>
          </a:xfrm>
          <a:prstGeom prst="rect">
            <a:avLst/>
          </a:prstGeom>
        </p:spPr>
      </p:pic>
      <p:sp>
        <p:nvSpPr>
          <p:cNvPr id="39" name="Case 1 Answer 2">
            <a:extLst>
              <a:ext uri="{FF2B5EF4-FFF2-40B4-BE49-F238E27FC236}">
                <a16:creationId xmlns:a16="http://schemas.microsoft.com/office/drawing/2014/main" id="{38A1EAB5-6FD6-431F-8B0A-DB3837605A46}"/>
              </a:ext>
            </a:extLst>
          </p:cNvPr>
          <p:cNvSpPr txBox="1"/>
          <p:nvPr/>
        </p:nvSpPr>
        <p:spPr>
          <a:xfrm>
            <a:off x="1904503" y="3182581"/>
            <a:ext cx="4651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Inspiratory</a:t>
            </a:r>
            <a:r>
              <a:rPr lang="en-US" sz="1400" dirty="0"/>
              <a:t> </a:t>
            </a:r>
            <a:r>
              <a:rPr lang="en-US" sz="1400" b="1" dirty="0"/>
              <a:t>hold </a:t>
            </a:r>
            <a:r>
              <a:rPr lang="en-US" sz="1400" dirty="0"/>
              <a:t>to measure the</a:t>
            </a:r>
            <a:r>
              <a:rPr lang="en-US" sz="1400" b="1" dirty="0"/>
              <a:t> plateau P</a:t>
            </a:r>
            <a:r>
              <a:rPr lang="en-US" sz="1400" dirty="0"/>
              <a:t>. This helps differentiate a resistance vs. compliance issue.</a:t>
            </a:r>
          </a:p>
        </p:txBody>
      </p:sp>
      <p:sp>
        <p:nvSpPr>
          <p:cNvPr id="40" name="Case 1 Question 3">
            <a:extLst>
              <a:ext uri="{FF2B5EF4-FFF2-40B4-BE49-F238E27FC236}">
                <a16:creationId xmlns:a16="http://schemas.microsoft.com/office/drawing/2014/main" id="{73B8A3CB-71C0-4D3C-9CA8-229EFE0F0779}"/>
              </a:ext>
            </a:extLst>
          </p:cNvPr>
          <p:cNvSpPr/>
          <p:nvPr/>
        </p:nvSpPr>
        <p:spPr>
          <a:xfrm>
            <a:off x="1934886" y="4176526"/>
            <a:ext cx="4589436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Is there a resistance or compliance problem?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5C84FB9F-6334-4548-B410-F5BE2E10E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619" y="4433724"/>
            <a:ext cx="270672" cy="270672"/>
          </a:xfrm>
          <a:prstGeom prst="rect">
            <a:avLst/>
          </a:prstGeom>
        </p:spPr>
      </p:pic>
      <p:sp>
        <p:nvSpPr>
          <p:cNvPr id="42" name="Case 1 Answer 3">
            <a:extLst>
              <a:ext uri="{FF2B5EF4-FFF2-40B4-BE49-F238E27FC236}">
                <a16:creationId xmlns:a16="http://schemas.microsoft.com/office/drawing/2014/main" id="{7551A627-92DD-453E-942D-5B17D1236523}"/>
              </a:ext>
            </a:extLst>
          </p:cNvPr>
          <p:cNvSpPr txBox="1"/>
          <p:nvPr/>
        </p:nvSpPr>
        <p:spPr>
          <a:xfrm>
            <a:off x="1897989" y="4588114"/>
            <a:ext cx="4651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Resistance. </a:t>
            </a:r>
            <a:r>
              <a:rPr lang="en-US" sz="1400" dirty="0"/>
              <a:t>Peak – Plateau is = 15. There is NO compliance issue. Plateau is &lt;30 and driving P (Plateau – PEEP) is &lt;10. </a:t>
            </a:r>
          </a:p>
        </p:txBody>
      </p:sp>
      <p:sp>
        <p:nvSpPr>
          <p:cNvPr id="43" name="Case 1 Question 4">
            <a:extLst>
              <a:ext uri="{FF2B5EF4-FFF2-40B4-BE49-F238E27FC236}">
                <a16:creationId xmlns:a16="http://schemas.microsoft.com/office/drawing/2014/main" id="{C254C3C8-089B-4E83-AA42-B8474D301FA5}"/>
              </a:ext>
            </a:extLst>
          </p:cNvPr>
          <p:cNvSpPr/>
          <p:nvPr/>
        </p:nvSpPr>
        <p:spPr>
          <a:xfrm>
            <a:off x="1934886" y="5224424"/>
            <a:ext cx="4589436" cy="547230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most likely diagnosis?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How would you manage this?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B7C1A6C0-7046-4AF2-91EF-A4BFFDC41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619" y="5655900"/>
            <a:ext cx="270672" cy="270672"/>
          </a:xfrm>
          <a:prstGeom prst="rect">
            <a:avLst/>
          </a:prstGeom>
        </p:spPr>
      </p:pic>
      <p:sp>
        <p:nvSpPr>
          <p:cNvPr id="47" name="Case 2 Question 1">
            <a:extLst>
              <a:ext uri="{FF2B5EF4-FFF2-40B4-BE49-F238E27FC236}">
                <a16:creationId xmlns:a16="http://schemas.microsoft.com/office/drawing/2014/main" id="{02C9AA35-457B-461B-941D-9E9E1E9DDCE6}"/>
              </a:ext>
            </a:extLst>
          </p:cNvPr>
          <p:cNvSpPr/>
          <p:nvPr/>
        </p:nvSpPr>
        <p:spPr>
          <a:xfrm>
            <a:off x="6944092" y="2271252"/>
            <a:ext cx="4890348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Is there a resistance or compliance problem?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0671C797-E47C-4C57-B433-2DD23FC69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6403" y="2527341"/>
            <a:ext cx="270672" cy="270672"/>
          </a:xfrm>
          <a:prstGeom prst="rect">
            <a:avLst/>
          </a:prstGeom>
        </p:spPr>
      </p:pic>
      <p:sp>
        <p:nvSpPr>
          <p:cNvPr id="49" name="Case 2 Answer 1">
            <a:extLst>
              <a:ext uri="{FF2B5EF4-FFF2-40B4-BE49-F238E27FC236}">
                <a16:creationId xmlns:a16="http://schemas.microsoft.com/office/drawing/2014/main" id="{B76E7352-0B0A-4F9A-B0AC-5CBF14F890D6}"/>
              </a:ext>
            </a:extLst>
          </p:cNvPr>
          <p:cNvSpPr txBox="1"/>
          <p:nvPr/>
        </p:nvSpPr>
        <p:spPr>
          <a:xfrm>
            <a:off x="6941148" y="2709414"/>
            <a:ext cx="49154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patient’s BPs are trending down. </a:t>
            </a:r>
            <a:r>
              <a:rPr lang="en-US" sz="1400" b="1" dirty="0"/>
              <a:t>Call for help!</a:t>
            </a:r>
          </a:p>
          <a:p>
            <a:pPr algn="ctr"/>
            <a:r>
              <a:rPr lang="en-US" sz="1400" dirty="0"/>
              <a:t>There is a</a:t>
            </a:r>
            <a:r>
              <a:rPr lang="en-US" sz="1400" b="1" dirty="0"/>
              <a:t> compliance </a:t>
            </a:r>
            <a:r>
              <a:rPr lang="en-US" sz="1400" dirty="0"/>
              <a:t>issue. Plateau P - PEEP &gt;10.</a:t>
            </a:r>
          </a:p>
          <a:p>
            <a:pPr algn="ctr"/>
            <a:r>
              <a:rPr lang="en-US" sz="1400" dirty="0"/>
              <a:t>There is NO resistance issue. Peak – Plateau &lt;10.</a:t>
            </a:r>
          </a:p>
        </p:txBody>
      </p:sp>
      <p:sp>
        <p:nvSpPr>
          <p:cNvPr id="50" name="Case 2 Question 2">
            <a:extLst>
              <a:ext uri="{FF2B5EF4-FFF2-40B4-BE49-F238E27FC236}">
                <a16:creationId xmlns:a16="http://schemas.microsoft.com/office/drawing/2014/main" id="{BF491D54-1A3E-4C97-85F4-3CBCC02C9EF2}"/>
              </a:ext>
            </a:extLst>
          </p:cNvPr>
          <p:cNvSpPr/>
          <p:nvPr/>
        </p:nvSpPr>
        <p:spPr>
          <a:xfrm>
            <a:off x="6944092" y="3537841"/>
            <a:ext cx="4890348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the most likely diagnosis?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B8761156-CCFE-4F34-B4FA-F42BEDB89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6403" y="3804251"/>
            <a:ext cx="270672" cy="270672"/>
          </a:xfrm>
          <a:prstGeom prst="rect">
            <a:avLst/>
          </a:prstGeom>
        </p:spPr>
      </p:pic>
      <p:sp>
        <p:nvSpPr>
          <p:cNvPr id="52" name="Case 2 Answer 2">
            <a:extLst>
              <a:ext uri="{FF2B5EF4-FFF2-40B4-BE49-F238E27FC236}">
                <a16:creationId xmlns:a16="http://schemas.microsoft.com/office/drawing/2014/main" id="{E265AA3A-58B7-4E4B-8796-F81A06B9FF27}"/>
              </a:ext>
            </a:extLst>
          </p:cNvPr>
          <p:cNvSpPr txBox="1"/>
          <p:nvPr/>
        </p:nvSpPr>
        <p:spPr>
          <a:xfrm>
            <a:off x="6942930" y="3977745"/>
            <a:ext cx="491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0325" algn="l"/>
              </a:tabLst>
            </a:pPr>
            <a:r>
              <a:rPr lang="en-US" sz="1400" b="1" dirty="0" err="1"/>
              <a:t>AutoPEEP</a:t>
            </a:r>
            <a:r>
              <a:rPr lang="en-US" sz="1400" dirty="0"/>
              <a:t> or </a:t>
            </a:r>
            <a:r>
              <a:rPr lang="en-US" sz="1400" b="1" dirty="0"/>
              <a:t>pneumothorax.</a:t>
            </a:r>
            <a:endParaRPr lang="en-US" sz="1400" dirty="0"/>
          </a:p>
        </p:txBody>
      </p:sp>
      <p:sp>
        <p:nvSpPr>
          <p:cNvPr id="2" name="Case 1 Answer 2">
            <a:extLst>
              <a:ext uri="{FF2B5EF4-FFF2-40B4-BE49-F238E27FC236}">
                <a16:creationId xmlns:a16="http://schemas.microsoft.com/office/drawing/2014/main" id="{B19F8D0A-4003-3101-B68E-A12FE74A6E48}"/>
              </a:ext>
            </a:extLst>
          </p:cNvPr>
          <p:cNvSpPr txBox="1"/>
          <p:nvPr/>
        </p:nvSpPr>
        <p:spPr>
          <a:xfrm>
            <a:off x="1934886" y="3824909"/>
            <a:ext cx="4603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…</a:t>
            </a:r>
            <a:r>
              <a:rPr lang="en-US" sz="1400" dirty="0"/>
              <a:t>The plateau P is 20. ABG shows 7.25/60/95/24.</a:t>
            </a:r>
            <a:endParaRPr lang="en-US" sz="1400" i="1" dirty="0"/>
          </a:p>
        </p:txBody>
      </p:sp>
      <p:sp>
        <p:nvSpPr>
          <p:cNvPr id="89" name="Obj 1">
            <a:hlinkClick r:id="rId5" action="ppaction://hlinksldjump"/>
            <a:extLst>
              <a:ext uri="{FF2B5EF4-FFF2-40B4-BE49-F238E27FC236}">
                <a16:creationId xmlns:a16="http://schemas.microsoft.com/office/drawing/2014/main" id="{55CA8790-B00E-3BDE-AB5B-30529608A447}"/>
              </a:ext>
            </a:extLst>
          </p:cNvPr>
          <p:cNvSpPr/>
          <p:nvPr/>
        </p:nvSpPr>
        <p:spPr>
          <a:xfrm>
            <a:off x="167951" y="148589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 Outputs</a:t>
            </a:r>
          </a:p>
        </p:txBody>
      </p:sp>
      <p:sp>
        <p:nvSpPr>
          <p:cNvPr id="90" name="Obj 2">
            <a:hlinkClick r:id="rId6" action="ppaction://hlinksldjump"/>
            <a:extLst>
              <a:ext uri="{FF2B5EF4-FFF2-40B4-BE49-F238E27FC236}">
                <a16:creationId xmlns:a16="http://schemas.microsoft.com/office/drawing/2014/main" id="{4368EF61-F939-660C-6D90-E20718A4BAEB}"/>
              </a:ext>
            </a:extLst>
          </p:cNvPr>
          <p:cNvSpPr/>
          <p:nvPr/>
        </p:nvSpPr>
        <p:spPr>
          <a:xfrm>
            <a:off x="167951" y="666938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91" name="Obj 3">
            <a:hlinkClick r:id="rId7" action="ppaction://hlinksldjump"/>
            <a:extLst>
              <a:ext uri="{FF2B5EF4-FFF2-40B4-BE49-F238E27FC236}">
                <a16:creationId xmlns:a16="http://schemas.microsoft.com/office/drawing/2014/main" id="{D85DAC04-D550-9E61-B755-50D773074495}"/>
              </a:ext>
            </a:extLst>
          </p:cNvPr>
          <p:cNvSpPr/>
          <p:nvPr/>
        </p:nvSpPr>
        <p:spPr>
          <a:xfrm>
            <a:off x="167951" y="1185287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Peak P Alarm </a:t>
            </a:r>
          </a:p>
        </p:txBody>
      </p:sp>
      <p:sp>
        <p:nvSpPr>
          <p:cNvPr id="4" name="Case 2 Answer 1">
            <a:extLst>
              <a:ext uri="{FF2B5EF4-FFF2-40B4-BE49-F238E27FC236}">
                <a16:creationId xmlns:a16="http://schemas.microsoft.com/office/drawing/2014/main" id="{0F064760-43EB-58C0-9461-38EC46B22091}"/>
              </a:ext>
            </a:extLst>
          </p:cNvPr>
          <p:cNvSpPr txBox="1"/>
          <p:nvPr/>
        </p:nvSpPr>
        <p:spPr>
          <a:xfrm>
            <a:off x="6906439" y="1653026"/>
            <a:ext cx="502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…After escalating therapy and ↑ RR to address the acidosis, the Peak P is still 35. Plateau P ↑ to 30. RR is 35, PEEP 12. BPs 80s/60s.</a:t>
            </a:r>
          </a:p>
        </p:txBody>
      </p:sp>
      <p:sp>
        <p:nvSpPr>
          <p:cNvPr id="8" name="Case 1 Answer 3">
            <a:extLst>
              <a:ext uri="{FF2B5EF4-FFF2-40B4-BE49-F238E27FC236}">
                <a16:creationId xmlns:a16="http://schemas.microsoft.com/office/drawing/2014/main" id="{2C4F3C9C-9A39-BD27-D0E2-3AE525590BEE}"/>
              </a:ext>
            </a:extLst>
          </p:cNvPr>
          <p:cNvSpPr txBox="1"/>
          <p:nvPr/>
        </p:nvSpPr>
        <p:spPr>
          <a:xfrm>
            <a:off x="1904503" y="5829729"/>
            <a:ext cx="4619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Bronchospasm and airway inflammation. </a:t>
            </a:r>
          </a:p>
          <a:p>
            <a:pPr algn="ctr"/>
            <a:r>
              <a:rPr lang="en-US" sz="1400" dirty="0"/>
              <a:t>Escalate bronchodilator ± steroid therapy. Consider IV magnesium if no improvement with aggressive bronchodilators.</a:t>
            </a:r>
          </a:p>
        </p:txBody>
      </p:sp>
      <p:sp>
        <p:nvSpPr>
          <p:cNvPr id="9" name="Case 2 Question 2">
            <a:extLst>
              <a:ext uri="{FF2B5EF4-FFF2-40B4-BE49-F238E27FC236}">
                <a16:creationId xmlns:a16="http://schemas.microsoft.com/office/drawing/2014/main" id="{3F669389-4463-84DE-E5E5-CA299EE72BA1}"/>
              </a:ext>
            </a:extLst>
          </p:cNvPr>
          <p:cNvSpPr/>
          <p:nvPr/>
        </p:nvSpPr>
        <p:spPr>
          <a:xfrm>
            <a:off x="6944092" y="4363496"/>
            <a:ext cx="4890348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next step in evaluation/management?</a:t>
            </a:r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F2F60B51-360C-94AA-147F-6B1E0FBE9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6403" y="4629906"/>
            <a:ext cx="270672" cy="270672"/>
          </a:xfrm>
          <a:prstGeom prst="rect">
            <a:avLst/>
          </a:prstGeom>
        </p:spPr>
      </p:pic>
      <p:sp>
        <p:nvSpPr>
          <p:cNvPr id="11" name="Case 2 Answer 2">
            <a:extLst>
              <a:ext uri="{FF2B5EF4-FFF2-40B4-BE49-F238E27FC236}">
                <a16:creationId xmlns:a16="http://schemas.microsoft.com/office/drawing/2014/main" id="{E86B2C8D-2A7A-6532-1C16-67069010538C}"/>
              </a:ext>
            </a:extLst>
          </p:cNvPr>
          <p:cNvSpPr txBox="1"/>
          <p:nvPr/>
        </p:nvSpPr>
        <p:spPr>
          <a:xfrm>
            <a:off x="6942930" y="4791677"/>
            <a:ext cx="491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0325" algn="l"/>
              </a:tabLst>
            </a:pPr>
            <a:r>
              <a:rPr lang="en-US" sz="1400" b="1" dirty="0"/>
              <a:t>Slow RR </a:t>
            </a:r>
            <a:r>
              <a:rPr lang="en-US" sz="1400" dirty="0"/>
              <a:t>to ↑ expiration time (as long as pH allows). Listen for bilateral breath sounds. </a:t>
            </a:r>
            <a:r>
              <a:rPr lang="en-US" sz="1400" b="1" dirty="0"/>
              <a:t>CXR</a:t>
            </a:r>
            <a:r>
              <a:rPr lang="en-US" sz="1400" dirty="0"/>
              <a:t> or </a:t>
            </a:r>
            <a:r>
              <a:rPr lang="en-US" sz="1400" b="1" dirty="0"/>
              <a:t>POCUS</a:t>
            </a:r>
            <a:r>
              <a:rPr lang="en-US" sz="1400" dirty="0"/>
              <a:t> to evaluate for PTX.</a:t>
            </a:r>
          </a:p>
        </p:txBody>
      </p:sp>
      <p:sp>
        <p:nvSpPr>
          <p:cNvPr id="12" name="Case 2 Answer 1">
            <a:extLst>
              <a:ext uri="{FF2B5EF4-FFF2-40B4-BE49-F238E27FC236}">
                <a16:creationId xmlns:a16="http://schemas.microsoft.com/office/drawing/2014/main" id="{D28F5CF4-6446-9F0A-E0B3-690CE9F3EBB0}"/>
              </a:ext>
            </a:extLst>
          </p:cNvPr>
          <p:cNvSpPr txBox="1"/>
          <p:nvPr/>
        </p:nvSpPr>
        <p:spPr>
          <a:xfrm>
            <a:off x="6941149" y="5410268"/>
            <a:ext cx="4913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…The patient goes into cardiac arrest. POCUS rules out PTX.</a:t>
            </a:r>
          </a:p>
        </p:txBody>
      </p:sp>
      <p:sp>
        <p:nvSpPr>
          <p:cNvPr id="13" name="Case 2 Question 2">
            <a:extLst>
              <a:ext uri="{FF2B5EF4-FFF2-40B4-BE49-F238E27FC236}">
                <a16:creationId xmlns:a16="http://schemas.microsoft.com/office/drawing/2014/main" id="{6B737562-8D94-A588-C18C-407DD4EC2AE8}"/>
              </a:ext>
            </a:extLst>
          </p:cNvPr>
          <p:cNvSpPr/>
          <p:nvPr/>
        </p:nvSpPr>
        <p:spPr>
          <a:xfrm>
            <a:off x="6944092" y="5747812"/>
            <a:ext cx="4890348" cy="367979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What is your next step in management?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37C31946-9C99-6459-2EDA-6DAAEB05A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4621" y="6014222"/>
            <a:ext cx="270672" cy="270672"/>
          </a:xfrm>
          <a:prstGeom prst="rect">
            <a:avLst/>
          </a:prstGeom>
        </p:spPr>
      </p:pic>
      <p:sp>
        <p:nvSpPr>
          <p:cNvPr id="15" name="Case 2 Answer 2">
            <a:extLst>
              <a:ext uri="{FF2B5EF4-FFF2-40B4-BE49-F238E27FC236}">
                <a16:creationId xmlns:a16="http://schemas.microsoft.com/office/drawing/2014/main" id="{05401F46-E50D-9702-DEB2-C5FB4D699C6C}"/>
              </a:ext>
            </a:extLst>
          </p:cNvPr>
          <p:cNvSpPr txBox="1"/>
          <p:nvPr/>
        </p:nvSpPr>
        <p:spPr>
          <a:xfrm>
            <a:off x="6941148" y="6175993"/>
            <a:ext cx="491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60325" algn="l"/>
              </a:tabLst>
            </a:pPr>
            <a:r>
              <a:rPr lang="en-US" sz="1400" b="1" dirty="0"/>
              <a:t>Call a Code Blue. Disconnect from ventilator </a:t>
            </a:r>
            <a:r>
              <a:rPr lang="en-US" sz="1400" dirty="0"/>
              <a:t>and allow for long exhalation. Start ACLS and use manual bagging (RR 8-10).</a:t>
            </a:r>
          </a:p>
        </p:txBody>
      </p:sp>
      <p:pic>
        <p:nvPicPr>
          <p:cNvPr id="7" name="Graphic 6" descr="Cursor with solid fill">
            <a:extLst>
              <a:ext uri="{FF2B5EF4-FFF2-40B4-BE49-F238E27FC236}">
                <a16:creationId xmlns:a16="http://schemas.microsoft.com/office/drawing/2014/main" id="{47762D86-EF71-062B-A01A-416BEFF2E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505" y="387178"/>
            <a:ext cx="274320" cy="274320"/>
          </a:xfrm>
          <a:prstGeom prst="rect">
            <a:avLst/>
          </a:prstGeom>
        </p:spPr>
      </p:pic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8450E04E-9C15-D91E-26D6-914A516EF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505" y="1423876"/>
            <a:ext cx="274320" cy="274320"/>
          </a:xfrm>
          <a:prstGeom prst="rect">
            <a:avLst/>
          </a:prstGeom>
        </p:spPr>
      </p:pic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CE7E4F98-FD9B-05C2-481C-771ED53A1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505" y="905527"/>
            <a:ext cx="274320" cy="274320"/>
          </a:xfrm>
          <a:prstGeom prst="rect">
            <a:avLst/>
          </a:prstGeom>
        </p:spPr>
      </p:pic>
      <p:sp>
        <p:nvSpPr>
          <p:cNvPr id="24" name="Obj 3">
            <a:hlinkClick r:id="rId8" action="ppaction://hlinksldjump"/>
            <a:extLst>
              <a:ext uri="{FF2B5EF4-FFF2-40B4-BE49-F238E27FC236}">
                <a16:creationId xmlns:a16="http://schemas.microsoft.com/office/drawing/2014/main" id="{748760C4-A53D-D8D7-0A4C-B054B0171DA9}"/>
              </a:ext>
            </a:extLst>
          </p:cNvPr>
          <p:cNvSpPr/>
          <p:nvPr/>
        </p:nvSpPr>
        <p:spPr>
          <a:xfrm>
            <a:off x="167951" y="1703636"/>
            <a:ext cx="1474237" cy="36797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E63C6D2A-34D9-C2C2-34D2-86E8B67C2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505" y="1940783"/>
            <a:ext cx="274320" cy="274320"/>
          </a:xfrm>
          <a:prstGeom prst="rect">
            <a:avLst/>
          </a:prstGeom>
        </p:spPr>
      </p:pic>
      <p:sp>
        <p:nvSpPr>
          <p:cNvPr id="29" name="Cases">
            <a:hlinkClick r:id="rId9" action="ppaction://hlinksldjump"/>
            <a:extLst>
              <a:ext uri="{FF2B5EF4-FFF2-40B4-BE49-F238E27FC236}">
                <a16:creationId xmlns:a16="http://schemas.microsoft.com/office/drawing/2014/main" id="{1E11924E-FF21-593A-BAA0-73FE2EF78EFB}"/>
              </a:ext>
            </a:extLst>
          </p:cNvPr>
          <p:cNvSpPr/>
          <p:nvPr/>
        </p:nvSpPr>
        <p:spPr>
          <a:xfrm>
            <a:off x="167951" y="2232578"/>
            <a:ext cx="1474237" cy="36797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F481854-27A5-5F2C-485D-2AFFDC11D4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409" y="2557945"/>
            <a:ext cx="562039" cy="188967"/>
          </a:xfrm>
          <a:prstGeom prst="bentConnector3">
            <a:avLst>
              <a:gd name="adj1" fmla="val 98144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F4F4C2B5-B3F6-CC37-6AC3-7DF0ABC5E6BB}"/>
              </a:ext>
            </a:extLst>
          </p:cNvPr>
          <p:cNvSpPr/>
          <p:nvPr/>
        </p:nvSpPr>
        <p:spPr>
          <a:xfrm>
            <a:off x="466079" y="2748331"/>
            <a:ext cx="1176109" cy="36797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Obj 3b">
            <a:hlinkClick r:id="rId9" action="ppaction://hlinksldjump"/>
            <a:extLst>
              <a:ext uri="{FF2B5EF4-FFF2-40B4-BE49-F238E27FC236}">
                <a16:creationId xmlns:a16="http://schemas.microsoft.com/office/drawing/2014/main" id="{5F4D9BEF-7D50-28FB-3B9D-97DCF24DC2C9}"/>
              </a:ext>
            </a:extLst>
          </p:cNvPr>
          <p:cNvSpPr/>
          <p:nvPr/>
        </p:nvSpPr>
        <p:spPr>
          <a:xfrm>
            <a:off x="466079" y="3289537"/>
            <a:ext cx="1176109" cy="36797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F7E210A-3A1C-E2C2-B664-5A3F31985A78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97609" y="3105057"/>
            <a:ext cx="546770" cy="19016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40F81D2F-5A75-5D6F-2F00-AD085E07A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5532" y="298483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2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39" grpId="0"/>
      <p:bldP spid="40" grpId="0" animBg="1"/>
      <p:bldP spid="42" grpId="0"/>
      <p:bldP spid="43" grpId="0" animBg="1"/>
      <p:bldP spid="47" grpId="0" animBg="1"/>
      <p:bldP spid="49" grpId="0"/>
      <p:bldP spid="50" grpId="0" animBg="1"/>
      <p:bldP spid="52" grpId="0"/>
      <p:bldP spid="2" grpId="0"/>
      <p:bldP spid="4" grpId="0"/>
      <p:bldP spid="8" grpId="0"/>
      <p:bldP spid="9" grpId="0" animBg="1"/>
      <p:bldP spid="11" grpId="0"/>
      <p:bldP spid="12" grpId="0"/>
      <p:bldP spid="13" grpId="0" animBg="1"/>
      <p:bldP spid="15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Pulmonary Mechanics — 2023–25 Context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Core mechanics teaching (resistance, compliance, peak/plateau/driving pressure, the high-peak-pressure algorithm) is timeless physiology — verified current June 2026. The items below add context, not corrections.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E6E8C"/>
                </a:solidFill>
                <a:latin typeface="Calibri"/>
              </a:rPr>
              <a:t>Driving pressure (ΔP = Pplateau − PEEP) is the mechanic most tightly linked to ARDS survival. Keep ΔP ≤ 14–15 cm H₂O — risk rises stepwise above this even when Vt ≤6 mL/kg and Pplat ≤30 (Amato, NEJM 2015; LUNG SAFE).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Lung-protective targets unchanged: Vt 4–6 mL/kg ideal body weight, Pplateau &lt;30 cm H₂O, PEEP &gt;5 (ARDSNet NEJM 2000; ATS/ESICM/SCCM 2017; ESICM ARDS 2023).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ESICM ARDS 2023 / Global (new) ARDS definition 2024: SpO₂/FiO₂ ≤315 (when SpO₂ ≤97%) may define ARDS, lung ultrasound is an accepted imaging modality, and HFNO is included as a recognized support category — broadens who you will be troubleshooting on the vent.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B4530A"/>
                </a:solidFill>
                <a:latin typeface="Calibri"/>
              </a:rPr>
              <a:t>Bedside rule of thumb retained: normal resistance Ppeak−Pplateau &lt;10; normal compliance driving pressure &lt;10 cm H₂O for a 4–6 mL/kg breath.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1. Peak and plateau are the key outputs in volume-targeted modes. Peak pressure reflects resistance + compliance + PEEP + inspiratory flow; plateau (measured on an inspiratory hold) should be &lt;30 cm H₂O.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2. For a high-peak-pressure alarm: (1) establish urgency at the bedside, then (2) get a plateau pressure and decide resistance vs compliance vs both.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3. Resistance ∝ Ppeak − Pplateau. &gt;10 cm H₂O = resistance problem → kinked/bitten/blocked tube, mucus plug, bronchospasm. Fix: inspect tubing, suction, bite block/sedation, bronchodilators.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4. Compliance ∝ 1/driving pressure (Pplateau − PEEP). Driving pressure &gt;10 (or Pplateau &gt;30) = compliance problem → alveolar filling (edema, ARDS, pneumonia, DAH) or collapse (atelectasis, PTX, effusion, abdominal distention). Keep ΔP ≤14–15.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5. They can co-exist — and a falling BP, SpO₂, or VE turns troubleshooting into an emergency: call for help and bump FiO₂ to 100%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Original lesson: “Ventilators Part 2 — Assessing Pulmonary Mechanics in a Ventilated Patient,” TeachIM.org (updated Apr 2023).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Authors: Kaitlyn McLeod MD, David Scudder MD; Section Editor Trevor Steinbach MD; Executive Editor Yilin Zhang MD.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Source URL: teachim.org/teaching_material/ventilators-part-2-assessing-pulmonary-mechanics-in-a-ventilated-patient/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License: Creative Commons Attribution-NonCommercial 4.0 International (CC BY-NC 4.0). Non-commercial educational use only.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Correction made (this edit): Case 1 driving-pressure arithmetic “(38 − 12) is 14” → “is 26” (plateau 38, PEEP 12; conclusion “elevated / low compliance” unchanged). All original animations, graphics, and slide order preserved.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Human review: Case 2 numbers are internally inconsistent (Peak−Plateau and driving-pressure values do not reconcile with the stated peak/plateau/PEEP) — left unchanged pending author confirmation.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Companion files: Teaching guide (Vent-mechanics-4.11.docx) and Learner handout (Ventilators-Hand-out.pdf) — reviewed, no changes. Added context source-cited: Amato NEJM 2015; ARDSNet NEJM 2000; ATS/ESICM/SCCM 2017; ESICM ARDS 2023; Global ARDS definition 2024.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66206</TotalTime>
  <Words>1775</Words>
  <Application>Microsoft Office PowerPoint</Application>
  <PresentationFormat>Widescreen</PresentationFormat>
  <Paragraphs>416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Yilin Zhang</cp:lastModifiedBy>
  <cp:revision>133</cp:revision>
  <dcterms:created xsi:type="dcterms:W3CDTF">2020-12-09T20:37:45Z</dcterms:created>
  <dcterms:modified xsi:type="dcterms:W3CDTF">2023-04-11T21:53:45Z</dcterms:modified>
</cp:coreProperties>
</file>