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7" r:id="rId5"/>
    <p:sldId id="256" r:id="rId6"/>
    <p:sldId id="257" r:id="rId7"/>
    <p:sldId id="274" r:id="rId8"/>
    <p:sldId id="276" r:id="rId9"/>
    <p:sldId id="278" r:id="rId10"/>
    <p:sldId id="279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557" autoAdjust="0"/>
  </p:normalViewPr>
  <p:slideViewPr>
    <p:cSldViewPr snapToGrid="0">
      <p:cViewPr>
        <p:scale>
          <a:sx n="75" d="100"/>
          <a:sy n="75" d="100"/>
        </p:scale>
        <p:origin x="117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22414-9DC6-43BA-B4F3-5FDC09F05D01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F1AAA-3DDD-47A0-BFF1-471806305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1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F1AAA-3DDD-47A0-BFF1-4718063056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95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F1AAA-3DDD-47A0-BFF1-4718063056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83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F1AAA-3DDD-47A0-BFF1-4718063056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6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https://www.researchgate.net/figure/Pigtail-catheter-allows-less-tension-on-the-chest-tube-to-decrease-kinking-of-the_fig1_228106440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F1AAA-3DDD-47A0-BFF1-4718063056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8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0A77-6DAE-4665-8CB1-033F4FB6A9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911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779F-EA9D-4F29-A4B5-52B36191A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96985-A751-45EF-B101-381EBA83D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2601F-43D1-46AA-98F1-533110F5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42E9A-C330-424D-95E8-CD946F6C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022AA-2622-4779-AA2E-5416C116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6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6A3B-EFF2-431E-A1F2-63E2322B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5B2F-24AE-433F-A724-AE0F12019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99C0-788E-4ECE-9A60-559D352F3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FF2C-0F07-490F-8061-FA8E95C4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61EDC-8D4D-4CA4-92FE-14F5CFC9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3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981C-79EA-479A-8482-068E8D9BA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04A49-BA5C-4A97-A1D3-3A44C9F7F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3B698-62E3-4536-ADCD-09F6E4C8A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EFCFC-12D9-42DA-B0C8-DE3D40DE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977AE-B81A-4822-84D5-6235038F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2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5828-13D2-4584-BDA3-69634201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547DC-EF9E-4F78-84DE-E6C9F50D5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7A424-FD4D-483A-A1DD-CA4949F7C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DA1FE-9E43-4C05-9412-ED8A5E73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9AC73-E23D-4BF5-BA1C-44E12B5D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C4971-86E3-41E5-8AF8-149262D90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6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FA28-CD22-4B6C-AC97-B03D8C43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645FE-CA40-4B2E-BE2A-0DD013655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6F81C-3919-4299-911E-E3ED2C37B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BDB31-444A-4584-A850-F5C4EBD92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27BDC-73E9-4915-924C-8511D69CF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1E35F-B77E-474D-839E-A909EAE7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AE9F91-57B3-4176-A7F3-A11D4415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88A80-075A-4BD9-9B17-2188AE81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EF9F-C4F3-4636-BD04-4C9452B5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F48A2-8860-4834-B72D-097F4BB9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D96A5-74C4-4E8C-B5D9-1A80EE64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E7E98-B809-4658-8125-95E2F739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3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36708-6889-494B-886B-62FC7EEC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9122E-A10E-4647-9C5E-7A1EF7CE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965E7-149C-497B-97F2-3DFB51AF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1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D3A8-B19C-44AD-A3D7-579712C2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EC50B-F703-456A-A20A-FAC04AC4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E19CA-EC45-4765-97CC-C0AF49AB3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419D7-1822-4E2E-9C3D-AF609280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7D830-72A9-4B32-9675-D6CB3B84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59DD4-F3A9-4477-B2B1-25577AEF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35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7CC6-E8B0-44B9-88EA-FE579BF2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7DB6C-3731-498D-8B4A-E10D5C662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59949-BA79-48A5-8CB3-D24608C19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AD53A-5D2F-4D3E-B6BC-681475028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531F3-FCC0-427A-9891-0B257CE8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0FE0-263A-44C2-A40C-BE262F4B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0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63C0-9194-4DDA-91DA-75FD6F2F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9FC2E-B0D0-47CB-BC4F-076DA49ED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DCDB8-474A-4542-A84D-5A4F5477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BE120-059C-4139-A767-9BD3B55E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E0BC7-87B5-4BA9-B019-3C292582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8FD99-F70E-4843-9818-9A989482E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17599-FABA-4860-A961-186A56BF1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7EB2-3C4E-4486-AA7D-98EA12EF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7391F-B383-4995-852E-8BB17CED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0E0B-0583-4BAF-B25C-EFE7245D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266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DACF4-CE58-4C07-AF15-AAE36F0B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436B7-1CB5-4EC6-8544-C53001C79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8F67B-764A-4B0E-8AB9-A092A457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7F784-FC63-4F24-B500-3695A8D0565E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69AC0-E447-4015-B7C2-807156D6F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C8C4-64EA-44DC-A501-63FC16724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233F0-A11D-4D2D-8F92-534150C7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image" Target="../media/image2.png"/><Relationship Id="rId10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image" Target="../media/image2.png"/><Relationship Id="rId10" Type="http://schemas.openxmlformats.org/officeDocument/2006/relationships/slide" Target="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ive 1">
            <a:hlinkClick r:id="rId3" action="ppaction://hlinksldjump"/>
            <a:extLst>
              <a:ext uri="{FF2B5EF4-FFF2-40B4-BE49-F238E27FC236}">
                <a16:creationId xmlns:a16="http://schemas.microsoft.com/office/drawing/2014/main" id="{2FCA7F52-CFE5-452A-87CF-D62843650387}"/>
              </a:ext>
            </a:extLst>
          </p:cNvPr>
          <p:cNvSpPr/>
          <p:nvPr/>
        </p:nvSpPr>
        <p:spPr>
          <a:xfrm>
            <a:off x="128017" y="146304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5" name="Objective 2">
            <a:hlinkClick r:id="rId4" action="ppaction://hlinksldjump"/>
            <a:extLst>
              <a:ext uri="{FF2B5EF4-FFF2-40B4-BE49-F238E27FC236}">
                <a16:creationId xmlns:a16="http://schemas.microsoft.com/office/drawing/2014/main" id="{B121056B-D910-448D-A3D2-4085DE502858}"/>
              </a:ext>
            </a:extLst>
          </p:cNvPr>
          <p:cNvSpPr/>
          <p:nvPr/>
        </p:nvSpPr>
        <p:spPr>
          <a:xfrm>
            <a:off x="128016" y="634256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</a:t>
            </a:r>
          </a:p>
        </p:txBody>
      </p:sp>
      <p:sp>
        <p:nvSpPr>
          <p:cNvPr id="6" name="Objective 3">
            <a:hlinkClick r:id="rId5" action="ppaction://hlinksldjump"/>
            <a:extLst>
              <a:ext uri="{FF2B5EF4-FFF2-40B4-BE49-F238E27FC236}">
                <a16:creationId xmlns:a16="http://schemas.microsoft.com/office/drawing/2014/main" id="{277D9CB0-F546-4B9C-9F9B-1B2D714E9625}"/>
              </a:ext>
            </a:extLst>
          </p:cNvPr>
          <p:cNvSpPr/>
          <p:nvPr/>
        </p:nvSpPr>
        <p:spPr>
          <a:xfrm>
            <a:off x="139789" y="1122208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Management </a:t>
            </a:r>
          </a:p>
        </p:txBody>
      </p:sp>
      <p:sp>
        <p:nvSpPr>
          <p:cNvPr id="27" name="Objective 3">
            <a:hlinkClick r:id="rId6" action="ppaction://hlinksldjump"/>
            <a:extLst>
              <a:ext uri="{FF2B5EF4-FFF2-40B4-BE49-F238E27FC236}">
                <a16:creationId xmlns:a16="http://schemas.microsoft.com/office/drawing/2014/main" id="{808EAED0-87ED-439E-85F4-597AA7446BE2}"/>
              </a:ext>
            </a:extLst>
          </p:cNvPr>
          <p:cNvSpPr/>
          <p:nvPr/>
        </p:nvSpPr>
        <p:spPr>
          <a:xfrm>
            <a:off x="139789" y="1610160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BF0D1-F936-4804-BC0A-22E91A4780E7}"/>
              </a:ext>
            </a:extLst>
          </p:cNvPr>
          <p:cNvSpPr txBox="1"/>
          <p:nvPr/>
        </p:nvSpPr>
        <p:spPr>
          <a:xfrm>
            <a:off x="3154877" y="547263"/>
            <a:ext cx="6685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Pleural Effusions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75A0770-E0C8-4E2A-8C7B-567A48D8D70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2" t="16197" r="34444" b="21897"/>
          <a:stretch/>
        </p:blipFill>
        <p:spPr>
          <a:xfrm>
            <a:off x="3759200" y="1166991"/>
            <a:ext cx="4673599" cy="5001322"/>
          </a:xfrm>
          <a:prstGeom prst="rect">
            <a:avLst/>
          </a:prstGeom>
        </p:spPr>
      </p:pic>
      <p:sp>
        <p:nvSpPr>
          <p:cNvPr id="50" name="reveal and hide">
            <a:extLst>
              <a:ext uri="{FF2B5EF4-FFF2-40B4-BE49-F238E27FC236}">
                <a16:creationId xmlns:a16="http://schemas.microsoft.com/office/drawing/2014/main" id="{F2A77680-0CE1-422B-9418-C536F0FFDBC4}"/>
              </a:ext>
            </a:extLst>
          </p:cNvPr>
          <p:cNvSpPr txBox="1"/>
          <p:nvPr/>
        </p:nvSpPr>
        <p:spPr>
          <a:xfrm>
            <a:off x="2274094" y="193617"/>
            <a:ext cx="1937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Click these buttons to </a:t>
            </a:r>
            <a:r>
              <a:rPr lang="en-US" sz="1400" b="1" u="sng" dirty="0"/>
              <a:t>skip to each learning objective</a:t>
            </a:r>
            <a:endParaRPr lang="en-US" sz="14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AA7D0BE-5168-40C0-8264-315E205E5122}"/>
              </a:ext>
            </a:extLst>
          </p:cNvPr>
          <p:cNvCxnSpPr>
            <a:cxnSpLocks/>
          </p:cNvCxnSpPr>
          <p:nvPr/>
        </p:nvCxnSpPr>
        <p:spPr>
          <a:xfrm flipH="1">
            <a:off x="1705558" y="387886"/>
            <a:ext cx="568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36BF9336-21A7-4FA8-A0DE-B966702AF4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54681" y="383766"/>
            <a:ext cx="301752" cy="301752"/>
          </a:xfrm>
          <a:prstGeom prst="rect">
            <a:avLst/>
          </a:prstGeom>
        </p:spPr>
      </p:pic>
      <p:pic>
        <p:nvPicPr>
          <p:cNvPr id="53" name="Graphic 52" descr="Cursor">
            <a:extLst>
              <a:ext uri="{FF2B5EF4-FFF2-40B4-BE49-F238E27FC236}">
                <a16:creationId xmlns:a16="http://schemas.microsoft.com/office/drawing/2014/main" id="{6CE5EE06-4BD6-42F5-B297-D715D4842F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54681" y="865239"/>
            <a:ext cx="301752" cy="301752"/>
          </a:xfrm>
          <a:prstGeom prst="rect">
            <a:avLst/>
          </a:prstGeom>
        </p:spPr>
      </p:pic>
      <p:pic>
        <p:nvPicPr>
          <p:cNvPr id="54" name="Graphic 53" descr="Cursor">
            <a:extLst>
              <a:ext uri="{FF2B5EF4-FFF2-40B4-BE49-F238E27FC236}">
                <a16:creationId xmlns:a16="http://schemas.microsoft.com/office/drawing/2014/main" id="{1657721E-7BC3-4A1B-A259-A3724045E7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54681" y="1365169"/>
            <a:ext cx="301752" cy="301752"/>
          </a:xfrm>
          <a:prstGeom prst="rect">
            <a:avLst/>
          </a:prstGeom>
        </p:spPr>
      </p:pic>
      <p:pic>
        <p:nvPicPr>
          <p:cNvPr id="55" name="Graphic 54" descr="Cursor">
            <a:extLst>
              <a:ext uri="{FF2B5EF4-FFF2-40B4-BE49-F238E27FC236}">
                <a16:creationId xmlns:a16="http://schemas.microsoft.com/office/drawing/2014/main" id="{D5849DDD-BA1A-4D88-9E9F-9ECBB8834D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54681" y="1849000"/>
            <a:ext cx="301752" cy="3017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AF0002C-1686-47CD-9F1A-D0CA528B7521}"/>
              </a:ext>
            </a:extLst>
          </p:cNvPr>
          <p:cNvSpPr txBox="1"/>
          <p:nvPr/>
        </p:nvSpPr>
        <p:spPr>
          <a:xfrm>
            <a:off x="5562600" y="6624479"/>
            <a:ext cx="300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from biorender.com</a:t>
            </a:r>
          </a:p>
        </p:txBody>
      </p:sp>
      <p:pic>
        <p:nvPicPr>
          <p:cNvPr id="56" name="teachIM logo" descr="Icon&#10;&#10;Description automatically generated">
            <a:extLst>
              <a:ext uri="{FF2B5EF4-FFF2-40B4-BE49-F238E27FC236}">
                <a16:creationId xmlns:a16="http://schemas.microsoft.com/office/drawing/2014/main" id="{8C57AFEC-3DF2-4D86-B423-70ACB5A9A2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295051"/>
            <a:ext cx="1387970" cy="528106"/>
          </a:xfrm>
          <a:prstGeom prst="rect">
            <a:avLst/>
          </a:prstGeom>
        </p:spPr>
      </p:pic>
      <p:sp>
        <p:nvSpPr>
          <p:cNvPr id="57" name="work-up">
            <a:extLst>
              <a:ext uri="{FF2B5EF4-FFF2-40B4-BE49-F238E27FC236}">
                <a16:creationId xmlns:a16="http://schemas.microsoft.com/office/drawing/2014/main" id="{DBDD4696-E74D-47E5-AE29-7EFE6C6CE41F}"/>
              </a:ext>
            </a:extLst>
          </p:cNvPr>
          <p:cNvSpPr/>
          <p:nvPr/>
        </p:nvSpPr>
        <p:spPr>
          <a:xfrm>
            <a:off x="7912520" y="1975920"/>
            <a:ext cx="3602148" cy="8460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Which pleural effusions warrant further work-up?</a:t>
            </a:r>
          </a:p>
        </p:txBody>
      </p:sp>
      <p:pic>
        <p:nvPicPr>
          <p:cNvPr id="58" name="Graphic 57" descr="Cursor">
            <a:extLst>
              <a:ext uri="{FF2B5EF4-FFF2-40B4-BE49-F238E27FC236}">
                <a16:creationId xmlns:a16="http://schemas.microsoft.com/office/drawing/2014/main" id="{40640EAE-ADB2-4A22-A849-1A9E93484C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47139" y="2671131"/>
            <a:ext cx="301752" cy="301752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44068DC-E6EE-49CF-91BB-27570049F9B6}"/>
              </a:ext>
            </a:extLst>
          </p:cNvPr>
          <p:cNvSpPr/>
          <p:nvPr/>
        </p:nvSpPr>
        <p:spPr>
          <a:xfrm>
            <a:off x="8067852" y="3056717"/>
            <a:ext cx="3545666" cy="1087004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Nearly all pleural effusions &gt; 1 cm on US or lateral decubitus CXR should be further evaluated with a thoracentesis. 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C2D139C-56CA-4204-89E9-ACF22EE6B990}"/>
              </a:ext>
            </a:extLst>
          </p:cNvPr>
          <p:cNvGrpSpPr/>
          <p:nvPr/>
        </p:nvGrpSpPr>
        <p:grpSpPr>
          <a:xfrm>
            <a:off x="4564703" y="2607069"/>
            <a:ext cx="3497143" cy="3194802"/>
            <a:chOff x="6674857" y="2327399"/>
            <a:chExt cx="3497143" cy="319480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BD921CC-5128-4C05-BBE9-E9ABACF1D2D2}"/>
                </a:ext>
              </a:extLst>
            </p:cNvPr>
            <p:cNvGrpSpPr/>
            <p:nvPr/>
          </p:nvGrpSpPr>
          <p:grpSpPr>
            <a:xfrm>
              <a:off x="6674857" y="2327399"/>
              <a:ext cx="3426422" cy="3149308"/>
              <a:chOff x="6407713" y="2525633"/>
              <a:chExt cx="3426422" cy="3149308"/>
            </a:xfrm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6AEF374-9C6C-41E5-BF40-1FAF8524CD2B}"/>
                  </a:ext>
                </a:extLst>
              </p:cNvPr>
              <p:cNvSpPr/>
              <p:nvPr/>
            </p:nvSpPr>
            <p:spPr>
              <a:xfrm>
                <a:off x="6407713" y="2525633"/>
                <a:ext cx="1582776" cy="3149308"/>
              </a:xfrm>
              <a:custGeom>
                <a:avLst/>
                <a:gdLst>
                  <a:gd name="connsiteX0" fmla="*/ 838892 w 1175446"/>
                  <a:gd name="connsiteY0" fmla="*/ 129247 h 2335036"/>
                  <a:gd name="connsiteX1" fmla="*/ 588039 w 1175446"/>
                  <a:gd name="connsiteY1" fmla="*/ 7867 h 2335036"/>
                  <a:gd name="connsiteX2" fmla="*/ 321002 w 1175446"/>
                  <a:gd name="connsiteY2" fmla="*/ 299180 h 2335036"/>
                  <a:gd name="connsiteX3" fmla="*/ 151069 w 1175446"/>
                  <a:gd name="connsiteY3" fmla="*/ 1318776 h 2335036"/>
                  <a:gd name="connsiteX4" fmla="*/ 70149 w 1175446"/>
                  <a:gd name="connsiteY4" fmla="*/ 2014691 h 2335036"/>
                  <a:gd name="connsiteX5" fmla="*/ 53965 w 1175446"/>
                  <a:gd name="connsiteY5" fmla="*/ 2273637 h 2335036"/>
                  <a:gd name="connsiteX6" fmla="*/ 806524 w 1175446"/>
                  <a:gd name="connsiteY6" fmla="*/ 2281729 h 2335036"/>
                  <a:gd name="connsiteX7" fmla="*/ 1089745 w 1175446"/>
                  <a:gd name="connsiteY7" fmla="*/ 2297913 h 2335036"/>
                  <a:gd name="connsiteX8" fmla="*/ 1170666 w 1175446"/>
                  <a:gd name="connsiteY8" fmla="*/ 1739562 h 2335036"/>
                  <a:gd name="connsiteX9" fmla="*/ 976457 w 1175446"/>
                  <a:gd name="connsiteY9" fmla="*/ 606677 h 2335036"/>
                  <a:gd name="connsiteX10" fmla="*/ 838892 w 1175446"/>
                  <a:gd name="connsiteY10" fmla="*/ 129247 h 2335036"/>
                  <a:gd name="connsiteX0" fmla="*/ 1677446 w 2014000"/>
                  <a:gd name="connsiteY0" fmla="*/ 129247 h 2750953"/>
                  <a:gd name="connsiteX1" fmla="*/ 1426593 w 2014000"/>
                  <a:gd name="connsiteY1" fmla="*/ 7867 h 2750953"/>
                  <a:gd name="connsiteX2" fmla="*/ 1159556 w 2014000"/>
                  <a:gd name="connsiteY2" fmla="*/ 299180 h 2750953"/>
                  <a:gd name="connsiteX3" fmla="*/ 989623 w 2014000"/>
                  <a:gd name="connsiteY3" fmla="*/ 1318776 h 2750953"/>
                  <a:gd name="connsiteX4" fmla="*/ 908703 w 2014000"/>
                  <a:gd name="connsiteY4" fmla="*/ 2014691 h 2750953"/>
                  <a:gd name="connsiteX5" fmla="*/ 11985 w 2014000"/>
                  <a:gd name="connsiteY5" fmla="*/ 2747770 h 2750953"/>
                  <a:gd name="connsiteX6" fmla="*/ 1645078 w 2014000"/>
                  <a:gd name="connsiteY6" fmla="*/ 2281729 h 2750953"/>
                  <a:gd name="connsiteX7" fmla="*/ 1928299 w 2014000"/>
                  <a:gd name="connsiteY7" fmla="*/ 2297913 h 2750953"/>
                  <a:gd name="connsiteX8" fmla="*/ 2009220 w 2014000"/>
                  <a:gd name="connsiteY8" fmla="*/ 1739562 h 2750953"/>
                  <a:gd name="connsiteX9" fmla="*/ 1815011 w 2014000"/>
                  <a:gd name="connsiteY9" fmla="*/ 606677 h 2750953"/>
                  <a:gd name="connsiteX10" fmla="*/ 1677446 w 2014000"/>
                  <a:gd name="connsiteY10" fmla="*/ 129247 h 2750953"/>
                  <a:gd name="connsiteX0" fmla="*/ 1736302 w 2072856"/>
                  <a:gd name="connsiteY0" fmla="*/ 129247 h 2776010"/>
                  <a:gd name="connsiteX1" fmla="*/ 1485449 w 2072856"/>
                  <a:gd name="connsiteY1" fmla="*/ 7867 h 2776010"/>
                  <a:gd name="connsiteX2" fmla="*/ 1218412 w 2072856"/>
                  <a:gd name="connsiteY2" fmla="*/ 299180 h 2776010"/>
                  <a:gd name="connsiteX3" fmla="*/ 1048479 w 2072856"/>
                  <a:gd name="connsiteY3" fmla="*/ 1318776 h 2776010"/>
                  <a:gd name="connsiteX4" fmla="*/ 369248 w 2072856"/>
                  <a:gd name="connsiteY4" fmla="*/ 1337358 h 2776010"/>
                  <a:gd name="connsiteX5" fmla="*/ 70841 w 2072856"/>
                  <a:gd name="connsiteY5" fmla="*/ 2747770 h 2776010"/>
                  <a:gd name="connsiteX6" fmla="*/ 1703934 w 2072856"/>
                  <a:gd name="connsiteY6" fmla="*/ 2281729 h 2776010"/>
                  <a:gd name="connsiteX7" fmla="*/ 1987155 w 2072856"/>
                  <a:gd name="connsiteY7" fmla="*/ 2297913 h 2776010"/>
                  <a:gd name="connsiteX8" fmla="*/ 2068076 w 2072856"/>
                  <a:gd name="connsiteY8" fmla="*/ 1739562 h 2776010"/>
                  <a:gd name="connsiteX9" fmla="*/ 1873867 w 2072856"/>
                  <a:gd name="connsiteY9" fmla="*/ 606677 h 2776010"/>
                  <a:gd name="connsiteX10" fmla="*/ 1736302 w 2072856"/>
                  <a:gd name="connsiteY10" fmla="*/ 129247 h 2776010"/>
                  <a:gd name="connsiteX0" fmla="*/ 1732480 w 2069034"/>
                  <a:gd name="connsiteY0" fmla="*/ 129247 h 2776010"/>
                  <a:gd name="connsiteX1" fmla="*/ 1481627 w 2069034"/>
                  <a:gd name="connsiteY1" fmla="*/ 7867 h 2776010"/>
                  <a:gd name="connsiteX2" fmla="*/ 1214590 w 2069034"/>
                  <a:gd name="connsiteY2" fmla="*/ 299180 h 2776010"/>
                  <a:gd name="connsiteX3" fmla="*/ 1044657 w 2069034"/>
                  <a:gd name="connsiteY3" fmla="*/ 1318776 h 2776010"/>
                  <a:gd name="connsiteX4" fmla="*/ 365426 w 2069034"/>
                  <a:gd name="connsiteY4" fmla="*/ 1337358 h 2776010"/>
                  <a:gd name="connsiteX5" fmla="*/ 67019 w 2069034"/>
                  <a:gd name="connsiteY5" fmla="*/ 2747770 h 2776010"/>
                  <a:gd name="connsiteX6" fmla="*/ 1700112 w 2069034"/>
                  <a:gd name="connsiteY6" fmla="*/ 2281729 h 2776010"/>
                  <a:gd name="connsiteX7" fmla="*/ 1983333 w 2069034"/>
                  <a:gd name="connsiteY7" fmla="*/ 2297913 h 2776010"/>
                  <a:gd name="connsiteX8" fmla="*/ 2064254 w 2069034"/>
                  <a:gd name="connsiteY8" fmla="*/ 1739562 h 2776010"/>
                  <a:gd name="connsiteX9" fmla="*/ 1870045 w 2069034"/>
                  <a:gd name="connsiteY9" fmla="*/ 606677 h 2776010"/>
                  <a:gd name="connsiteX10" fmla="*/ 1732480 w 2069034"/>
                  <a:gd name="connsiteY10" fmla="*/ 129247 h 2776010"/>
                  <a:gd name="connsiteX0" fmla="*/ 1726845 w 2063399"/>
                  <a:gd name="connsiteY0" fmla="*/ 129247 h 2776010"/>
                  <a:gd name="connsiteX1" fmla="*/ 1475992 w 2063399"/>
                  <a:gd name="connsiteY1" fmla="*/ 7867 h 2776010"/>
                  <a:gd name="connsiteX2" fmla="*/ 1208955 w 2063399"/>
                  <a:gd name="connsiteY2" fmla="*/ 299180 h 2776010"/>
                  <a:gd name="connsiteX3" fmla="*/ 497155 w 2063399"/>
                  <a:gd name="connsiteY3" fmla="*/ 596287 h 2776010"/>
                  <a:gd name="connsiteX4" fmla="*/ 359791 w 2063399"/>
                  <a:gd name="connsiteY4" fmla="*/ 1337358 h 2776010"/>
                  <a:gd name="connsiteX5" fmla="*/ 61384 w 2063399"/>
                  <a:gd name="connsiteY5" fmla="*/ 2747770 h 2776010"/>
                  <a:gd name="connsiteX6" fmla="*/ 1694477 w 2063399"/>
                  <a:gd name="connsiteY6" fmla="*/ 2281729 h 2776010"/>
                  <a:gd name="connsiteX7" fmla="*/ 1977698 w 2063399"/>
                  <a:gd name="connsiteY7" fmla="*/ 2297913 h 2776010"/>
                  <a:gd name="connsiteX8" fmla="*/ 2058619 w 2063399"/>
                  <a:gd name="connsiteY8" fmla="*/ 1739562 h 2776010"/>
                  <a:gd name="connsiteX9" fmla="*/ 1864410 w 2063399"/>
                  <a:gd name="connsiteY9" fmla="*/ 606677 h 2776010"/>
                  <a:gd name="connsiteX10" fmla="*/ 1726845 w 2063399"/>
                  <a:gd name="connsiteY10" fmla="*/ 129247 h 2776010"/>
                  <a:gd name="connsiteX0" fmla="*/ 1745988 w 2082542"/>
                  <a:gd name="connsiteY0" fmla="*/ 129247 h 2776010"/>
                  <a:gd name="connsiteX1" fmla="*/ 1495135 w 2082542"/>
                  <a:gd name="connsiteY1" fmla="*/ 7867 h 2776010"/>
                  <a:gd name="connsiteX2" fmla="*/ 1228098 w 2082542"/>
                  <a:gd name="connsiteY2" fmla="*/ 299180 h 2776010"/>
                  <a:gd name="connsiteX3" fmla="*/ 516298 w 2082542"/>
                  <a:gd name="connsiteY3" fmla="*/ 596287 h 2776010"/>
                  <a:gd name="connsiteX4" fmla="*/ 277334 w 2082542"/>
                  <a:gd name="connsiteY4" fmla="*/ 1337358 h 2776010"/>
                  <a:gd name="connsiteX5" fmla="*/ 80527 w 2082542"/>
                  <a:gd name="connsiteY5" fmla="*/ 2747770 h 2776010"/>
                  <a:gd name="connsiteX6" fmla="*/ 1713620 w 2082542"/>
                  <a:gd name="connsiteY6" fmla="*/ 2281729 h 2776010"/>
                  <a:gd name="connsiteX7" fmla="*/ 1996841 w 2082542"/>
                  <a:gd name="connsiteY7" fmla="*/ 2297913 h 2776010"/>
                  <a:gd name="connsiteX8" fmla="*/ 2077762 w 2082542"/>
                  <a:gd name="connsiteY8" fmla="*/ 1739562 h 2776010"/>
                  <a:gd name="connsiteX9" fmla="*/ 1883553 w 2082542"/>
                  <a:gd name="connsiteY9" fmla="*/ 606677 h 2776010"/>
                  <a:gd name="connsiteX10" fmla="*/ 1745988 w 2082542"/>
                  <a:gd name="connsiteY10" fmla="*/ 129247 h 2776010"/>
                  <a:gd name="connsiteX0" fmla="*/ 1745988 w 2082542"/>
                  <a:gd name="connsiteY0" fmla="*/ 179968 h 2826731"/>
                  <a:gd name="connsiteX1" fmla="*/ 1495135 w 2082542"/>
                  <a:gd name="connsiteY1" fmla="*/ 58588 h 2826731"/>
                  <a:gd name="connsiteX2" fmla="*/ 1092632 w 2082542"/>
                  <a:gd name="connsiteY2" fmla="*/ 45101 h 2826731"/>
                  <a:gd name="connsiteX3" fmla="*/ 516298 w 2082542"/>
                  <a:gd name="connsiteY3" fmla="*/ 647008 h 2826731"/>
                  <a:gd name="connsiteX4" fmla="*/ 277334 w 2082542"/>
                  <a:gd name="connsiteY4" fmla="*/ 1388079 h 2826731"/>
                  <a:gd name="connsiteX5" fmla="*/ 80527 w 2082542"/>
                  <a:gd name="connsiteY5" fmla="*/ 2798491 h 2826731"/>
                  <a:gd name="connsiteX6" fmla="*/ 1713620 w 2082542"/>
                  <a:gd name="connsiteY6" fmla="*/ 2332450 h 2826731"/>
                  <a:gd name="connsiteX7" fmla="*/ 1996841 w 2082542"/>
                  <a:gd name="connsiteY7" fmla="*/ 2348634 h 2826731"/>
                  <a:gd name="connsiteX8" fmla="*/ 2077762 w 2082542"/>
                  <a:gd name="connsiteY8" fmla="*/ 1790283 h 2826731"/>
                  <a:gd name="connsiteX9" fmla="*/ 1883553 w 2082542"/>
                  <a:gd name="connsiteY9" fmla="*/ 657398 h 2826731"/>
                  <a:gd name="connsiteX10" fmla="*/ 1745988 w 2082542"/>
                  <a:gd name="connsiteY10" fmla="*/ 179968 h 2826731"/>
                  <a:gd name="connsiteX0" fmla="*/ 1745988 w 2082542"/>
                  <a:gd name="connsiteY0" fmla="*/ 484274 h 3131037"/>
                  <a:gd name="connsiteX1" fmla="*/ 1269358 w 2082542"/>
                  <a:gd name="connsiteY1" fmla="*/ 1649 h 3131037"/>
                  <a:gd name="connsiteX2" fmla="*/ 1092632 w 2082542"/>
                  <a:gd name="connsiteY2" fmla="*/ 349407 h 3131037"/>
                  <a:gd name="connsiteX3" fmla="*/ 516298 w 2082542"/>
                  <a:gd name="connsiteY3" fmla="*/ 951314 h 3131037"/>
                  <a:gd name="connsiteX4" fmla="*/ 277334 w 2082542"/>
                  <a:gd name="connsiteY4" fmla="*/ 1692385 h 3131037"/>
                  <a:gd name="connsiteX5" fmla="*/ 80527 w 2082542"/>
                  <a:gd name="connsiteY5" fmla="*/ 3102797 h 3131037"/>
                  <a:gd name="connsiteX6" fmla="*/ 1713620 w 2082542"/>
                  <a:gd name="connsiteY6" fmla="*/ 2636756 h 3131037"/>
                  <a:gd name="connsiteX7" fmla="*/ 1996841 w 2082542"/>
                  <a:gd name="connsiteY7" fmla="*/ 2652940 h 3131037"/>
                  <a:gd name="connsiteX8" fmla="*/ 2077762 w 2082542"/>
                  <a:gd name="connsiteY8" fmla="*/ 2094589 h 3131037"/>
                  <a:gd name="connsiteX9" fmla="*/ 1883553 w 2082542"/>
                  <a:gd name="connsiteY9" fmla="*/ 961704 h 3131037"/>
                  <a:gd name="connsiteX10" fmla="*/ 1745988 w 2082542"/>
                  <a:gd name="connsiteY10" fmla="*/ 484274 h 3131037"/>
                  <a:gd name="connsiteX0" fmla="*/ 1745988 w 2082542"/>
                  <a:gd name="connsiteY0" fmla="*/ 484630 h 3131393"/>
                  <a:gd name="connsiteX1" fmla="*/ 1269358 w 2082542"/>
                  <a:gd name="connsiteY1" fmla="*/ 2005 h 3131393"/>
                  <a:gd name="connsiteX2" fmla="*/ 991032 w 2082542"/>
                  <a:gd name="connsiteY2" fmla="*/ 338475 h 3131393"/>
                  <a:gd name="connsiteX3" fmla="*/ 516298 w 2082542"/>
                  <a:gd name="connsiteY3" fmla="*/ 951670 h 3131393"/>
                  <a:gd name="connsiteX4" fmla="*/ 277334 w 2082542"/>
                  <a:gd name="connsiteY4" fmla="*/ 1692741 h 3131393"/>
                  <a:gd name="connsiteX5" fmla="*/ 80527 w 2082542"/>
                  <a:gd name="connsiteY5" fmla="*/ 3103153 h 3131393"/>
                  <a:gd name="connsiteX6" fmla="*/ 1713620 w 2082542"/>
                  <a:gd name="connsiteY6" fmla="*/ 2637112 h 3131393"/>
                  <a:gd name="connsiteX7" fmla="*/ 1996841 w 2082542"/>
                  <a:gd name="connsiteY7" fmla="*/ 2653296 h 3131393"/>
                  <a:gd name="connsiteX8" fmla="*/ 2077762 w 2082542"/>
                  <a:gd name="connsiteY8" fmla="*/ 2094945 h 3131393"/>
                  <a:gd name="connsiteX9" fmla="*/ 1883553 w 2082542"/>
                  <a:gd name="connsiteY9" fmla="*/ 962060 h 3131393"/>
                  <a:gd name="connsiteX10" fmla="*/ 1745988 w 2082542"/>
                  <a:gd name="connsiteY10" fmla="*/ 484630 h 3131393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883553 w 2082542"/>
                  <a:gd name="connsiteY9" fmla="*/ 964741 h 3134074"/>
                  <a:gd name="connsiteX10" fmla="*/ 1633099 w 2082542"/>
                  <a:gd name="connsiteY10" fmla="*/ 577622 h 3134074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702931 w 2082542"/>
                  <a:gd name="connsiteY9" fmla="*/ 1156652 h 3134074"/>
                  <a:gd name="connsiteX10" fmla="*/ 1633099 w 2082542"/>
                  <a:gd name="connsiteY10" fmla="*/ 577622 h 3134074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702931 w 2082542"/>
                  <a:gd name="connsiteY9" fmla="*/ 1156652 h 3134074"/>
                  <a:gd name="connsiteX10" fmla="*/ 1633099 w 2082542"/>
                  <a:gd name="connsiteY10" fmla="*/ 577622 h 3134074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691642 w 2082542"/>
                  <a:gd name="connsiteY9" fmla="*/ 1246963 h 3134074"/>
                  <a:gd name="connsiteX10" fmla="*/ 1633099 w 2082542"/>
                  <a:gd name="connsiteY10" fmla="*/ 577622 h 3134074"/>
                  <a:gd name="connsiteX0" fmla="*/ 1633099 w 2003016"/>
                  <a:gd name="connsiteY0" fmla="*/ 577622 h 3134074"/>
                  <a:gd name="connsiteX1" fmla="*/ 1269358 w 2003016"/>
                  <a:gd name="connsiteY1" fmla="*/ 4686 h 3134074"/>
                  <a:gd name="connsiteX2" fmla="*/ 991032 w 2003016"/>
                  <a:gd name="connsiteY2" fmla="*/ 341156 h 3134074"/>
                  <a:gd name="connsiteX3" fmla="*/ 516298 w 2003016"/>
                  <a:gd name="connsiteY3" fmla="*/ 954351 h 3134074"/>
                  <a:gd name="connsiteX4" fmla="*/ 277334 w 2003016"/>
                  <a:gd name="connsiteY4" fmla="*/ 1695422 h 3134074"/>
                  <a:gd name="connsiteX5" fmla="*/ 80527 w 2003016"/>
                  <a:gd name="connsiteY5" fmla="*/ 3105834 h 3134074"/>
                  <a:gd name="connsiteX6" fmla="*/ 1713620 w 2003016"/>
                  <a:gd name="connsiteY6" fmla="*/ 2639793 h 3134074"/>
                  <a:gd name="connsiteX7" fmla="*/ 1996841 w 2003016"/>
                  <a:gd name="connsiteY7" fmla="*/ 2655977 h 3134074"/>
                  <a:gd name="connsiteX8" fmla="*/ 1637495 w 2003016"/>
                  <a:gd name="connsiteY8" fmla="*/ 2165360 h 3134074"/>
                  <a:gd name="connsiteX9" fmla="*/ 1691642 w 2003016"/>
                  <a:gd name="connsiteY9" fmla="*/ 1246963 h 3134074"/>
                  <a:gd name="connsiteX10" fmla="*/ 1633099 w 2003016"/>
                  <a:gd name="connsiteY10" fmla="*/ 577622 h 3134074"/>
                  <a:gd name="connsiteX0" fmla="*/ 1633099 w 1812676"/>
                  <a:gd name="connsiteY0" fmla="*/ 577622 h 3137808"/>
                  <a:gd name="connsiteX1" fmla="*/ 1269358 w 1812676"/>
                  <a:gd name="connsiteY1" fmla="*/ 4686 h 3137808"/>
                  <a:gd name="connsiteX2" fmla="*/ 991032 w 1812676"/>
                  <a:gd name="connsiteY2" fmla="*/ 341156 h 3137808"/>
                  <a:gd name="connsiteX3" fmla="*/ 516298 w 1812676"/>
                  <a:gd name="connsiteY3" fmla="*/ 954351 h 3137808"/>
                  <a:gd name="connsiteX4" fmla="*/ 277334 w 1812676"/>
                  <a:gd name="connsiteY4" fmla="*/ 1695422 h 3137808"/>
                  <a:gd name="connsiteX5" fmla="*/ 80527 w 1812676"/>
                  <a:gd name="connsiteY5" fmla="*/ 3105834 h 3137808"/>
                  <a:gd name="connsiteX6" fmla="*/ 1713620 w 1812676"/>
                  <a:gd name="connsiteY6" fmla="*/ 2639793 h 3137808"/>
                  <a:gd name="connsiteX7" fmla="*/ 1637495 w 1812676"/>
                  <a:gd name="connsiteY7" fmla="*/ 2165360 h 3137808"/>
                  <a:gd name="connsiteX8" fmla="*/ 1691642 w 1812676"/>
                  <a:gd name="connsiteY8" fmla="*/ 1246963 h 3137808"/>
                  <a:gd name="connsiteX9" fmla="*/ 1633099 w 1812676"/>
                  <a:gd name="connsiteY9" fmla="*/ 577622 h 3137808"/>
                  <a:gd name="connsiteX0" fmla="*/ 1612934 w 1671918"/>
                  <a:gd name="connsiteY0" fmla="*/ 577622 h 3136631"/>
                  <a:gd name="connsiteX1" fmla="*/ 1249193 w 1671918"/>
                  <a:gd name="connsiteY1" fmla="*/ 4686 h 3136631"/>
                  <a:gd name="connsiteX2" fmla="*/ 970867 w 1671918"/>
                  <a:gd name="connsiteY2" fmla="*/ 341156 h 3136631"/>
                  <a:gd name="connsiteX3" fmla="*/ 496133 w 1671918"/>
                  <a:gd name="connsiteY3" fmla="*/ 954351 h 3136631"/>
                  <a:gd name="connsiteX4" fmla="*/ 257169 w 1671918"/>
                  <a:gd name="connsiteY4" fmla="*/ 1695422 h 3136631"/>
                  <a:gd name="connsiteX5" fmla="*/ 60362 w 1671918"/>
                  <a:gd name="connsiteY5" fmla="*/ 3105834 h 3136631"/>
                  <a:gd name="connsiteX6" fmla="*/ 1399944 w 1671918"/>
                  <a:gd name="connsiteY6" fmla="*/ 2628504 h 3136631"/>
                  <a:gd name="connsiteX7" fmla="*/ 1617330 w 1671918"/>
                  <a:gd name="connsiteY7" fmla="*/ 2165360 h 3136631"/>
                  <a:gd name="connsiteX8" fmla="*/ 1671477 w 1671918"/>
                  <a:gd name="connsiteY8" fmla="*/ 1246963 h 3136631"/>
                  <a:gd name="connsiteX9" fmla="*/ 1612934 w 1671918"/>
                  <a:gd name="connsiteY9" fmla="*/ 577622 h 3136631"/>
                  <a:gd name="connsiteX0" fmla="*/ 1612170 w 1671154"/>
                  <a:gd name="connsiteY0" fmla="*/ 577622 h 3144339"/>
                  <a:gd name="connsiteX1" fmla="*/ 1248429 w 1671154"/>
                  <a:gd name="connsiteY1" fmla="*/ 4686 h 3144339"/>
                  <a:gd name="connsiteX2" fmla="*/ 970103 w 1671154"/>
                  <a:gd name="connsiteY2" fmla="*/ 341156 h 3144339"/>
                  <a:gd name="connsiteX3" fmla="*/ 495369 w 1671154"/>
                  <a:gd name="connsiteY3" fmla="*/ 954351 h 3144339"/>
                  <a:gd name="connsiteX4" fmla="*/ 256405 w 1671154"/>
                  <a:gd name="connsiteY4" fmla="*/ 1695422 h 3144339"/>
                  <a:gd name="connsiteX5" fmla="*/ 59598 w 1671154"/>
                  <a:gd name="connsiteY5" fmla="*/ 3105834 h 3144339"/>
                  <a:gd name="connsiteX6" fmla="*/ 1387891 w 1671154"/>
                  <a:gd name="connsiteY6" fmla="*/ 2696237 h 3144339"/>
                  <a:gd name="connsiteX7" fmla="*/ 1616566 w 1671154"/>
                  <a:gd name="connsiteY7" fmla="*/ 2165360 h 3144339"/>
                  <a:gd name="connsiteX8" fmla="*/ 1670713 w 1671154"/>
                  <a:gd name="connsiteY8" fmla="*/ 1246963 h 3144339"/>
                  <a:gd name="connsiteX9" fmla="*/ 1612170 w 1671154"/>
                  <a:gd name="connsiteY9" fmla="*/ 577622 h 3144339"/>
                  <a:gd name="connsiteX0" fmla="*/ 1612170 w 1671154"/>
                  <a:gd name="connsiteY0" fmla="*/ 577622 h 3139171"/>
                  <a:gd name="connsiteX1" fmla="*/ 1248429 w 1671154"/>
                  <a:gd name="connsiteY1" fmla="*/ 4686 h 3139171"/>
                  <a:gd name="connsiteX2" fmla="*/ 970103 w 1671154"/>
                  <a:gd name="connsiteY2" fmla="*/ 341156 h 3139171"/>
                  <a:gd name="connsiteX3" fmla="*/ 495369 w 1671154"/>
                  <a:gd name="connsiteY3" fmla="*/ 954351 h 3139171"/>
                  <a:gd name="connsiteX4" fmla="*/ 256405 w 1671154"/>
                  <a:gd name="connsiteY4" fmla="*/ 1695422 h 3139171"/>
                  <a:gd name="connsiteX5" fmla="*/ 59598 w 1671154"/>
                  <a:gd name="connsiteY5" fmla="*/ 3105834 h 3139171"/>
                  <a:gd name="connsiteX6" fmla="*/ 1387891 w 1671154"/>
                  <a:gd name="connsiteY6" fmla="*/ 2696237 h 3139171"/>
                  <a:gd name="connsiteX7" fmla="*/ 1616566 w 1671154"/>
                  <a:gd name="connsiteY7" fmla="*/ 2165360 h 3139171"/>
                  <a:gd name="connsiteX8" fmla="*/ 1670713 w 1671154"/>
                  <a:gd name="connsiteY8" fmla="*/ 1246963 h 3139171"/>
                  <a:gd name="connsiteX9" fmla="*/ 1612170 w 1671154"/>
                  <a:gd name="connsiteY9" fmla="*/ 577622 h 3139171"/>
                  <a:gd name="connsiteX0" fmla="*/ 1612170 w 1670745"/>
                  <a:gd name="connsiteY0" fmla="*/ 577622 h 3139171"/>
                  <a:gd name="connsiteX1" fmla="*/ 1271289 w 1670745"/>
                  <a:gd name="connsiteY1" fmla="*/ 4686 h 3139171"/>
                  <a:gd name="connsiteX2" fmla="*/ 970103 w 1670745"/>
                  <a:gd name="connsiteY2" fmla="*/ 341156 h 3139171"/>
                  <a:gd name="connsiteX3" fmla="*/ 495369 w 1670745"/>
                  <a:gd name="connsiteY3" fmla="*/ 954351 h 3139171"/>
                  <a:gd name="connsiteX4" fmla="*/ 256405 w 1670745"/>
                  <a:gd name="connsiteY4" fmla="*/ 1695422 h 3139171"/>
                  <a:gd name="connsiteX5" fmla="*/ 59598 w 1670745"/>
                  <a:gd name="connsiteY5" fmla="*/ 3105834 h 3139171"/>
                  <a:gd name="connsiteX6" fmla="*/ 1387891 w 1670745"/>
                  <a:gd name="connsiteY6" fmla="*/ 2696237 h 3139171"/>
                  <a:gd name="connsiteX7" fmla="*/ 1616566 w 1670745"/>
                  <a:gd name="connsiteY7" fmla="*/ 2165360 h 3139171"/>
                  <a:gd name="connsiteX8" fmla="*/ 1670713 w 1670745"/>
                  <a:gd name="connsiteY8" fmla="*/ 1246963 h 3139171"/>
                  <a:gd name="connsiteX9" fmla="*/ 1612170 w 1670745"/>
                  <a:gd name="connsiteY9" fmla="*/ 577622 h 3139171"/>
                  <a:gd name="connsiteX0" fmla="*/ 1574070 w 1671253"/>
                  <a:gd name="connsiteY0" fmla="*/ 577622 h 3139171"/>
                  <a:gd name="connsiteX1" fmla="*/ 1271289 w 1671253"/>
                  <a:gd name="connsiteY1" fmla="*/ 4686 h 3139171"/>
                  <a:gd name="connsiteX2" fmla="*/ 970103 w 1671253"/>
                  <a:gd name="connsiteY2" fmla="*/ 341156 h 3139171"/>
                  <a:gd name="connsiteX3" fmla="*/ 495369 w 1671253"/>
                  <a:gd name="connsiteY3" fmla="*/ 954351 h 3139171"/>
                  <a:gd name="connsiteX4" fmla="*/ 256405 w 1671253"/>
                  <a:gd name="connsiteY4" fmla="*/ 1695422 h 3139171"/>
                  <a:gd name="connsiteX5" fmla="*/ 59598 w 1671253"/>
                  <a:gd name="connsiteY5" fmla="*/ 3105834 h 3139171"/>
                  <a:gd name="connsiteX6" fmla="*/ 1387891 w 1671253"/>
                  <a:gd name="connsiteY6" fmla="*/ 2696237 h 3139171"/>
                  <a:gd name="connsiteX7" fmla="*/ 1616566 w 1671253"/>
                  <a:gd name="connsiteY7" fmla="*/ 2165360 h 3139171"/>
                  <a:gd name="connsiteX8" fmla="*/ 1670713 w 1671253"/>
                  <a:gd name="connsiteY8" fmla="*/ 1246963 h 3139171"/>
                  <a:gd name="connsiteX9" fmla="*/ 1574070 w 1671253"/>
                  <a:gd name="connsiteY9" fmla="*/ 577622 h 3139171"/>
                  <a:gd name="connsiteX0" fmla="*/ 1574070 w 1671253"/>
                  <a:gd name="connsiteY0" fmla="*/ 583008 h 3144557"/>
                  <a:gd name="connsiteX1" fmla="*/ 1271289 w 1671253"/>
                  <a:gd name="connsiteY1" fmla="*/ 10072 h 3144557"/>
                  <a:gd name="connsiteX2" fmla="*/ 970103 w 1671253"/>
                  <a:gd name="connsiteY2" fmla="*/ 346542 h 3144557"/>
                  <a:gd name="connsiteX3" fmla="*/ 495369 w 1671253"/>
                  <a:gd name="connsiteY3" fmla="*/ 959737 h 3144557"/>
                  <a:gd name="connsiteX4" fmla="*/ 256405 w 1671253"/>
                  <a:gd name="connsiteY4" fmla="*/ 1700808 h 3144557"/>
                  <a:gd name="connsiteX5" fmla="*/ 59598 w 1671253"/>
                  <a:gd name="connsiteY5" fmla="*/ 3111220 h 3144557"/>
                  <a:gd name="connsiteX6" fmla="*/ 1387891 w 1671253"/>
                  <a:gd name="connsiteY6" fmla="*/ 2701623 h 3144557"/>
                  <a:gd name="connsiteX7" fmla="*/ 1616566 w 1671253"/>
                  <a:gd name="connsiteY7" fmla="*/ 2170746 h 3144557"/>
                  <a:gd name="connsiteX8" fmla="*/ 1670713 w 1671253"/>
                  <a:gd name="connsiteY8" fmla="*/ 1252349 h 3144557"/>
                  <a:gd name="connsiteX9" fmla="*/ 1574070 w 1671253"/>
                  <a:gd name="connsiteY9" fmla="*/ 583008 h 3144557"/>
                  <a:gd name="connsiteX0" fmla="*/ 1574070 w 1671253"/>
                  <a:gd name="connsiteY0" fmla="*/ 583008 h 3144557"/>
                  <a:gd name="connsiteX1" fmla="*/ 1332249 w 1671253"/>
                  <a:gd name="connsiteY1" fmla="*/ 10072 h 3144557"/>
                  <a:gd name="connsiteX2" fmla="*/ 970103 w 1671253"/>
                  <a:gd name="connsiteY2" fmla="*/ 346542 h 3144557"/>
                  <a:gd name="connsiteX3" fmla="*/ 495369 w 1671253"/>
                  <a:gd name="connsiteY3" fmla="*/ 959737 h 3144557"/>
                  <a:gd name="connsiteX4" fmla="*/ 256405 w 1671253"/>
                  <a:gd name="connsiteY4" fmla="*/ 1700808 h 3144557"/>
                  <a:gd name="connsiteX5" fmla="*/ 59598 w 1671253"/>
                  <a:gd name="connsiteY5" fmla="*/ 3111220 h 3144557"/>
                  <a:gd name="connsiteX6" fmla="*/ 1387891 w 1671253"/>
                  <a:gd name="connsiteY6" fmla="*/ 2701623 h 3144557"/>
                  <a:gd name="connsiteX7" fmla="*/ 1616566 w 1671253"/>
                  <a:gd name="connsiteY7" fmla="*/ 2170746 h 3144557"/>
                  <a:gd name="connsiteX8" fmla="*/ 1670713 w 1671253"/>
                  <a:gd name="connsiteY8" fmla="*/ 1252349 h 3144557"/>
                  <a:gd name="connsiteX9" fmla="*/ 1574070 w 1671253"/>
                  <a:gd name="connsiteY9" fmla="*/ 583008 h 3144557"/>
                  <a:gd name="connsiteX0" fmla="*/ 1574070 w 1632102"/>
                  <a:gd name="connsiteY0" fmla="*/ 583008 h 3144557"/>
                  <a:gd name="connsiteX1" fmla="*/ 1332249 w 1632102"/>
                  <a:gd name="connsiteY1" fmla="*/ 10072 h 3144557"/>
                  <a:gd name="connsiteX2" fmla="*/ 970103 w 1632102"/>
                  <a:gd name="connsiteY2" fmla="*/ 346542 h 3144557"/>
                  <a:gd name="connsiteX3" fmla="*/ 495369 w 1632102"/>
                  <a:gd name="connsiteY3" fmla="*/ 959737 h 3144557"/>
                  <a:gd name="connsiteX4" fmla="*/ 256405 w 1632102"/>
                  <a:gd name="connsiteY4" fmla="*/ 1700808 h 3144557"/>
                  <a:gd name="connsiteX5" fmla="*/ 59598 w 1632102"/>
                  <a:gd name="connsiteY5" fmla="*/ 3111220 h 3144557"/>
                  <a:gd name="connsiteX6" fmla="*/ 1387891 w 1632102"/>
                  <a:gd name="connsiteY6" fmla="*/ 2701623 h 3144557"/>
                  <a:gd name="connsiteX7" fmla="*/ 1616566 w 1632102"/>
                  <a:gd name="connsiteY7" fmla="*/ 2170746 h 3144557"/>
                  <a:gd name="connsiteX8" fmla="*/ 1624993 w 1632102"/>
                  <a:gd name="connsiteY8" fmla="*/ 1252349 h 3144557"/>
                  <a:gd name="connsiteX9" fmla="*/ 1574070 w 1632102"/>
                  <a:gd name="connsiteY9" fmla="*/ 583008 h 3144557"/>
                  <a:gd name="connsiteX0" fmla="*/ 1574070 w 1632579"/>
                  <a:gd name="connsiteY0" fmla="*/ 583008 h 3144557"/>
                  <a:gd name="connsiteX1" fmla="*/ 1332249 w 1632579"/>
                  <a:gd name="connsiteY1" fmla="*/ 10072 h 3144557"/>
                  <a:gd name="connsiteX2" fmla="*/ 970103 w 1632579"/>
                  <a:gd name="connsiteY2" fmla="*/ 346542 h 3144557"/>
                  <a:gd name="connsiteX3" fmla="*/ 495369 w 1632579"/>
                  <a:gd name="connsiteY3" fmla="*/ 959737 h 3144557"/>
                  <a:gd name="connsiteX4" fmla="*/ 256405 w 1632579"/>
                  <a:gd name="connsiteY4" fmla="*/ 1700808 h 3144557"/>
                  <a:gd name="connsiteX5" fmla="*/ 59598 w 1632579"/>
                  <a:gd name="connsiteY5" fmla="*/ 3111220 h 3144557"/>
                  <a:gd name="connsiteX6" fmla="*/ 1387891 w 1632579"/>
                  <a:gd name="connsiteY6" fmla="*/ 2701623 h 3144557"/>
                  <a:gd name="connsiteX7" fmla="*/ 1616566 w 1632579"/>
                  <a:gd name="connsiteY7" fmla="*/ 2170746 h 3144557"/>
                  <a:gd name="connsiteX8" fmla="*/ 1624993 w 1632579"/>
                  <a:gd name="connsiteY8" fmla="*/ 1252349 h 3144557"/>
                  <a:gd name="connsiteX9" fmla="*/ 1574070 w 1632579"/>
                  <a:gd name="connsiteY9" fmla="*/ 583008 h 3144557"/>
                  <a:gd name="connsiteX0" fmla="*/ 1533847 w 1592356"/>
                  <a:gd name="connsiteY0" fmla="*/ 583008 h 3156904"/>
                  <a:gd name="connsiteX1" fmla="*/ 1292026 w 1592356"/>
                  <a:gd name="connsiteY1" fmla="*/ 10072 h 3156904"/>
                  <a:gd name="connsiteX2" fmla="*/ 929880 w 1592356"/>
                  <a:gd name="connsiteY2" fmla="*/ 346542 h 3156904"/>
                  <a:gd name="connsiteX3" fmla="*/ 455146 w 1592356"/>
                  <a:gd name="connsiteY3" fmla="*/ 959737 h 3156904"/>
                  <a:gd name="connsiteX4" fmla="*/ 216182 w 1592356"/>
                  <a:gd name="connsiteY4" fmla="*/ 1700808 h 3156904"/>
                  <a:gd name="connsiteX5" fmla="*/ 65095 w 1592356"/>
                  <a:gd name="connsiteY5" fmla="*/ 3118840 h 3156904"/>
                  <a:gd name="connsiteX6" fmla="*/ 1347668 w 1592356"/>
                  <a:gd name="connsiteY6" fmla="*/ 2701623 h 3156904"/>
                  <a:gd name="connsiteX7" fmla="*/ 1576343 w 1592356"/>
                  <a:gd name="connsiteY7" fmla="*/ 2170746 h 3156904"/>
                  <a:gd name="connsiteX8" fmla="*/ 1584770 w 1592356"/>
                  <a:gd name="connsiteY8" fmla="*/ 1252349 h 3156904"/>
                  <a:gd name="connsiteX9" fmla="*/ 1533847 w 1592356"/>
                  <a:gd name="connsiteY9" fmla="*/ 583008 h 3156904"/>
                  <a:gd name="connsiteX0" fmla="*/ 1553219 w 1611728"/>
                  <a:gd name="connsiteY0" fmla="*/ 583008 h 3126292"/>
                  <a:gd name="connsiteX1" fmla="*/ 1311398 w 1611728"/>
                  <a:gd name="connsiteY1" fmla="*/ 10072 h 3126292"/>
                  <a:gd name="connsiteX2" fmla="*/ 949252 w 1611728"/>
                  <a:gd name="connsiteY2" fmla="*/ 346542 h 3126292"/>
                  <a:gd name="connsiteX3" fmla="*/ 474518 w 1611728"/>
                  <a:gd name="connsiteY3" fmla="*/ 959737 h 3126292"/>
                  <a:gd name="connsiteX4" fmla="*/ 235554 w 1611728"/>
                  <a:gd name="connsiteY4" fmla="*/ 1700808 h 3126292"/>
                  <a:gd name="connsiteX5" fmla="*/ 134790 w 1611728"/>
                  <a:gd name="connsiteY5" fmla="*/ 2340526 h 3126292"/>
                  <a:gd name="connsiteX6" fmla="*/ 84467 w 1611728"/>
                  <a:gd name="connsiteY6" fmla="*/ 3118840 h 3126292"/>
                  <a:gd name="connsiteX7" fmla="*/ 1367040 w 1611728"/>
                  <a:gd name="connsiteY7" fmla="*/ 2701623 h 3126292"/>
                  <a:gd name="connsiteX8" fmla="*/ 1595715 w 1611728"/>
                  <a:gd name="connsiteY8" fmla="*/ 2170746 h 3126292"/>
                  <a:gd name="connsiteX9" fmla="*/ 1604142 w 1611728"/>
                  <a:gd name="connsiteY9" fmla="*/ 1252349 h 3126292"/>
                  <a:gd name="connsiteX10" fmla="*/ 1553219 w 1611728"/>
                  <a:gd name="connsiteY10" fmla="*/ 583008 h 3126292"/>
                  <a:gd name="connsiteX0" fmla="*/ 1508083 w 1566592"/>
                  <a:gd name="connsiteY0" fmla="*/ 583008 h 3148785"/>
                  <a:gd name="connsiteX1" fmla="*/ 1266262 w 1566592"/>
                  <a:gd name="connsiteY1" fmla="*/ 10072 h 3148785"/>
                  <a:gd name="connsiteX2" fmla="*/ 904116 w 1566592"/>
                  <a:gd name="connsiteY2" fmla="*/ 346542 h 3148785"/>
                  <a:gd name="connsiteX3" fmla="*/ 429382 w 1566592"/>
                  <a:gd name="connsiteY3" fmla="*/ 959737 h 3148785"/>
                  <a:gd name="connsiteX4" fmla="*/ 190418 w 1566592"/>
                  <a:gd name="connsiteY4" fmla="*/ 1700808 h 3148785"/>
                  <a:gd name="connsiteX5" fmla="*/ 89654 w 1566592"/>
                  <a:gd name="connsiteY5" fmla="*/ 2340526 h 3148785"/>
                  <a:gd name="connsiteX6" fmla="*/ 100291 w 1566592"/>
                  <a:gd name="connsiteY6" fmla="*/ 3141700 h 3148785"/>
                  <a:gd name="connsiteX7" fmla="*/ 1321904 w 1566592"/>
                  <a:gd name="connsiteY7" fmla="*/ 2701623 h 3148785"/>
                  <a:gd name="connsiteX8" fmla="*/ 1550579 w 1566592"/>
                  <a:gd name="connsiteY8" fmla="*/ 2170746 h 3148785"/>
                  <a:gd name="connsiteX9" fmla="*/ 1559006 w 1566592"/>
                  <a:gd name="connsiteY9" fmla="*/ 1252349 h 3148785"/>
                  <a:gd name="connsiteX10" fmla="*/ 1508083 w 1566592"/>
                  <a:gd name="connsiteY10" fmla="*/ 583008 h 3148785"/>
                  <a:gd name="connsiteX0" fmla="*/ 1517207 w 1575716"/>
                  <a:gd name="connsiteY0" fmla="*/ 583008 h 3149308"/>
                  <a:gd name="connsiteX1" fmla="*/ 1275386 w 1575716"/>
                  <a:gd name="connsiteY1" fmla="*/ 10072 h 3149308"/>
                  <a:gd name="connsiteX2" fmla="*/ 913240 w 1575716"/>
                  <a:gd name="connsiteY2" fmla="*/ 346542 h 3149308"/>
                  <a:gd name="connsiteX3" fmla="*/ 438506 w 1575716"/>
                  <a:gd name="connsiteY3" fmla="*/ 959737 h 3149308"/>
                  <a:gd name="connsiteX4" fmla="*/ 199542 w 1575716"/>
                  <a:gd name="connsiteY4" fmla="*/ 1700808 h 3149308"/>
                  <a:gd name="connsiteX5" fmla="*/ 75918 w 1575716"/>
                  <a:gd name="connsiteY5" fmla="*/ 2325286 h 3149308"/>
                  <a:gd name="connsiteX6" fmla="*/ 109415 w 1575716"/>
                  <a:gd name="connsiteY6" fmla="*/ 3141700 h 3149308"/>
                  <a:gd name="connsiteX7" fmla="*/ 1331028 w 1575716"/>
                  <a:gd name="connsiteY7" fmla="*/ 2701623 h 3149308"/>
                  <a:gd name="connsiteX8" fmla="*/ 1559703 w 1575716"/>
                  <a:gd name="connsiteY8" fmla="*/ 2170746 h 3149308"/>
                  <a:gd name="connsiteX9" fmla="*/ 1568130 w 1575716"/>
                  <a:gd name="connsiteY9" fmla="*/ 1252349 h 3149308"/>
                  <a:gd name="connsiteX10" fmla="*/ 1517207 w 1575716"/>
                  <a:gd name="connsiteY10" fmla="*/ 583008 h 3149308"/>
                  <a:gd name="connsiteX0" fmla="*/ 1517207 w 1615202"/>
                  <a:gd name="connsiteY0" fmla="*/ 583008 h 3149308"/>
                  <a:gd name="connsiteX1" fmla="*/ 1275386 w 1615202"/>
                  <a:gd name="connsiteY1" fmla="*/ 10072 h 3149308"/>
                  <a:gd name="connsiteX2" fmla="*/ 913240 w 1615202"/>
                  <a:gd name="connsiteY2" fmla="*/ 346542 h 3149308"/>
                  <a:gd name="connsiteX3" fmla="*/ 438506 w 1615202"/>
                  <a:gd name="connsiteY3" fmla="*/ 959737 h 3149308"/>
                  <a:gd name="connsiteX4" fmla="*/ 199542 w 1615202"/>
                  <a:gd name="connsiteY4" fmla="*/ 1700808 h 3149308"/>
                  <a:gd name="connsiteX5" fmla="*/ 75918 w 1615202"/>
                  <a:gd name="connsiteY5" fmla="*/ 2325286 h 3149308"/>
                  <a:gd name="connsiteX6" fmla="*/ 109415 w 1615202"/>
                  <a:gd name="connsiteY6" fmla="*/ 3141700 h 3149308"/>
                  <a:gd name="connsiteX7" fmla="*/ 1331028 w 1615202"/>
                  <a:gd name="connsiteY7" fmla="*/ 2701623 h 3149308"/>
                  <a:gd name="connsiteX8" fmla="*/ 1559703 w 1615202"/>
                  <a:gd name="connsiteY8" fmla="*/ 2170746 h 3149308"/>
                  <a:gd name="connsiteX9" fmla="*/ 1615158 w 1615202"/>
                  <a:gd name="connsiteY9" fmla="*/ 1540425 h 3149308"/>
                  <a:gd name="connsiteX10" fmla="*/ 1568130 w 1615202"/>
                  <a:gd name="connsiteY10" fmla="*/ 1252349 h 3149308"/>
                  <a:gd name="connsiteX11" fmla="*/ 1517207 w 1615202"/>
                  <a:gd name="connsiteY11" fmla="*/ 583008 h 3149308"/>
                  <a:gd name="connsiteX0" fmla="*/ 1517207 w 1615202"/>
                  <a:gd name="connsiteY0" fmla="*/ 583008 h 3149308"/>
                  <a:gd name="connsiteX1" fmla="*/ 1275386 w 1615202"/>
                  <a:gd name="connsiteY1" fmla="*/ 10072 h 3149308"/>
                  <a:gd name="connsiteX2" fmla="*/ 913240 w 1615202"/>
                  <a:gd name="connsiteY2" fmla="*/ 346542 h 3149308"/>
                  <a:gd name="connsiteX3" fmla="*/ 438506 w 1615202"/>
                  <a:gd name="connsiteY3" fmla="*/ 959737 h 3149308"/>
                  <a:gd name="connsiteX4" fmla="*/ 199542 w 1615202"/>
                  <a:gd name="connsiteY4" fmla="*/ 1700808 h 3149308"/>
                  <a:gd name="connsiteX5" fmla="*/ 75918 w 1615202"/>
                  <a:gd name="connsiteY5" fmla="*/ 2325286 h 3149308"/>
                  <a:gd name="connsiteX6" fmla="*/ 109415 w 1615202"/>
                  <a:gd name="connsiteY6" fmla="*/ 3141700 h 3149308"/>
                  <a:gd name="connsiteX7" fmla="*/ 1331028 w 1615202"/>
                  <a:gd name="connsiteY7" fmla="*/ 2701623 h 3149308"/>
                  <a:gd name="connsiteX8" fmla="*/ 1536843 w 1615202"/>
                  <a:gd name="connsiteY8" fmla="*/ 2170746 h 3149308"/>
                  <a:gd name="connsiteX9" fmla="*/ 1615158 w 1615202"/>
                  <a:gd name="connsiteY9" fmla="*/ 1540425 h 3149308"/>
                  <a:gd name="connsiteX10" fmla="*/ 1568130 w 1615202"/>
                  <a:gd name="connsiteY10" fmla="*/ 1252349 h 3149308"/>
                  <a:gd name="connsiteX11" fmla="*/ 1517207 w 1615202"/>
                  <a:gd name="connsiteY11" fmla="*/ 583008 h 3149308"/>
                  <a:gd name="connsiteX0" fmla="*/ 1484781 w 1582776"/>
                  <a:gd name="connsiteY0" fmla="*/ 583008 h 3149308"/>
                  <a:gd name="connsiteX1" fmla="*/ 1242960 w 1582776"/>
                  <a:gd name="connsiteY1" fmla="*/ 10072 h 3149308"/>
                  <a:gd name="connsiteX2" fmla="*/ 880814 w 1582776"/>
                  <a:gd name="connsiteY2" fmla="*/ 346542 h 3149308"/>
                  <a:gd name="connsiteX3" fmla="*/ 406080 w 1582776"/>
                  <a:gd name="connsiteY3" fmla="*/ 959737 h 3149308"/>
                  <a:gd name="connsiteX4" fmla="*/ 167116 w 1582776"/>
                  <a:gd name="connsiteY4" fmla="*/ 1700808 h 3149308"/>
                  <a:gd name="connsiteX5" fmla="*/ 43492 w 1582776"/>
                  <a:gd name="connsiteY5" fmla="*/ 2325286 h 3149308"/>
                  <a:gd name="connsiteX6" fmla="*/ 76989 w 1582776"/>
                  <a:gd name="connsiteY6" fmla="*/ 3141700 h 3149308"/>
                  <a:gd name="connsiteX7" fmla="*/ 1298602 w 1582776"/>
                  <a:gd name="connsiteY7" fmla="*/ 2701623 h 3149308"/>
                  <a:gd name="connsiteX8" fmla="*/ 1504417 w 1582776"/>
                  <a:gd name="connsiteY8" fmla="*/ 2170746 h 3149308"/>
                  <a:gd name="connsiteX9" fmla="*/ 1582732 w 1582776"/>
                  <a:gd name="connsiteY9" fmla="*/ 1540425 h 3149308"/>
                  <a:gd name="connsiteX10" fmla="*/ 1535704 w 1582776"/>
                  <a:gd name="connsiteY10" fmla="*/ 1252349 h 3149308"/>
                  <a:gd name="connsiteX11" fmla="*/ 1484781 w 1582776"/>
                  <a:gd name="connsiteY11" fmla="*/ 583008 h 3149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82776" h="3149308">
                    <a:moveTo>
                      <a:pt x="1484781" y="583008"/>
                    </a:moveTo>
                    <a:cubicBezTo>
                      <a:pt x="1435990" y="375962"/>
                      <a:pt x="1389341" y="72343"/>
                      <a:pt x="1242960" y="10072"/>
                    </a:cubicBezTo>
                    <a:cubicBezTo>
                      <a:pt x="1096579" y="-52199"/>
                      <a:pt x="1020294" y="188265"/>
                      <a:pt x="880814" y="346542"/>
                    </a:cubicBezTo>
                    <a:cubicBezTo>
                      <a:pt x="741334" y="504819"/>
                      <a:pt x="525030" y="734026"/>
                      <a:pt x="406080" y="959737"/>
                    </a:cubicBezTo>
                    <a:cubicBezTo>
                      <a:pt x="287130" y="1185448"/>
                      <a:pt x="227547" y="1473217"/>
                      <a:pt x="167116" y="1700808"/>
                    </a:cubicBezTo>
                    <a:cubicBezTo>
                      <a:pt x="106685" y="1928399"/>
                      <a:pt x="68673" y="2088947"/>
                      <a:pt x="43492" y="2325286"/>
                    </a:cubicBezTo>
                    <a:cubicBezTo>
                      <a:pt x="18311" y="2561625"/>
                      <a:pt x="-55996" y="3078977"/>
                      <a:pt x="76989" y="3141700"/>
                    </a:cubicBezTo>
                    <a:cubicBezTo>
                      <a:pt x="209974" y="3204423"/>
                      <a:pt x="1060697" y="2863449"/>
                      <a:pt x="1298602" y="2701623"/>
                    </a:cubicBezTo>
                    <a:cubicBezTo>
                      <a:pt x="1536507" y="2539797"/>
                      <a:pt x="1464682" y="2361739"/>
                      <a:pt x="1504417" y="2170746"/>
                    </a:cubicBezTo>
                    <a:cubicBezTo>
                      <a:pt x="1544152" y="1979753"/>
                      <a:pt x="1581328" y="1693491"/>
                      <a:pt x="1582732" y="1540425"/>
                    </a:cubicBezTo>
                    <a:cubicBezTo>
                      <a:pt x="1584136" y="1387359"/>
                      <a:pt x="1552029" y="1411919"/>
                      <a:pt x="1535704" y="1252349"/>
                    </a:cubicBezTo>
                    <a:cubicBezTo>
                      <a:pt x="1519379" y="1092780"/>
                      <a:pt x="1533572" y="790054"/>
                      <a:pt x="1484781" y="583008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2D69CAA-A8BB-4FA9-A98C-9079750334CA}"/>
                  </a:ext>
                </a:extLst>
              </p:cNvPr>
              <p:cNvSpPr/>
              <p:nvPr/>
            </p:nvSpPr>
            <p:spPr>
              <a:xfrm>
                <a:off x="8320047" y="2563904"/>
                <a:ext cx="1514088" cy="2734622"/>
              </a:xfrm>
              <a:custGeom>
                <a:avLst/>
                <a:gdLst>
                  <a:gd name="connsiteX0" fmla="*/ 120521 w 1373188"/>
                  <a:gd name="connsiteY0" fmla="*/ 863462 h 2451177"/>
                  <a:gd name="connsiteX1" fmla="*/ 15324 w 1373188"/>
                  <a:gd name="connsiteY1" fmla="*/ 434584 h 2451177"/>
                  <a:gd name="connsiteX2" fmla="*/ 71969 w 1373188"/>
                  <a:gd name="connsiteY2" fmla="*/ 5706 h 2451177"/>
                  <a:gd name="connsiteX3" fmla="*/ 662687 w 1373188"/>
                  <a:gd name="connsiteY3" fmla="*/ 297020 h 2451177"/>
                  <a:gd name="connsiteX4" fmla="*/ 1180578 w 1373188"/>
                  <a:gd name="connsiteY4" fmla="*/ 1672666 h 2451177"/>
                  <a:gd name="connsiteX5" fmla="*/ 1358602 w 1373188"/>
                  <a:gd name="connsiteY5" fmla="*/ 2360489 h 2451177"/>
                  <a:gd name="connsiteX6" fmla="*/ 840712 w 1373188"/>
                  <a:gd name="connsiteY6" fmla="*/ 2425225 h 2451177"/>
                  <a:gd name="connsiteX7" fmla="*/ 638411 w 1373188"/>
                  <a:gd name="connsiteY7" fmla="*/ 2190556 h 2451177"/>
                  <a:gd name="connsiteX8" fmla="*/ 573675 w 1373188"/>
                  <a:gd name="connsiteY8" fmla="*/ 1866875 h 2451177"/>
                  <a:gd name="connsiteX9" fmla="*/ 695055 w 1373188"/>
                  <a:gd name="connsiteY9" fmla="*/ 1729310 h 2451177"/>
                  <a:gd name="connsiteX10" fmla="*/ 452294 w 1373188"/>
                  <a:gd name="connsiteY10" fmla="*/ 1405629 h 2451177"/>
                  <a:gd name="connsiteX11" fmla="*/ 152889 w 1373188"/>
                  <a:gd name="connsiteY11" fmla="*/ 1106223 h 2451177"/>
                  <a:gd name="connsiteX12" fmla="*/ 120521 w 1373188"/>
                  <a:gd name="connsiteY12" fmla="*/ 863462 h 2451177"/>
                  <a:gd name="connsiteX0" fmla="*/ 120521 w 1373188"/>
                  <a:gd name="connsiteY0" fmla="*/ 863462 h 2451177"/>
                  <a:gd name="connsiteX1" fmla="*/ 15324 w 1373188"/>
                  <a:gd name="connsiteY1" fmla="*/ 434584 h 2451177"/>
                  <a:gd name="connsiteX2" fmla="*/ 71969 w 1373188"/>
                  <a:gd name="connsiteY2" fmla="*/ 5706 h 2451177"/>
                  <a:gd name="connsiteX3" fmla="*/ 662687 w 1373188"/>
                  <a:gd name="connsiteY3" fmla="*/ 297020 h 2451177"/>
                  <a:gd name="connsiteX4" fmla="*/ 1180578 w 1373188"/>
                  <a:gd name="connsiteY4" fmla="*/ 1672666 h 2451177"/>
                  <a:gd name="connsiteX5" fmla="*/ 1358602 w 1373188"/>
                  <a:gd name="connsiteY5" fmla="*/ 2360489 h 2451177"/>
                  <a:gd name="connsiteX6" fmla="*/ 840712 w 1373188"/>
                  <a:gd name="connsiteY6" fmla="*/ 2425225 h 2451177"/>
                  <a:gd name="connsiteX7" fmla="*/ 638411 w 1373188"/>
                  <a:gd name="connsiteY7" fmla="*/ 2190556 h 2451177"/>
                  <a:gd name="connsiteX8" fmla="*/ 573675 w 1373188"/>
                  <a:gd name="connsiteY8" fmla="*/ 1866875 h 2451177"/>
                  <a:gd name="connsiteX9" fmla="*/ 881171 w 1373188"/>
                  <a:gd name="connsiteY9" fmla="*/ 1866875 h 2451177"/>
                  <a:gd name="connsiteX10" fmla="*/ 452294 w 1373188"/>
                  <a:gd name="connsiteY10" fmla="*/ 1405629 h 2451177"/>
                  <a:gd name="connsiteX11" fmla="*/ 152889 w 1373188"/>
                  <a:gd name="connsiteY11" fmla="*/ 1106223 h 2451177"/>
                  <a:gd name="connsiteX12" fmla="*/ 120521 w 1373188"/>
                  <a:gd name="connsiteY12" fmla="*/ 863462 h 2451177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73675 w 1373188"/>
                  <a:gd name="connsiteY8" fmla="*/ 1866875 h 2445164"/>
                  <a:gd name="connsiteX9" fmla="*/ 881171 w 1373188"/>
                  <a:gd name="connsiteY9" fmla="*/ 1866875 h 2445164"/>
                  <a:gd name="connsiteX10" fmla="*/ 452294 w 1373188"/>
                  <a:gd name="connsiteY10" fmla="*/ 1405629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73675 w 1373188"/>
                  <a:gd name="connsiteY8" fmla="*/ 1866875 h 2445164"/>
                  <a:gd name="connsiteX9" fmla="*/ 282361 w 1373188"/>
                  <a:gd name="connsiteY9" fmla="*/ 1826415 h 2445164"/>
                  <a:gd name="connsiteX10" fmla="*/ 452294 w 1373188"/>
                  <a:gd name="connsiteY10" fmla="*/ 1405629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65583 w 1373188"/>
                  <a:gd name="connsiteY8" fmla="*/ 2052992 h 2445164"/>
                  <a:gd name="connsiteX9" fmla="*/ 282361 w 1373188"/>
                  <a:gd name="connsiteY9" fmla="*/ 1826415 h 2445164"/>
                  <a:gd name="connsiteX10" fmla="*/ 452294 w 1373188"/>
                  <a:gd name="connsiteY10" fmla="*/ 1405629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65583 w 1373188"/>
                  <a:gd name="connsiteY8" fmla="*/ 2052992 h 2445164"/>
                  <a:gd name="connsiteX9" fmla="*/ 282361 w 1373188"/>
                  <a:gd name="connsiteY9" fmla="*/ 1826415 h 2445164"/>
                  <a:gd name="connsiteX10" fmla="*/ 419925 w 1373188"/>
                  <a:gd name="connsiteY10" fmla="*/ 1462273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65583 w 1373188"/>
                  <a:gd name="connsiteY8" fmla="*/ 2052992 h 2445164"/>
                  <a:gd name="connsiteX9" fmla="*/ 282361 w 1373188"/>
                  <a:gd name="connsiteY9" fmla="*/ 1826415 h 2445164"/>
                  <a:gd name="connsiteX10" fmla="*/ 419925 w 1373188"/>
                  <a:gd name="connsiteY10" fmla="*/ 1462273 h 2445164"/>
                  <a:gd name="connsiteX11" fmla="*/ 120521 w 1373188"/>
                  <a:gd name="connsiteY11" fmla="*/ 863462 h 2445164"/>
                  <a:gd name="connsiteX0" fmla="*/ 120521 w 1393074"/>
                  <a:gd name="connsiteY0" fmla="*/ 864186 h 2442247"/>
                  <a:gd name="connsiteX1" fmla="*/ 15324 w 1393074"/>
                  <a:gd name="connsiteY1" fmla="*/ 435308 h 2442247"/>
                  <a:gd name="connsiteX2" fmla="*/ 71969 w 1393074"/>
                  <a:gd name="connsiteY2" fmla="*/ 6430 h 2442247"/>
                  <a:gd name="connsiteX3" fmla="*/ 662687 w 1393074"/>
                  <a:gd name="connsiteY3" fmla="*/ 297744 h 2442247"/>
                  <a:gd name="connsiteX4" fmla="*/ 1269590 w 1393074"/>
                  <a:gd name="connsiteY4" fmla="*/ 1738126 h 2442247"/>
                  <a:gd name="connsiteX5" fmla="*/ 1358602 w 1393074"/>
                  <a:gd name="connsiteY5" fmla="*/ 2361213 h 2442247"/>
                  <a:gd name="connsiteX6" fmla="*/ 840712 w 1393074"/>
                  <a:gd name="connsiteY6" fmla="*/ 2425949 h 2442247"/>
                  <a:gd name="connsiteX7" fmla="*/ 800252 w 1393074"/>
                  <a:gd name="connsiteY7" fmla="*/ 2280292 h 2442247"/>
                  <a:gd name="connsiteX8" fmla="*/ 565583 w 1393074"/>
                  <a:gd name="connsiteY8" fmla="*/ 2053716 h 2442247"/>
                  <a:gd name="connsiteX9" fmla="*/ 282361 w 1393074"/>
                  <a:gd name="connsiteY9" fmla="*/ 1827139 h 2442247"/>
                  <a:gd name="connsiteX10" fmla="*/ 419925 w 1393074"/>
                  <a:gd name="connsiteY10" fmla="*/ 1462997 h 2442247"/>
                  <a:gd name="connsiteX11" fmla="*/ 120521 w 1393074"/>
                  <a:gd name="connsiteY11" fmla="*/ 864186 h 2442247"/>
                  <a:gd name="connsiteX0" fmla="*/ 120521 w 1521435"/>
                  <a:gd name="connsiteY0" fmla="*/ 864186 h 2432578"/>
                  <a:gd name="connsiteX1" fmla="*/ 15324 w 1521435"/>
                  <a:gd name="connsiteY1" fmla="*/ 435308 h 2432578"/>
                  <a:gd name="connsiteX2" fmla="*/ 71969 w 1521435"/>
                  <a:gd name="connsiteY2" fmla="*/ 6430 h 2432578"/>
                  <a:gd name="connsiteX3" fmla="*/ 662687 w 1521435"/>
                  <a:gd name="connsiteY3" fmla="*/ 297744 h 2432578"/>
                  <a:gd name="connsiteX4" fmla="*/ 1269590 w 1521435"/>
                  <a:gd name="connsiteY4" fmla="*/ 1738126 h 2432578"/>
                  <a:gd name="connsiteX5" fmla="*/ 1504258 w 1521435"/>
                  <a:gd name="connsiteY5" fmla="*/ 2336937 h 2432578"/>
                  <a:gd name="connsiteX6" fmla="*/ 840712 w 1521435"/>
                  <a:gd name="connsiteY6" fmla="*/ 2425949 h 2432578"/>
                  <a:gd name="connsiteX7" fmla="*/ 800252 w 1521435"/>
                  <a:gd name="connsiteY7" fmla="*/ 2280292 h 2432578"/>
                  <a:gd name="connsiteX8" fmla="*/ 565583 w 1521435"/>
                  <a:gd name="connsiteY8" fmla="*/ 2053716 h 2432578"/>
                  <a:gd name="connsiteX9" fmla="*/ 282361 w 1521435"/>
                  <a:gd name="connsiteY9" fmla="*/ 1827139 h 2432578"/>
                  <a:gd name="connsiteX10" fmla="*/ 419925 w 1521435"/>
                  <a:gd name="connsiteY10" fmla="*/ 1462997 h 2432578"/>
                  <a:gd name="connsiteX11" fmla="*/ 120521 w 1521435"/>
                  <a:gd name="connsiteY11" fmla="*/ 864186 h 2432578"/>
                  <a:gd name="connsiteX0" fmla="*/ 120521 w 1523798"/>
                  <a:gd name="connsiteY0" fmla="*/ 864186 h 2373494"/>
                  <a:gd name="connsiteX1" fmla="*/ 15324 w 1523798"/>
                  <a:gd name="connsiteY1" fmla="*/ 435308 h 2373494"/>
                  <a:gd name="connsiteX2" fmla="*/ 71969 w 1523798"/>
                  <a:gd name="connsiteY2" fmla="*/ 6430 h 2373494"/>
                  <a:gd name="connsiteX3" fmla="*/ 662687 w 1523798"/>
                  <a:gd name="connsiteY3" fmla="*/ 297744 h 2373494"/>
                  <a:gd name="connsiteX4" fmla="*/ 1269590 w 1523798"/>
                  <a:gd name="connsiteY4" fmla="*/ 1738126 h 2373494"/>
                  <a:gd name="connsiteX5" fmla="*/ 1504258 w 1523798"/>
                  <a:gd name="connsiteY5" fmla="*/ 2336937 h 2373494"/>
                  <a:gd name="connsiteX6" fmla="*/ 800252 w 1523798"/>
                  <a:gd name="connsiteY6" fmla="*/ 2280292 h 2373494"/>
                  <a:gd name="connsiteX7" fmla="*/ 565583 w 1523798"/>
                  <a:gd name="connsiteY7" fmla="*/ 2053716 h 2373494"/>
                  <a:gd name="connsiteX8" fmla="*/ 282361 w 1523798"/>
                  <a:gd name="connsiteY8" fmla="*/ 1827139 h 2373494"/>
                  <a:gd name="connsiteX9" fmla="*/ 419925 w 1523798"/>
                  <a:gd name="connsiteY9" fmla="*/ 1462997 h 2373494"/>
                  <a:gd name="connsiteX10" fmla="*/ 120521 w 1523798"/>
                  <a:gd name="connsiteY10" fmla="*/ 864186 h 2373494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82361 w 1523798"/>
                  <a:gd name="connsiteY8" fmla="*/ 1827139 h 2397482"/>
                  <a:gd name="connsiteX9" fmla="*/ 419925 w 1523798"/>
                  <a:gd name="connsiteY9" fmla="*/ 1462997 h 2397482"/>
                  <a:gd name="connsiteX10" fmla="*/ 120521 w 1523798"/>
                  <a:gd name="connsiteY10" fmla="*/ 864186 h 2397482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82361 w 1523798"/>
                  <a:gd name="connsiteY8" fmla="*/ 1827139 h 2397482"/>
                  <a:gd name="connsiteX9" fmla="*/ 339005 w 1523798"/>
                  <a:gd name="connsiteY9" fmla="*/ 1535825 h 2397482"/>
                  <a:gd name="connsiteX10" fmla="*/ 120521 w 1523798"/>
                  <a:gd name="connsiteY10" fmla="*/ 864186 h 2397482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82361 w 1523798"/>
                  <a:gd name="connsiteY8" fmla="*/ 1827139 h 2397482"/>
                  <a:gd name="connsiteX9" fmla="*/ 120521 w 1523798"/>
                  <a:gd name="connsiteY9" fmla="*/ 864186 h 2397482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58085 w 1523798"/>
                  <a:gd name="connsiteY8" fmla="*/ 1681483 h 2397482"/>
                  <a:gd name="connsiteX9" fmla="*/ 120521 w 1523798"/>
                  <a:gd name="connsiteY9" fmla="*/ 864186 h 2397482"/>
                  <a:gd name="connsiteX0" fmla="*/ 110278 w 1513555"/>
                  <a:gd name="connsiteY0" fmla="*/ 1141381 h 2674677"/>
                  <a:gd name="connsiteX1" fmla="*/ 5081 w 1513555"/>
                  <a:gd name="connsiteY1" fmla="*/ 712503 h 2674677"/>
                  <a:gd name="connsiteX2" fmla="*/ 276215 w 1513555"/>
                  <a:gd name="connsiteY2" fmla="*/ 1403 h 2674677"/>
                  <a:gd name="connsiteX3" fmla="*/ 652444 w 1513555"/>
                  <a:gd name="connsiteY3" fmla="*/ 574939 h 2674677"/>
                  <a:gd name="connsiteX4" fmla="*/ 1259347 w 1513555"/>
                  <a:gd name="connsiteY4" fmla="*/ 2015321 h 2674677"/>
                  <a:gd name="connsiteX5" fmla="*/ 1494015 w 1513555"/>
                  <a:gd name="connsiteY5" fmla="*/ 2614132 h 2674677"/>
                  <a:gd name="connsiteX6" fmla="*/ 790009 w 1513555"/>
                  <a:gd name="connsiteY6" fmla="*/ 2622224 h 2674677"/>
                  <a:gd name="connsiteX7" fmla="*/ 555340 w 1513555"/>
                  <a:gd name="connsiteY7" fmla="*/ 2330911 h 2674677"/>
                  <a:gd name="connsiteX8" fmla="*/ 247842 w 1513555"/>
                  <a:gd name="connsiteY8" fmla="*/ 1958678 h 2674677"/>
                  <a:gd name="connsiteX9" fmla="*/ 110278 w 1513555"/>
                  <a:gd name="connsiteY9" fmla="*/ 1141381 h 2674677"/>
                  <a:gd name="connsiteX0" fmla="*/ 110278 w 1513555"/>
                  <a:gd name="connsiteY0" fmla="*/ 1141381 h 2674677"/>
                  <a:gd name="connsiteX1" fmla="*/ 5081 w 1513555"/>
                  <a:gd name="connsiteY1" fmla="*/ 712503 h 2674677"/>
                  <a:gd name="connsiteX2" fmla="*/ 276215 w 1513555"/>
                  <a:gd name="connsiteY2" fmla="*/ 1403 h 2674677"/>
                  <a:gd name="connsiteX3" fmla="*/ 652444 w 1513555"/>
                  <a:gd name="connsiteY3" fmla="*/ 574939 h 2674677"/>
                  <a:gd name="connsiteX4" fmla="*/ 1259347 w 1513555"/>
                  <a:gd name="connsiteY4" fmla="*/ 2015321 h 2674677"/>
                  <a:gd name="connsiteX5" fmla="*/ 1494015 w 1513555"/>
                  <a:gd name="connsiteY5" fmla="*/ 2614132 h 2674677"/>
                  <a:gd name="connsiteX6" fmla="*/ 790009 w 1513555"/>
                  <a:gd name="connsiteY6" fmla="*/ 2622224 h 2674677"/>
                  <a:gd name="connsiteX7" fmla="*/ 555340 w 1513555"/>
                  <a:gd name="connsiteY7" fmla="*/ 2330911 h 2674677"/>
                  <a:gd name="connsiteX8" fmla="*/ 247842 w 1513555"/>
                  <a:gd name="connsiteY8" fmla="*/ 1958678 h 2674677"/>
                  <a:gd name="connsiteX9" fmla="*/ 110278 w 1513555"/>
                  <a:gd name="connsiteY9" fmla="*/ 1141381 h 2674677"/>
                  <a:gd name="connsiteX0" fmla="*/ 110278 w 1511191"/>
                  <a:gd name="connsiteY0" fmla="*/ 1143698 h 2676994"/>
                  <a:gd name="connsiteX1" fmla="*/ 5081 w 1511191"/>
                  <a:gd name="connsiteY1" fmla="*/ 714820 h 2676994"/>
                  <a:gd name="connsiteX2" fmla="*/ 276215 w 1511191"/>
                  <a:gd name="connsiteY2" fmla="*/ 3720 h 2676994"/>
                  <a:gd name="connsiteX3" fmla="*/ 866933 w 1511191"/>
                  <a:gd name="connsiteY3" fmla="*/ 509522 h 2676994"/>
                  <a:gd name="connsiteX4" fmla="*/ 1259347 w 1511191"/>
                  <a:gd name="connsiteY4" fmla="*/ 2017638 h 2676994"/>
                  <a:gd name="connsiteX5" fmla="*/ 1494015 w 1511191"/>
                  <a:gd name="connsiteY5" fmla="*/ 2616449 h 2676994"/>
                  <a:gd name="connsiteX6" fmla="*/ 790009 w 1511191"/>
                  <a:gd name="connsiteY6" fmla="*/ 2624541 h 2676994"/>
                  <a:gd name="connsiteX7" fmla="*/ 555340 w 1511191"/>
                  <a:gd name="connsiteY7" fmla="*/ 2333228 h 2676994"/>
                  <a:gd name="connsiteX8" fmla="*/ 247842 w 1511191"/>
                  <a:gd name="connsiteY8" fmla="*/ 1960995 h 2676994"/>
                  <a:gd name="connsiteX9" fmla="*/ 110278 w 1511191"/>
                  <a:gd name="connsiteY9" fmla="*/ 1143698 h 2676994"/>
                  <a:gd name="connsiteX0" fmla="*/ 110278 w 1606196"/>
                  <a:gd name="connsiteY0" fmla="*/ 1143591 h 2680018"/>
                  <a:gd name="connsiteX1" fmla="*/ 5081 w 1606196"/>
                  <a:gd name="connsiteY1" fmla="*/ 714713 h 2680018"/>
                  <a:gd name="connsiteX2" fmla="*/ 276215 w 1606196"/>
                  <a:gd name="connsiteY2" fmla="*/ 3613 h 2680018"/>
                  <a:gd name="connsiteX3" fmla="*/ 866933 w 1606196"/>
                  <a:gd name="connsiteY3" fmla="*/ 509415 h 2680018"/>
                  <a:gd name="connsiteX4" fmla="*/ 1541569 w 1606196"/>
                  <a:gd name="connsiteY4" fmla="*/ 1972375 h 2680018"/>
                  <a:gd name="connsiteX5" fmla="*/ 1494015 w 1606196"/>
                  <a:gd name="connsiteY5" fmla="*/ 2616342 h 2680018"/>
                  <a:gd name="connsiteX6" fmla="*/ 790009 w 1606196"/>
                  <a:gd name="connsiteY6" fmla="*/ 2624434 h 2680018"/>
                  <a:gd name="connsiteX7" fmla="*/ 555340 w 1606196"/>
                  <a:gd name="connsiteY7" fmla="*/ 2333121 h 2680018"/>
                  <a:gd name="connsiteX8" fmla="*/ 247842 w 1606196"/>
                  <a:gd name="connsiteY8" fmla="*/ 1960888 h 2680018"/>
                  <a:gd name="connsiteX9" fmla="*/ 110278 w 1606196"/>
                  <a:gd name="connsiteY9" fmla="*/ 1143591 h 2680018"/>
                  <a:gd name="connsiteX0" fmla="*/ 110278 w 1682119"/>
                  <a:gd name="connsiteY0" fmla="*/ 1143591 h 3140314"/>
                  <a:gd name="connsiteX1" fmla="*/ 5081 w 1682119"/>
                  <a:gd name="connsiteY1" fmla="*/ 714713 h 3140314"/>
                  <a:gd name="connsiteX2" fmla="*/ 276215 w 1682119"/>
                  <a:gd name="connsiteY2" fmla="*/ 3613 h 3140314"/>
                  <a:gd name="connsiteX3" fmla="*/ 866933 w 1682119"/>
                  <a:gd name="connsiteY3" fmla="*/ 509415 h 3140314"/>
                  <a:gd name="connsiteX4" fmla="*/ 1541569 w 1682119"/>
                  <a:gd name="connsiteY4" fmla="*/ 1972375 h 3140314"/>
                  <a:gd name="connsiteX5" fmla="*/ 1618193 w 1682119"/>
                  <a:gd name="connsiteY5" fmla="*/ 3124342 h 3140314"/>
                  <a:gd name="connsiteX6" fmla="*/ 790009 w 1682119"/>
                  <a:gd name="connsiteY6" fmla="*/ 2624434 h 3140314"/>
                  <a:gd name="connsiteX7" fmla="*/ 555340 w 1682119"/>
                  <a:gd name="connsiteY7" fmla="*/ 2333121 h 3140314"/>
                  <a:gd name="connsiteX8" fmla="*/ 247842 w 1682119"/>
                  <a:gd name="connsiteY8" fmla="*/ 1960888 h 3140314"/>
                  <a:gd name="connsiteX9" fmla="*/ 110278 w 1682119"/>
                  <a:gd name="connsiteY9" fmla="*/ 1143591 h 3140314"/>
                  <a:gd name="connsiteX0" fmla="*/ 110278 w 1637505"/>
                  <a:gd name="connsiteY0" fmla="*/ 1143591 h 3169907"/>
                  <a:gd name="connsiteX1" fmla="*/ 5081 w 1637505"/>
                  <a:gd name="connsiteY1" fmla="*/ 714713 h 3169907"/>
                  <a:gd name="connsiteX2" fmla="*/ 276215 w 1637505"/>
                  <a:gd name="connsiteY2" fmla="*/ 3613 h 3169907"/>
                  <a:gd name="connsiteX3" fmla="*/ 866933 w 1637505"/>
                  <a:gd name="connsiteY3" fmla="*/ 509415 h 3169907"/>
                  <a:gd name="connsiteX4" fmla="*/ 1541569 w 1637505"/>
                  <a:gd name="connsiteY4" fmla="*/ 1972375 h 3169907"/>
                  <a:gd name="connsiteX5" fmla="*/ 1618193 w 1637505"/>
                  <a:gd name="connsiteY5" fmla="*/ 3124342 h 3169907"/>
                  <a:gd name="connsiteX6" fmla="*/ 790009 w 1637505"/>
                  <a:gd name="connsiteY6" fmla="*/ 2624434 h 3169907"/>
                  <a:gd name="connsiteX7" fmla="*/ 555340 w 1637505"/>
                  <a:gd name="connsiteY7" fmla="*/ 2333121 h 3169907"/>
                  <a:gd name="connsiteX8" fmla="*/ 247842 w 1637505"/>
                  <a:gd name="connsiteY8" fmla="*/ 1960888 h 3169907"/>
                  <a:gd name="connsiteX9" fmla="*/ 110278 w 1637505"/>
                  <a:gd name="connsiteY9" fmla="*/ 1143591 h 3169907"/>
                  <a:gd name="connsiteX0" fmla="*/ 110278 w 1712965"/>
                  <a:gd name="connsiteY0" fmla="*/ 1143591 h 3139548"/>
                  <a:gd name="connsiteX1" fmla="*/ 5081 w 1712965"/>
                  <a:gd name="connsiteY1" fmla="*/ 714713 h 3139548"/>
                  <a:gd name="connsiteX2" fmla="*/ 276215 w 1712965"/>
                  <a:gd name="connsiteY2" fmla="*/ 3613 h 3139548"/>
                  <a:gd name="connsiteX3" fmla="*/ 866933 w 1712965"/>
                  <a:gd name="connsiteY3" fmla="*/ 509415 h 3139548"/>
                  <a:gd name="connsiteX4" fmla="*/ 1541569 w 1712965"/>
                  <a:gd name="connsiteY4" fmla="*/ 1972375 h 3139548"/>
                  <a:gd name="connsiteX5" fmla="*/ 1618193 w 1712965"/>
                  <a:gd name="connsiteY5" fmla="*/ 3124342 h 3139548"/>
                  <a:gd name="connsiteX6" fmla="*/ 372321 w 1712965"/>
                  <a:gd name="connsiteY6" fmla="*/ 2613145 h 3139548"/>
                  <a:gd name="connsiteX7" fmla="*/ 555340 w 1712965"/>
                  <a:gd name="connsiteY7" fmla="*/ 2333121 h 3139548"/>
                  <a:gd name="connsiteX8" fmla="*/ 247842 w 1712965"/>
                  <a:gd name="connsiteY8" fmla="*/ 1960888 h 3139548"/>
                  <a:gd name="connsiteX9" fmla="*/ 110278 w 1712965"/>
                  <a:gd name="connsiteY9" fmla="*/ 1143591 h 3139548"/>
                  <a:gd name="connsiteX0" fmla="*/ 110278 w 1662782"/>
                  <a:gd name="connsiteY0" fmla="*/ 1143591 h 3158117"/>
                  <a:gd name="connsiteX1" fmla="*/ 5081 w 1662782"/>
                  <a:gd name="connsiteY1" fmla="*/ 714713 h 3158117"/>
                  <a:gd name="connsiteX2" fmla="*/ 276215 w 1662782"/>
                  <a:gd name="connsiteY2" fmla="*/ 3613 h 3158117"/>
                  <a:gd name="connsiteX3" fmla="*/ 866933 w 1662782"/>
                  <a:gd name="connsiteY3" fmla="*/ 509415 h 3158117"/>
                  <a:gd name="connsiteX4" fmla="*/ 1541569 w 1662782"/>
                  <a:gd name="connsiteY4" fmla="*/ 1972375 h 3158117"/>
                  <a:gd name="connsiteX5" fmla="*/ 1618193 w 1662782"/>
                  <a:gd name="connsiteY5" fmla="*/ 3124342 h 3158117"/>
                  <a:gd name="connsiteX6" fmla="*/ 1052648 w 1662782"/>
                  <a:gd name="connsiteY6" fmla="*/ 2830225 h 3158117"/>
                  <a:gd name="connsiteX7" fmla="*/ 372321 w 1662782"/>
                  <a:gd name="connsiteY7" fmla="*/ 2613145 h 3158117"/>
                  <a:gd name="connsiteX8" fmla="*/ 555340 w 1662782"/>
                  <a:gd name="connsiteY8" fmla="*/ 2333121 h 3158117"/>
                  <a:gd name="connsiteX9" fmla="*/ 247842 w 1662782"/>
                  <a:gd name="connsiteY9" fmla="*/ 1960888 h 3158117"/>
                  <a:gd name="connsiteX10" fmla="*/ 110278 w 1662782"/>
                  <a:gd name="connsiteY10" fmla="*/ 1143591 h 315811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13145 h 3150277"/>
                  <a:gd name="connsiteX8" fmla="*/ 555340 w 1661953"/>
                  <a:gd name="connsiteY8" fmla="*/ 2333121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555340 w 1661953"/>
                  <a:gd name="connsiteY8" fmla="*/ 2333121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250540 w 1661953"/>
                  <a:gd name="connsiteY8" fmla="*/ 2491166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250540 w 1661953"/>
                  <a:gd name="connsiteY8" fmla="*/ 2491166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137651 w 1661953"/>
                  <a:gd name="connsiteY8" fmla="*/ 2491166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09841 w 1661516"/>
                  <a:gd name="connsiteY0" fmla="*/ 1143591 h 3150277"/>
                  <a:gd name="connsiteX1" fmla="*/ 4644 w 1661516"/>
                  <a:gd name="connsiteY1" fmla="*/ 714713 h 3150277"/>
                  <a:gd name="connsiteX2" fmla="*/ 275778 w 1661516"/>
                  <a:gd name="connsiteY2" fmla="*/ 3613 h 3150277"/>
                  <a:gd name="connsiteX3" fmla="*/ 866496 w 1661516"/>
                  <a:gd name="connsiteY3" fmla="*/ 509415 h 3150277"/>
                  <a:gd name="connsiteX4" fmla="*/ 1541132 w 1661516"/>
                  <a:gd name="connsiteY4" fmla="*/ 1972375 h 3150277"/>
                  <a:gd name="connsiteX5" fmla="*/ 1617756 w 1661516"/>
                  <a:gd name="connsiteY5" fmla="*/ 3124342 h 3150277"/>
                  <a:gd name="connsiteX6" fmla="*/ 1063500 w 1661516"/>
                  <a:gd name="connsiteY6" fmla="*/ 2762492 h 3150277"/>
                  <a:gd name="connsiteX7" fmla="*/ 371884 w 1661516"/>
                  <a:gd name="connsiteY7" fmla="*/ 2692168 h 3150277"/>
                  <a:gd name="connsiteX8" fmla="*/ 137214 w 1661516"/>
                  <a:gd name="connsiteY8" fmla="*/ 2491166 h 3150277"/>
                  <a:gd name="connsiteX9" fmla="*/ 179671 w 1661516"/>
                  <a:gd name="connsiteY9" fmla="*/ 1960888 h 3150277"/>
                  <a:gd name="connsiteX10" fmla="*/ 109841 w 1661516"/>
                  <a:gd name="connsiteY10" fmla="*/ 1143591 h 3150277"/>
                  <a:gd name="connsiteX0" fmla="*/ 52213 w 1671621"/>
                  <a:gd name="connsiteY0" fmla="*/ 1256480 h 3150277"/>
                  <a:gd name="connsiteX1" fmla="*/ 14749 w 1671621"/>
                  <a:gd name="connsiteY1" fmla="*/ 714713 h 3150277"/>
                  <a:gd name="connsiteX2" fmla="*/ 285883 w 1671621"/>
                  <a:gd name="connsiteY2" fmla="*/ 3613 h 3150277"/>
                  <a:gd name="connsiteX3" fmla="*/ 876601 w 1671621"/>
                  <a:gd name="connsiteY3" fmla="*/ 509415 h 3150277"/>
                  <a:gd name="connsiteX4" fmla="*/ 1551237 w 1671621"/>
                  <a:gd name="connsiteY4" fmla="*/ 1972375 h 3150277"/>
                  <a:gd name="connsiteX5" fmla="*/ 1627861 w 1671621"/>
                  <a:gd name="connsiteY5" fmla="*/ 3124342 h 3150277"/>
                  <a:gd name="connsiteX6" fmla="*/ 1073605 w 1671621"/>
                  <a:gd name="connsiteY6" fmla="*/ 2762492 h 3150277"/>
                  <a:gd name="connsiteX7" fmla="*/ 381989 w 1671621"/>
                  <a:gd name="connsiteY7" fmla="*/ 2692168 h 3150277"/>
                  <a:gd name="connsiteX8" fmla="*/ 147319 w 1671621"/>
                  <a:gd name="connsiteY8" fmla="*/ 2491166 h 3150277"/>
                  <a:gd name="connsiteX9" fmla="*/ 189776 w 1671621"/>
                  <a:gd name="connsiteY9" fmla="*/ 1960888 h 3150277"/>
                  <a:gd name="connsiteX10" fmla="*/ 52213 w 1671621"/>
                  <a:gd name="connsiteY10" fmla="*/ 1256480 h 3150277"/>
                  <a:gd name="connsiteX0" fmla="*/ 52213 w 1612149"/>
                  <a:gd name="connsiteY0" fmla="*/ 1256480 h 2773149"/>
                  <a:gd name="connsiteX1" fmla="*/ 14749 w 1612149"/>
                  <a:gd name="connsiteY1" fmla="*/ 714713 h 2773149"/>
                  <a:gd name="connsiteX2" fmla="*/ 285883 w 1612149"/>
                  <a:gd name="connsiteY2" fmla="*/ 3613 h 2773149"/>
                  <a:gd name="connsiteX3" fmla="*/ 876601 w 1612149"/>
                  <a:gd name="connsiteY3" fmla="*/ 509415 h 2773149"/>
                  <a:gd name="connsiteX4" fmla="*/ 1551237 w 1612149"/>
                  <a:gd name="connsiteY4" fmla="*/ 1972375 h 2773149"/>
                  <a:gd name="connsiteX5" fmla="*/ 1526261 w 1612149"/>
                  <a:gd name="connsiteY5" fmla="*/ 2266386 h 2773149"/>
                  <a:gd name="connsiteX6" fmla="*/ 1073605 w 1612149"/>
                  <a:gd name="connsiteY6" fmla="*/ 2762492 h 2773149"/>
                  <a:gd name="connsiteX7" fmla="*/ 381989 w 1612149"/>
                  <a:gd name="connsiteY7" fmla="*/ 2692168 h 2773149"/>
                  <a:gd name="connsiteX8" fmla="*/ 147319 w 1612149"/>
                  <a:gd name="connsiteY8" fmla="*/ 2491166 h 2773149"/>
                  <a:gd name="connsiteX9" fmla="*/ 189776 w 1612149"/>
                  <a:gd name="connsiteY9" fmla="*/ 1960888 h 2773149"/>
                  <a:gd name="connsiteX10" fmla="*/ 52213 w 1612149"/>
                  <a:gd name="connsiteY10" fmla="*/ 1256480 h 2773149"/>
                  <a:gd name="connsiteX0" fmla="*/ 52213 w 1616674"/>
                  <a:gd name="connsiteY0" fmla="*/ 1256480 h 2750977"/>
                  <a:gd name="connsiteX1" fmla="*/ 14749 w 1616674"/>
                  <a:gd name="connsiteY1" fmla="*/ 714713 h 2750977"/>
                  <a:gd name="connsiteX2" fmla="*/ 285883 w 1616674"/>
                  <a:gd name="connsiteY2" fmla="*/ 3613 h 2750977"/>
                  <a:gd name="connsiteX3" fmla="*/ 876601 w 1616674"/>
                  <a:gd name="connsiteY3" fmla="*/ 509415 h 2750977"/>
                  <a:gd name="connsiteX4" fmla="*/ 1551237 w 1616674"/>
                  <a:gd name="connsiteY4" fmla="*/ 1972375 h 2750977"/>
                  <a:gd name="connsiteX5" fmla="*/ 1526261 w 1616674"/>
                  <a:gd name="connsiteY5" fmla="*/ 2266386 h 2750977"/>
                  <a:gd name="connsiteX6" fmla="*/ 983294 w 1616674"/>
                  <a:gd name="connsiteY6" fmla="*/ 2739914 h 2750977"/>
                  <a:gd name="connsiteX7" fmla="*/ 381989 w 1616674"/>
                  <a:gd name="connsiteY7" fmla="*/ 2692168 h 2750977"/>
                  <a:gd name="connsiteX8" fmla="*/ 147319 w 1616674"/>
                  <a:gd name="connsiteY8" fmla="*/ 2491166 h 2750977"/>
                  <a:gd name="connsiteX9" fmla="*/ 189776 w 1616674"/>
                  <a:gd name="connsiteY9" fmla="*/ 1960888 h 2750977"/>
                  <a:gd name="connsiteX10" fmla="*/ 52213 w 1616674"/>
                  <a:gd name="connsiteY10" fmla="*/ 1256480 h 2750977"/>
                  <a:gd name="connsiteX0" fmla="*/ 52213 w 1616674"/>
                  <a:gd name="connsiteY0" fmla="*/ 1256480 h 2756718"/>
                  <a:gd name="connsiteX1" fmla="*/ 14749 w 1616674"/>
                  <a:gd name="connsiteY1" fmla="*/ 714713 h 2756718"/>
                  <a:gd name="connsiteX2" fmla="*/ 285883 w 1616674"/>
                  <a:gd name="connsiteY2" fmla="*/ 3613 h 2756718"/>
                  <a:gd name="connsiteX3" fmla="*/ 876601 w 1616674"/>
                  <a:gd name="connsiteY3" fmla="*/ 509415 h 2756718"/>
                  <a:gd name="connsiteX4" fmla="*/ 1551237 w 1616674"/>
                  <a:gd name="connsiteY4" fmla="*/ 1972375 h 2756718"/>
                  <a:gd name="connsiteX5" fmla="*/ 1526261 w 1616674"/>
                  <a:gd name="connsiteY5" fmla="*/ 2266386 h 2756718"/>
                  <a:gd name="connsiteX6" fmla="*/ 983294 w 1616674"/>
                  <a:gd name="connsiteY6" fmla="*/ 2739914 h 2756718"/>
                  <a:gd name="connsiteX7" fmla="*/ 461011 w 1616674"/>
                  <a:gd name="connsiteY7" fmla="*/ 2748612 h 2756718"/>
                  <a:gd name="connsiteX8" fmla="*/ 147319 w 1616674"/>
                  <a:gd name="connsiteY8" fmla="*/ 2491166 h 2756718"/>
                  <a:gd name="connsiteX9" fmla="*/ 189776 w 1616674"/>
                  <a:gd name="connsiteY9" fmla="*/ 1960888 h 2756718"/>
                  <a:gd name="connsiteX10" fmla="*/ 52213 w 1616674"/>
                  <a:gd name="connsiteY10" fmla="*/ 1256480 h 2756718"/>
                  <a:gd name="connsiteX0" fmla="*/ 52213 w 1592135"/>
                  <a:gd name="connsiteY0" fmla="*/ 1255137 h 2755375"/>
                  <a:gd name="connsiteX1" fmla="*/ 14749 w 1592135"/>
                  <a:gd name="connsiteY1" fmla="*/ 713370 h 2755375"/>
                  <a:gd name="connsiteX2" fmla="*/ 285883 w 1592135"/>
                  <a:gd name="connsiteY2" fmla="*/ 2270 h 2755375"/>
                  <a:gd name="connsiteX3" fmla="*/ 876601 w 1592135"/>
                  <a:gd name="connsiteY3" fmla="*/ 508072 h 2755375"/>
                  <a:gd name="connsiteX4" fmla="*/ 1240116 w 1592135"/>
                  <a:gd name="connsiteY4" fmla="*/ 1075434 h 2755375"/>
                  <a:gd name="connsiteX5" fmla="*/ 1551237 w 1592135"/>
                  <a:gd name="connsiteY5" fmla="*/ 1971032 h 2755375"/>
                  <a:gd name="connsiteX6" fmla="*/ 1526261 w 1592135"/>
                  <a:gd name="connsiteY6" fmla="*/ 2265043 h 2755375"/>
                  <a:gd name="connsiteX7" fmla="*/ 983294 w 1592135"/>
                  <a:gd name="connsiteY7" fmla="*/ 2738571 h 2755375"/>
                  <a:gd name="connsiteX8" fmla="*/ 461011 w 1592135"/>
                  <a:gd name="connsiteY8" fmla="*/ 2747269 h 2755375"/>
                  <a:gd name="connsiteX9" fmla="*/ 147319 w 1592135"/>
                  <a:gd name="connsiteY9" fmla="*/ 2489823 h 2755375"/>
                  <a:gd name="connsiteX10" fmla="*/ 189776 w 1592135"/>
                  <a:gd name="connsiteY10" fmla="*/ 1959545 h 2755375"/>
                  <a:gd name="connsiteX11" fmla="*/ 52213 w 1592135"/>
                  <a:gd name="connsiteY11" fmla="*/ 1255137 h 2755375"/>
                  <a:gd name="connsiteX0" fmla="*/ 52213 w 1569335"/>
                  <a:gd name="connsiteY0" fmla="*/ 1255137 h 2755375"/>
                  <a:gd name="connsiteX1" fmla="*/ 14749 w 1569335"/>
                  <a:gd name="connsiteY1" fmla="*/ 713370 h 2755375"/>
                  <a:gd name="connsiteX2" fmla="*/ 285883 w 1569335"/>
                  <a:gd name="connsiteY2" fmla="*/ 2270 h 2755375"/>
                  <a:gd name="connsiteX3" fmla="*/ 876601 w 1569335"/>
                  <a:gd name="connsiteY3" fmla="*/ 508072 h 2755375"/>
                  <a:gd name="connsiteX4" fmla="*/ 1240116 w 1569335"/>
                  <a:gd name="connsiteY4" fmla="*/ 1075434 h 2755375"/>
                  <a:gd name="connsiteX5" fmla="*/ 1551237 w 1569335"/>
                  <a:gd name="connsiteY5" fmla="*/ 1971032 h 2755375"/>
                  <a:gd name="connsiteX6" fmla="*/ 1472921 w 1569335"/>
                  <a:gd name="connsiteY6" fmla="*/ 2257423 h 2755375"/>
                  <a:gd name="connsiteX7" fmla="*/ 983294 w 1569335"/>
                  <a:gd name="connsiteY7" fmla="*/ 2738571 h 2755375"/>
                  <a:gd name="connsiteX8" fmla="*/ 461011 w 1569335"/>
                  <a:gd name="connsiteY8" fmla="*/ 2747269 h 2755375"/>
                  <a:gd name="connsiteX9" fmla="*/ 147319 w 1569335"/>
                  <a:gd name="connsiteY9" fmla="*/ 2489823 h 2755375"/>
                  <a:gd name="connsiteX10" fmla="*/ 189776 w 1569335"/>
                  <a:gd name="connsiteY10" fmla="*/ 1959545 h 2755375"/>
                  <a:gd name="connsiteX11" fmla="*/ 52213 w 1569335"/>
                  <a:gd name="connsiteY11" fmla="*/ 1255137 h 2755375"/>
                  <a:gd name="connsiteX0" fmla="*/ 52213 w 1576177"/>
                  <a:gd name="connsiteY0" fmla="*/ 1255137 h 2753928"/>
                  <a:gd name="connsiteX1" fmla="*/ 14749 w 1576177"/>
                  <a:gd name="connsiteY1" fmla="*/ 713370 h 2753928"/>
                  <a:gd name="connsiteX2" fmla="*/ 285883 w 1576177"/>
                  <a:gd name="connsiteY2" fmla="*/ 2270 h 2753928"/>
                  <a:gd name="connsiteX3" fmla="*/ 876601 w 1576177"/>
                  <a:gd name="connsiteY3" fmla="*/ 508072 h 2753928"/>
                  <a:gd name="connsiteX4" fmla="*/ 1240116 w 1576177"/>
                  <a:gd name="connsiteY4" fmla="*/ 1075434 h 2753928"/>
                  <a:gd name="connsiteX5" fmla="*/ 1551237 w 1576177"/>
                  <a:gd name="connsiteY5" fmla="*/ 1971032 h 2753928"/>
                  <a:gd name="connsiteX6" fmla="*/ 1472921 w 1576177"/>
                  <a:gd name="connsiteY6" fmla="*/ 2257423 h 2753928"/>
                  <a:gd name="connsiteX7" fmla="*/ 808034 w 1576177"/>
                  <a:gd name="connsiteY7" fmla="*/ 2723331 h 2753928"/>
                  <a:gd name="connsiteX8" fmla="*/ 461011 w 1576177"/>
                  <a:gd name="connsiteY8" fmla="*/ 2747269 h 2753928"/>
                  <a:gd name="connsiteX9" fmla="*/ 147319 w 1576177"/>
                  <a:gd name="connsiteY9" fmla="*/ 2489823 h 2753928"/>
                  <a:gd name="connsiteX10" fmla="*/ 189776 w 1576177"/>
                  <a:gd name="connsiteY10" fmla="*/ 1959545 h 2753928"/>
                  <a:gd name="connsiteX11" fmla="*/ 52213 w 1576177"/>
                  <a:gd name="connsiteY11" fmla="*/ 1255137 h 2753928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147319 w 1576177"/>
                  <a:gd name="connsiteY9" fmla="*/ 248982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109219 w 1576177"/>
                  <a:gd name="connsiteY9" fmla="*/ 248982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109219 w 1576177"/>
                  <a:gd name="connsiteY9" fmla="*/ 248982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86359 w 1576177"/>
                  <a:gd name="connsiteY9" fmla="*/ 247458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86359 w 1576177"/>
                  <a:gd name="connsiteY9" fmla="*/ 247458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7222"/>
                  <a:gd name="connsiteY0" fmla="*/ 1255137 h 2749467"/>
                  <a:gd name="connsiteX1" fmla="*/ 14749 w 1577222"/>
                  <a:gd name="connsiteY1" fmla="*/ 713370 h 2749467"/>
                  <a:gd name="connsiteX2" fmla="*/ 285883 w 1577222"/>
                  <a:gd name="connsiteY2" fmla="*/ 2270 h 2749467"/>
                  <a:gd name="connsiteX3" fmla="*/ 876601 w 1577222"/>
                  <a:gd name="connsiteY3" fmla="*/ 508072 h 2749467"/>
                  <a:gd name="connsiteX4" fmla="*/ 1240116 w 1577222"/>
                  <a:gd name="connsiteY4" fmla="*/ 1075434 h 2749467"/>
                  <a:gd name="connsiteX5" fmla="*/ 1551237 w 1577222"/>
                  <a:gd name="connsiteY5" fmla="*/ 1971032 h 2749467"/>
                  <a:gd name="connsiteX6" fmla="*/ 1472921 w 1577222"/>
                  <a:gd name="connsiteY6" fmla="*/ 2257423 h 2749467"/>
                  <a:gd name="connsiteX7" fmla="*/ 785174 w 1577222"/>
                  <a:gd name="connsiteY7" fmla="*/ 2738571 h 2749467"/>
                  <a:gd name="connsiteX8" fmla="*/ 422911 w 1577222"/>
                  <a:gd name="connsiteY8" fmla="*/ 2716789 h 2749467"/>
                  <a:gd name="connsiteX9" fmla="*/ 86359 w 1577222"/>
                  <a:gd name="connsiteY9" fmla="*/ 2474583 h 2749467"/>
                  <a:gd name="connsiteX10" fmla="*/ 189776 w 1577222"/>
                  <a:gd name="connsiteY10" fmla="*/ 1959545 h 2749467"/>
                  <a:gd name="connsiteX11" fmla="*/ 52213 w 1577222"/>
                  <a:gd name="connsiteY11" fmla="*/ 1255137 h 2749467"/>
                  <a:gd name="connsiteX0" fmla="*/ 52213 w 1577222"/>
                  <a:gd name="connsiteY0" fmla="*/ 1255137 h 2740436"/>
                  <a:gd name="connsiteX1" fmla="*/ 14749 w 1577222"/>
                  <a:gd name="connsiteY1" fmla="*/ 713370 h 2740436"/>
                  <a:gd name="connsiteX2" fmla="*/ 285883 w 1577222"/>
                  <a:gd name="connsiteY2" fmla="*/ 2270 h 2740436"/>
                  <a:gd name="connsiteX3" fmla="*/ 876601 w 1577222"/>
                  <a:gd name="connsiteY3" fmla="*/ 508072 h 2740436"/>
                  <a:gd name="connsiteX4" fmla="*/ 1240116 w 1577222"/>
                  <a:gd name="connsiteY4" fmla="*/ 1075434 h 2740436"/>
                  <a:gd name="connsiteX5" fmla="*/ 1551237 w 1577222"/>
                  <a:gd name="connsiteY5" fmla="*/ 1971032 h 2740436"/>
                  <a:gd name="connsiteX6" fmla="*/ 1472921 w 1577222"/>
                  <a:gd name="connsiteY6" fmla="*/ 2257423 h 2740436"/>
                  <a:gd name="connsiteX7" fmla="*/ 785174 w 1577222"/>
                  <a:gd name="connsiteY7" fmla="*/ 2738571 h 2740436"/>
                  <a:gd name="connsiteX8" fmla="*/ 422911 w 1577222"/>
                  <a:gd name="connsiteY8" fmla="*/ 2716789 h 2740436"/>
                  <a:gd name="connsiteX9" fmla="*/ 86359 w 1577222"/>
                  <a:gd name="connsiteY9" fmla="*/ 2474583 h 2740436"/>
                  <a:gd name="connsiteX10" fmla="*/ 189776 w 1577222"/>
                  <a:gd name="connsiteY10" fmla="*/ 1959545 h 2740436"/>
                  <a:gd name="connsiteX11" fmla="*/ 52213 w 1577222"/>
                  <a:gd name="connsiteY11" fmla="*/ 1255137 h 2740436"/>
                  <a:gd name="connsiteX0" fmla="*/ 52213 w 1577222"/>
                  <a:gd name="connsiteY0" fmla="*/ 1255137 h 2739686"/>
                  <a:gd name="connsiteX1" fmla="*/ 14749 w 1577222"/>
                  <a:gd name="connsiteY1" fmla="*/ 713370 h 2739686"/>
                  <a:gd name="connsiteX2" fmla="*/ 285883 w 1577222"/>
                  <a:gd name="connsiteY2" fmla="*/ 2270 h 2739686"/>
                  <a:gd name="connsiteX3" fmla="*/ 876601 w 1577222"/>
                  <a:gd name="connsiteY3" fmla="*/ 508072 h 2739686"/>
                  <a:gd name="connsiteX4" fmla="*/ 1240116 w 1577222"/>
                  <a:gd name="connsiteY4" fmla="*/ 1075434 h 2739686"/>
                  <a:gd name="connsiteX5" fmla="*/ 1551237 w 1577222"/>
                  <a:gd name="connsiteY5" fmla="*/ 1971032 h 2739686"/>
                  <a:gd name="connsiteX6" fmla="*/ 1472921 w 1577222"/>
                  <a:gd name="connsiteY6" fmla="*/ 2257423 h 2739686"/>
                  <a:gd name="connsiteX7" fmla="*/ 785174 w 1577222"/>
                  <a:gd name="connsiteY7" fmla="*/ 2738571 h 2739686"/>
                  <a:gd name="connsiteX8" fmla="*/ 422911 w 1577222"/>
                  <a:gd name="connsiteY8" fmla="*/ 2716789 h 2739686"/>
                  <a:gd name="connsiteX9" fmla="*/ 86359 w 1577222"/>
                  <a:gd name="connsiteY9" fmla="*/ 2474583 h 2739686"/>
                  <a:gd name="connsiteX10" fmla="*/ 189776 w 1577222"/>
                  <a:gd name="connsiteY10" fmla="*/ 1959545 h 2739686"/>
                  <a:gd name="connsiteX11" fmla="*/ 52213 w 1577222"/>
                  <a:gd name="connsiteY11" fmla="*/ 1255137 h 2739686"/>
                  <a:gd name="connsiteX0" fmla="*/ 52213 w 1573869"/>
                  <a:gd name="connsiteY0" fmla="*/ 1255137 h 2739686"/>
                  <a:gd name="connsiteX1" fmla="*/ 14749 w 1573869"/>
                  <a:gd name="connsiteY1" fmla="*/ 713370 h 2739686"/>
                  <a:gd name="connsiteX2" fmla="*/ 285883 w 1573869"/>
                  <a:gd name="connsiteY2" fmla="*/ 2270 h 2739686"/>
                  <a:gd name="connsiteX3" fmla="*/ 876601 w 1573869"/>
                  <a:gd name="connsiteY3" fmla="*/ 508072 h 2739686"/>
                  <a:gd name="connsiteX4" fmla="*/ 1240116 w 1573869"/>
                  <a:gd name="connsiteY4" fmla="*/ 1075434 h 2739686"/>
                  <a:gd name="connsiteX5" fmla="*/ 1551237 w 1573869"/>
                  <a:gd name="connsiteY5" fmla="*/ 1971032 h 2739686"/>
                  <a:gd name="connsiteX6" fmla="*/ 1472921 w 1573869"/>
                  <a:gd name="connsiteY6" fmla="*/ 2257423 h 2739686"/>
                  <a:gd name="connsiteX7" fmla="*/ 861374 w 1573869"/>
                  <a:gd name="connsiteY7" fmla="*/ 2738571 h 2739686"/>
                  <a:gd name="connsiteX8" fmla="*/ 422911 w 1573869"/>
                  <a:gd name="connsiteY8" fmla="*/ 2716789 h 2739686"/>
                  <a:gd name="connsiteX9" fmla="*/ 86359 w 1573869"/>
                  <a:gd name="connsiteY9" fmla="*/ 2474583 h 2739686"/>
                  <a:gd name="connsiteX10" fmla="*/ 189776 w 1573869"/>
                  <a:gd name="connsiteY10" fmla="*/ 1959545 h 2739686"/>
                  <a:gd name="connsiteX11" fmla="*/ 52213 w 1573869"/>
                  <a:gd name="connsiteY11" fmla="*/ 1255137 h 2739686"/>
                  <a:gd name="connsiteX0" fmla="*/ 52213 w 1551996"/>
                  <a:gd name="connsiteY0" fmla="*/ 1255137 h 2739436"/>
                  <a:gd name="connsiteX1" fmla="*/ 14749 w 1551996"/>
                  <a:gd name="connsiteY1" fmla="*/ 713370 h 2739436"/>
                  <a:gd name="connsiteX2" fmla="*/ 285883 w 1551996"/>
                  <a:gd name="connsiteY2" fmla="*/ 2270 h 2739436"/>
                  <a:gd name="connsiteX3" fmla="*/ 876601 w 1551996"/>
                  <a:gd name="connsiteY3" fmla="*/ 508072 h 2739436"/>
                  <a:gd name="connsiteX4" fmla="*/ 1240116 w 1551996"/>
                  <a:gd name="connsiteY4" fmla="*/ 1075434 h 2739436"/>
                  <a:gd name="connsiteX5" fmla="*/ 1551237 w 1551996"/>
                  <a:gd name="connsiteY5" fmla="*/ 1971032 h 2739436"/>
                  <a:gd name="connsiteX6" fmla="*/ 1312901 w 1551996"/>
                  <a:gd name="connsiteY6" fmla="*/ 2143123 h 2739436"/>
                  <a:gd name="connsiteX7" fmla="*/ 861374 w 1551996"/>
                  <a:gd name="connsiteY7" fmla="*/ 2738571 h 2739436"/>
                  <a:gd name="connsiteX8" fmla="*/ 422911 w 1551996"/>
                  <a:gd name="connsiteY8" fmla="*/ 2716789 h 2739436"/>
                  <a:gd name="connsiteX9" fmla="*/ 86359 w 1551996"/>
                  <a:gd name="connsiteY9" fmla="*/ 2474583 h 2739436"/>
                  <a:gd name="connsiteX10" fmla="*/ 189776 w 1551996"/>
                  <a:gd name="connsiteY10" fmla="*/ 1959545 h 2739436"/>
                  <a:gd name="connsiteX11" fmla="*/ 52213 w 1551996"/>
                  <a:gd name="connsiteY11" fmla="*/ 1255137 h 2739436"/>
                  <a:gd name="connsiteX0" fmla="*/ 52213 w 1552198"/>
                  <a:gd name="connsiteY0" fmla="*/ 1255137 h 2739754"/>
                  <a:gd name="connsiteX1" fmla="*/ 14749 w 1552198"/>
                  <a:gd name="connsiteY1" fmla="*/ 713370 h 2739754"/>
                  <a:gd name="connsiteX2" fmla="*/ 285883 w 1552198"/>
                  <a:gd name="connsiteY2" fmla="*/ 2270 h 2739754"/>
                  <a:gd name="connsiteX3" fmla="*/ 876601 w 1552198"/>
                  <a:gd name="connsiteY3" fmla="*/ 508072 h 2739754"/>
                  <a:gd name="connsiteX4" fmla="*/ 1240116 w 1552198"/>
                  <a:gd name="connsiteY4" fmla="*/ 1075434 h 2739754"/>
                  <a:gd name="connsiteX5" fmla="*/ 1551237 w 1552198"/>
                  <a:gd name="connsiteY5" fmla="*/ 1971032 h 2739754"/>
                  <a:gd name="connsiteX6" fmla="*/ 1320521 w 1552198"/>
                  <a:gd name="connsiteY6" fmla="*/ 2280283 h 2739754"/>
                  <a:gd name="connsiteX7" fmla="*/ 861374 w 1552198"/>
                  <a:gd name="connsiteY7" fmla="*/ 2738571 h 2739754"/>
                  <a:gd name="connsiteX8" fmla="*/ 422911 w 1552198"/>
                  <a:gd name="connsiteY8" fmla="*/ 2716789 h 2739754"/>
                  <a:gd name="connsiteX9" fmla="*/ 86359 w 1552198"/>
                  <a:gd name="connsiteY9" fmla="*/ 2474583 h 2739754"/>
                  <a:gd name="connsiteX10" fmla="*/ 189776 w 1552198"/>
                  <a:gd name="connsiteY10" fmla="*/ 1959545 h 2739754"/>
                  <a:gd name="connsiteX11" fmla="*/ 52213 w 1552198"/>
                  <a:gd name="connsiteY11" fmla="*/ 1255137 h 2739754"/>
                  <a:gd name="connsiteX0" fmla="*/ 52213 w 1514375"/>
                  <a:gd name="connsiteY0" fmla="*/ 1255137 h 2739770"/>
                  <a:gd name="connsiteX1" fmla="*/ 14749 w 1514375"/>
                  <a:gd name="connsiteY1" fmla="*/ 713370 h 2739770"/>
                  <a:gd name="connsiteX2" fmla="*/ 285883 w 1514375"/>
                  <a:gd name="connsiteY2" fmla="*/ 2270 h 2739770"/>
                  <a:gd name="connsiteX3" fmla="*/ 876601 w 1514375"/>
                  <a:gd name="connsiteY3" fmla="*/ 508072 h 2739770"/>
                  <a:gd name="connsiteX4" fmla="*/ 1240116 w 1514375"/>
                  <a:gd name="connsiteY4" fmla="*/ 1075434 h 2739770"/>
                  <a:gd name="connsiteX5" fmla="*/ 1513137 w 1514375"/>
                  <a:gd name="connsiteY5" fmla="*/ 1940552 h 2739770"/>
                  <a:gd name="connsiteX6" fmla="*/ 1320521 w 1514375"/>
                  <a:gd name="connsiteY6" fmla="*/ 2280283 h 2739770"/>
                  <a:gd name="connsiteX7" fmla="*/ 861374 w 1514375"/>
                  <a:gd name="connsiteY7" fmla="*/ 2738571 h 2739770"/>
                  <a:gd name="connsiteX8" fmla="*/ 422911 w 1514375"/>
                  <a:gd name="connsiteY8" fmla="*/ 2716789 h 2739770"/>
                  <a:gd name="connsiteX9" fmla="*/ 86359 w 1514375"/>
                  <a:gd name="connsiteY9" fmla="*/ 2474583 h 2739770"/>
                  <a:gd name="connsiteX10" fmla="*/ 189776 w 1514375"/>
                  <a:gd name="connsiteY10" fmla="*/ 1959545 h 2739770"/>
                  <a:gd name="connsiteX11" fmla="*/ 52213 w 1514375"/>
                  <a:gd name="connsiteY11" fmla="*/ 1255137 h 2739770"/>
                  <a:gd name="connsiteX0" fmla="*/ 52213 w 1514694"/>
                  <a:gd name="connsiteY0" fmla="*/ 1255137 h 2739909"/>
                  <a:gd name="connsiteX1" fmla="*/ 14749 w 1514694"/>
                  <a:gd name="connsiteY1" fmla="*/ 713370 h 2739909"/>
                  <a:gd name="connsiteX2" fmla="*/ 285883 w 1514694"/>
                  <a:gd name="connsiteY2" fmla="*/ 2270 h 2739909"/>
                  <a:gd name="connsiteX3" fmla="*/ 876601 w 1514694"/>
                  <a:gd name="connsiteY3" fmla="*/ 508072 h 2739909"/>
                  <a:gd name="connsiteX4" fmla="*/ 1240116 w 1514694"/>
                  <a:gd name="connsiteY4" fmla="*/ 1075434 h 2739909"/>
                  <a:gd name="connsiteX5" fmla="*/ 1513137 w 1514694"/>
                  <a:gd name="connsiteY5" fmla="*/ 1940552 h 2739909"/>
                  <a:gd name="connsiteX6" fmla="*/ 1328141 w 1514694"/>
                  <a:gd name="connsiteY6" fmla="*/ 2318383 h 2739909"/>
                  <a:gd name="connsiteX7" fmla="*/ 861374 w 1514694"/>
                  <a:gd name="connsiteY7" fmla="*/ 2738571 h 2739909"/>
                  <a:gd name="connsiteX8" fmla="*/ 422911 w 1514694"/>
                  <a:gd name="connsiteY8" fmla="*/ 2716789 h 2739909"/>
                  <a:gd name="connsiteX9" fmla="*/ 86359 w 1514694"/>
                  <a:gd name="connsiteY9" fmla="*/ 2474583 h 2739909"/>
                  <a:gd name="connsiteX10" fmla="*/ 189776 w 1514694"/>
                  <a:gd name="connsiteY10" fmla="*/ 1959545 h 2739909"/>
                  <a:gd name="connsiteX11" fmla="*/ 52213 w 1514694"/>
                  <a:gd name="connsiteY11" fmla="*/ 1255137 h 2739909"/>
                  <a:gd name="connsiteX0" fmla="*/ 52213 w 1514832"/>
                  <a:gd name="connsiteY0" fmla="*/ 1255137 h 2724120"/>
                  <a:gd name="connsiteX1" fmla="*/ 14749 w 1514832"/>
                  <a:gd name="connsiteY1" fmla="*/ 713370 h 2724120"/>
                  <a:gd name="connsiteX2" fmla="*/ 285883 w 1514832"/>
                  <a:gd name="connsiteY2" fmla="*/ 2270 h 2724120"/>
                  <a:gd name="connsiteX3" fmla="*/ 876601 w 1514832"/>
                  <a:gd name="connsiteY3" fmla="*/ 508072 h 2724120"/>
                  <a:gd name="connsiteX4" fmla="*/ 1240116 w 1514832"/>
                  <a:gd name="connsiteY4" fmla="*/ 1075434 h 2724120"/>
                  <a:gd name="connsiteX5" fmla="*/ 1513137 w 1514832"/>
                  <a:gd name="connsiteY5" fmla="*/ 1940552 h 2724120"/>
                  <a:gd name="connsiteX6" fmla="*/ 1328141 w 1514832"/>
                  <a:gd name="connsiteY6" fmla="*/ 2318383 h 2724120"/>
                  <a:gd name="connsiteX7" fmla="*/ 808034 w 1514832"/>
                  <a:gd name="connsiteY7" fmla="*/ 2708091 h 2724120"/>
                  <a:gd name="connsiteX8" fmla="*/ 422911 w 1514832"/>
                  <a:gd name="connsiteY8" fmla="*/ 2716789 h 2724120"/>
                  <a:gd name="connsiteX9" fmla="*/ 86359 w 1514832"/>
                  <a:gd name="connsiteY9" fmla="*/ 2474583 h 2724120"/>
                  <a:gd name="connsiteX10" fmla="*/ 189776 w 1514832"/>
                  <a:gd name="connsiteY10" fmla="*/ 1959545 h 2724120"/>
                  <a:gd name="connsiteX11" fmla="*/ 52213 w 1514832"/>
                  <a:gd name="connsiteY11" fmla="*/ 1255137 h 2724120"/>
                  <a:gd name="connsiteX0" fmla="*/ 52213 w 1514832"/>
                  <a:gd name="connsiteY0" fmla="*/ 1255137 h 2726503"/>
                  <a:gd name="connsiteX1" fmla="*/ 14749 w 1514832"/>
                  <a:gd name="connsiteY1" fmla="*/ 713370 h 2726503"/>
                  <a:gd name="connsiteX2" fmla="*/ 285883 w 1514832"/>
                  <a:gd name="connsiteY2" fmla="*/ 2270 h 2726503"/>
                  <a:gd name="connsiteX3" fmla="*/ 876601 w 1514832"/>
                  <a:gd name="connsiteY3" fmla="*/ 508072 h 2726503"/>
                  <a:gd name="connsiteX4" fmla="*/ 1240116 w 1514832"/>
                  <a:gd name="connsiteY4" fmla="*/ 1075434 h 2726503"/>
                  <a:gd name="connsiteX5" fmla="*/ 1513137 w 1514832"/>
                  <a:gd name="connsiteY5" fmla="*/ 1940552 h 2726503"/>
                  <a:gd name="connsiteX6" fmla="*/ 1328141 w 1514832"/>
                  <a:gd name="connsiteY6" fmla="*/ 2318383 h 2726503"/>
                  <a:gd name="connsiteX7" fmla="*/ 808034 w 1514832"/>
                  <a:gd name="connsiteY7" fmla="*/ 2708091 h 2726503"/>
                  <a:gd name="connsiteX8" fmla="*/ 422911 w 1514832"/>
                  <a:gd name="connsiteY8" fmla="*/ 2716789 h 2726503"/>
                  <a:gd name="connsiteX9" fmla="*/ 86359 w 1514832"/>
                  <a:gd name="connsiteY9" fmla="*/ 2474583 h 2726503"/>
                  <a:gd name="connsiteX10" fmla="*/ 189776 w 1514832"/>
                  <a:gd name="connsiteY10" fmla="*/ 1959545 h 2726503"/>
                  <a:gd name="connsiteX11" fmla="*/ 52213 w 1514832"/>
                  <a:gd name="connsiteY11" fmla="*/ 1255137 h 2726503"/>
                  <a:gd name="connsiteX0" fmla="*/ 52213 w 1514832"/>
                  <a:gd name="connsiteY0" fmla="*/ 1255137 h 2724120"/>
                  <a:gd name="connsiteX1" fmla="*/ 14749 w 1514832"/>
                  <a:gd name="connsiteY1" fmla="*/ 713370 h 2724120"/>
                  <a:gd name="connsiteX2" fmla="*/ 285883 w 1514832"/>
                  <a:gd name="connsiteY2" fmla="*/ 2270 h 2724120"/>
                  <a:gd name="connsiteX3" fmla="*/ 876601 w 1514832"/>
                  <a:gd name="connsiteY3" fmla="*/ 508072 h 2724120"/>
                  <a:gd name="connsiteX4" fmla="*/ 1240116 w 1514832"/>
                  <a:gd name="connsiteY4" fmla="*/ 1075434 h 2724120"/>
                  <a:gd name="connsiteX5" fmla="*/ 1513137 w 1514832"/>
                  <a:gd name="connsiteY5" fmla="*/ 1940552 h 2724120"/>
                  <a:gd name="connsiteX6" fmla="*/ 1328141 w 1514832"/>
                  <a:gd name="connsiteY6" fmla="*/ 2318383 h 2724120"/>
                  <a:gd name="connsiteX7" fmla="*/ 808034 w 1514832"/>
                  <a:gd name="connsiteY7" fmla="*/ 2708091 h 2724120"/>
                  <a:gd name="connsiteX8" fmla="*/ 422911 w 1514832"/>
                  <a:gd name="connsiteY8" fmla="*/ 2716789 h 2724120"/>
                  <a:gd name="connsiteX9" fmla="*/ 86359 w 1514832"/>
                  <a:gd name="connsiteY9" fmla="*/ 2474583 h 2724120"/>
                  <a:gd name="connsiteX10" fmla="*/ 189776 w 1514832"/>
                  <a:gd name="connsiteY10" fmla="*/ 1959545 h 2724120"/>
                  <a:gd name="connsiteX11" fmla="*/ 52213 w 1514832"/>
                  <a:gd name="connsiteY11" fmla="*/ 1255137 h 2724120"/>
                  <a:gd name="connsiteX0" fmla="*/ 52213 w 1514832"/>
                  <a:gd name="connsiteY0" fmla="*/ 1255137 h 2730884"/>
                  <a:gd name="connsiteX1" fmla="*/ 14749 w 1514832"/>
                  <a:gd name="connsiteY1" fmla="*/ 713370 h 2730884"/>
                  <a:gd name="connsiteX2" fmla="*/ 285883 w 1514832"/>
                  <a:gd name="connsiteY2" fmla="*/ 2270 h 2730884"/>
                  <a:gd name="connsiteX3" fmla="*/ 876601 w 1514832"/>
                  <a:gd name="connsiteY3" fmla="*/ 508072 h 2730884"/>
                  <a:gd name="connsiteX4" fmla="*/ 1240116 w 1514832"/>
                  <a:gd name="connsiteY4" fmla="*/ 1075434 h 2730884"/>
                  <a:gd name="connsiteX5" fmla="*/ 1513137 w 1514832"/>
                  <a:gd name="connsiteY5" fmla="*/ 1940552 h 2730884"/>
                  <a:gd name="connsiteX6" fmla="*/ 1328141 w 1514832"/>
                  <a:gd name="connsiteY6" fmla="*/ 2318383 h 2730884"/>
                  <a:gd name="connsiteX7" fmla="*/ 808034 w 1514832"/>
                  <a:gd name="connsiteY7" fmla="*/ 2708091 h 2730884"/>
                  <a:gd name="connsiteX8" fmla="*/ 653377 w 1514832"/>
                  <a:gd name="connsiteY8" fmla="*/ 2698494 h 2730884"/>
                  <a:gd name="connsiteX9" fmla="*/ 422911 w 1514832"/>
                  <a:gd name="connsiteY9" fmla="*/ 2716789 h 2730884"/>
                  <a:gd name="connsiteX10" fmla="*/ 86359 w 1514832"/>
                  <a:gd name="connsiteY10" fmla="*/ 2474583 h 2730884"/>
                  <a:gd name="connsiteX11" fmla="*/ 189776 w 1514832"/>
                  <a:gd name="connsiteY11" fmla="*/ 1959545 h 2730884"/>
                  <a:gd name="connsiteX12" fmla="*/ 52213 w 1514832"/>
                  <a:gd name="connsiteY12" fmla="*/ 1255137 h 2730884"/>
                  <a:gd name="connsiteX0" fmla="*/ 52213 w 1514751"/>
                  <a:gd name="connsiteY0" fmla="*/ 1255137 h 2730884"/>
                  <a:gd name="connsiteX1" fmla="*/ 14749 w 1514751"/>
                  <a:gd name="connsiteY1" fmla="*/ 713370 h 2730884"/>
                  <a:gd name="connsiteX2" fmla="*/ 285883 w 1514751"/>
                  <a:gd name="connsiteY2" fmla="*/ 2270 h 2730884"/>
                  <a:gd name="connsiteX3" fmla="*/ 876601 w 1514751"/>
                  <a:gd name="connsiteY3" fmla="*/ 508072 h 2730884"/>
                  <a:gd name="connsiteX4" fmla="*/ 1240116 w 1514751"/>
                  <a:gd name="connsiteY4" fmla="*/ 1075434 h 2730884"/>
                  <a:gd name="connsiteX5" fmla="*/ 1513137 w 1514751"/>
                  <a:gd name="connsiteY5" fmla="*/ 1940552 h 2730884"/>
                  <a:gd name="connsiteX6" fmla="*/ 1328141 w 1514751"/>
                  <a:gd name="connsiteY6" fmla="*/ 2318383 h 2730884"/>
                  <a:gd name="connsiteX7" fmla="*/ 838514 w 1514751"/>
                  <a:gd name="connsiteY7" fmla="*/ 2708091 h 2730884"/>
                  <a:gd name="connsiteX8" fmla="*/ 653377 w 1514751"/>
                  <a:gd name="connsiteY8" fmla="*/ 2698494 h 2730884"/>
                  <a:gd name="connsiteX9" fmla="*/ 422911 w 1514751"/>
                  <a:gd name="connsiteY9" fmla="*/ 2716789 h 2730884"/>
                  <a:gd name="connsiteX10" fmla="*/ 86359 w 1514751"/>
                  <a:gd name="connsiteY10" fmla="*/ 2474583 h 2730884"/>
                  <a:gd name="connsiteX11" fmla="*/ 189776 w 1514751"/>
                  <a:gd name="connsiteY11" fmla="*/ 1959545 h 2730884"/>
                  <a:gd name="connsiteX12" fmla="*/ 52213 w 1514751"/>
                  <a:gd name="connsiteY12" fmla="*/ 1255137 h 2730884"/>
                  <a:gd name="connsiteX0" fmla="*/ 52213 w 1514751"/>
                  <a:gd name="connsiteY0" fmla="*/ 1255137 h 2730884"/>
                  <a:gd name="connsiteX1" fmla="*/ 14749 w 1514751"/>
                  <a:gd name="connsiteY1" fmla="*/ 713370 h 2730884"/>
                  <a:gd name="connsiteX2" fmla="*/ 285883 w 1514751"/>
                  <a:gd name="connsiteY2" fmla="*/ 2270 h 2730884"/>
                  <a:gd name="connsiteX3" fmla="*/ 876601 w 1514751"/>
                  <a:gd name="connsiteY3" fmla="*/ 508072 h 2730884"/>
                  <a:gd name="connsiteX4" fmla="*/ 1240116 w 1514751"/>
                  <a:gd name="connsiteY4" fmla="*/ 1075434 h 2730884"/>
                  <a:gd name="connsiteX5" fmla="*/ 1513137 w 1514751"/>
                  <a:gd name="connsiteY5" fmla="*/ 1940552 h 2730884"/>
                  <a:gd name="connsiteX6" fmla="*/ 1328141 w 1514751"/>
                  <a:gd name="connsiteY6" fmla="*/ 2318383 h 2730884"/>
                  <a:gd name="connsiteX7" fmla="*/ 838514 w 1514751"/>
                  <a:gd name="connsiteY7" fmla="*/ 2708091 h 2730884"/>
                  <a:gd name="connsiteX8" fmla="*/ 653377 w 1514751"/>
                  <a:gd name="connsiteY8" fmla="*/ 2698494 h 2730884"/>
                  <a:gd name="connsiteX9" fmla="*/ 422911 w 1514751"/>
                  <a:gd name="connsiteY9" fmla="*/ 2716789 h 2730884"/>
                  <a:gd name="connsiteX10" fmla="*/ 86359 w 1514751"/>
                  <a:gd name="connsiteY10" fmla="*/ 2474583 h 2730884"/>
                  <a:gd name="connsiteX11" fmla="*/ 189776 w 1514751"/>
                  <a:gd name="connsiteY11" fmla="*/ 1959545 h 2730884"/>
                  <a:gd name="connsiteX12" fmla="*/ 52213 w 1514751"/>
                  <a:gd name="connsiteY12" fmla="*/ 1255137 h 2730884"/>
                  <a:gd name="connsiteX0" fmla="*/ 52213 w 1514751"/>
                  <a:gd name="connsiteY0" fmla="*/ 1255137 h 2734622"/>
                  <a:gd name="connsiteX1" fmla="*/ 14749 w 1514751"/>
                  <a:gd name="connsiteY1" fmla="*/ 713370 h 2734622"/>
                  <a:gd name="connsiteX2" fmla="*/ 285883 w 1514751"/>
                  <a:gd name="connsiteY2" fmla="*/ 2270 h 2734622"/>
                  <a:gd name="connsiteX3" fmla="*/ 876601 w 1514751"/>
                  <a:gd name="connsiteY3" fmla="*/ 508072 h 2734622"/>
                  <a:gd name="connsiteX4" fmla="*/ 1240116 w 1514751"/>
                  <a:gd name="connsiteY4" fmla="*/ 1075434 h 2734622"/>
                  <a:gd name="connsiteX5" fmla="*/ 1513137 w 1514751"/>
                  <a:gd name="connsiteY5" fmla="*/ 1940552 h 2734622"/>
                  <a:gd name="connsiteX6" fmla="*/ 1328141 w 1514751"/>
                  <a:gd name="connsiteY6" fmla="*/ 2318383 h 2734622"/>
                  <a:gd name="connsiteX7" fmla="*/ 838514 w 1514751"/>
                  <a:gd name="connsiteY7" fmla="*/ 2708091 h 2734622"/>
                  <a:gd name="connsiteX8" fmla="*/ 668617 w 1514751"/>
                  <a:gd name="connsiteY8" fmla="*/ 2713734 h 2734622"/>
                  <a:gd name="connsiteX9" fmla="*/ 422911 w 1514751"/>
                  <a:gd name="connsiteY9" fmla="*/ 2716789 h 2734622"/>
                  <a:gd name="connsiteX10" fmla="*/ 86359 w 1514751"/>
                  <a:gd name="connsiteY10" fmla="*/ 2474583 h 2734622"/>
                  <a:gd name="connsiteX11" fmla="*/ 189776 w 1514751"/>
                  <a:gd name="connsiteY11" fmla="*/ 1959545 h 2734622"/>
                  <a:gd name="connsiteX12" fmla="*/ 52213 w 1514751"/>
                  <a:gd name="connsiteY12" fmla="*/ 1255137 h 2734622"/>
                  <a:gd name="connsiteX0" fmla="*/ 52213 w 1514751"/>
                  <a:gd name="connsiteY0" fmla="*/ 1255137 h 2734622"/>
                  <a:gd name="connsiteX1" fmla="*/ 14749 w 1514751"/>
                  <a:gd name="connsiteY1" fmla="*/ 713370 h 2734622"/>
                  <a:gd name="connsiteX2" fmla="*/ 285883 w 1514751"/>
                  <a:gd name="connsiteY2" fmla="*/ 2270 h 2734622"/>
                  <a:gd name="connsiteX3" fmla="*/ 929941 w 1514751"/>
                  <a:gd name="connsiteY3" fmla="*/ 508072 h 2734622"/>
                  <a:gd name="connsiteX4" fmla="*/ 1240116 w 1514751"/>
                  <a:gd name="connsiteY4" fmla="*/ 1075434 h 2734622"/>
                  <a:gd name="connsiteX5" fmla="*/ 1513137 w 1514751"/>
                  <a:gd name="connsiteY5" fmla="*/ 1940552 h 2734622"/>
                  <a:gd name="connsiteX6" fmla="*/ 1328141 w 1514751"/>
                  <a:gd name="connsiteY6" fmla="*/ 2318383 h 2734622"/>
                  <a:gd name="connsiteX7" fmla="*/ 838514 w 1514751"/>
                  <a:gd name="connsiteY7" fmla="*/ 2708091 h 2734622"/>
                  <a:gd name="connsiteX8" fmla="*/ 668617 w 1514751"/>
                  <a:gd name="connsiteY8" fmla="*/ 2713734 h 2734622"/>
                  <a:gd name="connsiteX9" fmla="*/ 422911 w 1514751"/>
                  <a:gd name="connsiteY9" fmla="*/ 2716789 h 2734622"/>
                  <a:gd name="connsiteX10" fmla="*/ 86359 w 1514751"/>
                  <a:gd name="connsiteY10" fmla="*/ 2474583 h 2734622"/>
                  <a:gd name="connsiteX11" fmla="*/ 189776 w 1514751"/>
                  <a:gd name="connsiteY11" fmla="*/ 1959545 h 2734622"/>
                  <a:gd name="connsiteX12" fmla="*/ 52213 w 1514751"/>
                  <a:gd name="connsiteY12" fmla="*/ 1255137 h 2734622"/>
                  <a:gd name="connsiteX0" fmla="*/ 52213 w 1514088"/>
                  <a:gd name="connsiteY0" fmla="*/ 1255137 h 2734622"/>
                  <a:gd name="connsiteX1" fmla="*/ 14749 w 1514088"/>
                  <a:gd name="connsiteY1" fmla="*/ 713370 h 2734622"/>
                  <a:gd name="connsiteX2" fmla="*/ 285883 w 1514088"/>
                  <a:gd name="connsiteY2" fmla="*/ 2270 h 2734622"/>
                  <a:gd name="connsiteX3" fmla="*/ 929941 w 1514088"/>
                  <a:gd name="connsiteY3" fmla="*/ 508072 h 2734622"/>
                  <a:gd name="connsiteX4" fmla="*/ 1262976 w 1514088"/>
                  <a:gd name="connsiteY4" fmla="*/ 1075434 h 2734622"/>
                  <a:gd name="connsiteX5" fmla="*/ 1513137 w 1514088"/>
                  <a:gd name="connsiteY5" fmla="*/ 1940552 h 2734622"/>
                  <a:gd name="connsiteX6" fmla="*/ 1328141 w 1514088"/>
                  <a:gd name="connsiteY6" fmla="*/ 2318383 h 2734622"/>
                  <a:gd name="connsiteX7" fmla="*/ 838514 w 1514088"/>
                  <a:gd name="connsiteY7" fmla="*/ 2708091 h 2734622"/>
                  <a:gd name="connsiteX8" fmla="*/ 668617 w 1514088"/>
                  <a:gd name="connsiteY8" fmla="*/ 2713734 h 2734622"/>
                  <a:gd name="connsiteX9" fmla="*/ 422911 w 1514088"/>
                  <a:gd name="connsiteY9" fmla="*/ 2716789 h 2734622"/>
                  <a:gd name="connsiteX10" fmla="*/ 86359 w 1514088"/>
                  <a:gd name="connsiteY10" fmla="*/ 2474583 h 2734622"/>
                  <a:gd name="connsiteX11" fmla="*/ 189776 w 1514088"/>
                  <a:gd name="connsiteY11" fmla="*/ 1959545 h 2734622"/>
                  <a:gd name="connsiteX12" fmla="*/ 52213 w 1514088"/>
                  <a:gd name="connsiteY12" fmla="*/ 1255137 h 2734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14088" h="2734622">
                    <a:moveTo>
                      <a:pt x="52213" y="1255137"/>
                    </a:moveTo>
                    <a:cubicBezTo>
                      <a:pt x="23042" y="1047441"/>
                      <a:pt x="-24196" y="922181"/>
                      <a:pt x="14749" y="713370"/>
                    </a:cubicBezTo>
                    <a:cubicBezTo>
                      <a:pt x="53694" y="504559"/>
                      <a:pt x="133351" y="36486"/>
                      <a:pt x="285883" y="2270"/>
                    </a:cubicBezTo>
                    <a:cubicBezTo>
                      <a:pt x="438415" y="-31946"/>
                      <a:pt x="767092" y="329211"/>
                      <a:pt x="929941" y="508072"/>
                    </a:cubicBezTo>
                    <a:cubicBezTo>
                      <a:pt x="1092790" y="686933"/>
                      <a:pt x="1150537" y="831607"/>
                      <a:pt x="1262976" y="1075434"/>
                    </a:cubicBezTo>
                    <a:cubicBezTo>
                      <a:pt x="1375415" y="1319261"/>
                      <a:pt x="1502276" y="1733394"/>
                      <a:pt x="1513137" y="1940552"/>
                    </a:cubicBezTo>
                    <a:cubicBezTo>
                      <a:pt x="1523998" y="2147710"/>
                      <a:pt x="1440578" y="2190460"/>
                      <a:pt x="1328141" y="2318383"/>
                    </a:cubicBezTo>
                    <a:cubicBezTo>
                      <a:pt x="1215704" y="2446306"/>
                      <a:pt x="953515" y="2651089"/>
                      <a:pt x="838514" y="2708091"/>
                    </a:cubicBezTo>
                    <a:cubicBezTo>
                      <a:pt x="723513" y="2765093"/>
                      <a:pt x="732804" y="2712284"/>
                      <a:pt x="668617" y="2713734"/>
                    </a:cubicBezTo>
                    <a:cubicBezTo>
                      <a:pt x="604430" y="2715184"/>
                      <a:pt x="519954" y="2756647"/>
                      <a:pt x="422911" y="2716789"/>
                    </a:cubicBezTo>
                    <a:cubicBezTo>
                      <a:pt x="325868" y="2676931"/>
                      <a:pt x="95158" y="2555541"/>
                      <a:pt x="86359" y="2474583"/>
                    </a:cubicBezTo>
                    <a:cubicBezTo>
                      <a:pt x="125538" y="2295412"/>
                      <a:pt x="227539" y="2045860"/>
                      <a:pt x="189776" y="1959545"/>
                    </a:cubicBezTo>
                    <a:cubicBezTo>
                      <a:pt x="115599" y="1761290"/>
                      <a:pt x="81384" y="1462833"/>
                      <a:pt x="52213" y="1255137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3FA7677-2237-4B4B-8E0E-73E3A4C6C8A7}"/>
                </a:ext>
              </a:extLst>
            </p:cNvPr>
            <p:cNvSpPr/>
            <p:nvPr/>
          </p:nvSpPr>
          <p:spPr>
            <a:xfrm>
              <a:off x="9388323" y="4314122"/>
              <a:ext cx="783677" cy="1208079"/>
            </a:xfrm>
            <a:custGeom>
              <a:avLst/>
              <a:gdLst>
                <a:gd name="connsiteX0" fmla="*/ 1108 w 804649"/>
                <a:gd name="connsiteY0" fmla="*/ 355253 h 492961"/>
                <a:gd name="connsiteX1" fmla="*/ 268145 w 804649"/>
                <a:gd name="connsiteY1" fmla="*/ 298609 h 492961"/>
                <a:gd name="connsiteX2" fmla="*/ 583734 w 804649"/>
                <a:gd name="connsiteY2" fmla="*/ 128676 h 492961"/>
                <a:gd name="connsiteX3" fmla="*/ 624194 w 804649"/>
                <a:gd name="connsiteY3" fmla="*/ 7296 h 492961"/>
                <a:gd name="connsiteX4" fmla="*/ 802219 w 804649"/>
                <a:gd name="connsiteY4" fmla="*/ 347161 h 492961"/>
                <a:gd name="connsiteX5" fmla="*/ 688931 w 804649"/>
                <a:gd name="connsiteY5" fmla="*/ 484726 h 492961"/>
                <a:gd name="connsiteX6" fmla="*/ 195317 w 804649"/>
                <a:gd name="connsiteY6" fmla="*/ 468542 h 492961"/>
                <a:gd name="connsiteX7" fmla="*/ 1108 w 804649"/>
                <a:gd name="connsiteY7" fmla="*/ 355253 h 492961"/>
                <a:gd name="connsiteX0" fmla="*/ 1108 w 805051"/>
                <a:gd name="connsiteY0" fmla="*/ 511676 h 649384"/>
                <a:gd name="connsiteX1" fmla="*/ 268145 w 805051"/>
                <a:gd name="connsiteY1" fmla="*/ 455032 h 649384"/>
                <a:gd name="connsiteX2" fmla="*/ 583734 w 805051"/>
                <a:gd name="connsiteY2" fmla="*/ 285099 h 649384"/>
                <a:gd name="connsiteX3" fmla="*/ 616764 w 805051"/>
                <a:gd name="connsiteY3" fmla="*/ 3699 h 649384"/>
                <a:gd name="connsiteX4" fmla="*/ 802219 w 805051"/>
                <a:gd name="connsiteY4" fmla="*/ 503584 h 649384"/>
                <a:gd name="connsiteX5" fmla="*/ 688931 w 805051"/>
                <a:gd name="connsiteY5" fmla="*/ 641149 h 649384"/>
                <a:gd name="connsiteX6" fmla="*/ 195317 w 805051"/>
                <a:gd name="connsiteY6" fmla="*/ 624965 h 649384"/>
                <a:gd name="connsiteX7" fmla="*/ 1108 w 805051"/>
                <a:gd name="connsiteY7" fmla="*/ 511676 h 649384"/>
                <a:gd name="connsiteX0" fmla="*/ 1108 w 805051"/>
                <a:gd name="connsiteY0" fmla="*/ 511356 h 649064"/>
                <a:gd name="connsiteX1" fmla="*/ 268145 w 805051"/>
                <a:gd name="connsiteY1" fmla="*/ 454712 h 649064"/>
                <a:gd name="connsiteX2" fmla="*/ 442574 w 805051"/>
                <a:gd name="connsiteY2" fmla="*/ 292399 h 649064"/>
                <a:gd name="connsiteX3" fmla="*/ 616764 w 805051"/>
                <a:gd name="connsiteY3" fmla="*/ 3379 h 649064"/>
                <a:gd name="connsiteX4" fmla="*/ 802219 w 805051"/>
                <a:gd name="connsiteY4" fmla="*/ 503264 h 649064"/>
                <a:gd name="connsiteX5" fmla="*/ 688931 w 805051"/>
                <a:gd name="connsiteY5" fmla="*/ 640829 h 649064"/>
                <a:gd name="connsiteX6" fmla="*/ 195317 w 805051"/>
                <a:gd name="connsiteY6" fmla="*/ 624645 h 649064"/>
                <a:gd name="connsiteX7" fmla="*/ 1108 w 805051"/>
                <a:gd name="connsiteY7" fmla="*/ 511356 h 649064"/>
                <a:gd name="connsiteX0" fmla="*/ 762 w 856712"/>
                <a:gd name="connsiteY0" fmla="*/ 709476 h 714435"/>
                <a:gd name="connsiteX1" fmla="*/ 319806 w 856712"/>
                <a:gd name="connsiteY1" fmla="*/ 454712 h 714435"/>
                <a:gd name="connsiteX2" fmla="*/ 494235 w 856712"/>
                <a:gd name="connsiteY2" fmla="*/ 292399 h 714435"/>
                <a:gd name="connsiteX3" fmla="*/ 668425 w 856712"/>
                <a:gd name="connsiteY3" fmla="*/ 3379 h 714435"/>
                <a:gd name="connsiteX4" fmla="*/ 853880 w 856712"/>
                <a:gd name="connsiteY4" fmla="*/ 503264 h 714435"/>
                <a:gd name="connsiteX5" fmla="*/ 740592 w 856712"/>
                <a:gd name="connsiteY5" fmla="*/ 640829 h 714435"/>
                <a:gd name="connsiteX6" fmla="*/ 246978 w 856712"/>
                <a:gd name="connsiteY6" fmla="*/ 624645 h 714435"/>
                <a:gd name="connsiteX7" fmla="*/ 762 w 856712"/>
                <a:gd name="connsiteY7" fmla="*/ 709476 h 714435"/>
                <a:gd name="connsiteX0" fmla="*/ 452 w 856402"/>
                <a:gd name="connsiteY0" fmla="*/ 709476 h 786992"/>
                <a:gd name="connsiteX1" fmla="*/ 319496 w 856402"/>
                <a:gd name="connsiteY1" fmla="*/ 454712 h 786992"/>
                <a:gd name="connsiteX2" fmla="*/ 493925 w 856402"/>
                <a:gd name="connsiteY2" fmla="*/ 292399 h 786992"/>
                <a:gd name="connsiteX3" fmla="*/ 668115 w 856402"/>
                <a:gd name="connsiteY3" fmla="*/ 3379 h 786992"/>
                <a:gd name="connsiteX4" fmla="*/ 853570 w 856402"/>
                <a:gd name="connsiteY4" fmla="*/ 503264 h 786992"/>
                <a:gd name="connsiteX5" fmla="*/ 740282 w 856402"/>
                <a:gd name="connsiteY5" fmla="*/ 640829 h 786992"/>
                <a:gd name="connsiteX6" fmla="*/ 261527 w 856402"/>
                <a:gd name="connsiteY6" fmla="*/ 784665 h 786992"/>
                <a:gd name="connsiteX7" fmla="*/ 452 w 856402"/>
                <a:gd name="connsiteY7" fmla="*/ 709476 h 786992"/>
                <a:gd name="connsiteX0" fmla="*/ 452 w 856402"/>
                <a:gd name="connsiteY0" fmla="*/ 709476 h 805847"/>
                <a:gd name="connsiteX1" fmla="*/ 319496 w 856402"/>
                <a:gd name="connsiteY1" fmla="*/ 454712 h 805847"/>
                <a:gd name="connsiteX2" fmla="*/ 493925 w 856402"/>
                <a:gd name="connsiteY2" fmla="*/ 292399 h 805847"/>
                <a:gd name="connsiteX3" fmla="*/ 668115 w 856402"/>
                <a:gd name="connsiteY3" fmla="*/ 3379 h 805847"/>
                <a:gd name="connsiteX4" fmla="*/ 853570 w 856402"/>
                <a:gd name="connsiteY4" fmla="*/ 503264 h 805847"/>
                <a:gd name="connsiteX5" fmla="*/ 740282 w 856402"/>
                <a:gd name="connsiteY5" fmla="*/ 640829 h 805847"/>
                <a:gd name="connsiteX6" fmla="*/ 261527 w 856402"/>
                <a:gd name="connsiteY6" fmla="*/ 784665 h 805847"/>
                <a:gd name="connsiteX7" fmla="*/ 452 w 856402"/>
                <a:gd name="connsiteY7" fmla="*/ 709476 h 805847"/>
                <a:gd name="connsiteX0" fmla="*/ 593 w 856543"/>
                <a:gd name="connsiteY0" fmla="*/ 709476 h 841361"/>
                <a:gd name="connsiteX1" fmla="*/ 319637 w 856543"/>
                <a:gd name="connsiteY1" fmla="*/ 454712 h 841361"/>
                <a:gd name="connsiteX2" fmla="*/ 494066 w 856543"/>
                <a:gd name="connsiteY2" fmla="*/ 292399 h 841361"/>
                <a:gd name="connsiteX3" fmla="*/ 668256 w 856543"/>
                <a:gd name="connsiteY3" fmla="*/ 3379 h 841361"/>
                <a:gd name="connsiteX4" fmla="*/ 853711 w 856543"/>
                <a:gd name="connsiteY4" fmla="*/ 503264 h 841361"/>
                <a:gd name="connsiteX5" fmla="*/ 740423 w 856543"/>
                <a:gd name="connsiteY5" fmla="*/ 640829 h 841361"/>
                <a:gd name="connsiteX6" fmla="*/ 254239 w 856543"/>
                <a:gd name="connsiteY6" fmla="*/ 822765 h 841361"/>
                <a:gd name="connsiteX7" fmla="*/ 593 w 856543"/>
                <a:gd name="connsiteY7" fmla="*/ 709476 h 841361"/>
                <a:gd name="connsiteX0" fmla="*/ 546 w 853678"/>
                <a:gd name="connsiteY0" fmla="*/ 709476 h 1144832"/>
                <a:gd name="connsiteX1" fmla="*/ 319590 w 853678"/>
                <a:gd name="connsiteY1" fmla="*/ 454712 h 1144832"/>
                <a:gd name="connsiteX2" fmla="*/ 494019 w 853678"/>
                <a:gd name="connsiteY2" fmla="*/ 292399 h 1144832"/>
                <a:gd name="connsiteX3" fmla="*/ 668209 w 853678"/>
                <a:gd name="connsiteY3" fmla="*/ 3379 h 1144832"/>
                <a:gd name="connsiteX4" fmla="*/ 853664 w 853678"/>
                <a:gd name="connsiteY4" fmla="*/ 503264 h 1144832"/>
                <a:gd name="connsiteX5" fmla="*/ 658652 w 853678"/>
                <a:gd name="connsiteY5" fmla="*/ 1143749 h 1144832"/>
                <a:gd name="connsiteX6" fmla="*/ 254192 w 853678"/>
                <a:gd name="connsiteY6" fmla="*/ 822765 h 1144832"/>
                <a:gd name="connsiteX7" fmla="*/ 546 w 853678"/>
                <a:gd name="connsiteY7" fmla="*/ 709476 h 1144832"/>
                <a:gd name="connsiteX0" fmla="*/ 546 w 727023"/>
                <a:gd name="connsiteY0" fmla="*/ 709695 h 1145051"/>
                <a:gd name="connsiteX1" fmla="*/ 319590 w 727023"/>
                <a:gd name="connsiteY1" fmla="*/ 454931 h 1145051"/>
                <a:gd name="connsiteX2" fmla="*/ 494019 w 727023"/>
                <a:gd name="connsiteY2" fmla="*/ 292618 h 1145051"/>
                <a:gd name="connsiteX3" fmla="*/ 668209 w 727023"/>
                <a:gd name="connsiteY3" fmla="*/ 3598 h 1145051"/>
                <a:gd name="connsiteX4" fmla="*/ 719934 w 727023"/>
                <a:gd name="connsiteY4" fmla="*/ 511103 h 1145051"/>
                <a:gd name="connsiteX5" fmla="*/ 658652 w 727023"/>
                <a:gd name="connsiteY5" fmla="*/ 1143968 h 1145051"/>
                <a:gd name="connsiteX6" fmla="*/ 254192 w 727023"/>
                <a:gd name="connsiteY6" fmla="*/ 822984 h 1145051"/>
                <a:gd name="connsiteX7" fmla="*/ 546 w 727023"/>
                <a:gd name="connsiteY7" fmla="*/ 709695 h 1145051"/>
                <a:gd name="connsiteX0" fmla="*/ 546 w 729594"/>
                <a:gd name="connsiteY0" fmla="*/ 724777 h 1160133"/>
                <a:gd name="connsiteX1" fmla="*/ 319590 w 729594"/>
                <a:gd name="connsiteY1" fmla="*/ 470013 h 1160133"/>
                <a:gd name="connsiteX2" fmla="*/ 494019 w 729594"/>
                <a:gd name="connsiteY2" fmla="*/ 307700 h 1160133"/>
                <a:gd name="connsiteX3" fmla="*/ 631062 w 729594"/>
                <a:gd name="connsiteY3" fmla="*/ 3440 h 1160133"/>
                <a:gd name="connsiteX4" fmla="*/ 719934 w 729594"/>
                <a:gd name="connsiteY4" fmla="*/ 526185 h 1160133"/>
                <a:gd name="connsiteX5" fmla="*/ 658652 w 729594"/>
                <a:gd name="connsiteY5" fmla="*/ 1159050 h 1160133"/>
                <a:gd name="connsiteX6" fmla="*/ 254192 w 729594"/>
                <a:gd name="connsiteY6" fmla="*/ 838066 h 1160133"/>
                <a:gd name="connsiteX7" fmla="*/ 546 w 729594"/>
                <a:gd name="connsiteY7" fmla="*/ 724777 h 1160133"/>
                <a:gd name="connsiteX0" fmla="*/ 458 w 766653"/>
                <a:gd name="connsiteY0" fmla="*/ 724777 h 1160133"/>
                <a:gd name="connsiteX1" fmla="*/ 356649 w 766653"/>
                <a:gd name="connsiteY1" fmla="*/ 470013 h 1160133"/>
                <a:gd name="connsiteX2" fmla="*/ 531078 w 766653"/>
                <a:gd name="connsiteY2" fmla="*/ 307700 h 1160133"/>
                <a:gd name="connsiteX3" fmla="*/ 668121 w 766653"/>
                <a:gd name="connsiteY3" fmla="*/ 3440 h 1160133"/>
                <a:gd name="connsiteX4" fmla="*/ 756993 w 766653"/>
                <a:gd name="connsiteY4" fmla="*/ 526185 h 1160133"/>
                <a:gd name="connsiteX5" fmla="*/ 695711 w 766653"/>
                <a:gd name="connsiteY5" fmla="*/ 1159050 h 1160133"/>
                <a:gd name="connsiteX6" fmla="*/ 291251 w 766653"/>
                <a:gd name="connsiteY6" fmla="*/ 838066 h 1160133"/>
                <a:gd name="connsiteX7" fmla="*/ 458 w 766653"/>
                <a:gd name="connsiteY7" fmla="*/ 724777 h 1160133"/>
                <a:gd name="connsiteX0" fmla="*/ 458 w 765105"/>
                <a:gd name="connsiteY0" fmla="*/ 762537 h 1197893"/>
                <a:gd name="connsiteX1" fmla="*/ 356649 w 765105"/>
                <a:gd name="connsiteY1" fmla="*/ 507773 h 1197893"/>
                <a:gd name="connsiteX2" fmla="*/ 531078 w 765105"/>
                <a:gd name="connsiteY2" fmla="*/ 345460 h 1197893"/>
                <a:gd name="connsiteX3" fmla="*/ 690409 w 765105"/>
                <a:gd name="connsiteY3" fmla="*/ 3100 h 1197893"/>
                <a:gd name="connsiteX4" fmla="*/ 756993 w 765105"/>
                <a:gd name="connsiteY4" fmla="*/ 563945 h 1197893"/>
                <a:gd name="connsiteX5" fmla="*/ 695711 w 765105"/>
                <a:gd name="connsiteY5" fmla="*/ 1196810 h 1197893"/>
                <a:gd name="connsiteX6" fmla="*/ 291251 w 765105"/>
                <a:gd name="connsiteY6" fmla="*/ 875826 h 1197893"/>
                <a:gd name="connsiteX7" fmla="*/ 458 w 765105"/>
                <a:gd name="connsiteY7" fmla="*/ 762537 h 1197893"/>
                <a:gd name="connsiteX0" fmla="*/ 458 w 764082"/>
                <a:gd name="connsiteY0" fmla="*/ 770097 h 1205453"/>
                <a:gd name="connsiteX1" fmla="*/ 356649 w 764082"/>
                <a:gd name="connsiteY1" fmla="*/ 515333 h 1205453"/>
                <a:gd name="connsiteX2" fmla="*/ 531078 w 764082"/>
                <a:gd name="connsiteY2" fmla="*/ 353020 h 1205453"/>
                <a:gd name="connsiteX3" fmla="*/ 705268 w 764082"/>
                <a:gd name="connsiteY3" fmla="*/ 3040 h 1205453"/>
                <a:gd name="connsiteX4" fmla="*/ 756993 w 764082"/>
                <a:gd name="connsiteY4" fmla="*/ 571505 h 1205453"/>
                <a:gd name="connsiteX5" fmla="*/ 695711 w 764082"/>
                <a:gd name="connsiteY5" fmla="*/ 1204370 h 1205453"/>
                <a:gd name="connsiteX6" fmla="*/ 291251 w 764082"/>
                <a:gd name="connsiteY6" fmla="*/ 883386 h 1205453"/>
                <a:gd name="connsiteX7" fmla="*/ 458 w 764082"/>
                <a:gd name="connsiteY7" fmla="*/ 770097 h 1205453"/>
                <a:gd name="connsiteX0" fmla="*/ 458 w 764082"/>
                <a:gd name="connsiteY0" fmla="*/ 772723 h 1208079"/>
                <a:gd name="connsiteX1" fmla="*/ 356649 w 764082"/>
                <a:gd name="connsiteY1" fmla="*/ 517959 h 1208079"/>
                <a:gd name="connsiteX2" fmla="*/ 531078 w 764082"/>
                <a:gd name="connsiteY2" fmla="*/ 355646 h 1208079"/>
                <a:gd name="connsiteX3" fmla="*/ 705268 w 764082"/>
                <a:gd name="connsiteY3" fmla="*/ 5666 h 1208079"/>
                <a:gd name="connsiteX4" fmla="*/ 756993 w 764082"/>
                <a:gd name="connsiteY4" fmla="*/ 574131 h 1208079"/>
                <a:gd name="connsiteX5" fmla="*/ 695711 w 764082"/>
                <a:gd name="connsiteY5" fmla="*/ 1206996 h 1208079"/>
                <a:gd name="connsiteX6" fmla="*/ 291251 w 764082"/>
                <a:gd name="connsiteY6" fmla="*/ 886012 h 1208079"/>
                <a:gd name="connsiteX7" fmla="*/ 458 w 764082"/>
                <a:gd name="connsiteY7" fmla="*/ 772723 h 120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4082" h="1208079">
                  <a:moveTo>
                    <a:pt x="458" y="772723"/>
                  </a:moveTo>
                  <a:cubicBezTo>
                    <a:pt x="11358" y="711381"/>
                    <a:pt x="268212" y="587472"/>
                    <a:pt x="356649" y="517959"/>
                  </a:cubicBezTo>
                  <a:cubicBezTo>
                    <a:pt x="445086" y="448446"/>
                    <a:pt x="472975" y="441028"/>
                    <a:pt x="531078" y="355646"/>
                  </a:cubicBezTo>
                  <a:cubicBezTo>
                    <a:pt x="589181" y="270264"/>
                    <a:pt x="697333" y="-45988"/>
                    <a:pt x="705268" y="5666"/>
                  </a:cubicBezTo>
                  <a:cubicBezTo>
                    <a:pt x="713203" y="57320"/>
                    <a:pt x="758586" y="373909"/>
                    <a:pt x="756993" y="574131"/>
                  </a:cubicBezTo>
                  <a:cubicBezTo>
                    <a:pt x="755400" y="774353"/>
                    <a:pt x="796861" y="1186766"/>
                    <a:pt x="695711" y="1206996"/>
                  </a:cubicBezTo>
                  <a:cubicBezTo>
                    <a:pt x="594561" y="1227226"/>
                    <a:pt x="407127" y="958391"/>
                    <a:pt x="291251" y="886012"/>
                  </a:cubicBezTo>
                  <a:cubicBezTo>
                    <a:pt x="175376" y="813633"/>
                    <a:pt x="-10442" y="834065"/>
                    <a:pt x="458" y="772723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76D5FD6-96A1-4EB1-93BD-44A5D74A5F1E}"/>
              </a:ext>
            </a:extLst>
          </p:cNvPr>
          <p:cNvGrpSpPr/>
          <p:nvPr/>
        </p:nvGrpSpPr>
        <p:grpSpPr>
          <a:xfrm rot="5400000">
            <a:off x="4583626" y="2525356"/>
            <a:ext cx="3594785" cy="3205230"/>
            <a:chOff x="6585567" y="2327397"/>
            <a:chExt cx="3594785" cy="320523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86E0CD0-1F24-4F58-8FFC-F45DF8887ECA}"/>
                </a:ext>
              </a:extLst>
            </p:cNvPr>
            <p:cNvGrpSpPr/>
            <p:nvPr/>
          </p:nvGrpSpPr>
          <p:grpSpPr>
            <a:xfrm>
              <a:off x="6585567" y="2327397"/>
              <a:ext cx="3560771" cy="3171393"/>
              <a:chOff x="6318423" y="2525631"/>
              <a:chExt cx="3560771" cy="3171393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CE0B9CE-8AAE-4D4F-BC48-27CAED43AF69}"/>
                  </a:ext>
                </a:extLst>
              </p:cNvPr>
              <p:cNvSpPr/>
              <p:nvPr/>
            </p:nvSpPr>
            <p:spPr>
              <a:xfrm>
                <a:off x="6318423" y="2525631"/>
                <a:ext cx="1632579" cy="3144557"/>
              </a:xfrm>
              <a:custGeom>
                <a:avLst/>
                <a:gdLst>
                  <a:gd name="connsiteX0" fmla="*/ 838892 w 1175446"/>
                  <a:gd name="connsiteY0" fmla="*/ 129247 h 2335036"/>
                  <a:gd name="connsiteX1" fmla="*/ 588039 w 1175446"/>
                  <a:gd name="connsiteY1" fmla="*/ 7867 h 2335036"/>
                  <a:gd name="connsiteX2" fmla="*/ 321002 w 1175446"/>
                  <a:gd name="connsiteY2" fmla="*/ 299180 h 2335036"/>
                  <a:gd name="connsiteX3" fmla="*/ 151069 w 1175446"/>
                  <a:gd name="connsiteY3" fmla="*/ 1318776 h 2335036"/>
                  <a:gd name="connsiteX4" fmla="*/ 70149 w 1175446"/>
                  <a:gd name="connsiteY4" fmla="*/ 2014691 h 2335036"/>
                  <a:gd name="connsiteX5" fmla="*/ 53965 w 1175446"/>
                  <a:gd name="connsiteY5" fmla="*/ 2273637 h 2335036"/>
                  <a:gd name="connsiteX6" fmla="*/ 806524 w 1175446"/>
                  <a:gd name="connsiteY6" fmla="*/ 2281729 h 2335036"/>
                  <a:gd name="connsiteX7" fmla="*/ 1089745 w 1175446"/>
                  <a:gd name="connsiteY7" fmla="*/ 2297913 h 2335036"/>
                  <a:gd name="connsiteX8" fmla="*/ 1170666 w 1175446"/>
                  <a:gd name="connsiteY8" fmla="*/ 1739562 h 2335036"/>
                  <a:gd name="connsiteX9" fmla="*/ 976457 w 1175446"/>
                  <a:gd name="connsiteY9" fmla="*/ 606677 h 2335036"/>
                  <a:gd name="connsiteX10" fmla="*/ 838892 w 1175446"/>
                  <a:gd name="connsiteY10" fmla="*/ 129247 h 2335036"/>
                  <a:gd name="connsiteX0" fmla="*/ 1677446 w 2014000"/>
                  <a:gd name="connsiteY0" fmla="*/ 129247 h 2750953"/>
                  <a:gd name="connsiteX1" fmla="*/ 1426593 w 2014000"/>
                  <a:gd name="connsiteY1" fmla="*/ 7867 h 2750953"/>
                  <a:gd name="connsiteX2" fmla="*/ 1159556 w 2014000"/>
                  <a:gd name="connsiteY2" fmla="*/ 299180 h 2750953"/>
                  <a:gd name="connsiteX3" fmla="*/ 989623 w 2014000"/>
                  <a:gd name="connsiteY3" fmla="*/ 1318776 h 2750953"/>
                  <a:gd name="connsiteX4" fmla="*/ 908703 w 2014000"/>
                  <a:gd name="connsiteY4" fmla="*/ 2014691 h 2750953"/>
                  <a:gd name="connsiteX5" fmla="*/ 11985 w 2014000"/>
                  <a:gd name="connsiteY5" fmla="*/ 2747770 h 2750953"/>
                  <a:gd name="connsiteX6" fmla="*/ 1645078 w 2014000"/>
                  <a:gd name="connsiteY6" fmla="*/ 2281729 h 2750953"/>
                  <a:gd name="connsiteX7" fmla="*/ 1928299 w 2014000"/>
                  <a:gd name="connsiteY7" fmla="*/ 2297913 h 2750953"/>
                  <a:gd name="connsiteX8" fmla="*/ 2009220 w 2014000"/>
                  <a:gd name="connsiteY8" fmla="*/ 1739562 h 2750953"/>
                  <a:gd name="connsiteX9" fmla="*/ 1815011 w 2014000"/>
                  <a:gd name="connsiteY9" fmla="*/ 606677 h 2750953"/>
                  <a:gd name="connsiteX10" fmla="*/ 1677446 w 2014000"/>
                  <a:gd name="connsiteY10" fmla="*/ 129247 h 2750953"/>
                  <a:gd name="connsiteX0" fmla="*/ 1736302 w 2072856"/>
                  <a:gd name="connsiteY0" fmla="*/ 129247 h 2776010"/>
                  <a:gd name="connsiteX1" fmla="*/ 1485449 w 2072856"/>
                  <a:gd name="connsiteY1" fmla="*/ 7867 h 2776010"/>
                  <a:gd name="connsiteX2" fmla="*/ 1218412 w 2072856"/>
                  <a:gd name="connsiteY2" fmla="*/ 299180 h 2776010"/>
                  <a:gd name="connsiteX3" fmla="*/ 1048479 w 2072856"/>
                  <a:gd name="connsiteY3" fmla="*/ 1318776 h 2776010"/>
                  <a:gd name="connsiteX4" fmla="*/ 369248 w 2072856"/>
                  <a:gd name="connsiteY4" fmla="*/ 1337358 h 2776010"/>
                  <a:gd name="connsiteX5" fmla="*/ 70841 w 2072856"/>
                  <a:gd name="connsiteY5" fmla="*/ 2747770 h 2776010"/>
                  <a:gd name="connsiteX6" fmla="*/ 1703934 w 2072856"/>
                  <a:gd name="connsiteY6" fmla="*/ 2281729 h 2776010"/>
                  <a:gd name="connsiteX7" fmla="*/ 1987155 w 2072856"/>
                  <a:gd name="connsiteY7" fmla="*/ 2297913 h 2776010"/>
                  <a:gd name="connsiteX8" fmla="*/ 2068076 w 2072856"/>
                  <a:gd name="connsiteY8" fmla="*/ 1739562 h 2776010"/>
                  <a:gd name="connsiteX9" fmla="*/ 1873867 w 2072856"/>
                  <a:gd name="connsiteY9" fmla="*/ 606677 h 2776010"/>
                  <a:gd name="connsiteX10" fmla="*/ 1736302 w 2072856"/>
                  <a:gd name="connsiteY10" fmla="*/ 129247 h 2776010"/>
                  <a:gd name="connsiteX0" fmla="*/ 1732480 w 2069034"/>
                  <a:gd name="connsiteY0" fmla="*/ 129247 h 2776010"/>
                  <a:gd name="connsiteX1" fmla="*/ 1481627 w 2069034"/>
                  <a:gd name="connsiteY1" fmla="*/ 7867 h 2776010"/>
                  <a:gd name="connsiteX2" fmla="*/ 1214590 w 2069034"/>
                  <a:gd name="connsiteY2" fmla="*/ 299180 h 2776010"/>
                  <a:gd name="connsiteX3" fmla="*/ 1044657 w 2069034"/>
                  <a:gd name="connsiteY3" fmla="*/ 1318776 h 2776010"/>
                  <a:gd name="connsiteX4" fmla="*/ 365426 w 2069034"/>
                  <a:gd name="connsiteY4" fmla="*/ 1337358 h 2776010"/>
                  <a:gd name="connsiteX5" fmla="*/ 67019 w 2069034"/>
                  <a:gd name="connsiteY5" fmla="*/ 2747770 h 2776010"/>
                  <a:gd name="connsiteX6" fmla="*/ 1700112 w 2069034"/>
                  <a:gd name="connsiteY6" fmla="*/ 2281729 h 2776010"/>
                  <a:gd name="connsiteX7" fmla="*/ 1983333 w 2069034"/>
                  <a:gd name="connsiteY7" fmla="*/ 2297913 h 2776010"/>
                  <a:gd name="connsiteX8" fmla="*/ 2064254 w 2069034"/>
                  <a:gd name="connsiteY8" fmla="*/ 1739562 h 2776010"/>
                  <a:gd name="connsiteX9" fmla="*/ 1870045 w 2069034"/>
                  <a:gd name="connsiteY9" fmla="*/ 606677 h 2776010"/>
                  <a:gd name="connsiteX10" fmla="*/ 1732480 w 2069034"/>
                  <a:gd name="connsiteY10" fmla="*/ 129247 h 2776010"/>
                  <a:gd name="connsiteX0" fmla="*/ 1726845 w 2063399"/>
                  <a:gd name="connsiteY0" fmla="*/ 129247 h 2776010"/>
                  <a:gd name="connsiteX1" fmla="*/ 1475992 w 2063399"/>
                  <a:gd name="connsiteY1" fmla="*/ 7867 h 2776010"/>
                  <a:gd name="connsiteX2" fmla="*/ 1208955 w 2063399"/>
                  <a:gd name="connsiteY2" fmla="*/ 299180 h 2776010"/>
                  <a:gd name="connsiteX3" fmla="*/ 497155 w 2063399"/>
                  <a:gd name="connsiteY3" fmla="*/ 596287 h 2776010"/>
                  <a:gd name="connsiteX4" fmla="*/ 359791 w 2063399"/>
                  <a:gd name="connsiteY4" fmla="*/ 1337358 h 2776010"/>
                  <a:gd name="connsiteX5" fmla="*/ 61384 w 2063399"/>
                  <a:gd name="connsiteY5" fmla="*/ 2747770 h 2776010"/>
                  <a:gd name="connsiteX6" fmla="*/ 1694477 w 2063399"/>
                  <a:gd name="connsiteY6" fmla="*/ 2281729 h 2776010"/>
                  <a:gd name="connsiteX7" fmla="*/ 1977698 w 2063399"/>
                  <a:gd name="connsiteY7" fmla="*/ 2297913 h 2776010"/>
                  <a:gd name="connsiteX8" fmla="*/ 2058619 w 2063399"/>
                  <a:gd name="connsiteY8" fmla="*/ 1739562 h 2776010"/>
                  <a:gd name="connsiteX9" fmla="*/ 1864410 w 2063399"/>
                  <a:gd name="connsiteY9" fmla="*/ 606677 h 2776010"/>
                  <a:gd name="connsiteX10" fmla="*/ 1726845 w 2063399"/>
                  <a:gd name="connsiteY10" fmla="*/ 129247 h 2776010"/>
                  <a:gd name="connsiteX0" fmla="*/ 1745988 w 2082542"/>
                  <a:gd name="connsiteY0" fmla="*/ 129247 h 2776010"/>
                  <a:gd name="connsiteX1" fmla="*/ 1495135 w 2082542"/>
                  <a:gd name="connsiteY1" fmla="*/ 7867 h 2776010"/>
                  <a:gd name="connsiteX2" fmla="*/ 1228098 w 2082542"/>
                  <a:gd name="connsiteY2" fmla="*/ 299180 h 2776010"/>
                  <a:gd name="connsiteX3" fmla="*/ 516298 w 2082542"/>
                  <a:gd name="connsiteY3" fmla="*/ 596287 h 2776010"/>
                  <a:gd name="connsiteX4" fmla="*/ 277334 w 2082542"/>
                  <a:gd name="connsiteY4" fmla="*/ 1337358 h 2776010"/>
                  <a:gd name="connsiteX5" fmla="*/ 80527 w 2082542"/>
                  <a:gd name="connsiteY5" fmla="*/ 2747770 h 2776010"/>
                  <a:gd name="connsiteX6" fmla="*/ 1713620 w 2082542"/>
                  <a:gd name="connsiteY6" fmla="*/ 2281729 h 2776010"/>
                  <a:gd name="connsiteX7" fmla="*/ 1996841 w 2082542"/>
                  <a:gd name="connsiteY7" fmla="*/ 2297913 h 2776010"/>
                  <a:gd name="connsiteX8" fmla="*/ 2077762 w 2082542"/>
                  <a:gd name="connsiteY8" fmla="*/ 1739562 h 2776010"/>
                  <a:gd name="connsiteX9" fmla="*/ 1883553 w 2082542"/>
                  <a:gd name="connsiteY9" fmla="*/ 606677 h 2776010"/>
                  <a:gd name="connsiteX10" fmla="*/ 1745988 w 2082542"/>
                  <a:gd name="connsiteY10" fmla="*/ 129247 h 2776010"/>
                  <a:gd name="connsiteX0" fmla="*/ 1745988 w 2082542"/>
                  <a:gd name="connsiteY0" fmla="*/ 179968 h 2826731"/>
                  <a:gd name="connsiteX1" fmla="*/ 1495135 w 2082542"/>
                  <a:gd name="connsiteY1" fmla="*/ 58588 h 2826731"/>
                  <a:gd name="connsiteX2" fmla="*/ 1092632 w 2082542"/>
                  <a:gd name="connsiteY2" fmla="*/ 45101 h 2826731"/>
                  <a:gd name="connsiteX3" fmla="*/ 516298 w 2082542"/>
                  <a:gd name="connsiteY3" fmla="*/ 647008 h 2826731"/>
                  <a:gd name="connsiteX4" fmla="*/ 277334 w 2082542"/>
                  <a:gd name="connsiteY4" fmla="*/ 1388079 h 2826731"/>
                  <a:gd name="connsiteX5" fmla="*/ 80527 w 2082542"/>
                  <a:gd name="connsiteY5" fmla="*/ 2798491 h 2826731"/>
                  <a:gd name="connsiteX6" fmla="*/ 1713620 w 2082542"/>
                  <a:gd name="connsiteY6" fmla="*/ 2332450 h 2826731"/>
                  <a:gd name="connsiteX7" fmla="*/ 1996841 w 2082542"/>
                  <a:gd name="connsiteY7" fmla="*/ 2348634 h 2826731"/>
                  <a:gd name="connsiteX8" fmla="*/ 2077762 w 2082542"/>
                  <a:gd name="connsiteY8" fmla="*/ 1790283 h 2826731"/>
                  <a:gd name="connsiteX9" fmla="*/ 1883553 w 2082542"/>
                  <a:gd name="connsiteY9" fmla="*/ 657398 h 2826731"/>
                  <a:gd name="connsiteX10" fmla="*/ 1745988 w 2082542"/>
                  <a:gd name="connsiteY10" fmla="*/ 179968 h 2826731"/>
                  <a:gd name="connsiteX0" fmla="*/ 1745988 w 2082542"/>
                  <a:gd name="connsiteY0" fmla="*/ 484274 h 3131037"/>
                  <a:gd name="connsiteX1" fmla="*/ 1269358 w 2082542"/>
                  <a:gd name="connsiteY1" fmla="*/ 1649 h 3131037"/>
                  <a:gd name="connsiteX2" fmla="*/ 1092632 w 2082542"/>
                  <a:gd name="connsiteY2" fmla="*/ 349407 h 3131037"/>
                  <a:gd name="connsiteX3" fmla="*/ 516298 w 2082542"/>
                  <a:gd name="connsiteY3" fmla="*/ 951314 h 3131037"/>
                  <a:gd name="connsiteX4" fmla="*/ 277334 w 2082542"/>
                  <a:gd name="connsiteY4" fmla="*/ 1692385 h 3131037"/>
                  <a:gd name="connsiteX5" fmla="*/ 80527 w 2082542"/>
                  <a:gd name="connsiteY5" fmla="*/ 3102797 h 3131037"/>
                  <a:gd name="connsiteX6" fmla="*/ 1713620 w 2082542"/>
                  <a:gd name="connsiteY6" fmla="*/ 2636756 h 3131037"/>
                  <a:gd name="connsiteX7" fmla="*/ 1996841 w 2082542"/>
                  <a:gd name="connsiteY7" fmla="*/ 2652940 h 3131037"/>
                  <a:gd name="connsiteX8" fmla="*/ 2077762 w 2082542"/>
                  <a:gd name="connsiteY8" fmla="*/ 2094589 h 3131037"/>
                  <a:gd name="connsiteX9" fmla="*/ 1883553 w 2082542"/>
                  <a:gd name="connsiteY9" fmla="*/ 961704 h 3131037"/>
                  <a:gd name="connsiteX10" fmla="*/ 1745988 w 2082542"/>
                  <a:gd name="connsiteY10" fmla="*/ 484274 h 3131037"/>
                  <a:gd name="connsiteX0" fmla="*/ 1745988 w 2082542"/>
                  <a:gd name="connsiteY0" fmla="*/ 484630 h 3131393"/>
                  <a:gd name="connsiteX1" fmla="*/ 1269358 w 2082542"/>
                  <a:gd name="connsiteY1" fmla="*/ 2005 h 3131393"/>
                  <a:gd name="connsiteX2" fmla="*/ 991032 w 2082542"/>
                  <a:gd name="connsiteY2" fmla="*/ 338475 h 3131393"/>
                  <a:gd name="connsiteX3" fmla="*/ 516298 w 2082542"/>
                  <a:gd name="connsiteY3" fmla="*/ 951670 h 3131393"/>
                  <a:gd name="connsiteX4" fmla="*/ 277334 w 2082542"/>
                  <a:gd name="connsiteY4" fmla="*/ 1692741 h 3131393"/>
                  <a:gd name="connsiteX5" fmla="*/ 80527 w 2082542"/>
                  <a:gd name="connsiteY5" fmla="*/ 3103153 h 3131393"/>
                  <a:gd name="connsiteX6" fmla="*/ 1713620 w 2082542"/>
                  <a:gd name="connsiteY6" fmla="*/ 2637112 h 3131393"/>
                  <a:gd name="connsiteX7" fmla="*/ 1996841 w 2082542"/>
                  <a:gd name="connsiteY7" fmla="*/ 2653296 h 3131393"/>
                  <a:gd name="connsiteX8" fmla="*/ 2077762 w 2082542"/>
                  <a:gd name="connsiteY8" fmla="*/ 2094945 h 3131393"/>
                  <a:gd name="connsiteX9" fmla="*/ 1883553 w 2082542"/>
                  <a:gd name="connsiteY9" fmla="*/ 962060 h 3131393"/>
                  <a:gd name="connsiteX10" fmla="*/ 1745988 w 2082542"/>
                  <a:gd name="connsiteY10" fmla="*/ 484630 h 3131393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883553 w 2082542"/>
                  <a:gd name="connsiteY9" fmla="*/ 964741 h 3134074"/>
                  <a:gd name="connsiteX10" fmla="*/ 1633099 w 2082542"/>
                  <a:gd name="connsiteY10" fmla="*/ 577622 h 3134074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702931 w 2082542"/>
                  <a:gd name="connsiteY9" fmla="*/ 1156652 h 3134074"/>
                  <a:gd name="connsiteX10" fmla="*/ 1633099 w 2082542"/>
                  <a:gd name="connsiteY10" fmla="*/ 577622 h 3134074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702931 w 2082542"/>
                  <a:gd name="connsiteY9" fmla="*/ 1156652 h 3134074"/>
                  <a:gd name="connsiteX10" fmla="*/ 1633099 w 2082542"/>
                  <a:gd name="connsiteY10" fmla="*/ 577622 h 3134074"/>
                  <a:gd name="connsiteX0" fmla="*/ 1633099 w 2082542"/>
                  <a:gd name="connsiteY0" fmla="*/ 577622 h 3134074"/>
                  <a:gd name="connsiteX1" fmla="*/ 1269358 w 2082542"/>
                  <a:gd name="connsiteY1" fmla="*/ 4686 h 3134074"/>
                  <a:gd name="connsiteX2" fmla="*/ 991032 w 2082542"/>
                  <a:gd name="connsiteY2" fmla="*/ 341156 h 3134074"/>
                  <a:gd name="connsiteX3" fmla="*/ 516298 w 2082542"/>
                  <a:gd name="connsiteY3" fmla="*/ 954351 h 3134074"/>
                  <a:gd name="connsiteX4" fmla="*/ 277334 w 2082542"/>
                  <a:gd name="connsiteY4" fmla="*/ 1695422 h 3134074"/>
                  <a:gd name="connsiteX5" fmla="*/ 80527 w 2082542"/>
                  <a:gd name="connsiteY5" fmla="*/ 3105834 h 3134074"/>
                  <a:gd name="connsiteX6" fmla="*/ 1713620 w 2082542"/>
                  <a:gd name="connsiteY6" fmla="*/ 2639793 h 3134074"/>
                  <a:gd name="connsiteX7" fmla="*/ 1996841 w 2082542"/>
                  <a:gd name="connsiteY7" fmla="*/ 2655977 h 3134074"/>
                  <a:gd name="connsiteX8" fmla="*/ 2077762 w 2082542"/>
                  <a:gd name="connsiteY8" fmla="*/ 2097626 h 3134074"/>
                  <a:gd name="connsiteX9" fmla="*/ 1691642 w 2082542"/>
                  <a:gd name="connsiteY9" fmla="*/ 1246963 h 3134074"/>
                  <a:gd name="connsiteX10" fmla="*/ 1633099 w 2082542"/>
                  <a:gd name="connsiteY10" fmla="*/ 577622 h 3134074"/>
                  <a:gd name="connsiteX0" fmla="*/ 1633099 w 2003016"/>
                  <a:gd name="connsiteY0" fmla="*/ 577622 h 3134074"/>
                  <a:gd name="connsiteX1" fmla="*/ 1269358 w 2003016"/>
                  <a:gd name="connsiteY1" fmla="*/ 4686 h 3134074"/>
                  <a:gd name="connsiteX2" fmla="*/ 991032 w 2003016"/>
                  <a:gd name="connsiteY2" fmla="*/ 341156 h 3134074"/>
                  <a:gd name="connsiteX3" fmla="*/ 516298 w 2003016"/>
                  <a:gd name="connsiteY3" fmla="*/ 954351 h 3134074"/>
                  <a:gd name="connsiteX4" fmla="*/ 277334 w 2003016"/>
                  <a:gd name="connsiteY4" fmla="*/ 1695422 h 3134074"/>
                  <a:gd name="connsiteX5" fmla="*/ 80527 w 2003016"/>
                  <a:gd name="connsiteY5" fmla="*/ 3105834 h 3134074"/>
                  <a:gd name="connsiteX6" fmla="*/ 1713620 w 2003016"/>
                  <a:gd name="connsiteY6" fmla="*/ 2639793 h 3134074"/>
                  <a:gd name="connsiteX7" fmla="*/ 1996841 w 2003016"/>
                  <a:gd name="connsiteY7" fmla="*/ 2655977 h 3134074"/>
                  <a:gd name="connsiteX8" fmla="*/ 1637495 w 2003016"/>
                  <a:gd name="connsiteY8" fmla="*/ 2165360 h 3134074"/>
                  <a:gd name="connsiteX9" fmla="*/ 1691642 w 2003016"/>
                  <a:gd name="connsiteY9" fmla="*/ 1246963 h 3134074"/>
                  <a:gd name="connsiteX10" fmla="*/ 1633099 w 2003016"/>
                  <a:gd name="connsiteY10" fmla="*/ 577622 h 3134074"/>
                  <a:gd name="connsiteX0" fmla="*/ 1633099 w 1812676"/>
                  <a:gd name="connsiteY0" fmla="*/ 577622 h 3137808"/>
                  <a:gd name="connsiteX1" fmla="*/ 1269358 w 1812676"/>
                  <a:gd name="connsiteY1" fmla="*/ 4686 h 3137808"/>
                  <a:gd name="connsiteX2" fmla="*/ 991032 w 1812676"/>
                  <a:gd name="connsiteY2" fmla="*/ 341156 h 3137808"/>
                  <a:gd name="connsiteX3" fmla="*/ 516298 w 1812676"/>
                  <a:gd name="connsiteY3" fmla="*/ 954351 h 3137808"/>
                  <a:gd name="connsiteX4" fmla="*/ 277334 w 1812676"/>
                  <a:gd name="connsiteY4" fmla="*/ 1695422 h 3137808"/>
                  <a:gd name="connsiteX5" fmla="*/ 80527 w 1812676"/>
                  <a:gd name="connsiteY5" fmla="*/ 3105834 h 3137808"/>
                  <a:gd name="connsiteX6" fmla="*/ 1713620 w 1812676"/>
                  <a:gd name="connsiteY6" fmla="*/ 2639793 h 3137808"/>
                  <a:gd name="connsiteX7" fmla="*/ 1637495 w 1812676"/>
                  <a:gd name="connsiteY7" fmla="*/ 2165360 h 3137808"/>
                  <a:gd name="connsiteX8" fmla="*/ 1691642 w 1812676"/>
                  <a:gd name="connsiteY8" fmla="*/ 1246963 h 3137808"/>
                  <a:gd name="connsiteX9" fmla="*/ 1633099 w 1812676"/>
                  <a:gd name="connsiteY9" fmla="*/ 577622 h 3137808"/>
                  <a:gd name="connsiteX0" fmla="*/ 1612934 w 1671918"/>
                  <a:gd name="connsiteY0" fmla="*/ 577622 h 3136631"/>
                  <a:gd name="connsiteX1" fmla="*/ 1249193 w 1671918"/>
                  <a:gd name="connsiteY1" fmla="*/ 4686 h 3136631"/>
                  <a:gd name="connsiteX2" fmla="*/ 970867 w 1671918"/>
                  <a:gd name="connsiteY2" fmla="*/ 341156 h 3136631"/>
                  <a:gd name="connsiteX3" fmla="*/ 496133 w 1671918"/>
                  <a:gd name="connsiteY3" fmla="*/ 954351 h 3136631"/>
                  <a:gd name="connsiteX4" fmla="*/ 257169 w 1671918"/>
                  <a:gd name="connsiteY4" fmla="*/ 1695422 h 3136631"/>
                  <a:gd name="connsiteX5" fmla="*/ 60362 w 1671918"/>
                  <a:gd name="connsiteY5" fmla="*/ 3105834 h 3136631"/>
                  <a:gd name="connsiteX6" fmla="*/ 1399944 w 1671918"/>
                  <a:gd name="connsiteY6" fmla="*/ 2628504 h 3136631"/>
                  <a:gd name="connsiteX7" fmla="*/ 1617330 w 1671918"/>
                  <a:gd name="connsiteY7" fmla="*/ 2165360 h 3136631"/>
                  <a:gd name="connsiteX8" fmla="*/ 1671477 w 1671918"/>
                  <a:gd name="connsiteY8" fmla="*/ 1246963 h 3136631"/>
                  <a:gd name="connsiteX9" fmla="*/ 1612934 w 1671918"/>
                  <a:gd name="connsiteY9" fmla="*/ 577622 h 3136631"/>
                  <a:gd name="connsiteX0" fmla="*/ 1612170 w 1671154"/>
                  <a:gd name="connsiteY0" fmla="*/ 577622 h 3144339"/>
                  <a:gd name="connsiteX1" fmla="*/ 1248429 w 1671154"/>
                  <a:gd name="connsiteY1" fmla="*/ 4686 h 3144339"/>
                  <a:gd name="connsiteX2" fmla="*/ 970103 w 1671154"/>
                  <a:gd name="connsiteY2" fmla="*/ 341156 h 3144339"/>
                  <a:gd name="connsiteX3" fmla="*/ 495369 w 1671154"/>
                  <a:gd name="connsiteY3" fmla="*/ 954351 h 3144339"/>
                  <a:gd name="connsiteX4" fmla="*/ 256405 w 1671154"/>
                  <a:gd name="connsiteY4" fmla="*/ 1695422 h 3144339"/>
                  <a:gd name="connsiteX5" fmla="*/ 59598 w 1671154"/>
                  <a:gd name="connsiteY5" fmla="*/ 3105834 h 3144339"/>
                  <a:gd name="connsiteX6" fmla="*/ 1387891 w 1671154"/>
                  <a:gd name="connsiteY6" fmla="*/ 2696237 h 3144339"/>
                  <a:gd name="connsiteX7" fmla="*/ 1616566 w 1671154"/>
                  <a:gd name="connsiteY7" fmla="*/ 2165360 h 3144339"/>
                  <a:gd name="connsiteX8" fmla="*/ 1670713 w 1671154"/>
                  <a:gd name="connsiteY8" fmla="*/ 1246963 h 3144339"/>
                  <a:gd name="connsiteX9" fmla="*/ 1612170 w 1671154"/>
                  <a:gd name="connsiteY9" fmla="*/ 577622 h 3144339"/>
                  <a:gd name="connsiteX0" fmla="*/ 1612170 w 1671154"/>
                  <a:gd name="connsiteY0" fmla="*/ 577622 h 3139171"/>
                  <a:gd name="connsiteX1" fmla="*/ 1248429 w 1671154"/>
                  <a:gd name="connsiteY1" fmla="*/ 4686 h 3139171"/>
                  <a:gd name="connsiteX2" fmla="*/ 970103 w 1671154"/>
                  <a:gd name="connsiteY2" fmla="*/ 341156 h 3139171"/>
                  <a:gd name="connsiteX3" fmla="*/ 495369 w 1671154"/>
                  <a:gd name="connsiteY3" fmla="*/ 954351 h 3139171"/>
                  <a:gd name="connsiteX4" fmla="*/ 256405 w 1671154"/>
                  <a:gd name="connsiteY4" fmla="*/ 1695422 h 3139171"/>
                  <a:gd name="connsiteX5" fmla="*/ 59598 w 1671154"/>
                  <a:gd name="connsiteY5" fmla="*/ 3105834 h 3139171"/>
                  <a:gd name="connsiteX6" fmla="*/ 1387891 w 1671154"/>
                  <a:gd name="connsiteY6" fmla="*/ 2696237 h 3139171"/>
                  <a:gd name="connsiteX7" fmla="*/ 1616566 w 1671154"/>
                  <a:gd name="connsiteY7" fmla="*/ 2165360 h 3139171"/>
                  <a:gd name="connsiteX8" fmla="*/ 1670713 w 1671154"/>
                  <a:gd name="connsiteY8" fmla="*/ 1246963 h 3139171"/>
                  <a:gd name="connsiteX9" fmla="*/ 1612170 w 1671154"/>
                  <a:gd name="connsiteY9" fmla="*/ 577622 h 3139171"/>
                  <a:gd name="connsiteX0" fmla="*/ 1612170 w 1670745"/>
                  <a:gd name="connsiteY0" fmla="*/ 577622 h 3139171"/>
                  <a:gd name="connsiteX1" fmla="*/ 1271289 w 1670745"/>
                  <a:gd name="connsiteY1" fmla="*/ 4686 h 3139171"/>
                  <a:gd name="connsiteX2" fmla="*/ 970103 w 1670745"/>
                  <a:gd name="connsiteY2" fmla="*/ 341156 h 3139171"/>
                  <a:gd name="connsiteX3" fmla="*/ 495369 w 1670745"/>
                  <a:gd name="connsiteY3" fmla="*/ 954351 h 3139171"/>
                  <a:gd name="connsiteX4" fmla="*/ 256405 w 1670745"/>
                  <a:gd name="connsiteY4" fmla="*/ 1695422 h 3139171"/>
                  <a:gd name="connsiteX5" fmla="*/ 59598 w 1670745"/>
                  <a:gd name="connsiteY5" fmla="*/ 3105834 h 3139171"/>
                  <a:gd name="connsiteX6" fmla="*/ 1387891 w 1670745"/>
                  <a:gd name="connsiteY6" fmla="*/ 2696237 h 3139171"/>
                  <a:gd name="connsiteX7" fmla="*/ 1616566 w 1670745"/>
                  <a:gd name="connsiteY7" fmla="*/ 2165360 h 3139171"/>
                  <a:gd name="connsiteX8" fmla="*/ 1670713 w 1670745"/>
                  <a:gd name="connsiteY8" fmla="*/ 1246963 h 3139171"/>
                  <a:gd name="connsiteX9" fmla="*/ 1612170 w 1670745"/>
                  <a:gd name="connsiteY9" fmla="*/ 577622 h 3139171"/>
                  <a:gd name="connsiteX0" fmla="*/ 1574070 w 1671253"/>
                  <a:gd name="connsiteY0" fmla="*/ 577622 h 3139171"/>
                  <a:gd name="connsiteX1" fmla="*/ 1271289 w 1671253"/>
                  <a:gd name="connsiteY1" fmla="*/ 4686 h 3139171"/>
                  <a:gd name="connsiteX2" fmla="*/ 970103 w 1671253"/>
                  <a:gd name="connsiteY2" fmla="*/ 341156 h 3139171"/>
                  <a:gd name="connsiteX3" fmla="*/ 495369 w 1671253"/>
                  <a:gd name="connsiteY3" fmla="*/ 954351 h 3139171"/>
                  <a:gd name="connsiteX4" fmla="*/ 256405 w 1671253"/>
                  <a:gd name="connsiteY4" fmla="*/ 1695422 h 3139171"/>
                  <a:gd name="connsiteX5" fmla="*/ 59598 w 1671253"/>
                  <a:gd name="connsiteY5" fmla="*/ 3105834 h 3139171"/>
                  <a:gd name="connsiteX6" fmla="*/ 1387891 w 1671253"/>
                  <a:gd name="connsiteY6" fmla="*/ 2696237 h 3139171"/>
                  <a:gd name="connsiteX7" fmla="*/ 1616566 w 1671253"/>
                  <a:gd name="connsiteY7" fmla="*/ 2165360 h 3139171"/>
                  <a:gd name="connsiteX8" fmla="*/ 1670713 w 1671253"/>
                  <a:gd name="connsiteY8" fmla="*/ 1246963 h 3139171"/>
                  <a:gd name="connsiteX9" fmla="*/ 1574070 w 1671253"/>
                  <a:gd name="connsiteY9" fmla="*/ 577622 h 3139171"/>
                  <a:gd name="connsiteX0" fmla="*/ 1574070 w 1671253"/>
                  <a:gd name="connsiteY0" fmla="*/ 583008 h 3144557"/>
                  <a:gd name="connsiteX1" fmla="*/ 1271289 w 1671253"/>
                  <a:gd name="connsiteY1" fmla="*/ 10072 h 3144557"/>
                  <a:gd name="connsiteX2" fmla="*/ 970103 w 1671253"/>
                  <a:gd name="connsiteY2" fmla="*/ 346542 h 3144557"/>
                  <a:gd name="connsiteX3" fmla="*/ 495369 w 1671253"/>
                  <a:gd name="connsiteY3" fmla="*/ 959737 h 3144557"/>
                  <a:gd name="connsiteX4" fmla="*/ 256405 w 1671253"/>
                  <a:gd name="connsiteY4" fmla="*/ 1700808 h 3144557"/>
                  <a:gd name="connsiteX5" fmla="*/ 59598 w 1671253"/>
                  <a:gd name="connsiteY5" fmla="*/ 3111220 h 3144557"/>
                  <a:gd name="connsiteX6" fmla="*/ 1387891 w 1671253"/>
                  <a:gd name="connsiteY6" fmla="*/ 2701623 h 3144557"/>
                  <a:gd name="connsiteX7" fmla="*/ 1616566 w 1671253"/>
                  <a:gd name="connsiteY7" fmla="*/ 2170746 h 3144557"/>
                  <a:gd name="connsiteX8" fmla="*/ 1670713 w 1671253"/>
                  <a:gd name="connsiteY8" fmla="*/ 1252349 h 3144557"/>
                  <a:gd name="connsiteX9" fmla="*/ 1574070 w 1671253"/>
                  <a:gd name="connsiteY9" fmla="*/ 583008 h 3144557"/>
                  <a:gd name="connsiteX0" fmla="*/ 1574070 w 1671253"/>
                  <a:gd name="connsiteY0" fmla="*/ 583008 h 3144557"/>
                  <a:gd name="connsiteX1" fmla="*/ 1332249 w 1671253"/>
                  <a:gd name="connsiteY1" fmla="*/ 10072 h 3144557"/>
                  <a:gd name="connsiteX2" fmla="*/ 970103 w 1671253"/>
                  <a:gd name="connsiteY2" fmla="*/ 346542 h 3144557"/>
                  <a:gd name="connsiteX3" fmla="*/ 495369 w 1671253"/>
                  <a:gd name="connsiteY3" fmla="*/ 959737 h 3144557"/>
                  <a:gd name="connsiteX4" fmla="*/ 256405 w 1671253"/>
                  <a:gd name="connsiteY4" fmla="*/ 1700808 h 3144557"/>
                  <a:gd name="connsiteX5" fmla="*/ 59598 w 1671253"/>
                  <a:gd name="connsiteY5" fmla="*/ 3111220 h 3144557"/>
                  <a:gd name="connsiteX6" fmla="*/ 1387891 w 1671253"/>
                  <a:gd name="connsiteY6" fmla="*/ 2701623 h 3144557"/>
                  <a:gd name="connsiteX7" fmla="*/ 1616566 w 1671253"/>
                  <a:gd name="connsiteY7" fmla="*/ 2170746 h 3144557"/>
                  <a:gd name="connsiteX8" fmla="*/ 1670713 w 1671253"/>
                  <a:gd name="connsiteY8" fmla="*/ 1252349 h 3144557"/>
                  <a:gd name="connsiteX9" fmla="*/ 1574070 w 1671253"/>
                  <a:gd name="connsiteY9" fmla="*/ 583008 h 3144557"/>
                  <a:gd name="connsiteX0" fmla="*/ 1574070 w 1632102"/>
                  <a:gd name="connsiteY0" fmla="*/ 583008 h 3144557"/>
                  <a:gd name="connsiteX1" fmla="*/ 1332249 w 1632102"/>
                  <a:gd name="connsiteY1" fmla="*/ 10072 h 3144557"/>
                  <a:gd name="connsiteX2" fmla="*/ 970103 w 1632102"/>
                  <a:gd name="connsiteY2" fmla="*/ 346542 h 3144557"/>
                  <a:gd name="connsiteX3" fmla="*/ 495369 w 1632102"/>
                  <a:gd name="connsiteY3" fmla="*/ 959737 h 3144557"/>
                  <a:gd name="connsiteX4" fmla="*/ 256405 w 1632102"/>
                  <a:gd name="connsiteY4" fmla="*/ 1700808 h 3144557"/>
                  <a:gd name="connsiteX5" fmla="*/ 59598 w 1632102"/>
                  <a:gd name="connsiteY5" fmla="*/ 3111220 h 3144557"/>
                  <a:gd name="connsiteX6" fmla="*/ 1387891 w 1632102"/>
                  <a:gd name="connsiteY6" fmla="*/ 2701623 h 3144557"/>
                  <a:gd name="connsiteX7" fmla="*/ 1616566 w 1632102"/>
                  <a:gd name="connsiteY7" fmla="*/ 2170746 h 3144557"/>
                  <a:gd name="connsiteX8" fmla="*/ 1624993 w 1632102"/>
                  <a:gd name="connsiteY8" fmla="*/ 1252349 h 3144557"/>
                  <a:gd name="connsiteX9" fmla="*/ 1574070 w 1632102"/>
                  <a:gd name="connsiteY9" fmla="*/ 583008 h 3144557"/>
                  <a:gd name="connsiteX0" fmla="*/ 1574070 w 1632579"/>
                  <a:gd name="connsiteY0" fmla="*/ 583008 h 3144557"/>
                  <a:gd name="connsiteX1" fmla="*/ 1332249 w 1632579"/>
                  <a:gd name="connsiteY1" fmla="*/ 10072 h 3144557"/>
                  <a:gd name="connsiteX2" fmla="*/ 970103 w 1632579"/>
                  <a:gd name="connsiteY2" fmla="*/ 346542 h 3144557"/>
                  <a:gd name="connsiteX3" fmla="*/ 495369 w 1632579"/>
                  <a:gd name="connsiteY3" fmla="*/ 959737 h 3144557"/>
                  <a:gd name="connsiteX4" fmla="*/ 256405 w 1632579"/>
                  <a:gd name="connsiteY4" fmla="*/ 1700808 h 3144557"/>
                  <a:gd name="connsiteX5" fmla="*/ 59598 w 1632579"/>
                  <a:gd name="connsiteY5" fmla="*/ 3111220 h 3144557"/>
                  <a:gd name="connsiteX6" fmla="*/ 1387891 w 1632579"/>
                  <a:gd name="connsiteY6" fmla="*/ 2701623 h 3144557"/>
                  <a:gd name="connsiteX7" fmla="*/ 1616566 w 1632579"/>
                  <a:gd name="connsiteY7" fmla="*/ 2170746 h 3144557"/>
                  <a:gd name="connsiteX8" fmla="*/ 1624993 w 1632579"/>
                  <a:gd name="connsiteY8" fmla="*/ 1252349 h 3144557"/>
                  <a:gd name="connsiteX9" fmla="*/ 1574070 w 1632579"/>
                  <a:gd name="connsiteY9" fmla="*/ 583008 h 31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579" h="3144557">
                    <a:moveTo>
                      <a:pt x="1574070" y="583008"/>
                    </a:moveTo>
                    <a:cubicBezTo>
                      <a:pt x="1525279" y="375962"/>
                      <a:pt x="1478630" y="72343"/>
                      <a:pt x="1332249" y="10072"/>
                    </a:cubicBezTo>
                    <a:cubicBezTo>
                      <a:pt x="1185868" y="-52199"/>
                      <a:pt x="1109583" y="188265"/>
                      <a:pt x="970103" y="346542"/>
                    </a:cubicBezTo>
                    <a:cubicBezTo>
                      <a:pt x="830623" y="504819"/>
                      <a:pt x="614319" y="734026"/>
                      <a:pt x="495369" y="959737"/>
                    </a:cubicBezTo>
                    <a:cubicBezTo>
                      <a:pt x="376419" y="1185448"/>
                      <a:pt x="329033" y="1342228"/>
                      <a:pt x="256405" y="1700808"/>
                    </a:cubicBezTo>
                    <a:cubicBezTo>
                      <a:pt x="183777" y="2059388"/>
                      <a:pt x="-128983" y="2944418"/>
                      <a:pt x="59598" y="3111220"/>
                    </a:cubicBezTo>
                    <a:cubicBezTo>
                      <a:pt x="248179" y="3278022"/>
                      <a:pt x="1060663" y="2768058"/>
                      <a:pt x="1387891" y="2701623"/>
                    </a:cubicBezTo>
                    <a:cubicBezTo>
                      <a:pt x="1715119" y="2635188"/>
                      <a:pt x="1620229" y="2402884"/>
                      <a:pt x="1616566" y="2170746"/>
                    </a:cubicBezTo>
                    <a:cubicBezTo>
                      <a:pt x="1612903" y="1938608"/>
                      <a:pt x="1647316" y="1494112"/>
                      <a:pt x="1624993" y="1252349"/>
                    </a:cubicBezTo>
                    <a:cubicBezTo>
                      <a:pt x="1602670" y="1010586"/>
                      <a:pt x="1622861" y="790054"/>
                      <a:pt x="1574070" y="583008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56135BE-C522-4B81-89A8-A32EF5DE3205}"/>
                  </a:ext>
                </a:extLst>
              </p:cNvPr>
              <p:cNvSpPr/>
              <p:nvPr/>
            </p:nvSpPr>
            <p:spPr>
              <a:xfrm>
                <a:off x="8320050" y="2563905"/>
                <a:ext cx="1559144" cy="3133119"/>
              </a:xfrm>
              <a:custGeom>
                <a:avLst/>
                <a:gdLst>
                  <a:gd name="connsiteX0" fmla="*/ 120521 w 1373188"/>
                  <a:gd name="connsiteY0" fmla="*/ 863462 h 2451177"/>
                  <a:gd name="connsiteX1" fmla="*/ 15324 w 1373188"/>
                  <a:gd name="connsiteY1" fmla="*/ 434584 h 2451177"/>
                  <a:gd name="connsiteX2" fmla="*/ 71969 w 1373188"/>
                  <a:gd name="connsiteY2" fmla="*/ 5706 h 2451177"/>
                  <a:gd name="connsiteX3" fmla="*/ 662687 w 1373188"/>
                  <a:gd name="connsiteY3" fmla="*/ 297020 h 2451177"/>
                  <a:gd name="connsiteX4" fmla="*/ 1180578 w 1373188"/>
                  <a:gd name="connsiteY4" fmla="*/ 1672666 h 2451177"/>
                  <a:gd name="connsiteX5" fmla="*/ 1358602 w 1373188"/>
                  <a:gd name="connsiteY5" fmla="*/ 2360489 h 2451177"/>
                  <a:gd name="connsiteX6" fmla="*/ 840712 w 1373188"/>
                  <a:gd name="connsiteY6" fmla="*/ 2425225 h 2451177"/>
                  <a:gd name="connsiteX7" fmla="*/ 638411 w 1373188"/>
                  <a:gd name="connsiteY7" fmla="*/ 2190556 h 2451177"/>
                  <a:gd name="connsiteX8" fmla="*/ 573675 w 1373188"/>
                  <a:gd name="connsiteY8" fmla="*/ 1866875 h 2451177"/>
                  <a:gd name="connsiteX9" fmla="*/ 695055 w 1373188"/>
                  <a:gd name="connsiteY9" fmla="*/ 1729310 h 2451177"/>
                  <a:gd name="connsiteX10" fmla="*/ 452294 w 1373188"/>
                  <a:gd name="connsiteY10" fmla="*/ 1405629 h 2451177"/>
                  <a:gd name="connsiteX11" fmla="*/ 152889 w 1373188"/>
                  <a:gd name="connsiteY11" fmla="*/ 1106223 h 2451177"/>
                  <a:gd name="connsiteX12" fmla="*/ 120521 w 1373188"/>
                  <a:gd name="connsiteY12" fmla="*/ 863462 h 2451177"/>
                  <a:gd name="connsiteX0" fmla="*/ 120521 w 1373188"/>
                  <a:gd name="connsiteY0" fmla="*/ 863462 h 2451177"/>
                  <a:gd name="connsiteX1" fmla="*/ 15324 w 1373188"/>
                  <a:gd name="connsiteY1" fmla="*/ 434584 h 2451177"/>
                  <a:gd name="connsiteX2" fmla="*/ 71969 w 1373188"/>
                  <a:gd name="connsiteY2" fmla="*/ 5706 h 2451177"/>
                  <a:gd name="connsiteX3" fmla="*/ 662687 w 1373188"/>
                  <a:gd name="connsiteY3" fmla="*/ 297020 h 2451177"/>
                  <a:gd name="connsiteX4" fmla="*/ 1180578 w 1373188"/>
                  <a:gd name="connsiteY4" fmla="*/ 1672666 h 2451177"/>
                  <a:gd name="connsiteX5" fmla="*/ 1358602 w 1373188"/>
                  <a:gd name="connsiteY5" fmla="*/ 2360489 h 2451177"/>
                  <a:gd name="connsiteX6" fmla="*/ 840712 w 1373188"/>
                  <a:gd name="connsiteY6" fmla="*/ 2425225 h 2451177"/>
                  <a:gd name="connsiteX7" fmla="*/ 638411 w 1373188"/>
                  <a:gd name="connsiteY7" fmla="*/ 2190556 h 2451177"/>
                  <a:gd name="connsiteX8" fmla="*/ 573675 w 1373188"/>
                  <a:gd name="connsiteY8" fmla="*/ 1866875 h 2451177"/>
                  <a:gd name="connsiteX9" fmla="*/ 881171 w 1373188"/>
                  <a:gd name="connsiteY9" fmla="*/ 1866875 h 2451177"/>
                  <a:gd name="connsiteX10" fmla="*/ 452294 w 1373188"/>
                  <a:gd name="connsiteY10" fmla="*/ 1405629 h 2451177"/>
                  <a:gd name="connsiteX11" fmla="*/ 152889 w 1373188"/>
                  <a:gd name="connsiteY11" fmla="*/ 1106223 h 2451177"/>
                  <a:gd name="connsiteX12" fmla="*/ 120521 w 1373188"/>
                  <a:gd name="connsiteY12" fmla="*/ 863462 h 2451177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73675 w 1373188"/>
                  <a:gd name="connsiteY8" fmla="*/ 1866875 h 2445164"/>
                  <a:gd name="connsiteX9" fmla="*/ 881171 w 1373188"/>
                  <a:gd name="connsiteY9" fmla="*/ 1866875 h 2445164"/>
                  <a:gd name="connsiteX10" fmla="*/ 452294 w 1373188"/>
                  <a:gd name="connsiteY10" fmla="*/ 1405629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73675 w 1373188"/>
                  <a:gd name="connsiteY8" fmla="*/ 1866875 h 2445164"/>
                  <a:gd name="connsiteX9" fmla="*/ 282361 w 1373188"/>
                  <a:gd name="connsiteY9" fmla="*/ 1826415 h 2445164"/>
                  <a:gd name="connsiteX10" fmla="*/ 452294 w 1373188"/>
                  <a:gd name="connsiteY10" fmla="*/ 1405629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65583 w 1373188"/>
                  <a:gd name="connsiteY8" fmla="*/ 2052992 h 2445164"/>
                  <a:gd name="connsiteX9" fmla="*/ 282361 w 1373188"/>
                  <a:gd name="connsiteY9" fmla="*/ 1826415 h 2445164"/>
                  <a:gd name="connsiteX10" fmla="*/ 452294 w 1373188"/>
                  <a:gd name="connsiteY10" fmla="*/ 1405629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65583 w 1373188"/>
                  <a:gd name="connsiteY8" fmla="*/ 2052992 h 2445164"/>
                  <a:gd name="connsiteX9" fmla="*/ 282361 w 1373188"/>
                  <a:gd name="connsiteY9" fmla="*/ 1826415 h 2445164"/>
                  <a:gd name="connsiteX10" fmla="*/ 419925 w 1373188"/>
                  <a:gd name="connsiteY10" fmla="*/ 1462273 h 2445164"/>
                  <a:gd name="connsiteX11" fmla="*/ 152889 w 1373188"/>
                  <a:gd name="connsiteY11" fmla="*/ 1106223 h 2445164"/>
                  <a:gd name="connsiteX12" fmla="*/ 120521 w 1373188"/>
                  <a:gd name="connsiteY12" fmla="*/ 863462 h 2445164"/>
                  <a:gd name="connsiteX0" fmla="*/ 120521 w 1373188"/>
                  <a:gd name="connsiteY0" fmla="*/ 863462 h 2445164"/>
                  <a:gd name="connsiteX1" fmla="*/ 15324 w 1373188"/>
                  <a:gd name="connsiteY1" fmla="*/ 434584 h 2445164"/>
                  <a:gd name="connsiteX2" fmla="*/ 71969 w 1373188"/>
                  <a:gd name="connsiteY2" fmla="*/ 5706 h 2445164"/>
                  <a:gd name="connsiteX3" fmla="*/ 662687 w 1373188"/>
                  <a:gd name="connsiteY3" fmla="*/ 297020 h 2445164"/>
                  <a:gd name="connsiteX4" fmla="*/ 1180578 w 1373188"/>
                  <a:gd name="connsiteY4" fmla="*/ 1672666 h 2445164"/>
                  <a:gd name="connsiteX5" fmla="*/ 1358602 w 1373188"/>
                  <a:gd name="connsiteY5" fmla="*/ 2360489 h 2445164"/>
                  <a:gd name="connsiteX6" fmla="*/ 840712 w 1373188"/>
                  <a:gd name="connsiteY6" fmla="*/ 2425225 h 2445164"/>
                  <a:gd name="connsiteX7" fmla="*/ 800252 w 1373188"/>
                  <a:gd name="connsiteY7" fmla="*/ 2279568 h 2445164"/>
                  <a:gd name="connsiteX8" fmla="*/ 565583 w 1373188"/>
                  <a:gd name="connsiteY8" fmla="*/ 2052992 h 2445164"/>
                  <a:gd name="connsiteX9" fmla="*/ 282361 w 1373188"/>
                  <a:gd name="connsiteY9" fmla="*/ 1826415 h 2445164"/>
                  <a:gd name="connsiteX10" fmla="*/ 419925 w 1373188"/>
                  <a:gd name="connsiteY10" fmla="*/ 1462273 h 2445164"/>
                  <a:gd name="connsiteX11" fmla="*/ 120521 w 1373188"/>
                  <a:gd name="connsiteY11" fmla="*/ 863462 h 2445164"/>
                  <a:gd name="connsiteX0" fmla="*/ 120521 w 1393074"/>
                  <a:gd name="connsiteY0" fmla="*/ 864186 h 2442247"/>
                  <a:gd name="connsiteX1" fmla="*/ 15324 w 1393074"/>
                  <a:gd name="connsiteY1" fmla="*/ 435308 h 2442247"/>
                  <a:gd name="connsiteX2" fmla="*/ 71969 w 1393074"/>
                  <a:gd name="connsiteY2" fmla="*/ 6430 h 2442247"/>
                  <a:gd name="connsiteX3" fmla="*/ 662687 w 1393074"/>
                  <a:gd name="connsiteY3" fmla="*/ 297744 h 2442247"/>
                  <a:gd name="connsiteX4" fmla="*/ 1269590 w 1393074"/>
                  <a:gd name="connsiteY4" fmla="*/ 1738126 h 2442247"/>
                  <a:gd name="connsiteX5" fmla="*/ 1358602 w 1393074"/>
                  <a:gd name="connsiteY5" fmla="*/ 2361213 h 2442247"/>
                  <a:gd name="connsiteX6" fmla="*/ 840712 w 1393074"/>
                  <a:gd name="connsiteY6" fmla="*/ 2425949 h 2442247"/>
                  <a:gd name="connsiteX7" fmla="*/ 800252 w 1393074"/>
                  <a:gd name="connsiteY7" fmla="*/ 2280292 h 2442247"/>
                  <a:gd name="connsiteX8" fmla="*/ 565583 w 1393074"/>
                  <a:gd name="connsiteY8" fmla="*/ 2053716 h 2442247"/>
                  <a:gd name="connsiteX9" fmla="*/ 282361 w 1393074"/>
                  <a:gd name="connsiteY9" fmla="*/ 1827139 h 2442247"/>
                  <a:gd name="connsiteX10" fmla="*/ 419925 w 1393074"/>
                  <a:gd name="connsiteY10" fmla="*/ 1462997 h 2442247"/>
                  <a:gd name="connsiteX11" fmla="*/ 120521 w 1393074"/>
                  <a:gd name="connsiteY11" fmla="*/ 864186 h 2442247"/>
                  <a:gd name="connsiteX0" fmla="*/ 120521 w 1521435"/>
                  <a:gd name="connsiteY0" fmla="*/ 864186 h 2432578"/>
                  <a:gd name="connsiteX1" fmla="*/ 15324 w 1521435"/>
                  <a:gd name="connsiteY1" fmla="*/ 435308 h 2432578"/>
                  <a:gd name="connsiteX2" fmla="*/ 71969 w 1521435"/>
                  <a:gd name="connsiteY2" fmla="*/ 6430 h 2432578"/>
                  <a:gd name="connsiteX3" fmla="*/ 662687 w 1521435"/>
                  <a:gd name="connsiteY3" fmla="*/ 297744 h 2432578"/>
                  <a:gd name="connsiteX4" fmla="*/ 1269590 w 1521435"/>
                  <a:gd name="connsiteY4" fmla="*/ 1738126 h 2432578"/>
                  <a:gd name="connsiteX5" fmla="*/ 1504258 w 1521435"/>
                  <a:gd name="connsiteY5" fmla="*/ 2336937 h 2432578"/>
                  <a:gd name="connsiteX6" fmla="*/ 840712 w 1521435"/>
                  <a:gd name="connsiteY6" fmla="*/ 2425949 h 2432578"/>
                  <a:gd name="connsiteX7" fmla="*/ 800252 w 1521435"/>
                  <a:gd name="connsiteY7" fmla="*/ 2280292 h 2432578"/>
                  <a:gd name="connsiteX8" fmla="*/ 565583 w 1521435"/>
                  <a:gd name="connsiteY8" fmla="*/ 2053716 h 2432578"/>
                  <a:gd name="connsiteX9" fmla="*/ 282361 w 1521435"/>
                  <a:gd name="connsiteY9" fmla="*/ 1827139 h 2432578"/>
                  <a:gd name="connsiteX10" fmla="*/ 419925 w 1521435"/>
                  <a:gd name="connsiteY10" fmla="*/ 1462997 h 2432578"/>
                  <a:gd name="connsiteX11" fmla="*/ 120521 w 1521435"/>
                  <a:gd name="connsiteY11" fmla="*/ 864186 h 2432578"/>
                  <a:gd name="connsiteX0" fmla="*/ 120521 w 1523798"/>
                  <a:gd name="connsiteY0" fmla="*/ 864186 h 2373494"/>
                  <a:gd name="connsiteX1" fmla="*/ 15324 w 1523798"/>
                  <a:gd name="connsiteY1" fmla="*/ 435308 h 2373494"/>
                  <a:gd name="connsiteX2" fmla="*/ 71969 w 1523798"/>
                  <a:gd name="connsiteY2" fmla="*/ 6430 h 2373494"/>
                  <a:gd name="connsiteX3" fmla="*/ 662687 w 1523798"/>
                  <a:gd name="connsiteY3" fmla="*/ 297744 h 2373494"/>
                  <a:gd name="connsiteX4" fmla="*/ 1269590 w 1523798"/>
                  <a:gd name="connsiteY4" fmla="*/ 1738126 h 2373494"/>
                  <a:gd name="connsiteX5" fmla="*/ 1504258 w 1523798"/>
                  <a:gd name="connsiteY5" fmla="*/ 2336937 h 2373494"/>
                  <a:gd name="connsiteX6" fmla="*/ 800252 w 1523798"/>
                  <a:gd name="connsiteY6" fmla="*/ 2280292 h 2373494"/>
                  <a:gd name="connsiteX7" fmla="*/ 565583 w 1523798"/>
                  <a:gd name="connsiteY7" fmla="*/ 2053716 h 2373494"/>
                  <a:gd name="connsiteX8" fmla="*/ 282361 w 1523798"/>
                  <a:gd name="connsiteY8" fmla="*/ 1827139 h 2373494"/>
                  <a:gd name="connsiteX9" fmla="*/ 419925 w 1523798"/>
                  <a:gd name="connsiteY9" fmla="*/ 1462997 h 2373494"/>
                  <a:gd name="connsiteX10" fmla="*/ 120521 w 1523798"/>
                  <a:gd name="connsiteY10" fmla="*/ 864186 h 2373494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82361 w 1523798"/>
                  <a:gd name="connsiteY8" fmla="*/ 1827139 h 2397482"/>
                  <a:gd name="connsiteX9" fmla="*/ 419925 w 1523798"/>
                  <a:gd name="connsiteY9" fmla="*/ 1462997 h 2397482"/>
                  <a:gd name="connsiteX10" fmla="*/ 120521 w 1523798"/>
                  <a:gd name="connsiteY10" fmla="*/ 864186 h 2397482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82361 w 1523798"/>
                  <a:gd name="connsiteY8" fmla="*/ 1827139 h 2397482"/>
                  <a:gd name="connsiteX9" fmla="*/ 339005 w 1523798"/>
                  <a:gd name="connsiteY9" fmla="*/ 1535825 h 2397482"/>
                  <a:gd name="connsiteX10" fmla="*/ 120521 w 1523798"/>
                  <a:gd name="connsiteY10" fmla="*/ 864186 h 2397482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82361 w 1523798"/>
                  <a:gd name="connsiteY8" fmla="*/ 1827139 h 2397482"/>
                  <a:gd name="connsiteX9" fmla="*/ 120521 w 1523798"/>
                  <a:gd name="connsiteY9" fmla="*/ 864186 h 2397482"/>
                  <a:gd name="connsiteX0" fmla="*/ 120521 w 1523798"/>
                  <a:gd name="connsiteY0" fmla="*/ 864186 h 2397482"/>
                  <a:gd name="connsiteX1" fmla="*/ 15324 w 1523798"/>
                  <a:gd name="connsiteY1" fmla="*/ 435308 h 2397482"/>
                  <a:gd name="connsiteX2" fmla="*/ 71969 w 1523798"/>
                  <a:gd name="connsiteY2" fmla="*/ 6430 h 2397482"/>
                  <a:gd name="connsiteX3" fmla="*/ 662687 w 1523798"/>
                  <a:gd name="connsiteY3" fmla="*/ 297744 h 2397482"/>
                  <a:gd name="connsiteX4" fmla="*/ 1269590 w 1523798"/>
                  <a:gd name="connsiteY4" fmla="*/ 1738126 h 2397482"/>
                  <a:gd name="connsiteX5" fmla="*/ 1504258 w 1523798"/>
                  <a:gd name="connsiteY5" fmla="*/ 2336937 h 2397482"/>
                  <a:gd name="connsiteX6" fmla="*/ 800252 w 1523798"/>
                  <a:gd name="connsiteY6" fmla="*/ 2345029 h 2397482"/>
                  <a:gd name="connsiteX7" fmla="*/ 565583 w 1523798"/>
                  <a:gd name="connsiteY7" fmla="*/ 2053716 h 2397482"/>
                  <a:gd name="connsiteX8" fmla="*/ 258085 w 1523798"/>
                  <a:gd name="connsiteY8" fmla="*/ 1681483 h 2397482"/>
                  <a:gd name="connsiteX9" fmla="*/ 120521 w 1523798"/>
                  <a:gd name="connsiteY9" fmla="*/ 864186 h 2397482"/>
                  <a:gd name="connsiteX0" fmla="*/ 110278 w 1513555"/>
                  <a:gd name="connsiteY0" fmla="*/ 1141381 h 2674677"/>
                  <a:gd name="connsiteX1" fmla="*/ 5081 w 1513555"/>
                  <a:gd name="connsiteY1" fmla="*/ 712503 h 2674677"/>
                  <a:gd name="connsiteX2" fmla="*/ 276215 w 1513555"/>
                  <a:gd name="connsiteY2" fmla="*/ 1403 h 2674677"/>
                  <a:gd name="connsiteX3" fmla="*/ 652444 w 1513555"/>
                  <a:gd name="connsiteY3" fmla="*/ 574939 h 2674677"/>
                  <a:gd name="connsiteX4" fmla="*/ 1259347 w 1513555"/>
                  <a:gd name="connsiteY4" fmla="*/ 2015321 h 2674677"/>
                  <a:gd name="connsiteX5" fmla="*/ 1494015 w 1513555"/>
                  <a:gd name="connsiteY5" fmla="*/ 2614132 h 2674677"/>
                  <a:gd name="connsiteX6" fmla="*/ 790009 w 1513555"/>
                  <a:gd name="connsiteY6" fmla="*/ 2622224 h 2674677"/>
                  <a:gd name="connsiteX7" fmla="*/ 555340 w 1513555"/>
                  <a:gd name="connsiteY7" fmla="*/ 2330911 h 2674677"/>
                  <a:gd name="connsiteX8" fmla="*/ 247842 w 1513555"/>
                  <a:gd name="connsiteY8" fmla="*/ 1958678 h 2674677"/>
                  <a:gd name="connsiteX9" fmla="*/ 110278 w 1513555"/>
                  <a:gd name="connsiteY9" fmla="*/ 1141381 h 2674677"/>
                  <a:gd name="connsiteX0" fmla="*/ 110278 w 1513555"/>
                  <a:gd name="connsiteY0" fmla="*/ 1141381 h 2674677"/>
                  <a:gd name="connsiteX1" fmla="*/ 5081 w 1513555"/>
                  <a:gd name="connsiteY1" fmla="*/ 712503 h 2674677"/>
                  <a:gd name="connsiteX2" fmla="*/ 276215 w 1513555"/>
                  <a:gd name="connsiteY2" fmla="*/ 1403 h 2674677"/>
                  <a:gd name="connsiteX3" fmla="*/ 652444 w 1513555"/>
                  <a:gd name="connsiteY3" fmla="*/ 574939 h 2674677"/>
                  <a:gd name="connsiteX4" fmla="*/ 1259347 w 1513555"/>
                  <a:gd name="connsiteY4" fmla="*/ 2015321 h 2674677"/>
                  <a:gd name="connsiteX5" fmla="*/ 1494015 w 1513555"/>
                  <a:gd name="connsiteY5" fmla="*/ 2614132 h 2674677"/>
                  <a:gd name="connsiteX6" fmla="*/ 790009 w 1513555"/>
                  <a:gd name="connsiteY6" fmla="*/ 2622224 h 2674677"/>
                  <a:gd name="connsiteX7" fmla="*/ 555340 w 1513555"/>
                  <a:gd name="connsiteY7" fmla="*/ 2330911 h 2674677"/>
                  <a:gd name="connsiteX8" fmla="*/ 247842 w 1513555"/>
                  <a:gd name="connsiteY8" fmla="*/ 1958678 h 2674677"/>
                  <a:gd name="connsiteX9" fmla="*/ 110278 w 1513555"/>
                  <a:gd name="connsiteY9" fmla="*/ 1141381 h 2674677"/>
                  <a:gd name="connsiteX0" fmla="*/ 110278 w 1511191"/>
                  <a:gd name="connsiteY0" fmla="*/ 1143698 h 2676994"/>
                  <a:gd name="connsiteX1" fmla="*/ 5081 w 1511191"/>
                  <a:gd name="connsiteY1" fmla="*/ 714820 h 2676994"/>
                  <a:gd name="connsiteX2" fmla="*/ 276215 w 1511191"/>
                  <a:gd name="connsiteY2" fmla="*/ 3720 h 2676994"/>
                  <a:gd name="connsiteX3" fmla="*/ 866933 w 1511191"/>
                  <a:gd name="connsiteY3" fmla="*/ 509522 h 2676994"/>
                  <a:gd name="connsiteX4" fmla="*/ 1259347 w 1511191"/>
                  <a:gd name="connsiteY4" fmla="*/ 2017638 h 2676994"/>
                  <a:gd name="connsiteX5" fmla="*/ 1494015 w 1511191"/>
                  <a:gd name="connsiteY5" fmla="*/ 2616449 h 2676994"/>
                  <a:gd name="connsiteX6" fmla="*/ 790009 w 1511191"/>
                  <a:gd name="connsiteY6" fmla="*/ 2624541 h 2676994"/>
                  <a:gd name="connsiteX7" fmla="*/ 555340 w 1511191"/>
                  <a:gd name="connsiteY7" fmla="*/ 2333228 h 2676994"/>
                  <a:gd name="connsiteX8" fmla="*/ 247842 w 1511191"/>
                  <a:gd name="connsiteY8" fmla="*/ 1960995 h 2676994"/>
                  <a:gd name="connsiteX9" fmla="*/ 110278 w 1511191"/>
                  <a:gd name="connsiteY9" fmla="*/ 1143698 h 2676994"/>
                  <a:gd name="connsiteX0" fmla="*/ 110278 w 1606196"/>
                  <a:gd name="connsiteY0" fmla="*/ 1143591 h 2680018"/>
                  <a:gd name="connsiteX1" fmla="*/ 5081 w 1606196"/>
                  <a:gd name="connsiteY1" fmla="*/ 714713 h 2680018"/>
                  <a:gd name="connsiteX2" fmla="*/ 276215 w 1606196"/>
                  <a:gd name="connsiteY2" fmla="*/ 3613 h 2680018"/>
                  <a:gd name="connsiteX3" fmla="*/ 866933 w 1606196"/>
                  <a:gd name="connsiteY3" fmla="*/ 509415 h 2680018"/>
                  <a:gd name="connsiteX4" fmla="*/ 1541569 w 1606196"/>
                  <a:gd name="connsiteY4" fmla="*/ 1972375 h 2680018"/>
                  <a:gd name="connsiteX5" fmla="*/ 1494015 w 1606196"/>
                  <a:gd name="connsiteY5" fmla="*/ 2616342 h 2680018"/>
                  <a:gd name="connsiteX6" fmla="*/ 790009 w 1606196"/>
                  <a:gd name="connsiteY6" fmla="*/ 2624434 h 2680018"/>
                  <a:gd name="connsiteX7" fmla="*/ 555340 w 1606196"/>
                  <a:gd name="connsiteY7" fmla="*/ 2333121 h 2680018"/>
                  <a:gd name="connsiteX8" fmla="*/ 247842 w 1606196"/>
                  <a:gd name="connsiteY8" fmla="*/ 1960888 h 2680018"/>
                  <a:gd name="connsiteX9" fmla="*/ 110278 w 1606196"/>
                  <a:gd name="connsiteY9" fmla="*/ 1143591 h 2680018"/>
                  <a:gd name="connsiteX0" fmla="*/ 110278 w 1682119"/>
                  <a:gd name="connsiteY0" fmla="*/ 1143591 h 3140314"/>
                  <a:gd name="connsiteX1" fmla="*/ 5081 w 1682119"/>
                  <a:gd name="connsiteY1" fmla="*/ 714713 h 3140314"/>
                  <a:gd name="connsiteX2" fmla="*/ 276215 w 1682119"/>
                  <a:gd name="connsiteY2" fmla="*/ 3613 h 3140314"/>
                  <a:gd name="connsiteX3" fmla="*/ 866933 w 1682119"/>
                  <a:gd name="connsiteY3" fmla="*/ 509415 h 3140314"/>
                  <a:gd name="connsiteX4" fmla="*/ 1541569 w 1682119"/>
                  <a:gd name="connsiteY4" fmla="*/ 1972375 h 3140314"/>
                  <a:gd name="connsiteX5" fmla="*/ 1618193 w 1682119"/>
                  <a:gd name="connsiteY5" fmla="*/ 3124342 h 3140314"/>
                  <a:gd name="connsiteX6" fmla="*/ 790009 w 1682119"/>
                  <a:gd name="connsiteY6" fmla="*/ 2624434 h 3140314"/>
                  <a:gd name="connsiteX7" fmla="*/ 555340 w 1682119"/>
                  <a:gd name="connsiteY7" fmla="*/ 2333121 h 3140314"/>
                  <a:gd name="connsiteX8" fmla="*/ 247842 w 1682119"/>
                  <a:gd name="connsiteY8" fmla="*/ 1960888 h 3140314"/>
                  <a:gd name="connsiteX9" fmla="*/ 110278 w 1682119"/>
                  <a:gd name="connsiteY9" fmla="*/ 1143591 h 3140314"/>
                  <a:gd name="connsiteX0" fmla="*/ 110278 w 1637505"/>
                  <a:gd name="connsiteY0" fmla="*/ 1143591 h 3169907"/>
                  <a:gd name="connsiteX1" fmla="*/ 5081 w 1637505"/>
                  <a:gd name="connsiteY1" fmla="*/ 714713 h 3169907"/>
                  <a:gd name="connsiteX2" fmla="*/ 276215 w 1637505"/>
                  <a:gd name="connsiteY2" fmla="*/ 3613 h 3169907"/>
                  <a:gd name="connsiteX3" fmla="*/ 866933 w 1637505"/>
                  <a:gd name="connsiteY3" fmla="*/ 509415 h 3169907"/>
                  <a:gd name="connsiteX4" fmla="*/ 1541569 w 1637505"/>
                  <a:gd name="connsiteY4" fmla="*/ 1972375 h 3169907"/>
                  <a:gd name="connsiteX5" fmla="*/ 1618193 w 1637505"/>
                  <a:gd name="connsiteY5" fmla="*/ 3124342 h 3169907"/>
                  <a:gd name="connsiteX6" fmla="*/ 790009 w 1637505"/>
                  <a:gd name="connsiteY6" fmla="*/ 2624434 h 3169907"/>
                  <a:gd name="connsiteX7" fmla="*/ 555340 w 1637505"/>
                  <a:gd name="connsiteY7" fmla="*/ 2333121 h 3169907"/>
                  <a:gd name="connsiteX8" fmla="*/ 247842 w 1637505"/>
                  <a:gd name="connsiteY8" fmla="*/ 1960888 h 3169907"/>
                  <a:gd name="connsiteX9" fmla="*/ 110278 w 1637505"/>
                  <a:gd name="connsiteY9" fmla="*/ 1143591 h 3169907"/>
                  <a:gd name="connsiteX0" fmla="*/ 110278 w 1712965"/>
                  <a:gd name="connsiteY0" fmla="*/ 1143591 h 3139548"/>
                  <a:gd name="connsiteX1" fmla="*/ 5081 w 1712965"/>
                  <a:gd name="connsiteY1" fmla="*/ 714713 h 3139548"/>
                  <a:gd name="connsiteX2" fmla="*/ 276215 w 1712965"/>
                  <a:gd name="connsiteY2" fmla="*/ 3613 h 3139548"/>
                  <a:gd name="connsiteX3" fmla="*/ 866933 w 1712965"/>
                  <a:gd name="connsiteY3" fmla="*/ 509415 h 3139548"/>
                  <a:gd name="connsiteX4" fmla="*/ 1541569 w 1712965"/>
                  <a:gd name="connsiteY4" fmla="*/ 1972375 h 3139548"/>
                  <a:gd name="connsiteX5" fmla="*/ 1618193 w 1712965"/>
                  <a:gd name="connsiteY5" fmla="*/ 3124342 h 3139548"/>
                  <a:gd name="connsiteX6" fmla="*/ 372321 w 1712965"/>
                  <a:gd name="connsiteY6" fmla="*/ 2613145 h 3139548"/>
                  <a:gd name="connsiteX7" fmla="*/ 555340 w 1712965"/>
                  <a:gd name="connsiteY7" fmla="*/ 2333121 h 3139548"/>
                  <a:gd name="connsiteX8" fmla="*/ 247842 w 1712965"/>
                  <a:gd name="connsiteY8" fmla="*/ 1960888 h 3139548"/>
                  <a:gd name="connsiteX9" fmla="*/ 110278 w 1712965"/>
                  <a:gd name="connsiteY9" fmla="*/ 1143591 h 3139548"/>
                  <a:gd name="connsiteX0" fmla="*/ 110278 w 1662782"/>
                  <a:gd name="connsiteY0" fmla="*/ 1143591 h 3158117"/>
                  <a:gd name="connsiteX1" fmla="*/ 5081 w 1662782"/>
                  <a:gd name="connsiteY1" fmla="*/ 714713 h 3158117"/>
                  <a:gd name="connsiteX2" fmla="*/ 276215 w 1662782"/>
                  <a:gd name="connsiteY2" fmla="*/ 3613 h 3158117"/>
                  <a:gd name="connsiteX3" fmla="*/ 866933 w 1662782"/>
                  <a:gd name="connsiteY3" fmla="*/ 509415 h 3158117"/>
                  <a:gd name="connsiteX4" fmla="*/ 1541569 w 1662782"/>
                  <a:gd name="connsiteY4" fmla="*/ 1972375 h 3158117"/>
                  <a:gd name="connsiteX5" fmla="*/ 1618193 w 1662782"/>
                  <a:gd name="connsiteY5" fmla="*/ 3124342 h 3158117"/>
                  <a:gd name="connsiteX6" fmla="*/ 1052648 w 1662782"/>
                  <a:gd name="connsiteY6" fmla="*/ 2830225 h 3158117"/>
                  <a:gd name="connsiteX7" fmla="*/ 372321 w 1662782"/>
                  <a:gd name="connsiteY7" fmla="*/ 2613145 h 3158117"/>
                  <a:gd name="connsiteX8" fmla="*/ 555340 w 1662782"/>
                  <a:gd name="connsiteY8" fmla="*/ 2333121 h 3158117"/>
                  <a:gd name="connsiteX9" fmla="*/ 247842 w 1662782"/>
                  <a:gd name="connsiteY9" fmla="*/ 1960888 h 3158117"/>
                  <a:gd name="connsiteX10" fmla="*/ 110278 w 1662782"/>
                  <a:gd name="connsiteY10" fmla="*/ 1143591 h 315811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13145 h 3150277"/>
                  <a:gd name="connsiteX8" fmla="*/ 555340 w 1661953"/>
                  <a:gd name="connsiteY8" fmla="*/ 2333121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555340 w 1661953"/>
                  <a:gd name="connsiteY8" fmla="*/ 2333121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250540 w 1661953"/>
                  <a:gd name="connsiteY8" fmla="*/ 2491166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250540 w 1661953"/>
                  <a:gd name="connsiteY8" fmla="*/ 2491166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10278 w 1661953"/>
                  <a:gd name="connsiteY0" fmla="*/ 1143591 h 3150277"/>
                  <a:gd name="connsiteX1" fmla="*/ 5081 w 1661953"/>
                  <a:gd name="connsiteY1" fmla="*/ 714713 h 3150277"/>
                  <a:gd name="connsiteX2" fmla="*/ 276215 w 1661953"/>
                  <a:gd name="connsiteY2" fmla="*/ 3613 h 3150277"/>
                  <a:gd name="connsiteX3" fmla="*/ 866933 w 1661953"/>
                  <a:gd name="connsiteY3" fmla="*/ 509415 h 3150277"/>
                  <a:gd name="connsiteX4" fmla="*/ 1541569 w 1661953"/>
                  <a:gd name="connsiteY4" fmla="*/ 1972375 h 3150277"/>
                  <a:gd name="connsiteX5" fmla="*/ 1618193 w 1661953"/>
                  <a:gd name="connsiteY5" fmla="*/ 3124342 h 3150277"/>
                  <a:gd name="connsiteX6" fmla="*/ 1063937 w 1661953"/>
                  <a:gd name="connsiteY6" fmla="*/ 2762492 h 3150277"/>
                  <a:gd name="connsiteX7" fmla="*/ 372321 w 1661953"/>
                  <a:gd name="connsiteY7" fmla="*/ 2692168 h 3150277"/>
                  <a:gd name="connsiteX8" fmla="*/ 137651 w 1661953"/>
                  <a:gd name="connsiteY8" fmla="*/ 2491166 h 3150277"/>
                  <a:gd name="connsiteX9" fmla="*/ 247842 w 1661953"/>
                  <a:gd name="connsiteY9" fmla="*/ 1960888 h 3150277"/>
                  <a:gd name="connsiteX10" fmla="*/ 110278 w 1661953"/>
                  <a:gd name="connsiteY10" fmla="*/ 1143591 h 3150277"/>
                  <a:gd name="connsiteX0" fmla="*/ 109841 w 1661516"/>
                  <a:gd name="connsiteY0" fmla="*/ 1143591 h 3150277"/>
                  <a:gd name="connsiteX1" fmla="*/ 4644 w 1661516"/>
                  <a:gd name="connsiteY1" fmla="*/ 714713 h 3150277"/>
                  <a:gd name="connsiteX2" fmla="*/ 275778 w 1661516"/>
                  <a:gd name="connsiteY2" fmla="*/ 3613 h 3150277"/>
                  <a:gd name="connsiteX3" fmla="*/ 866496 w 1661516"/>
                  <a:gd name="connsiteY3" fmla="*/ 509415 h 3150277"/>
                  <a:gd name="connsiteX4" fmla="*/ 1541132 w 1661516"/>
                  <a:gd name="connsiteY4" fmla="*/ 1972375 h 3150277"/>
                  <a:gd name="connsiteX5" fmla="*/ 1617756 w 1661516"/>
                  <a:gd name="connsiteY5" fmla="*/ 3124342 h 3150277"/>
                  <a:gd name="connsiteX6" fmla="*/ 1063500 w 1661516"/>
                  <a:gd name="connsiteY6" fmla="*/ 2762492 h 3150277"/>
                  <a:gd name="connsiteX7" fmla="*/ 371884 w 1661516"/>
                  <a:gd name="connsiteY7" fmla="*/ 2692168 h 3150277"/>
                  <a:gd name="connsiteX8" fmla="*/ 137214 w 1661516"/>
                  <a:gd name="connsiteY8" fmla="*/ 2491166 h 3150277"/>
                  <a:gd name="connsiteX9" fmla="*/ 179671 w 1661516"/>
                  <a:gd name="connsiteY9" fmla="*/ 1960888 h 3150277"/>
                  <a:gd name="connsiteX10" fmla="*/ 109841 w 1661516"/>
                  <a:gd name="connsiteY10" fmla="*/ 1143591 h 3150277"/>
                  <a:gd name="connsiteX0" fmla="*/ 52213 w 1671621"/>
                  <a:gd name="connsiteY0" fmla="*/ 1256480 h 3150277"/>
                  <a:gd name="connsiteX1" fmla="*/ 14749 w 1671621"/>
                  <a:gd name="connsiteY1" fmla="*/ 714713 h 3150277"/>
                  <a:gd name="connsiteX2" fmla="*/ 285883 w 1671621"/>
                  <a:gd name="connsiteY2" fmla="*/ 3613 h 3150277"/>
                  <a:gd name="connsiteX3" fmla="*/ 876601 w 1671621"/>
                  <a:gd name="connsiteY3" fmla="*/ 509415 h 3150277"/>
                  <a:gd name="connsiteX4" fmla="*/ 1551237 w 1671621"/>
                  <a:gd name="connsiteY4" fmla="*/ 1972375 h 3150277"/>
                  <a:gd name="connsiteX5" fmla="*/ 1627861 w 1671621"/>
                  <a:gd name="connsiteY5" fmla="*/ 3124342 h 3150277"/>
                  <a:gd name="connsiteX6" fmla="*/ 1073605 w 1671621"/>
                  <a:gd name="connsiteY6" fmla="*/ 2762492 h 3150277"/>
                  <a:gd name="connsiteX7" fmla="*/ 381989 w 1671621"/>
                  <a:gd name="connsiteY7" fmla="*/ 2692168 h 3150277"/>
                  <a:gd name="connsiteX8" fmla="*/ 147319 w 1671621"/>
                  <a:gd name="connsiteY8" fmla="*/ 2491166 h 3150277"/>
                  <a:gd name="connsiteX9" fmla="*/ 189776 w 1671621"/>
                  <a:gd name="connsiteY9" fmla="*/ 1960888 h 3150277"/>
                  <a:gd name="connsiteX10" fmla="*/ 52213 w 1671621"/>
                  <a:gd name="connsiteY10" fmla="*/ 1256480 h 3150277"/>
                  <a:gd name="connsiteX0" fmla="*/ 52213 w 1612149"/>
                  <a:gd name="connsiteY0" fmla="*/ 1256480 h 2773149"/>
                  <a:gd name="connsiteX1" fmla="*/ 14749 w 1612149"/>
                  <a:gd name="connsiteY1" fmla="*/ 714713 h 2773149"/>
                  <a:gd name="connsiteX2" fmla="*/ 285883 w 1612149"/>
                  <a:gd name="connsiteY2" fmla="*/ 3613 h 2773149"/>
                  <a:gd name="connsiteX3" fmla="*/ 876601 w 1612149"/>
                  <a:gd name="connsiteY3" fmla="*/ 509415 h 2773149"/>
                  <a:gd name="connsiteX4" fmla="*/ 1551237 w 1612149"/>
                  <a:gd name="connsiteY4" fmla="*/ 1972375 h 2773149"/>
                  <a:gd name="connsiteX5" fmla="*/ 1526261 w 1612149"/>
                  <a:gd name="connsiteY5" fmla="*/ 2266386 h 2773149"/>
                  <a:gd name="connsiteX6" fmla="*/ 1073605 w 1612149"/>
                  <a:gd name="connsiteY6" fmla="*/ 2762492 h 2773149"/>
                  <a:gd name="connsiteX7" fmla="*/ 381989 w 1612149"/>
                  <a:gd name="connsiteY7" fmla="*/ 2692168 h 2773149"/>
                  <a:gd name="connsiteX8" fmla="*/ 147319 w 1612149"/>
                  <a:gd name="connsiteY8" fmla="*/ 2491166 h 2773149"/>
                  <a:gd name="connsiteX9" fmla="*/ 189776 w 1612149"/>
                  <a:gd name="connsiteY9" fmla="*/ 1960888 h 2773149"/>
                  <a:gd name="connsiteX10" fmla="*/ 52213 w 1612149"/>
                  <a:gd name="connsiteY10" fmla="*/ 1256480 h 2773149"/>
                  <a:gd name="connsiteX0" fmla="*/ 52213 w 1616674"/>
                  <a:gd name="connsiteY0" fmla="*/ 1256480 h 2750977"/>
                  <a:gd name="connsiteX1" fmla="*/ 14749 w 1616674"/>
                  <a:gd name="connsiteY1" fmla="*/ 714713 h 2750977"/>
                  <a:gd name="connsiteX2" fmla="*/ 285883 w 1616674"/>
                  <a:gd name="connsiteY2" fmla="*/ 3613 h 2750977"/>
                  <a:gd name="connsiteX3" fmla="*/ 876601 w 1616674"/>
                  <a:gd name="connsiteY3" fmla="*/ 509415 h 2750977"/>
                  <a:gd name="connsiteX4" fmla="*/ 1551237 w 1616674"/>
                  <a:gd name="connsiteY4" fmla="*/ 1972375 h 2750977"/>
                  <a:gd name="connsiteX5" fmla="*/ 1526261 w 1616674"/>
                  <a:gd name="connsiteY5" fmla="*/ 2266386 h 2750977"/>
                  <a:gd name="connsiteX6" fmla="*/ 983294 w 1616674"/>
                  <a:gd name="connsiteY6" fmla="*/ 2739914 h 2750977"/>
                  <a:gd name="connsiteX7" fmla="*/ 381989 w 1616674"/>
                  <a:gd name="connsiteY7" fmla="*/ 2692168 h 2750977"/>
                  <a:gd name="connsiteX8" fmla="*/ 147319 w 1616674"/>
                  <a:gd name="connsiteY8" fmla="*/ 2491166 h 2750977"/>
                  <a:gd name="connsiteX9" fmla="*/ 189776 w 1616674"/>
                  <a:gd name="connsiteY9" fmla="*/ 1960888 h 2750977"/>
                  <a:gd name="connsiteX10" fmla="*/ 52213 w 1616674"/>
                  <a:gd name="connsiteY10" fmla="*/ 1256480 h 2750977"/>
                  <a:gd name="connsiteX0" fmla="*/ 52213 w 1616674"/>
                  <a:gd name="connsiteY0" fmla="*/ 1256480 h 2756718"/>
                  <a:gd name="connsiteX1" fmla="*/ 14749 w 1616674"/>
                  <a:gd name="connsiteY1" fmla="*/ 714713 h 2756718"/>
                  <a:gd name="connsiteX2" fmla="*/ 285883 w 1616674"/>
                  <a:gd name="connsiteY2" fmla="*/ 3613 h 2756718"/>
                  <a:gd name="connsiteX3" fmla="*/ 876601 w 1616674"/>
                  <a:gd name="connsiteY3" fmla="*/ 509415 h 2756718"/>
                  <a:gd name="connsiteX4" fmla="*/ 1551237 w 1616674"/>
                  <a:gd name="connsiteY4" fmla="*/ 1972375 h 2756718"/>
                  <a:gd name="connsiteX5" fmla="*/ 1526261 w 1616674"/>
                  <a:gd name="connsiteY5" fmla="*/ 2266386 h 2756718"/>
                  <a:gd name="connsiteX6" fmla="*/ 983294 w 1616674"/>
                  <a:gd name="connsiteY6" fmla="*/ 2739914 h 2756718"/>
                  <a:gd name="connsiteX7" fmla="*/ 461011 w 1616674"/>
                  <a:gd name="connsiteY7" fmla="*/ 2748612 h 2756718"/>
                  <a:gd name="connsiteX8" fmla="*/ 147319 w 1616674"/>
                  <a:gd name="connsiteY8" fmla="*/ 2491166 h 2756718"/>
                  <a:gd name="connsiteX9" fmla="*/ 189776 w 1616674"/>
                  <a:gd name="connsiteY9" fmla="*/ 1960888 h 2756718"/>
                  <a:gd name="connsiteX10" fmla="*/ 52213 w 1616674"/>
                  <a:gd name="connsiteY10" fmla="*/ 1256480 h 2756718"/>
                  <a:gd name="connsiteX0" fmla="*/ 52213 w 1592135"/>
                  <a:gd name="connsiteY0" fmla="*/ 1255137 h 2755375"/>
                  <a:gd name="connsiteX1" fmla="*/ 14749 w 1592135"/>
                  <a:gd name="connsiteY1" fmla="*/ 713370 h 2755375"/>
                  <a:gd name="connsiteX2" fmla="*/ 285883 w 1592135"/>
                  <a:gd name="connsiteY2" fmla="*/ 2270 h 2755375"/>
                  <a:gd name="connsiteX3" fmla="*/ 876601 w 1592135"/>
                  <a:gd name="connsiteY3" fmla="*/ 508072 h 2755375"/>
                  <a:gd name="connsiteX4" fmla="*/ 1240116 w 1592135"/>
                  <a:gd name="connsiteY4" fmla="*/ 1075434 h 2755375"/>
                  <a:gd name="connsiteX5" fmla="*/ 1551237 w 1592135"/>
                  <a:gd name="connsiteY5" fmla="*/ 1971032 h 2755375"/>
                  <a:gd name="connsiteX6" fmla="*/ 1526261 w 1592135"/>
                  <a:gd name="connsiteY6" fmla="*/ 2265043 h 2755375"/>
                  <a:gd name="connsiteX7" fmla="*/ 983294 w 1592135"/>
                  <a:gd name="connsiteY7" fmla="*/ 2738571 h 2755375"/>
                  <a:gd name="connsiteX8" fmla="*/ 461011 w 1592135"/>
                  <a:gd name="connsiteY8" fmla="*/ 2747269 h 2755375"/>
                  <a:gd name="connsiteX9" fmla="*/ 147319 w 1592135"/>
                  <a:gd name="connsiteY9" fmla="*/ 2489823 h 2755375"/>
                  <a:gd name="connsiteX10" fmla="*/ 189776 w 1592135"/>
                  <a:gd name="connsiteY10" fmla="*/ 1959545 h 2755375"/>
                  <a:gd name="connsiteX11" fmla="*/ 52213 w 1592135"/>
                  <a:gd name="connsiteY11" fmla="*/ 1255137 h 2755375"/>
                  <a:gd name="connsiteX0" fmla="*/ 52213 w 1569335"/>
                  <a:gd name="connsiteY0" fmla="*/ 1255137 h 2755375"/>
                  <a:gd name="connsiteX1" fmla="*/ 14749 w 1569335"/>
                  <a:gd name="connsiteY1" fmla="*/ 713370 h 2755375"/>
                  <a:gd name="connsiteX2" fmla="*/ 285883 w 1569335"/>
                  <a:gd name="connsiteY2" fmla="*/ 2270 h 2755375"/>
                  <a:gd name="connsiteX3" fmla="*/ 876601 w 1569335"/>
                  <a:gd name="connsiteY3" fmla="*/ 508072 h 2755375"/>
                  <a:gd name="connsiteX4" fmla="*/ 1240116 w 1569335"/>
                  <a:gd name="connsiteY4" fmla="*/ 1075434 h 2755375"/>
                  <a:gd name="connsiteX5" fmla="*/ 1551237 w 1569335"/>
                  <a:gd name="connsiteY5" fmla="*/ 1971032 h 2755375"/>
                  <a:gd name="connsiteX6" fmla="*/ 1472921 w 1569335"/>
                  <a:gd name="connsiteY6" fmla="*/ 2257423 h 2755375"/>
                  <a:gd name="connsiteX7" fmla="*/ 983294 w 1569335"/>
                  <a:gd name="connsiteY7" fmla="*/ 2738571 h 2755375"/>
                  <a:gd name="connsiteX8" fmla="*/ 461011 w 1569335"/>
                  <a:gd name="connsiteY8" fmla="*/ 2747269 h 2755375"/>
                  <a:gd name="connsiteX9" fmla="*/ 147319 w 1569335"/>
                  <a:gd name="connsiteY9" fmla="*/ 2489823 h 2755375"/>
                  <a:gd name="connsiteX10" fmla="*/ 189776 w 1569335"/>
                  <a:gd name="connsiteY10" fmla="*/ 1959545 h 2755375"/>
                  <a:gd name="connsiteX11" fmla="*/ 52213 w 1569335"/>
                  <a:gd name="connsiteY11" fmla="*/ 1255137 h 2755375"/>
                  <a:gd name="connsiteX0" fmla="*/ 52213 w 1576177"/>
                  <a:gd name="connsiteY0" fmla="*/ 1255137 h 2753928"/>
                  <a:gd name="connsiteX1" fmla="*/ 14749 w 1576177"/>
                  <a:gd name="connsiteY1" fmla="*/ 713370 h 2753928"/>
                  <a:gd name="connsiteX2" fmla="*/ 285883 w 1576177"/>
                  <a:gd name="connsiteY2" fmla="*/ 2270 h 2753928"/>
                  <a:gd name="connsiteX3" fmla="*/ 876601 w 1576177"/>
                  <a:gd name="connsiteY3" fmla="*/ 508072 h 2753928"/>
                  <a:gd name="connsiteX4" fmla="*/ 1240116 w 1576177"/>
                  <a:gd name="connsiteY4" fmla="*/ 1075434 h 2753928"/>
                  <a:gd name="connsiteX5" fmla="*/ 1551237 w 1576177"/>
                  <a:gd name="connsiteY5" fmla="*/ 1971032 h 2753928"/>
                  <a:gd name="connsiteX6" fmla="*/ 1472921 w 1576177"/>
                  <a:gd name="connsiteY6" fmla="*/ 2257423 h 2753928"/>
                  <a:gd name="connsiteX7" fmla="*/ 808034 w 1576177"/>
                  <a:gd name="connsiteY7" fmla="*/ 2723331 h 2753928"/>
                  <a:gd name="connsiteX8" fmla="*/ 461011 w 1576177"/>
                  <a:gd name="connsiteY8" fmla="*/ 2747269 h 2753928"/>
                  <a:gd name="connsiteX9" fmla="*/ 147319 w 1576177"/>
                  <a:gd name="connsiteY9" fmla="*/ 2489823 h 2753928"/>
                  <a:gd name="connsiteX10" fmla="*/ 189776 w 1576177"/>
                  <a:gd name="connsiteY10" fmla="*/ 1959545 h 2753928"/>
                  <a:gd name="connsiteX11" fmla="*/ 52213 w 1576177"/>
                  <a:gd name="connsiteY11" fmla="*/ 1255137 h 2753928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147319 w 1576177"/>
                  <a:gd name="connsiteY9" fmla="*/ 248982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109219 w 1576177"/>
                  <a:gd name="connsiteY9" fmla="*/ 248982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109219 w 1576177"/>
                  <a:gd name="connsiteY9" fmla="*/ 248982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86359 w 1576177"/>
                  <a:gd name="connsiteY9" fmla="*/ 247458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6177"/>
                  <a:gd name="connsiteY0" fmla="*/ 1255137 h 2734510"/>
                  <a:gd name="connsiteX1" fmla="*/ 14749 w 1576177"/>
                  <a:gd name="connsiteY1" fmla="*/ 713370 h 2734510"/>
                  <a:gd name="connsiteX2" fmla="*/ 285883 w 1576177"/>
                  <a:gd name="connsiteY2" fmla="*/ 2270 h 2734510"/>
                  <a:gd name="connsiteX3" fmla="*/ 876601 w 1576177"/>
                  <a:gd name="connsiteY3" fmla="*/ 508072 h 2734510"/>
                  <a:gd name="connsiteX4" fmla="*/ 1240116 w 1576177"/>
                  <a:gd name="connsiteY4" fmla="*/ 1075434 h 2734510"/>
                  <a:gd name="connsiteX5" fmla="*/ 1551237 w 1576177"/>
                  <a:gd name="connsiteY5" fmla="*/ 1971032 h 2734510"/>
                  <a:gd name="connsiteX6" fmla="*/ 1472921 w 1576177"/>
                  <a:gd name="connsiteY6" fmla="*/ 2257423 h 2734510"/>
                  <a:gd name="connsiteX7" fmla="*/ 808034 w 1576177"/>
                  <a:gd name="connsiteY7" fmla="*/ 2723331 h 2734510"/>
                  <a:gd name="connsiteX8" fmla="*/ 422911 w 1576177"/>
                  <a:gd name="connsiteY8" fmla="*/ 2716789 h 2734510"/>
                  <a:gd name="connsiteX9" fmla="*/ 86359 w 1576177"/>
                  <a:gd name="connsiteY9" fmla="*/ 2474583 h 2734510"/>
                  <a:gd name="connsiteX10" fmla="*/ 189776 w 1576177"/>
                  <a:gd name="connsiteY10" fmla="*/ 1959545 h 2734510"/>
                  <a:gd name="connsiteX11" fmla="*/ 52213 w 1576177"/>
                  <a:gd name="connsiteY11" fmla="*/ 1255137 h 2734510"/>
                  <a:gd name="connsiteX0" fmla="*/ 52213 w 1577222"/>
                  <a:gd name="connsiteY0" fmla="*/ 1255137 h 2749467"/>
                  <a:gd name="connsiteX1" fmla="*/ 14749 w 1577222"/>
                  <a:gd name="connsiteY1" fmla="*/ 713370 h 2749467"/>
                  <a:gd name="connsiteX2" fmla="*/ 285883 w 1577222"/>
                  <a:gd name="connsiteY2" fmla="*/ 2270 h 2749467"/>
                  <a:gd name="connsiteX3" fmla="*/ 876601 w 1577222"/>
                  <a:gd name="connsiteY3" fmla="*/ 508072 h 2749467"/>
                  <a:gd name="connsiteX4" fmla="*/ 1240116 w 1577222"/>
                  <a:gd name="connsiteY4" fmla="*/ 1075434 h 2749467"/>
                  <a:gd name="connsiteX5" fmla="*/ 1551237 w 1577222"/>
                  <a:gd name="connsiteY5" fmla="*/ 1971032 h 2749467"/>
                  <a:gd name="connsiteX6" fmla="*/ 1472921 w 1577222"/>
                  <a:gd name="connsiteY6" fmla="*/ 2257423 h 2749467"/>
                  <a:gd name="connsiteX7" fmla="*/ 785174 w 1577222"/>
                  <a:gd name="connsiteY7" fmla="*/ 2738571 h 2749467"/>
                  <a:gd name="connsiteX8" fmla="*/ 422911 w 1577222"/>
                  <a:gd name="connsiteY8" fmla="*/ 2716789 h 2749467"/>
                  <a:gd name="connsiteX9" fmla="*/ 86359 w 1577222"/>
                  <a:gd name="connsiteY9" fmla="*/ 2474583 h 2749467"/>
                  <a:gd name="connsiteX10" fmla="*/ 189776 w 1577222"/>
                  <a:gd name="connsiteY10" fmla="*/ 1959545 h 2749467"/>
                  <a:gd name="connsiteX11" fmla="*/ 52213 w 1577222"/>
                  <a:gd name="connsiteY11" fmla="*/ 1255137 h 2749467"/>
                  <a:gd name="connsiteX0" fmla="*/ 52213 w 1577222"/>
                  <a:gd name="connsiteY0" fmla="*/ 1255137 h 2740436"/>
                  <a:gd name="connsiteX1" fmla="*/ 14749 w 1577222"/>
                  <a:gd name="connsiteY1" fmla="*/ 713370 h 2740436"/>
                  <a:gd name="connsiteX2" fmla="*/ 285883 w 1577222"/>
                  <a:gd name="connsiteY2" fmla="*/ 2270 h 2740436"/>
                  <a:gd name="connsiteX3" fmla="*/ 876601 w 1577222"/>
                  <a:gd name="connsiteY3" fmla="*/ 508072 h 2740436"/>
                  <a:gd name="connsiteX4" fmla="*/ 1240116 w 1577222"/>
                  <a:gd name="connsiteY4" fmla="*/ 1075434 h 2740436"/>
                  <a:gd name="connsiteX5" fmla="*/ 1551237 w 1577222"/>
                  <a:gd name="connsiteY5" fmla="*/ 1971032 h 2740436"/>
                  <a:gd name="connsiteX6" fmla="*/ 1472921 w 1577222"/>
                  <a:gd name="connsiteY6" fmla="*/ 2257423 h 2740436"/>
                  <a:gd name="connsiteX7" fmla="*/ 785174 w 1577222"/>
                  <a:gd name="connsiteY7" fmla="*/ 2738571 h 2740436"/>
                  <a:gd name="connsiteX8" fmla="*/ 422911 w 1577222"/>
                  <a:gd name="connsiteY8" fmla="*/ 2716789 h 2740436"/>
                  <a:gd name="connsiteX9" fmla="*/ 86359 w 1577222"/>
                  <a:gd name="connsiteY9" fmla="*/ 2474583 h 2740436"/>
                  <a:gd name="connsiteX10" fmla="*/ 189776 w 1577222"/>
                  <a:gd name="connsiteY10" fmla="*/ 1959545 h 2740436"/>
                  <a:gd name="connsiteX11" fmla="*/ 52213 w 1577222"/>
                  <a:gd name="connsiteY11" fmla="*/ 1255137 h 2740436"/>
                  <a:gd name="connsiteX0" fmla="*/ 52213 w 1577222"/>
                  <a:gd name="connsiteY0" fmla="*/ 1255137 h 2739686"/>
                  <a:gd name="connsiteX1" fmla="*/ 14749 w 1577222"/>
                  <a:gd name="connsiteY1" fmla="*/ 713370 h 2739686"/>
                  <a:gd name="connsiteX2" fmla="*/ 285883 w 1577222"/>
                  <a:gd name="connsiteY2" fmla="*/ 2270 h 2739686"/>
                  <a:gd name="connsiteX3" fmla="*/ 876601 w 1577222"/>
                  <a:gd name="connsiteY3" fmla="*/ 508072 h 2739686"/>
                  <a:gd name="connsiteX4" fmla="*/ 1240116 w 1577222"/>
                  <a:gd name="connsiteY4" fmla="*/ 1075434 h 2739686"/>
                  <a:gd name="connsiteX5" fmla="*/ 1551237 w 1577222"/>
                  <a:gd name="connsiteY5" fmla="*/ 1971032 h 2739686"/>
                  <a:gd name="connsiteX6" fmla="*/ 1472921 w 1577222"/>
                  <a:gd name="connsiteY6" fmla="*/ 2257423 h 2739686"/>
                  <a:gd name="connsiteX7" fmla="*/ 785174 w 1577222"/>
                  <a:gd name="connsiteY7" fmla="*/ 2738571 h 2739686"/>
                  <a:gd name="connsiteX8" fmla="*/ 422911 w 1577222"/>
                  <a:gd name="connsiteY8" fmla="*/ 2716789 h 2739686"/>
                  <a:gd name="connsiteX9" fmla="*/ 86359 w 1577222"/>
                  <a:gd name="connsiteY9" fmla="*/ 2474583 h 2739686"/>
                  <a:gd name="connsiteX10" fmla="*/ 189776 w 1577222"/>
                  <a:gd name="connsiteY10" fmla="*/ 1959545 h 2739686"/>
                  <a:gd name="connsiteX11" fmla="*/ 52213 w 1577222"/>
                  <a:gd name="connsiteY11" fmla="*/ 1255137 h 2739686"/>
                  <a:gd name="connsiteX0" fmla="*/ 52213 w 1573869"/>
                  <a:gd name="connsiteY0" fmla="*/ 1255137 h 2739686"/>
                  <a:gd name="connsiteX1" fmla="*/ 14749 w 1573869"/>
                  <a:gd name="connsiteY1" fmla="*/ 713370 h 2739686"/>
                  <a:gd name="connsiteX2" fmla="*/ 285883 w 1573869"/>
                  <a:gd name="connsiteY2" fmla="*/ 2270 h 2739686"/>
                  <a:gd name="connsiteX3" fmla="*/ 876601 w 1573869"/>
                  <a:gd name="connsiteY3" fmla="*/ 508072 h 2739686"/>
                  <a:gd name="connsiteX4" fmla="*/ 1240116 w 1573869"/>
                  <a:gd name="connsiteY4" fmla="*/ 1075434 h 2739686"/>
                  <a:gd name="connsiteX5" fmla="*/ 1551237 w 1573869"/>
                  <a:gd name="connsiteY5" fmla="*/ 1971032 h 2739686"/>
                  <a:gd name="connsiteX6" fmla="*/ 1472921 w 1573869"/>
                  <a:gd name="connsiteY6" fmla="*/ 2257423 h 2739686"/>
                  <a:gd name="connsiteX7" fmla="*/ 861374 w 1573869"/>
                  <a:gd name="connsiteY7" fmla="*/ 2738571 h 2739686"/>
                  <a:gd name="connsiteX8" fmla="*/ 422911 w 1573869"/>
                  <a:gd name="connsiteY8" fmla="*/ 2716789 h 2739686"/>
                  <a:gd name="connsiteX9" fmla="*/ 86359 w 1573869"/>
                  <a:gd name="connsiteY9" fmla="*/ 2474583 h 2739686"/>
                  <a:gd name="connsiteX10" fmla="*/ 189776 w 1573869"/>
                  <a:gd name="connsiteY10" fmla="*/ 1959545 h 2739686"/>
                  <a:gd name="connsiteX11" fmla="*/ 52213 w 1573869"/>
                  <a:gd name="connsiteY11" fmla="*/ 1255137 h 2739686"/>
                  <a:gd name="connsiteX0" fmla="*/ 52213 w 1551996"/>
                  <a:gd name="connsiteY0" fmla="*/ 1255137 h 2739436"/>
                  <a:gd name="connsiteX1" fmla="*/ 14749 w 1551996"/>
                  <a:gd name="connsiteY1" fmla="*/ 713370 h 2739436"/>
                  <a:gd name="connsiteX2" fmla="*/ 285883 w 1551996"/>
                  <a:gd name="connsiteY2" fmla="*/ 2270 h 2739436"/>
                  <a:gd name="connsiteX3" fmla="*/ 876601 w 1551996"/>
                  <a:gd name="connsiteY3" fmla="*/ 508072 h 2739436"/>
                  <a:gd name="connsiteX4" fmla="*/ 1240116 w 1551996"/>
                  <a:gd name="connsiteY4" fmla="*/ 1075434 h 2739436"/>
                  <a:gd name="connsiteX5" fmla="*/ 1551237 w 1551996"/>
                  <a:gd name="connsiteY5" fmla="*/ 1971032 h 2739436"/>
                  <a:gd name="connsiteX6" fmla="*/ 1312901 w 1551996"/>
                  <a:gd name="connsiteY6" fmla="*/ 2143123 h 2739436"/>
                  <a:gd name="connsiteX7" fmla="*/ 861374 w 1551996"/>
                  <a:gd name="connsiteY7" fmla="*/ 2738571 h 2739436"/>
                  <a:gd name="connsiteX8" fmla="*/ 422911 w 1551996"/>
                  <a:gd name="connsiteY8" fmla="*/ 2716789 h 2739436"/>
                  <a:gd name="connsiteX9" fmla="*/ 86359 w 1551996"/>
                  <a:gd name="connsiteY9" fmla="*/ 2474583 h 2739436"/>
                  <a:gd name="connsiteX10" fmla="*/ 189776 w 1551996"/>
                  <a:gd name="connsiteY10" fmla="*/ 1959545 h 2739436"/>
                  <a:gd name="connsiteX11" fmla="*/ 52213 w 1551996"/>
                  <a:gd name="connsiteY11" fmla="*/ 1255137 h 2739436"/>
                  <a:gd name="connsiteX0" fmla="*/ 52213 w 1552198"/>
                  <a:gd name="connsiteY0" fmla="*/ 1255137 h 2739754"/>
                  <a:gd name="connsiteX1" fmla="*/ 14749 w 1552198"/>
                  <a:gd name="connsiteY1" fmla="*/ 713370 h 2739754"/>
                  <a:gd name="connsiteX2" fmla="*/ 285883 w 1552198"/>
                  <a:gd name="connsiteY2" fmla="*/ 2270 h 2739754"/>
                  <a:gd name="connsiteX3" fmla="*/ 876601 w 1552198"/>
                  <a:gd name="connsiteY3" fmla="*/ 508072 h 2739754"/>
                  <a:gd name="connsiteX4" fmla="*/ 1240116 w 1552198"/>
                  <a:gd name="connsiteY4" fmla="*/ 1075434 h 2739754"/>
                  <a:gd name="connsiteX5" fmla="*/ 1551237 w 1552198"/>
                  <a:gd name="connsiteY5" fmla="*/ 1971032 h 2739754"/>
                  <a:gd name="connsiteX6" fmla="*/ 1320521 w 1552198"/>
                  <a:gd name="connsiteY6" fmla="*/ 2280283 h 2739754"/>
                  <a:gd name="connsiteX7" fmla="*/ 861374 w 1552198"/>
                  <a:gd name="connsiteY7" fmla="*/ 2738571 h 2739754"/>
                  <a:gd name="connsiteX8" fmla="*/ 422911 w 1552198"/>
                  <a:gd name="connsiteY8" fmla="*/ 2716789 h 2739754"/>
                  <a:gd name="connsiteX9" fmla="*/ 86359 w 1552198"/>
                  <a:gd name="connsiteY9" fmla="*/ 2474583 h 2739754"/>
                  <a:gd name="connsiteX10" fmla="*/ 189776 w 1552198"/>
                  <a:gd name="connsiteY10" fmla="*/ 1959545 h 2739754"/>
                  <a:gd name="connsiteX11" fmla="*/ 52213 w 1552198"/>
                  <a:gd name="connsiteY11" fmla="*/ 1255137 h 2739754"/>
                  <a:gd name="connsiteX0" fmla="*/ 52213 w 1514375"/>
                  <a:gd name="connsiteY0" fmla="*/ 1255137 h 2739770"/>
                  <a:gd name="connsiteX1" fmla="*/ 14749 w 1514375"/>
                  <a:gd name="connsiteY1" fmla="*/ 713370 h 2739770"/>
                  <a:gd name="connsiteX2" fmla="*/ 285883 w 1514375"/>
                  <a:gd name="connsiteY2" fmla="*/ 2270 h 2739770"/>
                  <a:gd name="connsiteX3" fmla="*/ 876601 w 1514375"/>
                  <a:gd name="connsiteY3" fmla="*/ 508072 h 2739770"/>
                  <a:gd name="connsiteX4" fmla="*/ 1240116 w 1514375"/>
                  <a:gd name="connsiteY4" fmla="*/ 1075434 h 2739770"/>
                  <a:gd name="connsiteX5" fmla="*/ 1513137 w 1514375"/>
                  <a:gd name="connsiteY5" fmla="*/ 1940552 h 2739770"/>
                  <a:gd name="connsiteX6" fmla="*/ 1320521 w 1514375"/>
                  <a:gd name="connsiteY6" fmla="*/ 2280283 h 2739770"/>
                  <a:gd name="connsiteX7" fmla="*/ 861374 w 1514375"/>
                  <a:gd name="connsiteY7" fmla="*/ 2738571 h 2739770"/>
                  <a:gd name="connsiteX8" fmla="*/ 422911 w 1514375"/>
                  <a:gd name="connsiteY8" fmla="*/ 2716789 h 2739770"/>
                  <a:gd name="connsiteX9" fmla="*/ 86359 w 1514375"/>
                  <a:gd name="connsiteY9" fmla="*/ 2474583 h 2739770"/>
                  <a:gd name="connsiteX10" fmla="*/ 189776 w 1514375"/>
                  <a:gd name="connsiteY10" fmla="*/ 1959545 h 2739770"/>
                  <a:gd name="connsiteX11" fmla="*/ 52213 w 1514375"/>
                  <a:gd name="connsiteY11" fmla="*/ 1255137 h 2739770"/>
                  <a:gd name="connsiteX0" fmla="*/ 52213 w 1514694"/>
                  <a:gd name="connsiteY0" fmla="*/ 1255137 h 2739909"/>
                  <a:gd name="connsiteX1" fmla="*/ 14749 w 1514694"/>
                  <a:gd name="connsiteY1" fmla="*/ 713370 h 2739909"/>
                  <a:gd name="connsiteX2" fmla="*/ 285883 w 1514694"/>
                  <a:gd name="connsiteY2" fmla="*/ 2270 h 2739909"/>
                  <a:gd name="connsiteX3" fmla="*/ 876601 w 1514694"/>
                  <a:gd name="connsiteY3" fmla="*/ 508072 h 2739909"/>
                  <a:gd name="connsiteX4" fmla="*/ 1240116 w 1514694"/>
                  <a:gd name="connsiteY4" fmla="*/ 1075434 h 2739909"/>
                  <a:gd name="connsiteX5" fmla="*/ 1513137 w 1514694"/>
                  <a:gd name="connsiteY5" fmla="*/ 1940552 h 2739909"/>
                  <a:gd name="connsiteX6" fmla="*/ 1328141 w 1514694"/>
                  <a:gd name="connsiteY6" fmla="*/ 2318383 h 2739909"/>
                  <a:gd name="connsiteX7" fmla="*/ 861374 w 1514694"/>
                  <a:gd name="connsiteY7" fmla="*/ 2738571 h 2739909"/>
                  <a:gd name="connsiteX8" fmla="*/ 422911 w 1514694"/>
                  <a:gd name="connsiteY8" fmla="*/ 2716789 h 2739909"/>
                  <a:gd name="connsiteX9" fmla="*/ 86359 w 1514694"/>
                  <a:gd name="connsiteY9" fmla="*/ 2474583 h 2739909"/>
                  <a:gd name="connsiteX10" fmla="*/ 189776 w 1514694"/>
                  <a:gd name="connsiteY10" fmla="*/ 1959545 h 2739909"/>
                  <a:gd name="connsiteX11" fmla="*/ 52213 w 1514694"/>
                  <a:gd name="connsiteY11" fmla="*/ 1255137 h 2739909"/>
                  <a:gd name="connsiteX0" fmla="*/ 52213 w 1514832"/>
                  <a:gd name="connsiteY0" fmla="*/ 1255137 h 2724120"/>
                  <a:gd name="connsiteX1" fmla="*/ 14749 w 1514832"/>
                  <a:gd name="connsiteY1" fmla="*/ 713370 h 2724120"/>
                  <a:gd name="connsiteX2" fmla="*/ 285883 w 1514832"/>
                  <a:gd name="connsiteY2" fmla="*/ 2270 h 2724120"/>
                  <a:gd name="connsiteX3" fmla="*/ 876601 w 1514832"/>
                  <a:gd name="connsiteY3" fmla="*/ 508072 h 2724120"/>
                  <a:gd name="connsiteX4" fmla="*/ 1240116 w 1514832"/>
                  <a:gd name="connsiteY4" fmla="*/ 1075434 h 2724120"/>
                  <a:gd name="connsiteX5" fmla="*/ 1513137 w 1514832"/>
                  <a:gd name="connsiteY5" fmla="*/ 1940552 h 2724120"/>
                  <a:gd name="connsiteX6" fmla="*/ 1328141 w 1514832"/>
                  <a:gd name="connsiteY6" fmla="*/ 2318383 h 2724120"/>
                  <a:gd name="connsiteX7" fmla="*/ 808034 w 1514832"/>
                  <a:gd name="connsiteY7" fmla="*/ 2708091 h 2724120"/>
                  <a:gd name="connsiteX8" fmla="*/ 422911 w 1514832"/>
                  <a:gd name="connsiteY8" fmla="*/ 2716789 h 2724120"/>
                  <a:gd name="connsiteX9" fmla="*/ 86359 w 1514832"/>
                  <a:gd name="connsiteY9" fmla="*/ 2474583 h 2724120"/>
                  <a:gd name="connsiteX10" fmla="*/ 189776 w 1514832"/>
                  <a:gd name="connsiteY10" fmla="*/ 1959545 h 2724120"/>
                  <a:gd name="connsiteX11" fmla="*/ 52213 w 1514832"/>
                  <a:gd name="connsiteY11" fmla="*/ 1255137 h 2724120"/>
                  <a:gd name="connsiteX0" fmla="*/ 52213 w 1514832"/>
                  <a:gd name="connsiteY0" fmla="*/ 1255137 h 2726503"/>
                  <a:gd name="connsiteX1" fmla="*/ 14749 w 1514832"/>
                  <a:gd name="connsiteY1" fmla="*/ 713370 h 2726503"/>
                  <a:gd name="connsiteX2" fmla="*/ 285883 w 1514832"/>
                  <a:gd name="connsiteY2" fmla="*/ 2270 h 2726503"/>
                  <a:gd name="connsiteX3" fmla="*/ 876601 w 1514832"/>
                  <a:gd name="connsiteY3" fmla="*/ 508072 h 2726503"/>
                  <a:gd name="connsiteX4" fmla="*/ 1240116 w 1514832"/>
                  <a:gd name="connsiteY4" fmla="*/ 1075434 h 2726503"/>
                  <a:gd name="connsiteX5" fmla="*/ 1513137 w 1514832"/>
                  <a:gd name="connsiteY5" fmla="*/ 1940552 h 2726503"/>
                  <a:gd name="connsiteX6" fmla="*/ 1328141 w 1514832"/>
                  <a:gd name="connsiteY6" fmla="*/ 2318383 h 2726503"/>
                  <a:gd name="connsiteX7" fmla="*/ 808034 w 1514832"/>
                  <a:gd name="connsiteY7" fmla="*/ 2708091 h 2726503"/>
                  <a:gd name="connsiteX8" fmla="*/ 422911 w 1514832"/>
                  <a:gd name="connsiteY8" fmla="*/ 2716789 h 2726503"/>
                  <a:gd name="connsiteX9" fmla="*/ 86359 w 1514832"/>
                  <a:gd name="connsiteY9" fmla="*/ 2474583 h 2726503"/>
                  <a:gd name="connsiteX10" fmla="*/ 189776 w 1514832"/>
                  <a:gd name="connsiteY10" fmla="*/ 1959545 h 2726503"/>
                  <a:gd name="connsiteX11" fmla="*/ 52213 w 1514832"/>
                  <a:gd name="connsiteY11" fmla="*/ 1255137 h 2726503"/>
                  <a:gd name="connsiteX0" fmla="*/ 52213 w 1514832"/>
                  <a:gd name="connsiteY0" fmla="*/ 1255137 h 2724120"/>
                  <a:gd name="connsiteX1" fmla="*/ 14749 w 1514832"/>
                  <a:gd name="connsiteY1" fmla="*/ 713370 h 2724120"/>
                  <a:gd name="connsiteX2" fmla="*/ 285883 w 1514832"/>
                  <a:gd name="connsiteY2" fmla="*/ 2270 h 2724120"/>
                  <a:gd name="connsiteX3" fmla="*/ 876601 w 1514832"/>
                  <a:gd name="connsiteY3" fmla="*/ 508072 h 2724120"/>
                  <a:gd name="connsiteX4" fmla="*/ 1240116 w 1514832"/>
                  <a:gd name="connsiteY4" fmla="*/ 1075434 h 2724120"/>
                  <a:gd name="connsiteX5" fmla="*/ 1513137 w 1514832"/>
                  <a:gd name="connsiteY5" fmla="*/ 1940552 h 2724120"/>
                  <a:gd name="connsiteX6" fmla="*/ 1328141 w 1514832"/>
                  <a:gd name="connsiteY6" fmla="*/ 2318383 h 2724120"/>
                  <a:gd name="connsiteX7" fmla="*/ 808034 w 1514832"/>
                  <a:gd name="connsiteY7" fmla="*/ 2708091 h 2724120"/>
                  <a:gd name="connsiteX8" fmla="*/ 422911 w 1514832"/>
                  <a:gd name="connsiteY8" fmla="*/ 2716789 h 2724120"/>
                  <a:gd name="connsiteX9" fmla="*/ 86359 w 1514832"/>
                  <a:gd name="connsiteY9" fmla="*/ 2474583 h 2724120"/>
                  <a:gd name="connsiteX10" fmla="*/ 189776 w 1514832"/>
                  <a:gd name="connsiteY10" fmla="*/ 1959545 h 2724120"/>
                  <a:gd name="connsiteX11" fmla="*/ 52213 w 1514832"/>
                  <a:gd name="connsiteY11" fmla="*/ 1255137 h 2724120"/>
                  <a:gd name="connsiteX0" fmla="*/ 52213 w 1514832"/>
                  <a:gd name="connsiteY0" fmla="*/ 1255137 h 2730884"/>
                  <a:gd name="connsiteX1" fmla="*/ 14749 w 1514832"/>
                  <a:gd name="connsiteY1" fmla="*/ 713370 h 2730884"/>
                  <a:gd name="connsiteX2" fmla="*/ 285883 w 1514832"/>
                  <a:gd name="connsiteY2" fmla="*/ 2270 h 2730884"/>
                  <a:gd name="connsiteX3" fmla="*/ 876601 w 1514832"/>
                  <a:gd name="connsiteY3" fmla="*/ 508072 h 2730884"/>
                  <a:gd name="connsiteX4" fmla="*/ 1240116 w 1514832"/>
                  <a:gd name="connsiteY4" fmla="*/ 1075434 h 2730884"/>
                  <a:gd name="connsiteX5" fmla="*/ 1513137 w 1514832"/>
                  <a:gd name="connsiteY5" fmla="*/ 1940552 h 2730884"/>
                  <a:gd name="connsiteX6" fmla="*/ 1328141 w 1514832"/>
                  <a:gd name="connsiteY6" fmla="*/ 2318383 h 2730884"/>
                  <a:gd name="connsiteX7" fmla="*/ 808034 w 1514832"/>
                  <a:gd name="connsiteY7" fmla="*/ 2708091 h 2730884"/>
                  <a:gd name="connsiteX8" fmla="*/ 653377 w 1514832"/>
                  <a:gd name="connsiteY8" fmla="*/ 2698494 h 2730884"/>
                  <a:gd name="connsiteX9" fmla="*/ 422911 w 1514832"/>
                  <a:gd name="connsiteY9" fmla="*/ 2716789 h 2730884"/>
                  <a:gd name="connsiteX10" fmla="*/ 86359 w 1514832"/>
                  <a:gd name="connsiteY10" fmla="*/ 2474583 h 2730884"/>
                  <a:gd name="connsiteX11" fmla="*/ 189776 w 1514832"/>
                  <a:gd name="connsiteY11" fmla="*/ 1959545 h 2730884"/>
                  <a:gd name="connsiteX12" fmla="*/ 52213 w 1514832"/>
                  <a:gd name="connsiteY12" fmla="*/ 1255137 h 2730884"/>
                  <a:gd name="connsiteX0" fmla="*/ 52213 w 1514751"/>
                  <a:gd name="connsiteY0" fmla="*/ 1255137 h 2730884"/>
                  <a:gd name="connsiteX1" fmla="*/ 14749 w 1514751"/>
                  <a:gd name="connsiteY1" fmla="*/ 713370 h 2730884"/>
                  <a:gd name="connsiteX2" fmla="*/ 285883 w 1514751"/>
                  <a:gd name="connsiteY2" fmla="*/ 2270 h 2730884"/>
                  <a:gd name="connsiteX3" fmla="*/ 876601 w 1514751"/>
                  <a:gd name="connsiteY3" fmla="*/ 508072 h 2730884"/>
                  <a:gd name="connsiteX4" fmla="*/ 1240116 w 1514751"/>
                  <a:gd name="connsiteY4" fmla="*/ 1075434 h 2730884"/>
                  <a:gd name="connsiteX5" fmla="*/ 1513137 w 1514751"/>
                  <a:gd name="connsiteY5" fmla="*/ 1940552 h 2730884"/>
                  <a:gd name="connsiteX6" fmla="*/ 1328141 w 1514751"/>
                  <a:gd name="connsiteY6" fmla="*/ 2318383 h 2730884"/>
                  <a:gd name="connsiteX7" fmla="*/ 838514 w 1514751"/>
                  <a:gd name="connsiteY7" fmla="*/ 2708091 h 2730884"/>
                  <a:gd name="connsiteX8" fmla="*/ 653377 w 1514751"/>
                  <a:gd name="connsiteY8" fmla="*/ 2698494 h 2730884"/>
                  <a:gd name="connsiteX9" fmla="*/ 422911 w 1514751"/>
                  <a:gd name="connsiteY9" fmla="*/ 2716789 h 2730884"/>
                  <a:gd name="connsiteX10" fmla="*/ 86359 w 1514751"/>
                  <a:gd name="connsiteY10" fmla="*/ 2474583 h 2730884"/>
                  <a:gd name="connsiteX11" fmla="*/ 189776 w 1514751"/>
                  <a:gd name="connsiteY11" fmla="*/ 1959545 h 2730884"/>
                  <a:gd name="connsiteX12" fmla="*/ 52213 w 1514751"/>
                  <a:gd name="connsiteY12" fmla="*/ 1255137 h 2730884"/>
                  <a:gd name="connsiteX0" fmla="*/ 52213 w 1514751"/>
                  <a:gd name="connsiteY0" fmla="*/ 1255137 h 2730884"/>
                  <a:gd name="connsiteX1" fmla="*/ 14749 w 1514751"/>
                  <a:gd name="connsiteY1" fmla="*/ 713370 h 2730884"/>
                  <a:gd name="connsiteX2" fmla="*/ 285883 w 1514751"/>
                  <a:gd name="connsiteY2" fmla="*/ 2270 h 2730884"/>
                  <a:gd name="connsiteX3" fmla="*/ 876601 w 1514751"/>
                  <a:gd name="connsiteY3" fmla="*/ 508072 h 2730884"/>
                  <a:gd name="connsiteX4" fmla="*/ 1240116 w 1514751"/>
                  <a:gd name="connsiteY4" fmla="*/ 1075434 h 2730884"/>
                  <a:gd name="connsiteX5" fmla="*/ 1513137 w 1514751"/>
                  <a:gd name="connsiteY5" fmla="*/ 1940552 h 2730884"/>
                  <a:gd name="connsiteX6" fmla="*/ 1328141 w 1514751"/>
                  <a:gd name="connsiteY6" fmla="*/ 2318383 h 2730884"/>
                  <a:gd name="connsiteX7" fmla="*/ 838514 w 1514751"/>
                  <a:gd name="connsiteY7" fmla="*/ 2708091 h 2730884"/>
                  <a:gd name="connsiteX8" fmla="*/ 653377 w 1514751"/>
                  <a:gd name="connsiteY8" fmla="*/ 2698494 h 2730884"/>
                  <a:gd name="connsiteX9" fmla="*/ 422911 w 1514751"/>
                  <a:gd name="connsiteY9" fmla="*/ 2716789 h 2730884"/>
                  <a:gd name="connsiteX10" fmla="*/ 86359 w 1514751"/>
                  <a:gd name="connsiteY10" fmla="*/ 2474583 h 2730884"/>
                  <a:gd name="connsiteX11" fmla="*/ 189776 w 1514751"/>
                  <a:gd name="connsiteY11" fmla="*/ 1959545 h 2730884"/>
                  <a:gd name="connsiteX12" fmla="*/ 52213 w 1514751"/>
                  <a:gd name="connsiteY12" fmla="*/ 1255137 h 2730884"/>
                  <a:gd name="connsiteX0" fmla="*/ 52213 w 1514751"/>
                  <a:gd name="connsiteY0" fmla="*/ 1255137 h 2734622"/>
                  <a:gd name="connsiteX1" fmla="*/ 14749 w 1514751"/>
                  <a:gd name="connsiteY1" fmla="*/ 713370 h 2734622"/>
                  <a:gd name="connsiteX2" fmla="*/ 285883 w 1514751"/>
                  <a:gd name="connsiteY2" fmla="*/ 2270 h 2734622"/>
                  <a:gd name="connsiteX3" fmla="*/ 876601 w 1514751"/>
                  <a:gd name="connsiteY3" fmla="*/ 508072 h 2734622"/>
                  <a:gd name="connsiteX4" fmla="*/ 1240116 w 1514751"/>
                  <a:gd name="connsiteY4" fmla="*/ 1075434 h 2734622"/>
                  <a:gd name="connsiteX5" fmla="*/ 1513137 w 1514751"/>
                  <a:gd name="connsiteY5" fmla="*/ 1940552 h 2734622"/>
                  <a:gd name="connsiteX6" fmla="*/ 1328141 w 1514751"/>
                  <a:gd name="connsiteY6" fmla="*/ 2318383 h 2734622"/>
                  <a:gd name="connsiteX7" fmla="*/ 838514 w 1514751"/>
                  <a:gd name="connsiteY7" fmla="*/ 2708091 h 2734622"/>
                  <a:gd name="connsiteX8" fmla="*/ 668617 w 1514751"/>
                  <a:gd name="connsiteY8" fmla="*/ 2713734 h 2734622"/>
                  <a:gd name="connsiteX9" fmla="*/ 422911 w 1514751"/>
                  <a:gd name="connsiteY9" fmla="*/ 2716789 h 2734622"/>
                  <a:gd name="connsiteX10" fmla="*/ 86359 w 1514751"/>
                  <a:gd name="connsiteY10" fmla="*/ 2474583 h 2734622"/>
                  <a:gd name="connsiteX11" fmla="*/ 189776 w 1514751"/>
                  <a:gd name="connsiteY11" fmla="*/ 1959545 h 2734622"/>
                  <a:gd name="connsiteX12" fmla="*/ 52213 w 1514751"/>
                  <a:gd name="connsiteY12" fmla="*/ 1255137 h 2734622"/>
                  <a:gd name="connsiteX0" fmla="*/ 52213 w 1514751"/>
                  <a:gd name="connsiteY0" fmla="*/ 1255137 h 2734622"/>
                  <a:gd name="connsiteX1" fmla="*/ 14749 w 1514751"/>
                  <a:gd name="connsiteY1" fmla="*/ 713370 h 2734622"/>
                  <a:gd name="connsiteX2" fmla="*/ 285883 w 1514751"/>
                  <a:gd name="connsiteY2" fmla="*/ 2270 h 2734622"/>
                  <a:gd name="connsiteX3" fmla="*/ 929941 w 1514751"/>
                  <a:gd name="connsiteY3" fmla="*/ 508072 h 2734622"/>
                  <a:gd name="connsiteX4" fmla="*/ 1240116 w 1514751"/>
                  <a:gd name="connsiteY4" fmla="*/ 1075434 h 2734622"/>
                  <a:gd name="connsiteX5" fmla="*/ 1513137 w 1514751"/>
                  <a:gd name="connsiteY5" fmla="*/ 1940552 h 2734622"/>
                  <a:gd name="connsiteX6" fmla="*/ 1328141 w 1514751"/>
                  <a:gd name="connsiteY6" fmla="*/ 2318383 h 2734622"/>
                  <a:gd name="connsiteX7" fmla="*/ 838514 w 1514751"/>
                  <a:gd name="connsiteY7" fmla="*/ 2708091 h 2734622"/>
                  <a:gd name="connsiteX8" fmla="*/ 668617 w 1514751"/>
                  <a:gd name="connsiteY8" fmla="*/ 2713734 h 2734622"/>
                  <a:gd name="connsiteX9" fmla="*/ 422911 w 1514751"/>
                  <a:gd name="connsiteY9" fmla="*/ 2716789 h 2734622"/>
                  <a:gd name="connsiteX10" fmla="*/ 86359 w 1514751"/>
                  <a:gd name="connsiteY10" fmla="*/ 2474583 h 2734622"/>
                  <a:gd name="connsiteX11" fmla="*/ 189776 w 1514751"/>
                  <a:gd name="connsiteY11" fmla="*/ 1959545 h 2734622"/>
                  <a:gd name="connsiteX12" fmla="*/ 52213 w 1514751"/>
                  <a:gd name="connsiteY12" fmla="*/ 1255137 h 2734622"/>
                  <a:gd name="connsiteX0" fmla="*/ 52213 w 1514088"/>
                  <a:gd name="connsiteY0" fmla="*/ 1255137 h 2734622"/>
                  <a:gd name="connsiteX1" fmla="*/ 14749 w 1514088"/>
                  <a:gd name="connsiteY1" fmla="*/ 713370 h 2734622"/>
                  <a:gd name="connsiteX2" fmla="*/ 285883 w 1514088"/>
                  <a:gd name="connsiteY2" fmla="*/ 2270 h 2734622"/>
                  <a:gd name="connsiteX3" fmla="*/ 929941 w 1514088"/>
                  <a:gd name="connsiteY3" fmla="*/ 508072 h 2734622"/>
                  <a:gd name="connsiteX4" fmla="*/ 1262976 w 1514088"/>
                  <a:gd name="connsiteY4" fmla="*/ 1075434 h 2734622"/>
                  <a:gd name="connsiteX5" fmla="*/ 1513137 w 1514088"/>
                  <a:gd name="connsiteY5" fmla="*/ 1940552 h 2734622"/>
                  <a:gd name="connsiteX6" fmla="*/ 1328141 w 1514088"/>
                  <a:gd name="connsiteY6" fmla="*/ 2318383 h 2734622"/>
                  <a:gd name="connsiteX7" fmla="*/ 838514 w 1514088"/>
                  <a:gd name="connsiteY7" fmla="*/ 2708091 h 2734622"/>
                  <a:gd name="connsiteX8" fmla="*/ 668617 w 1514088"/>
                  <a:gd name="connsiteY8" fmla="*/ 2713734 h 2734622"/>
                  <a:gd name="connsiteX9" fmla="*/ 422911 w 1514088"/>
                  <a:gd name="connsiteY9" fmla="*/ 2716789 h 2734622"/>
                  <a:gd name="connsiteX10" fmla="*/ 86359 w 1514088"/>
                  <a:gd name="connsiteY10" fmla="*/ 2474583 h 2734622"/>
                  <a:gd name="connsiteX11" fmla="*/ 189776 w 1514088"/>
                  <a:gd name="connsiteY11" fmla="*/ 1959545 h 2734622"/>
                  <a:gd name="connsiteX12" fmla="*/ 52213 w 1514088"/>
                  <a:gd name="connsiteY12" fmla="*/ 1255137 h 2734622"/>
                  <a:gd name="connsiteX0" fmla="*/ 52213 w 1514146"/>
                  <a:gd name="connsiteY0" fmla="*/ 1255137 h 3131968"/>
                  <a:gd name="connsiteX1" fmla="*/ 14749 w 1514146"/>
                  <a:gd name="connsiteY1" fmla="*/ 713370 h 3131968"/>
                  <a:gd name="connsiteX2" fmla="*/ 285883 w 1514146"/>
                  <a:gd name="connsiteY2" fmla="*/ 2270 h 3131968"/>
                  <a:gd name="connsiteX3" fmla="*/ 929941 w 1514146"/>
                  <a:gd name="connsiteY3" fmla="*/ 508072 h 3131968"/>
                  <a:gd name="connsiteX4" fmla="*/ 1262976 w 1514146"/>
                  <a:gd name="connsiteY4" fmla="*/ 1075434 h 3131968"/>
                  <a:gd name="connsiteX5" fmla="*/ 1513137 w 1514146"/>
                  <a:gd name="connsiteY5" fmla="*/ 1940552 h 3131968"/>
                  <a:gd name="connsiteX6" fmla="*/ 1328141 w 1514146"/>
                  <a:gd name="connsiteY6" fmla="*/ 2318383 h 3131968"/>
                  <a:gd name="connsiteX7" fmla="*/ 1486214 w 1514146"/>
                  <a:gd name="connsiteY7" fmla="*/ 3127191 h 3131968"/>
                  <a:gd name="connsiteX8" fmla="*/ 668617 w 1514146"/>
                  <a:gd name="connsiteY8" fmla="*/ 2713734 h 3131968"/>
                  <a:gd name="connsiteX9" fmla="*/ 422911 w 1514146"/>
                  <a:gd name="connsiteY9" fmla="*/ 2716789 h 3131968"/>
                  <a:gd name="connsiteX10" fmla="*/ 86359 w 1514146"/>
                  <a:gd name="connsiteY10" fmla="*/ 2474583 h 3131968"/>
                  <a:gd name="connsiteX11" fmla="*/ 189776 w 1514146"/>
                  <a:gd name="connsiteY11" fmla="*/ 1959545 h 3131968"/>
                  <a:gd name="connsiteX12" fmla="*/ 52213 w 1514146"/>
                  <a:gd name="connsiteY12" fmla="*/ 1255137 h 3131968"/>
                  <a:gd name="connsiteX0" fmla="*/ 52213 w 1546017"/>
                  <a:gd name="connsiteY0" fmla="*/ 1255137 h 3131968"/>
                  <a:gd name="connsiteX1" fmla="*/ 14749 w 1546017"/>
                  <a:gd name="connsiteY1" fmla="*/ 713370 h 3131968"/>
                  <a:gd name="connsiteX2" fmla="*/ 285883 w 1546017"/>
                  <a:gd name="connsiteY2" fmla="*/ 2270 h 3131968"/>
                  <a:gd name="connsiteX3" fmla="*/ 929941 w 1546017"/>
                  <a:gd name="connsiteY3" fmla="*/ 508072 h 3131968"/>
                  <a:gd name="connsiteX4" fmla="*/ 1262976 w 1546017"/>
                  <a:gd name="connsiteY4" fmla="*/ 1075434 h 3131968"/>
                  <a:gd name="connsiteX5" fmla="*/ 1513137 w 1546017"/>
                  <a:gd name="connsiteY5" fmla="*/ 1940552 h 3131968"/>
                  <a:gd name="connsiteX6" fmla="*/ 1518641 w 1546017"/>
                  <a:gd name="connsiteY6" fmla="*/ 2402203 h 3131968"/>
                  <a:gd name="connsiteX7" fmla="*/ 1486214 w 1546017"/>
                  <a:gd name="connsiteY7" fmla="*/ 3127191 h 3131968"/>
                  <a:gd name="connsiteX8" fmla="*/ 668617 w 1546017"/>
                  <a:gd name="connsiteY8" fmla="*/ 2713734 h 3131968"/>
                  <a:gd name="connsiteX9" fmla="*/ 422911 w 1546017"/>
                  <a:gd name="connsiteY9" fmla="*/ 2716789 h 3131968"/>
                  <a:gd name="connsiteX10" fmla="*/ 86359 w 1546017"/>
                  <a:gd name="connsiteY10" fmla="*/ 2474583 h 3131968"/>
                  <a:gd name="connsiteX11" fmla="*/ 189776 w 1546017"/>
                  <a:gd name="connsiteY11" fmla="*/ 1959545 h 3131968"/>
                  <a:gd name="connsiteX12" fmla="*/ 52213 w 1546017"/>
                  <a:gd name="connsiteY12" fmla="*/ 1255137 h 3131968"/>
                  <a:gd name="connsiteX0" fmla="*/ 52213 w 1559144"/>
                  <a:gd name="connsiteY0" fmla="*/ 1255137 h 3131968"/>
                  <a:gd name="connsiteX1" fmla="*/ 14749 w 1559144"/>
                  <a:gd name="connsiteY1" fmla="*/ 713370 h 3131968"/>
                  <a:gd name="connsiteX2" fmla="*/ 285883 w 1559144"/>
                  <a:gd name="connsiteY2" fmla="*/ 2270 h 3131968"/>
                  <a:gd name="connsiteX3" fmla="*/ 929941 w 1559144"/>
                  <a:gd name="connsiteY3" fmla="*/ 508072 h 3131968"/>
                  <a:gd name="connsiteX4" fmla="*/ 1262976 w 1559144"/>
                  <a:gd name="connsiteY4" fmla="*/ 1075434 h 3131968"/>
                  <a:gd name="connsiteX5" fmla="*/ 1513137 w 1559144"/>
                  <a:gd name="connsiteY5" fmla="*/ 1940552 h 3131968"/>
                  <a:gd name="connsiteX6" fmla="*/ 1549121 w 1559144"/>
                  <a:gd name="connsiteY6" fmla="*/ 2455543 h 3131968"/>
                  <a:gd name="connsiteX7" fmla="*/ 1486214 w 1559144"/>
                  <a:gd name="connsiteY7" fmla="*/ 3127191 h 3131968"/>
                  <a:gd name="connsiteX8" fmla="*/ 668617 w 1559144"/>
                  <a:gd name="connsiteY8" fmla="*/ 2713734 h 3131968"/>
                  <a:gd name="connsiteX9" fmla="*/ 422911 w 1559144"/>
                  <a:gd name="connsiteY9" fmla="*/ 2716789 h 3131968"/>
                  <a:gd name="connsiteX10" fmla="*/ 86359 w 1559144"/>
                  <a:gd name="connsiteY10" fmla="*/ 2474583 h 3131968"/>
                  <a:gd name="connsiteX11" fmla="*/ 189776 w 1559144"/>
                  <a:gd name="connsiteY11" fmla="*/ 1959545 h 3131968"/>
                  <a:gd name="connsiteX12" fmla="*/ 52213 w 1559144"/>
                  <a:gd name="connsiteY12" fmla="*/ 1255137 h 3131968"/>
                  <a:gd name="connsiteX0" fmla="*/ 52213 w 1559144"/>
                  <a:gd name="connsiteY0" fmla="*/ 1255137 h 3133119"/>
                  <a:gd name="connsiteX1" fmla="*/ 14749 w 1559144"/>
                  <a:gd name="connsiteY1" fmla="*/ 713370 h 3133119"/>
                  <a:gd name="connsiteX2" fmla="*/ 285883 w 1559144"/>
                  <a:gd name="connsiteY2" fmla="*/ 2270 h 3133119"/>
                  <a:gd name="connsiteX3" fmla="*/ 929941 w 1559144"/>
                  <a:gd name="connsiteY3" fmla="*/ 508072 h 3133119"/>
                  <a:gd name="connsiteX4" fmla="*/ 1262976 w 1559144"/>
                  <a:gd name="connsiteY4" fmla="*/ 1075434 h 3133119"/>
                  <a:gd name="connsiteX5" fmla="*/ 1513137 w 1559144"/>
                  <a:gd name="connsiteY5" fmla="*/ 1940552 h 3133119"/>
                  <a:gd name="connsiteX6" fmla="*/ 1549121 w 1559144"/>
                  <a:gd name="connsiteY6" fmla="*/ 2455543 h 3133119"/>
                  <a:gd name="connsiteX7" fmla="*/ 1486214 w 1559144"/>
                  <a:gd name="connsiteY7" fmla="*/ 3127191 h 3133119"/>
                  <a:gd name="connsiteX8" fmla="*/ 699097 w 1559144"/>
                  <a:gd name="connsiteY8" fmla="*/ 2812794 h 3133119"/>
                  <a:gd name="connsiteX9" fmla="*/ 422911 w 1559144"/>
                  <a:gd name="connsiteY9" fmla="*/ 2716789 h 3133119"/>
                  <a:gd name="connsiteX10" fmla="*/ 86359 w 1559144"/>
                  <a:gd name="connsiteY10" fmla="*/ 2474583 h 3133119"/>
                  <a:gd name="connsiteX11" fmla="*/ 189776 w 1559144"/>
                  <a:gd name="connsiteY11" fmla="*/ 1959545 h 3133119"/>
                  <a:gd name="connsiteX12" fmla="*/ 52213 w 1559144"/>
                  <a:gd name="connsiteY12" fmla="*/ 1255137 h 3133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9144" h="3133119">
                    <a:moveTo>
                      <a:pt x="52213" y="1255137"/>
                    </a:moveTo>
                    <a:cubicBezTo>
                      <a:pt x="23042" y="1047441"/>
                      <a:pt x="-24196" y="922181"/>
                      <a:pt x="14749" y="713370"/>
                    </a:cubicBezTo>
                    <a:cubicBezTo>
                      <a:pt x="53694" y="504559"/>
                      <a:pt x="133351" y="36486"/>
                      <a:pt x="285883" y="2270"/>
                    </a:cubicBezTo>
                    <a:cubicBezTo>
                      <a:pt x="438415" y="-31946"/>
                      <a:pt x="767092" y="329211"/>
                      <a:pt x="929941" y="508072"/>
                    </a:cubicBezTo>
                    <a:cubicBezTo>
                      <a:pt x="1092790" y="686933"/>
                      <a:pt x="1150537" y="831607"/>
                      <a:pt x="1262976" y="1075434"/>
                    </a:cubicBezTo>
                    <a:cubicBezTo>
                      <a:pt x="1375415" y="1319261"/>
                      <a:pt x="1465446" y="1710534"/>
                      <a:pt x="1513137" y="1940552"/>
                    </a:cubicBezTo>
                    <a:cubicBezTo>
                      <a:pt x="1560828" y="2170570"/>
                      <a:pt x="1553608" y="2257770"/>
                      <a:pt x="1549121" y="2455543"/>
                    </a:cubicBezTo>
                    <a:cubicBezTo>
                      <a:pt x="1544634" y="2653316"/>
                      <a:pt x="1601215" y="3070189"/>
                      <a:pt x="1486214" y="3127191"/>
                    </a:cubicBezTo>
                    <a:cubicBezTo>
                      <a:pt x="1371213" y="3184193"/>
                      <a:pt x="763284" y="2811344"/>
                      <a:pt x="699097" y="2812794"/>
                    </a:cubicBezTo>
                    <a:cubicBezTo>
                      <a:pt x="634910" y="2814244"/>
                      <a:pt x="525034" y="2773157"/>
                      <a:pt x="422911" y="2716789"/>
                    </a:cubicBezTo>
                    <a:cubicBezTo>
                      <a:pt x="320788" y="2660421"/>
                      <a:pt x="95158" y="2555541"/>
                      <a:pt x="86359" y="2474583"/>
                    </a:cubicBezTo>
                    <a:cubicBezTo>
                      <a:pt x="125538" y="2295412"/>
                      <a:pt x="227539" y="2045860"/>
                      <a:pt x="189776" y="1959545"/>
                    </a:cubicBezTo>
                    <a:cubicBezTo>
                      <a:pt x="115599" y="1761290"/>
                      <a:pt x="81384" y="1462833"/>
                      <a:pt x="52213" y="1255137"/>
                    </a:cubicBezTo>
                    <a:close/>
                  </a:path>
                </a:pathLst>
              </a:cu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96983C7-2C2D-45A1-AF5F-3171D063267D}"/>
                </a:ext>
              </a:extLst>
            </p:cNvPr>
            <p:cNvSpPr/>
            <p:nvPr/>
          </p:nvSpPr>
          <p:spPr>
            <a:xfrm>
              <a:off x="9379277" y="2740653"/>
              <a:ext cx="801075" cy="2791974"/>
            </a:xfrm>
            <a:custGeom>
              <a:avLst/>
              <a:gdLst>
                <a:gd name="connsiteX0" fmla="*/ 1108 w 804649"/>
                <a:gd name="connsiteY0" fmla="*/ 355253 h 492961"/>
                <a:gd name="connsiteX1" fmla="*/ 268145 w 804649"/>
                <a:gd name="connsiteY1" fmla="*/ 298609 h 492961"/>
                <a:gd name="connsiteX2" fmla="*/ 583734 w 804649"/>
                <a:gd name="connsiteY2" fmla="*/ 128676 h 492961"/>
                <a:gd name="connsiteX3" fmla="*/ 624194 w 804649"/>
                <a:gd name="connsiteY3" fmla="*/ 7296 h 492961"/>
                <a:gd name="connsiteX4" fmla="*/ 802219 w 804649"/>
                <a:gd name="connsiteY4" fmla="*/ 347161 h 492961"/>
                <a:gd name="connsiteX5" fmla="*/ 688931 w 804649"/>
                <a:gd name="connsiteY5" fmla="*/ 484726 h 492961"/>
                <a:gd name="connsiteX6" fmla="*/ 195317 w 804649"/>
                <a:gd name="connsiteY6" fmla="*/ 468542 h 492961"/>
                <a:gd name="connsiteX7" fmla="*/ 1108 w 804649"/>
                <a:gd name="connsiteY7" fmla="*/ 355253 h 492961"/>
                <a:gd name="connsiteX0" fmla="*/ 1108 w 805051"/>
                <a:gd name="connsiteY0" fmla="*/ 511676 h 649384"/>
                <a:gd name="connsiteX1" fmla="*/ 268145 w 805051"/>
                <a:gd name="connsiteY1" fmla="*/ 455032 h 649384"/>
                <a:gd name="connsiteX2" fmla="*/ 583734 w 805051"/>
                <a:gd name="connsiteY2" fmla="*/ 285099 h 649384"/>
                <a:gd name="connsiteX3" fmla="*/ 616764 w 805051"/>
                <a:gd name="connsiteY3" fmla="*/ 3699 h 649384"/>
                <a:gd name="connsiteX4" fmla="*/ 802219 w 805051"/>
                <a:gd name="connsiteY4" fmla="*/ 503584 h 649384"/>
                <a:gd name="connsiteX5" fmla="*/ 688931 w 805051"/>
                <a:gd name="connsiteY5" fmla="*/ 641149 h 649384"/>
                <a:gd name="connsiteX6" fmla="*/ 195317 w 805051"/>
                <a:gd name="connsiteY6" fmla="*/ 624965 h 649384"/>
                <a:gd name="connsiteX7" fmla="*/ 1108 w 805051"/>
                <a:gd name="connsiteY7" fmla="*/ 511676 h 649384"/>
                <a:gd name="connsiteX0" fmla="*/ 1108 w 805051"/>
                <a:gd name="connsiteY0" fmla="*/ 511356 h 649064"/>
                <a:gd name="connsiteX1" fmla="*/ 268145 w 805051"/>
                <a:gd name="connsiteY1" fmla="*/ 454712 h 649064"/>
                <a:gd name="connsiteX2" fmla="*/ 442574 w 805051"/>
                <a:gd name="connsiteY2" fmla="*/ 292399 h 649064"/>
                <a:gd name="connsiteX3" fmla="*/ 616764 w 805051"/>
                <a:gd name="connsiteY3" fmla="*/ 3379 h 649064"/>
                <a:gd name="connsiteX4" fmla="*/ 802219 w 805051"/>
                <a:gd name="connsiteY4" fmla="*/ 503264 h 649064"/>
                <a:gd name="connsiteX5" fmla="*/ 688931 w 805051"/>
                <a:gd name="connsiteY5" fmla="*/ 640829 h 649064"/>
                <a:gd name="connsiteX6" fmla="*/ 195317 w 805051"/>
                <a:gd name="connsiteY6" fmla="*/ 624645 h 649064"/>
                <a:gd name="connsiteX7" fmla="*/ 1108 w 805051"/>
                <a:gd name="connsiteY7" fmla="*/ 511356 h 649064"/>
                <a:gd name="connsiteX0" fmla="*/ 762 w 856712"/>
                <a:gd name="connsiteY0" fmla="*/ 709476 h 714435"/>
                <a:gd name="connsiteX1" fmla="*/ 319806 w 856712"/>
                <a:gd name="connsiteY1" fmla="*/ 454712 h 714435"/>
                <a:gd name="connsiteX2" fmla="*/ 494235 w 856712"/>
                <a:gd name="connsiteY2" fmla="*/ 292399 h 714435"/>
                <a:gd name="connsiteX3" fmla="*/ 668425 w 856712"/>
                <a:gd name="connsiteY3" fmla="*/ 3379 h 714435"/>
                <a:gd name="connsiteX4" fmla="*/ 853880 w 856712"/>
                <a:gd name="connsiteY4" fmla="*/ 503264 h 714435"/>
                <a:gd name="connsiteX5" fmla="*/ 740592 w 856712"/>
                <a:gd name="connsiteY5" fmla="*/ 640829 h 714435"/>
                <a:gd name="connsiteX6" fmla="*/ 246978 w 856712"/>
                <a:gd name="connsiteY6" fmla="*/ 624645 h 714435"/>
                <a:gd name="connsiteX7" fmla="*/ 762 w 856712"/>
                <a:gd name="connsiteY7" fmla="*/ 709476 h 714435"/>
                <a:gd name="connsiteX0" fmla="*/ 452 w 856402"/>
                <a:gd name="connsiteY0" fmla="*/ 709476 h 786992"/>
                <a:gd name="connsiteX1" fmla="*/ 319496 w 856402"/>
                <a:gd name="connsiteY1" fmla="*/ 454712 h 786992"/>
                <a:gd name="connsiteX2" fmla="*/ 493925 w 856402"/>
                <a:gd name="connsiteY2" fmla="*/ 292399 h 786992"/>
                <a:gd name="connsiteX3" fmla="*/ 668115 w 856402"/>
                <a:gd name="connsiteY3" fmla="*/ 3379 h 786992"/>
                <a:gd name="connsiteX4" fmla="*/ 853570 w 856402"/>
                <a:gd name="connsiteY4" fmla="*/ 503264 h 786992"/>
                <a:gd name="connsiteX5" fmla="*/ 740282 w 856402"/>
                <a:gd name="connsiteY5" fmla="*/ 640829 h 786992"/>
                <a:gd name="connsiteX6" fmla="*/ 261527 w 856402"/>
                <a:gd name="connsiteY6" fmla="*/ 784665 h 786992"/>
                <a:gd name="connsiteX7" fmla="*/ 452 w 856402"/>
                <a:gd name="connsiteY7" fmla="*/ 709476 h 786992"/>
                <a:gd name="connsiteX0" fmla="*/ 452 w 856402"/>
                <a:gd name="connsiteY0" fmla="*/ 709476 h 805847"/>
                <a:gd name="connsiteX1" fmla="*/ 319496 w 856402"/>
                <a:gd name="connsiteY1" fmla="*/ 454712 h 805847"/>
                <a:gd name="connsiteX2" fmla="*/ 493925 w 856402"/>
                <a:gd name="connsiteY2" fmla="*/ 292399 h 805847"/>
                <a:gd name="connsiteX3" fmla="*/ 668115 w 856402"/>
                <a:gd name="connsiteY3" fmla="*/ 3379 h 805847"/>
                <a:gd name="connsiteX4" fmla="*/ 853570 w 856402"/>
                <a:gd name="connsiteY4" fmla="*/ 503264 h 805847"/>
                <a:gd name="connsiteX5" fmla="*/ 740282 w 856402"/>
                <a:gd name="connsiteY5" fmla="*/ 640829 h 805847"/>
                <a:gd name="connsiteX6" fmla="*/ 261527 w 856402"/>
                <a:gd name="connsiteY6" fmla="*/ 784665 h 805847"/>
                <a:gd name="connsiteX7" fmla="*/ 452 w 856402"/>
                <a:gd name="connsiteY7" fmla="*/ 709476 h 805847"/>
                <a:gd name="connsiteX0" fmla="*/ 593 w 856543"/>
                <a:gd name="connsiteY0" fmla="*/ 709476 h 841361"/>
                <a:gd name="connsiteX1" fmla="*/ 319637 w 856543"/>
                <a:gd name="connsiteY1" fmla="*/ 454712 h 841361"/>
                <a:gd name="connsiteX2" fmla="*/ 494066 w 856543"/>
                <a:gd name="connsiteY2" fmla="*/ 292399 h 841361"/>
                <a:gd name="connsiteX3" fmla="*/ 668256 w 856543"/>
                <a:gd name="connsiteY3" fmla="*/ 3379 h 841361"/>
                <a:gd name="connsiteX4" fmla="*/ 853711 w 856543"/>
                <a:gd name="connsiteY4" fmla="*/ 503264 h 841361"/>
                <a:gd name="connsiteX5" fmla="*/ 740423 w 856543"/>
                <a:gd name="connsiteY5" fmla="*/ 640829 h 841361"/>
                <a:gd name="connsiteX6" fmla="*/ 254239 w 856543"/>
                <a:gd name="connsiteY6" fmla="*/ 822765 h 841361"/>
                <a:gd name="connsiteX7" fmla="*/ 593 w 856543"/>
                <a:gd name="connsiteY7" fmla="*/ 709476 h 841361"/>
                <a:gd name="connsiteX0" fmla="*/ 546 w 853678"/>
                <a:gd name="connsiteY0" fmla="*/ 709476 h 1144832"/>
                <a:gd name="connsiteX1" fmla="*/ 319590 w 853678"/>
                <a:gd name="connsiteY1" fmla="*/ 454712 h 1144832"/>
                <a:gd name="connsiteX2" fmla="*/ 494019 w 853678"/>
                <a:gd name="connsiteY2" fmla="*/ 292399 h 1144832"/>
                <a:gd name="connsiteX3" fmla="*/ 668209 w 853678"/>
                <a:gd name="connsiteY3" fmla="*/ 3379 h 1144832"/>
                <a:gd name="connsiteX4" fmla="*/ 853664 w 853678"/>
                <a:gd name="connsiteY4" fmla="*/ 503264 h 1144832"/>
                <a:gd name="connsiteX5" fmla="*/ 658652 w 853678"/>
                <a:gd name="connsiteY5" fmla="*/ 1143749 h 1144832"/>
                <a:gd name="connsiteX6" fmla="*/ 254192 w 853678"/>
                <a:gd name="connsiteY6" fmla="*/ 822765 h 1144832"/>
                <a:gd name="connsiteX7" fmla="*/ 546 w 853678"/>
                <a:gd name="connsiteY7" fmla="*/ 709476 h 1144832"/>
                <a:gd name="connsiteX0" fmla="*/ 546 w 727023"/>
                <a:gd name="connsiteY0" fmla="*/ 709695 h 1145051"/>
                <a:gd name="connsiteX1" fmla="*/ 319590 w 727023"/>
                <a:gd name="connsiteY1" fmla="*/ 454931 h 1145051"/>
                <a:gd name="connsiteX2" fmla="*/ 494019 w 727023"/>
                <a:gd name="connsiteY2" fmla="*/ 292618 h 1145051"/>
                <a:gd name="connsiteX3" fmla="*/ 668209 w 727023"/>
                <a:gd name="connsiteY3" fmla="*/ 3598 h 1145051"/>
                <a:gd name="connsiteX4" fmla="*/ 719934 w 727023"/>
                <a:gd name="connsiteY4" fmla="*/ 511103 h 1145051"/>
                <a:gd name="connsiteX5" fmla="*/ 658652 w 727023"/>
                <a:gd name="connsiteY5" fmla="*/ 1143968 h 1145051"/>
                <a:gd name="connsiteX6" fmla="*/ 254192 w 727023"/>
                <a:gd name="connsiteY6" fmla="*/ 822984 h 1145051"/>
                <a:gd name="connsiteX7" fmla="*/ 546 w 727023"/>
                <a:gd name="connsiteY7" fmla="*/ 709695 h 1145051"/>
                <a:gd name="connsiteX0" fmla="*/ 546 w 729594"/>
                <a:gd name="connsiteY0" fmla="*/ 724777 h 1160133"/>
                <a:gd name="connsiteX1" fmla="*/ 319590 w 729594"/>
                <a:gd name="connsiteY1" fmla="*/ 470013 h 1160133"/>
                <a:gd name="connsiteX2" fmla="*/ 494019 w 729594"/>
                <a:gd name="connsiteY2" fmla="*/ 307700 h 1160133"/>
                <a:gd name="connsiteX3" fmla="*/ 631062 w 729594"/>
                <a:gd name="connsiteY3" fmla="*/ 3440 h 1160133"/>
                <a:gd name="connsiteX4" fmla="*/ 719934 w 729594"/>
                <a:gd name="connsiteY4" fmla="*/ 526185 h 1160133"/>
                <a:gd name="connsiteX5" fmla="*/ 658652 w 729594"/>
                <a:gd name="connsiteY5" fmla="*/ 1159050 h 1160133"/>
                <a:gd name="connsiteX6" fmla="*/ 254192 w 729594"/>
                <a:gd name="connsiteY6" fmla="*/ 838066 h 1160133"/>
                <a:gd name="connsiteX7" fmla="*/ 546 w 729594"/>
                <a:gd name="connsiteY7" fmla="*/ 724777 h 1160133"/>
                <a:gd name="connsiteX0" fmla="*/ 458 w 766653"/>
                <a:gd name="connsiteY0" fmla="*/ 724777 h 1160133"/>
                <a:gd name="connsiteX1" fmla="*/ 356649 w 766653"/>
                <a:gd name="connsiteY1" fmla="*/ 470013 h 1160133"/>
                <a:gd name="connsiteX2" fmla="*/ 531078 w 766653"/>
                <a:gd name="connsiteY2" fmla="*/ 307700 h 1160133"/>
                <a:gd name="connsiteX3" fmla="*/ 668121 w 766653"/>
                <a:gd name="connsiteY3" fmla="*/ 3440 h 1160133"/>
                <a:gd name="connsiteX4" fmla="*/ 756993 w 766653"/>
                <a:gd name="connsiteY4" fmla="*/ 526185 h 1160133"/>
                <a:gd name="connsiteX5" fmla="*/ 695711 w 766653"/>
                <a:gd name="connsiteY5" fmla="*/ 1159050 h 1160133"/>
                <a:gd name="connsiteX6" fmla="*/ 291251 w 766653"/>
                <a:gd name="connsiteY6" fmla="*/ 838066 h 1160133"/>
                <a:gd name="connsiteX7" fmla="*/ 458 w 766653"/>
                <a:gd name="connsiteY7" fmla="*/ 724777 h 1160133"/>
                <a:gd name="connsiteX0" fmla="*/ 458 w 765105"/>
                <a:gd name="connsiteY0" fmla="*/ 762537 h 1197893"/>
                <a:gd name="connsiteX1" fmla="*/ 356649 w 765105"/>
                <a:gd name="connsiteY1" fmla="*/ 507773 h 1197893"/>
                <a:gd name="connsiteX2" fmla="*/ 531078 w 765105"/>
                <a:gd name="connsiteY2" fmla="*/ 345460 h 1197893"/>
                <a:gd name="connsiteX3" fmla="*/ 690409 w 765105"/>
                <a:gd name="connsiteY3" fmla="*/ 3100 h 1197893"/>
                <a:gd name="connsiteX4" fmla="*/ 756993 w 765105"/>
                <a:gd name="connsiteY4" fmla="*/ 563945 h 1197893"/>
                <a:gd name="connsiteX5" fmla="*/ 695711 w 765105"/>
                <a:gd name="connsiteY5" fmla="*/ 1196810 h 1197893"/>
                <a:gd name="connsiteX6" fmla="*/ 291251 w 765105"/>
                <a:gd name="connsiteY6" fmla="*/ 875826 h 1197893"/>
                <a:gd name="connsiteX7" fmla="*/ 458 w 765105"/>
                <a:gd name="connsiteY7" fmla="*/ 762537 h 1197893"/>
                <a:gd name="connsiteX0" fmla="*/ 458 w 764082"/>
                <a:gd name="connsiteY0" fmla="*/ 770097 h 1205453"/>
                <a:gd name="connsiteX1" fmla="*/ 356649 w 764082"/>
                <a:gd name="connsiteY1" fmla="*/ 515333 h 1205453"/>
                <a:gd name="connsiteX2" fmla="*/ 531078 w 764082"/>
                <a:gd name="connsiteY2" fmla="*/ 353020 h 1205453"/>
                <a:gd name="connsiteX3" fmla="*/ 705268 w 764082"/>
                <a:gd name="connsiteY3" fmla="*/ 3040 h 1205453"/>
                <a:gd name="connsiteX4" fmla="*/ 756993 w 764082"/>
                <a:gd name="connsiteY4" fmla="*/ 571505 h 1205453"/>
                <a:gd name="connsiteX5" fmla="*/ 695711 w 764082"/>
                <a:gd name="connsiteY5" fmla="*/ 1204370 h 1205453"/>
                <a:gd name="connsiteX6" fmla="*/ 291251 w 764082"/>
                <a:gd name="connsiteY6" fmla="*/ 883386 h 1205453"/>
                <a:gd name="connsiteX7" fmla="*/ 458 w 764082"/>
                <a:gd name="connsiteY7" fmla="*/ 770097 h 1205453"/>
                <a:gd name="connsiteX0" fmla="*/ 458 w 764082"/>
                <a:gd name="connsiteY0" fmla="*/ 772723 h 1208079"/>
                <a:gd name="connsiteX1" fmla="*/ 356649 w 764082"/>
                <a:gd name="connsiteY1" fmla="*/ 517959 h 1208079"/>
                <a:gd name="connsiteX2" fmla="*/ 531078 w 764082"/>
                <a:gd name="connsiteY2" fmla="*/ 355646 h 1208079"/>
                <a:gd name="connsiteX3" fmla="*/ 705268 w 764082"/>
                <a:gd name="connsiteY3" fmla="*/ 5666 h 1208079"/>
                <a:gd name="connsiteX4" fmla="*/ 756993 w 764082"/>
                <a:gd name="connsiteY4" fmla="*/ 574131 h 1208079"/>
                <a:gd name="connsiteX5" fmla="*/ 695711 w 764082"/>
                <a:gd name="connsiteY5" fmla="*/ 1206996 h 1208079"/>
                <a:gd name="connsiteX6" fmla="*/ 291251 w 764082"/>
                <a:gd name="connsiteY6" fmla="*/ 886012 h 1208079"/>
                <a:gd name="connsiteX7" fmla="*/ 458 w 764082"/>
                <a:gd name="connsiteY7" fmla="*/ 772723 h 1208079"/>
                <a:gd name="connsiteX0" fmla="*/ 458 w 809909"/>
                <a:gd name="connsiteY0" fmla="*/ 2315135 h 2750491"/>
                <a:gd name="connsiteX1" fmla="*/ 356649 w 809909"/>
                <a:gd name="connsiteY1" fmla="*/ 2060371 h 2750491"/>
                <a:gd name="connsiteX2" fmla="*/ 531078 w 809909"/>
                <a:gd name="connsiteY2" fmla="*/ 1898058 h 2750491"/>
                <a:gd name="connsiteX3" fmla="*/ 73763 w 809909"/>
                <a:gd name="connsiteY3" fmla="*/ 1218 h 2750491"/>
                <a:gd name="connsiteX4" fmla="*/ 756993 w 809909"/>
                <a:gd name="connsiteY4" fmla="*/ 2116543 h 2750491"/>
                <a:gd name="connsiteX5" fmla="*/ 695711 w 809909"/>
                <a:gd name="connsiteY5" fmla="*/ 2749408 h 2750491"/>
                <a:gd name="connsiteX6" fmla="*/ 291251 w 809909"/>
                <a:gd name="connsiteY6" fmla="*/ 2428424 h 2750491"/>
                <a:gd name="connsiteX7" fmla="*/ 458 w 809909"/>
                <a:gd name="connsiteY7" fmla="*/ 2315135 h 2750491"/>
                <a:gd name="connsiteX0" fmla="*/ 458 w 809909"/>
                <a:gd name="connsiteY0" fmla="*/ 2321491 h 2756847"/>
                <a:gd name="connsiteX1" fmla="*/ 356649 w 809909"/>
                <a:gd name="connsiteY1" fmla="*/ 2066727 h 2756847"/>
                <a:gd name="connsiteX2" fmla="*/ 456783 w 809909"/>
                <a:gd name="connsiteY2" fmla="*/ 1439594 h 2756847"/>
                <a:gd name="connsiteX3" fmla="*/ 73763 w 809909"/>
                <a:gd name="connsiteY3" fmla="*/ 7574 h 2756847"/>
                <a:gd name="connsiteX4" fmla="*/ 756993 w 809909"/>
                <a:gd name="connsiteY4" fmla="*/ 2122899 h 2756847"/>
                <a:gd name="connsiteX5" fmla="*/ 695711 w 809909"/>
                <a:gd name="connsiteY5" fmla="*/ 2755764 h 2756847"/>
                <a:gd name="connsiteX6" fmla="*/ 291251 w 809909"/>
                <a:gd name="connsiteY6" fmla="*/ 2434780 h 2756847"/>
                <a:gd name="connsiteX7" fmla="*/ 458 w 809909"/>
                <a:gd name="connsiteY7" fmla="*/ 2321491 h 2756847"/>
                <a:gd name="connsiteX0" fmla="*/ 414077 w 740612"/>
                <a:gd name="connsiteY0" fmla="*/ 2374831 h 2756815"/>
                <a:gd name="connsiteX1" fmla="*/ 287352 w 740612"/>
                <a:gd name="connsiteY1" fmla="*/ 2066727 h 2756815"/>
                <a:gd name="connsiteX2" fmla="*/ 387486 w 740612"/>
                <a:gd name="connsiteY2" fmla="*/ 1439594 h 2756815"/>
                <a:gd name="connsiteX3" fmla="*/ 4466 w 740612"/>
                <a:gd name="connsiteY3" fmla="*/ 7574 h 2756815"/>
                <a:gd name="connsiteX4" fmla="*/ 687696 w 740612"/>
                <a:gd name="connsiteY4" fmla="*/ 2122899 h 2756815"/>
                <a:gd name="connsiteX5" fmla="*/ 626414 w 740612"/>
                <a:gd name="connsiteY5" fmla="*/ 2755764 h 2756815"/>
                <a:gd name="connsiteX6" fmla="*/ 221954 w 740612"/>
                <a:gd name="connsiteY6" fmla="*/ 2434780 h 2756815"/>
                <a:gd name="connsiteX7" fmla="*/ 414077 w 740612"/>
                <a:gd name="connsiteY7" fmla="*/ 2374831 h 2756815"/>
                <a:gd name="connsiteX0" fmla="*/ 414077 w 740612"/>
                <a:gd name="connsiteY0" fmla="*/ 2374831 h 2759667"/>
                <a:gd name="connsiteX1" fmla="*/ 287352 w 740612"/>
                <a:gd name="connsiteY1" fmla="*/ 2066727 h 2759667"/>
                <a:gd name="connsiteX2" fmla="*/ 387486 w 740612"/>
                <a:gd name="connsiteY2" fmla="*/ 1439594 h 2759667"/>
                <a:gd name="connsiteX3" fmla="*/ 4466 w 740612"/>
                <a:gd name="connsiteY3" fmla="*/ 7574 h 2759667"/>
                <a:gd name="connsiteX4" fmla="*/ 687696 w 740612"/>
                <a:gd name="connsiteY4" fmla="*/ 2122899 h 2759667"/>
                <a:gd name="connsiteX5" fmla="*/ 626414 w 740612"/>
                <a:gd name="connsiteY5" fmla="*/ 2755764 h 2759667"/>
                <a:gd name="connsiteX6" fmla="*/ 414077 w 740612"/>
                <a:gd name="connsiteY6" fmla="*/ 2374831 h 2759667"/>
                <a:gd name="connsiteX0" fmla="*/ 414348 w 740883"/>
                <a:gd name="connsiteY0" fmla="*/ 2374810 h 2759689"/>
                <a:gd name="connsiteX1" fmla="*/ 436212 w 740883"/>
                <a:gd name="connsiteY1" fmla="*/ 2043846 h 2759689"/>
                <a:gd name="connsiteX2" fmla="*/ 387757 w 740883"/>
                <a:gd name="connsiteY2" fmla="*/ 1439573 h 2759689"/>
                <a:gd name="connsiteX3" fmla="*/ 4737 w 740883"/>
                <a:gd name="connsiteY3" fmla="*/ 7553 h 2759689"/>
                <a:gd name="connsiteX4" fmla="*/ 687967 w 740883"/>
                <a:gd name="connsiteY4" fmla="*/ 2122878 h 2759689"/>
                <a:gd name="connsiteX5" fmla="*/ 626685 w 740883"/>
                <a:gd name="connsiteY5" fmla="*/ 2755743 h 2759689"/>
                <a:gd name="connsiteX6" fmla="*/ 414348 w 740883"/>
                <a:gd name="connsiteY6" fmla="*/ 2374810 h 2759689"/>
                <a:gd name="connsiteX0" fmla="*/ 410662 w 699504"/>
                <a:gd name="connsiteY0" fmla="*/ 2371869 h 2756748"/>
                <a:gd name="connsiteX1" fmla="*/ 432526 w 699504"/>
                <a:gd name="connsiteY1" fmla="*/ 2040905 h 2756748"/>
                <a:gd name="connsiteX2" fmla="*/ 384071 w 699504"/>
                <a:gd name="connsiteY2" fmla="*/ 1436632 h 2756748"/>
                <a:gd name="connsiteX3" fmla="*/ 1051 w 699504"/>
                <a:gd name="connsiteY3" fmla="*/ 4612 h 2756748"/>
                <a:gd name="connsiteX4" fmla="*/ 516701 w 699504"/>
                <a:gd name="connsiteY4" fmla="*/ 1019990 h 2756748"/>
                <a:gd name="connsiteX5" fmla="*/ 684281 w 699504"/>
                <a:gd name="connsiteY5" fmla="*/ 2119937 h 2756748"/>
                <a:gd name="connsiteX6" fmla="*/ 622999 w 699504"/>
                <a:gd name="connsiteY6" fmla="*/ 2752802 h 2756748"/>
                <a:gd name="connsiteX7" fmla="*/ 410662 w 699504"/>
                <a:gd name="connsiteY7" fmla="*/ 2371869 h 2756748"/>
                <a:gd name="connsiteX0" fmla="*/ 462549 w 751392"/>
                <a:gd name="connsiteY0" fmla="*/ 2364294 h 2749173"/>
                <a:gd name="connsiteX1" fmla="*/ 484413 w 751392"/>
                <a:gd name="connsiteY1" fmla="*/ 2033330 h 2749173"/>
                <a:gd name="connsiteX2" fmla="*/ 435958 w 751392"/>
                <a:gd name="connsiteY2" fmla="*/ 1429057 h 2749173"/>
                <a:gd name="connsiteX3" fmla="*/ 934 w 751392"/>
                <a:gd name="connsiteY3" fmla="*/ 4657 h 2749173"/>
                <a:gd name="connsiteX4" fmla="*/ 568588 w 751392"/>
                <a:gd name="connsiteY4" fmla="*/ 1012415 h 2749173"/>
                <a:gd name="connsiteX5" fmla="*/ 736168 w 751392"/>
                <a:gd name="connsiteY5" fmla="*/ 2112362 h 2749173"/>
                <a:gd name="connsiteX6" fmla="*/ 674886 w 751392"/>
                <a:gd name="connsiteY6" fmla="*/ 2745227 h 2749173"/>
                <a:gd name="connsiteX7" fmla="*/ 462549 w 751392"/>
                <a:gd name="connsiteY7" fmla="*/ 2364294 h 2749173"/>
                <a:gd name="connsiteX0" fmla="*/ 440306 w 729149"/>
                <a:gd name="connsiteY0" fmla="*/ 2379445 h 2764324"/>
                <a:gd name="connsiteX1" fmla="*/ 462170 w 729149"/>
                <a:gd name="connsiteY1" fmla="*/ 2048481 h 2764324"/>
                <a:gd name="connsiteX2" fmla="*/ 413715 w 729149"/>
                <a:gd name="connsiteY2" fmla="*/ 1444208 h 2764324"/>
                <a:gd name="connsiteX3" fmla="*/ 982 w 729149"/>
                <a:gd name="connsiteY3" fmla="*/ 4567 h 2764324"/>
                <a:gd name="connsiteX4" fmla="*/ 546345 w 729149"/>
                <a:gd name="connsiteY4" fmla="*/ 1027566 h 2764324"/>
                <a:gd name="connsiteX5" fmla="*/ 713925 w 729149"/>
                <a:gd name="connsiteY5" fmla="*/ 2127513 h 2764324"/>
                <a:gd name="connsiteX6" fmla="*/ 652643 w 729149"/>
                <a:gd name="connsiteY6" fmla="*/ 2760378 h 2764324"/>
                <a:gd name="connsiteX7" fmla="*/ 440306 w 729149"/>
                <a:gd name="connsiteY7" fmla="*/ 2379445 h 2764324"/>
                <a:gd name="connsiteX0" fmla="*/ 439696 w 728539"/>
                <a:gd name="connsiteY0" fmla="*/ 2379445 h 2764324"/>
                <a:gd name="connsiteX1" fmla="*/ 461560 w 728539"/>
                <a:gd name="connsiteY1" fmla="*/ 2048481 h 2764324"/>
                <a:gd name="connsiteX2" fmla="*/ 413105 w 728539"/>
                <a:gd name="connsiteY2" fmla="*/ 1444208 h 2764324"/>
                <a:gd name="connsiteX3" fmla="*/ 372 w 728539"/>
                <a:gd name="connsiteY3" fmla="*/ 4567 h 2764324"/>
                <a:gd name="connsiteX4" fmla="*/ 545735 w 728539"/>
                <a:gd name="connsiteY4" fmla="*/ 1027566 h 2764324"/>
                <a:gd name="connsiteX5" fmla="*/ 713315 w 728539"/>
                <a:gd name="connsiteY5" fmla="*/ 2127513 h 2764324"/>
                <a:gd name="connsiteX6" fmla="*/ 652033 w 728539"/>
                <a:gd name="connsiteY6" fmla="*/ 2760378 h 2764324"/>
                <a:gd name="connsiteX7" fmla="*/ 439696 w 728539"/>
                <a:gd name="connsiteY7" fmla="*/ 2379445 h 2764324"/>
                <a:gd name="connsiteX0" fmla="*/ 441767 w 730610"/>
                <a:gd name="connsiteY0" fmla="*/ 2423075 h 2807954"/>
                <a:gd name="connsiteX1" fmla="*/ 463631 w 730610"/>
                <a:gd name="connsiteY1" fmla="*/ 2092111 h 2807954"/>
                <a:gd name="connsiteX2" fmla="*/ 415176 w 730610"/>
                <a:gd name="connsiteY2" fmla="*/ 1487838 h 2807954"/>
                <a:gd name="connsiteX3" fmla="*/ 2443 w 730610"/>
                <a:gd name="connsiteY3" fmla="*/ 48197 h 2807954"/>
                <a:gd name="connsiteX4" fmla="*/ 258054 w 730610"/>
                <a:gd name="connsiteY4" fmla="*/ 408257 h 2807954"/>
                <a:gd name="connsiteX5" fmla="*/ 547806 w 730610"/>
                <a:gd name="connsiteY5" fmla="*/ 1071196 h 2807954"/>
                <a:gd name="connsiteX6" fmla="*/ 715386 w 730610"/>
                <a:gd name="connsiteY6" fmla="*/ 2171143 h 2807954"/>
                <a:gd name="connsiteX7" fmla="*/ 654104 w 730610"/>
                <a:gd name="connsiteY7" fmla="*/ 2804008 h 2807954"/>
                <a:gd name="connsiteX8" fmla="*/ 441767 w 730610"/>
                <a:gd name="connsiteY8" fmla="*/ 2423075 h 2807954"/>
                <a:gd name="connsiteX0" fmla="*/ 463821 w 752664"/>
                <a:gd name="connsiteY0" fmla="*/ 2423075 h 2807954"/>
                <a:gd name="connsiteX1" fmla="*/ 485685 w 752664"/>
                <a:gd name="connsiteY1" fmla="*/ 2092111 h 2807954"/>
                <a:gd name="connsiteX2" fmla="*/ 437230 w 752664"/>
                <a:gd name="connsiteY2" fmla="*/ 1487838 h 2807954"/>
                <a:gd name="connsiteX3" fmla="*/ 2211 w 752664"/>
                <a:gd name="connsiteY3" fmla="*/ 48197 h 2807954"/>
                <a:gd name="connsiteX4" fmla="*/ 280108 w 752664"/>
                <a:gd name="connsiteY4" fmla="*/ 408257 h 2807954"/>
                <a:gd name="connsiteX5" fmla="*/ 569860 w 752664"/>
                <a:gd name="connsiteY5" fmla="*/ 1071196 h 2807954"/>
                <a:gd name="connsiteX6" fmla="*/ 737440 w 752664"/>
                <a:gd name="connsiteY6" fmla="*/ 2171143 h 2807954"/>
                <a:gd name="connsiteX7" fmla="*/ 676158 w 752664"/>
                <a:gd name="connsiteY7" fmla="*/ 2804008 h 2807954"/>
                <a:gd name="connsiteX8" fmla="*/ 463821 w 752664"/>
                <a:gd name="connsiteY8" fmla="*/ 2423075 h 2807954"/>
                <a:gd name="connsiteX0" fmla="*/ 478545 w 767388"/>
                <a:gd name="connsiteY0" fmla="*/ 2402424 h 2787303"/>
                <a:gd name="connsiteX1" fmla="*/ 500409 w 767388"/>
                <a:gd name="connsiteY1" fmla="*/ 2071460 h 2787303"/>
                <a:gd name="connsiteX2" fmla="*/ 451954 w 767388"/>
                <a:gd name="connsiteY2" fmla="*/ 1467187 h 2787303"/>
                <a:gd name="connsiteX3" fmla="*/ 2079 w 767388"/>
                <a:gd name="connsiteY3" fmla="*/ 50406 h 2787303"/>
                <a:gd name="connsiteX4" fmla="*/ 294832 w 767388"/>
                <a:gd name="connsiteY4" fmla="*/ 387606 h 2787303"/>
                <a:gd name="connsiteX5" fmla="*/ 584584 w 767388"/>
                <a:gd name="connsiteY5" fmla="*/ 1050545 h 2787303"/>
                <a:gd name="connsiteX6" fmla="*/ 752164 w 767388"/>
                <a:gd name="connsiteY6" fmla="*/ 2150492 h 2787303"/>
                <a:gd name="connsiteX7" fmla="*/ 690882 w 767388"/>
                <a:gd name="connsiteY7" fmla="*/ 2783357 h 2787303"/>
                <a:gd name="connsiteX8" fmla="*/ 478545 w 767388"/>
                <a:gd name="connsiteY8" fmla="*/ 2402424 h 2787303"/>
                <a:gd name="connsiteX0" fmla="*/ 492201 w 781044"/>
                <a:gd name="connsiteY0" fmla="*/ 2399535 h 2784414"/>
                <a:gd name="connsiteX1" fmla="*/ 514065 w 781044"/>
                <a:gd name="connsiteY1" fmla="*/ 2068571 h 2784414"/>
                <a:gd name="connsiteX2" fmla="*/ 465610 w 781044"/>
                <a:gd name="connsiteY2" fmla="*/ 1464298 h 2784414"/>
                <a:gd name="connsiteX3" fmla="*/ 15735 w 781044"/>
                <a:gd name="connsiteY3" fmla="*/ 47517 h 2784414"/>
                <a:gd name="connsiteX4" fmla="*/ 308488 w 781044"/>
                <a:gd name="connsiteY4" fmla="*/ 384717 h 2784414"/>
                <a:gd name="connsiteX5" fmla="*/ 598240 w 781044"/>
                <a:gd name="connsiteY5" fmla="*/ 1047656 h 2784414"/>
                <a:gd name="connsiteX6" fmla="*/ 765820 w 781044"/>
                <a:gd name="connsiteY6" fmla="*/ 2147603 h 2784414"/>
                <a:gd name="connsiteX7" fmla="*/ 704538 w 781044"/>
                <a:gd name="connsiteY7" fmla="*/ 2780468 h 2784414"/>
                <a:gd name="connsiteX8" fmla="*/ 492201 w 781044"/>
                <a:gd name="connsiteY8" fmla="*/ 2399535 h 2784414"/>
                <a:gd name="connsiteX0" fmla="*/ 492203 w 781044"/>
                <a:gd name="connsiteY0" fmla="*/ 2650995 h 2794747"/>
                <a:gd name="connsiteX1" fmla="*/ 514065 w 781044"/>
                <a:gd name="connsiteY1" fmla="*/ 2068571 h 2794747"/>
                <a:gd name="connsiteX2" fmla="*/ 465610 w 781044"/>
                <a:gd name="connsiteY2" fmla="*/ 1464298 h 2794747"/>
                <a:gd name="connsiteX3" fmla="*/ 15735 w 781044"/>
                <a:gd name="connsiteY3" fmla="*/ 47517 h 2794747"/>
                <a:gd name="connsiteX4" fmla="*/ 308488 w 781044"/>
                <a:gd name="connsiteY4" fmla="*/ 384717 h 2794747"/>
                <a:gd name="connsiteX5" fmla="*/ 598240 w 781044"/>
                <a:gd name="connsiteY5" fmla="*/ 1047656 h 2794747"/>
                <a:gd name="connsiteX6" fmla="*/ 765820 w 781044"/>
                <a:gd name="connsiteY6" fmla="*/ 2147603 h 2794747"/>
                <a:gd name="connsiteX7" fmla="*/ 704538 w 781044"/>
                <a:gd name="connsiteY7" fmla="*/ 2780468 h 2794747"/>
                <a:gd name="connsiteX8" fmla="*/ 492203 w 781044"/>
                <a:gd name="connsiteY8" fmla="*/ 2650995 h 2794747"/>
                <a:gd name="connsiteX0" fmla="*/ 492203 w 781044"/>
                <a:gd name="connsiteY0" fmla="*/ 2650995 h 2792332"/>
                <a:gd name="connsiteX1" fmla="*/ 514065 w 781044"/>
                <a:gd name="connsiteY1" fmla="*/ 2068571 h 2792332"/>
                <a:gd name="connsiteX2" fmla="*/ 465610 w 781044"/>
                <a:gd name="connsiteY2" fmla="*/ 1464298 h 2792332"/>
                <a:gd name="connsiteX3" fmla="*/ 15735 w 781044"/>
                <a:gd name="connsiteY3" fmla="*/ 47517 h 2792332"/>
                <a:gd name="connsiteX4" fmla="*/ 308488 w 781044"/>
                <a:gd name="connsiteY4" fmla="*/ 384717 h 2792332"/>
                <a:gd name="connsiteX5" fmla="*/ 598240 w 781044"/>
                <a:gd name="connsiteY5" fmla="*/ 1047656 h 2792332"/>
                <a:gd name="connsiteX6" fmla="*/ 765820 w 781044"/>
                <a:gd name="connsiteY6" fmla="*/ 2147603 h 2792332"/>
                <a:gd name="connsiteX7" fmla="*/ 704538 w 781044"/>
                <a:gd name="connsiteY7" fmla="*/ 2780468 h 2792332"/>
                <a:gd name="connsiteX8" fmla="*/ 492203 w 781044"/>
                <a:gd name="connsiteY8" fmla="*/ 2650995 h 2792332"/>
                <a:gd name="connsiteX0" fmla="*/ 469917 w 781044"/>
                <a:gd name="connsiteY0" fmla="*/ 2696715 h 2799002"/>
                <a:gd name="connsiteX1" fmla="*/ 514065 w 781044"/>
                <a:gd name="connsiteY1" fmla="*/ 2068571 h 2799002"/>
                <a:gd name="connsiteX2" fmla="*/ 465610 w 781044"/>
                <a:gd name="connsiteY2" fmla="*/ 1464298 h 2799002"/>
                <a:gd name="connsiteX3" fmla="*/ 15735 w 781044"/>
                <a:gd name="connsiteY3" fmla="*/ 47517 h 2799002"/>
                <a:gd name="connsiteX4" fmla="*/ 308488 w 781044"/>
                <a:gd name="connsiteY4" fmla="*/ 384717 h 2799002"/>
                <a:gd name="connsiteX5" fmla="*/ 598240 w 781044"/>
                <a:gd name="connsiteY5" fmla="*/ 1047656 h 2799002"/>
                <a:gd name="connsiteX6" fmla="*/ 765820 w 781044"/>
                <a:gd name="connsiteY6" fmla="*/ 2147603 h 2799002"/>
                <a:gd name="connsiteX7" fmla="*/ 704538 w 781044"/>
                <a:gd name="connsiteY7" fmla="*/ 2780468 h 2799002"/>
                <a:gd name="connsiteX8" fmla="*/ 469917 w 781044"/>
                <a:gd name="connsiteY8" fmla="*/ 2696715 h 2799002"/>
                <a:gd name="connsiteX0" fmla="*/ 469917 w 781044"/>
                <a:gd name="connsiteY0" fmla="*/ 2696715 h 2791974"/>
                <a:gd name="connsiteX1" fmla="*/ 514065 w 781044"/>
                <a:gd name="connsiteY1" fmla="*/ 2068571 h 2791974"/>
                <a:gd name="connsiteX2" fmla="*/ 465610 w 781044"/>
                <a:gd name="connsiteY2" fmla="*/ 1464298 h 2791974"/>
                <a:gd name="connsiteX3" fmla="*/ 15735 w 781044"/>
                <a:gd name="connsiteY3" fmla="*/ 47517 h 2791974"/>
                <a:gd name="connsiteX4" fmla="*/ 308488 w 781044"/>
                <a:gd name="connsiteY4" fmla="*/ 384717 h 2791974"/>
                <a:gd name="connsiteX5" fmla="*/ 598240 w 781044"/>
                <a:gd name="connsiteY5" fmla="*/ 1047656 h 2791974"/>
                <a:gd name="connsiteX6" fmla="*/ 765820 w 781044"/>
                <a:gd name="connsiteY6" fmla="*/ 2147603 h 2791974"/>
                <a:gd name="connsiteX7" fmla="*/ 704538 w 781044"/>
                <a:gd name="connsiteY7" fmla="*/ 2780468 h 2791974"/>
                <a:gd name="connsiteX8" fmla="*/ 469917 w 781044"/>
                <a:gd name="connsiteY8" fmla="*/ 2696715 h 279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1044" h="2791974">
                  <a:moveTo>
                    <a:pt x="469917" y="2696715"/>
                  </a:moveTo>
                  <a:cubicBezTo>
                    <a:pt x="430745" y="2654266"/>
                    <a:pt x="514783" y="2273974"/>
                    <a:pt x="514065" y="2068571"/>
                  </a:cubicBezTo>
                  <a:cubicBezTo>
                    <a:pt x="513347" y="1863168"/>
                    <a:pt x="548665" y="1801140"/>
                    <a:pt x="465610" y="1464298"/>
                  </a:cubicBezTo>
                  <a:cubicBezTo>
                    <a:pt x="382555" y="1127456"/>
                    <a:pt x="101358" y="219827"/>
                    <a:pt x="15735" y="47517"/>
                  </a:cubicBezTo>
                  <a:cubicBezTo>
                    <a:pt x="-69888" y="-124793"/>
                    <a:pt x="217594" y="214217"/>
                    <a:pt x="308488" y="384717"/>
                  </a:cubicBezTo>
                  <a:cubicBezTo>
                    <a:pt x="399382" y="555217"/>
                    <a:pt x="518303" y="755112"/>
                    <a:pt x="598240" y="1047656"/>
                  </a:cubicBezTo>
                  <a:cubicBezTo>
                    <a:pt x="678177" y="1340200"/>
                    <a:pt x="748104" y="1858801"/>
                    <a:pt x="765820" y="2147603"/>
                  </a:cubicBezTo>
                  <a:cubicBezTo>
                    <a:pt x="783536" y="2436405"/>
                    <a:pt x="805688" y="2760238"/>
                    <a:pt x="704538" y="2780468"/>
                  </a:cubicBezTo>
                  <a:cubicBezTo>
                    <a:pt x="658935" y="2822457"/>
                    <a:pt x="509089" y="2739164"/>
                    <a:pt x="469917" y="2696715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8" name="work-up">
            <a:extLst>
              <a:ext uri="{FF2B5EF4-FFF2-40B4-BE49-F238E27FC236}">
                <a16:creationId xmlns:a16="http://schemas.microsoft.com/office/drawing/2014/main" id="{DA2BDD47-CC03-4ED9-8444-29B814704E4B}"/>
              </a:ext>
            </a:extLst>
          </p:cNvPr>
          <p:cNvSpPr/>
          <p:nvPr/>
        </p:nvSpPr>
        <p:spPr>
          <a:xfrm>
            <a:off x="7912520" y="1971125"/>
            <a:ext cx="3602148" cy="8460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Which pleural effusions warrant further work-up?</a:t>
            </a:r>
          </a:p>
        </p:txBody>
      </p:sp>
    </p:spTree>
    <p:extLst>
      <p:ext uri="{BB962C8B-B14F-4D97-AF65-F5344CB8AC3E}">
        <p14:creationId xmlns:p14="http://schemas.microsoft.com/office/powerpoint/2010/main" val="208239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7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B6DF80A-1759-4CEB-90E1-E7350CE04EF5}"/>
              </a:ext>
            </a:extLst>
          </p:cNvPr>
          <p:cNvSpPr txBox="1"/>
          <p:nvPr/>
        </p:nvSpPr>
        <p:spPr>
          <a:xfrm>
            <a:off x="2106667" y="702621"/>
            <a:ext cx="3830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Pleural: serum </a:t>
            </a:r>
            <a:r>
              <a:rPr lang="en-US" dirty="0">
                <a:solidFill>
                  <a:srgbClr val="FF0000"/>
                </a:solidFill>
              </a:rPr>
              <a:t>protein</a:t>
            </a:r>
            <a:r>
              <a:rPr lang="en-US" dirty="0"/>
              <a:t> &gt;0.5</a:t>
            </a:r>
          </a:p>
          <a:p>
            <a:pPr algn="ctr"/>
            <a:r>
              <a:rPr lang="en-US" dirty="0"/>
              <a:t>Pleural: serum </a:t>
            </a:r>
            <a:r>
              <a:rPr lang="en-US" dirty="0">
                <a:solidFill>
                  <a:srgbClr val="FF0000"/>
                </a:solidFill>
              </a:rPr>
              <a:t>LDH</a:t>
            </a:r>
            <a:r>
              <a:rPr lang="en-US" dirty="0"/>
              <a:t> &gt;0.6</a:t>
            </a:r>
          </a:p>
          <a:p>
            <a:pPr algn="ctr"/>
            <a:r>
              <a:rPr lang="en-US" dirty="0"/>
              <a:t>Pleural </a:t>
            </a:r>
            <a:r>
              <a:rPr lang="en-US" dirty="0">
                <a:solidFill>
                  <a:srgbClr val="FF0000"/>
                </a:solidFill>
              </a:rPr>
              <a:t>LDH</a:t>
            </a:r>
            <a:r>
              <a:rPr lang="en-US" dirty="0"/>
              <a:t> &gt;2/3 ULN of serum LDH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518FC49-2D8A-40FA-B2B6-92AD4EFB37E7}"/>
              </a:ext>
            </a:extLst>
          </p:cNvPr>
          <p:cNvCxnSpPr>
            <a:cxnSpLocks/>
            <a:stCxn id="12" idx="2"/>
            <a:endCxn id="52" idx="0"/>
          </p:cNvCxnSpPr>
          <p:nvPr/>
        </p:nvCxnSpPr>
        <p:spPr>
          <a:xfrm rot="5400000">
            <a:off x="2743720" y="1004136"/>
            <a:ext cx="656183" cy="189981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6DDF46-D1C8-4F53-9104-2098561E1378}"/>
              </a:ext>
            </a:extLst>
          </p:cNvPr>
          <p:cNvSpPr txBox="1"/>
          <p:nvPr/>
        </p:nvSpPr>
        <p:spPr>
          <a:xfrm>
            <a:off x="2500693" y="1728446"/>
            <a:ext cx="1050944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0 criteria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CF754F1-0AA4-4211-BDF5-193977810BBA}"/>
              </a:ext>
            </a:extLst>
          </p:cNvPr>
          <p:cNvCxnSpPr>
            <a:cxnSpLocks/>
            <a:stCxn id="12" idx="2"/>
            <a:endCxn id="53" idx="0"/>
          </p:cNvCxnSpPr>
          <p:nvPr/>
        </p:nvCxnSpPr>
        <p:spPr>
          <a:xfrm rot="16200000" flipH="1">
            <a:off x="4267355" y="1380313"/>
            <a:ext cx="656183" cy="114745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6B82FB2-24D5-4B88-BBC4-62D9B201C089}"/>
              </a:ext>
            </a:extLst>
          </p:cNvPr>
          <p:cNvSpPr txBox="1"/>
          <p:nvPr/>
        </p:nvSpPr>
        <p:spPr>
          <a:xfrm>
            <a:off x="4309104" y="1728446"/>
            <a:ext cx="590786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≥1</a:t>
            </a:r>
          </a:p>
        </p:txBody>
      </p:sp>
      <p:sp>
        <p:nvSpPr>
          <p:cNvPr id="39" name="Pleural studies">
            <a:extLst>
              <a:ext uri="{FF2B5EF4-FFF2-40B4-BE49-F238E27FC236}">
                <a16:creationId xmlns:a16="http://schemas.microsoft.com/office/drawing/2014/main" id="{FC8A8489-BAE8-4194-A560-072C2DEA131B}"/>
              </a:ext>
            </a:extLst>
          </p:cNvPr>
          <p:cNvSpPr txBox="1"/>
          <p:nvPr/>
        </p:nvSpPr>
        <p:spPr>
          <a:xfrm>
            <a:off x="6980070" y="210419"/>
            <a:ext cx="2323813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Pleural studies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206B74-498F-4DA9-8450-46D9C8AB4816}"/>
              </a:ext>
            </a:extLst>
          </p:cNvPr>
          <p:cNvSpPr txBox="1"/>
          <p:nvPr/>
        </p:nvSpPr>
        <p:spPr>
          <a:xfrm>
            <a:off x="6893201" y="588832"/>
            <a:ext cx="24975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Protein</a:t>
            </a:r>
          </a:p>
          <a:p>
            <a:r>
              <a:rPr lang="en-US" dirty="0"/>
              <a:t>LDH</a:t>
            </a:r>
          </a:p>
          <a:p>
            <a:r>
              <a:rPr lang="en-US" dirty="0"/>
              <a:t>Gram stain and culture</a:t>
            </a:r>
          </a:p>
          <a:p>
            <a:r>
              <a:rPr lang="en-US" dirty="0"/>
              <a:t>Cell count</a:t>
            </a:r>
          </a:p>
          <a:p>
            <a:r>
              <a:rPr lang="en-US" dirty="0"/>
              <a:t>pH</a:t>
            </a:r>
          </a:p>
          <a:p>
            <a:r>
              <a:rPr lang="en-US" dirty="0"/>
              <a:t>Glucose</a:t>
            </a:r>
          </a:p>
        </p:txBody>
      </p:sp>
      <p:sp>
        <p:nvSpPr>
          <p:cNvPr id="44" name="Specialized tests">
            <a:extLst>
              <a:ext uri="{FF2B5EF4-FFF2-40B4-BE49-F238E27FC236}">
                <a16:creationId xmlns:a16="http://schemas.microsoft.com/office/drawing/2014/main" id="{A739BBC4-F843-432B-9065-B98B95A5118D}"/>
              </a:ext>
            </a:extLst>
          </p:cNvPr>
          <p:cNvSpPr txBox="1"/>
          <p:nvPr/>
        </p:nvSpPr>
        <p:spPr>
          <a:xfrm>
            <a:off x="9470544" y="201260"/>
            <a:ext cx="2323813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Specialized tests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429F32-850A-4CE2-9254-C6DD33F1FF85}"/>
              </a:ext>
            </a:extLst>
          </p:cNvPr>
          <p:cNvSpPr txBox="1"/>
          <p:nvPr/>
        </p:nvSpPr>
        <p:spPr>
          <a:xfrm>
            <a:off x="9390750" y="570592"/>
            <a:ext cx="2799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Cytology/ flow cytometry</a:t>
            </a:r>
          </a:p>
          <a:p>
            <a:r>
              <a:rPr lang="en-US" dirty="0"/>
              <a:t>Adenosine deaminase</a:t>
            </a:r>
          </a:p>
          <a:p>
            <a:r>
              <a:rPr lang="en-US" dirty="0"/>
              <a:t>Amylase</a:t>
            </a:r>
          </a:p>
          <a:p>
            <a:r>
              <a:rPr lang="en-US" dirty="0"/>
              <a:t>Triglycerides</a:t>
            </a:r>
          </a:p>
          <a:p>
            <a:r>
              <a:rPr lang="en-US" dirty="0"/>
              <a:t>Hematocrit</a:t>
            </a:r>
          </a:p>
        </p:txBody>
      </p:sp>
      <p:sp>
        <p:nvSpPr>
          <p:cNvPr id="7" name="Light's criteria">
            <a:extLst>
              <a:ext uri="{FF2B5EF4-FFF2-40B4-BE49-F238E27FC236}">
                <a16:creationId xmlns:a16="http://schemas.microsoft.com/office/drawing/2014/main" id="{49EF73AC-970D-4EE0-8B62-1F14322D7EC7}"/>
              </a:ext>
            </a:extLst>
          </p:cNvPr>
          <p:cNvSpPr txBox="1"/>
          <p:nvPr/>
        </p:nvSpPr>
        <p:spPr>
          <a:xfrm>
            <a:off x="3096590" y="210419"/>
            <a:ext cx="195681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LIGHT’S CRITERIA</a:t>
            </a:r>
          </a:p>
        </p:txBody>
      </p:sp>
      <p:pic>
        <p:nvPicPr>
          <p:cNvPr id="127" name="Graphic 126" descr="Cursor">
            <a:extLst>
              <a:ext uri="{FF2B5EF4-FFF2-40B4-BE49-F238E27FC236}">
                <a16:creationId xmlns:a16="http://schemas.microsoft.com/office/drawing/2014/main" id="{8698E2C7-81C6-4E0A-A77E-D5ABF4616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6439" y="492431"/>
            <a:ext cx="301752" cy="301752"/>
          </a:xfrm>
          <a:prstGeom prst="rect">
            <a:avLst/>
          </a:prstGeom>
        </p:spPr>
      </p:pic>
      <p:sp>
        <p:nvSpPr>
          <p:cNvPr id="40" name="Objective 1">
            <a:hlinkClick r:id="rId5" action="ppaction://hlinksldjump"/>
            <a:extLst>
              <a:ext uri="{FF2B5EF4-FFF2-40B4-BE49-F238E27FC236}">
                <a16:creationId xmlns:a16="http://schemas.microsoft.com/office/drawing/2014/main" id="{8C23C8F9-E37D-4C24-8C54-9650ACD773AA}"/>
              </a:ext>
            </a:extLst>
          </p:cNvPr>
          <p:cNvSpPr/>
          <p:nvPr/>
        </p:nvSpPr>
        <p:spPr>
          <a:xfrm>
            <a:off x="128017" y="146304"/>
            <a:ext cx="155448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Light’s Criteria</a:t>
            </a:r>
          </a:p>
        </p:txBody>
      </p:sp>
      <p:sp>
        <p:nvSpPr>
          <p:cNvPr id="43" name="Objective 2">
            <a:hlinkClick r:id="rId6" action="ppaction://hlinksldjump"/>
            <a:extLst>
              <a:ext uri="{FF2B5EF4-FFF2-40B4-BE49-F238E27FC236}">
                <a16:creationId xmlns:a16="http://schemas.microsoft.com/office/drawing/2014/main" id="{C7E98342-823E-4406-890D-3BB859D38AF7}"/>
              </a:ext>
            </a:extLst>
          </p:cNvPr>
          <p:cNvSpPr/>
          <p:nvPr/>
        </p:nvSpPr>
        <p:spPr>
          <a:xfrm>
            <a:off x="128016" y="634256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</a:t>
            </a:r>
          </a:p>
        </p:txBody>
      </p:sp>
      <p:sp>
        <p:nvSpPr>
          <p:cNvPr id="46" name="Objective 3">
            <a:hlinkClick r:id="rId7" action="ppaction://hlinksldjump"/>
            <a:extLst>
              <a:ext uri="{FF2B5EF4-FFF2-40B4-BE49-F238E27FC236}">
                <a16:creationId xmlns:a16="http://schemas.microsoft.com/office/drawing/2014/main" id="{66B97E60-68BE-41A1-BFB5-A0F72BABCF3B}"/>
              </a:ext>
            </a:extLst>
          </p:cNvPr>
          <p:cNvSpPr/>
          <p:nvPr/>
        </p:nvSpPr>
        <p:spPr>
          <a:xfrm>
            <a:off x="139789" y="1122208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Management </a:t>
            </a:r>
          </a:p>
        </p:txBody>
      </p:sp>
      <p:sp>
        <p:nvSpPr>
          <p:cNvPr id="47" name="Objective 3">
            <a:hlinkClick r:id="rId8" action="ppaction://hlinksldjump"/>
            <a:extLst>
              <a:ext uri="{FF2B5EF4-FFF2-40B4-BE49-F238E27FC236}">
                <a16:creationId xmlns:a16="http://schemas.microsoft.com/office/drawing/2014/main" id="{BE892C31-8E24-4D6E-91DE-45440227CF6F}"/>
              </a:ext>
            </a:extLst>
          </p:cNvPr>
          <p:cNvSpPr/>
          <p:nvPr/>
        </p:nvSpPr>
        <p:spPr>
          <a:xfrm>
            <a:off x="139789" y="1610160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3CA43A72-6D7F-4491-B5F1-9F72414C74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681" y="865239"/>
            <a:ext cx="301752" cy="301752"/>
          </a:xfrm>
          <a:prstGeom prst="rect">
            <a:avLst/>
          </a:prstGeom>
        </p:spPr>
      </p:pic>
      <p:pic>
        <p:nvPicPr>
          <p:cNvPr id="50" name="Graphic 49" descr="Cursor">
            <a:extLst>
              <a:ext uri="{FF2B5EF4-FFF2-40B4-BE49-F238E27FC236}">
                <a16:creationId xmlns:a16="http://schemas.microsoft.com/office/drawing/2014/main" id="{F9DCD0BB-4F69-4B9C-9B8C-8322FB4005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681" y="1365169"/>
            <a:ext cx="301752" cy="301752"/>
          </a:xfrm>
          <a:prstGeom prst="rect">
            <a:avLst/>
          </a:prstGeom>
        </p:spPr>
      </p:pic>
      <p:pic>
        <p:nvPicPr>
          <p:cNvPr id="51" name="Graphic 50" descr="Cursor">
            <a:extLst>
              <a:ext uri="{FF2B5EF4-FFF2-40B4-BE49-F238E27FC236}">
                <a16:creationId xmlns:a16="http://schemas.microsoft.com/office/drawing/2014/main" id="{7C0719F4-8A56-419F-B242-13BD6D7597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681" y="1849000"/>
            <a:ext cx="301752" cy="301752"/>
          </a:xfrm>
          <a:prstGeom prst="rect">
            <a:avLst/>
          </a:prstGeom>
        </p:spPr>
      </p:pic>
      <p:sp>
        <p:nvSpPr>
          <p:cNvPr id="52" name="Transudate">
            <a:hlinkClick r:id="rId6" action="ppaction://hlinksldjump"/>
            <a:extLst>
              <a:ext uri="{FF2B5EF4-FFF2-40B4-BE49-F238E27FC236}">
                <a16:creationId xmlns:a16="http://schemas.microsoft.com/office/drawing/2014/main" id="{3259B79C-CF2B-41D8-8CB7-7DA88E929DD8}"/>
              </a:ext>
            </a:extLst>
          </p:cNvPr>
          <p:cNvSpPr txBox="1"/>
          <p:nvPr/>
        </p:nvSpPr>
        <p:spPr>
          <a:xfrm>
            <a:off x="1344664" y="2282134"/>
            <a:ext cx="155448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TRANSUDATE</a:t>
            </a:r>
          </a:p>
        </p:txBody>
      </p:sp>
      <p:sp>
        <p:nvSpPr>
          <p:cNvPr id="53" name="Exudate">
            <a:hlinkClick r:id="rId6" action="ppaction://hlinksldjump"/>
            <a:extLst>
              <a:ext uri="{FF2B5EF4-FFF2-40B4-BE49-F238E27FC236}">
                <a16:creationId xmlns:a16="http://schemas.microsoft.com/office/drawing/2014/main" id="{22151E64-66BD-4D42-BFEF-15FBD6A74441}"/>
              </a:ext>
            </a:extLst>
          </p:cNvPr>
          <p:cNvSpPr txBox="1"/>
          <p:nvPr/>
        </p:nvSpPr>
        <p:spPr>
          <a:xfrm>
            <a:off x="4391935" y="2282134"/>
            <a:ext cx="155448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EXUDATE</a:t>
            </a:r>
          </a:p>
        </p:txBody>
      </p:sp>
      <p:pic>
        <p:nvPicPr>
          <p:cNvPr id="54" name="Graphic 53" descr="Cursor">
            <a:extLst>
              <a:ext uri="{FF2B5EF4-FFF2-40B4-BE49-F238E27FC236}">
                <a16:creationId xmlns:a16="http://schemas.microsoft.com/office/drawing/2014/main" id="{CD6C69D5-1B91-4102-B563-081C9146B2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5539" y="2558842"/>
            <a:ext cx="301752" cy="301752"/>
          </a:xfrm>
          <a:prstGeom prst="rect">
            <a:avLst/>
          </a:prstGeom>
        </p:spPr>
      </p:pic>
      <p:pic>
        <p:nvPicPr>
          <p:cNvPr id="55" name="Graphic 54" descr="Cursor">
            <a:extLst>
              <a:ext uri="{FF2B5EF4-FFF2-40B4-BE49-F238E27FC236}">
                <a16:creationId xmlns:a16="http://schemas.microsoft.com/office/drawing/2014/main" id="{414FA6C2-EC7F-4BD0-937C-846C0A9B6C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8268" y="2558842"/>
            <a:ext cx="301752" cy="30175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9340F00E-B343-4468-A86E-686DE2B2A34C}"/>
              </a:ext>
            </a:extLst>
          </p:cNvPr>
          <p:cNvSpPr txBox="1"/>
          <p:nvPr/>
        </p:nvSpPr>
        <p:spPr>
          <a:xfrm>
            <a:off x="6893201" y="588832"/>
            <a:ext cx="2497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Protein</a:t>
            </a:r>
          </a:p>
          <a:p>
            <a:r>
              <a:rPr lang="en-US" dirty="0">
                <a:solidFill>
                  <a:srgbClr val="FF0000"/>
                </a:solidFill>
              </a:rPr>
              <a:t>LDH</a:t>
            </a:r>
          </a:p>
        </p:txBody>
      </p:sp>
      <p:sp>
        <p:nvSpPr>
          <p:cNvPr id="57" name="Light's criteria">
            <a:extLst>
              <a:ext uri="{FF2B5EF4-FFF2-40B4-BE49-F238E27FC236}">
                <a16:creationId xmlns:a16="http://schemas.microsoft.com/office/drawing/2014/main" id="{650B77BF-A848-4C4F-B4B1-51B927A26F4B}"/>
              </a:ext>
            </a:extLst>
          </p:cNvPr>
          <p:cNvSpPr txBox="1"/>
          <p:nvPr/>
        </p:nvSpPr>
        <p:spPr>
          <a:xfrm>
            <a:off x="3096590" y="210909"/>
            <a:ext cx="195681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110" name="Objective 2">
            <a:hlinkClick r:id="rId10" action="ppaction://hlinksldjump"/>
            <a:extLst>
              <a:ext uri="{FF2B5EF4-FFF2-40B4-BE49-F238E27FC236}">
                <a16:creationId xmlns:a16="http://schemas.microsoft.com/office/drawing/2014/main" id="{C1A74B85-113D-448A-9884-4DC3121A1321}"/>
              </a:ext>
            </a:extLst>
          </p:cNvPr>
          <p:cNvSpPr/>
          <p:nvPr/>
        </p:nvSpPr>
        <p:spPr>
          <a:xfrm>
            <a:off x="139789" y="6108700"/>
            <a:ext cx="1554480" cy="5682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Bonus information</a:t>
            </a:r>
          </a:p>
        </p:txBody>
      </p:sp>
      <p:pic>
        <p:nvPicPr>
          <p:cNvPr id="111" name="Graphic 110" descr="Cursor">
            <a:extLst>
              <a:ext uri="{FF2B5EF4-FFF2-40B4-BE49-F238E27FC236}">
                <a16:creationId xmlns:a16="http://schemas.microsoft.com/office/drawing/2014/main" id="{92437404-6F0D-4B61-BFAE-8C015CC231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6454" y="6542139"/>
            <a:ext cx="301752" cy="30175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22D9B10-8E1A-46C8-B37E-BE4FF73DCF91}"/>
              </a:ext>
            </a:extLst>
          </p:cNvPr>
          <p:cNvSpPr txBox="1"/>
          <p:nvPr/>
        </p:nvSpPr>
        <p:spPr>
          <a:xfrm>
            <a:off x="7293053" y="2568206"/>
            <a:ext cx="4301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Click on “Bonus information” to learn more about pleural fluid testing. </a:t>
            </a:r>
          </a:p>
        </p:txBody>
      </p:sp>
      <p:pic>
        <p:nvPicPr>
          <p:cNvPr id="112" name="Graphic 111" descr="Cursor">
            <a:extLst>
              <a:ext uri="{FF2B5EF4-FFF2-40B4-BE49-F238E27FC236}">
                <a16:creationId xmlns:a16="http://schemas.microsoft.com/office/drawing/2014/main" id="{2ADCCC5C-F051-46D0-B0F4-0DFF39409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3007" y="483380"/>
            <a:ext cx="301752" cy="301752"/>
          </a:xfrm>
          <a:prstGeom prst="rect">
            <a:avLst/>
          </a:prstGeom>
        </p:spPr>
      </p:pic>
      <p:pic>
        <p:nvPicPr>
          <p:cNvPr id="113" name="Graphic 112" descr="Cursor">
            <a:extLst>
              <a:ext uri="{FF2B5EF4-FFF2-40B4-BE49-F238E27FC236}">
                <a16:creationId xmlns:a16="http://schemas.microsoft.com/office/drawing/2014/main" id="{D742D9AF-0A6C-47CB-87B0-0932204D5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9413" y="483380"/>
            <a:ext cx="301752" cy="301752"/>
          </a:xfrm>
          <a:prstGeom prst="rect">
            <a:avLst/>
          </a:prstGeom>
        </p:spPr>
      </p:pic>
      <p:sp>
        <p:nvSpPr>
          <p:cNvPr id="114" name="Pleural studies">
            <a:extLst>
              <a:ext uri="{FF2B5EF4-FFF2-40B4-BE49-F238E27FC236}">
                <a16:creationId xmlns:a16="http://schemas.microsoft.com/office/drawing/2014/main" id="{589B6813-3936-4CFA-A26F-DF56845D3F75}"/>
              </a:ext>
            </a:extLst>
          </p:cNvPr>
          <p:cNvSpPr txBox="1"/>
          <p:nvPr/>
        </p:nvSpPr>
        <p:spPr>
          <a:xfrm>
            <a:off x="6988036" y="207466"/>
            <a:ext cx="2323813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Pleural studies</a:t>
            </a:r>
          </a:p>
        </p:txBody>
      </p:sp>
      <p:sp>
        <p:nvSpPr>
          <p:cNvPr id="115" name="Specialized tests">
            <a:extLst>
              <a:ext uri="{FF2B5EF4-FFF2-40B4-BE49-F238E27FC236}">
                <a16:creationId xmlns:a16="http://schemas.microsoft.com/office/drawing/2014/main" id="{E40B9CC4-EE90-46B2-9314-B813464DC2FA}"/>
              </a:ext>
            </a:extLst>
          </p:cNvPr>
          <p:cNvSpPr txBox="1"/>
          <p:nvPr/>
        </p:nvSpPr>
        <p:spPr>
          <a:xfrm>
            <a:off x="9478510" y="198307"/>
            <a:ext cx="2323813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Specialized tests</a:t>
            </a:r>
          </a:p>
        </p:txBody>
      </p:sp>
    </p:spTree>
    <p:extLst>
      <p:ext uri="{BB962C8B-B14F-4D97-AF65-F5344CB8AC3E}">
        <p14:creationId xmlns:p14="http://schemas.microsoft.com/office/powerpoint/2010/main" val="377062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12" grpId="0"/>
      <p:bldP spid="17" grpId="0" animBg="1"/>
      <p:bldP spid="19" grpId="0" animBg="1"/>
      <p:bldP spid="39" grpId="0" animBg="1"/>
      <p:bldP spid="39" grpId="1" animBg="1"/>
      <p:bldP spid="41" grpId="0"/>
      <p:bldP spid="44" grpId="0" animBg="1"/>
      <p:bldP spid="44" grpId="1" animBg="1"/>
      <p:bldP spid="45" grpId="0"/>
      <p:bldP spid="7" grpId="1" animBg="1"/>
      <p:bldP spid="52" grpId="0" animBg="1"/>
      <p:bldP spid="53" grpId="0" animBg="1"/>
      <p:bldP spid="56" grpId="0"/>
      <p:bldP spid="57" grpId="0" animBg="1"/>
      <p:bldP spid="34" grpId="0"/>
      <p:bldP spid="114" grpId="0" animBg="1"/>
      <p:bldP spid="1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ive 1">
            <a:hlinkClick r:id="rId3" action="ppaction://hlinksldjump"/>
            <a:extLst>
              <a:ext uri="{FF2B5EF4-FFF2-40B4-BE49-F238E27FC236}">
                <a16:creationId xmlns:a16="http://schemas.microsoft.com/office/drawing/2014/main" id="{EB84CE2A-D549-4FAC-8F0B-906AEE31BC21}"/>
              </a:ext>
            </a:extLst>
          </p:cNvPr>
          <p:cNvSpPr/>
          <p:nvPr/>
        </p:nvSpPr>
        <p:spPr>
          <a:xfrm>
            <a:off x="128017" y="146304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74" name="Objective 2">
            <a:hlinkClick r:id="rId4" action="ppaction://hlinksldjump"/>
            <a:extLst>
              <a:ext uri="{FF2B5EF4-FFF2-40B4-BE49-F238E27FC236}">
                <a16:creationId xmlns:a16="http://schemas.microsoft.com/office/drawing/2014/main" id="{47A4C8B2-E6AD-438B-A880-62629E92EF69}"/>
              </a:ext>
            </a:extLst>
          </p:cNvPr>
          <p:cNvSpPr/>
          <p:nvPr/>
        </p:nvSpPr>
        <p:spPr>
          <a:xfrm>
            <a:off x="128016" y="634256"/>
            <a:ext cx="155448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Differential</a:t>
            </a:r>
          </a:p>
        </p:txBody>
      </p:sp>
      <p:sp>
        <p:nvSpPr>
          <p:cNvPr id="75" name="Objective 3">
            <a:hlinkClick r:id="rId5" action="ppaction://hlinksldjump"/>
            <a:extLst>
              <a:ext uri="{FF2B5EF4-FFF2-40B4-BE49-F238E27FC236}">
                <a16:creationId xmlns:a16="http://schemas.microsoft.com/office/drawing/2014/main" id="{54ACFC5B-670C-48EB-B56C-0749936D2DBD}"/>
              </a:ext>
            </a:extLst>
          </p:cNvPr>
          <p:cNvSpPr/>
          <p:nvPr/>
        </p:nvSpPr>
        <p:spPr>
          <a:xfrm>
            <a:off x="139789" y="1122208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Management </a:t>
            </a:r>
          </a:p>
        </p:txBody>
      </p:sp>
      <p:sp>
        <p:nvSpPr>
          <p:cNvPr id="76" name="Objective 3">
            <a:hlinkClick r:id="rId6" action="ppaction://hlinksldjump"/>
            <a:extLst>
              <a:ext uri="{FF2B5EF4-FFF2-40B4-BE49-F238E27FC236}">
                <a16:creationId xmlns:a16="http://schemas.microsoft.com/office/drawing/2014/main" id="{E477BFEC-4640-4F8F-8A39-C4A1A9E6396A}"/>
              </a:ext>
            </a:extLst>
          </p:cNvPr>
          <p:cNvSpPr/>
          <p:nvPr/>
        </p:nvSpPr>
        <p:spPr>
          <a:xfrm>
            <a:off x="139789" y="1610160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77" name="Graphic 76" descr="Cursor">
            <a:extLst>
              <a:ext uri="{FF2B5EF4-FFF2-40B4-BE49-F238E27FC236}">
                <a16:creationId xmlns:a16="http://schemas.microsoft.com/office/drawing/2014/main" id="{16BAA2EE-DC26-4145-8AFC-61F4FA0A86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681" y="383766"/>
            <a:ext cx="301752" cy="301752"/>
          </a:xfrm>
          <a:prstGeom prst="rect">
            <a:avLst/>
          </a:prstGeom>
        </p:spPr>
      </p:pic>
      <p:pic>
        <p:nvPicPr>
          <p:cNvPr id="83" name="Graphic 82" descr="Cursor">
            <a:extLst>
              <a:ext uri="{FF2B5EF4-FFF2-40B4-BE49-F238E27FC236}">
                <a16:creationId xmlns:a16="http://schemas.microsoft.com/office/drawing/2014/main" id="{52FDF377-9F8F-4FB1-8501-0A1E43FC7B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681" y="1365169"/>
            <a:ext cx="301752" cy="301752"/>
          </a:xfrm>
          <a:prstGeom prst="rect">
            <a:avLst/>
          </a:prstGeom>
        </p:spPr>
      </p:pic>
      <p:pic>
        <p:nvPicPr>
          <p:cNvPr id="84" name="Graphic 83" descr="Cursor">
            <a:extLst>
              <a:ext uri="{FF2B5EF4-FFF2-40B4-BE49-F238E27FC236}">
                <a16:creationId xmlns:a16="http://schemas.microsoft.com/office/drawing/2014/main" id="{C5C2824D-C89F-4244-9234-D4E4D3B676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681" y="1849000"/>
            <a:ext cx="301752" cy="30175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96524BED-3113-4F0F-A443-005BB9F95C3B}"/>
              </a:ext>
            </a:extLst>
          </p:cNvPr>
          <p:cNvSpPr txBox="1"/>
          <p:nvPr/>
        </p:nvSpPr>
        <p:spPr>
          <a:xfrm>
            <a:off x="2106667" y="702621"/>
            <a:ext cx="3830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Pleural: serum protein &gt;0.5</a:t>
            </a:r>
          </a:p>
          <a:p>
            <a:pPr algn="ctr"/>
            <a:r>
              <a:rPr lang="en-US" dirty="0"/>
              <a:t>Pleural: serum LDH &gt;0.6</a:t>
            </a:r>
          </a:p>
          <a:p>
            <a:pPr algn="ctr"/>
            <a:r>
              <a:rPr lang="en-US" dirty="0"/>
              <a:t>Pleural LDH &gt;2/3 ULN of serum LDH</a:t>
            </a: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F211018E-CCAC-4B90-B830-A220BE972A52}"/>
              </a:ext>
            </a:extLst>
          </p:cNvPr>
          <p:cNvCxnSpPr>
            <a:cxnSpLocks/>
            <a:stCxn id="86" idx="2"/>
            <a:endCxn id="128" idx="0"/>
          </p:cNvCxnSpPr>
          <p:nvPr/>
        </p:nvCxnSpPr>
        <p:spPr>
          <a:xfrm rot="5400000">
            <a:off x="2743720" y="1004136"/>
            <a:ext cx="656183" cy="189981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DCFBF34-2E9B-4EF6-BD3F-7EA0363C9ED5}"/>
              </a:ext>
            </a:extLst>
          </p:cNvPr>
          <p:cNvSpPr txBox="1"/>
          <p:nvPr/>
        </p:nvSpPr>
        <p:spPr>
          <a:xfrm>
            <a:off x="2500693" y="1728446"/>
            <a:ext cx="1050944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0 criteria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30C7F8E2-ED16-4652-B6F7-574A6CF45EE5}"/>
              </a:ext>
            </a:extLst>
          </p:cNvPr>
          <p:cNvCxnSpPr>
            <a:cxnSpLocks/>
            <a:stCxn id="86" idx="2"/>
            <a:endCxn id="129" idx="0"/>
          </p:cNvCxnSpPr>
          <p:nvPr/>
        </p:nvCxnSpPr>
        <p:spPr>
          <a:xfrm rot="16200000" flipH="1">
            <a:off x="4267355" y="1380313"/>
            <a:ext cx="656183" cy="114745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67A9204-C155-4223-B173-179265B7D052}"/>
              </a:ext>
            </a:extLst>
          </p:cNvPr>
          <p:cNvSpPr txBox="1"/>
          <p:nvPr/>
        </p:nvSpPr>
        <p:spPr>
          <a:xfrm>
            <a:off x="4309104" y="1728446"/>
            <a:ext cx="590786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≥1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DDF409-298D-4DFE-813B-070286609C58}"/>
              </a:ext>
            </a:extLst>
          </p:cNvPr>
          <p:cNvSpPr txBox="1"/>
          <p:nvPr/>
        </p:nvSpPr>
        <p:spPr>
          <a:xfrm>
            <a:off x="6980070" y="210419"/>
            <a:ext cx="232381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Pleural studies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9A86E33-0B5B-42D9-87D8-A5E46D076C89}"/>
              </a:ext>
            </a:extLst>
          </p:cNvPr>
          <p:cNvSpPr txBox="1"/>
          <p:nvPr/>
        </p:nvSpPr>
        <p:spPr>
          <a:xfrm>
            <a:off x="6893201" y="588832"/>
            <a:ext cx="24975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Protein</a:t>
            </a:r>
          </a:p>
          <a:p>
            <a:r>
              <a:rPr lang="en-US" dirty="0"/>
              <a:t>LDH</a:t>
            </a:r>
          </a:p>
          <a:p>
            <a:r>
              <a:rPr lang="en-US" dirty="0">
                <a:solidFill>
                  <a:srgbClr val="FF0000"/>
                </a:solidFill>
              </a:rPr>
              <a:t>Gram stain and culture</a:t>
            </a:r>
          </a:p>
          <a:p>
            <a:r>
              <a:rPr lang="en-US" dirty="0">
                <a:solidFill>
                  <a:srgbClr val="FF0000"/>
                </a:solidFill>
              </a:rPr>
              <a:t>Cell count</a:t>
            </a:r>
          </a:p>
          <a:p>
            <a:r>
              <a:rPr lang="en-US" dirty="0">
                <a:solidFill>
                  <a:srgbClr val="FF0000"/>
                </a:solidFill>
              </a:rPr>
              <a:t>pH</a:t>
            </a:r>
          </a:p>
          <a:p>
            <a:r>
              <a:rPr lang="en-US" dirty="0">
                <a:solidFill>
                  <a:srgbClr val="FF0000"/>
                </a:solidFill>
              </a:rPr>
              <a:t>Glucose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0CFB935-E334-4091-B969-FC43178B6BF1}"/>
              </a:ext>
            </a:extLst>
          </p:cNvPr>
          <p:cNvSpPr txBox="1"/>
          <p:nvPr/>
        </p:nvSpPr>
        <p:spPr>
          <a:xfrm>
            <a:off x="9470544" y="201260"/>
            <a:ext cx="232381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Specialized tests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9DEFA54-D08B-42B2-A1A5-0AF5589E28DD}"/>
              </a:ext>
            </a:extLst>
          </p:cNvPr>
          <p:cNvSpPr txBox="1"/>
          <p:nvPr/>
        </p:nvSpPr>
        <p:spPr>
          <a:xfrm>
            <a:off x="9390750" y="570592"/>
            <a:ext cx="2799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Cytology/ flow cytometry</a:t>
            </a:r>
          </a:p>
          <a:p>
            <a:r>
              <a:rPr lang="en-US" dirty="0">
                <a:solidFill>
                  <a:schemeClr val="accent1"/>
                </a:solidFill>
              </a:rPr>
              <a:t>Adenosine deaminase</a:t>
            </a:r>
          </a:p>
          <a:p>
            <a:r>
              <a:rPr lang="en-US" dirty="0">
                <a:solidFill>
                  <a:schemeClr val="accent1"/>
                </a:solidFill>
              </a:rPr>
              <a:t>Amylase</a:t>
            </a:r>
          </a:p>
          <a:p>
            <a:r>
              <a:rPr lang="en-US" dirty="0">
                <a:solidFill>
                  <a:schemeClr val="accent1"/>
                </a:solidFill>
              </a:rPr>
              <a:t>Triglycerides</a:t>
            </a:r>
          </a:p>
          <a:p>
            <a:r>
              <a:rPr lang="en-US" dirty="0">
                <a:solidFill>
                  <a:schemeClr val="accent1"/>
                </a:solidFill>
              </a:rPr>
              <a:t>Hematocrit</a:t>
            </a:r>
          </a:p>
        </p:txBody>
      </p:sp>
      <p:sp>
        <p:nvSpPr>
          <p:cNvPr id="128" name="Transudate">
            <a:extLst>
              <a:ext uri="{FF2B5EF4-FFF2-40B4-BE49-F238E27FC236}">
                <a16:creationId xmlns:a16="http://schemas.microsoft.com/office/drawing/2014/main" id="{5E10FB2F-5F38-4B97-9B66-58CB2975250D}"/>
              </a:ext>
            </a:extLst>
          </p:cNvPr>
          <p:cNvSpPr txBox="1"/>
          <p:nvPr/>
        </p:nvSpPr>
        <p:spPr>
          <a:xfrm>
            <a:off x="1344664" y="2282134"/>
            <a:ext cx="155448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TRANSUDATE</a:t>
            </a:r>
          </a:p>
        </p:txBody>
      </p:sp>
      <p:sp>
        <p:nvSpPr>
          <p:cNvPr id="129" name="Exudate">
            <a:extLst>
              <a:ext uri="{FF2B5EF4-FFF2-40B4-BE49-F238E27FC236}">
                <a16:creationId xmlns:a16="http://schemas.microsoft.com/office/drawing/2014/main" id="{4BF30114-9BF3-47AA-A85A-2294129064DA}"/>
              </a:ext>
            </a:extLst>
          </p:cNvPr>
          <p:cNvSpPr txBox="1"/>
          <p:nvPr/>
        </p:nvSpPr>
        <p:spPr>
          <a:xfrm>
            <a:off x="4391935" y="2282134"/>
            <a:ext cx="155448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EXUDATE</a:t>
            </a:r>
          </a:p>
        </p:txBody>
      </p:sp>
      <p:pic>
        <p:nvPicPr>
          <p:cNvPr id="130" name="Graphic 129" descr="Cursor">
            <a:extLst>
              <a:ext uri="{FF2B5EF4-FFF2-40B4-BE49-F238E27FC236}">
                <a16:creationId xmlns:a16="http://schemas.microsoft.com/office/drawing/2014/main" id="{DF01293F-7904-465D-A816-37BB3C7B8E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5539" y="2558842"/>
            <a:ext cx="301752" cy="301752"/>
          </a:xfrm>
          <a:prstGeom prst="rect">
            <a:avLst/>
          </a:prstGeom>
        </p:spPr>
      </p:pic>
      <p:pic>
        <p:nvPicPr>
          <p:cNvPr id="131" name="Graphic 130" descr="Cursor">
            <a:extLst>
              <a:ext uri="{FF2B5EF4-FFF2-40B4-BE49-F238E27FC236}">
                <a16:creationId xmlns:a16="http://schemas.microsoft.com/office/drawing/2014/main" id="{3AD70720-A7E6-46AD-86BC-40DFFF74D6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8268" y="2558842"/>
            <a:ext cx="301752" cy="301752"/>
          </a:xfrm>
          <a:prstGeom prst="rect">
            <a:avLst/>
          </a:prstGeom>
        </p:spPr>
      </p:pic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08FAF6A-CFE5-43A3-AB65-110F29E5786E}"/>
              </a:ext>
            </a:extLst>
          </p:cNvPr>
          <p:cNvGrpSpPr/>
          <p:nvPr/>
        </p:nvGrpSpPr>
        <p:grpSpPr>
          <a:xfrm>
            <a:off x="498964" y="2619986"/>
            <a:ext cx="3191169" cy="2229276"/>
            <a:chOff x="231560" y="2578231"/>
            <a:chExt cx="3191169" cy="2229276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AC8764E-B777-4C62-B18B-35962095FB25}"/>
                </a:ext>
              </a:extLst>
            </p:cNvPr>
            <p:cNvSpPr txBox="1"/>
            <p:nvPr/>
          </p:nvSpPr>
          <p:spPr>
            <a:xfrm>
              <a:off x="231560" y="2703999"/>
              <a:ext cx="317239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Heart failure</a:t>
              </a:r>
            </a:p>
            <a:p>
              <a:pPr algn="ctr"/>
              <a:r>
                <a:rPr lang="en-US" dirty="0"/>
                <a:t>Cirrhosis (Hepatic hydrothorax)</a:t>
              </a:r>
            </a:p>
            <a:p>
              <a:pPr algn="ctr"/>
              <a:r>
                <a:rPr lang="en-US" dirty="0"/>
                <a:t>Nephrotic syndrome</a:t>
              </a:r>
            </a:p>
            <a:p>
              <a:pPr algn="ctr"/>
              <a:r>
                <a:rPr lang="en-US" dirty="0"/>
                <a:t>Hypoalbuminemia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F0899EF-4DC8-46E8-89C1-6D629418EB15}"/>
                </a:ext>
              </a:extLst>
            </p:cNvPr>
            <p:cNvCxnSpPr/>
            <p:nvPr/>
          </p:nvCxnSpPr>
          <p:spPr>
            <a:xfrm>
              <a:off x="323681" y="3884177"/>
              <a:ext cx="29859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62F038B-4D9D-4141-BFB3-681B5ADEE885}"/>
                </a:ext>
              </a:extLst>
            </p:cNvPr>
            <p:cNvSpPr txBox="1"/>
            <p:nvPr/>
          </p:nvSpPr>
          <p:spPr>
            <a:xfrm>
              <a:off x="250336" y="3884177"/>
              <a:ext cx="31723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Peritoneal dialysis</a:t>
              </a:r>
            </a:p>
            <a:p>
              <a:pPr algn="ctr"/>
              <a:r>
                <a:rPr lang="en-US" dirty="0"/>
                <a:t>Atelectasis</a:t>
              </a:r>
            </a:p>
            <a:p>
              <a:pPr algn="ctr"/>
              <a:r>
                <a:rPr lang="en-US" dirty="0"/>
                <a:t>Trapped lung</a:t>
              </a:r>
            </a:p>
          </p:txBody>
        </p:sp>
        <p:pic>
          <p:nvPicPr>
            <p:cNvPr id="138" name="Graphic 137" descr="Cursor" hidden="1">
              <a:extLst>
                <a:ext uri="{FF2B5EF4-FFF2-40B4-BE49-F238E27FC236}">
                  <a16:creationId xmlns:a16="http://schemas.microsoft.com/office/drawing/2014/main" id="{E053DFB7-E6C3-4711-8610-DE503B25C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562648" y="2578231"/>
              <a:ext cx="209491" cy="209491"/>
            </a:xfrm>
            <a:prstGeom prst="rect">
              <a:avLst/>
            </a:prstGeom>
          </p:spPr>
        </p:pic>
      </p:grpSp>
      <p:sp>
        <p:nvSpPr>
          <p:cNvPr id="174" name="Infection">
            <a:extLst>
              <a:ext uri="{FF2B5EF4-FFF2-40B4-BE49-F238E27FC236}">
                <a16:creationId xmlns:a16="http://schemas.microsoft.com/office/drawing/2014/main" id="{1C2AD856-76EB-4F6A-904E-7C7654A75D46}"/>
              </a:ext>
            </a:extLst>
          </p:cNvPr>
          <p:cNvSpPr txBox="1"/>
          <p:nvPr/>
        </p:nvSpPr>
        <p:spPr>
          <a:xfrm>
            <a:off x="3891716" y="2816454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Infection </a:t>
            </a:r>
            <a:r>
              <a:rPr lang="en-US" sz="1200" dirty="0"/>
              <a:t>(bacterial, TB)</a:t>
            </a:r>
            <a:endParaRPr lang="en-US" sz="1600" dirty="0"/>
          </a:p>
        </p:txBody>
      </p:sp>
      <p:pic>
        <p:nvPicPr>
          <p:cNvPr id="175" name="Graphic 174" descr="Cursor">
            <a:extLst>
              <a:ext uri="{FF2B5EF4-FFF2-40B4-BE49-F238E27FC236}">
                <a16:creationId xmlns:a16="http://schemas.microsoft.com/office/drawing/2014/main" id="{F5CD57BD-DBFA-495D-BE25-DF78CC8ED5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3064576"/>
            <a:ext cx="301752" cy="301752"/>
          </a:xfrm>
          <a:prstGeom prst="rect">
            <a:avLst/>
          </a:prstGeom>
        </p:spPr>
      </p:pic>
      <p:sp>
        <p:nvSpPr>
          <p:cNvPr id="176" name="Parapneumonic">
            <a:extLst>
              <a:ext uri="{FF2B5EF4-FFF2-40B4-BE49-F238E27FC236}">
                <a16:creationId xmlns:a16="http://schemas.microsoft.com/office/drawing/2014/main" id="{639277DC-7744-4C06-A123-3A652018E905}"/>
              </a:ext>
            </a:extLst>
          </p:cNvPr>
          <p:cNvSpPr txBox="1"/>
          <p:nvPr/>
        </p:nvSpPr>
        <p:spPr>
          <a:xfrm>
            <a:off x="3891716" y="3294705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Parapneumonic</a:t>
            </a:r>
          </a:p>
        </p:txBody>
      </p:sp>
      <p:pic>
        <p:nvPicPr>
          <p:cNvPr id="177" name="Graphic 176" descr="Cursor">
            <a:extLst>
              <a:ext uri="{FF2B5EF4-FFF2-40B4-BE49-F238E27FC236}">
                <a16:creationId xmlns:a16="http://schemas.microsoft.com/office/drawing/2014/main" id="{34446AF2-D73D-4622-A64E-E8D2AE36C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3540417"/>
            <a:ext cx="301752" cy="301752"/>
          </a:xfrm>
          <a:prstGeom prst="rect">
            <a:avLst/>
          </a:prstGeom>
        </p:spPr>
      </p:pic>
      <p:sp>
        <p:nvSpPr>
          <p:cNvPr id="178" name="Malignant">
            <a:extLst>
              <a:ext uri="{FF2B5EF4-FFF2-40B4-BE49-F238E27FC236}">
                <a16:creationId xmlns:a16="http://schemas.microsoft.com/office/drawing/2014/main" id="{85A257AE-9C23-47AD-B15C-1BE94A9853CE}"/>
              </a:ext>
            </a:extLst>
          </p:cNvPr>
          <p:cNvSpPr txBox="1"/>
          <p:nvPr/>
        </p:nvSpPr>
        <p:spPr>
          <a:xfrm>
            <a:off x="3891716" y="3772956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/>
              <a:t>Malignant</a:t>
            </a:r>
          </a:p>
        </p:txBody>
      </p:sp>
      <p:pic>
        <p:nvPicPr>
          <p:cNvPr id="179" name="Graphic 178" descr="Cursor">
            <a:extLst>
              <a:ext uri="{FF2B5EF4-FFF2-40B4-BE49-F238E27FC236}">
                <a16:creationId xmlns:a16="http://schemas.microsoft.com/office/drawing/2014/main" id="{CD8761E5-F4D7-4087-913B-17D82C56B8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4020071"/>
            <a:ext cx="301752" cy="301752"/>
          </a:xfrm>
          <a:prstGeom prst="rect">
            <a:avLst/>
          </a:prstGeom>
        </p:spPr>
      </p:pic>
      <p:sp>
        <p:nvSpPr>
          <p:cNvPr id="180" name="Hemothorax">
            <a:extLst>
              <a:ext uri="{FF2B5EF4-FFF2-40B4-BE49-F238E27FC236}">
                <a16:creationId xmlns:a16="http://schemas.microsoft.com/office/drawing/2014/main" id="{EC08B5DF-778E-44F9-B9A0-86D09C82F5DB}"/>
              </a:ext>
            </a:extLst>
          </p:cNvPr>
          <p:cNvSpPr txBox="1"/>
          <p:nvPr/>
        </p:nvSpPr>
        <p:spPr>
          <a:xfrm>
            <a:off x="3891716" y="4251207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Hemothorax</a:t>
            </a:r>
          </a:p>
        </p:txBody>
      </p:sp>
      <p:pic>
        <p:nvPicPr>
          <p:cNvPr id="181" name="Graphic 180" descr="Cursor">
            <a:extLst>
              <a:ext uri="{FF2B5EF4-FFF2-40B4-BE49-F238E27FC236}">
                <a16:creationId xmlns:a16="http://schemas.microsoft.com/office/drawing/2014/main" id="{B137E97E-C65E-4066-B341-E2AF565EA5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4493506"/>
            <a:ext cx="301752" cy="301752"/>
          </a:xfrm>
          <a:prstGeom prst="rect">
            <a:avLst/>
          </a:prstGeom>
        </p:spPr>
      </p:pic>
      <p:sp>
        <p:nvSpPr>
          <p:cNvPr id="182" name="Chylothorax">
            <a:extLst>
              <a:ext uri="{FF2B5EF4-FFF2-40B4-BE49-F238E27FC236}">
                <a16:creationId xmlns:a16="http://schemas.microsoft.com/office/drawing/2014/main" id="{A8EBC076-FED7-4611-928A-9E8BF0A975CC}"/>
              </a:ext>
            </a:extLst>
          </p:cNvPr>
          <p:cNvSpPr txBox="1"/>
          <p:nvPr/>
        </p:nvSpPr>
        <p:spPr>
          <a:xfrm>
            <a:off x="3891716" y="4729458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/>
              <a:t>Chylothorax</a:t>
            </a:r>
          </a:p>
        </p:txBody>
      </p:sp>
      <p:pic>
        <p:nvPicPr>
          <p:cNvPr id="183" name="Graphic 182" descr="Cursor">
            <a:extLst>
              <a:ext uri="{FF2B5EF4-FFF2-40B4-BE49-F238E27FC236}">
                <a16:creationId xmlns:a16="http://schemas.microsoft.com/office/drawing/2014/main" id="{34689907-98A4-4627-8425-E4D939A5D1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4969372"/>
            <a:ext cx="301752" cy="301752"/>
          </a:xfrm>
          <a:prstGeom prst="rect">
            <a:avLst/>
          </a:prstGeom>
        </p:spPr>
      </p:pic>
      <p:sp>
        <p:nvSpPr>
          <p:cNvPr id="184" name="PE">
            <a:extLst>
              <a:ext uri="{FF2B5EF4-FFF2-40B4-BE49-F238E27FC236}">
                <a16:creationId xmlns:a16="http://schemas.microsoft.com/office/drawing/2014/main" id="{E23CC589-C187-4E8D-AA6D-8C9728EE1640}"/>
              </a:ext>
            </a:extLst>
          </p:cNvPr>
          <p:cNvSpPr txBox="1"/>
          <p:nvPr/>
        </p:nvSpPr>
        <p:spPr>
          <a:xfrm>
            <a:off x="3891716" y="5207709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/>
              <a:t>PE</a:t>
            </a:r>
          </a:p>
        </p:txBody>
      </p:sp>
      <p:pic>
        <p:nvPicPr>
          <p:cNvPr id="185" name="Graphic 184" descr="Cursor">
            <a:extLst>
              <a:ext uri="{FF2B5EF4-FFF2-40B4-BE49-F238E27FC236}">
                <a16:creationId xmlns:a16="http://schemas.microsoft.com/office/drawing/2014/main" id="{E1F129AF-2513-42C1-B5E8-AD485D246B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5468273"/>
            <a:ext cx="301752" cy="301752"/>
          </a:xfrm>
          <a:prstGeom prst="rect">
            <a:avLst/>
          </a:prstGeom>
        </p:spPr>
      </p:pic>
      <p:sp>
        <p:nvSpPr>
          <p:cNvPr id="186" name="Autoimmune">
            <a:extLst>
              <a:ext uri="{FF2B5EF4-FFF2-40B4-BE49-F238E27FC236}">
                <a16:creationId xmlns:a16="http://schemas.microsoft.com/office/drawing/2014/main" id="{C520BD08-E184-42C5-8F2B-477F3F3DBE97}"/>
              </a:ext>
            </a:extLst>
          </p:cNvPr>
          <p:cNvSpPr txBox="1"/>
          <p:nvPr/>
        </p:nvSpPr>
        <p:spPr>
          <a:xfrm>
            <a:off x="3891716" y="5685960"/>
            <a:ext cx="2560320" cy="54864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Autoimmune </a:t>
            </a:r>
          </a:p>
          <a:p>
            <a:pPr algn="ctr"/>
            <a:r>
              <a:rPr lang="en-US" sz="1200" dirty="0"/>
              <a:t>(RA, SLE, GPA, Sjogren’s, sarcoidosis) </a:t>
            </a:r>
            <a:endParaRPr lang="en-US" sz="1600" dirty="0"/>
          </a:p>
        </p:txBody>
      </p:sp>
      <p:pic>
        <p:nvPicPr>
          <p:cNvPr id="187" name="Graphic 186" descr="Cursor">
            <a:extLst>
              <a:ext uri="{FF2B5EF4-FFF2-40B4-BE49-F238E27FC236}">
                <a16:creationId xmlns:a16="http://schemas.microsoft.com/office/drawing/2014/main" id="{B0059B3B-FFA6-4ABC-8026-4D68377629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6079844"/>
            <a:ext cx="301752" cy="301752"/>
          </a:xfrm>
          <a:prstGeom prst="rect">
            <a:avLst/>
          </a:prstGeom>
        </p:spPr>
      </p:pic>
      <p:sp>
        <p:nvSpPr>
          <p:cNvPr id="188" name="GI">
            <a:extLst>
              <a:ext uri="{FF2B5EF4-FFF2-40B4-BE49-F238E27FC236}">
                <a16:creationId xmlns:a16="http://schemas.microsoft.com/office/drawing/2014/main" id="{6C900955-A998-444C-9E5E-02E58DAB33C4}"/>
              </a:ext>
            </a:extLst>
          </p:cNvPr>
          <p:cNvSpPr txBox="1"/>
          <p:nvPr/>
        </p:nvSpPr>
        <p:spPr>
          <a:xfrm>
            <a:off x="3891716" y="6347088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GI </a:t>
            </a:r>
            <a:r>
              <a:rPr lang="en-US" sz="1200" dirty="0"/>
              <a:t>(esophageal perf, pancreatitis)</a:t>
            </a:r>
            <a:endParaRPr lang="en-US" sz="1600" dirty="0"/>
          </a:p>
        </p:txBody>
      </p:sp>
      <p:pic>
        <p:nvPicPr>
          <p:cNvPr id="189" name="Graphic 188" descr="Cursor">
            <a:extLst>
              <a:ext uri="{FF2B5EF4-FFF2-40B4-BE49-F238E27FC236}">
                <a16:creationId xmlns:a16="http://schemas.microsoft.com/office/drawing/2014/main" id="{8B220381-3BDC-4085-BB51-34CB4606A9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213" y="6600086"/>
            <a:ext cx="301752" cy="301752"/>
          </a:xfrm>
          <a:prstGeom prst="rect">
            <a:avLst/>
          </a:prstGeom>
        </p:spPr>
      </p:pic>
      <p:sp>
        <p:nvSpPr>
          <p:cNvPr id="190" name="Parapneumonic info">
            <a:extLst>
              <a:ext uri="{FF2B5EF4-FFF2-40B4-BE49-F238E27FC236}">
                <a16:creationId xmlns:a16="http://schemas.microsoft.com/office/drawing/2014/main" id="{B27F781B-9DC9-4B48-8F8D-1FA362D78AF0}"/>
              </a:ext>
            </a:extLst>
          </p:cNvPr>
          <p:cNvSpPr txBox="1"/>
          <p:nvPr/>
        </p:nvSpPr>
        <p:spPr>
          <a:xfrm>
            <a:off x="7213299" y="3325543"/>
            <a:ext cx="191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↑ </a:t>
            </a:r>
            <a:r>
              <a:rPr lang="en-US" sz="1600">
                <a:solidFill>
                  <a:srgbClr val="FF0000"/>
                </a:solidFill>
              </a:rPr>
              <a:t>PMN</a:t>
            </a:r>
            <a:endParaRPr lang="en-US" sz="1600"/>
          </a:p>
        </p:txBody>
      </p:sp>
      <p:grpSp>
        <p:nvGrpSpPr>
          <p:cNvPr id="191" name="Infection detail">
            <a:extLst>
              <a:ext uri="{FF2B5EF4-FFF2-40B4-BE49-F238E27FC236}">
                <a16:creationId xmlns:a16="http://schemas.microsoft.com/office/drawing/2014/main" id="{4EAF580A-F581-493A-BD6D-E4B836DD9FF6}"/>
              </a:ext>
            </a:extLst>
          </p:cNvPr>
          <p:cNvGrpSpPr/>
          <p:nvPr/>
        </p:nvGrpSpPr>
        <p:grpSpPr>
          <a:xfrm>
            <a:off x="6836814" y="2689293"/>
            <a:ext cx="5100018" cy="607877"/>
            <a:chOff x="6951114" y="2638493"/>
            <a:chExt cx="5100018" cy="607877"/>
          </a:xfrm>
        </p:grpSpPr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E85C086-7F31-4458-B72F-E3195CD16738}"/>
                </a:ext>
              </a:extLst>
            </p:cNvPr>
            <p:cNvSpPr txBox="1"/>
            <p:nvPr/>
          </p:nvSpPr>
          <p:spPr>
            <a:xfrm>
              <a:off x="6951114" y="2638493"/>
              <a:ext cx="19391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Bacterial:	↑ </a:t>
              </a:r>
              <a:r>
                <a:rPr lang="en-US" sz="1600" dirty="0">
                  <a:solidFill>
                    <a:srgbClr val="FF0000"/>
                  </a:solidFill>
                </a:rPr>
                <a:t>PMNs</a:t>
              </a:r>
              <a:endParaRPr lang="en-US" sz="1600" dirty="0"/>
            </a:p>
            <a:p>
              <a:r>
                <a:rPr lang="en-US" sz="1600" dirty="0"/>
                <a:t>TB: 	↑ </a:t>
              </a:r>
              <a:r>
                <a:rPr lang="en-US" sz="1600" dirty="0" err="1">
                  <a:solidFill>
                    <a:srgbClr val="FF0000"/>
                  </a:solidFill>
                </a:rPr>
                <a:t>lymphs</a:t>
              </a:r>
              <a:endParaRPr lang="en-US" sz="16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E0E37040-726E-44A9-9FB2-39655503F388}"/>
                </a:ext>
              </a:extLst>
            </p:cNvPr>
            <p:cNvSpPr txBox="1"/>
            <p:nvPr/>
          </p:nvSpPr>
          <p:spPr>
            <a:xfrm>
              <a:off x="9545843" y="2907816"/>
              <a:ext cx="25052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↑ </a:t>
              </a:r>
              <a:r>
                <a:rPr lang="en-US" sz="1600" dirty="0">
                  <a:solidFill>
                    <a:schemeClr val="accent1"/>
                  </a:solidFill>
                </a:rPr>
                <a:t>ADA</a:t>
              </a:r>
              <a:r>
                <a:rPr lang="en-US" sz="1600" dirty="0"/>
                <a:t>,</a:t>
              </a:r>
              <a:r>
                <a:rPr lang="en-US" sz="1600" dirty="0">
                  <a:solidFill>
                    <a:schemeClr val="accent1"/>
                  </a:solidFill>
                </a:rPr>
                <a:t> </a:t>
              </a:r>
              <a:r>
                <a:rPr lang="en-US" sz="1600" dirty="0"/>
                <a:t>± </a:t>
              </a:r>
              <a:r>
                <a:rPr lang="en-US" sz="1600" dirty="0">
                  <a:solidFill>
                    <a:schemeClr val="accent1"/>
                  </a:solidFill>
                </a:rPr>
                <a:t>AFB stain/culture</a:t>
              </a:r>
            </a:p>
          </p:txBody>
        </p:sp>
      </p:grpSp>
      <p:grpSp>
        <p:nvGrpSpPr>
          <p:cNvPr id="194" name="Malignant info">
            <a:extLst>
              <a:ext uri="{FF2B5EF4-FFF2-40B4-BE49-F238E27FC236}">
                <a16:creationId xmlns:a16="http://schemas.microsoft.com/office/drawing/2014/main" id="{E296952C-733F-4AC5-BA98-7079C839F09D}"/>
              </a:ext>
            </a:extLst>
          </p:cNvPr>
          <p:cNvGrpSpPr/>
          <p:nvPr/>
        </p:nvGrpSpPr>
        <p:grpSpPr>
          <a:xfrm>
            <a:off x="7299010" y="3792674"/>
            <a:ext cx="4175122" cy="342282"/>
            <a:chOff x="7413310" y="3741874"/>
            <a:chExt cx="4175122" cy="342282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F18920E-E4B3-49B6-B1DA-CBB24657CEEB}"/>
                </a:ext>
              </a:extLst>
            </p:cNvPr>
            <p:cNvSpPr txBox="1"/>
            <p:nvPr/>
          </p:nvSpPr>
          <p:spPr>
            <a:xfrm>
              <a:off x="7413310" y="3741874"/>
              <a:ext cx="1911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↑ </a:t>
              </a:r>
              <a:r>
                <a:rPr lang="en-US" sz="1600" dirty="0" err="1">
                  <a:solidFill>
                    <a:srgbClr val="FF0000"/>
                  </a:solidFill>
                </a:rPr>
                <a:t>lymphs</a:t>
              </a:r>
              <a:endParaRPr lang="en-US" sz="1600" dirty="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906E03E-C1FC-41DE-8A93-574F28E1844A}"/>
                </a:ext>
              </a:extLst>
            </p:cNvPr>
            <p:cNvSpPr txBox="1"/>
            <p:nvPr/>
          </p:nvSpPr>
          <p:spPr>
            <a:xfrm>
              <a:off x="9905068" y="3745602"/>
              <a:ext cx="16833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+ </a:t>
              </a:r>
              <a:r>
                <a:rPr lang="en-US" sz="1600" dirty="0">
                  <a:solidFill>
                    <a:schemeClr val="accent1"/>
                  </a:solidFill>
                </a:rPr>
                <a:t>cytology/ flow</a:t>
              </a:r>
            </a:p>
          </p:txBody>
        </p:sp>
      </p:grpSp>
      <p:sp>
        <p:nvSpPr>
          <p:cNvPr id="197" name="PE info">
            <a:extLst>
              <a:ext uri="{FF2B5EF4-FFF2-40B4-BE49-F238E27FC236}">
                <a16:creationId xmlns:a16="http://schemas.microsoft.com/office/drawing/2014/main" id="{62E57CB4-B69A-4166-A0BE-987F62A5A906}"/>
              </a:ext>
            </a:extLst>
          </p:cNvPr>
          <p:cNvSpPr txBox="1"/>
          <p:nvPr/>
        </p:nvSpPr>
        <p:spPr>
          <a:xfrm>
            <a:off x="7299010" y="5266044"/>
            <a:ext cx="191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Bloody effusion</a:t>
            </a:r>
          </a:p>
        </p:txBody>
      </p:sp>
      <p:grpSp>
        <p:nvGrpSpPr>
          <p:cNvPr id="198" name="Chylothorax info">
            <a:extLst>
              <a:ext uri="{FF2B5EF4-FFF2-40B4-BE49-F238E27FC236}">
                <a16:creationId xmlns:a16="http://schemas.microsoft.com/office/drawing/2014/main" id="{FF051B6D-249C-4B1D-87AA-27733536E436}"/>
              </a:ext>
            </a:extLst>
          </p:cNvPr>
          <p:cNvGrpSpPr/>
          <p:nvPr/>
        </p:nvGrpSpPr>
        <p:grpSpPr>
          <a:xfrm>
            <a:off x="7299010" y="4762966"/>
            <a:ext cx="4387727" cy="349983"/>
            <a:chOff x="7413310" y="4712166"/>
            <a:chExt cx="4387727" cy="349983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C4B2D073-D8ED-47BF-8B0B-B277083C0F2B}"/>
                </a:ext>
              </a:extLst>
            </p:cNvPr>
            <p:cNvSpPr txBox="1"/>
            <p:nvPr/>
          </p:nvSpPr>
          <p:spPr>
            <a:xfrm>
              <a:off x="7413310" y="4712166"/>
              <a:ext cx="1911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↑ </a:t>
              </a:r>
              <a:r>
                <a:rPr lang="en-US" sz="1600" dirty="0" err="1">
                  <a:solidFill>
                    <a:srgbClr val="FF0000"/>
                  </a:solidFill>
                </a:rPr>
                <a:t>lymphs</a:t>
              </a:r>
              <a:endParaRPr lang="en-US" sz="1600" dirty="0"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2A9F643-F3B8-4905-9FD3-3D7D65DBC4A2}"/>
                </a:ext>
              </a:extLst>
            </p:cNvPr>
            <p:cNvSpPr txBox="1"/>
            <p:nvPr/>
          </p:nvSpPr>
          <p:spPr>
            <a:xfrm>
              <a:off x="9787671" y="4723595"/>
              <a:ext cx="20133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TG &gt; 110</a:t>
              </a:r>
            </a:p>
          </p:txBody>
        </p:sp>
      </p:grpSp>
      <p:sp>
        <p:nvSpPr>
          <p:cNvPr id="201" name="Autoimmune info">
            <a:extLst>
              <a:ext uri="{FF2B5EF4-FFF2-40B4-BE49-F238E27FC236}">
                <a16:creationId xmlns:a16="http://schemas.microsoft.com/office/drawing/2014/main" id="{BACD3F9A-6A7B-46E1-92E7-2A5F87A64475}"/>
              </a:ext>
            </a:extLst>
          </p:cNvPr>
          <p:cNvSpPr txBox="1"/>
          <p:nvPr/>
        </p:nvSpPr>
        <p:spPr>
          <a:xfrm>
            <a:off x="7239901" y="5789862"/>
            <a:ext cx="191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</a:t>
            </a:r>
            <a:r>
              <a:rPr lang="en-US" sz="1600" dirty="0" err="1">
                <a:solidFill>
                  <a:srgbClr val="FF0000"/>
                </a:solidFill>
              </a:rPr>
              <a:t>lymphs</a:t>
            </a:r>
            <a:endParaRPr lang="en-US" sz="1600" dirty="0"/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41F5574-045B-4496-B6D9-E0549926E12F}"/>
              </a:ext>
            </a:extLst>
          </p:cNvPr>
          <p:cNvGrpSpPr/>
          <p:nvPr/>
        </p:nvGrpSpPr>
        <p:grpSpPr>
          <a:xfrm>
            <a:off x="6814143" y="2307397"/>
            <a:ext cx="5120640" cy="4267290"/>
            <a:chOff x="6928443" y="2256597"/>
            <a:chExt cx="4661766" cy="4267290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D7464EF6-E821-4003-B0DE-E290AFCD7212}"/>
                </a:ext>
              </a:extLst>
            </p:cNvPr>
            <p:cNvGrpSpPr/>
            <p:nvPr/>
          </p:nvGrpSpPr>
          <p:grpSpPr>
            <a:xfrm>
              <a:off x="6928443" y="2256597"/>
              <a:ext cx="4657303" cy="3977172"/>
              <a:chOff x="6928443" y="2256597"/>
              <a:chExt cx="4657303" cy="3977172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742454B-BB05-4F31-83FA-F02FB2AA0FEF}"/>
                  </a:ext>
                </a:extLst>
              </p:cNvPr>
              <p:cNvSpPr txBox="1"/>
              <p:nvPr/>
            </p:nvSpPr>
            <p:spPr>
              <a:xfrm>
                <a:off x="7990131" y="2256597"/>
                <a:ext cx="26423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Fluid studies</a:t>
                </a:r>
              </a:p>
            </p:txBody>
          </p: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DDD7BC41-3DC1-4879-81FD-A4D2DDDA23DF}"/>
                  </a:ext>
                </a:extLst>
              </p:cNvPr>
              <p:cNvCxnSpPr/>
              <p:nvPr/>
            </p:nvCxnSpPr>
            <p:spPr>
              <a:xfrm>
                <a:off x="6943792" y="2616082"/>
                <a:ext cx="4623666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48776A5F-62E0-403E-9EB3-69110EA213F3}"/>
                  </a:ext>
                </a:extLst>
              </p:cNvPr>
              <p:cNvCxnSpPr/>
              <p:nvPr/>
            </p:nvCxnSpPr>
            <p:spPr>
              <a:xfrm>
                <a:off x="6928443" y="3223268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AECBA3C6-56D7-4007-8C69-8B2A9318FFF1}"/>
                  </a:ext>
                </a:extLst>
              </p:cNvPr>
              <p:cNvCxnSpPr/>
              <p:nvPr/>
            </p:nvCxnSpPr>
            <p:spPr>
              <a:xfrm>
                <a:off x="6928443" y="3674433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97067AF5-AC89-4F45-BA15-F0FFEFB3180D}"/>
                  </a:ext>
                </a:extLst>
              </p:cNvPr>
              <p:cNvCxnSpPr/>
              <p:nvPr/>
            </p:nvCxnSpPr>
            <p:spPr>
              <a:xfrm>
                <a:off x="6943792" y="4178763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E4B4210-EB8F-43E9-B41F-881C61AB70D2}"/>
                  </a:ext>
                </a:extLst>
              </p:cNvPr>
              <p:cNvCxnSpPr/>
              <p:nvPr/>
            </p:nvCxnSpPr>
            <p:spPr>
              <a:xfrm>
                <a:off x="6951115" y="4652198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B37BC1F8-4DF4-4A75-B5D2-52251E8878C7}"/>
                  </a:ext>
                </a:extLst>
              </p:cNvPr>
              <p:cNvCxnSpPr/>
              <p:nvPr/>
            </p:nvCxnSpPr>
            <p:spPr>
              <a:xfrm>
                <a:off x="6951115" y="5132062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D781D7B5-AD33-42A7-8BE9-B05D8565C445}"/>
                  </a:ext>
                </a:extLst>
              </p:cNvPr>
              <p:cNvCxnSpPr/>
              <p:nvPr/>
            </p:nvCxnSpPr>
            <p:spPr>
              <a:xfrm>
                <a:off x="6962080" y="5642451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5E87AE97-AFA0-41DE-9F10-61565F1E2DA6}"/>
                  </a:ext>
                </a:extLst>
              </p:cNvPr>
              <p:cNvCxnSpPr/>
              <p:nvPr/>
            </p:nvCxnSpPr>
            <p:spPr>
              <a:xfrm>
                <a:off x="6943792" y="6233769"/>
                <a:ext cx="462366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3D13B27-D720-46BF-B230-81910E0A8CD0}"/>
                </a:ext>
              </a:extLst>
            </p:cNvPr>
            <p:cNvCxnSpPr/>
            <p:nvPr/>
          </p:nvCxnSpPr>
          <p:spPr>
            <a:xfrm>
              <a:off x="6966543" y="2923780"/>
              <a:ext cx="4623666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587A3781-A4EC-4FF5-9B6F-41401C73821A}"/>
                </a:ext>
              </a:extLst>
            </p:cNvPr>
            <p:cNvCxnSpPr>
              <a:cxnSpLocks/>
            </p:cNvCxnSpPr>
            <p:nvPr/>
          </p:nvCxnSpPr>
          <p:spPr>
            <a:xfrm>
              <a:off x="6941250" y="6523887"/>
              <a:ext cx="2405547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5" name="GI info">
            <a:extLst>
              <a:ext uri="{FF2B5EF4-FFF2-40B4-BE49-F238E27FC236}">
                <a16:creationId xmlns:a16="http://schemas.microsoft.com/office/drawing/2014/main" id="{2E23BB57-3056-4CA1-AF48-D90469F168DE}"/>
              </a:ext>
            </a:extLst>
          </p:cNvPr>
          <p:cNvGrpSpPr/>
          <p:nvPr/>
        </p:nvGrpSpPr>
        <p:grpSpPr>
          <a:xfrm>
            <a:off x="6918889" y="6292498"/>
            <a:ext cx="4371106" cy="584775"/>
            <a:chOff x="7033189" y="6216298"/>
            <a:chExt cx="4371106" cy="584775"/>
          </a:xfrm>
        </p:grpSpPr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AF881403-E9BE-45A6-BA0D-C05DEDC7EF56}"/>
                </a:ext>
              </a:extLst>
            </p:cNvPr>
            <p:cNvSpPr txBox="1"/>
            <p:nvPr/>
          </p:nvSpPr>
          <p:spPr>
            <a:xfrm>
              <a:off x="7033189" y="6216298"/>
              <a:ext cx="24718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Perf:        ↑ </a:t>
              </a:r>
              <a:r>
                <a:rPr lang="en-US" sz="1600" dirty="0">
                  <a:solidFill>
                    <a:srgbClr val="FF0000"/>
                  </a:solidFill>
                </a:rPr>
                <a:t>PMNs</a:t>
              </a:r>
              <a:endParaRPr lang="en-US" sz="1600" dirty="0"/>
            </a:p>
            <a:p>
              <a:r>
                <a:rPr lang="en-US" sz="1600" dirty="0" err="1"/>
                <a:t>Panc</a:t>
              </a:r>
              <a:r>
                <a:rPr lang="en-US" sz="1600" dirty="0"/>
                <a:t>:       ↑ </a:t>
              </a:r>
              <a:r>
                <a:rPr lang="en-US" sz="1600" dirty="0" err="1">
                  <a:solidFill>
                    <a:srgbClr val="FF0000"/>
                  </a:solidFill>
                </a:rPr>
                <a:t>lymphs</a:t>
              </a:r>
              <a:endParaRPr lang="en-US" sz="1600" dirty="0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878E6656-EE66-49D1-8DBE-AB0CF02C6624}"/>
                </a:ext>
              </a:extLst>
            </p:cNvPr>
            <p:cNvSpPr txBox="1"/>
            <p:nvPr/>
          </p:nvSpPr>
          <p:spPr>
            <a:xfrm>
              <a:off x="10184413" y="6326219"/>
              <a:ext cx="12198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↑ </a:t>
              </a:r>
              <a:r>
                <a:rPr lang="en-US" sz="1600" dirty="0">
                  <a:solidFill>
                    <a:schemeClr val="accent1"/>
                  </a:solidFill>
                </a:rPr>
                <a:t>amylase</a:t>
              </a:r>
            </a:p>
          </p:txBody>
        </p:sp>
      </p:grpSp>
      <p:grpSp>
        <p:nvGrpSpPr>
          <p:cNvPr id="218" name="Hemothorax info">
            <a:extLst>
              <a:ext uri="{FF2B5EF4-FFF2-40B4-BE49-F238E27FC236}">
                <a16:creationId xmlns:a16="http://schemas.microsoft.com/office/drawing/2014/main" id="{89079428-A439-4A6A-8170-08172B8B6B93}"/>
              </a:ext>
            </a:extLst>
          </p:cNvPr>
          <p:cNvGrpSpPr/>
          <p:nvPr/>
        </p:nvGrpSpPr>
        <p:grpSpPr>
          <a:xfrm>
            <a:off x="7579868" y="4289601"/>
            <a:ext cx="4337969" cy="353167"/>
            <a:chOff x="7694168" y="4238801"/>
            <a:chExt cx="4337969" cy="353167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B5A2AC4-EC0D-4396-A94D-24C9B40ED483}"/>
                </a:ext>
              </a:extLst>
            </p:cNvPr>
            <p:cNvSpPr txBox="1"/>
            <p:nvPr/>
          </p:nvSpPr>
          <p:spPr>
            <a:xfrm>
              <a:off x="9556572" y="4238801"/>
              <a:ext cx="24755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Pleural </a:t>
              </a:r>
              <a:r>
                <a:rPr lang="en-US" sz="1600" dirty="0" err="1">
                  <a:solidFill>
                    <a:schemeClr val="accent1"/>
                  </a:solidFill>
                </a:rPr>
                <a:t>hct</a:t>
              </a:r>
              <a:r>
                <a:rPr lang="en-US" sz="1600" dirty="0" err="1"/>
                <a:t>:serum</a:t>
              </a:r>
              <a:r>
                <a:rPr lang="en-US" sz="1600" dirty="0"/>
                <a:t> </a:t>
              </a:r>
              <a:r>
                <a:rPr lang="en-US" sz="1600" dirty="0" err="1"/>
                <a:t>hct</a:t>
              </a:r>
              <a:r>
                <a:rPr lang="en-US" sz="1600" dirty="0"/>
                <a:t> </a:t>
              </a:r>
              <a:r>
                <a:rPr lang="en-US" sz="1600" dirty="0">
                  <a:solidFill>
                    <a:schemeClr val="accent1"/>
                  </a:solidFill>
                </a:rPr>
                <a:t>&gt; 0.5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48620F7F-9247-4B41-9F2C-E4EC41B46945}"/>
                </a:ext>
              </a:extLst>
            </p:cNvPr>
            <p:cNvSpPr txBox="1"/>
            <p:nvPr/>
          </p:nvSpPr>
          <p:spPr>
            <a:xfrm>
              <a:off x="7694168" y="4253414"/>
              <a:ext cx="1178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↑ </a:t>
              </a:r>
              <a:r>
                <a:rPr lang="en-US" sz="1600">
                  <a:solidFill>
                    <a:srgbClr val="FF0000"/>
                  </a:solidFill>
                </a:rPr>
                <a:t>RBCs</a:t>
              </a:r>
            </a:p>
          </p:txBody>
        </p:sp>
      </p:grpSp>
      <p:sp>
        <p:nvSpPr>
          <p:cNvPr id="222" name="Light's criteria">
            <a:extLst>
              <a:ext uri="{FF2B5EF4-FFF2-40B4-BE49-F238E27FC236}">
                <a16:creationId xmlns:a16="http://schemas.microsoft.com/office/drawing/2014/main" id="{A3197E06-17C2-4616-9B0E-B65F7DA61E83}"/>
              </a:ext>
            </a:extLst>
          </p:cNvPr>
          <p:cNvSpPr txBox="1"/>
          <p:nvPr/>
        </p:nvSpPr>
        <p:spPr>
          <a:xfrm>
            <a:off x="3096590" y="210909"/>
            <a:ext cx="195681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223" name="Transudate fina">
            <a:extLst>
              <a:ext uri="{FF2B5EF4-FFF2-40B4-BE49-F238E27FC236}">
                <a16:creationId xmlns:a16="http://schemas.microsoft.com/office/drawing/2014/main" id="{C1DE4275-7DCD-44DA-B6D9-39EC1F381086}"/>
              </a:ext>
            </a:extLst>
          </p:cNvPr>
          <p:cNvSpPr txBox="1"/>
          <p:nvPr/>
        </p:nvSpPr>
        <p:spPr>
          <a:xfrm>
            <a:off x="1367335" y="2282133"/>
            <a:ext cx="1554480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TRANSUDATE</a:t>
            </a:r>
          </a:p>
        </p:txBody>
      </p:sp>
      <p:sp>
        <p:nvSpPr>
          <p:cNvPr id="224" name="Exudate final">
            <a:extLst>
              <a:ext uri="{FF2B5EF4-FFF2-40B4-BE49-F238E27FC236}">
                <a16:creationId xmlns:a16="http://schemas.microsoft.com/office/drawing/2014/main" id="{470E6E14-3E9C-47F6-B26B-BB63516971A0}"/>
              </a:ext>
            </a:extLst>
          </p:cNvPr>
          <p:cNvSpPr txBox="1"/>
          <p:nvPr/>
        </p:nvSpPr>
        <p:spPr>
          <a:xfrm>
            <a:off x="4403520" y="2295449"/>
            <a:ext cx="1554480" cy="408623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EXUDATE</a:t>
            </a:r>
          </a:p>
        </p:txBody>
      </p:sp>
      <p:sp>
        <p:nvSpPr>
          <p:cNvPr id="225" name="Infection">
            <a:extLst>
              <a:ext uri="{FF2B5EF4-FFF2-40B4-BE49-F238E27FC236}">
                <a16:creationId xmlns:a16="http://schemas.microsoft.com/office/drawing/2014/main" id="{217C5AEF-F865-423B-88E6-EBFBEBDCA01A}"/>
              </a:ext>
            </a:extLst>
          </p:cNvPr>
          <p:cNvSpPr txBox="1"/>
          <p:nvPr/>
        </p:nvSpPr>
        <p:spPr>
          <a:xfrm>
            <a:off x="3891716" y="2828218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Infection </a:t>
            </a:r>
            <a:r>
              <a:rPr lang="en-US" sz="1200" dirty="0">
                <a:solidFill>
                  <a:schemeClr val="bg1"/>
                </a:solidFill>
              </a:rPr>
              <a:t>(bacterial, TB)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6" name="Parapneumonic">
            <a:extLst>
              <a:ext uri="{FF2B5EF4-FFF2-40B4-BE49-F238E27FC236}">
                <a16:creationId xmlns:a16="http://schemas.microsoft.com/office/drawing/2014/main" id="{732527DE-D93B-4240-B723-2C8EB5F95B10}"/>
              </a:ext>
            </a:extLst>
          </p:cNvPr>
          <p:cNvSpPr txBox="1"/>
          <p:nvPr/>
        </p:nvSpPr>
        <p:spPr>
          <a:xfrm>
            <a:off x="3891716" y="3303161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Parapneumonic</a:t>
            </a:r>
          </a:p>
        </p:txBody>
      </p:sp>
      <p:sp>
        <p:nvSpPr>
          <p:cNvPr id="227" name="Malignant">
            <a:extLst>
              <a:ext uri="{FF2B5EF4-FFF2-40B4-BE49-F238E27FC236}">
                <a16:creationId xmlns:a16="http://schemas.microsoft.com/office/drawing/2014/main" id="{590D02AC-8834-4884-9A18-1DD76E6ADE43}"/>
              </a:ext>
            </a:extLst>
          </p:cNvPr>
          <p:cNvSpPr txBox="1"/>
          <p:nvPr/>
        </p:nvSpPr>
        <p:spPr>
          <a:xfrm>
            <a:off x="3891716" y="3778104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Malignant</a:t>
            </a:r>
          </a:p>
        </p:txBody>
      </p:sp>
      <p:sp>
        <p:nvSpPr>
          <p:cNvPr id="228" name="Hemothorax">
            <a:extLst>
              <a:ext uri="{FF2B5EF4-FFF2-40B4-BE49-F238E27FC236}">
                <a16:creationId xmlns:a16="http://schemas.microsoft.com/office/drawing/2014/main" id="{DBE03F94-5D84-4950-B443-CFABFAA6E3EE}"/>
              </a:ext>
            </a:extLst>
          </p:cNvPr>
          <p:cNvSpPr txBox="1"/>
          <p:nvPr/>
        </p:nvSpPr>
        <p:spPr>
          <a:xfrm>
            <a:off x="3891716" y="4253047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Hemothorax</a:t>
            </a:r>
          </a:p>
        </p:txBody>
      </p:sp>
      <p:sp>
        <p:nvSpPr>
          <p:cNvPr id="229" name="Chylothorax">
            <a:extLst>
              <a:ext uri="{FF2B5EF4-FFF2-40B4-BE49-F238E27FC236}">
                <a16:creationId xmlns:a16="http://schemas.microsoft.com/office/drawing/2014/main" id="{DC9F49FA-5D8F-4E4F-8DBE-A383085CCCC0}"/>
              </a:ext>
            </a:extLst>
          </p:cNvPr>
          <p:cNvSpPr txBox="1"/>
          <p:nvPr/>
        </p:nvSpPr>
        <p:spPr>
          <a:xfrm>
            <a:off x="3891716" y="4727990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Chylothorax</a:t>
            </a:r>
          </a:p>
        </p:txBody>
      </p:sp>
      <p:sp>
        <p:nvSpPr>
          <p:cNvPr id="230" name="PE">
            <a:extLst>
              <a:ext uri="{FF2B5EF4-FFF2-40B4-BE49-F238E27FC236}">
                <a16:creationId xmlns:a16="http://schemas.microsoft.com/office/drawing/2014/main" id="{8C047CA3-C4B7-4DF8-8C34-1CA8AA00DAA6}"/>
              </a:ext>
            </a:extLst>
          </p:cNvPr>
          <p:cNvSpPr txBox="1"/>
          <p:nvPr/>
        </p:nvSpPr>
        <p:spPr>
          <a:xfrm>
            <a:off x="3891716" y="5202933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PE</a:t>
            </a:r>
          </a:p>
        </p:txBody>
      </p:sp>
      <p:sp>
        <p:nvSpPr>
          <p:cNvPr id="231" name="Autoimmune">
            <a:extLst>
              <a:ext uri="{FF2B5EF4-FFF2-40B4-BE49-F238E27FC236}">
                <a16:creationId xmlns:a16="http://schemas.microsoft.com/office/drawing/2014/main" id="{AF8EF3C0-7793-4633-A92E-C137DF37DD69}"/>
              </a:ext>
            </a:extLst>
          </p:cNvPr>
          <p:cNvSpPr txBox="1"/>
          <p:nvPr/>
        </p:nvSpPr>
        <p:spPr>
          <a:xfrm>
            <a:off x="3891716" y="5677876"/>
            <a:ext cx="2560320" cy="57888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Autoimmune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(RA, SLE, GPA, Sjogren’s, sarcoidosis)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2" name="GI">
            <a:extLst>
              <a:ext uri="{FF2B5EF4-FFF2-40B4-BE49-F238E27FC236}">
                <a16:creationId xmlns:a16="http://schemas.microsoft.com/office/drawing/2014/main" id="{F9BE7740-3C21-42C9-9B86-E35A67E257E1}"/>
              </a:ext>
            </a:extLst>
          </p:cNvPr>
          <p:cNvSpPr txBox="1"/>
          <p:nvPr/>
        </p:nvSpPr>
        <p:spPr>
          <a:xfrm>
            <a:off x="3889015" y="6357133"/>
            <a:ext cx="2560320" cy="374571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38100"/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GI </a:t>
            </a:r>
            <a:r>
              <a:rPr lang="en-US" sz="1200" dirty="0">
                <a:solidFill>
                  <a:schemeClr val="bg1"/>
                </a:solidFill>
              </a:rPr>
              <a:t>(esophageal perf, pancreatitis)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3" name="Objective 2">
            <a:hlinkClick r:id="rId9" action="ppaction://hlinksldjump"/>
            <a:extLst>
              <a:ext uri="{FF2B5EF4-FFF2-40B4-BE49-F238E27FC236}">
                <a16:creationId xmlns:a16="http://schemas.microsoft.com/office/drawing/2014/main" id="{DC180D38-47FF-4A71-B007-4E2FE7A05894}"/>
              </a:ext>
            </a:extLst>
          </p:cNvPr>
          <p:cNvSpPr/>
          <p:nvPr/>
        </p:nvSpPr>
        <p:spPr>
          <a:xfrm>
            <a:off x="139789" y="6108700"/>
            <a:ext cx="1554480" cy="5682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Bonus information</a:t>
            </a:r>
          </a:p>
        </p:txBody>
      </p:sp>
      <p:pic>
        <p:nvPicPr>
          <p:cNvPr id="234" name="Graphic 233" descr="Cursor">
            <a:extLst>
              <a:ext uri="{FF2B5EF4-FFF2-40B4-BE49-F238E27FC236}">
                <a16:creationId xmlns:a16="http://schemas.microsoft.com/office/drawing/2014/main" id="{4BB10F7D-64B5-4E40-A36E-836F75AF3B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6454" y="6542139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5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8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0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4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</p:childTnLst>
        </p:cTn>
      </p:par>
    </p:tnLst>
    <p:bldLst>
      <p:bldP spid="128" grpId="1" animBg="1"/>
      <p:bldP spid="129" grpId="1" animBg="1"/>
      <p:bldP spid="174" grpId="0" animBg="1"/>
      <p:bldP spid="174" grpId="1" animBg="1"/>
      <p:bldP spid="176" grpId="0" animBg="1"/>
      <p:bldP spid="176" grpId="1" animBg="1"/>
      <p:bldP spid="178" grpId="0" animBg="1"/>
      <p:bldP spid="178" grpId="1" animBg="1"/>
      <p:bldP spid="180" grpId="0" animBg="1"/>
      <p:bldP spid="180" grpId="1" animBg="1"/>
      <p:bldP spid="182" grpId="0" animBg="1"/>
      <p:bldP spid="182" grpId="1" animBg="1"/>
      <p:bldP spid="184" grpId="0" animBg="1"/>
      <p:bldP spid="184" grpId="1" animBg="1"/>
      <p:bldP spid="186" grpId="0" animBg="1"/>
      <p:bldP spid="186" grpId="1" animBg="1"/>
      <p:bldP spid="188" grpId="0" animBg="1"/>
      <p:bldP spid="188" grpId="1" animBg="1"/>
      <p:bldP spid="190" grpId="0"/>
      <p:bldP spid="197" grpId="0"/>
      <p:bldP spid="201" grpId="0"/>
      <p:bldP spid="223" grpId="0" animBg="1"/>
      <p:bldP spid="224" grpId="0" animBg="1"/>
      <p:bldP spid="225" grpId="0" animBg="1"/>
      <p:bldP spid="226" grpId="0" animBg="1"/>
      <p:bldP spid="227" grpId="0" animBg="1"/>
      <p:bldP spid="228" grpId="0" animBg="1"/>
      <p:bldP spid="229" grpId="0" animBg="1"/>
      <p:bldP spid="230" grpId="0" animBg="1"/>
      <p:bldP spid="231" grpId="0" animBg="1"/>
      <p:bldP spid="2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53330-5CFA-4D60-92C8-B6F9F3EDDBC9}"/>
              </a:ext>
            </a:extLst>
          </p:cNvPr>
          <p:cNvSpPr txBox="1"/>
          <p:nvPr/>
        </p:nvSpPr>
        <p:spPr>
          <a:xfrm>
            <a:off x="4516996" y="785862"/>
            <a:ext cx="4398403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Parapneumonic Effusion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39A920-0FF8-40D1-99C8-106001F1D877}"/>
              </a:ext>
            </a:extLst>
          </p:cNvPr>
          <p:cNvCxnSpPr>
            <a:cxnSpLocks/>
            <a:stCxn id="2" idx="2"/>
            <a:endCxn id="92" idx="0"/>
          </p:cNvCxnSpPr>
          <p:nvPr/>
        </p:nvCxnSpPr>
        <p:spPr>
          <a:xfrm flipH="1">
            <a:off x="6714748" y="1155194"/>
            <a:ext cx="1450" cy="2757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05249F-EBA4-46A7-9D43-1614AF611A17}"/>
              </a:ext>
            </a:extLst>
          </p:cNvPr>
          <p:cNvCxnSpPr>
            <a:cxnSpLocks/>
            <a:stCxn id="107" idx="2"/>
            <a:endCxn id="111" idx="0"/>
          </p:cNvCxnSpPr>
          <p:nvPr/>
        </p:nvCxnSpPr>
        <p:spPr>
          <a:xfrm>
            <a:off x="9557920" y="1992783"/>
            <a:ext cx="5131" cy="957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F2558D8-A869-4B5C-BEA5-6C1D51BCBE96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6713566" y="2147253"/>
            <a:ext cx="4734" cy="8118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1CF58AA-29A4-467B-9E30-B29D48EA061C}"/>
              </a:ext>
            </a:extLst>
          </p:cNvPr>
          <p:cNvCxnSpPr>
            <a:cxnSpLocks/>
          </p:cNvCxnSpPr>
          <p:nvPr/>
        </p:nvCxnSpPr>
        <p:spPr>
          <a:xfrm>
            <a:off x="6717381" y="3268024"/>
            <a:ext cx="9162" cy="461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577854-6168-4575-97C3-C8EB1E8C22A0}"/>
              </a:ext>
            </a:extLst>
          </p:cNvPr>
          <p:cNvCxnSpPr>
            <a:cxnSpLocks/>
          </p:cNvCxnSpPr>
          <p:nvPr/>
        </p:nvCxnSpPr>
        <p:spPr>
          <a:xfrm>
            <a:off x="9551196" y="3268024"/>
            <a:ext cx="0" cy="461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1DA5FCD-DE3E-46E4-98F3-D397C515CBCE}"/>
              </a:ext>
            </a:extLst>
          </p:cNvPr>
          <p:cNvSpPr txBox="1"/>
          <p:nvPr/>
        </p:nvSpPr>
        <p:spPr>
          <a:xfrm>
            <a:off x="9602290" y="4838951"/>
            <a:ext cx="1547725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VATS/ decortication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2E0CEC7C-7911-4B19-8994-AC515CF68421}"/>
              </a:ext>
            </a:extLst>
          </p:cNvPr>
          <p:cNvCxnSpPr>
            <a:cxnSpLocks/>
            <a:stCxn id="2" idx="3"/>
            <a:endCxn id="107" idx="0"/>
          </p:cNvCxnSpPr>
          <p:nvPr/>
        </p:nvCxnSpPr>
        <p:spPr>
          <a:xfrm>
            <a:off x="8915399" y="970528"/>
            <a:ext cx="642521" cy="61363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81F7975-9E1B-4707-B4D2-B2BEF403EF66}"/>
              </a:ext>
            </a:extLst>
          </p:cNvPr>
          <p:cNvCxnSpPr>
            <a:cxnSpLocks/>
            <a:stCxn id="2" idx="1"/>
            <a:endCxn id="109" idx="0"/>
          </p:cNvCxnSpPr>
          <p:nvPr/>
        </p:nvCxnSpPr>
        <p:spPr>
          <a:xfrm rot="10800000" flipV="1">
            <a:off x="3332700" y="970528"/>
            <a:ext cx="1184296" cy="61363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BAE4FAC-934A-4B38-B653-E67EFDE29581}"/>
              </a:ext>
            </a:extLst>
          </p:cNvPr>
          <p:cNvGrpSpPr/>
          <p:nvPr/>
        </p:nvGrpSpPr>
        <p:grpSpPr>
          <a:xfrm>
            <a:off x="5087658" y="4922844"/>
            <a:ext cx="1320522" cy="1430744"/>
            <a:chOff x="5216164" y="4428457"/>
            <a:chExt cx="1320522" cy="143074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661E9F-7DB5-44E6-9DC4-F33BCE9847CE}"/>
                </a:ext>
              </a:extLst>
            </p:cNvPr>
            <p:cNvSpPr txBox="1"/>
            <p:nvPr/>
          </p:nvSpPr>
          <p:spPr>
            <a:xfrm>
              <a:off x="5333008" y="4428457"/>
              <a:ext cx="1203678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Pigtail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82071F8D-ED66-461A-B51C-0157089873F0}"/>
                </a:ext>
              </a:extLst>
            </p:cNvPr>
            <p:cNvGrpSpPr/>
            <p:nvPr/>
          </p:nvGrpSpPr>
          <p:grpSpPr>
            <a:xfrm>
              <a:off x="5216164" y="5008764"/>
              <a:ext cx="1303435" cy="850437"/>
              <a:chOff x="5216164" y="5008764"/>
              <a:chExt cx="1303435" cy="850437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C5E6E5C3-76E7-4137-A650-0047632F9E7F}"/>
                  </a:ext>
                </a:extLst>
              </p:cNvPr>
              <p:cNvGrpSpPr/>
              <p:nvPr/>
            </p:nvGrpSpPr>
            <p:grpSpPr>
              <a:xfrm rot="2523141">
                <a:off x="5216164" y="5008764"/>
                <a:ext cx="854252" cy="850437"/>
                <a:chOff x="5363670" y="4895682"/>
                <a:chExt cx="1219309" cy="1269934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B88D0FA2-3EE6-4E55-92B4-498A5C62A3BB}"/>
                    </a:ext>
                  </a:extLst>
                </p:cNvPr>
                <p:cNvSpPr/>
                <p:nvPr/>
              </p:nvSpPr>
              <p:spPr>
                <a:xfrm>
                  <a:off x="6482609" y="6066356"/>
                  <a:ext cx="100370" cy="99260"/>
                </a:xfrm>
                <a:custGeom>
                  <a:avLst/>
                  <a:gdLst>
                    <a:gd name="connsiteX0" fmla="*/ 725 w 129745"/>
                    <a:gd name="connsiteY0" fmla="*/ 44514 h 141304"/>
                    <a:gd name="connsiteX1" fmla="*/ 26125 w 129745"/>
                    <a:gd name="connsiteY1" fmla="*/ 123889 h 141304"/>
                    <a:gd name="connsiteX2" fmla="*/ 62638 w 129745"/>
                    <a:gd name="connsiteY2" fmla="*/ 139764 h 141304"/>
                    <a:gd name="connsiteX3" fmla="*/ 129313 w 129745"/>
                    <a:gd name="connsiteY3" fmla="*/ 98489 h 141304"/>
                    <a:gd name="connsiteX4" fmla="*/ 89625 w 129745"/>
                    <a:gd name="connsiteY4" fmla="*/ 6414 h 141304"/>
                    <a:gd name="connsiteX5" fmla="*/ 54700 w 129745"/>
                    <a:gd name="connsiteY5" fmla="*/ 11177 h 141304"/>
                    <a:gd name="connsiteX6" fmla="*/ 725 w 129745"/>
                    <a:gd name="connsiteY6" fmla="*/ 44514 h 141304"/>
                    <a:gd name="connsiteX0" fmla="*/ 547 w 131543"/>
                    <a:gd name="connsiteY0" fmla="*/ 44514 h 199298"/>
                    <a:gd name="connsiteX1" fmla="*/ 25947 w 131543"/>
                    <a:gd name="connsiteY1" fmla="*/ 123889 h 199298"/>
                    <a:gd name="connsiteX2" fmla="*/ 14292 w 131543"/>
                    <a:gd name="connsiteY2" fmla="*/ 199061 h 199298"/>
                    <a:gd name="connsiteX3" fmla="*/ 129135 w 131543"/>
                    <a:gd name="connsiteY3" fmla="*/ 98489 h 199298"/>
                    <a:gd name="connsiteX4" fmla="*/ 89447 w 131543"/>
                    <a:gd name="connsiteY4" fmla="*/ 6414 h 199298"/>
                    <a:gd name="connsiteX5" fmla="*/ 54522 w 131543"/>
                    <a:gd name="connsiteY5" fmla="*/ 11177 h 199298"/>
                    <a:gd name="connsiteX6" fmla="*/ 547 w 131543"/>
                    <a:gd name="connsiteY6" fmla="*/ 44514 h 199298"/>
                    <a:gd name="connsiteX0" fmla="*/ 547 w 210334"/>
                    <a:gd name="connsiteY0" fmla="*/ 44514 h 199070"/>
                    <a:gd name="connsiteX1" fmla="*/ 25947 w 210334"/>
                    <a:gd name="connsiteY1" fmla="*/ 123889 h 199070"/>
                    <a:gd name="connsiteX2" fmla="*/ 14292 w 210334"/>
                    <a:gd name="connsiteY2" fmla="*/ 199061 h 199070"/>
                    <a:gd name="connsiteX3" fmla="*/ 209419 w 210334"/>
                    <a:gd name="connsiteY3" fmla="*/ 128140 h 199070"/>
                    <a:gd name="connsiteX4" fmla="*/ 89447 w 210334"/>
                    <a:gd name="connsiteY4" fmla="*/ 6414 h 199070"/>
                    <a:gd name="connsiteX5" fmla="*/ 54522 w 210334"/>
                    <a:gd name="connsiteY5" fmla="*/ 11177 h 199070"/>
                    <a:gd name="connsiteX6" fmla="*/ 547 w 210334"/>
                    <a:gd name="connsiteY6" fmla="*/ 44514 h 199070"/>
                    <a:gd name="connsiteX0" fmla="*/ 547 w 212199"/>
                    <a:gd name="connsiteY0" fmla="*/ 41968 h 196522"/>
                    <a:gd name="connsiteX1" fmla="*/ 25947 w 212199"/>
                    <a:gd name="connsiteY1" fmla="*/ 121343 h 196522"/>
                    <a:gd name="connsiteX2" fmla="*/ 14292 w 212199"/>
                    <a:gd name="connsiteY2" fmla="*/ 196515 h 196522"/>
                    <a:gd name="connsiteX3" fmla="*/ 209419 w 212199"/>
                    <a:gd name="connsiteY3" fmla="*/ 125594 h 196522"/>
                    <a:gd name="connsiteX4" fmla="*/ 126759 w 212199"/>
                    <a:gd name="connsiteY4" fmla="*/ 84579 h 196522"/>
                    <a:gd name="connsiteX5" fmla="*/ 89447 w 212199"/>
                    <a:gd name="connsiteY5" fmla="*/ 3868 h 196522"/>
                    <a:gd name="connsiteX6" fmla="*/ 54522 w 212199"/>
                    <a:gd name="connsiteY6" fmla="*/ 8631 h 196522"/>
                    <a:gd name="connsiteX7" fmla="*/ 547 w 212199"/>
                    <a:gd name="connsiteY7" fmla="*/ 41968 h 196522"/>
                    <a:gd name="connsiteX0" fmla="*/ 547 w 205979"/>
                    <a:gd name="connsiteY0" fmla="*/ 41968 h 196649"/>
                    <a:gd name="connsiteX1" fmla="*/ 25947 w 205979"/>
                    <a:gd name="connsiteY1" fmla="*/ 121343 h 196649"/>
                    <a:gd name="connsiteX2" fmla="*/ 14292 w 205979"/>
                    <a:gd name="connsiteY2" fmla="*/ 196515 h 196649"/>
                    <a:gd name="connsiteX3" fmla="*/ 202997 w 205979"/>
                    <a:gd name="connsiteY3" fmla="*/ 102535 h 196649"/>
                    <a:gd name="connsiteX4" fmla="*/ 126759 w 205979"/>
                    <a:gd name="connsiteY4" fmla="*/ 84579 h 196649"/>
                    <a:gd name="connsiteX5" fmla="*/ 89447 w 205979"/>
                    <a:gd name="connsiteY5" fmla="*/ 3868 h 196649"/>
                    <a:gd name="connsiteX6" fmla="*/ 54522 w 205979"/>
                    <a:gd name="connsiteY6" fmla="*/ 8631 h 196649"/>
                    <a:gd name="connsiteX7" fmla="*/ 547 w 205979"/>
                    <a:gd name="connsiteY7" fmla="*/ 41968 h 196649"/>
                    <a:gd name="connsiteX0" fmla="*/ 547 w 203054"/>
                    <a:gd name="connsiteY0" fmla="*/ 41968 h 200301"/>
                    <a:gd name="connsiteX1" fmla="*/ 25947 w 203054"/>
                    <a:gd name="connsiteY1" fmla="*/ 121343 h 200301"/>
                    <a:gd name="connsiteX2" fmla="*/ 14292 w 203054"/>
                    <a:gd name="connsiteY2" fmla="*/ 196515 h 200301"/>
                    <a:gd name="connsiteX3" fmla="*/ 113916 w 203054"/>
                    <a:gd name="connsiteY3" fmla="*/ 180110 h 200301"/>
                    <a:gd name="connsiteX4" fmla="*/ 202997 w 203054"/>
                    <a:gd name="connsiteY4" fmla="*/ 102535 h 200301"/>
                    <a:gd name="connsiteX5" fmla="*/ 126759 w 203054"/>
                    <a:gd name="connsiteY5" fmla="*/ 84579 h 200301"/>
                    <a:gd name="connsiteX6" fmla="*/ 89447 w 203054"/>
                    <a:gd name="connsiteY6" fmla="*/ 3868 h 200301"/>
                    <a:gd name="connsiteX7" fmla="*/ 54522 w 203054"/>
                    <a:gd name="connsiteY7" fmla="*/ 8631 h 200301"/>
                    <a:gd name="connsiteX8" fmla="*/ 547 w 203054"/>
                    <a:gd name="connsiteY8" fmla="*/ 41968 h 200301"/>
                    <a:gd name="connsiteX0" fmla="*/ 529 w 203036"/>
                    <a:gd name="connsiteY0" fmla="*/ 41968 h 205979"/>
                    <a:gd name="connsiteX1" fmla="*/ 25929 w 203036"/>
                    <a:gd name="connsiteY1" fmla="*/ 121343 h 205979"/>
                    <a:gd name="connsiteX2" fmla="*/ 7851 w 203036"/>
                    <a:gd name="connsiteY2" fmla="*/ 203105 h 205979"/>
                    <a:gd name="connsiteX3" fmla="*/ 113898 w 203036"/>
                    <a:gd name="connsiteY3" fmla="*/ 180110 h 205979"/>
                    <a:gd name="connsiteX4" fmla="*/ 202979 w 203036"/>
                    <a:gd name="connsiteY4" fmla="*/ 102535 h 205979"/>
                    <a:gd name="connsiteX5" fmla="*/ 126741 w 203036"/>
                    <a:gd name="connsiteY5" fmla="*/ 84579 h 205979"/>
                    <a:gd name="connsiteX6" fmla="*/ 89429 w 203036"/>
                    <a:gd name="connsiteY6" fmla="*/ 3868 h 205979"/>
                    <a:gd name="connsiteX7" fmla="*/ 54504 w 203036"/>
                    <a:gd name="connsiteY7" fmla="*/ 8631 h 205979"/>
                    <a:gd name="connsiteX8" fmla="*/ 529 w 203036"/>
                    <a:gd name="connsiteY8" fmla="*/ 41968 h 205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3036" h="205979">
                      <a:moveTo>
                        <a:pt x="529" y="41968"/>
                      </a:moveTo>
                      <a:cubicBezTo>
                        <a:pt x="-4233" y="60753"/>
                        <a:pt x="24709" y="94487"/>
                        <a:pt x="25929" y="121343"/>
                      </a:cubicBezTo>
                      <a:cubicBezTo>
                        <a:pt x="27149" y="148199"/>
                        <a:pt x="-6811" y="193311"/>
                        <a:pt x="7851" y="203105"/>
                      </a:cubicBezTo>
                      <a:cubicBezTo>
                        <a:pt x="22513" y="212900"/>
                        <a:pt x="82447" y="195773"/>
                        <a:pt x="113898" y="180110"/>
                      </a:cubicBezTo>
                      <a:cubicBezTo>
                        <a:pt x="145349" y="164447"/>
                        <a:pt x="200839" y="118457"/>
                        <a:pt x="202979" y="102535"/>
                      </a:cubicBezTo>
                      <a:cubicBezTo>
                        <a:pt x="205119" y="86613"/>
                        <a:pt x="146736" y="104867"/>
                        <a:pt x="126741" y="84579"/>
                      </a:cubicBezTo>
                      <a:cubicBezTo>
                        <a:pt x="106746" y="64291"/>
                        <a:pt x="107891" y="12682"/>
                        <a:pt x="89429" y="3868"/>
                      </a:cubicBezTo>
                      <a:cubicBezTo>
                        <a:pt x="70967" y="-4946"/>
                        <a:pt x="70114" y="3339"/>
                        <a:pt x="54504" y="8631"/>
                      </a:cubicBezTo>
                      <a:cubicBezTo>
                        <a:pt x="38894" y="13923"/>
                        <a:pt x="5291" y="23183"/>
                        <a:pt x="529" y="41968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BA8C7B54-4EA8-446C-8522-83EA8FC8B019}"/>
                    </a:ext>
                  </a:extLst>
                </p:cNvPr>
                <p:cNvSpPr/>
                <p:nvPr/>
              </p:nvSpPr>
              <p:spPr>
                <a:xfrm>
                  <a:off x="6428337" y="5984693"/>
                  <a:ext cx="108349" cy="114482"/>
                </a:xfrm>
                <a:custGeom>
                  <a:avLst/>
                  <a:gdLst>
                    <a:gd name="connsiteX0" fmla="*/ 725 w 129745"/>
                    <a:gd name="connsiteY0" fmla="*/ 44514 h 141304"/>
                    <a:gd name="connsiteX1" fmla="*/ 26125 w 129745"/>
                    <a:gd name="connsiteY1" fmla="*/ 123889 h 141304"/>
                    <a:gd name="connsiteX2" fmla="*/ 62638 w 129745"/>
                    <a:gd name="connsiteY2" fmla="*/ 139764 h 141304"/>
                    <a:gd name="connsiteX3" fmla="*/ 129313 w 129745"/>
                    <a:gd name="connsiteY3" fmla="*/ 98489 h 141304"/>
                    <a:gd name="connsiteX4" fmla="*/ 89625 w 129745"/>
                    <a:gd name="connsiteY4" fmla="*/ 6414 h 141304"/>
                    <a:gd name="connsiteX5" fmla="*/ 54700 w 129745"/>
                    <a:gd name="connsiteY5" fmla="*/ 11177 h 141304"/>
                    <a:gd name="connsiteX6" fmla="*/ 725 w 129745"/>
                    <a:gd name="connsiteY6" fmla="*/ 44514 h 141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9745" h="141304">
                      <a:moveTo>
                        <a:pt x="725" y="44514"/>
                      </a:moveTo>
                      <a:cubicBezTo>
                        <a:pt x="-4037" y="63299"/>
                        <a:pt x="15806" y="108014"/>
                        <a:pt x="26125" y="123889"/>
                      </a:cubicBezTo>
                      <a:cubicBezTo>
                        <a:pt x="36444" y="139764"/>
                        <a:pt x="45440" y="143997"/>
                        <a:pt x="62638" y="139764"/>
                      </a:cubicBezTo>
                      <a:cubicBezTo>
                        <a:pt x="79836" y="135531"/>
                        <a:pt x="124815" y="120714"/>
                        <a:pt x="129313" y="98489"/>
                      </a:cubicBezTo>
                      <a:cubicBezTo>
                        <a:pt x="133811" y="76264"/>
                        <a:pt x="102060" y="20966"/>
                        <a:pt x="89625" y="6414"/>
                      </a:cubicBezTo>
                      <a:cubicBezTo>
                        <a:pt x="77190" y="-8138"/>
                        <a:pt x="70310" y="5885"/>
                        <a:pt x="54700" y="11177"/>
                      </a:cubicBezTo>
                      <a:cubicBezTo>
                        <a:pt x="39090" y="16469"/>
                        <a:pt x="5487" y="25729"/>
                        <a:pt x="725" y="44514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09E83CD8-89EF-4795-933F-451FA9A69D2E}"/>
                    </a:ext>
                  </a:extLst>
                </p:cNvPr>
                <p:cNvGrpSpPr/>
                <p:nvPr/>
              </p:nvGrpSpPr>
              <p:grpSpPr>
                <a:xfrm rot="21284261">
                  <a:off x="5363670" y="4895682"/>
                  <a:ext cx="1067066" cy="1180180"/>
                  <a:chOff x="4988396" y="5051241"/>
                  <a:chExt cx="1522179" cy="1697559"/>
                </a:xfrm>
              </p:grpSpPr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C0E11023-5533-4AAF-BDE7-11A43093466C}"/>
                      </a:ext>
                    </a:extLst>
                  </p:cNvPr>
                  <p:cNvSpPr/>
                  <p:nvPr/>
                </p:nvSpPr>
                <p:spPr>
                  <a:xfrm>
                    <a:off x="4988396" y="5051241"/>
                    <a:ext cx="1522179" cy="1697559"/>
                  </a:xfrm>
                  <a:custGeom>
                    <a:avLst/>
                    <a:gdLst>
                      <a:gd name="connsiteX0" fmla="*/ 337356 w 1493630"/>
                      <a:gd name="connsiteY0" fmla="*/ 253410 h 1618003"/>
                      <a:gd name="connsiteX1" fmla="*/ 175516 w 1493630"/>
                      <a:gd name="connsiteY1" fmla="*/ 455711 h 1618003"/>
                      <a:gd name="connsiteX2" fmla="*/ 5583 w 1493630"/>
                      <a:gd name="connsiteY2" fmla="*/ 342422 h 1618003"/>
                      <a:gd name="connsiteX3" fmla="*/ 86503 w 1493630"/>
                      <a:gd name="connsiteY3" fmla="*/ 99661 h 1618003"/>
                      <a:gd name="connsiteX4" fmla="*/ 515381 w 1493630"/>
                      <a:gd name="connsiteY4" fmla="*/ 51109 h 1618003"/>
                      <a:gd name="connsiteX5" fmla="*/ 1211296 w 1493630"/>
                      <a:gd name="connsiteY5" fmla="*/ 811760 h 1618003"/>
                      <a:gd name="connsiteX6" fmla="*/ 1462149 w 1493630"/>
                      <a:gd name="connsiteY6" fmla="*/ 1426755 h 1618003"/>
                      <a:gd name="connsiteX7" fmla="*/ 1486425 w 1493630"/>
                      <a:gd name="connsiteY7" fmla="*/ 1572412 h 1618003"/>
                      <a:gd name="connsiteX8" fmla="*/ 1429781 w 1493630"/>
                      <a:gd name="connsiteY8" fmla="*/ 1588596 h 1618003"/>
                      <a:gd name="connsiteX9" fmla="*/ 1324585 w 1493630"/>
                      <a:gd name="connsiteY9" fmla="*/ 1200178 h 1618003"/>
                      <a:gd name="connsiteX10" fmla="*/ 911891 w 1493630"/>
                      <a:gd name="connsiteY10" fmla="*/ 512355 h 1618003"/>
                      <a:gd name="connsiteX11" fmla="*/ 652946 w 1493630"/>
                      <a:gd name="connsiteY11" fmla="*/ 277686 h 1618003"/>
                      <a:gd name="connsiteX12" fmla="*/ 466829 w 1493630"/>
                      <a:gd name="connsiteY12" fmla="*/ 83477 h 1618003"/>
                      <a:gd name="connsiteX13" fmla="*/ 215976 w 1493630"/>
                      <a:gd name="connsiteY13" fmla="*/ 83477 h 1618003"/>
                      <a:gd name="connsiteX14" fmla="*/ 62227 w 1493630"/>
                      <a:gd name="connsiteY14" fmla="*/ 221042 h 1618003"/>
                      <a:gd name="connsiteX15" fmla="*/ 70319 w 1493630"/>
                      <a:gd name="connsiteY15" fmla="*/ 366699 h 1618003"/>
                      <a:gd name="connsiteX16" fmla="*/ 167424 w 1493630"/>
                      <a:gd name="connsiteY16" fmla="*/ 390975 h 1618003"/>
                      <a:gd name="connsiteX17" fmla="*/ 256436 w 1493630"/>
                      <a:gd name="connsiteY17" fmla="*/ 277686 h 1618003"/>
                      <a:gd name="connsiteX18" fmla="*/ 280712 w 1493630"/>
                      <a:gd name="connsiteY18" fmla="*/ 237226 h 1618003"/>
                      <a:gd name="connsiteX19" fmla="*/ 337356 w 1493630"/>
                      <a:gd name="connsiteY19" fmla="*/ 253410 h 1618003"/>
                      <a:gd name="connsiteX0" fmla="*/ 337356 w 1493630"/>
                      <a:gd name="connsiteY0" fmla="*/ 253410 h 1618003"/>
                      <a:gd name="connsiteX1" fmla="*/ 175516 w 1493630"/>
                      <a:gd name="connsiteY1" fmla="*/ 455711 h 1618003"/>
                      <a:gd name="connsiteX2" fmla="*/ 5583 w 1493630"/>
                      <a:gd name="connsiteY2" fmla="*/ 342422 h 1618003"/>
                      <a:gd name="connsiteX3" fmla="*/ 86503 w 1493630"/>
                      <a:gd name="connsiteY3" fmla="*/ 99661 h 1618003"/>
                      <a:gd name="connsiteX4" fmla="*/ 515381 w 1493630"/>
                      <a:gd name="connsiteY4" fmla="*/ 51109 h 1618003"/>
                      <a:gd name="connsiteX5" fmla="*/ 1211296 w 1493630"/>
                      <a:gd name="connsiteY5" fmla="*/ 811760 h 1618003"/>
                      <a:gd name="connsiteX6" fmla="*/ 1462149 w 1493630"/>
                      <a:gd name="connsiteY6" fmla="*/ 1426755 h 1618003"/>
                      <a:gd name="connsiteX7" fmla="*/ 1486425 w 1493630"/>
                      <a:gd name="connsiteY7" fmla="*/ 1572412 h 1618003"/>
                      <a:gd name="connsiteX8" fmla="*/ 1429781 w 1493630"/>
                      <a:gd name="connsiteY8" fmla="*/ 1588596 h 1618003"/>
                      <a:gd name="connsiteX9" fmla="*/ 1324585 w 1493630"/>
                      <a:gd name="connsiteY9" fmla="*/ 1200178 h 1618003"/>
                      <a:gd name="connsiteX10" fmla="*/ 911891 w 1493630"/>
                      <a:gd name="connsiteY10" fmla="*/ 512355 h 1618003"/>
                      <a:gd name="connsiteX11" fmla="*/ 663529 w 1493630"/>
                      <a:gd name="connsiteY11" fmla="*/ 264986 h 1618003"/>
                      <a:gd name="connsiteX12" fmla="*/ 466829 w 1493630"/>
                      <a:gd name="connsiteY12" fmla="*/ 83477 h 1618003"/>
                      <a:gd name="connsiteX13" fmla="*/ 215976 w 1493630"/>
                      <a:gd name="connsiteY13" fmla="*/ 83477 h 1618003"/>
                      <a:gd name="connsiteX14" fmla="*/ 62227 w 1493630"/>
                      <a:gd name="connsiteY14" fmla="*/ 221042 h 1618003"/>
                      <a:gd name="connsiteX15" fmla="*/ 70319 w 1493630"/>
                      <a:gd name="connsiteY15" fmla="*/ 366699 h 1618003"/>
                      <a:gd name="connsiteX16" fmla="*/ 167424 w 1493630"/>
                      <a:gd name="connsiteY16" fmla="*/ 390975 h 1618003"/>
                      <a:gd name="connsiteX17" fmla="*/ 256436 w 1493630"/>
                      <a:gd name="connsiteY17" fmla="*/ 277686 h 1618003"/>
                      <a:gd name="connsiteX18" fmla="*/ 280712 w 1493630"/>
                      <a:gd name="connsiteY18" fmla="*/ 237226 h 1618003"/>
                      <a:gd name="connsiteX19" fmla="*/ 337356 w 1493630"/>
                      <a:gd name="connsiteY19" fmla="*/ 253410 h 1618003"/>
                      <a:gd name="connsiteX0" fmla="*/ 337356 w 1493630"/>
                      <a:gd name="connsiteY0" fmla="*/ 253410 h 1618003"/>
                      <a:gd name="connsiteX1" fmla="*/ 175516 w 1493630"/>
                      <a:gd name="connsiteY1" fmla="*/ 455711 h 1618003"/>
                      <a:gd name="connsiteX2" fmla="*/ 5583 w 1493630"/>
                      <a:gd name="connsiteY2" fmla="*/ 342422 h 1618003"/>
                      <a:gd name="connsiteX3" fmla="*/ 86503 w 1493630"/>
                      <a:gd name="connsiteY3" fmla="*/ 99661 h 1618003"/>
                      <a:gd name="connsiteX4" fmla="*/ 515381 w 1493630"/>
                      <a:gd name="connsiteY4" fmla="*/ 51109 h 1618003"/>
                      <a:gd name="connsiteX5" fmla="*/ 1211296 w 1493630"/>
                      <a:gd name="connsiteY5" fmla="*/ 811760 h 1618003"/>
                      <a:gd name="connsiteX6" fmla="*/ 1462149 w 1493630"/>
                      <a:gd name="connsiteY6" fmla="*/ 1426755 h 1618003"/>
                      <a:gd name="connsiteX7" fmla="*/ 1486425 w 1493630"/>
                      <a:gd name="connsiteY7" fmla="*/ 1572412 h 1618003"/>
                      <a:gd name="connsiteX8" fmla="*/ 1429781 w 1493630"/>
                      <a:gd name="connsiteY8" fmla="*/ 1588596 h 1618003"/>
                      <a:gd name="connsiteX9" fmla="*/ 1324585 w 1493630"/>
                      <a:gd name="connsiteY9" fmla="*/ 1200178 h 1618003"/>
                      <a:gd name="connsiteX10" fmla="*/ 905541 w 1493630"/>
                      <a:gd name="connsiteY10" fmla="*/ 527171 h 1618003"/>
                      <a:gd name="connsiteX11" fmla="*/ 663529 w 1493630"/>
                      <a:gd name="connsiteY11" fmla="*/ 264986 h 1618003"/>
                      <a:gd name="connsiteX12" fmla="*/ 466829 w 1493630"/>
                      <a:gd name="connsiteY12" fmla="*/ 83477 h 1618003"/>
                      <a:gd name="connsiteX13" fmla="*/ 215976 w 1493630"/>
                      <a:gd name="connsiteY13" fmla="*/ 83477 h 1618003"/>
                      <a:gd name="connsiteX14" fmla="*/ 62227 w 1493630"/>
                      <a:gd name="connsiteY14" fmla="*/ 221042 h 1618003"/>
                      <a:gd name="connsiteX15" fmla="*/ 70319 w 1493630"/>
                      <a:gd name="connsiteY15" fmla="*/ 366699 h 1618003"/>
                      <a:gd name="connsiteX16" fmla="*/ 167424 w 1493630"/>
                      <a:gd name="connsiteY16" fmla="*/ 390975 h 1618003"/>
                      <a:gd name="connsiteX17" fmla="*/ 256436 w 1493630"/>
                      <a:gd name="connsiteY17" fmla="*/ 277686 h 1618003"/>
                      <a:gd name="connsiteX18" fmla="*/ 280712 w 1493630"/>
                      <a:gd name="connsiteY18" fmla="*/ 237226 h 1618003"/>
                      <a:gd name="connsiteX19" fmla="*/ 337356 w 1493630"/>
                      <a:gd name="connsiteY19" fmla="*/ 253410 h 1618003"/>
                      <a:gd name="connsiteX0" fmla="*/ 337356 w 1493630"/>
                      <a:gd name="connsiteY0" fmla="*/ 253410 h 1618003"/>
                      <a:gd name="connsiteX1" fmla="*/ 175516 w 1493630"/>
                      <a:gd name="connsiteY1" fmla="*/ 455711 h 1618003"/>
                      <a:gd name="connsiteX2" fmla="*/ 5583 w 1493630"/>
                      <a:gd name="connsiteY2" fmla="*/ 342422 h 1618003"/>
                      <a:gd name="connsiteX3" fmla="*/ 86503 w 1493630"/>
                      <a:gd name="connsiteY3" fmla="*/ 99661 h 1618003"/>
                      <a:gd name="connsiteX4" fmla="*/ 515381 w 1493630"/>
                      <a:gd name="connsiteY4" fmla="*/ 51109 h 1618003"/>
                      <a:gd name="connsiteX5" fmla="*/ 1211296 w 1493630"/>
                      <a:gd name="connsiteY5" fmla="*/ 811760 h 1618003"/>
                      <a:gd name="connsiteX6" fmla="*/ 1462149 w 1493630"/>
                      <a:gd name="connsiteY6" fmla="*/ 1426755 h 1618003"/>
                      <a:gd name="connsiteX7" fmla="*/ 1486425 w 1493630"/>
                      <a:gd name="connsiteY7" fmla="*/ 1572412 h 1618003"/>
                      <a:gd name="connsiteX8" fmla="*/ 1429781 w 1493630"/>
                      <a:gd name="connsiteY8" fmla="*/ 1588596 h 1618003"/>
                      <a:gd name="connsiteX9" fmla="*/ 1324585 w 1493630"/>
                      <a:gd name="connsiteY9" fmla="*/ 1200178 h 1618003"/>
                      <a:gd name="connsiteX10" fmla="*/ 949991 w 1493630"/>
                      <a:gd name="connsiteY10" fmla="*/ 561037 h 1618003"/>
                      <a:gd name="connsiteX11" fmla="*/ 663529 w 1493630"/>
                      <a:gd name="connsiteY11" fmla="*/ 264986 h 1618003"/>
                      <a:gd name="connsiteX12" fmla="*/ 466829 w 1493630"/>
                      <a:gd name="connsiteY12" fmla="*/ 83477 h 1618003"/>
                      <a:gd name="connsiteX13" fmla="*/ 215976 w 1493630"/>
                      <a:gd name="connsiteY13" fmla="*/ 83477 h 1618003"/>
                      <a:gd name="connsiteX14" fmla="*/ 62227 w 1493630"/>
                      <a:gd name="connsiteY14" fmla="*/ 221042 h 1618003"/>
                      <a:gd name="connsiteX15" fmla="*/ 70319 w 1493630"/>
                      <a:gd name="connsiteY15" fmla="*/ 366699 h 1618003"/>
                      <a:gd name="connsiteX16" fmla="*/ 167424 w 1493630"/>
                      <a:gd name="connsiteY16" fmla="*/ 390975 h 1618003"/>
                      <a:gd name="connsiteX17" fmla="*/ 256436 w 1493630"/>
                      <a:gd name="connsiteY17" fmla="*/ 277686 h 1618003"/>
                      <a:gd name="connsiteX18" fmla="*/ 280712 w 1493630"/>
                      <a:gd name="connsiteY18" fmla="*/ 237226 h 1618003"/>
                      <a:gd name="connsiteX19" fmla="*/ 337356 w 1493630"/>
                      <a:gd name="connsiteY19" fmla="*/ 253410 h 1618003"/>
                      <a:gd name="connsiteX0" fmla="*/ 337356 w 1493630"/>
                      <a:gd name="connsiteY0" fmla="*/ 253410 h 1633826"/>
                      <a:gd name="connsiteX1" fmla="*/ 175516 w 1493630"/>
                      <a:gd name="connsiteY1" fmla="*/ 455711 h 1633826"/>
                      <a:gd name="connsiteX2" fmla="*/ 5583 w 1493630"/>
                      <a:gd name="connsiteY2" fmla="*/ 342422 h 1633826"/>
                      <a:gd name="connsiteX3" fmla="*/ 86503 w 1493630"/>
                      <a:gd name="connsiteY3" fmla="*/ 99661 h 1633826"/>
                      <a:gd name="connsiteX4" fmla="*/ 515381 w 1493630"/>
                      <a:gd name="connsiteY4" fmla="*/ 51109 h 1633826"/>
                      <a:gd name="connsiteX5" fmla="*/ 1211296 w 1493630"/>
                      <a:gd name="connsiteY5" fmla="*/ 811760 h 1633826"/>
                      <a:gd name="connsiteX6" fmla="*/ 1462149 w 1493630"/>
                      <a:gd name="connsiteY6" fmla="*/ 1426755 h 1633826"/>
                      <a:gd name="connsiteX7" fmla="*/ 1486425 w 1493630"/>
                      <a:gd name="connsiteY7" fmla="*/ 1572412 h 1633826"/>
                      <a:gd name="connsiteX8" fmla="*/ 1429781 w 1493630"/>
                      <a:gd name="connsiteY8" fmla="*/ 1588596 h 1633826"/>
                      <a:gd name="connsiteX9" fmla="*/ 1233568 w 1493630"/>
                      <a:gd name="connsiteY9" fmla="*/ 986395 h 1633826"/>
                      <a:gd name="connsiteX10" fmla="*/ 949991 w 1493630"/>
                      <a:gd name="connsiteY10" fmla="*/ 561037 h 1633826"/>
                      <a:gd name="connsiteX11" fmla="*/ 663529 w 1493630"/>
                      <a:gd name="connsiteY11" fmla="*/ 264986 h 1633826"/>
                      <a:gd name="connsiteX12" fmla="*/ 466829 w 1493630"/>
                      <a:gd name="connsiteY12" fmla="*/ 83477 h 1633826"/>
                      <a:gd name="connsiteX13" fmla="*/ 215976 w 1493630"/>
                      <a:gd name="connsiteY13" fmla="*/ 83477 h 1633826"/>
                      <a:gd name="connsiteX14" fmla="*/ 62227 w 1493630"/>
                      <a:gd name="connsiteY14" fmla="*/ 221042 h 1633826"/>
                      <a:gd name="connsiteX15" fmla="*/ 70319 w 1493630"/>
                      <a:gd name="connsiteY15" fmla="*/ 366699 h 1633826"/>
                      <a:gd name="connsiteX16" fmla="*/ 167424 w 1493630"/>
                      <a:gd name="connsiteY16" fmla="*/ 390975 h 1633826"/>
                      <a:gd name="connsiteX17" fmla="*/ 256436 w 1493630"/>
                      <a:gd name="connsiteY17" fmla="*/ 277686 h 1633826"/>
                      <a:gd name="connsiteX18" fmla="*/ 280712 w 1493630"/>
                      <a:gd name="connsiteY18" fmla="*/ 237226 h 1633826"/>
                      <a:gd name="connsiteX19" fmla="*/ 337356 w 1493630"/>
                      <a:gd name="connsiteY19" fmla="*/ 253410 h 1633826"/>
                      <a:gd name="connsiteX0" fmla="*/ 337356 w 1488842"/>
                      <a:gd name="connsiteY0" fmla="*/ 253410 h 1639282"/>
                      <a:gd name="connsiteX1" fmla="*/ 175516 w 1488842"/>
                      <a:gd name="connsiteY1" fmla="*/ 455711 h 1639282"/>
                      <a:gd name="connsiteX2" fmla="*/ 5583 w 1488842"/>
                      <a:gd name="connsiteY2" fmla="*/ 342422 h 1639282"/>
                      <a:gd name="connsiteX3" fmla="*/ 86503 w 1488842"/>
                      <a:gd name="connsiteY3" fmla="*/ 99661 h 1639282"/>
                      <a:gd name="connsiteX4" fmla="*/ 515381 w 1488842"/>
                      <a:gd name="connsiteY4" fmla="*/ 51109 h 1639282"/>
                      <a:gd name="connsiteX5" fmla="*/ 1211296 w 1488842"/>
                      <a:gd name="connsiteY5" fmla="*/ 811760 h 1639282"/>
                      <a:gd name="connsiteX6" fmla="*/ 1462149 w 1488842"/>
                      <a:gd name="connsiteY6" fmla="*/ 1426755 h 1639282"/>
                      <a:gd name="connsiteX7" fmla="*/ 1477958 w 1488842"/>
                      <a:gd name="connsiteY7" fmla="*/ 1587228 h 1639282"/>
                      <a:gd name="connsiteX8" fmla="*/ 1429781 w 1488842"/>
                      <a:gd name="connsiteY8" fmla="*/ 1588596 h 1639282"/>
                      <a:gd name="connsiteX9" fmla="*/ 1233568 w 1488842"/>
                      <a:gd name="connsiteY9" fmla="*/ 986395 h 1639282"/>
                      <a:gd name="connsiteX10" fmla="*/ 949991 w 1488842"/>
                      <a:gd name="connsiteY10" fmla="*/ 561037 h 1639282"/>
                      <a:gd name="connsiteX11" fmla="*/ 663529 w 1488842"/>
                      <a:gd name="connsiteY11" fmla="*/ 264986 h 1639282"/>
                      <a:gd name="connsiteX12" fmla="*/ 466829 w 1488842"/>
                      <a:gd name="connsiteY12" fmla="*/ 83477 h 1639282"/>
                      <a:gd name="connsiteX13" fmla="*/ 215976 w 1488842"/>
                      <a:gd name="connsiteY13" fmla="*/ 83477 h 1639282"/>
                      <a:gd name="connsiteX14" fmla="*/ 62227 w 1488842"/>
                      <a:gd name="connsiteY14" fmla="*/ 221042 h 1639282"/>
                      <a:gd name="connsiteX15" fmla="*/ 70319 w 1488842"/>
                      <a:gd name="connsiteY15" fmla="*/ 366699 h 1639282"/>
                      <a:gd name="connsiteX16" fmla="*/ 167424 w 1488842"/>
                      <a:gd name="connsiteY16" fmla="*/ 390975 h 1639282"/>
                      <a:gd name="connsiteX17" fmla="*/ 256436 w 1488842"/>
                      <a:gd name="connsiteY17" fmla="*/ 277686 h 1639282"/>
                      <a:gd name="connsiteX18" fmla="*/ 280712 w 1488842"/>
                      <a:gd name="connsiteY18" fmla="*/ 237226 h 1639282"/>
                      <a:gd name="connsiteX19" fmla="*/ 337356 w 1488842"/>
                      <a:gd name="connsiteY19" fmla="*/ 253410 h 1639282"/>
                      <a:gd name="connsiteX0" fmla="*/ 337356 w 1497799"/>
                      <a:gd name="connsiteY0" fmla="*/ 253410 h 1637630"/>
                      <a:gd name="connsiteX1" fmla="*/ 175516 w 1497799"/>
                      <a:gd name="connsiteY1" fmla="*/ 455711 h 1637630"/>
                      <a:gd name="connsiteX2" fmla="*/ 5583 w 1497799"/>
                      <a:gd name="connsiteY2" fmla="*/ 342422 h 1637630"/>
                      <a:gd name="connsiteX3" fmla="*/ 86503 w 1497799"/>
                      <a:gd name="connsiteY3" fmla="*/ 99661 h 1637630"/>
                      <a:gd name="connsiteX4" fmla="*/ 515381 w 1497799"/>
                      <a:gd name="connsiteY4" fmla="*/ 51109 h 1637630"/>
                      <a:gd name="connsiteX5" fmla="*/ 1211296 w 1497799"/>
                      <a:gd name="connsiteY5" fmla="*/ 811760 h 1637630"/>
                      <a:gd name="connsiteX6" fmla="*/ 1462149 w 1497799"/>
                      <a:gd name="connsiteY6" fmla="*/ 1426755 h 1637630"/>
                      <a:gd name="connsiteX7" fmla="*/ 1477958 w 1497799"/>
                      <a:gd name="connsiteY7" fmla="*/ 1587228 h 1637630"/>
                      <a:gd name="connsiteX8" fmla="*/ 1429781 w 1497799"/>
                      <a:gd name="connsiteY8" fmla="*/ 1588596 h 1637630"/>
                      <a:gd name="connsiteX9" fmla="*/ 1233568 w 1497799"/>
                      <a:gd name="connsiteY9" fmla="*/ 986395 h 1637630"/>
                      <a:gd name="connsiteX10" fmla="*/ 949991 w 1497799"/>
                      <a:gd name="connsiteY10" fmla="*/ 561037 h 1637630"/>
                      <a:gd name="connsiteX11" fmla="*/ 663529 w 1497799"/>
                      <a:gd name="connsiteY11" fmla="*/ 264986 h 1637630"/>
                      <a:gd name="connsiteX12" fmla="*/ 466829 w 1497799"/>
                      <a:gd name="connsiteY12" fmla="*/ 83477 h 1637630"/>
                      <a:gd name="connsiteX13" fmla="*/ 215976 w 1497799"/>
                      <a:gd name="connsiteY13" fmla="*/ 83477 h 1637630"/>
                      <a:gd name="connsiteX14" fmla="*/ 62227 w 1497799"/>
                      <a:gd name="connsiteY14" fmla="*/ 221042 h 1637630"/>
                      <a:gd name="connsiteX15" fmla="*/ 70319 w 1497799"/>
                      <a:gd name="connsiteY15" fmla="*/ 366699 h 1637630"/>
                      <a:gd name="connsiteX16" fmla="*/ 167424 w 1497799"/>
                      <a:gd name="connsiteY16" fmla="*/ 390975 h 1637630"/>
                      <a:gd name="connsiteX17" fmla="*/ 256436 w 1497799"/>
                      <a:gd name="connsiteY17" fmla="*/ 277686 h 1637630"/>
                      <a:gd name="connsiteX18" fmla="*/ 280712 w 1497799"/>
                      <a:gd name="connsiteY18" fmla="*/ 237226 h 1637630"/>
                      <a:gd name="connsiteX19" fmla="*/ 337356 w 1497799"/>
                      <a:gd name="connsiteY19" fmla="*/ 253410 h 1637630"/>
                      <a:gd name="connsiteX0" fmla="*/ 337356 w 1497799"/>
                      <a:gd name="connsiteY0" fmla="*/ 253410 h 1637630"/>
                      <a:gd name="connsiteX1" fmla="*/ 175516 w 1497799"/>
                      <a:gd name="connsiteY1" fmla="*/ 455711 h 1637630"/>
                      <a:gd name="connsiteX2" fmla="*/ 5583 w 1497799"/>
                      <a:gd name="connsiteY2" fmla="*/ 342422 h 1637630"/>
                      <a:gd name="connsiteX3" fmla="*/ 86503 w 1497799"/>
                      <a:gd name="connsiteY3" fmla="*/ 99661 h 1637630"/>
                      <a:gd name="connsiteX4" fmla="*/ 515381 w 1497799"/>
                      <a:gd name="connsiteY4" fmla="*/ 51109 h 1637630"/>
                      <a:gd name="connsiteX5" fmla="*/ 1211296 w 1497799"/>
                      <a:gd name="connsiteY5" fmla="*/ 811760 h 1637630"/>
                      <a:gd name="connsiteX6" fmla="*/ 1462149 w 1497799"/>
                      <a:gd name="connsiteY6" fmla="*/ 1426755 h 1637630"/>
                      <a:gd name="connsiteX7" fmla="*/ 1477958 w 1497799"/>
                      <a:gd name="connsiteY7" fmla="*/ 1587228 h 1637630"/>
                      <a:gd name="connsiteX8" fmla="*/ 1429781 w 1497799"/>
                      <a:gd name="connsiteY8" fmla="*/ 1588596 h 1637630"/>
                      <a:gd name="connsiteX9" fmla="*/ 1233568 w 1497799"/>
                      <a:gd name="connsiteY9" fmla="*/ 986395 h 1637630"/>
                      <a:gd name="connsiteX10" fmla="*/ 949991 w 1497799"/>
                      <a:gd name="connsiteY10" fmla="*/ 561037 h 1637630"/>
                      <a:gd name="connsiteX11" fmla="*/ 663529 w 1497799"/>
                      <a:gd name="connsiteY11" fmla="*/ 264986 h 1637630"/>
                      <a:gd name="connsiteX12" fmla="*/ 466829 w 1497799"/>
                      <a:gd name="connsiteY12" fmla="*/ 83477 h 1637630"/>
                      <a:gd name="connsiteX13" fmla="*/ 215976 w 1497799"/>
                      <a:gd name="connsiteY13" fmla="*/ 83477 h 1637630"/>
                      <a:gd name="connsiteX14" fmla="*/ 62227 w 1497799"/>
                      <a:gd name="connsiteY14" fmla="*/ 221042 h 1637630"/>
                      <a:gd name="connsiteX15" fmla="*/ 70319 w 1497799"/>
                      <a:gd name="connsiteY15" fmla="*/ 366699 h 1637630"/>
                      <a:gd name="connsiteX16" fmla="*/ 167424 w 1497799"/>
                      <a:gd name="connsiteY16" fmla="*/ 390975 h 1637630"/>
                      <a:gd name="connsiteX17" fmla="*/ 256436 w 1497799"/>
                      <a:gd name="connsiteY17" fmla="*/ 277686 h 1637630"/>
                      <a:gd name="connsiteX18" fmla="*/ 280712 w 1497799"/>
                      <a:gd name="connsiteY18" fmla="*/ 237226 h 1637630"/>
                      <a:gd name="connsiteX19" fmla="*/ 337356 w 1497799"/>
                      <a:gd name="connsiteY19" fmla="*/ 253410 h 1637630"/>
                      <a:gd name="connsiteX0" fmla="*/ 337356 w 1497799"/>
                      <a:gd name="connsiteY0" fmla="*/ 253410 h 1593865"/>
                      <a:gd name="connsiteX1" fmla="*/ 175516 w 1497799"/>
                      <a:gd name="connsiteY1" fmla="*/ 455711 h 1593865"/>
                      <a:gd name="connsiteX2" fmla="*/ 5583 w 1497799"/>
                      <a:gd name="connsiteY2" fmla="*/ 342422 h 1593865"/>
                      <a:gd name="connsiteX3" fmla="*/ 86503 w 1497799"/>
                      <a:gd name="connsiteY3" fmla="*/ 99661 h 1593865"/>
                      <a:gd name="connsiteX4" fmla="*/ 515381 w 1497799"/>
                      <a:gd name="connsiteY4" fmla="*/ 51109 h 1593865"/>
                      <a:gd name="connsiteX5" fmla="*/ 1211296 w 1497799"/>
                      <a:gd name="connsiteY5" fmla="*/ 811760 h 1593865"/>
                      <a:gd name="connsiteX6" fmla="*/ 1462149 w 1497799"/>
                      <a:gd name="connsiteY6" fmla="*/ 1426755 h 1593865"/>
                      <a:gd name="connsiteX7" fmla="*/ 1477958 w 1497799"/>
                      <a:gd name="connsiteY7" fmla="*/ 1587228 h 1593865"/>
                      <a:gd name="connsiteX8" fmla="*/ 1429781 w 1497799"/>
                      <a:gd name="connsiteY8" fmla="*/ 1588596 h 1593865"/>
                      <a:gd name="connsiteX9" fmla="*/ 1233568 w 1497799"/>
                      <a:gd name="connsiteY9" fmla="*/ 986395 h 1593865"/>
                      <a:gd name="connsiteX10" fmla="*/ 949991 w 1497799"/>
                      <a:gd name="connsiteY10" fmla="*/ 561037 h 1593865"/>
                      <a:gd name="connsiteX11" fmla="*/ 663529 w 1497799"/>
                      <a:gd name="connsiteY11" fmla="*/ 264986 h 1593865"/>
                      <a:gd name="connsiteX12" fmla="*/ 466829 w 1497799"/>
                      <a:gd name="connsiteY12" fmla="*/ 83477 h 1593865"/>
                      <a:gd name="connsiteX13" fmla="*/ 215976 w 1497799"/>
                      <a:gd name="connsiteY13" fmla="*/ 83477 h 1593865"/>
                      <a:gd name="connsiteX14" fmla="*/ 62227 w 1497799"/>
                      <a:gd name="connsiteY14" fmla="*/ 221042 h 1593865"/>
                      <a:gd name="connsiteX15" fmla="*/ 70319 w 1497799"/>
                      <a:gd name="connsiteY15" fmla="*/ 366699 h 1593865"/>
                      <a:gd name="connsiteX16" fmla="*/ 167424 w 1497799"/>
                      <a:gd name="connsiteY16" fmla="*/ 390975 h 1593865"/>
                      <a:gd name="connsiteX17" fmla="*/ 256436 w 1497799"/>
                      <a:gd name="connsiteY17" fmla="*/ 277686 h 1593865"/>
                      <a:gd name="connsiteX18" fmla="*/ 280712 w 1497799"/>
                      <a:gd name="connsiteY18" fmla="*/ 237226 h 1593865"/>
                      <a:gd name="connsiteX19" fmla="*/ 337356 w 1497799"/>
                      <a:gd name="connsiteY19" fmla="*/ 253410 h 1593865"/>
                      <a:gd name="connsiteX0" fmla="*/ 337356 w 1516314"/>
                      <a:gd name="connsiteY0" fmla="*/ 253410 h 1588596"/>
                      <a:gd name="connsiteX1" fmla="*/ 175516 w 1516314"/>
                      <a:gd name="connsiteY1" fmla="*/ 455711 h 1588596"/>
                      <a:gd name="connsiteX2" fmla="*/ 5583 w 1516314"/>
                      <a:gd name="connsiteY2" fmla="*/ 342422 h 1588596"/>
                      <a:gd name="connsiteX3" fmla="*/ 86503 w 1516314"/>
                      <a:gd name="connsiteY3" fmla="*/ 99661 h 1588596"/>
                      <a:gd name="connsiteX4" fmla="*/ 515381 w 1516314"/>
                      <a:gd name="connsiteY4" fmla="*/ 51109 h 1588596"/>
                      <a:gd name="connsiteX5" fmla="*/ 1211296 w 1516314"/>
                      <a:gd name="connsiteY5" fmla="*/ 811760 h 1588596"/>
                      <a:gd name="connsiteX6" fmla="*/ 1462149 w 1516314"/>
                      <a:gd name="connsiteY6" fmla="*/ 1426755 h 1588596"/>
                      <a:gd name="connsiteX7" fmla="*/ 1503358 w 1516314"/>
                      <a:gd name="connsiteY7" fmla="*/ 1542778 h 1588596"/>
                      <a:gd name="connsiteX8" fmla="*/ 1429781 w 1516314"/>
                      <a:gd name="connsiteY8" fmla="*/ 1588596 h 1588596"/>
                      <a:gd name="connsiteX9" fmla="*/ 1233568 w 1516314"/>
                      <a:gd name="connsiteY9" fmla="*/ 986395 h 1588596"/>
                      <a:gd name="connsiteX10" fmla="*/ 949991 w 1516314"/>
                      <a:gd name="connsiteY10" fmla="*/ 561037 h 1588596"/>
                      <a:gd name="connsiteX11" fmla="*/ 663529 w 1516314"/>
                      <a:gd name="connsiteY11" fmla="*/ 264986 h 1588596"/>
                      <a:gd name="connsiteX12" fmla="*/ 466829 w 1516314"/>
                      <a:gd name="connsiteY12" fmla="*/ 83477 h 1588596"/>
                      <a:gd name="connsiteX13" fmla="*/ 215976 w 1516314"/>
                      <a:gd name="connsiteY13" fmla="*/ 83477 h 1588596"/>
                      <a:gd name="connsiteX14" fmla="*/ 62227 w 1516314"/>
                      <a:gd name="connsiteY14" fmla="*/ 221042 h 1588596"/>
                      <a:gd name="connsiteX15" fmla="*/ 70319 w 1516314"/>
                      <a:gd name="connsiteY15" fmla="*/ 366699 h 1588596"/>
                      <a:gd name="connsiteX16" fmla="*/ 167424 w 1516314"/>
                      <a:gd name="connsiteY16" fmla="*/ 390975 h 1588596"/>
                      <a:gd name="connsiteX17" fmla="*/ 256436 w 1516314"/>
                      <a:gd name="connsiteY17" fmla="*/ 277686 h 1588596"/>
                      <a:gd name="connsiteX18" fmla="*/ 280712 w 1516314"/>
                      <a:gd name="connsiteY18" fmla="*/ 237226 h 1588596"/>
                      <a:gd name="connsiteX19" fmla="*/ 337356 w 1516314"/>
                      <a:gd name="connsiteY19" fmla="*/ 253410 h 1588596"/>
                      <a:gd name="connsiteX0" fmla="*/ 337356 w 1502006"/>
                      <a:gd name="connsiteY0" fmla="*/ 253410 h 1588596"/>
                      <a:gd name="connsiteX1" fmla="*/ 175516 w 1502006"/>
                      <a:gd name="connsiteY1" fmla="*/ 455711 h 1588596"/>
                      <a:gd name="connsiteX2" fmla="*/ 5583 w 1502006"/>
                      <a:gd name="connsiteY2" fmla="*/ 342422 h 1588596"/>
                      <a:gd name="connsiteX3" fmla="*/ 86503 w 1502006"/>
                      <a:gd name="connsiteY3" fmla="*/ 99661 h 1588596"/>
                      <a:gd name="connsiteX4" fmla="*/ 515381 w 1502006"/>
                      <a:gd name="connsiteY4" fmla="*/ 51109 h 1588596"/>
                      <a:gd name="connsiteX5" fmla="*/ 1211296 w 1502006"/>
                      <a:gd name="connsiteY5" fmla="*/ 811760 h 1588596"/>
                      <a:gd name="connsiteX6" fmla="*/ 1462149 w 1502006"/>
                      <a:gd name="connsiteY6" fmla="*/ 1426755 h 1588596"/>
                      <a:gd name="connsiteX7" fmla="*/ 1484308 w 1502006"/>
                      <a:gd name="connsiteY7" fmla="*/ 1563945 h 1588596"/>
                      <a:gd name="connsiteX8" fmla="*/ 1429781 w 1502006"/>
                      <a:gd name="connsiteY8" fmla="*/ 1588596 h 1588596"/>
                      <a:gd name="connsiteX9" fmla="*/ 1233568 w 1502006"/>
                      <a:gd name="connsiteY9" fmla="*/ 986395 h 1588596"/>
                      <a:gd name="connsiteX10" fmla="*/ 949991 w 1502006"/>
                      <a:gd name="connsiteY10" fmla="*/ 561037 h 1588596"/>
                      <a:gd name="connsiteX11" fmla="*/ 663529 w 1502006"/>
                      <a:gd name="connsiteY11" fmla="*/ 264986 h 1588596"/>
                      <a:gd name="connsiteX12" fmla="*/ 466829 w 1502006"/>
                      <a:gd name="connsiteY12" fmla="*/ 83477 h 1588596"/>
                      <a:gd name="connsiteX13" fmla="*/ 215976 w 1502006"/>
                      <a:gd name="connsiteY13" fmla="*/ 83477 h 1588596"/>
                      <a:gd name="connsiteX14" fmla="*/ 62227 w 1502006"/>
                      <a:gd name="connsiteY14" fmla="*/ 221042 h 1588596"/>
                      <a:gd name="connsiteX15" fmla="*/ 70319 w 1502006"/>
                      <a:gd name="connsiteY15" fmla="*/ 366699 h 1588596"/>
                      <a:gd name="connsiteX16" fmla="*/ 167424 w 1502006"/>
                      <a:gd name="connsiteY16" fmla="*/ 390975 h 1588596"/>
                      <a:gd name="connsiteX17" fmla="*/ 256436 w 1502006"/>
                      <a:gd name="connsiteY17" fmla="*/ 277686 h 1588596"/>
                      <a:gd name="connsiteX18" fmla="*/ 280712 w 1502006"/>
                      <a:gd name="connsiteY18" fmla="*/ 237226 h 1588596"/>
                      <a:gd name="connsiteX19" fmla="*/ 337356 w 1502006"/>
                      <a:gd name="connsiteY19" fmla="*/ 253410 h 1588596"/>
                      <a:gd name="connsiteX0" fmla="*/ 337356 w 1499295"/>
                      <a:gd name="connsiteY0" fmla="*/ 253410 h 1588596"/>
                      <a:gd name="connsiteX1" fmla="*/ 175516 w 1499295"/>
                      <a:gd name="connsiteY1" fmla="*/ 455711 h 1588596"/>
                      <a:gd name="connsiteX2" fmla="*/ 5583 w 1499295"/>
                      <a:gd name="connsiteY2" fmla="*/ 342422 h 1588596"/>
                      <a:gd name="connsiteX3" fmla="*/ 86503 w 1499295"/>
                      <a:gd name="connsiteY3" fmla="*/ 99661 h 1588596"/>
                      <a:gd name="connsiteX4" fmla="*/ 515381 w 1499295"/>
                      <a:gd name="connsiteY4" fmla="*/ 51109 h 1588596"/>
                      <a:gd name="connsiteX5" fmla="*/ 1211296 w 1499295"/>
                      <a:gd name="connsiteY5" fmla="*/ 811760 h 1588596"/>
                      <a:gd name="connsiteX6" fmla="*/ 1462149 w 1499295"/>
                      <a:gd name="connsiteY6" fmla="*/ 1426755 h 1588596"/>
                      <a:gd name="connsiteX7" fmla="*/ 1484308 w 1499295"/>
                      <a:gd name="connsiteY7" fmla="*/ 1563945 h 1588596"/>
                      <a:gd name="connsiteX8" fmla="*/ 1429781 w 1499295"/>
                      <a:gd name="connsiteY8" fmla="*/ 1588596 h 1588596"/>
                      <a:gd name="connsiteX9" fmla="*/ 1233568 w 1499295"/>
                      <a:gd name="connsiteY9" fmla="*/ 986395 h 1588596"/>
                      <a:gd name="connsiteX10" fmla="*/ 949991 w 1499295"/>
                      <a:gd name="connsiteY10" fmla="*/ 561037 h 1588596"/>
                      <a:gd name="connsiteX11" fmla="*/ 663529 w 1499295"/>
                      <a:gd name="connsiteY11" fmla="*/ 264986 h 1588596"/>
                      <a:gd name="connsiteX12" fmla="*/ 466829 w 1499295"/>
                      <a:gd name="connsiteY12" fmla="*/ 83477 h 1588596"/>
                      <a:gd name="connsiteX13" fmla="*/ 215976 w 1499295"/>
                      <a:gd name="connsiteY13" fmla="*/ 83477 h 1588596"/>
                      <a:gd name="connsiteX14" fmla="*/ 62227 w 1499295"/>
                      <a:gd name="connsiteY14" fmla="*/ 221042 h 1588596"/>
                      <a:gd name="connsiteX15" fmla="*/ 70319 w 1499295"/>
                      <a:gd name="connsiteY15" fmla="*/ 366699 h 1588596"/>
                      <a:gd name="connsiteX16" fmla="*/ 167424 w 1499295"/>
                      <a:gd name="connsiteY16" fmla="*/ 390975 h 1588596"/>
                      <a:gd name="connsiteX17" fmla="*/ 256436 w 1499295"/>
                      <a:gd name="connsiteY17" fmla="*/ 277686 h 1588596"/>
                      <a:gd name="connsiteX18" fmla="*/ 280712 w 1499295"/>
                      <a:gd name="connsiteY18" fmla="*/ 237226 h 1588596"/>
                      <a:gd name="connsiteX19" fmla="*/ 337356 w 1499295"/>
                      <a:gd name="connsiteY19" fmla="*/ 253410 h 1588596"/>
                      <a:gd name="connsiteX0" fmla="*/ 337356 w 1499295"/>
                      <a:gd name="connsiteY0" fmla="*/ 253410 h 1588596"/>
                      <a:gd name="connsiteX1" fmla="*/ 175516 w 1499295"/>
                      <a:gd name="connsiteY1" fmla="*/ 455711 h 1588596"/>
                      <a:gd name="connsiteX2" fmla="*/ 5583 w 1499295"/>
                      <a:gd name="connsiteY2" fmla="*/ 342422 h 1588596"/>
                      <a:gd name="connsiteX3" fmla="*/ 86503 w 1499295"/>
                      <a:gd name="connsiteY3" fmla="*/ 99661 h 1588596"/>
                      <a:gd name="connsiteX4" fmla="*/ 515381 w 1499295"/>
                      <a:gd name="connsiteY4" fmla="*/ 51109 h 1588596"/>
                      <a:gd name="connsiteX5" fmla="*/ 1211296 w 1499295"/>
                      <a:gd name="connsiteY5" fmla="*/ 811760 h 1588596"/>
                      <a:gd name="connsiteX6" fmla="*/ 1462149 w 1499295"/>
                      <a:gd name="connsiteY6" fmla="*/ 1426755 h 1588596"/>
                      <a:gd name="connsiteX7" fmla="*/ 1484308 w 1499295"/>
                      <a:gd name="connsiteY7" fmla="*/ 1563945 h 1588596"/>
                      <a:gd name="connsiteX8" fmla="*/ 1429781 w 1499295"/>
                      <a:gd name="connsiteY8" fmla="*/ 1588596 h 1588596"/>
                      <a:gd name="connsiteX9" fmla="*/ 1233568 w 1499295"/>
                      <a:gd name="connsiteY9" fmla="*/ 986395 h 1588596"/>
                      <a:gd name="connsiteX10" fmla="*/ 949991 w 1499295"/>
                      <a:gd name="connsiteY10" fmla="*/ 561037 h 1588596"/>
                      <a:gd name="connsiteX11" fmla="*/ 663529 w 1499295"/>
                      <a:gd name="connsiteY11" fmla="*/ 264986 h 1588596"/>
                      <a:gd name="connsiteX12" fmla="*/ 466829 w 1499295"/>
                      <a:gd name="connsiteY12" fmla="*/ 83477 h 1588596"/>
                      <a:gd name="connsiteX13" fmla="*/ 215976 w 1499295"/>
                      <a:gd name="connsiteY13" fmla="*/ 83477 h 1588596"/>
                      <a:gd name="connsiteX14" fmla="*/ 62227 w 1499295"/>
                      <a:gd name="connsiteY14" fmla="*/ 221042 h 1588596"/>
                      <a:gd name="connsiteX15" fmla="*/ 70319 w 1499295"/>
                      <a:gd name="connsiteY15" fmla="*/ 366699 h 1588596"/>
                      <a:gd name="connsiteX16" fmla="*/ 167424 w 1499295"/>
                      <a:gd name="connsiteY16" fmla="*/ 390975 h 1588596"/>
                      <a:gd name="connsiteX17" fmla="*/ 256436 w 1499295"/>
                      <a:gd name="connsiteY17" fmla="*/ 277686 h 1588596"/>
                      <a:gd name="connsiteX18" fmla="*/ 280712 w 1499295"/>
                      <a:gd name="connsiteY18" fmla="*/ 237226 h 1588596"/>
                      <a:gd name="connsiteX19" fmla="*/ 337356 w 1499295"/>
                      <a:gd name="connsiteY19" fmla="*/ 253410 h 1588596"/>
                      <a:gd name="connsiteX0" fmla="*/ 337356 w 1487713"/>
                      <a:gd name="connsiteY0" fmla="*/ 253410 h 1588596"/>
                      <a:gd name="connsiteX1" fmla="*/ 175516 w 1487713"/>
                      <a:gd name="connsiteY1" fmla="*/ 455711 h 1588596"/>
                      <a:gd name="connsiteX2" fmla="*/ 5583 w 1487713"/>
                      <a:gd name="connsiteY2" fmla="*/ 342422 h 1588596"/>
                      <a:gd name="connsiteX3" fmla="*/ 86503 w 1487713"/>
                      <a:gd name="connsiteY3" fmla="*/ 99661 h 1588596"/>
                      <a:gd name="connsiteX4" fmla="*/ 515381 w 1487713"/>
                      <a:gd name="connsiteY4" fmla="*/ 51109 h 1588596"/>
                      <a:gd name="connsiteX5" fmla="*/ 1211296 w 1487713"/>
                      <a:gd name="connsiteY5" fmla="*/ 811760 h 1588596"/>
                      <a:gd name="connsiteX6" fmla="*/ 1462149 w 1487713"/>
                      <a:gd name="connsiteY6" fmla="*/ 1426755 h 1588596"/>
                      <a:gd name="connsiteX7" fmla="*/ 1484308 w 1487713"/>
                      <a:gd name="connsiteY7" fmla="*/ 1563945 h 1588596"/>
                      <a:gd name="connsiteX8" fmla="*/ 1429781 w 1487713"/>
                      <a:gd name="connsiteY8" fmla="*/ 1588596 h 1588596"/>
                      <a:gd name="connsiteX9" fmla="*/ 1233568 w 1487713"/>
                      <a:gd name="connsiteY9" fmla="*/ 986395 h 1588596"/>
                      <a:gd name="connsiteX10" fmla="*/ 949991 w 1487713"/>
                      <a:gd name="connsiteY10" fmla="*/ 561037 h 1588596"/>
                      <a:gd name="connsiteX11" fmla="*/ 663529 w 1487713"/>
                      <a:gd name="connsiteY11" fmla="*/ 264986 h 1588596"/>
                      <a:gd name="connsiteX12" fmla="*/ 466829 w 1487713"/>
                      <a:gd name="connsiteY12" fmla="*/ 83477 h 1588596"/>
                      <a:gd name="connsiteX13" fmla="*/ 215976 w 1487713"/>
                      <a:gd name="connsiteY13" fmla="*/ 83477 h 1588596"/>
                      <a:gd name="connsiteX14" fmla="*/ 62227 w 1487713"/>
                      <a:gd name="connsiteY14" fmla="*/ 221042 h 1588596"/>
                      <a:gd name="connsiteX15" fmla="*/ 70319 w 1487713"/>
                      <a:gd name="connsiteY15" fmla="*/ 366699 h 1588596"/>
                      <a:gd name="connsiteX16" fmla="*/ 167424 w 1487713"/>
                      <a:gd name="connsiteY16" fmla="*/ 390975 h 1588596"/>
                      <a:gd name="connsiteX17" fmla="*/ 256436 w 1487713"/>
                      <a:gd name="connsiteY17" fmla="*/ 277686 h 1588596"/>
                      <a:gd name="connsiteX18" fmla="*/ 280712 w 1487713"/>
                      <a:gd name="connsiteY18" fmla="*/ 237226 h 1588596"/>
                      <a:gd name="connsiteX19" fmla="*/ 337356 w 1487713"/>
                      <a:gd name="connsiteY19" fmla="*/ 253410 h 1588596"/>
                      <a:gd name="connsiteX0" fmla="*/ 337356 w 1526642"/>
                      <a:gd name="connsiteY0" fmla="*/ 253410 h 1588596"/>
                      <a:gd name="connsiteX1" fmla="*/ 175516 w 1526642"/>
                      <a:gd name="connsiteY1" fmla="*/ 455711 h 1588596"/>
                      <a:gd name="connsiteX2" fmla="*/ 5583 w 1526642"/>
                      <a:gd name="connsiteY2" fmla="*/ 342422 h 1588596"/>
                      <a:gd name="connsiteX3" fmla="*/ 86503 w 1526642"/>
                      <a:gd name="connsiteY3" fmla="*/ 99661 h 1588596"/>
                      <a:gd name="connsiteX4" fmla="*/ 515381 w 1526642"/>
                      <a:gd name="connsiteY4" fmla="*/ 51109 h 1588596"/>
                      <a:gd name="connsiteX5" fmla="*/ 1211296 w 1526642"/>
                      <a:gd name="connsiteY5" fmla="*/ 811760 h 1588596"/>
                      <a:gd name="connsiteX6" fmla="*/ 1462149 w 1526642"/>
                      <a:gd name="connsiteY6" fmla="*/ 1426755 h 1588596"/>
                      <a:gd name="connsiteX7" fmla="*/ 1526642 w 1526642"/>
                      <a:gd name="connsiteY7" fmla="*/ 1559711 h 1588596"/>
                      <a:gd name="connsiteX8" fmla="*/ 1429781 w 1526642"/>
                      <a:gd name="connsiteY8" fmla="*/ 1588596 h 1588596"/>
                      <a:gd name="connsiteX9" fmla="*/ 1233568 w 1526642"/>
                      <a:gd name="connsiteY9" fmla="*/ 986395 h 1588596"/>
                      <a:gd name="connsiteX10" fmla="*/ 949991 w 1526642"/>
                      <a:gd name="connsiteY10" fmla="*/ 561037 h 1588596"/>
                      <a:gd name="connsiteX11" fmla="*/ 663529 w 1526642"/>
                      <a:gd name="connsiteY11" fmla="*/ 264986 h 1588596"/>
                      <a:gd name="connsiteX12" fmla="*/ 466829 w 1526642"/>
                      <a:gd name="connsiteY12" fmla="*/ 83477 h 1588596"/>
                      <a:gd name="connsiteX13" fmla="*/ 215976 w 1526642"/>
                      <a:gd name="connsiteY13" fmla="*/ 83477 h 1588596"/>
                      <a:gd name="connsiteX14" fmla="*/ 62227 w 1526642"/>
                      <a:gd name="connsiteY14" fmla="*/ 221042 h 1588596"/>
                      <a:gd name="connsiteX15" fmla="*/ 70319 w 1526642"/>
                      <a:gd name="connsiteY15" fmla="*/ 366699 h 1588596"/>
                      <a:gd name="connsiteX16" fmla="*/ 167424 w 1526642"/>
                      <a:gd name="connsiteY16" fmla="*/ 390975 h 1588596"/>
                      <a:gd name="connsiteX17" fmla="*/ 256436 w 1526642"/>
                      <a:gd name="connsiteY17" fmla="*/ 277686 h 1588596"/>
                      <a:gd name="connsiteX18" fmla="*/ 280712 w 1526642"/>
                      <a:gd name="connsiteY18" fmla="*/ 237226 h 1588596"/>
                      <a:gd name="connsiteX19" fmla="*/ 337356 w 1526642"/>
                      <a:gd name="connsiteY19" fmla="*/ 253410 h 1588596"/>
                      <a:gd name="connsiteX0" fmla="*/ 337356 w 1526642"/>
                      <a:gd name="connsiteY0" fmla="*/ 253410 h 1588596"/>
                      <a:gd name="connsiteX1" fmla="*/ 175516 w 1526642"/>
                      <a:gd name="connsiteY1" fmla="*/ 455711 h 1588596"/>
                      <a:gd name="connsiteX2" fmla="*/ 5583 w 1526642"/>
                      <a:gd name="connsiteY2" fmla="*/ 342422 h 1588596"/>
                      <a:gd name="connsiteX3" fmla="*/ 86503 w 1526642"/>
                      <a:gd name="connsiteY3" fmla="*/ 99661 h 1588596"/>
                      <a:gd name="connsiteX4" fmla="*/ 515381 w 1526642"/>
                      <a:gd name="connsiteY4" fmla="*/ 51109 h 1588596"/>
                      <a:gd name="connsiteX5" fmla="*/ 1211296 w 1526642"/>
                      <a:gd name="connsiteY5" fmla="*/ 811760 h 1588596"/>
                      <a:gd name="connsiteX6" fmla="*/ 1462149 w 1526642"/>
                      <a:gd name="connsiteY6" fmla="*/ 1426755 h 1588596"/>
                      <a:gd name="connsiteX7" fmla="*/ 1526642 w 1526642"/>
                      <a:gd name="connsiteY7" fmla="*/ 1559711 h 1588596"/>
                      <a:gd name="connsiteX8" fmla="*/ 1429781 w 1526642"/>
                      <a:gd name="connsiteY8" fmla="*/ 1588596 h 1588596"/>
                      <a:gd name="connsiteX9" fmla="*/ 1233568 w 1526642"/>
                      <a:gd name="connsiteY9" fmla="*/ 986395 h 1588596"/>
                      <a:gd name="connsiteX10" fmla="*/ 949991 w 1526642"/>
                      <a:gd name="connsiteY10" fmla="*/ 561037 h 1588596"/>
                      <a:gd name="connsiteX11" fmla="*/ 663529 w 1526642"/>
                      <a:gd name="connsiteY11" fmla="*/ 264986 h 1588596"/>
                      <a:gd name="connsiteX12" fmla="*/ 466829 w 1526642"/>
                      <a:gd name="connsiteY12" fmla="*/ 83477 h 1588596"/>
                      <a:gd name="connsiteX13" fmla="*/ 215976 w 1526642"/>
                      <a:gd name="connsiteY13" fmla="*/ 83477 h 1588596"/>
                      <a:gd name="connsiteX14" fmla="*/ 62227 w 1526642"/>
                      <a:gd name="connsiteY14" fmla="*/ 221042 h 1588596"/>
                      <a:gd name="connsiteX15" fmla="*/ 70319 w 1526642"/>
                      <a:gd name="connsiteY15" fmla="*/ 366699 h 1588596"/>
                      <a:gd name="connsiteX16" fmla="*/ 167424 w 1526642"/>
                      <a:gd name="connsiteY16" fmla="*/ 390975 h 1588596"/>
                      <a:gd name="connsiteX17" fmla="*/ 256436 w 1526642"/>
                      <a:gd name="connsiteY17" fmla="*/ 277686 h 1588596"/>
                      <a:gd name="connsiteX18" fmla="*/ 280712 w 1526642"/>
                      <a:gd name="connsiteY18" fmla="*/ 237226 h 1588596"/>
                      <a:gd name="connsiteX19" fmla="*/ 337356 w 1526642"/>
                      <a:gd name="connsiteY19" fmla="*/ 253410 h 1588596"/>
                      <a:gd name="connsiteX0" fmla="*/ 337356 w 1505476"/>
                      <a:gd name="connsiteY0" fmla="*/ 253410 h 1588596"/>
                      <a:gd name="connsiteX1" fmla="*/ 175516 w 1505476"/>
                      <a:gd name="connsiteY1" fmla="*/ 455711 h 1588596"/>
                      <a:gd name="connsiteX2" fmla="*/ 5583 w 1505476"/>
                      <a:gd name="connsiteY2" fmla="*/ 342422 h 1588596"/>
                      <a:gd name="connsiteX3" fmla="*/ 86503 w 1505476"/>
                      <a:gd name="connsiteY3" fmla="*/ 99661 h 1588596"/>
                      <a:gd name="connsiteX4" fmla="*/ 515381 w 1505476"/>
                      <a:gd name="connsiteY4" fmla="*/ 51109 h 1588596"/>
                      <a:gd name="connsiteX5" fmla="*/ 1211296 w 1505476"/>
                      <a:gd name="connsiteY5" fmla="*/ 811760 h 1588596"/>
                      <a:gd name="connsiteX6" fmla="*/ 1462149 w 1505476"/>
                      <a:gd name="connsiteY6" fmla="*/ 1426755 h 1588596"/>
                      <a:gd name="connsiteX7" fmla="*/ 1505476 w 1505476"/>
                      <a:gd name="connsiteY7" fmla="*/ 1561828 h 1588596"/>
                      <a:gd name="connsiteX8" fmla="*/ 1429781 w 1505476"/>
                      <a:gd name="connsiteY8" fmla="*/ 1588596 h 1588596"/>
                      <a:gd name="connsiteX9" fmla="*/ 1233568 w 1505476"/>
                      <a:gd name="connsiteY9" fmla="*/ 986395 h 1588596"/>
                      <a:gd name="connsiteX10" fmla="*/ 949991 w 1505476"/>
                      <a:gd name="connsiteY10" fmla="*/ 561037 h 1588596"/>
                      <a:gd name="connsiteX11" fmla="*/ 663529 w 1505476"/>
                      <a:gd name="connsiteY11" fmla="*/ 264986 h 1588596"/>
                      <a:gd name="connsiteX12" fmla="*/ 466829 w 1505476"/>
                      <a:gd name="connsiteY12" fmla="*/ 83477 h 1588596"/>
                      <a:gd name="connsiteX13" fmla="*/ 215976 w 1505476"/>
                      <a:gd name="connsiteY13" fmla="*/ 83477 h 1588596"/>
                      <a:gd name="connsiteX14" fmla="*/ 62227 w 1505476"/>
                      <a:gd name="connsiteY14" fmla="*/ 221042 h 1588596"/>
                      <a:gd name="connsiteX15" fmla="*/ 70319 w 1505476"/>
                      <a:gd name="connsiteY15" fmla="*/ 366699 h 1588596"/>
                      <a:gd name="connsiteX16" fmla="*/ 167424 w 1505476"/>
                      <a:gd name="connsiteY16" fmla="*/ 390975 h 1588596"/>
                      <a:gd name="connsiteX17" fmla="*/ 256436 w 1505476"/>
                      <a:gd name="connsiteY17" fmla="*/ 277686 h 1588596"/>
                      <a:gd name="connsiteX18" fmla="*/ 280712 w 1505476"/>
                      <a:gd name="connsiteY18" fmla="*/ 237226 h 1588596"/>
                      <a:gd name="connsiteX19" fmla="*/ 337356 w 1505476"/>
                      <a:gd name="connsiteY19" fmla="*/ 253410 h 1588596"/>
                      <a:gd name="connsiteX0" fmla="*/ 337356 w 1505476"/>
                      <a:gd name="connsiteY0" fmla="*/ 253410 h 1588596"/>
                      <a:gd name="connsiteX1" fmla="*/ 175516 w 1505476"/>
                      <a:gd name="connsiteY1" fmla="*/ 455711 h 1588596"/>
                      <a:gd name="connsiteX2" fmla="*/ 5583 w 1505476"/>
                      <a:gd name="connsiteY2" fmla="*/ 342422 h 1588596"/>
                      <a:gd name="connsiteX3" fmla="*/ 86503 w 1505476"/>
                      <a:gd name="connsiteY3" fmla="*/ 99661 h 1588596"/>
                      <a:gd name="connsiteX4" fmla="*/ 515381 w 1505476"/>
                      <a:gd name="connsiteY4" fmla="*/ 51109 h 1588596"/>
                      <a:gd name="connsiteX5" fmla="*/ 1211296 w 1505476"/>
                      <a:gd name="connsiteY5" fmla="*/ 811760 h 1588596"/>
                      <a:gd name="connsiteX6" fmla="*/ 1462149 w 1505476"/>
                      <a:gd name="connsiteY6" fmla="*/ 1426755 h 1588596"/>
                      <a:gd name="connsiteX7" fmla="*/ 1505476 w 1505476"/>
                      <a:gd name="connsiteY7" fmla="*/ 1561828 h 1588596"/>
                      <a:gd name="connsiteX8" fmla="*/ 1429781 w 1505476"/>
                      <a:gd name="connsiteY8" fmla="*/ 1588596 h 1588596"/>
                      <a:gd name="connsiteX9" fmla="*/ 1233568 w 1505476"/>
                      <a:gd name="connsiteY9" fmla="*/ 986395 h 1588596"/>
                      <a:gd name="connsiteX10" fmla="*/ 949991 w 1505476"/>
                      <a:gd name="connsiteY10" fmla="*/ 561037 h 1588596"/>
                      <a:gd name="connsiteX11" fmla="*/ 663529 w 1505476"/>
                      <a:gd name="connsiteY11" fmla="*/ 264986 h 1588596"/>
                      <a:gd name="connsiteX12" fmla="*/ 466829 w 1505476"/>
                      <a:gd name="connsiteY12" fmla="*/ 83477 h 1588596"/>
                      <a:gd name="connsiteX13" fmla="*/ 215976 w 1505476"/>
                      <a:gd name="connsiteY13" fmla="*/ 83477 h 1588596"/>
                      <a:gd name="connsiteX14" fmla="*/ 62227 w 1505476"/>
                      <a:gd name="connsiteY14" fmla="*/ 221042 h 1588596"/>
                      <a:gd name="connsiteX15" fmla="*/ 70319 w 1505476"/>
                      <a:gd name="connsiteY15" fmla="*/ 366699 h 1588596"/>
                      <a:gd name="connsiteX16" fmla="*/ 167424 w 1505476"/>
                      <a:gd name="connsiteY16" fmla="*/ 390975 h 1588596"/>
                      <a:gd name="connsiteX17" fmla="*/ 256436 w 1505476"/>
                      <a:gd name="connsiteY17" fmla="*/ 277686 h 1588596"/>
                      <a:gd name="connsiteX18" fmla="*/ 280712 w 1505476"/>
                      <a:gd name="connsiteY18" fmla="*/ 237226 h 1588596"/>
                      <a:gd name="connsiteX19" fmla="*/ 337356 w 1505476"/>
                      <a:gd name="connsiteY19" fmla="*/ 253410 h 1588596"/>
                      <a:gd name="connsiteX0" fmla="*/ 337356 w 1505476"/>
                      <a:gd name="connsiteY0" fmla="*/ 253410 h 1588596"/>
                      <a:gd name="connsiteX1" fmla="*/ 175516 w 1505476"/>
                      <a:gd name="connsiteY1" fmla="*/ 455711 h 1588596"/>
                      <a:gd name="connsiteX2" fmla="*/ 5583 w 1505476"/>
                      <a:gd name="connsiteY2" fmla="*/ 342422 h 1588596"/>
                      <a:gd name="connsiteX3" fmla="*/ 86503 w 1505476"/>
                      <a:gd name="connsiteY3" fmla="*/ 99661 h 1588596"/>
                      <a:gd name="connsiteX4" fmla="*/ 515381 w 1505476"/>
                      <a:gd name="connsiteY4" fmla="*/ 51109 h 1588596"/>
                      <a:gd name="connsiteX5" fmla="*/ 1211296 w 1505476"/>
                      <a:gd name="connsiteY5" fmla="*/ 811760 h 1588596"/>
                      <a:gd name="connsiteX6" fmla="*/ 1411349 w 1505476"/>
                      <a:gd name="connsiteY6" fmla="*/ 1221439 h 1588596"/>
                      <a:gd name="connsiteX7" fmla="*/ 1505476 w 1505476"/>
                      <a:gd name="connsiteY7" fmla="*/ 1561828 h 1588596"/>
                      <a:gd name="connsiteX8" fmla="*/ 1429781 w 1505476"/>
                      <a:gd name="connsiteY8" fmla="*/ 1588596 h 1588596"/>
                      <a:gd name="connsiteX9" fmla="*/ 1233568 w 1505476"/>
                      <a:gd name="connsiteY9" fmla="*/ 986395 h 1588596"/>
                      <a:gd name="connsiteX10" fmla="*/ 949991 w 1505476"/>
                      <a:gd name="connsiteY10" fmla="*/ 561037 h 1588596"/>
                      <a:gd name="connsiteX11" fmla="*/ 663529 w 1505476"/>
                      <a:gd name="connsiteY11" fmla="*/ 264986 h 1588596"/>
                      <a:gd name="connsiteX12" fmla="*/ 466829 w 1505476"/>
                      <a:gd name="connsiteY12" fmla="*/ 83477 h 1588596"/>
                      <a:gd name="connsiteX13" fmla="*/ 215976 w 1505476"/>
                      <a:gd name="connsiteY13" fmla="*/ 83477 h 1588596"/>
                      <a:gd name="connsiteX14" fmla="*/ 62227 w 1505476"/>
                      <a:gd name="connsiteY14" fmla="*/ 221042 h 1588596"/>
                      <a:gd name="connsiteX15" fmla="*/ 70319 w 1505476"/>
                      <a:gd name="connsiteY15" fmla="*/ 366699 h 1588596"/>
                      <a:gd name="connsiteX16" fmla="*/ 167424 w 1505476"/>
                      <a:gd name="connsiteY16" fmla="*/ 390975 h 1588596"/>
                      <a:gd name="connsiteX17" fmla="*/ 256436 w 1505476"/>
                      <a:gd name="connsiteY17" fmla="*/ 277686 h 1588596"/>
                      <a:gd name="connsiteX18" fmla="*/ 280712 w 1505476"/>
                      <a:gd name="connsiteY18" fmla="*/ 237226 h 1588596"/>
                      <a:gd name="connsiteX19" fmla="*/ 337356 w 1505476"/>
                      <a:gd name="connsiteY19" fmla="*/ 253410 h 1588596"/>
                      <a:gd name="connsiteX0" fmla="*/ 337356 w 1505476"/>
                      <a:gd name="connsiteY0" fmla="*/ 253410 h 1588596"/>
                      <a:gd name="connsiteX1" fmla="*/ 175516 w 1505476"/>
                      <a:gd name="connsiteY1" fmla="*/ 455711 h 1588596"/>
                      <a:gd name="connsiteX2" fmla="*/ 5583 w 1505476"/>
                      <a:gd name="connsiteY2" fmla="*/ 342422 h 1588596"/>
                      <a:gd name="connsiteX3" fmla="*/ 86503 w 1505476"/>
                      <a:gd name="connsiteY3" fmla="*/ 99661 h 1588596"/>
                      <a:gd name="connsiteX4" fmla="*/ 515381 w 1505476"/>
                      <a:gd name="connsiteY4" fmla="*/ 51109 h 1588596"/>
                      <a:gd name="connsiteX5" fmla="*/ 1211296 w 1505476"/>
                      <a:gd name="connsiteY5" fmla="*/ 811760 h 1588596"/>
                      <a:gd name="connsiteX6" fmla="*/ 1388066 w 1505476"/>
                      <a:gd name="connsiteY6" fmla="*/ 1221439 h 1588596"/>
                      <a:gd name="connsiteX7" fmla="*/ 1505476 w 1505476"/>
                      <a:gd name="connsiteY7" fmla="*/ 1561828 h 1588596"/>
                      <a:gd name="connsiteX8" fmla="*/ 1429781 w 1505476"/>
                      <a:gd name="connsiteY8" fmla="*/ 1588596 h 1588596"/>
                      <a:gd name="connsiteX9" fmla="*/ 1233568 w 1505476"/>
                      <a:gd name="connsiteY9" fmla="*/ 986395 h 1588596"/>
                      <a:gd name="connsiteX10" fmla="*/ 949991 w 1505476"/>
                      <a:gd name="connsiteY10" fmla="*/ 561037 h 1588596"/>
                      <a:gd name="connsiteX11" fmla="*/ 663529 w 1505476"/>
                      <a:gd name="connsiteY11" fmla="*/ 264986 h 1588596"/>
                      <a:gd name="connsiteX12" fmla="*/ 466829 w 1505476"/>
                      <a:gd name="connsiteY12" fmla="*/ 83477 h 1588596"/>
                      <a:gd name="connsiteX13" fmla="*/ 215976 w 1505476"/>
                      <a:gd name="connsiteY13" fmla="*/ 83477 h 1588596"/>
                      <a:gd name="connsiteX14" fmla="*/ 62227 w 1505476"/>
                      <a:gd name="connsiteY14" fmla="*/ 221042 h 1588596"/>
                      <a:gd name="connsiteX15" fmla="*/ 70319 w 1505476"/>
                      <a:gd name="connsiteY15" fmla="*/ 366699 h 1588596"/>
                      <a:gd name="connsiteX16" fmla="*/ 167424 w 1505476"/>
                      <a:gd name="connsiteY16" fmla="*/ 390975 h 1588596"/>
                      <a:gd name="connsiteX17" fmla="*/ 256436 w 1505476"/>
                      <a:gd name="connsiteY17" fmla="*/ 277686 h 1588596"/>
                      <a:gd name="connsiteX18" fmla="*/ 280712 w 1505476"/>
                      <a:gd name="connsiteY18" fmla="*/ 237226 h 1588596"/>
                      <a:gd name="connsiteX19" fmla="*/ 337356 w 1505476"/>
                      <a:gd name="connsiteY19" fmla="*/ 253410 h 1588596"/>
                      <a:gd name="connsiteX0" fmla="*/ 337356 w 1505476"/>
                      <a:gd name="connsiteY0" fmla="*/ 253410 h 1588596"/>
                      <a:gd name="connsiteX1" fmla="*/ 175516 w 1505476"/>
                      <a:gd name="connsiteY1" fmla="*/ 455711 h 1588596"/>
                      <a:gd name="connsiteX2" fmla="*/ 5583 w 1505476"/>
                      <a:gd name="connsiteY2" fmla="*/ 342422 h 1588596"/>
                      <a:gd name="connsiteX3" fmla="*/ 86503 w 1505476"/>
                      <a:gd name="connsiteY3" fmla="*/ 99661 h 1588596"/>
                      <a:gd name="connsiteX4" fmla="*/ 515381 w 1505476"/>
                      <a:gd name="connsiteY4" fmla="*/ 51109 h 1588596"/>
                      <a:gd name="connsiteX5" fmla="*/ 1211296 w 1505476"/>
                      <a:gd name="connsiteY5" fmla="*/ 811760 h 1588596"/>
                      <a:gd name="connsiteX6" fmla="*/ 1388066 w 1505476"/>
                      <a:gd name="connsiteY6" fmla="*/ 1221439 h 1588596"/>
                      <a:gd name="connsiteX7" fmla="*/ 1505476 w 1505476"/>
                      <a:gd name="connsiteY7" fmla="*/ 1561828 h 1588596"/>
                      <a:gd name="connsiteX8" fmla="*/ 1429781 w 1505476"/>
                      <a:gd name="connsiteY8" fmla="*/ 1588596 h 1588596"/>
                      <a:gd name="connsiteX9" fmla="*/ 1233568 w 1505476"/>
                      <a:gd name="connsiteY9" fmla="*/ 986395 h 1588596"/>
                      <a:gd name="connsiteX10" fmla="*/ 949991 w 1505476"/>
                      <a:gd name="connsiteY10" fmla="*/ 561037 h 1588596"/>
                      <a:gd name="connsiteX11" fmla="*/ 663529 w 1505476"/>
                      <a:gd name="connsiteY11" fmla="*/ 264986 h 1588596"/>
                      <a:gd name="connsiteX12" fmla="*/ 466829 w 1505476"/>
                      <a:gd name="connsiteY12" fmla="*/ 83477 h 1588596"/>
                      <a:gd name="connsiteX13" fmla="*/ 215976 w 1505476"/>
                      <a:gd name="connsiteY13" fmla="*/ 83477 h 1588596"/>
                      <a:gd name="connsiteX14" fmla="*/ 62227 w 1505476"/>
                      <a:gd name="connsiteY14" fmla="*/ 221042 h 1588596"/>
                      <a:gd name="connsiteX15" fmla="*/ 70319 w 1505476"/>
                      <a:gd name="connsiteY15" fmla="*/ 366699 h 1588596"/>
                      <a:gd name="connsiteX16" fmla="*/ 167424 w 1505476"/>
                      <a:gd name="connsiteY16" fmla="*/ 390975 h 1588596"/>
                      <a:gd name="connsiteX17" fmla="*/ 256436 w 1505476"/>
                      <a:gd name="connsiteY17" fmla="*/ 277686 h 1588596"/>
                      <a:gd name="connsiteX18" fmla="*/ 280712 w 1505476"/>
                      <a:gd name="connsiteY18" fmla="*/ 237226 h 1588596"/>
                      <a:gd name="connsiteX19" fmla="*/ 337356 w 1505476"/>
                      <a:gd name="connsiteY19" fmla="*/ 253410 h 1588596"/>
                      <a:gd name="connsiteX0" fmla="*/ 337356 w 1499126"/>
                      <a:gd name="connsiteY0" fmla="*/ 253410 h 1588596"/>
                      <a:gd name="connsiteX1" fmla="*/ 175516 w 1499126"/>
                      <a:gd name="connsiteY1" fmla="*/ 455711 h 1588596"/>
                      <a:gd name="connsiteX2" fmla="*/ 5583 w 1499126"/>
                      <a:gd name="connsiteY2" fmla="*/ 342422 h 1588596"/>
                      <a:gd name="connsiteX3" fmla="*/ 86503 w 1499126"/>
                      <a:gd name="connsiteY3" fmla="*/ 99661 h 1588596"/>
                      <a:gd name="connsiteX4" fmla="*/ 515381 w 1499126"/>
                      <a:gd name="connsiteY4" fmla="*/ 51109 h 1588596"/>
                      <a:gd name="connsiteX5" fmla="*/ 1211296 w 1499126"/>
                      <a:gd name="connsiteY5" fmla="*/ 811760 h 1588596"/>
                      <a:gd name="connsiteX6" fmla="*/ 1388066 w 1499126"/>
                      <a:gd name="connsiteY6" fmla="*/ 1221439 h 1588596"/>
                      <a:gd name="connsiteX7" fmla="*/ 1499126 w 1499126"/>
                      <a:gd name="connsiteY7" fmla="*/ 1563945 h 1588596"/>
                      <a:gd name="connsiteX8" fmla="*/ 1429781 w 1499126"/>
                      <a:gd name="connsiteY8" fmla="*/ 1588596 h 1588596"/>
                      <a:gd name="connsiteX9" fmla="*/ 1233568 w 1499126"/>
                      <a:gd name="connsiteY9" fmla="*/ 986395 h 1588596"/>
                      <a:gd name="connsiteX10" fmla="*/ 949991 w 1499126"/>
                      <a:gd name="connsiteY10" fmla="*/ 561037 h 1588596"/>
                      <a:gd name="connsiteX11" fmla="*/ 663529 w 1499126"/>
                      <a:gd name="connsiteY11" fmla="*/ 264986 h 1588596"/>
                      <a:gd name="connsiteX12" fmla="*/ 466829 w 1499126"/>
                      <a:gd name="connsiteY12" fmla="*/ 83477 h 1588596"/>
                      <a:gd name="connsiteX13" fmla="*/ 215976 w 1499126"/>
                      <a:gd name="connsiteY13" fmla="*/ 83477 h 1588596"/>
                      <a:gd name="connsiteX14" fmla="*/ 62227 w 1499126"/>
                      <a:gd name="connsiteY14" fmla="*/ 221042 h 1588596"/>
                      <a:gd name="connsiteX15" fmla="*/ 70319 w 1499126"/>
                      <a:gd name="connsiteY15" fmla="*/ 366699 h 1588596"/>
                      <a:gd name="connsiteX16" fmla="*/ 167424 w 1499126"/>
                      <a:gd name="connsiteY16" fmla="*/ 390975 h 1588596"/>
                      <a:gd name="connsiteX17" fmla="*/ 256436 w 1499126"/>
                      <a:gd name="connsiteY17" fmla="*/ 277686 h 1588596"/>
                      <a:gd name="connsiteX18" fmla="*/ 280712 w 1499126"/>
                      <a:gd name="connsiteY18" fmla="*/ 237226 h 1588596"/>
                      <a:gd name="connsiteX19" fmla="*/ 337356 w 1499126"/>
                      <a:gd name="connsiteY19" fmla="*/ 253410 h 1588596"/>
                      <a:gd name="connsiteX0" fmla="*/ 337356 w 1499126"/>
                      <a:gd name="connsiteY0" fmla="*/ 253410 h 1588596"/>
                      <a:gd name="connsiteX1" fmla="*/ 175516 w 1499126"/>
                      <a:gd name="connsiteY1" fmla="*/ 455711 h 1588596"/>
                      <a:gd name="connsiteX2" fmla="*/ 5583 w 1499126"/>
                      <a:gd name="connsiteY2" fmla="*/ 342422 h 1588596"/>
                      <a:gd name="connsiteX3" fmla="*/ 86503 w 1499126"/>
                      <a:gd name="connsiteY3" fmla="*/ 99661 h 1588596"/>
                      <a:gd name="connsiteX4" fmla="*/ 515381 w 1499126"/>
                      <a:gd name="connsiteY4" fmla="*/ 51109 h 1588596"/>
                      <a:gd name="connsiteX5" fmla="*/ 1211296 w 1499126"/>
                      <a:gd name="connsiteY5" fmla="*/ 811760 h 1588596"/>
                      <a:gd name="connsiteX6" fmla="*/ 1388066 w 1499126"/>
                      <a:gd name="connsiteY6" fmla="*/ 1221439 h 1588596"/>
                      <a:gd name="connsiteX7" fmla="*/ 1499126 w 1499126"/>
                      <a:gd name="connsiteY7" fmla="*/ 1563945 h 1588596"/>
                      <a:gd name="connsiteX8" fmla="*/ 1429781 w 1499126"/>
                      <a:gd name="connsiteY8" fmla="*/ 1588596 h 1588596"/>
                      <a:gd name="connsiteX9" fmla="*/ 1233568 w 1499126"/>
                      <a:gd name="connsiteY9" fmla="*/ 986395 h 1588596"/>
                      <a:gd name="connsiteX10" fmla="*/ 949991 w 1499126"/>
                      <a:gd name="connsiteY10" fmla="*/ 561037 h 1588596"/>
                      <a:gd name="connsiteX11" fmla="*/ 663529 w 1499126"/>
                      <a:gd name="connsiteY11" fmla="*/ 264986 h 1588596"/>
                      <a:gd name="connsiteX12" fmla="*/ 466829 w 1499126"/>
                      <a:gd name="connsiteY12" fmla="*/ 83477 h 1588596"/>
                      <a:gd name="connsiteX13" fmla="*/ 215976 w 1499126"/>
                      <a:gd name="connsiteY13" fmla="*/ 83477 h 1588596"/>
                      <a:gd name="connsiteX14" fmla="*/ 62227 w 1499126"/>
                      <a:gd name="connsiteY14" fmla="*/ 221042 h 1588596"/>
                      <a:gd name="connsiteX15" fmla="*/ 70319 w 1499126"/>
                      <a:gd name="connsiteY15" fmla="*/ 366699 h 1588596"/>
                      <a:gd name="connsiteX16" fmla="*/ 167424 w 1499126"/>
                      <a:gd name="connsiteY16" fmla="*/ 390975 h 1588596"/>
                      <a:gd name="connsiteX17" fmla="*/ 256436 w 1499126"/>
                      <a:gd name="connsiteY17" fmla="*/ 277686 h 1588596"/>
                      <a:gd name="connsiteX18" fmla="*/ 280712 w 1499126"/>
                      <a:gd name="connsiteY18" fmla="*/ 237226 h 1588596"/>
                      <a:gd name="connsiteX19" fmla="*/ 337356 w 1499126"/>
                      <a:gd name="connsiteY19" fmla="*/ 253410 h 1588596"/>
                      <a:gd name="connsiteX0" fmla="*/ 337356 w 1499126"/>
                      <a:gd name="connsiteY0" fmla="*/ 253410 h 1588596"/>
                      <a:gd name="connsiteX1" fmla="*/ 175516 w 1499126"/>
                      <a:gd name="connsiteY1" fmla="*/ 455711 h 1588596"/>
                      <a:gd name="connsiteX2" fmla="*/ 5583 w 1499126"/>
                      <a:gd name="connsiteY2" fmla="*/ 342422 h 1588596"/>
                      <a:gd name="connsiteX3" fmla="*/ 86503 w 1499126"/>
                      <a:gd name="connsiteY3" fmla="*/ 99661 h 1588596"/>
                      <a:gd name="connsiteX4" fmla="*/ 515381 w 1499126"/>
                      <a:gd name="connsiteY4" fmla="*/ 51109 h 1588596"/>
                      <a:gd name="connsiteX5" fmla="*/ 1211296 w 1499126"/>
                      <a:gd name="connsiteY5" fmla="*/ 811760 h 1588596"/>
                      <a:gd name="connsiteX6" fmla="*/ 1402882 w 1499126"/>
                      <a:gd name="connsiteY6" fmla="*/ 1217205 h 1588596"/>
                      <a:gd name="connsiteX7" fmla="*/ 1499126 w 1499126"/>
                      <a:gd name="connsiteY7" fmla="*/ 1563945 h 1588596"/>
                      <a:gd name="connsiteX8" fmla="*/ 1429781 w 1499126"/>
                      <a:gd name="connsiteY8" fmla="*/ 1588596 h 1588596"/>
                      <a:gd name="connsiteX9" fmla="*/ 1233568 w 1499126"/>
                      <a:gd name="connsiteY9" fmla="*/ 986395 h 1588596"/>
                      <a:gd name="connsiteX10" fmla="*/ 949991 w 1499126"/>
                      <a:gd name="connsiteY10" fmla="*/ 561037 h 1588596"/>
                      <a:gd name="connsiteX11" fmla="*/ 663529 w 1499126"/>
                      <a:gd name="connsiteY11" fmla="*/ 264986 h 1588596"/>
                      <a:gd name="connsiteX12" fmla="*/ 466829 w 1499126"/>
                      <a:gd name="connsiteY12" fmla="*/ 83477 h 1588596"/>
                      <a:gd name="connsiteX13" fmla="*/ 215976 w 1499126"/>
                      <a:gd name="connsiteY13" fmla="*/ 83477 h 1588596"/>
                      <a:gd name="connsiteX14" fmla="*/ 62227 w 1499126"/>
                      <a:gd name="connsiteY14" fmla="*/ 221042 h 1588596"/>
                      <a:gd name="connsiteX15" fmla="*/ 70319 w 1499126"/>
                      <a:gd name="connsiteY15" fmla="*/ 366699 h 1588596"/>
                      <a:gd name="connsiteX16" fmla="*/ 167424 w 1499126"/>
                      <a:gd name="connsiteY16" fmla="*/ 390975 h 1588596"/>
                      <a:gd name="connsiteX17" fmla="*/ 256436 w 1499126"/>
                      <a:gd name="connsiteY17" fmla="*/ 277686 h 1588596"/>
                      <a:gd name="connsiteX18" fmla="*/ 280712 w 1499126"/>
                      <a:gd name="connsiteY18" fmla="*/ 237226 h 1588596"/>
                      <a:gd name="connsiteX19" fmla="*/ 337356 w 1499126"/>
                      <a:gd name="connsiteY19" fmla="*/ 253410 h 1588596"/>
                      <a:gd name="connsiteX0" fmla="*/ 337356 w 1499126"/>
                      <a:gd name="connsiteY0" fmla="*/ 256538 h 1591724"/>
                      <a:gd name="connsiteX1" fmla="*/ 175516 w 1499126"/>
                      <a:gd name="connsiteY1" fmla="*/ 458839 h 1591724"/>
                      <a:gd name="connsiteX2" fmla="*/ 5583 w 1499126"/>
                      <a:gd name="connsiteY2" fmla="*/ 345550 h 1591724"/>
                      <a:gd name="connsiteX3" fmla="*/ 86503 w 1499126"/>
                      <a:gd name="connsiteY3" fmla="*/ 102789 h 1591724"/>
                      <a:gd name="connsiteX4" fmla="*/ 515381 w 1499126"/>
                      <a:gd name="connsiteY4" fmla="*/ 54237 h 1591724"/>
                      <a:gd name="connsiteX5" fmla="*/ 1255746 w 1499126"/>
                      <a:gd name="connsiteY5" fmla="*/ 857221 h 1591724"/>
                      <a:gd name="connsiteX6" fmla="*/ 1402882 w 1499126"/>
                      <a:gd name="connsiteY6" fmla="*/ 1220333 h 1591724"/>
                      <a:gd name="connsiteX7" fmla="*/ 1499126 w 1499126"/>
                      <a:gd name="connsiteY7" fmla="*/ 1567073 h 1591724"/>
                      <a:gd name="connsiteX8" fmla="*/ 1429781 w 1499126"/>
                      <a:gd name="connsiteY8" fmla="*/ 1591724 h 1591724"/>
                      <a:gd name="connsiteX9" fmla="*/ 1233568 w 1499126"/>
                      <a:gd name="connsiteY9" fmla="*/ 989523 h 1591724"/>
                      <a:gd name="connsiteX10" fmla="*/ 949991 w 1499126"/>
                      <a:gd name="connsiteY10" fmla="*/ 564165 h 1591724"/>
                      <a:gd name="connsiteX11" fmla="*/ 663529 w 1499126"/>
                      <a:gd name="connsiteY11" fmla="*/ 268114 h 1591724"/>
                      <a:gd name="connsiteX12" fmla="*/ 466829 w 1499126"/>
                      <a:gd name="connsiteY12" fmla="*/ 86605 h 1591724"/>
                      <a:gd name="connsiteX13" fmla="*/ 215976 w 1499126"/>
                      <a:gd name="connsiteY13" fmla="*/ 86605 h 1591724"/>
                      <a:gd name="connsiteX14" fmla="*/ 62227 w 1499126"/>
                      <a:gd name="connsiteY14" fmla="*/ 224170 h 1591724"/>
                      <a:gd name="connsiteX15" fmla="*/ 70319 w 1499126"/>
                      <a:gd name="connsiteY15" fmla="*/ 369827 h 1591724"/>
                      <a:gd name="connsiteX16" fmla="*/ 167424 w 1499126"/>
                      <a:gd name="connsiteY16" fmla="*/ 394103 h 1591724"/>
                      <a:gd name="connsiteX17" fmla="*/ 256436 w 1499126"/>
                      <a:gd name="connsiteY17" fmla="*/ 280814 h 1591724"/>
                      <a:gd name="connsiteX18" fmla="*/ 280712 w 1499126"/>
                      <a:gd name="connsiteY18" fmla="*/ 240354 h 1591724"/>
                      <a:gd name="connsiteX19" fmla="*/ 337356 w 1499126"/>
                      <a:gd name="connsiteY19" fmla="*/ 256538 h 1591724"/>
                      <a:gd name="connsiteX0" fmla="*/ 337356 w 1499126"/>
                      <a:gd name="connsiteY0" fmla="*/ 256538 h 1591724"/>
                      <a:gd name="connsiteX1" fmla="*/ 175516 w 1499126"/>
                      <a:gd name="connsiteY1" fmla="*/ 458839 h 1591724"/>
                      <a:gd name="connsiteX2" fmla="*/ 5583 w 1499126"/>
                      <a:gd name="connsiteY2" fmla="*/ 345550 h 1591724"/>
                      <a:gd name="connsiteX3" fmla="*/ 86503 w 1499126"/>
                      <a:gd name="connsiteY3" fmla="*/ 102789 h 1591724"/>
                      <a:gd name="connsiteX4" fmla="*/ 515381 w 1499126"/>
                      <a:gd name="connsiteY4" fmla="*/ 54237 h 1591724"/>
                      <a:gd name="connsiteX5" fmla="*/ 1255746 w 1499126"/>
                      <a:gd name="connsiteY5" fmla="*/ 857221 h 1591724"/>
                      <a:gd name="connsiteX6" fmla="*/ 1402882 w 1499126"/>
                      <a:gd name="connsiteY6" fmla="*/ 1220333 h 1591724"/>
                      <a:gd name="connsiteX7" fmla="*/ 1499126 w 1499126"/>
                      <a:gd name="connsiteY7" fmla="*/ 1567073 h 1591724"/>
                      <a:gd name="connsiteX8" fmla="*/ 1429781 w 1499126"/>
                      <a:gd name="connsiteY8" fmla="*/ 1591724 h 1591724"/>
                      <a:gd name="connsiteX9" fmla="*/ 1233568 w 1499126"/>
                      <a:gd name="connsiteY9" fmla="*/ 989523 h 1591724"/>
                      <a:gd name="connsiteX10" fmla="*/ 949991 w 1499126"/>
                      <a:gd name="connsiteY10" fmla="*/ 564165 h 1591724"/>
                      <a:gd name="connsiteX11" fmla="*/ 663529 w 1499126"/>
                      <a:gd name="connsiteY11" fmla="*/ 268114 h 1591724"/>
                      <a:gd name="connsiteX12" fmla="*/ 466829 w 1499126"/>
                      <a:gd name="connsiteY12" fmla="*/ 86605 h 1591724"/>
                      <a:gd name="connsiteX13" fmla="*/ 215976 w 1499126"/>
                      <a:gd name="connsiteY13" fmla="*/ 86605 h 1591724"/>
                      <a:gd name="connsiteX14" fmla="*/ 62227 w 1499126"/>
                      <a:gd name="connsiteY14" fmla="*/ 224170 h 1591724"/>
                      <a:gd name="connsiteX15" fmla="*/ 70319 w 1499126"/>
                      <a:gd name="connsiteY15" fmla="*/ 369827 h 1591724"/>
                      <a:gd name="connsiteX16" fmla="*/ 167424 w 1499126"/>
                      <a:gd name="connsiteY16" fmla="*/ 394103 h 1591724"/>
                      <a:gd name="connsiteX17" fmla="*/ 256436 w 1499126"/>
                      <a:gd name="connsiteY17" fmla="*/ 280814 h 1591724"/>
                      <a:gd name="connsiteX18" fmla="*/ 280712 w 1499126"/>
                      <a:gd name="connsiteY18" fmla="*/ 240354 h 1591724"/>
                      <a:gd name="connsiteX19" fmla="*/ 337356 w 1499126"/>
                      <a:gd name="connsiteY19" fmla="*/ 256538 h 1591724"/>
                      <a:gd name="connsiteX0" fmla="*/ 337356 w 1499126"/>
                      <a:gd name="connsiteY0" fmla="*/ 259979 h 1595165"/>
                      <a:gd name="connsiteX1" fmla="*/ 175516 w 1499126"/>
                      <a:gd name="connsiteY1" fmla="*/ 462280 h 1595165"/>
                      <a:gd name="connsiteX2" fmla="*/ 5583 w 1499126"/>
                      <a:gd name="connsiteY2" fmla="*/ 348991 h 1595165"/>
                      <a:gd name="connsiteX3" fmla="*/ 86503 w 1499126"/>
                      <a:gd name="connsiteY3" fmla="*/ 106230 h 1595165"/>
                      <a:gd name="connsiteX4" fmla="*/ 515381 w 1499126"/>
                      <a:gd name="connsiteY4" fmla="*/ 57678 h 1595165"/>
                      <a:gd name="connsiteX5" fmla="*/ 1270563 w 1499126"/>
                      <a:gd name="connsiteY5" fmla="*/ 907229 h 1595165"/>
                      <a:gd name="connsiteX6" fmla="*/ 1402882 w 1499126"/>
                      <a:gd name="connsiteY6" fmla="*/ 1223774 h 1595165"/>
                      <a:gd name="connsiteX7" fmla="*/ 1499126 w 1499126"/>
                      <a:gd name="connsiteY7" fmla="*/ 1570514 h 1595165"/>
                      <a:gd name="connsiteX8" fmla="*/ 1429781 w 1499126"/>
                      <a:gd name="connsiteY8" fmla="*/ 1595165 h 1595165"/>
                      <a:gd name="connsiteX9" fmla="*/ 1233568 w 1499126"/>
                      <a:gd name="connsiteY9" fmla="*/ 992964 h 1595165"/>
                      <a:gd name="connsiteX10" fmla="*/ 949991 w 1499126"/>
                      <a:gd name="connsiteY10" fmla="*/ 567606 h 1595165"/>
                      <a:gd name="connsiteX11" fmla="*/ 663529 w 1499126"/>
                      <a:gd name="connsiteY11" fmla="*/ 271555 h 1595165"/>
                      <a:gd name="connsiteX12" fmla="*/ 466829 w 1499126"/>
                      <a:gd name="connsiteY12" fmla="*/ 90046 h 1595165"/>
                      <a:gd name="connsiteX13" fmla="*/ 215976 w 1499126"/>
                      <a:gd name="connsiteY13" fmla="*/ 90046 h 1595165"/>
                      <a:gd name="connsiteX14" fmla="*/ 62227 w 1499126"/>
                      <a:gd name="connsiteY14" fmla="*/ 227611 h 1595165"/>
                      <a:gd name="connsiteX15" fmla="*/ 70319 w 1499126"/>
                      <a:gd name="connsiteY15" fmla="*/ 373268 h 1595165"/>
                      <a:gd name="connsiteX16" fmla="*/ 167424 w 1499126"/>
                      <a:gd name="connsiteY16" fmla="*/ 397544 h 1595165"/>
                      <a:gd name="connsiteX17" fmla="*/ 256436 w 1499126"/>
                      <a:gd name="connsiteY17" fmla="*/ 284255 h 1595165"/>
                      <a:gd name="connsiteX18" fmla="*/ 280712 w 1499126"/>
                      <a:gd name="connsiteY18" fmla="*/ 243795 h 1595165"/>
                      <a:gd name="connsiteX19" fmla="*/ 337356 w 1499126"/>
                      <a:gd name="connsiteY19" fmla="*/ 259979 h 1595165"/>
                      <a:gd name="connsiteX0" fmla="*/ 337356 w 1499126"/>
                      <a:gd name="connsiteY0" fmla="*/ 259979 h 1595165"/>
                      <a:gd name="connsiteX1" fmla="*/ 175516 w 1499126"/>
                      <a:gd name="connsiteY1" fmla="*/ 462280 h 1595165"/>
                      <a:gd name="connsiteX2" fmla="*/ 5583 w 1499126"/>
                      <a:gd name="connsiteY2" fmla="*/ 348991 h 1595165"/>
                      <a:gd name="connsiteX3" fmla="*/ 86503 w 1499126"/>
                      <a:gd name="connsiteY3" fmla="*/ 106230 h 1595165"/>
                      <a:gd name="connsiteX4" fmla="*/ 515381 w 1499126"/>
                      <a:gd name="connsiteY4" fmla="*/ 57678 h 1595165"/>
                      <a:gd name="connsiteX5" fmla="*/ 1270563 w 1499126"/>
                      <a:gd name="connsiteY5" fmla="*/ 907229 h 1595165"/>
                      <a:gd name="connsiteX6" fmla="*/ 1392299 w 1499126"/>
                      <a:gd name="connsiteY6" fmla="*/ 1228008 h 1595165"/>
                      <a:gd name="connsiteX7" fmla="*/ 1499126 w 1499126"/>
                      <a:gd name="connsiteY7" fmla="*/ 1570514 h 1595165"/>
                      <a:gd name="connsiteX8" fmla="*/ 1429781 w 1499126"/>
                      <a:gd name="connsiteY8" fmla="*/ 1595165 h 1595165"/>
                      <a:gd name="connsiteX9" fmla="*/ 1233568 w 1499126"/>
                      <a:gd name="connsiteY9" fmla="*/ 992964 h 1595165"/>
                      <a:gd name="connsiteX10" fmla="*/ 949991 w 1499126"/>
                      <a:gd name="connsiteY10" fmla="*/ 567606 h 1595165"/>
                      <a:gd name="connsiteX11" fmla="*/ 663529 w 1499126"/>
                      <a:gd name="connsiteY11" fmla="*/ 271555 h 1595165"/>
                      <a:gd name="connsiteX12" fmla="*/ 466829 w 1499126"/>
                      <a:gd name="connsiteY12" fmla="*/ 90046 h 1595165"/>
                      <a:gd name="connsiteX13" fmla="*/ 215976 w 1499126"/>
                      <a:gd name="connsiteY13" fmla="*/ 90046 h 1595165"/>
                      <a:gd name="connsiteX14" fmla="*/ 62227 w 1499126"/>
                      <a:gd name="connsiteY14" fmla="*/ 227611 h 1595165"/>
                      <a:gd name="connsiteX15" fmla="*/ 70319 w 1499126"/>
                      <a:gd name="connsiteY15" fmla="*/ 373268 h 1595165"/>
                      <a:gd name="connsiteX16" fmla="*/ 167424 w 1499126"/>
                      <a:gd name="connsiteY16" fmla="*/ 397544 h 1595165"/>
                      <a:gd name="connsiteX17" fmla="*/ 256436 w 1499126"/>
                      <a:gd name="connsiteY17" fmla="*/ 284255 h 1595165"/>
                      <a:gd name="connsiteX18" fmla="*/ 280712 w 1499126"/>
                      <a:gd name="connsiteY18" fmla="*/ 243795 h 1595165"/>
                      <a:gd name="connsiteX19" fmla="*/ 337356 w 1499126"/>
                      <a:gd name="connsiteY19" fmla="*/ 259979 h 1595165"/>
                      <a:gd name="connsiteX0" fmla="*/ 337356 w 1499126"/>
                      <a:gd name="connsiteY0" fmla="*/ 259979 h 1595165"/>
                      <a:gd name="connsiteX1" fmla="*/ 175516 w 1499126"/>
                      <a:gd name="connsiteY1" fmla="*/ 462280 h 1595165"/>
                      <a:gd name="connsiteX2" fmla="*/ 5583 w 1499126"/>
                      <a:gd name="connsiteY2" fmla="*/ 348991 h 1595165"/>
                      <a:gd name="connsiteX3" fmla="*/ 86503 w 1499126"/>
                      <a:gd name="connsiteY3" fmla="*/ 106230 h 1595165"/>
                      <a:gd name="connsiteX4" fmla="*/ 515381 w 1499126"/>
                      <a:gd name="connsiteY4" fmla="*/ 57678 h 1595165"/>
                      <a:gd name="connsiteX5" fmla="*/ 1270563 w 1499126"/>
                      <a:gd name="connsiteY5" fmla="*/ 907229 h 1595165"/>
                      <a:gd name="connsiteX6" fmla="*/ 1392299 w 1499126"/>
                      <a:gd name="connsiteY6" fmla="*/ 1228008 h 1595165"/>
                      <a:gd name="connsiteX7" fmla="*/ 1499126 w 1499126"/>
                      <a:gd name="connsiteY7" fmla="*/ 1570514 h 1595165"/>
                      <a:gd name="connsiteX8" fmla="*/ 1429781 w 1499126"/>
                      <a:gd name="connsiteY8" fmla="*/ 1595165 h 1595165"/>
                      <a:gd name="connsiteX9" fmla="*/ 1233568 w 1499126"/>
                      <a:gd name="connsiteY9" fmla="*/ 992964 h 1595165"/>
                      <a:gd name="connsiteX10" fmla="*/ 949991 w 1499126"/>
                      <a:gd name="connsiteY10" fmla="*/ 567606 h 1595165"/>
                      <a:gd name="connsiteX11" fmla="*/ 663529 w 1499126"/>
                      <a:gd name="connsiteY11" fmla="*/ 271555 h 1595165"/>
                      <a:gd name="connsiteX12" fmla="*/ 466829 w 1499126"/>
                      <a:gd name="connsiteY12" fmla="*/ 90046 h 1595165"/>
                      <a:gd name="connsiteX13" fmla="*/ 215976 w 1499126"/>
                      <a:gd name="connsiteY13" fmla="*/ 90046 h 1595165"/>
                      <a:gd name="connsiteX14" fmla="*/ 62227 w 1499126"/>
                      <a:gd name="connsiteY14" fmla="*/ 227611 h 1595165"/>
                      <a:gd name="connsiteX15" fmla="*/ 70319 w 1499126"/>
                      <a:gd name="connsiteY15" fmla="*/ 373268 h 1595165"/>
                      <a:gd name="connsiteX16" fmla="*/ 167424 w 1499126"/>
                      <a:gd name="connsiteY16" fmla="*/ 397544 h 1595165"/>
                      <a:gd name="connsiteX17" fmla="*/ 256436 w 1499126"/>
                      <a:gd name="connsiteY17" fmla="*/ 284255 h 1595165"/>
                      <a:gd name="connsiteX18" fmla="*/ 280712 w 1499126"/>
                      <a:gd name="connsiteY18" fmla="*/ 243795 h 1595165"/>
                      <a:gd name="connsiteX19" fmla="*/ 337356 w 1499126"/>
                      <a:gd name="connsiteY19" fmla="*/ 259979 h 1595165"/>
                      <a:gd name="connsiteX0" fmla="*/ 337356 w 1499126"/>
                      <a:gd name="connsiteY0" fmla="*/ 259979 h 1595165"/>
                      <a:gd name="connsiteX1" fmla="*/ 175516 w 1499126"/>
                      <a:gd name="connsiteY1" fmla="*/ 462280 h 1595165"/>
                      <a:gd name="connsiteX2" fmla="*/ 5583 w 1499126"/>
                      <a:gd name="connsiteY2" fmla="*/ 348991 h 1595165"/>
                      <a:gd name="connsiteX3" fmla="*/ 86503 w 1499126"/>
                      <a:gd name="connsiteY3" fmla="*/ 106230 h 1595165"/>
                      <a:gd name="connsiteX4" fmla="*/ 515381 w 1499126"/>
                      <a:gd name="connsiteY4" fmla="*/ 57678 h 1595165"/>
                      <a:gd name="connsiteX5" fmla="*/ 1270563 w 1499126"/>
                      <a:gd name="connsiteY5" fmla="*/ 907229 h 1595165"/>
                      <a:gd name="connsiteX6" fmla="*/ 1392299 w 1499126"/>
                      <a:gd name="connsiteY6" fmla="*/ 1228008 h 1595165"/>
                      <a:gd name="connsiteX7" fmla="*/ 1499126 w 1499126"/>
                      <a:gd name="connsiteY7" fmla="*/ 1570514 h 1595165"/>
                      <a:gd name="connsiteX8" fmla="*/ 1429781 w 1499126"/>
                      <a:gd name="connsiteY8" fmla="*/ 1595165 h 1595165"/>
                      <a:gd name="connsiteX9" fmla="*/ 1233568 w 1499126"/>
                      <a:gd name="connsiteY9" fmla="*/ 992964 h 1595165"/>
                      <a:gd name="connsiteX10" fmla="*/ 949991 w 1499126"/>
                      <a:gd name="connsiteY10" fmla="*/ 567606 h 1595165"/>
                      <a:gd name="connsiteX11" fmla="*/ 663529 w 1499126"/>
                      <a:gd name="connsiteY11" fmla="*/ 271555 h 1595165"/>
                      <a:gd name="connsiteX12" fmla="*/ 466829 w 1499126"/>
                      <a:gd name="connsiteY12" fmla="*/ 90046 h 1595165"/>
                      <a:gd name="connsiteX13" fmla="*/ 215976 w 1499126"/>
                      <a:gd name="connsiteY13" fmla="*/ 90046 h 1595165"/>
                      <a:gd name="connsiteX14" fmla="*/ 62227 w 1499126"/>
                      <a:gd name="connsiteY14" fmla="*/ 227611 h 1595165"/>
                      <a:gd name="connsiteX15" fmla="*/ 70319 w 1499126"/>
                      <a:gd name="connsiteY15" fmla="*/ 373268 h 1595165"/>
                      <a:gd name="connsiteX16" fmla="*/ 167424 w 1499126"/>
                      <a:gd name="connsiteY16" fmla="*/ 397544 h 1595165"/>
                      <a:gd name="connsiteX17" fmla="*/ 256436 w 1499126"/>
                      <a:gd name="connsiteY17" fmla="*/ 284255 h 1595165"/>
                      <a:gd name="connsiteX18" fmla="*/ 280712 w 1499126"/>
                      <a:gd name="connsiteY18" fmla="*/ 243795 h 1595165"/>
                      <a:gd name="connsiteX19" fmla="*/ 337356 w 1499126"/>
                      <a:gd name="connsiteY19" fmla="*/ 259979 h 1595165"/>
                      <a:gd name="connsiteX0" fmla="*/ 337356 w 1499126"/>
                      <a:gd name="connsiteY0" fmla="*/ 256069 h 1591255"/>
                      <a:gd name="connsiteX1" fmla="*/ 175516 w 1499126"/>
                      <a:gd name="connsiteY1" fmla="*/ 458370 h 1591255"/>
                      <a:gd name="connsiteX2" fmla="*/ 5583 w 1499126"/>
                      <a:gd name="connsiteY2" fmla="*/ 345081 h 1591255"/>
                      <a:gd name="connsiteX3" fmla="*/ 86503 w 1499126"/>
                      <a:gd name="connsiteY3" fmla="*/ 102320 h 1591255"/>
                      <a:gd name="connsiteX4" fmla="*/ 515381 w 1499126"/>
                      <a:gd name="connsiteY4" fmla="*/ 53768 h 1591255"/>
                      <a:gd name="connsiteX5" fmla="*/ 1236696 w 1499126"/>
                      <a:gd name="connsiteY5" fmla="*/ 850402 h 1591255"/>
                      <a:gd name="connsiteX6" fmla="*/ 1392299 w 1499126"/>
                      <a:gd name="connsiteY6" fmla="*/ 1224098 h 1591255"/>
                      <a:gd name="connsiteX7" fmla="*/ 1499126 w 1499126"/>
                      <a:gd name="connsiteY7" fmla="*/ 1566604 h 1591255"/>
                      <a:gd name="connsiteX8" fmla="*/ 1429781 w 1499126"/>
                      <a:gd name="connsiteY8" fmla="*/ 1591255 h 1591255"/>
                      <a:gd name="connsiteX9" fmla="*/ 1233568 w 1499126"/>
                      <a:gd name="connsiteY9" fmla="*/ 989054 h 1591255"/>
                      <a:gd name="connsiteX10" fmla="*/ 949991 w 1499126"/>
                      <a:gd name="connsiteY10" fmla="*/ 563696 h 1591255"/>
                      <a:gd name="connsiteX11" fmla="*/ 663529 w 1499126"/>
                      <a:gd name="connsiteY11" fmla="*/ 267645 h 1591255"/>
                      <a:gd name="connsiteX12" fmla="*/ 466829 w 1499126"/>
                      <a:gd name="connsiteY12" fmla="*/ 86136 h 1591255"/>
                      <a:gd name="connsiteX13" fmla="*/ 215976 w 1499126"/>
                      <a:gd name="connsiteY13" fmla="*/ 86136 h 1591255"/>
                      <a:gd name="connsiteX14" fmla="*/ 62227 w 1499126"/>
                      <a:gd name="connsiteY14" fmla="*/ 223701 h 1591255"/>
                      <a:gd name="connsiteX15" fmla="*/ 70319 w 1499126"/>
                      <a:gd name="connsiteY15" fmla="*/ 369358 h 1591255"/>
                      <a:gd name="connsiteX16" fmla="*/ 167424 w 1499126"/>
                      <a:gd name="connsiteY16" fmla="*/ 393634 h 1591255"/>
                      <a:gd name="connsiteX17" fmla="*/ 256436 w 1499126"/>
                      <a:gd name="connsiteY17" fmla="*/ 280345 h 1591255"/>
                      <a:gd name="connsiteX18" fmla="*/ 280712 w 1499126"/>
                      <a:gd name="connsiteY18" fmla="*/ 239885 h 1591255"/>
                      <a:gd name="connsiteX19" fmla="*/ 337356 w 1499126"/>
                      <a:gd name="connsiteY19" fmla="*/ 256069 h 1591255"/>
                      <a:gd name="connsiteX0" fmla="*/ 337356 w 1499126"/>
                      <a:gd name="connsiteY0" fmla="*/ 256069 h 1591255"/>
                      <a:gd name="connsiteX1" fmla="*/ 175516 w 1499126"/>
                      <a:gd name="connsiteY1" fmla="*/ 458370 h 1591255"/>
                      <a:gd name="connsiteX2" fmla="*/ 5583 w 1499126"/>
                      <a:gd name="connsiteY2" fmla="*/ 345081 h 1591255"/>
                      <a:gd name="connsiteX3" fmla="*/ 86503 w 1499126"/>
                      <a:gd name="connsiteY3" fmla="*/ 102320 h 1591255"/>
                      <a:gd name="connsiteX4" fmla="*/ 515381 w 1499126"/>
                      <a:gd name="connsiteY4" fmla="*/ 53768 h 1591255"/>
                      <a:gd name="connsiteX5" fmla="*/ 1236696 w 1499126"/>
                      <a:gd name="connsiteY5" fmla="*/ 850402 h 1591255"/>
                      <a:gd name="connsiteX6" fmla="*/ 1392299 w 1499126"/>
                      <a:gd name="connsiteY6" fmla="*/ 1198698 h 1591255"/>
                      <a:gd name="connsiteX7" fmla="*/ 1499126 w 1499126"/>
                      <a:gd name="connsiteY7" fmla="*/ 1566604 h 1591255"/>
                      <a:gd name="connsiteX8" fmla="*/ 1429781 w 1499126"/>
                      <a:gd name="connsiteY8" fmla="*/ 1591255 h 1591255"/>
                      <a:gd name="connsiteX9" fmla="*/ 1233568 w 1499126"/>
                      <a:gd name="connsiteY9" fmla="*/ 989054 h 1591255"/>
                      <a:gd name="connsiteX10" fmla="*/ 949991 w 1499126"/>
                      <a:gd name="connsiteY10" fmla="*/ 563696 h 1591255"/>
                      <a:gd name="connsiteX11" fmla="*/ 663529 w 1499126"/>
                      <a:gd name="connsiteY11" fmla="*/ 267645 h 1591255"/>
                      <a:gd name="connsiteX12" fmla="*/ 466829 w 1499126"/>
                      <a:gd name="connsiteY12" fmla="*/ 86136 h 1591255"/>
                      <a:gd name="connsiteX13" fmla="*/ 215976 w 1499126"/>
                      <a:gd name="connsiteY13" fmla="*/ 86136 h 1591255"/>
                      <a:gd name="connsiteX14" fmla="*/ 62227 w 1499126"/>
                      <a:gd name="connsiteY14" fmla="*/ 223701 h 1591255"/>
                      <a:gd name="connsiteX15" fmla="*/ 70319 w 1499126"/>
                      <a:gd name="connsiteY15" fmla="*/ 369358 h 1591255"/>
                      <a:gd name="connsiteX16" fmla="*/ 167424 w 1499126"/>
                      <a:gd name="connsiteY16" fmla="*/ 393634 h 1591255"/>
                      <a:gd name="connsiteX17" fmla="*/ 256436 w 1499126"/>
                      <a:gd name="connsiteY17" fmla="*/ 280345 h 1591255"/>
                      <a:gd name="connsiteX18" fmla="*/ 280712 w 1499126"/>
                      <a:gd name="connsiteY18" fmla="*/ 239885 h 1591255"/>
                      <a:gd name="connsiteX19" fmla="*/ 337356 w 1499126"/>
                      <a:gd name="connsiteY19" fmla="*/ 256069 h 1591255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92299 w 1499126"/>
                      <a:gd name="connsiteY6" fmla="*/ 1195883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92299 w 1499126"/>
                      <a:gd name="connsiteY6" fmla="*/ 1195883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92299 w 1499126"/>
                      <a:gd name="connsiteY6" fmla="*/ 1195883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92299 w 1499126"/>
                      <a:gd name="connsiteY6" fmla="*/ 1195883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92299 w 1499126"/>
                      <a:gd name="connsiteY6" fmla="*/ 1195883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73249 w 1499126"/>
                      <a:gd name="connsiteY6" fmla="*/ 1147200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3254 h 1588440"/>
                      <a:gd name="connsiteX1" fmla="*/ 175516 w 1499126"/>
                      <a:gd name="connsiteY1" fmla="*/ 455555 h 1588440"/>
                      <a:gd name="connsiteX2" fmla="*/ 5583 w 1499126"/>
                      <a:gd name="connsiteY2" fmla="*/ 342266 h 1588440"/>
                      <a:gd name="connsiteX3" fmla="*/ 86503 w 1499126"/>
                      <a:gd name="connsiteY3" fmla="*/ 99505 h 1588440"/>
                      <a:gd name="connsiteX4" fmla="*/ 515381 w 1499126"/>
                      <a:gd name="connsiteY4" fmla="*/ 50953 h 1588440"/>
                      <a:gd name="connsiteX5" fmla="*/ 1213413 w 1499126"/>
                      <a:gd name="connsiteY5" fmla="*/ 809487 h 1588440"/>
                      <a:gd name="connsiteX6" fmla="*/ 1373249 w 1499126"/>
                      <a:gd name="connsiteY6" fmla="*/ 1147200 h 1588440"/>
                      <a:gd name="connsiteX7" fmla="*/ 1499126 w 1499126"/>
                      <a:gd name="connsiteY7" fmla="*/ 1563789 h 1588440"/>
                      <a:gd name="connsiteX8" fmla="*/ 1429781 w 1499126"/>
                      <a:gd name="connsiteY8" fmla="*/ 1588440 h 1588440"/>
                      <a:gd name="connsiteX9" fmla="*/ 1233568 w 1499126"/>
                      <a:gd name="connsiteY9" fmla="*/ 986239 h 1588440"/>
                      <a:gd name="connsiteX10" fmla="*/ 949991 w 1499126"/>
                      <a:gd name="connsiteY10" fmla="*/ 560881 h 1588440"/>
                      <a:gd name="connsiteX11" fmla="*/ 663529 w 1499126"/>
                      <a:gd name="connsiteY11" fmla="*/ 264830 h 1588440"/>
                      <a:gd name="connsiteX12" fmla="*/ 466829 w 1499126"/>
                      <a:gd name="connsiteY12" fmla="*/ 83321 h 1588440"/>
                      <a:gd name="connsiteX13" fmla="*/ 215976 w 1499126"/>
                      <a:gd name="connsiteY13" fmla="*/ 83321 h 1588440"/>
                      <a:gd name="connsiteX14" fmla="*/ 62227 w 1499126"/>
                      <a:gd name="connsiteY14" fmla="*/ 220886 h 1588440"/>
                      <a:gd name="connsiteX15" fmla="*/ 70319 w 1499126"/>
                      <a:gd name="connsiteY15" fmla="*/ 366543 h 1588440"/>
                      <a:gd name="connsiteX16" fmla="*/ 167424 w 1499126"/>
                      <a:gd name="connsiteY16" fmla="*/ 390819 h 1588440"/>
                      <a:gd name="connsiteX17" fmla="*/ 256436 w 1499126"/>
                      <a:gd name="connsiteY17" fmla="*/ 277530 h 1588440"/>
                      <a:gd name="connsiteX18" fmla="*/ 280712 w 1499126"/>
                      <a:gd name="connsiteY18" fmla="*/ 237070 h 1588440"/>
                      <a:gd name="connsiteX19" fmla="*/ 337356 w 1499126"/>
                      <a:gd name="connsiteY19" fmla="*/ 253254 h 1588440"/>
                      <a:gd name="connsiteX0" fmla="*/ 337356 w 1499126"/>
                      <a:gd name="connsiteY0" fmla="*/ 252472 h 1587658"/>
                      <a:gd name="connsiteX1" fmla="*/ 175516 w 1499126"/>
                      <a:gd name="connsiteY1" fmla="*/ 454773 h 1587658"/>
                      <a:gd name="connsiteX2" fmla="*/ 5583 w 1499126"/>
                      <a:gd name="connsiteY2" fmla="*/ 341484 h 1587658"/>
                      <a:gd name="connsiteX3" fmla="*/ 86503 w 1499126"/>
                      <a:gd name="connsiteY3" fmla="*/ 98723 h 1587658"/>
                      <a:gd name="connsiteX4" fmla="*/ 515381 w 1499126"/>
                      <a:gd name="connsiteY4" fmla="*/ 50171 h 1587658"/>
                      <a:gd name="connsiteX5" fmla="*/ 1209180 w 1499126"/>
                      <a:gd name="connsiteY5" fmla="*/ 798121 h 1587658"/>
                      <a:gd name="connsiteX6" fmla="*/ 1373249 w 1499126"/>
                      <a:gd name="connsiteY6" fmla="*/ 1146418 h 1587658"/>
                      <a:gd name="connsiteX7" fmla="*/ 1499126 w 1499126"/>
                      <a:gd name="connsiteY7" fmla="*/ 1563007 h 1587658"/>
                      <a:gd name="connsiteX8" fmla="*/ 1429781 w 1499126"/>
                      <a:gd name="connsiteY8" fmla="*/ 1587658 h 1587658"/>
                      <a:gd name="connsiteX9" fmla="*/ 1233568 w 1499126"/>
                      <a:gd name="connsiteY9" fmla="*/ 985457 h 1587658"/>
                      <a:gd name="connsiteX10" fmla="*/ 949991 w 1499126"/>
                      <a:gd name="connsiteY10" fmla="*/ 560099 h 1587658"/>
                      <a:gd name="connsiteX11" fmla="*/ 663529 w 1499126"/>
                      <a:gd name="connsiteY11" fmla="*/ 264048 h 1587658"/>
                      <a:gd name="connsiteX12" fmla="*/ 466829 w 1499126"/>
                      <a:gd name="connsiteY12" fmla="*/ 82539 h 1587658"/>
                      <a:gd name="connsiteX13" fmla="*/ 215976 w 1499126"/>
                      <a:gd name="connsiteY13" fmla="*/ 82539 h 1587658"/>
                      <a:gd name="connsiteX14" fmla="*/ 62227 w 1499126"/>
                      <a:gd name="connsiteY14" fmla="*/ 220104 h 1587658"/>
                      <a:gd name="connsiteX15" fmla="*/ 70319 w 1499126"/>
                      <a:gd name="connsiteY15" fmla="*/ 365761 h 1587658"/>
                      <a:gd name="connsiteX16" fmla="*/ 167424 w 1499126"/>
                      <a:gd name="connsiteY16" fmla="*/ 390037 h 1587658"/>
                      <a:gd name="connsiteX17" fmla="*/ 256436 w 1499126"/>
                      <a:gd name="connsiteY17" fmla="*/ 276748 h 1587658"/>
                      <a:gd name="connsiteX18" fmla="*/ 280712 w 1499126"/>
                      <a:gd name="connsiteY18" fmla="*/ 236288 h 1587658"/>
                      <a:gd name="connsiteX19" fmla="*/ 337356 w 1499126"/>
                      <a:gd name="connsiteY19" fmla="*/ 252472 h 1587658"/>
                      <a:gd name="connsiteX0" fmla="*/ 337356 w 1499126"/>
                      <a:gd name="connsiteY0" fmla="*/ 252472 h 1587658"/>
                      <a:gd name="connsiteX1" fmla="*/ 175516 w 1499126"/>
                      <a:gd name="connsiteY1" fmla="*/ 454773 h 1587658"/>
                      <a:gd name="connsiteX2" fmla="*/ 5583 w 1499126"/>
                      <a:gd name="connsiteY2" fmla="*/ 341484 h 1587658"/>
                      <a:gd name="connsiteX3" fmla="*/ 86503 w 1499126"/>
                      <a:gd name="connsiteY3" fmla="*/ 98723 h 1587658"/>
                      <a:gd name="connsiteX4" fmla="*/ 515381 w 1499126"/>
                      <a:gd name="connsiteY4" fmla="*/ 50171 h 1587658"/>
                      <a:gd name="connsiteX5" fmla="*/ 1209180 w 1499126"/>
                      <a:gd name="connsiteY5" fmla="*/ 798121 h 1587658"/>
                      <a:gd name="connsiteX6" fmla="*/ 1373249 w 1499126"/>
                      <a:gd name="connsiteY6" fmla="*/ 1146418 h 1587658"/>
                      <a:gd name="connsiteX7" fmla="*/ 1499126 w 1499126"/>
                      <a:gd name="connsiteY7" fmla="*/ 1563007 h 1587658"/>
                      <a:gd name="connsiteX8" fmla="*/ 1429781 w 1499126"/>
                      <a:gd name="connsiteY8" fmla="*/ 1587658 h 1587658"/>
                      <a:gd name="connsiteX9" fmla="*/ 1233568 w 1499126"/>
                      <a:gd name="connsiteY9" fmla="*/ 985457 h 1587658"/>
                      <a:gd name="connsiteX10" fmla="*/ 949991 w 1499126"/>
                      <a:gd name="connsiteY10" fmla="*/ 560099 h 1587658"/>
                      <a:gd name="connsiteX11" fmla="*/ 680463 w 1499126"/>
                      <a:gd name="connsiteY11" fmla="*/ 253465 h 1587658"/>
                      <a:gd name="connsiteX12" fmla="*/ 466829 w 1499126"/>
                      <a:gd name="connsiteY12" fmla="*/ 82539 h 1587658"/>
                      <a:gd name="connsiteX13" fmla="*/ 215976 w 1499126"/>
                      <a:gd name="connsiteY13" fmla="*/ 82539 h 1587658"/>
                      <a:gd name="connsiteX14" fmla="*/ 62227 w 1499126"/>
                      <a:gd name="connsiteY14" fmla="*/ 220104 h 1587658"/>
                      <a:gd name="connsiteX15" fmla="*/ 70319 w 1499126"/>
                      <a:gd name="connsiteY15" fmla="*/ 365761 h 1587658"/>
                      <a:gd name="connsiteX16" fmla="*/ 167424 w 1499126"/>
                      <a:gd name="connsiteY16" fmla="*/ 390037 h 1587658"/>
                      <a:gd name="connsiteX17" fmla="*/ 256436 w 1499126"/>
                      <a:gd name="connsiteY17" fmla="*/ 276748 h 1587658"/>
                      <a:gd name="connsiteX18" fmla="*/ 280712 w 1499126"/>
                      <a:gd name="connsiteY18" fmla="*/ 236288 h 1587658"/>
                      <a:gd name="connsiteX19" fmla="*/ 337356 w 1499126"/>
                      <a:gd name="connsiteY19" fmla="*/ 252472 h 1587658"/>
                      <a:gd name="connsiteX0" fmla="*/ 337356 w 1499126"/>
                      <a:gd name="connsiteY0" fmla="*/ 219943 h 1555129"/>
                      <a:gd name="connsiteX1" fmla="*/ 175516 w 1499126"/>
                      <a:gd name="connsiteY1" fmla="*/ 422244 h 1555129"/>
                      <a:gd name="connsiteX2" fmla="*/ 5583 w 1499126"/>
                      <a:gd name="connsiteY2" fmla="*/ 308955 h 1555129"/>
                      <a:gd name="connsiteX3" fmla="*/ 86503 w 1499126"/>
                      <a:gd name="connsiteY3" fmla="*/ 66194 h 1555129"/>
                      <a:gd name="connsiteX4" fmla="*/ 515381 w 1499126"/>
                      <a:gd name="connsiteY4" fmla="*/ 17642 h 1555129"/>
                      <a:gd name="connsiteX5" fmla="*/ 865005 w 1499126"/>
                      <a:gd name="connsiteY5" fmla="*/ 323753 h 1555129"/>
                      <a:gd name="connsiteX6" fmla="*/ 1209180 w 1499126"/>
                      <a:gd name="connsiteY6" fmla="*/ 765592 h 1555129"/>
                      <a:gd name="connsiteX7" fmla="*/ 1373249 w 1499126"/>
                      <a:gd name="connsiteY7" fmla="*/ 1113889 h 1555129"/>
                      <a:gd name="connsiteX8" fmla="*/ 1499126 w 1499126"/>
                      <a:gd name="connsiteY8" fmla="*/ 1530478 h 1555129"/>
                      <a:gd name="connsiteX9" fmla="*/ 1429781 w 1499126"/>
                      <a:gd name="connsiteY9" fmla="*/ 1555129 h 1555129"/>
                      <a:gd name="connsiteX10" fmla="*/ 1233568 w 1499126"/>
                      <a:gd name="connsiteY10" fmla="*/ 952928 h 1555129"/>
                      <a:gd name="connsiteX11" fmla="*/ 949991 w 1499126"/>
                      <a:gd name="connsiteY11" fmla="*/ 527570 h 1555129"/>
                      <a:gd name="connsiteX12" fmla="*/ 680463 w 1499126"/>
                      <a:gd name="connsiteY12" fmla="*/ 220936 h 1555129"/>
                      <a:gd name="connsiteX13" fmla="*/ 466829 w 1499126"/>
                      <a:gd name="connsiteY13" fmla="*/ 50010 h 1555129"/>
                      <a:gd name="connsiteX14" fmla="*/ 215976 w 1499126"/>
                      <a:gd name="connsiteY14" fmla="*/ 50010 h 1555129"/>
                      <a:gd name="connsiteX15" fmla="*/ 62227 w 1499126"/>
                      <a:gd name="connsiteY15" fmla="*/ 187575 h 1555129"/>
                      <a:gd name="connsiteX16" fmla="*/ 70319 w 1499126"/>
                      <a:gd name="connsiteY16" fmla="*/ 333232 h 1555129"/>
                      <a:gd name="connsiteX17" fmla="*/ 167424 w 1499126"/>
                      <a:gd name="connsiteY17" fmla="*/ 357508 h 1555129"/>
                      <a:gd name="connsiteX18" fmla="*/ 256436 w 1499126"/>
                      <a:gd name="connsiteY18" fmla="*/ 244219 h 1555129"/>
                      <a:gd name="connsiteX19" fmla="*/ 280712 w 1499126"/>
                      <a:gd name="connsiteY19" fmla="*/ 203759 h 1555129"/>
                      <a:gd name="connsiteX20" fmla="*/ 337356 w 1499126"/>
                      <a:gd name="connsiteY20" fmla="*/ 219943 h 1555129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09180 w 1499126"/>
                      <a:gd name="connsiteY6" fmla="*/ 766211 h 1555748"/>
                      <a:gd name="connsiteX7" fmla="*/ 1373249 w 1499126"/>
                      <a:gd name="connsiteY7" fmla="*/ 1114508 h 1555748"/>
                      <a:gd name="connsiteX8" fmla="*/ 1499126 w 1499126"/>
                      <a:gd name="connsiteY8" fmla="*/ 1531097 h 1555748"/>
                      <a:gd name="connsiteX9" fmla="*/ 1429781 w 1499126"/>
                      <a:gd name="connsiteY9" fmla="*/ 1555748 h 1555748"/>
                      <a:gd name="connsiteX10" fmla="*/ 1233568 w 1499126"/>
                      <a:gd name="connsiteY10" fmla="*/ 953547 h 1555748"/>
                      <a:gd name="connsiteX11" fmla="*/ 949991 w 1499126"/>
                      <a:gd name="connsiteY11" fmla="*/ 528189 h 1555748"/>
                      <a:gd name="connsiteX12" fmla="*/ 680463 w 1499126"/>
                      <a:gd name="connsiteY12" fmla="*/ 221555 h 1555748"/>
                      <a:gd name="connsiteX13" fmla="*/ 466829 w 1499126"/>
                      <a:gd name="connsiteY13" fmla="*/ 50629 h 1555748"/>
                      <a:gd name="connsiteX14" fmla="*/ 215976 w 1499126"/>
                      <a:gd name="connsiteY14" fmla="*/ 50629 h 1555748"/>
                      <a:gd name="connsiteX15" fmla="*/ 62227 w 1499126"/>
                      <a:gd name="connsiteY15" fmla="*/ 188194 h 1555748"/>
                      <a:gd name="connsiteX16" fmla="*/ 70319 w 1499126"/>
                      <a:gd name="connsiteY16" fmla="*/ 333851 h 1555748"/>
                      <a:gd name="connsiteX17" fmla="*/ 167424 w 1499126"/>
                      <a:gd name="connsiteY17" fmla="*/ 358127 h 1555748"/>
                      <a:gd name="connsiteX18" fmla="*/ 256436 w 1499126"/>
                      <a:gd name="connsiteY18" fmla="*/ 244838 h 1555748"/>
                      <a:gd name="connsiteX19" fmla="*/ 280712 w 1499126"/>
                      <a:gd name="connsiteY19" fmla="*/ 204378 h 1555748"/>
                      <a:gd name="connsiteX20" fmla="*/ 337356 w 1499126"/>
                      <a:gd name="connsiteY20" fmla="*/ 220562 h 1555748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09180 w 1499126"/>
                      <a:gd name="connsiteY6" fmla="*/ 766211 h 1555748"/>
                      <a:gd name="connsiteX7" fmla="*/ 1222721 w 1499126"/>
                      <a:gd name="connsiteY7" fmla="*/ 813322 h 1555748"/>
                      <a:gd name="connsiteX8" fmla="*/ 1373249 w 1499126"/>
                      <a:gd name="connsiteY8" fmla="*/ 1114508 h 1555748"/>
                      <a:gd name="connsiteX9" fmla="*/ 1499126 w 1499126"/>
                      <a:gd name="connsiteY9" fmla="*/ 1531097 h 1555748"/>
                      <a:gd name="connsiteX10" fmla="*/ 1429781 w 1499126"/>
                      <a:gd name="connsiteY10" fmla="*/ 1555748 h 1555748"/>
                      <a:gd name="connsiteX11" fmla="*/ 1233568 w 1499126"/>
                      <a:gd name="connsiteY11" fmla="*/ 953547 h 1555748"/>
                      <a:gd name="connsiteX12" fmla="*/ 949991 w 1499126"/>
                      <a:gd name="connsiteY12" fmla="*/ 528189 h 1555748"/>
                      <a:gd name="connsiteX13" fmla="*/ 680463 w 1499126"/>
                      <a:gd name="connsiteY13" fmla="*/ 221555 h 1555748"/>
                      <a:gd name="connsiteX14" fmla="*/ 466829 w 1499126"/>
                      <a:gd name="connsiteY14" fmla="*/ 50629 h 1555748"/>
                      <a:gd name="connsiteX15" fmla="*/ 215976 w 1499126"/>
                      <a:gd name="connsiteY15" fmla="*/ 50629 h 1555748"/>
                      <a:gd name="connsiteX16" fmla="*/ 62227 w 1499126"/>
                      <a:gd name="connsiteY16" fmla="*/ 188194 h 1555748"/>
                      <a:gd name="connsiteX17" fmla="*/ 70319 w 1499126"/>
                      <a:gd name="connsiteY17" fmla="*/ 333851 h 1555748"/>
                      <a:gd name="connsiteX18" fmla="*/ 167424 w 1499126"/>
                      <a:gd name="connsiteY18" fmla="*/ 358127 h 1555748"/>
                      <a:gd name="connsiteX19" fmla="*/ 256436 w 1499126"/>
                      <a:gd name="connsiteY19" fmla="*/ 244838 h 1555748"/>
                      <a:gd name="connsiteX20" fmla="*/ 280712 w 1499126"/>
                      <a:gd name="connsiteY20" fmla="*/ 204378 h 1555748"/>
                      <a:gd name="connsiteX21" fmla="*/ 337356 w 1499126"/>
                      <a:gd name="connsiteY21" fmla="*/ 220562 h 1555748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09180 w 1499126"/>
                      <a:gd name="connsiteY6" fmla="*/ 766211 h 1555748"/>
                      <a:gd name="connsiteX7" fmla="*/ 1222721 w 1499126"/>
                      <a:gd name="connsiteY7" fmla="*/ 813322 h 1555748"/>
                      <a:gd name="connsiteX8" fmla="*/ 1379599 w 1499126"/>
                      <a:gd name="connsiteY8" fmla="*/ 1156842 h 1555748"/>
                      <a:gd name="connsiteX9" fmla="*/ 1499126 w 1499126"/>
                      <a:gd name="connsiteY9" fmla="*/ 1531097 h 1555748"/>
                      <a:gd name="connsiteX10" fmla="*/ 1429781 w 1499126"/>
                      <a:gd name="connsiteY10" fmla="*/ 1555748 h 1555748"/>
                      <a:gd name="connsiteX11" fmla="*/ 1233568 w 1499126"/>
                      <a:gd name="connsiteY11" fmla="*/ 953547 h 1555748"/>
                      <a:gd name="connsiteX12" fmla="*/ 949991 w 1499126"/>
                      <a:gd name="connsiteY12" fmla="*/ 528189 h 1555748"/>
                      <a:gd name="connsiteX13" fmla="*/ 680463 w 1499126"/>
                      <a:gd name="connsiteY13" fmla="*/ 221555 h 1555748"/>
                      <a:gd name="connsiteX14" fmla="*/ 466829 w 1499126"/>
                      <a:gd name="connsiteY14" fmla="*/ 50629 h 1555748"/>
                      <a:gd name="connsiteX15" fmla="*/ 215976 w 1499126"/>
                      <a:gd name="connsiteY15" fmla="*/ 50629 h 1555748"/>
                      <a:gd name="connsiteX16" fmla="*/ 62227 w 1499126"/>
                      <a:gd name="connsiteY16" fmla="*/ 188194 h 1555748"/>
                      <a:gd name="connsiteX17" fmla="*/ 70319 w 1499126"/>
                      <a:gd name="connsiteY17" fmla="*/ 333851 h 1555748"/>
                      <a:gd name="connsiteX18" fmla="*/ 167424 w 1499126"/>
                      <a:gd name="connsiteY18" fmla="*/ 358127 h 1555748"/>
                      <a:gd name="connsiteX19" fmla="*/ 256436 w 1499126"/>
                      <a:gd name="connsiteY19" fmla="*/ 244838 h 1555748"/>
                      <a:gd name="connsiteX20" fmla="*/ 280712 w 1499126"/>
                      <a:gd name="connsiteY20" fmla="*/ 204378 h 1555748"/>
                      <a:gd name="connsiteX21" fmla="*/ 337356 w 1499126"/>
                      <a:gd name="connsiteY21" fmla="*/ 220562 h 1555748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09180 w 1499126"/>
                      <a:gd name="connsiteY6" fmla="*/ 766211 h 1555748"/>
                      <a:gd name="connsiteX7" fmla="*/ 1379599 w 1499126"/>
                      <a:gd name="connsiteY7" fmla="*/ 1156842 h 1555748"/>
                      <a:gd name="connsiteX8" fmla="*/ 1499126 w 1499126"/>
                      <a:gd name="connsiteY8" fmla="*/ 1531097 h 1555748"/>
                      <a:gd name="connsiteX9" fmla="*/ 1429781 w 1499126"/>
                      <a:gd name="connsiteY9" fmla="*/ 1555748 h 1555748"/>
                      <a:gd name="connsiteX10" fmla="*/ 1233568 w 1499126"/>
                      <a:gd name="connsiteY10" fmla="*/ 953547 h 1555748"/>
                      <a:gd name="connsiteX11" fmla="*/ 949991 w 1499126"/>
                      <a:gd name="connsiteY11" fmla="*/ 528189 h 1555748"/>
                      <a:gd name="connsiteX12" fmla="*/ 680463 w 1499126"/>
                      <a:gd name="connsiteY12" fmla="*/ 221555 h 1555748"/>
                      <a:gd name="connsiteX13" fmla="*/ 466829 w 1499126"/>
                      <a:gd name="connsiteY13" fmla="*/ 50629 h 1555748"/>
                      <a:gd name="connsiteX14" fmla="*/ 215976 w 1499126"/>
                      <a:gd name="connsiteY14" fmla="*/ 50629 h 1555748"/>
                      <a:gd name="connsiteX15" fmla="*/ 62227 w 1499126"/>
                      <a:gd name="connsiteY15" fmla="*/ 188194 h 1555748"/>
                      <a:gd name="connsiteX16" fmla="*/ 70319 w 1499126"/>
                      <a:gd name="connsiteY16" fmla="*/ 333851 h 1555748"/>
                      <a:gd name="connsiteX17" fmla="*/ 167424 w 1499126"/>
                      <a:gd name="connsiteY17" fmla="*/ 358127 h 1555748"/>
                      <a:gd name="connsiteX18" fmla="*/ 256436 w 1499126"/>
                      <a:gd name="connsiteY18" fmla="*/ 244838 h 1555748"/>
                      <a:gd name="connsiteX19" fmla="*/ 280712 w 1499126"/>
                      <a:gd name="connsiteY19" fmla="*/ 204378 h 1555748"/>
                      <a:gd name="connsiteX20" fmla="*/ 337356 w 1499126"/>
                      <a:gd name="connsiteY20" fmla="*/ 220562 h 1555748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13413 w 1499126"/>
                      <a:gd name="connsiteY6" fmla="*/ 800077 h 1555748"/>
                      <a:gd name="connsiteX7" fmla="*/ 1379599 w 1499126"/>
                      <a:gd name="connsiteY7" fmla="*/ 1156842 h 1555748"/>
                      <a:gd name="connsiteX8" fmla="*/ 1499126 w 1499126"/>
                      <a:gd name="connsiteY8" fmla="*/ 1531097 h 1555748"/>
                      <a:gd name="connsiteX9" fmla="*/ 1429781 w 1499126"/>
                      <a:gd name="connsiteY9" fmla="*/ 1555748 h 1555748"/>
                      <a:gd name="connsiteX10" fmla="*/ 1233568 w 1499126"/>
                      <a:gd name="connsiteY10" fmla="*/ 953547 h 1555748"/>
                      <a:gd name="connsiteX11" fmla="*/ 949991 w 1499126"/>
                      <a:gd name="connsiteY11" fmla="*/ 528189 h 1555748"/>
                      <a:gd name="connsiteX12" fmla="*/ 680463 w 1499126"/>
                      <a:gd name="connsiteY12" fmla="*/ 221555 h 1555748"/>
                      <a:gd name="connsiteX13" fmla="*/ 466829 w 1499126"/>
                      <a:gd name="connsiteY13" fmla="*/ 50629 h 1555748"/>
                      <a:gd name="connsiteX14" fmla="*/ 215976 w 1499126"/>
                      <a:gd name="connsiteY14" fmla="*/ 50629 h 1555748"/>
                      <a:gd name="connsiteX15" fmla="*/ 62227 w 1499126"/>
                      <a:gd name="connsiteY15" fmla="*/ 188194 h 1555748"/>
                      <a:gd name="connsiteX16" fmla="*/ 70319 w 1499126"/>
                      <a:gd name="connsiteY16" fmla="*/ 333851 h 1555748"/>
                      <a:gd name="connsiteX17" fmla="*/ 167424 w 1499126"/>
                      <a:gd name="connsiteY17" fmla="*/ 358127 h 1555748"/>
                      <a:gd name="connsiteX18" fmla="*/ 256436 w 1499126"/>
                      <a:gd name="connsiteY18" fmla="*/ 244838 h 1555748"/>
                      <a:gd name="connsiteX19" fmla="*/ 280712 w 1499126"/>
                      <a:gd name="connsiteY19" fmla="*/ 204378 h 1555748"/>
                      <a:gd name="connsiteX20" fmla="*/ 337356 w 1499126"/>
                      <a:gd name="connsiteY20" fmla="*/ 220562 h 1555748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13413 w 1499126"/>
                      <a:gd name="connsiteY6" fmla="*/ 800077 h 1555748"/>
                      <a:gd name="connsiteX7" fmla="*/ 1379599 w 1499126"/>
                      <a:gd name="connsiteY7" fmla="*/ 1156842 h 1555748"/>
                      <a:gd name="connsiteX8" fmla="*/ 1499126 w 1499126"/>
                      <a:gd name="connsiteY8" fmla="*/ 1531097 h 1555748"/>
                      <a:gd name="connsiteX9" fmla="*/ 1429781 w 1499126"/>
                      <a:gd name="connsiteY9" fmla="*/ 1555748 h 1555748"/>
                      <a:gd name="connsiteX10" fmla="*/ 1233568 w 1499126"/>
                      <a:gd name="connsiteY10" fmla="*/ 953547 h 1555748"/>
                      <a:gd name="connsiteX11" fmla="*/ 949991 w 1499126"/>
                      <a:gd name="connsiteY11" fmla="*/ 528189 h 1555748"/>
                      <a:gd name="connsiteX12" fmla="*/ 680463 w 1499126"/>
                      <a:gd name="connsiteY12" fmla="*/ 221555 h 1555748"/>
                      <a:gd name="connsiteX13" fmla="*/ 466829 w 1499126"/>
                      <a:gd name="connsiteY13" fmla="*/ 50629 h 1555748"/>
                      <a:gd name="connsiteX14" fmla="*/ 215976 w 1499126"/>
                      <a:gd name="connsiteY14" fmla="*/ 50629 h 1555748"/>
                      <a:gd name="connsiteX15" fmla="*/ 62227 w 1499126"/>
                      <a:gd name="connsiteY15" fmla="*/ 188194 h 1555748"/>
                      <a:gd name="connsiteX16" fmla="*/ 70319 w 1499126"/>
                      <a:gd name="connsiteY16" fmla="*/ 333851 h 1555748"/>
                      <a:gd name="connsiteX17" fmla="*/ 167424 w 1499126"/>
                      <a:gd name="connsiteY17" fmla="*/ 358127 h 1555748"/>
                      <a:gd name="connsiteX18" fmla="*/ 256436 w 1499126"/>
                      <a:gd name="connsiteY18" fmla="*/ 244838 h 1555748"/>
                      <a:gd name="connsiteX19" fmla="*/ 280712 w 1499126"/>
                      <a:gd name="connsiteY19" fmla="*/ 204378 h 1555748"/>
                      <a:gd name="connsiteX20" fmla="*/ 337356 w 1499126"/>
                      <a:gd name="connsiteY20" fmla="*/ 220562 h 1555748"/>
                      <a:gd name="connsiteX0" fmla="*/ 337356 w 1499126"/>
                      <a:gd name="connsiteY0" fmla="*/ 220562 h 1555748"/>
                      <a:gd name="connsiteX1" fmla="*/ 175516 w 1499126"/>
                      <a:gd name="connsiteY1" fmla="*/ 422863 h 1555748"/>
                      <a:gd name="connsiteX2" fmla="*/ 5583 w 1499126"/>
                      <a:gd name="connsiteY2" fmla="*/ 309574 h 1555748"/>
                      <a:gd name="connsiteX3" fmla="*/ 86503 w 1499126"/>
                      <a:gd name="connsiteY3" fmla="*/ 66813 h 1555748"/>
                      <a:gd name="connsiteX4" fmla="*/ 515381 w 1499126"/>
                      <a:gd name="connsiteY4" fmla="*/ 18261 h 1555748"/>
                      <a:gd name="connsiteX5" fmla="*/ 848071 w 1499126"/>
                      <a:gd name="connsiteY5" fmla="*/ 332839 h 1555748"/>
                      <a:gd name="connsiteX6" fmla="*/ 1213413 w 1499126"/>
                      <a:gd name="connsiteY6" fmla="*/ 800077 h 1555748"/>
                      <a:gd name="connsiteX7" fmla="*/ 1366899 w 1499126"/>
                      <a:gd name="connsiteY7" fmla="*/ 1169542 h 1555748"/>
                      <a:gd name="connsiteX8" fmla="*/ 1499126 w 1499126"/>
                      <a:gd name="connsiteY8" fmla="*/ 1531097 h 1555748"/>
                      <a:gd name="connsiteX9" fmla="*/ 1429781 w 1499126"/>
                      <a:gd name="connsiteY9" fmla="*/ 1555748 h 1555748"/>
                      <a:gd name="connsiteX10" fmla="*/ 1233568 w 1499126"/>
                      <a:gd name="connsiteY10" fmla="*/ 953547 h 1555748"/>
                      <a:gd name="connsiteX11" fmla="*/ 949991 w 1499126"/>
                      <a:gd name="connsiteY11" fmla="*/ 528189 h 1555748"/>
                      <a:gd name="connsiteX12" fmla="*/ 680463 w 1499126"/>
                      <a:gd name="connsiteY12" fmla="*/ 221555 h 1555748"/>
                      <a:gd name="connsiteX13" fmla="*/ 466829 w 1499126"/>
                      <a:gd name="connsiteY13" fmla="*/ 50629 h 1555748"/>
                      <a:gd name="connsiteX14" fmla="*/ 215976 w 1499126"/>
                      <a:gd name="connsiteY14" fmla="*/ 50629 h 1555748"/>
                      <a:gd name="connsiteX15" fmla="*/ 62227 w 1499126"/>
                      <a:gd name="connsiteY15" fmla="*/ 188194 h 1555748"/>
                      <a:gd name="connsiteX16" fmla="*/ 70319 w 1499126"/>
                      <a:gd name="connsiteY16" fmla="*/ 333851 h 1555748"/>
                      <a:gd name="connsiteX17" fmla="*/ 167424 w 1499126"/>
                      <a:gd name="connsiteY17" fmla="*/ 358127 h 1555748"/>
                      <a:gd name="connsiteX18" fmla="*/ 256436 w 1499126"/>
                      <a:gd name="connsiteY18" fmla="*/ 244838 h 1555748"/>
                      <a:gd name="connsiteX19" fmla="*/ 280712 w 1499126"/>
                      <a:gd name="connsiteY19" fmla="*/ 204378 h 1555748"/>
                      <a:gd name="connsiteX20" fmla="*/ 337356 w 14991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0463 w 1486426"/>
                      <a:gd name="connsiteY12" fmla="*/ 221555 h 1555748"/>
                      <a:gd name="connsiteX13" fmla="*/ 466829 w 1486426"/>
                      <a:gd name="connsiteY13" fmla="*/ 50629 h 1555748"/>
                      <a:gd name="connsiteX14" fmla="*/ 215976 w 1486426"/>
                      <a:gd name="connsiteY14" fmla="*/ 50629 h 1555748"/>
                      <a:gd name="connsiteX15" fmla="*/ 62227 w 1486426"/>
                      <a:gd name="connsiteY15" fmla="*/ 188194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66829 w 1486426"/>
                      <a:gd name="connsiteY13" fmla="*/ 50629 h 1555748"/>
                      <a:gd name="connsiteX14" fmla="*/ 215976 w 1486426"/>
                      <a:gd name="connsiteY14" fmla="*/ 50629 h 1555748"/>
                      <a:gd name="connsiteX15" fmla="*/ 62227 w 1486426"/>
                      <a:gd name="connsiteY15" fmla="*/ 188194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15976 w 1486426"/>
                      <a:gd name="connsiteY14" fmla="*/ 50629 h 1555748"/>
                      <a:gd name="connsiteX15" fmla="*/ 62227 w 1486426"/>
                      <a:gd name="connsiteY15" fmla="*/ 188194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62227 w 1486426"/>
                      <a:gd name="connsiteY15" fmla="*/ 188194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62227 w 1486426"/>
                      <a:gd name="connsiteY15" fmla="*/ 188194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91861 w 1486426"/>
                      <a:gd name="connsiteY15" fmla="*/ 133160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74927 w 1486426"/>
                      <a:gd name="connsiteY15" fmla="*/ 139510 h 1555748"/>
                      <a:gd name="connsiteX16" fmla="*/ 70319 w 1486426"/>
                      <a:gd name="connsiteY16" fmla="*/ 3338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74927 w 1486426"/>
                      <a:gd name="connsiteY15" fmla="*/ 139510 h 1555748"/>
                      <a:gd name="connsiteX16" fmla="*/ 59736 w 1486426"/>
                      <a:gd name="connsiteY16" fmla="*/ 295751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74927 w 1486426"/>
                      <a:gd name="connsiteY15" fmla="*/ 139510 h 1555748"/>
                      <a:gd name="connsiteX16" fmla="*/ 57619 w 1486426"/>
                      <a:gd name="connsiteY16" fmla="*/ 304218 h 1555748"/>
                      <a:gd name="connsiteX17" fmla="*/ 167424 w 1486426"/>
                      <a:gd name="connsiteY17" fmla="*/ 358127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74927 w 1486426"/>
                      <a:gd name="connsiteY15" fmla="*/ 139510 h 1555748"/>
                      <a:gd name="connsiteX16" fmla="*/ 57619 w 1486426"/>
                      <a:gd name="connsiteY16" fmla="*/ 304218 h 1555748"/>
                      <a:gd name="connsiteX17" fmla="*/ 163191 w 1486426"/>
                      <a:gd name="connsiteY17" fmla="*/ 366593 h 1555748"/>
                      <a:gd name="connsiteX18" fmla="*/ 256436 w 1486426"/>
                      <a:gd name="connsiteY18" fmla="*/ 2448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74927 w 1486426"/>
                      <a:gd name="connsiteY15" fmla="*/ 139510 h 1555748"/>
                      <a:gd name="connsiteX16" fmla="*/ 57619 w 1486426"/>
                      <a:gd name="connsiteY16" fmla="*/ 304218 h 1555748"/>
                      <a:gd name="connsiteX17" fmla="*/ 163191 w 1486426"/>
                      <a:gd name="connsiteY17" fmla="*/ 366593 h 1555748"/>
                      <a:gd name="connsiteX18" fmla="*/ 262786 w 1486426"/>
                      <a:gd name="connsiteY18" fmla="*/ 257538 h 1555748"/>
                      <a:gd name="connsiteX19" fmla="*/ 280712 w 1486426"/>
                      <a:gd name="connsiteY19" fmla="*/ 204378 h 1555748"/>
                      <a:gd name="connsiteX20" fmla="*/ 337356 w 1486426"/>
                      <a:gd name="connsiteY20" fmla="*/ 220562 h 1555748"/>
                      <a:gd name="connsiteX0" fmla="*/ 337356 w 1486426"/>
                      <a:gd name="connsiteY0" fmla="*/ 220562 h 1555748"/>
                      <a:gd name="connsiteX1" fmla="*/ 175516 w 1486426"/>
                      <a:gd name="connsiteY1" fmla="*/ 422863 h 1555748"/>
                      <a:gd name="connsiteX2" fmla="*/ 5583 w 1486426"/>
                      <a:gd name="connsiteY2" fmla="*/ 309574 h 1555748"/>
                      <a:gd name="connsiteX3" fmla="*/ 86503 w 1486426"/>
                      <a:gd name="connsiteY3" fmla="*/ 66813 h 1555748"/>
                      <a:gd name="connsiteX4" fmla="*/ 515381 w 1486426"/>
                      <a:gd name="connsiteY4" fmla="*/ 18261 h 1555748"/>
                      <a:gd name="connsiteX5" fmla="*/ 848071 w 1486426"/>
                      <a:gd name="connsiteY5" fmla="*/ 332839 h 1555748"/>
                      <a:gd name="connsiteX6" fmla="*/ 1213413 w 1486426"/>
                      <a:gd name="connsiteY6" fmla="*/ 800077 h 1555748"/>
                      <a:gd name="connsiteX7" fmla="*/ 1366899 w 1486426"/>
                      <a:gd name="connsiteY7" fmla="*/ 1169542 h 1555748"/>
                      <a:gd name="connsiteX8" fmla="*/ 1486426 w 1486426"/>
                      <a:gd name="connsiteY8" fmla="*/ 1535330 h 1555748"/>
                      <a:gd name="connsiteX9" fmla="*/ 1429781 w 1486426"/>
                      <a:gd name="connsiteY9" fmla="*/ 1555748 h 1555748"/>
                      <a:gd name="connsiteX10" fmla="*/ 1233568 w 1486426"/>
                      <a:gd name="connsiteY10" fmla="*/ 953547 h 1555748"/>
                      <a:gd name="connsiteX11" fmla="*/ 949991 w 1486426"/>
                      <a:gd name="connsiteY11" fmla="*/ 528189 h 1555748"/>
                      <a:gd name="connsiteX12" fmla="*/ 682579 w 1486426"/>
                      <a:gd name="connsiteY12" fmla="*/ 204622 h 1555748"/>
                      <a:gd name="connsiteX13" fmla="*/ 496462 w 1486426"/>
                      <a:gd name="connsiteY13" fmla="*/ 65446 h 1555748"/>
                      <a:gd name="connsiteX14" fmla="*/ 245609 w 1486426"/>
                      <a:gd name="connsiteY14" fmla="*/ 54863 h 1555748"/>
                      <a:gd name="connsiteX15" fmla="*/ 74927 w 1486426"/>
                      <a:gd name="connsiteY15" fmla="*/ 139510 h 1555748"/>
                      <a:gd name="connsiteX16" fmla="*/ 57619 w 1486426"/>
                      <a:gd name="connsiteY16" fmla="*/ 304218 h 1555748"/>
                      <a:gd name="connsiteX17" fmla="*/ 163191 w 1486426"/>
                      <a:gd name="connsiteY17" fmla="*/ 366593 h 1555748"/>
                      <a:gd name="connsiteX18" fmla="*/ 262786 w 1486426"/>
                      <a:gd name="connsiteY18" fmla="*/ 257538 h 1555748"/>
                      <a:gd name="connsiteX19" fmla="*/ 293412 w 1486426"/>
                      <a:gd name="connsiteY19" fmla="*/ 212845 h 1555748"/>
                      <a:gd name="connsiteX20" fmla="*/ 337356 w 1486426"/>
                      <a:gd name="connsiteY20" fmla="*/ 220562 h 1555748"/>
                      <a:gd name="connsiteX0" fmla="*/ 336631 w 1485701"/>
                      <a:gd name="connsiteY0" fmla="*/ 220562 h 1555748"/>
                      <a:gd name="connsiteX1" fmla="*/ 164207 w 1485701"/>
                      <a:gd name="connsiteY1" fmla="*/ 414397 h 1555748"/>
                      <a:gd name="connsiteX2" fmla="*/ 4858 w 1485701"/>
                      <a:gd name="connsiteY2" fmla="*/ 309574 h 1555748"/>
                      <a:gd name="connsiteX3" fmla="*/ 85778 w 1485701"/>
                      <a:gd name="connsiteY3" fmla="*/ 66813 h 1555748"/>
                      <a:gd name="connsiteX4" fmla="*/ 514656 w 1485701"/>
                      <a:gd name="connsiteY4" fmla="*/ 18261 h 1555748"/>
                      <a:gd name="connsiteX5" fmla="*/ 847346 w 1485701"/>
                      <a:gd name="connsiteY5" fmla="*/ 332839 h 1555748"/>
                      <a:gd name="connsiteX6" fmla="*/ 1212688 w 1485701"/>
                      <a:gd name="connsiteY6" fmla="*/ 800077 h 1555748"/>
                      <a:gd name="connsiteX7" fmla="*/ 1366174 w 1485701"/>
                      <a:gd name="connsiteY7" fmla="*/ 1169542 h 1555748"/>
                      <a:gd name="connsiteX8" fmla="*/ 1485701 w 1485701"/>
                      <a:gd name="connsiteY8" fmla="*/ 1535330 h 1555748"/>
                      <a:gd name="connsiteX9" fmla="*/ 1429056 w 1485701"/>
                      <a:gd name="connsiteY9" fmla="*/ 1555748 h 1555748"/>
                      <a:gd name="connsiteX10" fmla="*/ 1232843 w 1485701"/>
                      <a:gd name="connsiteY10" fmla="*/ 953547 h 1555748"/>
                      <a:gd name="connsiteX11" fmla="*/ 949266 w 1485701"/>
                      <a:gd name="connsiteY11" fmla="*/ 528189 h 1555748"/>
                      <a:gd name="connsiteX12" fmla="*/ 681854 w 1485701"/>
                      <a:gd name="connsiteY12" fmla="*/ 204622 h 1555748"/>
                      <a:gd name="connsiteX13" fmla="*/ 495737 w 1485701"/>
                      <a:gd name="connsiteY13" fmla="*/ 65446 h 1555748"/>
                      <a:gd name="connsiteX14" fmla="*/ 244884 w 1485701"/>
                      <a:gd name="connsiteY14" fmla="*/ 54863 h 1555748"/>
                      <a:gd name="connsiteX15" fmla="*/ 74202 w 1485701"/>
                      <a:gd name="connsiteY15" fmla="*/ 139510 h 1555748"/>
                      <a:gd name="connsiteX16" fmla="*/ 56894 w 1485701"/>
                      <a:gd name="connsiteY16" fmla="*/ 304218 h 1555748"/>
                      <a:gd name="connsiteX17" fmla="*/ 162466 w 1485701"/>
                      <a:gd name="connsiteY17" fmla="*/ 366593 h 1555748"/>
                      <a:gd name="connsiteX18" fmla="*/ 262061 w 1485701"/>
                      <a:gd name="connsiteY18" fmla="*/ 257538 h 1555748"/>
                      <a:gd name="connsiteX19" fmla="*/ 292687 w 1485701"/>
                      <a:gd name="connsiteY19" fmla="*/ 212845 h 1555748"/>
                      <a:gd name="connsiteX20" fmla="*/ 336631 w 1485701"/>
                      <a:gd name="connsiteY20" fmla="*/ 220562 h 1555748"/>
                      <a:gd name="connsiteX0" fmla="*/ 332921 w 1481991"/>
                      <a:gd name="connsiteY0" fmla="*/ 220437 h 1555623"/>
                      <a:gd name="connsiteX1" fmla="*/ 160497 w 1481991"/>
                      <a:gd name="connsiteY1" fmla="*/ 414272 h 1555623"/>
                      <a:gd name="connsiteX2" fmla="*/ 5382 w 1481991"/>
                      <a:gd name="connsiteY2" fmla="*/ 305215 h 1555623"/>
                      <a:gd name="connsiteX3" fmla="*/ 82068 w 1481991"/>
                      <a:gd name="connsiteY3" fmla="*/ 66688 h 1555623"/>
                      <a:gd name="connsiteX4" fmla="*/ 510946 w 1481991"/>
                      <a:gd name="connsiteY4" fmla="*/ 18136 h 1555623"/>
                      <a:gd name="connsiteX5" fmla="*/ 843636 w 1481991"/>
                      <a:gd name="connsiteY5" fmla="*/ 332714 h 1555623"/>
                      <a:gd name="connsiteX6" fmla="*/ 1208978 w 1481991"/>
                      <a:gd name="connsiteY6" fmla="*/ 799952 h 1555623"/>
                      <a:gd name="connsiteX7" fmla="*/ 1362464 w 1481991"/>
                      <a:gd name="connsiteY7" fmla="*/ 1169417 h 1555623"/>
                      <a:gd name="connsiteX8" fmla="*/ 1481991 w 1481991"/>
                      <a:gd name="connsiteY8" fmla="*/ 1535205 h 1555623"/>
                      <a:gd name="connsiteX9" fmla="*/ 1425346 w 1481991"/>
                      <a:gd name="connsiteY9" fmla="*/ 1555623 h 1555623"/>
                      <a:gd name="connsiteX10" fmla="*/ 1229133 w 1481991"/>
                      <a:gd name="connsiteY10" fmla="*/ 953422 h 1555623"/>
                      <a:gd name="connsiteX11" fmla="*/ 945556 w 1481991"/>
                      <a:gd name="connsiteY11" fmla="*/ 528064 h 1555623"/>
                      <a:gd name="connsiteX12" fmla="*/ 678144 w 1481991"/>
                      <a:gd name="connsiteY12" fmla="*/ 204497 h 1555623"/>
                      <a:gd name="connsiteX13" fmla="*/ 492027 w 1481991"/>
                      <a:gd name="connsiteY13" fmla="*/ 65321 h 1555623"/>
                      <a:gd name="connsiteX14" fmla="*/ 241174 w 1481991"/>
                      <a:gd name="connsiteY14" fmla="*/ 54738 h 1555623"/>
                      <a:gd name="connsiteX15" fmla="*/ 70492 w 1481991"/>
                      <a:gd name="connsiteY15" fmla="*/ 139385 h 1555623"/>
                      <a:gd name="connsiteX16" fmla="*/ 53184 w 1481991"/>
                      <a:gd name="connsiteY16" fmla="*/ 304093 h 1555623"/>
                      <a:gd name="connsiteX17" fmla="*/ 158756 w 1481991"/>
                      <a:gd name="connsiteY17" fmla="*/ 366468 h 1555623"/>
                      <a:gd name="connsiteX18" fmla="*/ 258351 w 1481991"/>
                      <a:gd name="connsiteY18" fmla="*/ 257413 h 1555623"/>
                      <a:gd name="connsiteX19" fmla="*/ 288977 w 1481991"/>
                      <a:gd name="connsiteY19" fmla="*/ 212720 h 1555623"/>
                      <a:gd name="connsiteX20" fmla="*/ 332921 w 1481991"/>
                      <a:gd name="connsiteY20" fmla="*/ 220437 h 1555623"/>
                      <a:gd name="connsiteX0" fmla="*/ 332921 w 1481991"/>
                      <a:gd name="connsiteY0" fmla="*/ 220437 h 1555623"/>
                      <a:gd name="connsiteX1" fmla="*/ 160497 w 1481991"/>
                      <a:gd name="connsiteY1" fmla="*/ 414272 h 1555623"/>
                      <a:gd name="connsiteX2" fmla="*/ 5382 w 1481991"/>
                      <a:gd name="connsiteY2" fmla="*/ 305215 h 1555623"/>
                      <a:gd name="connsiteX3" fmla="*/ 82068 w 1481991"/>
                      <a:gd name="connsiteY3" fmla="*/ 66688 h 1555623"/>
                      <a:gd name="connsiteX4" fmla="*/ 510946 w 1481991"/>
                      <a:gd name="connsiteY4" fmla="*/ 18136 h 1555623"/>
                      <a:gd name="connsiteX5" fmla="*/ 843636 w 1481991"/>
                      <a:gd name="connsiteY5" fmla="*/ 332714 h 1555623"/>
                      <a:gd name="connsiteX6" fmla="*/ 1208978 w 1481991"/>
                      <a:gd name="connsiteY6" fmla="*/ 799952 h 1555623"/>
                      <a:gd name="connsiteX7" fmla="*/ 1362464 w 1481991"/>
                      <a:gd name="connsiteY7" fmla="*/ 1169417 h 1555623"/>
                      <a:gd name="connsiteX8" fmla="*/ 1481991 w 1481991"/>
                      <a:gd name="connsiteY8" fmla="*/ 1535205 h 1555623"/>
                      <a:gd name="connsiteX9" fmla="*/ 1425346 w 1481991"/>
                      <a:gd name="connsiteY9" fmla="*/ 1555623 h 1555623"/>
                      <a:gd name="connsiteX10" fmla="*/ 1229133 w 1481991"/>
                      <a:gd name="connsiteY10" fmla="*/ 953422 h 1555623"/>
                      <a:gd name="connsiteX11" fmla="*/ 945556 w 1481991"/>
                      <a:gd name="connsiteY11" fmla="*/ 528064 h 1555623"/>
                      <a:gd name="connsiteX12" fmla="*/ 678144 w 1481991"/>
                      <a:gd name="connsiteY12" fmla="*/ 204497 h 1555623"/>
                      <a:gd name="connsiteX13" fmla="*/ 492027 w 1481991"/>
                      <a:gd name="connsiteY13" fmla="*/ 65321 h 1555623"/>
                      <a:gd name="connsiteX14" fmla="*/ 241174 w 1481991"/>
                      <a:gd name="connsiteY14" fmla="*/ 54738 h 1555623"/>
                      <a:gd name="connsiteX15" fmla="*/ 70492 w 1481991"/>
                      <a:gd name="connsiteY15" fmla="*/ 139385 h 1555623"/>
                      <a:gd name="connsiteX16" fmla="*/ 53184 w 1481991"/>
                      <a:gd name="connsiteY16" fmla="*/ 304093 h 1555623"/>
                      <a:gd name="connsiteX17" fmla="*/ 158756 w 1481991"/>
                      <a:gd name="connsiteY17" fmla="*/ 366468 h 1555623"/>
                      <a:gd name="connsiteX18" fmla="*/ 258351 w 1481991"/>
                      <a:gd name="connsiteY18" fmla="*/ 257413 h 1555623"/>
                      <a:gd name="connsiteX19" fmla="*/ 236060 w 1481991"/>
                      <a:gd name="connsiteY19" fmla="*/ 212720 h 1555623"/>
                      <a:gd name="connsiteX20" fmla="*/ 332921 w 1481991"/>
                      <a:gd name="connsiteY20" fmla="*/ 220437 h 1555623"/>
                      <a:gd name="connsiteX0" fmla="*/ 311754 w 1481991"/>
                      <a:gd name="connsiteY0" fmla="*/ 233137 h 1555623"/>
                      <a:gd name="connsiteX1" fmla="*/ 160497 w 1481991"/>
                      <a:gd name="connsiteY1" fmla="*/ 414272 h 1555623"/>
                      <a:gd name="connsiteX2" fmla="*/ 5382 w 1481991"/>
                      <a:gd name="connsiteY2" fmla="*/ 305215 h 1555623"/>
                      <a:gd name="connsiteX3" fmla="*/ 82068 w 1481991"/>
                      <a:gd name="connsiteY3" fmla="*/ 66688 h 1555623"/>
                      <a:gd name="connsiteX4" fmla="*/ 510946 w 1481991"/>
                      <a:gd name="connsiteY4" fmla="*/ 18136 h 1555623"/>
                      <a:gd name="connsiteX5" fmla="*/ 843636 w 1481991"/>
                      <a:gd name="connsiteY5" fmla="*/ 332714 h 1555623"/>
                      <a:gd name="connsiteX6" fmla="*/ 1208978 w 1481991"/>
                      <a:gd name="connsiteY6" fmla="*/ 799952 h 1555623"/>
                      <a:gd name="connsiteX7" fmla="*/ 1362464 w 1481991"/>
                      <a:gd name="connsiteY7" fmla="*/ 1169417 h 1555623"/>
                      <a:gd name="connsiteX8" fmla="*/ 1481991 w 1481991"/>
                      <a:gd name="connsiteY8" fmla="*/ 1535205 h 1555623"/>
                      <a:gd name="connsiteX9" fmla="*/ 1425346 w 1481991"/>
                      <a:gd name="connsiteY9" fmla="*/ 1555623 h 1555623"/>
                      <a:gd name="connsiteX10" fmla="*/ 1229133 w 1481991"/>
                      <a:gd name="connsiteY10" fmla="*/ 953422 h 1555623"/>
                      <a:gd name="connsiteX11" fmla="*/ 945556 w 1481991"/>
                      <a:gd name="connsiteY11" fmla="*/ 528064 h 1555623"/>
                      <a:gd name="connsiteX12" fmla="*/ 678144 w 1481991"/>
                      <a:gd name="connsiteY12" fmla="*/ 204497 h 1555623"/>
                      <a:gd name="connsiteX13" fmla="*/ 492027 w 1481991"/>
                      <a:gd name="connsiteY13" fmla="*/ 65321 h 1555623"/>
                      <a:gd name="connsiteX14" fmla="*/ 241174 w 1481991"/>
                      <a:gd name="connsiteY14" fmla="*/ 54738 h 1555623"/>
                      <a:gd name="connsiteX15" fmla="*/ 70492 w 1481991"/>
                      <a:gd name="connsiteY15" fmla="*/ 139385 h 1555623"/>
                      <a:gd name="connsiteX16" fmla="*/ 53184 w 1481991"/>
                      <a:gd name="connsiteY16" fmla="*/ 304093 h 1555623"/>
                      <a:gd name="connsiteX17" fmla="*/ 158756 w 1481991"/>
                      <a:gd name="connsiteY17" fmla="*/ 366468 h 1555623"/>
                      <a:gd name="connsiteX18" fmla="*/ 258351 w 1481991"/>
                      <a:gd name="connsiteY18" fmla="*/ 257413 h 1555623"/>
                      <a:gd name="connsiteX19" fmla="*/ 236060 w 1481991"/>
                      <a:gd name="connsiteY19" fmla="*/ 212720 h 1555623"/>
                      <a:gd name="connsiteX20" fmla="*/ 311754 w 1481991"/>
                      <a:gd name="connsiteY20" fmla="*/ 233137 h 1555623"/>
                      <a:gd name="connsiteX0" fmla="*/ 311754 w 1481991"/>
                      <a:gd name="connsiteY0" fmla="*/ 233137 h 1555623"/>
                      <a:gd name="connsiteX1" fmla="*/ 286953 w 1481991"/>
                      <a:gd name="connsiteY1" fmla="*/ 309431 h 1555623"/>
                      <a:gd name="connsiteX2" fmla="*/ 160497 w 1481991"/>
                      <a:gd name="connsiteY2" fmla="*/ 414272 h 1555623"/>
                      <a:gd name="connsiteX3" fmla="*/ 5382 w 1481991"/>
                      <a:gd name="connsiteY3" fmla="*/ 305215 h 1555623"/>
                      <a:gd name="connsiteX4" fmla="*/ 82068 w 1481991"/>
                      <a:gd name="connsiteY4" fmla="*/ 66688 h 1555623"/>
                      <a:gd name="connsiteX5" fmla="*/ 510946 w 1481991"/>
                      <a:gd name="connsiteY5" fmla="*/ 18136 h 1555623"/>
                      <a:gd name="connsiteX6" fmla="*/ 843636 w 1481991"/>
                      <a:gd name="connsiteY6" fmla="*/ 332714 h 1555623"/>
                      <a:gd name="connsiteX7" fmla="*/ 1208978 w 1481991"/>
                      <a:gd name="connsiteY7" fmla="*/ 799952 h 1555623"/>
                      <a:gd name="connsiteX8" fmla="*/ 1362464 w 1481991"/>
                      <a:gd name="connsiteY8" fmla="*/ 1169417 h 1555623"/>
                      <a:gd name="connsiteX9" fmla="*/ 1481991 w 1481991"/>
                      <a:gd name="connsiteY9" fmla="*/ 1535205 h 1555623"/>
                      <a:gd name="connsiteX10" fmla="*/ 1425346 w 1481991"/>
                      <a:gd name="connsiteY10" fmla="*/ 1555623 h 1555623"/>
                      <a:gd name="connsiteX11" fmla="*/ 1229133 w 1481991"/>
                      <a:gd name="connsiteY11" fmla="*/ 953422 h 1555623"/>
                      <a:gd name="connsiteX12" fmla="*/ 945556 w 1481991"/>
                      <a:gd name="connsiteY12" fmla="*/ 528064 h 1555623"/>
                      <a:gd name="connsiteX13" fmla="*/ 678144 w 1481991"/>
                      <a:gd name="connsiteY13" fmla="*/ 204497 h 1555623"/>
                      <a:gd name="connsiteX14" fmla="*/ 492027 w 1481991"/>
                      <a:gd name="connsiteY14" fmla="*/ 65321 h 1555623"/>
                      <a:gd name="connsiteX15" fmla="*/ 241174 w 1481991"/>
                      <a:gd name="connsiteY15" fmla="*/ 54738 h 1555623"/>
                      <a:gd name="connsiteX16" fmla="*/ 70492 w 1481991"/>
                      <a:gd name="connsiteY16" fmla="*/ 139385 h 1555623"/>
                      <a:gd name="connsiteX17" fmla="*/ 53184 w 1481991"/>
                      <a:gd name="connsiteY17" fmla="*/ 304093 h 1555623"/>
                      <a:gd name="connsiteX18" fmla="*/ 158756 w 1481991"/>
                      <a:gd name="connsiteY18" fmla="*/ 366468 h 1555623"/>
                      <a:gd name="connsiteX19" fmla="*/ 258351 w 1481991"/>
                      <a:gd name="connsiteY19" fmla="*/ 257413 h 1555623"/>
                      <a:gd name="connsiteX20" fmla="*/ 236060 w 1481991"/>
                      <a:gd name="connsiteY20" fmla="*/ 212720 h 1555623"/>
                      <a:gd name="connsiteX21" fmla="*/ 311754 w 1481991"/>
                      <a:gd name="connsiteY21" fmla="*/ 233137 h 1555623"/>
                      <a:gd name="connsiteX0" fmla="*/ 288471 w 1481991"/>
                      <a:gd name="connsiteY0" fmla="*/ 214087 h 1555623"/>
                      <a:gd name="connsiteX1" fmla="*/ 286953 w 1481991"/>
                      <a:gd name="connsiteY1" fmla="*/ 309431 h 1555623"/>
                      <a:gd name="connsiteX2" fmla="*/ 160497 w 1481991"/>
                      <a:gd name="connsiteY2" fmla="*/ 414272 h 1555623"/>
                      <a:gd name="connsiteX3" fmla="*/ 5382 w 1481991"/>
                      <a:gd name="connsiteY3" fmla="*/ 305215 h 1555623"/>
                      <a:gd name="connsiteX4" fmla="*/ 82068 w 1481991"/>
                      <a:gd name="connsiteY4" fmla="*/ 66688 h 1555623"/>
                      <a:gd name="connsiteX5" fmla="*/ 510946 w 1481991"/>
                      <a:gd name="connsiteY5" fmla="*/ 18136 h 1555623"/>
                      <a:gd name="connsiteX6" fmla="*/ 843636 w 1481991"/>
                      <a:gd name="connsiteY6" fmla="*/ 332714 h 1555623"/>
                      <a:gd name="connsiteX7" fmla="*/ 1208978 w 1481991"/>
                      <a:gd name="connsiteY7" fmla="*/ 799952 h 1555623"/>
                      <a:gd name="connsiteX8" fmla="*/ 1362464 w 1481991"/>
                      <a:gd name="connsiteY8" fmla="*/ 1169417 h 1555623"/>
                      <a:gd name="connsiteX9" fmla="*/ 1481991 w 1481991"/>
                      <a:gd name="connsiteY9" fmla="*/ 1535205 h 1555623"/>
                      <a:gd name="connsiteX10" fmla="*/ 1425346 w 1481991"/>
                      <a:gd name="connsiteY10" fmla="*/ 1555623 h 1555623"/>
                      <a:gd name="connsiteX11" fmla="*/ 1229133 w 1481991"/>
                      <a:gd name="connsiteY11" fmla="*/ 953422 h 1555623"/>
                      <a:gd name="connsiteX12" fmla="*/ 945556 w 1481991"/>
                      <a:gd name="connsiteY12" fmla="*/ 528064 h 1555623"/>
                      <a:gd name="connsiteX13" fmla="*/ 678144 w 1481991"/>
                      <a:gd name="connsiteY13" fmla="*/ 204497 h 1555623"/>
                      <a:gd name="connsiteX14" fmla="*/ 492027 w 1481991"/>
                      <a:gd name="connsiteY14" fmla="*/ 65321 h 1555623"/>
                      <a:gd name="connsiteX15" fmla="*/ 241174 w 1481991"/>
                      <a:gd name="connsiteY15" fmla="*/ 54738 h 1555623"/>
                      <a:gd name="connsiteX16" fmla="*/ 70492 w 1481991"/>
                      <a:gd name="connsiteY16" fmla="*/ 139385 h 1555623"/>
                      <a:gd name="connsiteX17" fmla="*/ 53184 w 1481991"/>
                      <a:gd name="connsiteY17" fmla="*/ 304093 h 1555623"/>
                      <a:gd name="connsiteX18" fmla="*/ 158756 w 1481991"/>
                      <a:gd name="connsiteY18" fmla="*/ 366468 h 1555623"/>
                      <a:gd name="connsiteX19" fmla="*/ 258351 w 1481991"/>
                      <a:gd name="connsiteY19" fmla="*/ 257413 h 1555623"/>
                      <a:gd name="connsiteX20" fmla="*/ 236060 w 1481991"/>
                      <a:gd name="connsiteY20" fmla="*/ 212720 h 1555623"/>
                      <a:gd name="connsiteX21" fmla="*/ 288471 w 1481991"/>
                      <a:gd name="connsiteY21" fmla="*/ 214087 h 1555623"/>
                      <a:gd name="connsiteX0" fmla="*/ 288471 w 1481991"/>
                      <a:gd name="connsiteY0" fmla="*/ 214087 h 1555623"/>
                      <a:gd name="connsiteX1" fmla="*/ 286953 w 1481991"/>
                      <a:gd name="connsiteY1" fmla="*/ 309431 h 1555623"/>
                      <a:gd name="connsiteX2" fmla="*/ 160497 w 1481991"/>
                      <a:gd name="connsiteY2" fmla="*/ 414272 h 1555623"/>
                      <a:gd name="connsiteX3" fmla="*/ 5382 w 1481991"/>
                      <a:gd name="connsiteY3" fmla="*/ 305215 h 1555623"/>
                      <a:gd name="connsiteX4" fmla="*/ 82068 w 1481991"/>
                      <a:gd name="connsiteY4" fmla="*/ 66688 h 1555623"/>
                      <a:gd name="connsiteX5" fmla="*/ 510946 w 1481991"/>
                      <a:gd name="connsiteY5" fmla="*/ 18136 h 1555623"/>
                      <a:gd name="connsiteX6" fmla="*/ 843636 w 1481991"/>
                      <a:gd name="connsiteY6" fmla="*/ 332714 h 1555623"/>
                      <a:gd name="connsiteX7" fmla="*/ 1208978 w 1481991"/>
                      <a:gd name="connsiteY7" fmla="*/ 799952 h 1555623"/>
                      <a:gd name="connsiteX8" fmla="*/ 1362464 w 1481991"/>
                      <a:gd name="connsiteY8" fmla="*/ 1169417 h 1555623"/>
                      <a:gd name="connsiteX9" fmla="*/ 1481991 w 1481991"/>
                      <a:gd name="connsiteY9" fmla="*/ 1535205 h 1555623"/>
                      <a:gd name="connsiteX10" fmla="*/ 1425346 w 1481991"/>
                      <a:gd name="connsiteY10" fmla="*/ 1555623 h 1555623"/>
                      <a:gd name="connsiteX11" fmla="*/ 1229133 w 1481991"/>
                      <a:gd name="connsiteY11" fmla="*/ 953422 h 1555623"/>
                      <a:gd name="connsiteX12" fmla="*/ 945556 w 1481991"/>
                      <a:gd name="connsiteY12" fmla="*/ 528064 h 1555623"/>
                      <a:gd name="connsiteX13" fmla="*/ 678144 w 1481991"/>
                      <a:gd name="connsiteY13" fmla="*/ 204497 h 1555623"/>
                      <a:gd name="connsiteX14" fmla="*/ 492027 w 1481991"/>
                      <a:gd name="connsiteY14" fmla="*/ 65321 h 1555623"/>
                      <a:gd name="connsiteX15" fmla="*/ 241174 w 1481991"/>
                      <a:gd name="connsiteY15" fmla="*/ 54738 h 1555623"/>
                      <a:gd name="connsiteX16" fmla="*/ 70492 w 1481991"/>
                      <a:gd name="connsiteY16" fmla="*/ 139385 h 1555623"/>
                      <a:gd name="connsiteX17" fmla="*/ 53184 w 1481991"/>
                      <a:gd name="connsiteY17" fmla="*/ 304093 h 1555623"/>
                      <a:gd name="connsiteX18" fmla="*/ 158756 w 1481991"/>
                      <a:gd name="connsiteY18" fmla="*/ 366468 h 1555623"/>
                      <a:gd name="connsiteX19" fmla="*/ 247768 w 1481991"/>
                      <a:gd name="connsiteY19" fmla="*/ 263763 h 1555623"/>
                      <a:gd name="connsiteX20" fmla="*/ 236060 w 1481991"/>
                      <a:gd name="connsiteY20" fmla="*/ 212720 h 1555623"/>
                      <a:gd name="connsiteX21" fmla="*/ 288471 w 1481991"/>
                      <a:gd name="connsiteY21" fmla="*/ 214087 h 1555623"/>
                      <a:gd name="connsiteX0" fmla="*/ 288471 w 1481991"/>
                      <a:gd name="connsiteY0" fmla="*/ 214087 h 1555623"/>
                      <a:gd name="connsiteX1" fmla="*/ 286953 w 1481991"/>
                      <a:gd name="connsiteY1" fmla="*/ 309431 h 1555623"/>
                      <a:gd name="connsiteX2" fmla="*/ 160497 w 1481991"/>
                      <a:gd name="connsiteY2" fmla="*/ 414272 h 1555623"/>
                      <a:gd name="connsiteX3" fmla="*/ 5382 w 1481991"/>
                      <a:gd name="connsiteY3" fmla="*/ 305215 h 1555623"/>
                      <a:gd name="connsiteX4" fmla="*/ 82068 w 1481991"/>
                      <a:gd name="connsiteY4" fmla="*/ 66688 h 1555623"/>
                      <a:gd name="connsiteX5" fmla="*/ 510946 w 1481991"/>
                      <a:gd name="connsiteY5" fmla="*/ 18136 h 1555623"/>
                      <a:gd name="connsiteX6" fmla="*/ 843636 w 1481991"/>
                      <a:gd name="connsiteY6" fmla="*/ 332714 h 1555623"/>
                      <a:gd name="connsiteX7" fmla="*/ 1208978 w 1481991"/>
                      <a:gd name="connsiteY7" fmla="*/ 799952 h 1555623"/>
                      <a:gd name="connsiteX8" fmla="*/ 1362464 w 1481991"/>
                      <a:gd name="connsiteY8" fmla="*/ 1169417 h 1555623"/>
                      <a:gd name="connsiteX9" fmla="*/ 1481991 w 1481991"/>
                      <a:gd name="connsiteY9" fmla="*/ 1535205 h 1555623"/>
                      <a:gd name="connsiteX10" fmla="*/ 1425346 w 1481991"/>
                      <a:gd name="connsiteY10" fmla="*/ 1555623 h 1555623"/>
                      <a:gd name="connsiteX11" fmla="*/ 1229133 w 1481991"/>
                      <a:gd name="connsiteY11" fmla="*/ 953422 h 1555623"/>
                      <a:gd name="connsiteX12" fmla="*/ 945556 w 1481991"/>
                      <a:gd name="connsiteY12" fmla="*/ 528064 h 1555623"/>
                      <a:gd name="connsiteX13" fmla="*/ 678144 w 1481991"/>
                      <a:gd name="connsiteY13" fmla="*/ 204497 h 1555623"/>
                      <a:gd name="connsiteX14" fmla="*/ 492027 w 1481991"/>
                      <a:gd name="connsiteY14" fmla="*/ 65321 h 1555623"/>
                      <a:gd name="connsiteX15" fmla="*/ 241174 w 1481991"/>
                      <a:gd name="connsiteY15" fmla="*/ 54738 h 1555623"/>
                      <a:gd name="connsiteX16" fmla="*/ 70492 w 1481991"/>
                      <a:gd name="connsiteY16" fmla="*/ 139385 h 1555623"/>
                      <a:gd name="connsiteX17" fmla="*/ 53184 w 1481991"/>
                      <a:gd name="connsiteY17" fmla="*/ 304093 h 1555623"/>
                      <a:gd name="connsiteX18" fmla="*/ 158756 w 1481991"/>
                      <a:gd name="connsiteY18" fmla="*/ 366468 h 1555623"/>
                      <a:gd name="connsiteX19" fmla="*/ 247768 w 1481991"/>
                      <a:gd name="connsiteY19" fmla="*/ 287046 h 1555623"/>
                      <a:gd name="connsiteX20" fmla="*/ 236060 w 1481991"/>
                      <a:gd name="connsiteY20" fmla="*/ 212720 h 1555623"/>
                      <a:gd name="connsiteX21" fmla="*/ 288471 w 1481991"/>
                      <a:gd name="connsiteY21" fmla="*/ 214087 h 1555623"/>
                      <a:gd name="connsiteX0" fmla="*/ 288471 w 1481991"/>
                      <a:gd name="connsiteY0" fmla="*/ 214087 h 1555623"/>
                      <a:gd name="connsiteX1" fmla="*/ 286953 w 1481991"/>
                      <a:gd name="connsiteY1" fmla="*/ 309431 h 1555623"/>
                      <a:gd name="connsiteX2" fmla="*/ 160497 w 1481991"/>
                      <a:gd name="connsiteY2" fmla="*/ 414272 h 1555623"/>
                      <a:gd name="connsiteX3" fmla="*/ 5382 w 1481991"/>
                      <a:gd name="connsiteY3" fmla="*/ 305215 h 1555623"/>
                      <a:gd name="connsiteX4" fmla="*/ 82068 w 1481991"/>
                      <a:gd name="connsiteY4" fmla="*/ 66688 h 1555623"/>
                      <a:gd name="connsiteX5" fmla="*/ 510946 w 1481991"/>
                      <a:gd name="connsiteY5" fmla="*/ 18136 h 1555623"/>
                      <a:gd name="connsiteX6" fmla="*/ 843636 w 1481991"/>
                      <a:gd name="connsiteY6" fmla="*/ 332714 h 1555623"/>
                      <a:gd name="connsiteX7" fmla="*/ 1208978 w 1481991"/>
                      <a:gd name="connsiteY7" fmla="*/ 799952 h 1555623"/>
                      <a:gd name="connsiteX8" fmla="*/ 1362464 w 1481991"/>
                      <a:gd name="connsiteY8" fmla="*/ 1169417 h 1555623"/>
                      <a:gd name="connsiteX9" fmla="*/ 1481991 w 1481991"/>
                      <a:gd name="connsiteY9" fmla="*/ 1535205 h 1555623"/>
                      <a:gd name="connsiteX10" fmla="*/ 1425346 w 1481991"/>
                      <a:gd name="connsiteY10" fmla="*/ 1555623 h 1555623"/>
                      <a:gd name="connsiteX11" fmla="*/ 1229133 w 1481991"/>
                      <a:gd name="connsiteY11" fmla="*/ 953422 h 1555623"/>
                      <a:gd name="connsiteX12" fmla="*/ 945556 w 1481991"/>
                      <a:gd name="connsiteY12" fmla="*/ 528064 h 1555623"/>
                      <a:gd name="connsiteX13" fmla="*/ 678144 w 1481991"/>
                      <a:gd name="connsiteY13" fmla="*/ 204497 h 1555623"/>
                      <a:gd name="connsiteX14" fmla="*/ 436994 w 1481991"/>
                      <a:gd name="connsiteY14" fmla="*/ 120354 h 1555623"/>
                      <a:gd name="connsiteX15" fmla="*/ 241174 w 1481991"/>
                      <a:gd name="connsiteY15" fmla="*/ 54738 h 1555623"/>
                      <a:gd name="connsiteX16" fmla="*/ 70492 w 1481991"/>
                      <a:gd name="connsiteY16" fmla="*/ 139385 h 1555623"/>
                      <a:gd name="connsiteX17" fmla="*/ 53184 w 1481991"/>
                      <a:gd name="connsiteY17" fmla="*/ 304093 h 1555623"/>
                      <a:gd name="connsiteX18" fmla="*/ 158756 w 1481991"/>
                      <a:gd name="connsiteY18" fmla="*/ 366468 h 1555623"/>
                      <a:gd name="connsiteX19" fmla="*/ 247768 w 1481991"/>
                      <a:gd name="connsiteY19" fmla="*/ 287046 h 1555623"/>
                      <a:gd name="connsiteX20" fmla="*/ 236060 w 1481991"/>
                      <a:gd name="connsiteY20" fmla="*/ 212720 h 1555623"/>
                      <a:gd name="connsiteX21" fmla="*/ 288471 w 1481991"/>
                      <a:gd name="connsiteY21" fmla="*/ 214087 h 1555623"/>
                      <a:gd name="connsiteX0" fmla="*/ 288471 w 1481991"/>
                      <a:gd name="connsiteY0" fmla="*/ 214087 h 1555623"/>
                      <a:gd name="connsiteX1" fmla="*/ 286953 w 1481991"/>
                      <a:gd name="connsiteY1" fmla="*/ 309431 h 1555623"/>
                      <a:gd name="connsiteX2" fmla="*/ 160497 w 1481991"/>
                      <a:gd name="connsiteY2" fmla="*/ 414272 h 1555623"/>
                      <a:gd name="connsiteX3" fmla="*/ 5382 w 1481991"/>
                      <a:gd name="connsiteY3" fmla="*/ 305215 h 1555623"/>
                      <a:gd name="connsiteX4" fmla="*/ 82068 w 1481991"/>
                      <a:gd name="connsiteY4" fmla="*/ 66688 h 1555623"/>
                      <a:gd name="connsiteX5" fmla="*/ 510946 w 1481991"/>
                      <a:gd name="connsiteY5" fmla="*/ 18136 h 1555623"/>
                      <a:gd name="connsiteX6" fmla="*/ 843636 w 1481991"/>
                      <a:gd name="connsiteY6" fmla="*/ 332714 h 1555623"/>
                      <a:gd name="connsiteX7" fmla="*/ 1208978 w 1481991"/>
                      <a:gd name="connsiteY7" fmla="*/ 799952 h 1555623"/>
                      <a:gd name="connsiteX8" fmla="*/ 1362464 w 1481991"/>
                      <a:gd name="connsiteY8" fmla="*/ 1169417 h 1555623"/>
                      <a:gd name="connsiteX9" fmla="*/ 1481991 w 1481991"/>
                      <a:gd name="connsiteY9" fmla="*/ 1535205 h 1555623"/>
                      <a:gd name="connsiteX10" fmla="*/ 1425346 w 1481991"/>
                      <a:gd name="connsiteY10" fmla="*/ 1555623 h 1555623"/>
                      <a:gd name="connsiteX11" fmla="*/ 1229133 w 1481991"/>
                      <a:gd name="connsiteY11" fmla="*/ 953422 h 1555623"/>
                      <a:gd name="connsiteX12" fmla="*/ 945556 w 1481991"/>
                      <a:gd name="connsiteY12" fmla="*/ 528064 h 1555623"/>
                      <a:gd name="connsiteX13" fmla="*/ 436994 w 1481991"/>
                      <a:gd name="connsiteY13" fmla="*/ 120354 h 1555623"/>
                      <a:gd name="connsiteX14" fmla="*/ 241174 w 1481991"/>
                      <a:gd name="connsiteY14" fmla="*/ 54738 h 1555623"/>
                      <a:gd name="connsiteX15" fmla="*/ 70492 w 1481991"/>
                      <a:gd name="connsiteY15" fmla="*/ 139385 h 1555623"/>
                      <a:gd name="connsiteX16" fmla="*/ 53184 w 1481991"/>
                      <a:gd name="connsiteY16" fmla="*/ 304093 h 1555623"/>
                      <a:gd name="connsiteX17" fmla="*/ 158756 w 1481991"/>
                      <a:gd name="connsiteY17" fmla="*/ 366468 h 1555623"/>
                      <a:gd name="connsiteX18" fmla="*/ 247768 w 1481991"/>
                      <a:gd name="connsiteY18" fmla="*/ 287046 h 1555623"/>
                      <a:gd name="connsiteX19" fmla="*/ 236060 w 1481991"/>
                      <a:gd name="connsiteY19" fmla="*/ 212720 h 1555623"/>
                      <a:gd name="connsiteX20" fmla="*/ 288471 w 1481991"/>
                      <a:gd name="connsiteY20" fmla="*/ 214087 h 1555623"/>
                      <a:gd name="connsiteX0" fmla="*/ 288471 w 1481991"/>
                      <a:gd name="connsiteY0" fmla="*/ 196204 h 1537740"/>
                      <a:gd name="connsiteX1" fmla="*/ 286953 w 1481991"/>
                      <a:gd name="connsiteY1" fmla="*/ 291548 h 1537740"/>
                      <a:gd name="connsiteX2" fmla="*/ 160497 w 1481991"/>
                      <a:gd name="connsiteY2" fmla="*/ 396389 h 1537740"/>
                      <a:gd name="connsiteX3" fmla="*/ 5382 w 1481991"/>
                      <a:gd name="connsiteY3" fmla="*/ 287332 h 1537740"/>
                      <a:gd name="connsiteX4" fmla="*/ 82068 w 1481991"/>
                      <a:gd name="connsiteY4" fmla="*/ 48805 h 1537740"/>
                      <a:gd name="connsiteX5" fmla="*/ 510946 w 1481991"/>
                      <a:gd name="connsiteY5" fmla="*/ 253 h 1537740"/>
                      <a:gd name="connsiteX6" fmla="*/ 496503 w 1481991"/>
                      <a:gd name="connsiteY6" fmla="*/ 56598 h 1537740"/>
                      <a:gd name="connsiteX7" fmla="*/ 843636 w 1481991"/>
                      <a:gd name="connsiteY7" fmla="*/ 314831 h 1537740"/>
                      <a:gd name="connsiteX8" fmla="*/ 1208978 w 1481991"/>
                      <a:gd name="connsiteY8" fmla="*/ 782069 h 1537740"/>
                      <a:gd name="connsiteX9" fmla="*/ 1362464 w 1481991"/>
                      <a:gd name="connsiteY9" fmla="*/ 1151534 h 1537740"/>
                      <a:gd name="connsiteX10" fmla="*/ 1481991 w 1481991"/>
                      <a:gd name="connsiteY10" fmla="*/ 1517322 h 1537740"/>
                      <a:gd name="connsiteX11" fmla="*/ 1425346 w 1481991"/>
                      <a:gd name="connsiteY11" fmla="*/ 1537740 h 1537740"/>
                      <a:gd name="connsiteX12" fmla="*/ 1229133 w 1481991"/>
                      <a:gd name="connsiteY12" fmla="*/ 935539 h 1537740"/>
                      <a:gd name="connsiteX13" fmla="*/ 945556 w 1481991"/>
                      <a:gd name="connsiteY13" fmla="*/ 510181 h 1537740"/>
                      <a:gd name="connsiteX14" fmla="*/ 436994 w 1481991"/>
                      <a:gd name="connsiteY14" fmla="*/ 102471 h 1537740"/>
                      <a:gd name="connsiteX15" fmla="*/ 241174 w 1481991"/>
                      <a:gd name="connsiteY15" fmla="*/ 36855 h 1537740"/>
                      <a:gd name="connsiteX16" fmla="*/ 70492 w 1481991"/>
                      <a:gd name="connsiteY16" fmla="*/ 121502 h 1537740"/>
                      <a:gd name="connsiteX17" fmla="*/ 53184 w 1481991"/>
                      <a:gd name="connsiteY17" fmla="*/ 286210 h 1537740"/>
                      <a:gd name="connsiteX18" fmla="*/ 158756 w 1481991"/>
                      <a:gd name="connsiteY18" fmla="*/ 348585 h 1537740"/>
                      <a:gd name="connsiteX19" fmla="*/ 247768 w 1481991"/>
                      <a:gd name="connsiteY19" fmla="*/ 269163 h 1537740"/>
                      <a:gd name="connsiteX20" fmla="*/ 236060 w 1481991"/>
                      <a:gd name="connsiteY20" fmla="*/ 194837 h 1537740"/>
                      <a:gd name="connsiteX21" fmla="*/ 288471 w 1481991"/>
                      <a:gd name="connsiteY21" fmla="*/ 196204 h 1537740"/>
                      <a:gd name="connsiteX0" fmla="*/ 288144 w 1481664"/>
                      <a:gd name="connsiteY0" fmla="*/ 174657 h 1516193"/>
                      <a:gd name="connsiteX1" fmla="*/ 286626 w 1481664"/>
                      <a:gd name="connsiteY1" fmla="*/ 270001 h 1516193"/>
                      <a:gd name="connsiteX2" fmla="*/ 160170 w 1481664"/>
                      <a:gd name="connsiteY2" fmla="*/ 374842 h 1516193"/>
                      <a:gd name="connsiteX3" fmla="*/ 5055 w 1481664"/>
                      <a:gd name="connsiteY3" fmla="*/ 265785 h 1516193"/>
                      <a:gd name="connsiteX4" fmla="*/ 81741 w 1481664"/>
                      <a:gd name="connsiteY4" fmla="*/ 27258 h 1516193"/>
                      <a:gd name="connsiteX5" fmla="*/ 496176 w 1481664"/>
                      <a:gd name="connsiteY5" fmla="*/ 35051 h 1516193"/>
                      <a:gd name="connsiteX6" fmla="*/ 843309 w 1481664"/>
                      <a:gd name="connsiteY6" fmla="*/ 293284 h 1516193"/>
                      <a:gd name="connsiteX7" fmla="*/ 1208651 w 1481664"/>
                      <a:gd name="connsiteY7" fmla="*/ 760522 h 1516193"/>
                      <a:gd name="connsiteX8" fmla="*/ 1362137 w 1481664"/>
                      <a:gd name="connsiteY8" fmla="*/ 1129987 h 1516193"/>
                      <a:gd name="connsiteX9" fmla="*/ 1481664 w 1481664"/>
                      <a:gd name="connsiteY9" fmla="*/ 1495775 h 1516193"/>
                      <a:gd name="connsiteX10" fmla="*/ 1425019 w 1481664"/>
                      <a:gd name="connsiteY10" fmla="*/ 1516193 h 1516193"/>
                      <a:gd name="connsiteX11" fmla="*/ 1228806 w 1481664"/>
                      <a:gd name="connsiteY11" fmla="*/ 913992 h 1516193"/>
                      <a:gd name="connsiteX12" fmla="*/ 945229 w 1481664"/>
                      <a:gd name="connsiteY12" fmla="*/ 488634 h 1516193"/>
                      <a:gd name="connsiteX13" fmla="*/ 436667 w 1481664"/>
                      <a:gd name="connsiteY13" fmla="*/ 80924 h 1516193"/>
                      <a:gd name="connsiteX14" fmla="*/ 240847 w 1481664"/>
                      <a:gd name="connsiteY14" fmla="*/ 15308 h 1516193"/>
                      <a:gd name="connsiteX15" fmla="*/ 70165 w 1481664"/>
                      <a:gd name="connsiteY15" fmla="*/ 99955 h 1516193"/>
                      <a:gd name="connsiteX16" fmla="*/ 52857 w 1481664"/>
                      <a:gd name="connsiteY16" fmla="*/ 264663 h 1516193"/>
                      <a:gd name="connsiteX17" fmla="*/ 158429 w 1481664"/>
                      <a:gd name="connsiteY17" fmla="*/ 327038 h 1516193"/>
                      <a:gd name="connsiteX18" fmla="*/ 247441 w 1481664"/>
                      <a:gd name="connsiteY18" fmla="*/ 247616 h 1516193"/>
                      <a:gd name="connsiteX19" fmla="*/ 235733 w 1481664"/>
                      <a:gd name="connsiteY19" fmla="*/ 173290 h 1516193"/>
                      <a:gd name="connsiteX20" fmla="*/ 288144 w 1481664"/>
                      <a:gd name="connsiteY20" fmla="*/ 174657 h 1516193"/>
                      <a:gd name="connsiteX0" fmla="*/ 285810 w 1479330"/>
                      <a:gd name="connsiteY0" fmla="*/ 209541 h 1551077"/>
                      <a:gd name="connsiteX1" fmla="*/ 284292 w 1479330"/>
                      <a:gd name="connsiteY1" fmla="*/ 304885 h 1551077"/>
                      <a:gd name="connsiteX2" fmla="*/ 157836 w 1479330"/>
                      <a:gd name="connsiteY2" fmla="*/ 409726 h 1551077"/>
                      <a:gd name="connsiteX3" fmla="*/ 2721 w 1479330"/>
                      <a:gd name="connsiteY3" fmla="*/ 300669 h 1551077"/>
                      <a:gd name="connsiteX4" fmla="*/ 79407 w 1479330"/>
                      <a:gd name="connsiteY4" fmla="*/ 62142 h 1551077"/>
                      <a:gd name="connsiteX5" fmla="*/ 328742 w 1479330"/>
                      <a:gd name="connsiteY5" fmla="*/ 19135 h 1551077"/>
                      <a:gd name="connsiteX6" fmla="*/ 840975 w 1479330"/>
                      <a:gd name="connsiteY6" fmla="*/ 328168 h 1551077"/>
                      <a:gd name="connsiteX7" fmla="*/ 1206317 w 1479330"/>
                      <a:gd name="connsiteY7" fmla="*/ 795406 h 1551077"/>
                      <a:gd name="connsiteX8" fmla="*/ 1359803 w 1479330"/>
                      <a:gd name="connsiteY8" fmla="*/ 1164871 h 1551077"/>
                      <a:gd name="connsiteX9" fmla="*/ 1479330 w 1479330"/>
                      <a:gd name="connsiteY9" fmla="*/ 1530659 h 1551077"/>
                      <a:gd name="connsiteX10" fmla="*/ 1422685 w 1479330"/>
                      <a:gd name="connsiteY10" fmla="*/ 1551077 h 1551077"/>
                      <a:gd name="connsiteX11" fmla="*/ 1226472 w 1479330"/>
                      <a:gd name="connsiteY11" fmla="*/ 948876 h 1551077"/>
                      <a:gd name="connsiteX12" fmla="*/ 942895 w 1479330"/>
                      <a:gd name="connsiteY12" fmla="*/ 523518 h 1551077"/>
                      <a:gd name="connsiteX13" fmla="*/ 434333 w 1479330"/>
                      <a:gd name="connsiteY13" fmla="*/ 115808 h 1551077"/>
                      <a:gd name="connsiteX14" fmla="*/ 238513 w 1479330"/>
                      <a:gd name="connsiteY14" fmla="*/ 50192 h 1551077"/>
                      <a:gd name="connsiteX15" fmla="*/ 67831 w 1479330"/>
                      <a:gd name="connsiteY15" fmla="*/ 134839 h 1551077"/>
                      <a:gd name="connsiteX16" fmla="*/ 50523 w 1479330"/>
                      <a:gd name="connsiteY16" fmla="*/ 299547 h 1551077"/>
                      <a:gd name="connsiteX17" fmla="*/ 156095 w 1479330"/>
                      <a:gd name="connsiteY17" fmla="*/ 361922 h 1551077"/>
                      <a:gd name="connsiteX18" fmla="*/ 245107 w 1479330"/>
                      <a:gd name="connsiteY18" fmla="*/ 282500 h 1551077"/>
                      <a:gd name="connsiteX19" fmla="*/ 233399 w 1479330"/>
                      <a:gd name="connsiteY19" fmla="*/ 208174 h 1551077"/>
                      <a:gd name="connsiteX20" fmla="*/ 285810 w 1479330"/>
                      <a:gd name="connsiteY20" fmla="*/ 209541 h 1551077"/>
                      <a:gd name="connsiteX0" fmla="*/ 285810 w 1479330"/>
                      <a:gd name="connsiteY0" fmla="*/ 201445 h 1542981"/>
                      <a:gd name="connsiteX1" fmla="*/ 284292 w 1479330"/>
                      <a:gd name="connsiteY1" fmla="*/ 296789 h 1542981"/>
                      <a:gd name="connsiteX2" fmla="*/ 157836 w 1479330"/>
                      <a:gd name="connsiteY2" fmla="*/ 401630 h 1542981"/>
                      <a:gd name="connsiteX3" fmla="*/ 2721 w 1479330"/>
                      <a:gd name="connsiteY3" fmla="*/ 292573 h 1542981"/>
                      <a:gd name="connsiteX4" fmla="*/ 79407 w 1479330"/>
                      <a:gd name="connsiteY4" fmla="*/ 54046 h 1542981"/>
                      <a:gd name="connsiteX5" fmla="*/ 328742 w 1479330"/>
                      <a:gd name="connsiteY5" fmla="*/ 11039 h 1542981"/>
                      <a:gd name="connsiteX6" fmla="*/ 385891 w 1479330"/>
                      <a:gd name="connsiteY6" fmla="*/ 32204 h 1542981"/>
                      <a:gd name="connsiteX7" fmla="*/ 840975 w 1479330"/>
                      <a:gd name="connsiteY7" fmla="*/ 320072 h 1542981"/>
                      <a:gd name="connsiteX8" fmla="*/ 1206317 w 1479330"/>
                      <a:gd name="connsiteY8" fmla="*/ 787310 h 1542981"/>
                      <a:gd name="connsiteX9" fmla="*/ 1359803 w 1479330"/>
                      <a:gd name="connsiteY9" fmla="*/ 1156775 h 1542981"/>
                      <a:gd name="connsiteX10" fmla="*/ 1479330 w 1479330"/>
                      <a:gd name="connsiteY10" fmla="*/ 1522563 h 1542981"/>
                      <a:gd name="connsiteX11" fmla="*/ 1422685 w 1479330"/>
                      <a:gd name="connsiteY11" fmla="*/ 1542981 h 1542981"/>
                      <a:gd name="connsiteX12" fmla="*/ 1226472 w 1479330"/>
                      <a:gd name="connsiteY12" fmla="*/ 940780 h 1542981"/>
                      <a:gd name="connsiteX13" fmla="*/ 942895 w 1479330"/>
                      <a:gd name="connsiteY13" fmla="*/ 515422 h 1542981"/>
                      <a:gd name="connsiteX14" fmla="*/ 434333 w 1479330"/>
                      <a:gd name="connsiteY14" fmla="*/ 107712 h 1542981"/>
                      <a:gd name="connsiteX15" fmla="*/ 238513 w 1479330"/>
                      <a:gd name="connsiteY15" fmla="*/ 42096 h 1542981"/>
                      <a:gd name="connsiteX16" fmla="*/ 67831 w 1479330"/>
                      <a:gd name="connsiteY16" fmla="*/ 126743 h 1542981"/>
                      <a:gd name="connsiteX17" fmla="*/ 50523 w 1479330"/>
                      <a:gd name="connsiteY17" fmla="*/ 291451 h 1542981"/>
                      <a:gd name="connsiteX18" fmla="*/ 156095 w 1479330"/>
                      <a:gd name="connsiteY18" fmla="*/ 353826 h 1542981"/>
                      <a:gd name="connsiteX19" fmla="*/ 245107 w 1479330"/>
                      <a:gd name="connsiteY19" fmla="*/ 274404 h 1542981"/>
                      <a:gd name="connsiteX20" fmla="*/ 233399 w 1479330"/>
                      <a:gd name="connsiteY20" fmla="*/ 200078 h 1542981"/>
                      <a:gd name="connsiteX21" fmla="*/ 285810 w 1479330"/>
                      <a:gd name="connsiteY21" fmla="*/ 201445 h 1542981"/>
                      <a:gd name="connsiteX0" fmla="*/ 286382 w 1479902"/>
                      <a:gd name="connsiteY0" fmla="*/ 193261 h 1534797"/>
                      <a:gd name="connsiteX1" fmla="*/ 284864 w 1479902"/>
                      <a:gd name="connsiteY1" fmla="*/ 288605 h 1534797"/>
                      <a:gd name="connsiteX2" fmla="*/ 158408 w 1479902"/>
                      <a:gd name="connsiteY2" fmla="*/ 393446 h 1534797"/>
                      <a:gd name="connsiteX3" fmla="*/ 3293 w 1479902"/>
                      <a:gd name="connsiteY3" fmla="*/ 284389 h 1534797"/>
                      <a:gd name="connsiteX4" fmla="*/ 79979 w 1479902"/>
                      <a:gd name="connsiteY4" fmla="*/ 45862 h 1534797"/>
                      <a:gd name="connsiteX5" fmla="*/ 386463 w 1479902"/>
                      <a:gd name="connsiteY5" fmla="*/ 24020 h 1534797"/>
                      <a:gd name="connsiteX6" fmla="*/ 841547 w 1479902"/>
                      <a:gd name="connsiteY6" fmla="*/ 311888 h 1534797"/>
                      <a:gd name="connsiteX7" fmla="*/ 1206889 w 1479902"/>
                      <a:gd name="connsiteY7" fmla="*/ 779126 h 1534797"/>
                      <a:gd name="connsiteX8" fmla="*/ 1360375 w 1479902"/>
                      <a:gd name="connsiteY8" fmla="*/ 1148591 h 1534797"/>
                      <a:gd name="connsiteX9" fmla="*/ 1479902 w 1479902"/>
                      <a:gd name="connsiteY9" fmla="*/ 1514379 h 1534797"/>
                      <a:gd name="connsiteX10" fmla="*/ 1423257 w 1479902"/>
                      <a:gd name="connsiteY10" fmla="*/ 1534797 h 1534797"/>
                      <a:gd name="connsiteX11" fmla="*/ 1227044 w 1479902"/>
                      <a:gd name="connsiteY11" fmla="*/ 932596 h 1534797"/>
                      <a:gd name="connsiteX12" fmla="*/ 943467 w 1479902"/>
                      <a:gd name="connsiteY12" fmla="*/ 507238 h 1534797"/>
                      <a:gd name="connsiteX13" fmla="*/ 434905 w 1479902"/>
                      <a:gd name="connsiteY13" fmla="*/ 99528 h 1534797"/>
                      <a:gd name="connsiteX14" fmla="*/ 239085 w 1479902"/>
                      <a:gd name="connsiteY14" fmla="*/ 33912 h 1534797"/>
                      <a:gd name="connsiteX15" fmla="*/ 68403 w 1479902"/>
                      <a:gd name="connsiteY15" fmla="*/ 118559 h 1534797"/>
                      <a:gd name="connsiteX16" fmla="*/ 51095 w 1479902"/>
                      <a:gd name="connsiteY16" fmla="*/ 283267 h 1534797"/>
                      <a:gd name="connsiteX17" fmla="*/ 156667 w 1479902"/>
                      <a:gd name="connsiteY17" fmla="*/ 345642 h 1534797"/>
                      <a:gd name="connsiteX18" fmla="*/ 245679 w 1479902"/>
                      <a:gd name="connsiteY18" fmla="*/ 266220 h 1534797"/>
                      <a:gd name="connsiteX19" fmla="*/ 233971 w 1479902"/>
                      <a:gd name="connsiteY19" fmla="*/ 191894 h 1534797"/>
                      <a:gd name="connsiteX20" fmla="*/ 286382 w 1479902"/>
                      <a:gd name="connsiteY20" fmla="*/ 193261 h 1534797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841427 w 1479782"/>
                      <a:gd name="connsiteY6" fmla="*/ 321432 h 1544341"/>
                      <a:gd name="connsiteX7" fmla="*/ 1206769 w 1479782"/>
                      <a:gd name="connsiteY7" fmla="*/ 788670 h 1544341"/>
                      <a:gd name="connsiteX8" fmla="*/ 1360255 w 1479782"/>
                      <a:gd name="connsiteY8" fmla="*/ 1158135 h 1544341"/>
                      <a:gd name="connsiteX9" fmla="*/ 1479782 w 1479782"/>
                      <a:gd name="connsiteY9" fmla="*/ 1523923 h 1544341"/>
                      <a:gd name="connsiteX10" fmla="*/ 1423137 w 1479782"/>
                      <a:gd name="connsiteY10" fmla="*/ 1544341 h 1544341"/>
                      <a:gd name="connsiteX11" fmla="*/ 1226924 w 1479782"/>
                      <a:gd name="connsiteY11" fmla="*/ 942140 h 1544341"/>
                      <a:gd name="connsiteX12" fmla="*/ 943347 w 1479782"/>
                      <a:gd name="connsiteY12" fmla="*/ 516782 h 1544341"/>
                      <a:gd name="connsiteX13" fmla="*/ 434785 w 1479782"/>
                      <a:gd name="connsiteY13" fmla="*/ 109072 h 1544341"/>
                      <a:gd name="connsiteX14" fmla="*/ 238965 w 1479782"/>
                      <a:gd name="connsiteY14" fmla="*/ 43456 h 1544341"/>
                      <a:gd name="connsiteX15" fmla="*/ 68283 w 1479782"/>
                      <a:gd name="connsiteY15" fmla="*/ 128103 h 1544341"/>
                      <a:gd name="connsiteX16" fmla="*/ 50975 w 1479782"/>
                      <a:gd name="connsiteY16" fmla="*/ 292811 h 1544341"/>
                      <a:gd name="connsiteX17" fmla="*/ 156547 w 1479782"/>
                      <a:gd name="connsiteY17" fmla="*/ 355186 h 1544341"/>
                      <a:gd name="connsiteX18" fmla="*/ 245559 w 1479782"/>
                      <a:gd name="connsiteY18" fmla="*/ 275764 h 1544341"/>
                      <a:gd name="connsiteX19" fmla="*/ 233851 w 1479782"/>
                      <a:gd name="connsiteY19" fmla="*/ 201438 h 1544341"/>
                      <a:gd name="connsiteX20" fmla="*/ 286262 w 1479782"/>
                      <a:gd name="connsiteY20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841427 w 1479782"/>
                      <a:gd name="connsiteY6" fmla="*/ 321432 h 1544341"/>
                      <a:gd name="connsiteX7" fmla="*/ 1206769 w 1479782"/>
                      <a:gd name="connsiteY7" fmla="*/ 788670 h 1544341"/>
                      <a:gd name="connsiteX8" fmla="*/ 1360255 w 1479782"/>
                      <a:gd name="connsiteY8" fmla="*/ 1158135 h 1544341"/>
                      <a:gd name="connsiteX9" fmla="*/ 1479782 w 1479782"/>
                      <a:gd name="connsiteY9" fmla="*/ 1523923 h 1544341"/>
                      <a:gd name="connsiteX10" fmla="*/ 1423137 w 1479782"/>
                      <a:gd name="connsiteY10" fmla="*/ 1544341 h 1544341"/>
                      <a:gd name="connsiteX11" fmla="*/ 1226924 w 1479782"/>
                      <a:gd name="connsiteY11" fmla="*/ 942140 h 1544341"/>
                      <a:gd name="connsiteX12" fmla="*/ 943347 w 1479782"/>
                      <a:gd name="connsiteY12" fmla="*/ 516782 h 1544341"/>
                      <a:gd name="connsiteX13" fmla="*/ 434785 w 1479782"/>
                      <a:gd name="connsiteY13" fmla="*/ 109072 h 1544341"/>
                      <a:gd name="connsiteX14" fmla="*/ 238965 w 1479782"/>
                      <a:gd name="connsiteY14" fmla="*/ 43456 h 1544341"/>
                      <a:gd name="connsiteX15" fmla="*/ 68283 w 1479782"/>
                      <a:gd name="connsiteY15" fmla="*/ 128103 h 1544341"/>
                      <a:gd name="connsiteX16" fmla="*/ 50975 w 1479782"/>
                      <a:gd name="connsiteY16" fmla="*/ 292811 h 1544341"/>
                      <a:gd name="connsiteX17" fmla="*/ 156547 w 1479782"/>
                      <a:gd name="connsiteY17" fmla="*/ 355186 h 1544341"/>
                      <a:gd name="connsiteX18" fmla="*/ 245559 w 1479782"/>
                      <a:gd name="connsiteY18" fmla="*/ 275764 h 1544341"/>
                      <a:gd name="connsiteX19" fmla="*/ 233851 w 1479782"/>
                      <a:gd name="connsiteY19" fmla="*/ 201438 h 1544341"/>
                      <a:gd name="connsiteX20" fmla="*/ 286262 w 1479782"/>
                      <a:gd name="connsiteY20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206769 w 1479782"/>
                      <a:gd name="connsiteY7" fmla="*/ 788670 h 1544341"/>
                      <a:gd name="connsiteX8" fmla="*/ 1360255 w 1479782"/>
                      <a:gd name="connsiteY8" fmla="*/ 1158135 h 1544341"/>
                      <a:gd name="connsiteX9" fmla="*/ 1479782 w 1479782"/>
                      <a:gd name="connsiteY9" fmla="*/ 1523923 h 1544341"/>
                      <a:gd name="connsiteX10" fmla="*/ 1423137 w 1479782"/>
                      <a:gd name="connsiteY10" fmla="*/ 1544341 h 1544341"/>
                      <a:gd name="connsiteX11" fmla="*/ 1226924 w 1479782"/>
                      <a:gd name="connsiteY11" fmla="*/ 942140 h 1544341"/>
                      <a:gd name="connsiteX12" fmla="*/ 943347 w 1479782"/>
                      <a:gd name="connsiteY12" fmla="*/ 516782 h 1544341"/>
                      <a:gd name="connsiteX13" fmla="*/ 434785 w 1479782"/>
                      <a:gd name="connsiteY13" fmla="*/ 109072 h 1544341"/>
                      <a:gd name="connsiteX14" fmla="*/ 238965 w 1479782"/>
                      <a:gd name="connsiteY14" fmla="*/ 43456 h 1544341"/>
                      <a:gd name="connsiteX15" fmla="*/ 68283 w 1479782"/>
                      <a:gd name="connsiteY15" fmla="*/ 128103 h 1544341"/>
                      <a:gd name="connsiteX16" fmla="*/ 50975 w 1479782"/>
                      <a:gd name="connsiteY16" fmla="*/ 292811 h 1544341"/>
                      <a:gd name="connsiteX17" fmla="*/ 156547 w 1479782"/>
                      <a:gd name="connsiteY17" fmla="*/ 355186 h 1544341"/>
                      <a:gd name="connsiteX18" fmla="*/ 245559 w 1479782"/>
                      <a:gd name="connsiteY18" fmla="*/ 275764 h 1544341"/>
                      <a:gd name="connsiteX19" fmla="*/ 233851 w 1479782"/>
                      <a:gd name="connsiteY19" fmla="*/ 201438 h 1544341"/>
                      <a:gd name="connsiteX20" fmla="*/ 286262 w 1479782"/>
                      <a:gd name="connsiteY20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206769 w 1479782"/>
                      <a:gd name="connsiteY7" fmla="*/ 788670 h 1544341"/>
                      <a:gd name="connsiteX8" fmla="*/ 1360255 w 1479782"/>
                      <a:gd name="connsiteY8" fmla="*/ 1158135 h 1544341"/>
                      <a:gd name="connsiteX9" fmla="*/ 1479782 w 1479782"/>
                      <a:gd name="connsiteY9" fmla="*/ 1523923 h 1544341"/>
                      <a:gd name="connsiteX10" fmla="*/ 1423137 w 1479782"/>
                      <a:gd name="connsiteY10" fmla="*/ 1544341 h 1544341"/>
                      <a:gd name="connsiteX11" fmla="*/ 1226924 w 1479782"/>
                      <a:gd name="connsiteY11" fmla="*/ 942140 h 1544341"/>
                      <a:gd name="connsiteX12" fmla="*/ 848097 w 1479782"/>
                      <a:gd name="connsiteY12" fmla="*/ 491382 h 1544341"/>
                      <a:gd name="connsiteX13" fmla="*/ 434785 w 1479782"/>
                      <a:gd name="connsiteY13" fmla="*/ 109072 h 1544341"/>
                      <a:gd name="connsiteX14" fmla="*/ 238965 w 1479782"/>
                      <a:gd name="connsiteY14" fmla="*/ 43456 h 1544341"/>
                      <a:gd name="connsiteX15" fmla="*/ 68283 w 1479782"/>
                      <a:gd name="connsiteY15" fmla="*/ 128103 h 1544341"/>
                      <a:gd name="connsiteX16" fmla="*/ 50975 w 1479782"/>
                      <a:gd name="connsiteY16" fmla="*/ 292811 h 1544341"/>
                      <a:gd name="connsiteX17" fmla="*/ 156547 w 1479782"/>
                      <a:gd name="connsiteY17" fmla="*/ 355186 h 1544341"/>
                      <a:gd name="connsiteX18" fmla="*/ 245559 w 1479782"/>
                      <a:gd name="connsiteY18" fmla="*/ 275764 h 1544341"/>
                      <a:gd name="connsiteX19" fmla="*/ 233851 w 1479782"/>
                      <a:gd name="connsiteY19" fmla="*/ 201438 h 1544341"/>
                      <a:gd name="connsiteX20" fmla="*/ 286262 w 1479782"/>
                      <a:gd name="connsiteY20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206769 w 1479782"/>
                      <a:gd name="connsiteY7" fmla="*/ 788670 h 1544341"/>
                      <a:gd name="connsiteX8" fmla="*/ 1360255 w 1479782"/>
                      <a:gd name="connsiteY8" fmla="*/ 1158135 h 1544341"/>
                      <a:gd name="connsiteX9" fmla="*/ 1479782 w 1479782"/>
                      <a:gd name="connsiteY9" fmla="*/ 1523923 h 1544341"/>
                      <a:gd name="connsiteX10" fmla="*/ 1423137 w 1479782"/>
                      <a:gd name="connsiteY10" fmla="*/ 1544341 h 1544341"/>
                      <a:gd name="connsiteX11" fmla="*/ 1226924 w 1479782"/>
                      <a:gd name="connsiteY11" fmla="*/ 942140 h 1544341"/>
                      <a:gd name="connsiteX12" fmla="*/ 856564 w 1479782"/>
                      <a:gd name="connsiteY12" fmla="*/ 461749 h 1544341"/>
                      <a:gd name="connsiteX13" fmla="*/ 434785 w 1479782"/>
                      <a:gd name="connsiteY13" fmla="*/ 109072 h 1544341"/>
                      <a:gd name="connsiteX14" fmla="*/ 238965 w 1479782"/>
                      <a:gd name="connsiteY14" fmla="*/ 43456 h 1544341"/>
                      <a:gd name="connsiteX15" fmla="*/ 68283 w 1479782"/>
                      <a:gd name="connsiteY15" fmla="*/ 128103 h 1544341"/>
                      <a:gd name="connsiteX16" fmla="*/ 50975 w 1479782"/>
                      <a:gd name="connsiteY16" fmla="*/ 292811 h 1544341"/>
                      <a:gd name="connsiteX17" fmla="*/ 156547 w 1479782"/>
                      <a:gd name="connsiteY17" fmla="*/ 355186 h 1544341"/>
                      <a:gd name="connsiteX18" fmla="*/ 245559 w 1479782"/>
                      <a:gd name="connsiteY18" fmla="*/ 275764 h 1544341"/>
                      <a:gd name="connsiteX19" fmla="*/ 233851 w 1479782"/>
                      <a:gd name="connsiteY19" fmla="*/ 201438 h 1544341"/>
                      <a:gd name="connsiteX20" fmla="*/ 286262 w 1479782"/>
                      <a:gd name="connsiteY20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206769 w 1479782"/>
                      <a:gd name="connsiteY7" fmla="*/ 788670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226924 w 1479782"/>
                      <a:gd name="connsiteY10" fmla="*/ 942140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175019 w 1479782"/>
                      <a:gd name="connsiteY7" fmla="*/ 759036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226924 w 1479782"/>
                      <a:gd name="connsiteY10" fmla="*/ 942140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175019 w 1479782"/>
                      <a:gd name="connsiteY7" fmla="*/ 759036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209991 w 1479782"/>
                      <a:gd name="connsiteY10" fmla="*/ 963306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166553 w 1479782"/>
                      <a:gd name="connsiteY7" fmla="*/ 761153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209991 w 1479782"/>
                      <a:gd name="connsiteY10" fmla="*/ 963306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166553 w 1479782"/>
                      <a:gd name="connsiteY7" fmla="*/ 761153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108391 w 1479782"/>
                      <a:gd name="connsiteY10" fmla="*/ 806673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166553 w 1479782"/>
                      <a:gd name="connsiteY7" fmla="*/ 761153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138024 w 1479782"/>
                      <a:gd name="connsiteY10" fmla="*/ 821490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6262 w 1479782"/>
                      <a:gd name="connsiteY0" fmla="*/ 202805 h 1544341"/>
                      <a:gd name="connsiteX1" fmla="*/ 284744 w 1479782"/>
                      <a:gd name="connsiteY1" fmla="*/ 298149 h 1544341"/>
                      <a:gd name="connsiteX2" fmla="*/ 158288 w 1479782"/>
                      <a:gd name="connsiteY2" fmla="*/ 402990 h 1544341"/>
                      <a:gd name="connsiteX3" fmla="*/ 3173 w 1479782"/>
                      <a:gd name="connsiteY3" fmla="*/ 293933 h 1544341"/>
                      <a:gd name="connsiteX4" fmla="*/ 79859 w 1479782"/>
                      <a:gd name="connsiteY4" fmla="*/ 55406 h 1544341"/>
                      <a:gd name="connsiteX5" fmla="*/ 375760 w 1479782"/>
                      <a:gd name="connsiteY5" fmla="*/ 20864 h 1544341"/>
                      <a:gd name="connsiteX6" fmla="*/ 780044 w 1479782"/>
                      <a:gd name="connsiteY6" fmla="*/ 319315 h 1544341"/>
                      <a:gd name="connsiteX7" fmla="*/ 1166553 w 1479782"/>
                      <a:gd name="connsiteY7" fmla="*/ 761153 h 1544341"/>
                      <a:gd name="connsiteX8" fmla="*/ 1479782 w 1479782"/>
                      <a:gd name="connsiteY8" fmla="*/ 1523923 h 1544341"/>
                      <a:gd name="connsiteX9" fmla="*/ 1423137 w 1479782"/>
                      <a:gd name="connsiteY9" fmla="*/ 1544341 h 1544341"/>
                      <a:gd name="connsiteX10" fmla="*/ 1138024 w 1479782"/>
                      <a:gd name="connsiteY10" fmla="*/ 821490 h 1544341"/>
                      <a:gd name="connsiteX11" fmla="*/ 856564 w 1479782"/>
                      <a:gd name="connsiteY11" fmla="*/ 461749 h 1544341"/>
                      <a:gd name="connsiteX12" fmla="*/ 434785 w 1479782"/>
                      <a:gd name="connsiteY12" fmla="*/ 109072 h 1544341"/>
                      <a:gd name="connsiteX13" fmla="*/ 238965 w 1479782"/>
                      <a:gd name="connsiteY13" fmla="*/ 43456 h 1544341"/>
                      <a:gd name="connsiteX14" fmla="*/ 68283 w 1479782"/>
                      <a:gd name="connsiteY14" fmla="*/ 128103 h 1544341"/>
                      <a:gd name="connsiteX15" fmla="*/ 50975 w 1479782"/>
                      <a:gd name="connsiteY15" fmla="*/ 292811 h 1544341"/>
                      <a:gd name="connsiteX16" fmla="*/ 156547 w 1479782"/>
                      <a:gd name="connsiteY16" fmla="*/ 355186 h 1544341"/>
                      <a:gd name="connsiteX17" fmla="*/ 245559 w 1479782"/>
                      <a:gd name="connsiteY17" fmla="*/ 275764 h 1544341"/>
                      <a:gd name="connsiteX18" fmla="*/ 233851 w 1479782"/>
                      <a:gd name="connsiteY18" fmla="*/ 201438 h 1544341"/>
                      <a:gd name="connsiteX19" fmla="*/ 286262 w 1479782"/>
                      <a:gd name="connsiteY19" fmla="*/ 202805 h 1544341"/>
                      <a:gd name="connsiteX0" fmla="*/ 284772 w 1478292"/>
                      <a:gd name="connsiteY0" fmla="*/ 202574 h 1544110"/>
                      <a:gd name="connsiteX1" fmla="*/ 283254 w 1478292"/>
                      <a:gd name="connsiteY1" fmla="*/ 297918 h 1544110"/>
                      <a:gd name="connsiteX2" fmla="*/ 156798 w 1478292"/>
                      <a:gd name="connsiteY2" fmla="*/ 402759 h 1544110"/>
                      <a:gd name="connsiteX3" fmla="*/ 3270 w 1478292"/>
                      <a:gd name="connsiteY3" fmla="*/ 287352 h 1544110"/>
                      <a:gd name="connsiteX4" fmla="*/ 78369 w 1478292"/>
                      <a:gd name="connsiteY4" fmla="*/ 55175 h 1544110"/>
                      <a:gd name="connsiteX5" fmla="*/ 374270 w 1478292"/>
                      <a:gd name="connsiteY5" fmla="*/ 20633 h 1544110"/>
                      <a:gd name="connsiteX6" fmla="*/ 778554 w 1478292"/>
                      <a:gd name="connsiteY6" fmla="*/ 319084 h 1544110"/>
                      <a:gd name="connsiteX7" fmla="*/ 1165063 w 1478292"/>
                      <a:gd name="connsiteY7" fmla="*/ 760922 h 1544110"/>
                      <a:gd name="connsiteX8" fmla="*/ 1478292 w 1478292"/>
                      <a:gd name="connsiteY8" fmla="*/ 1523692 h 1544110"/>
                      <a:gd name="connsiteX9" fmla="*/ 1421647 w 1478292"/>
                      <a:gd name="connsiteY9" fmla="*/ 1544110 h 1544110"/>
                      <a:gd name="connsiteX10" fmla="*/ 1136534 w 1478292"/>
                      <a:gd name="connsiteY10" fmla="*/ 821259 h 1544110"/>
                      <a:gd name="connsiteX11" fmla="*/ 855074 w 1478292"/>
                      <a:gd name="connsiteY11" fmla="*/ 461518 h 1544110"/>
                      <a:gd name="connsiteX12" fmla="*/ 433295 w 1478292"/>
                      <a:gd name="connsiteY12" fmla="*/ 108841 h 1544110"/>
                      <a:gd name="connsiteX13" fmla="*/ 237475 w 1478292"/>
                      <a:gd name="connsiteY13" fmla="*/ 43225 h 1544110"/>
                      <a:gd name="connsiteX14" fmla="*/ 66793 w 1478292"/>
                      <a:gd name="connsiteY14" fmla="*/ 127872 h 1544110"/>
                      <a:gd name="connsiteX15" fmla="*/ 49485 w 1478292"/>
                      <a:gd name="connsiteY15" fmla="*/ 292580 h 1544110"/>
                      <a:gd name="connsiteX16" fmla="*/ 155057 w 1478292"/>
                      <a:gd name="connsiteY16" fmla="*/ 354955 h 1544110"/>
                      <a:gd name="connsiteX17" fmla="*/ 244069 w 1478292"/>
                      <a:gd name="connsiteY17" fmla="*/ 275533 h 1544110"/>
                      <a:gd name="connsiteX18" fmla="*/ 232361 w 1478292"/>
                      <a:gd name="connsiteY18" fmla="*/ 201207 h 1544110"/>
                      <a:gd name="connsiteX19" fmla="*/ 284772 w 1478292"/>
                      <a:gd name="connsiteY19" fmla="*/ 202574 h 1544110"/>
                      <a:gd name="connsiteX0" fmla="*/ 284772 w 1478292"/>
                      <a:gd name="connsiteY0" fmla="*/ 202233 h 1543769"/>
                      <a:gd name="connsiteX1" fmla="*/ 283254 w 1478292"/>
                      <a:gd name="connsiteY1" fmla="*/ 297577 h 1543769"/>
                      <a:gd name="connsiteX2" fmla="*/ 156798 w 1478292"/>
                      <a:gd name="connsiteY2" fmla="*/ 402418 h 1543769"/>
                      <a:gd name="connsiteX3" fmla="*/ 3270 w 1478292"/>
                      <a:gd name="connsiteY3" fmla="*/ 277486 h 1543769"/>
                      <a:gd name="connsiteX4" fmla="*/ 78369 w 1478292"/>
                      <a:gd name="connsiteY4" fmla="*/ 54834 h 1543769"/>
                      <a:gd name="connsiteX5" fmla="*/ 374270 w 1478292"/>
                      <a:gd name="connsiteY5" fmla="*/ 20292 h 1543769"/>
                      <a:gd name="connsiteX6" fmla="*/ 778554 w 1478292"/>
                      <a:gd name="connsiteY6" fmla="*/ 318743 h 1543769"/>
                      <a:gd name="connsiteX7" fmla="*/ 1165063 w 1478292"/>
                      <a:gd name="connsiteY7" fmla="*/ 760581 h 1543769"/>
                      <a:gd name="connsiteX8" fmla="*/ 1478292 w 1478292"/>
                      <a:gd name="connsiteY8" fmla="*/ 1523351 h 1543769"/>
                      <a:gd name="connsiteX9" fmla="*/ 1421647 w 1478292"/>
                      <a:gd name="connsiteY9" fmla="*/ 1543769 h 1543769"/>
                      <a:gd name="connsiteX10" fmla="*/ 1136534 w 1478292"/>
                      <a:gd name="connsiteY10" fmla="*/ 820918 h 1543769"/>
                      <a:gd name="connsiteX11" fmla="*/ 855074 w 1478292"/>
                      <a:gd name="connsiteY11" fmla="*/ 461177 h 1543769"/>
                      <a:gd name="connsiteX12" fmla="*/ 433295 w 1478292"/>
                      <a:gd name="connsiteY12" fmla="*/ 108500 h 1543769"/>
                      <a:gd name="connsiteX13" fmla="*/ 237475 w 1478292"/>
                      <a:gd name="connsiteY13" fmla="*/ 42884 h 1543769"/>
                      <a:gd name="connsiteX14" fmla="*/ 66793 w 1478292"/>
                      <a:gd name="connsiteY14" fmla="*/ 127531 h 1543769"/>
                      <a:gd name="connsiteX15" fmla="*/ 49485 w 1478292"/>
                      <a:gd name="connsiteY15" fmla="*/ 292239 h 1543769"/>
                      <a:gd name="connsiteX16" fmla="*/ 155057 w 1478292"/>
                      <a:gd name="connsiteY16" fmla="*/ 354614 h 1543769"/>
                      <a:gd name="connsiteX17" fmla="*/ 244069 w 1478292"/>
                      <a:gd name="connsiteY17" fmla="*/ 275192 h 1543769"/>
                      <a:gd name="connsiteX18" fmla="*/ 232361 w 1478292"/>
                      <a:gd name="connsiteY18" fmla="*/ 200866 h 1543769"/>
                      <a:gd name="connsiteX19" fmla="*/ 284772 w 1478292"/>
                      <a:gd name="connsiteY19" fmla="*/ 202233 h 1543769"/>
                      <a:gd name="connsiteX0" fmla="*/ 282818 w 1476338"/>
                      <a:gd name="connsiteY0" fmla="*/ 202233 h 1543769"/>
                      <a:gd name="connsiteX1" fmla="*/ 281300 w 1476338"/>
                      <a:gd name="connsiteY1" fmla="*/ 297577 h 1543769"/>
                      <a:gd name="connsiteX2" fmla="*/ 118331 w 1476338"/>
                      <a:gd name="connsiteY2" fmla="*/ 397655 h 1543769"/>
                      <a:gd name="connsiteX3" fmla="*/ 1316 w 1476338"/>
                      <a:gd name="connsiteY3" fmla="*/ 277486 h 1543769"/>
                      <a:gd name="connsiteX4" fmla="*/ 76415 w 1476338"/>
                      <a:gd name="connsiteY4" fmla="*/ 54834 h 1543769"/>
                      <a:gd name="connsiteX5" fmla="*/ 372316 w 1476338"/>
                      <a:gd name="connsiteY5" fmla="*/ 20292 h 1543769"/>
                      <a:gd name="connsiteX6" fmla="*/ 776600 w 1476338"/>
                      <a:gd name="connsiteY6" fmla="*/ 318743 h 1543769"/>
                      <a:gd name="connsiteX7" fmla="*/ 1163109 w 1476338"/>
                      <a:gd name="connsiteY7" fmla="*/ 760581 h 1543769"/>
                      <a:gd name="connsiteX8" fmla="*/ 1476338 w 1476338"/>
                      <a:gd name="connsiteY8" fmla="*/ 1523351 h 1543769"/>
                      <a:gd name="connsiteX9" fmla="*/ 1419693 w 1476338"/>
                      <a:gd name="connsiteY9" fmla="*/ 1543769 h 1543769"/>
                      <a:gd name="connsiteX10" fmla="*/ 1134580 w 1476338"/>
                      <a:gd name="connsiteY10" fmla="*/ 820918 h 1543769"/>
                      <a:gd name="connsiteX11" fmla="*/ 853120 w 1476338"/>
                      <a:gd name="connsiteY11" fmla="*/ 461177 h 1543769"/>
                      <a:gd name="connsiteX12" fmla="*/ 431341 w 1476338"/>
                      <a:gd name="connsiteY12" fmla="*/ 108500 h 1543769"/>
                      <a:gd name="connsiteX13" fmla="*/ 235521 w 1476338"/>
                      <a:gd name="connsiteY13" fmla="*/ 42884 h 1543769"/>
                      <a:gd name="connsiteX14" fmla="*/ 64839 w 1476338"/>
                      <a:gd name="connsiteY14" fmla="*/ 127531 h 1543769"/>
                      <a:gd name="connsiteX15" fmla="*/ 47531 w 1476338"/>
                      <a:gd name="connsiteY15" fmla="*/ 292239 h 1543769"/>
                      <a:gd name="connsiteX16" fmla="*/ 153103 w 1476338"/>
                      <a:gd name="connsiteY16" fmla="*/ 354614 h 1543769"/>
                      <a:gd name="connsiteX17" fmla="*/ 242115 w 1476338"/>
                      <a:gd name="connsiteY17" fmla="*/ 275192 h 1543769"/>
                      <a:gd name="connsiteX18" fmla="*/ 230407 w 1476338"/>
                      <a:gd name="connsiteY18" fmla="*/ 200866 h 1543769"/>
                      <a:gd name="connsiteX19" fmla="*/ 282818 w 1476338"/>
                      <a:gd name="connsiteY19" fmla="*/ 202233 h 1543769"/>
                      <a:gd name="connsiteX0" fmla="*/ 284407 w 1477927"/>
                      <a:gd name="connsiteY0" fmla="*/ 202233 h 1543769"/>
                      <a:gd name="connsiteX1" fmla="*/ 282889 w 1477927"/>
                      <a:gd name="connsiteY1" fmla="*/ 297577 h 1543769"/>
                      <a:gd name="connsiteX2" fmla="*/ 150082 w 1477927"/>
                      <a:gd name="connsiteY2" fmla="*/ 391305 h 1543769"/>
                      <a:gd name="connsiteX3" fmla="*/ 2905 w 1477927"/>
                      <a:gd name="connsiteY3" fmla="*/ 277486 h 1543769"/>
                      <a:gd name="connsiteX4" fmla="*/ 78004 w 1477927"/>
                      <a:gd name="connsiteY4" fmla="*/ 54834 h 1543769"/>
                      <a:gd name="connsiteX5" fmla="*/ 373905 w 1477927"/>
                      <a:gd name="connsiteY5" fmla="*/ 20292 h 1543769"/>
                      <a:gd name="connsiteX6" fmla="*/ 778189 w 1477927"/>
                      <a:gd name="connsiteY6" fmla="*/ 318743 h 1543769"/>
                      <a:gd name="connsiteX7" fmla="*/ 1164698 w 1477927"/>
                      <a:gd name="connsiteY7" fmla="*/ 760581 h 1543769"/>
                      <a:gd name="connsiteX8" fmla="*/ 1477927 w 1477927"/>
                      <a:gd name="connsiteY8" fmla="*/ 1523351 h 1543769"/>
                      <a:gd name="connsiteX9" fmla="*/ 1421282 w 1477927"/>
                      <a:gd name="connsiteY9" fmla="*/ 1543769 h 1543769"/>
                      <a:gd name="connsiteX10" fmla="*/ 1136169 w 1477927"/>
                      <a:gd name="connsiteY10" fmla="*/ 820918 h 1543769"/>
                      <a:gd name="connsiteX11" fmla="*/ 854709 w 1477927"/>
                      <a:gd name="connsiteY11" fmla="*/ 461177 h 1543769"/>
                      <a:gd name="connsiteX12" fmla="*/ 432930 w 1477927"/>
                      <a:gd name="connsiteY12" fmla="*/ 108500 h 1543769"/>
                      <a:gd name="connsiteX13" fmla="*/ 237110 w 1477927"/>
                      <a:gd name="connsiteY13" fmla="*/ 42884 h 1543769"/>
                      <a:gd name="connsiteX14" fmla="*/ 66428 w 1477927"/>
                      <a:gd name="connsiteY14" fmla="*/ 127531 h 1543769"/>
                      <a:gd name="connsiteX15" fmla="*/ 49120 w 1477927"/>
                      <a:gd name="connsiteY15" fmla="*/ 292239 h 1543769"/>
                      <a:gd name="connsiteX16" fmla="*/ 154692 w 1477927"/>
                      <a:gd name="connsiteY16" fmla="*/ 354614 h 1543769"/>
                      <a:gd name="connsiteX17" fmla="*/ 243704 w 1477927"/>
                      <a:gd name="connsiteY17" fmla="*/ 275192 h 1543769"/>
                      <a:gd name="connsiteX18" fmla="*/ 231996 w 1477927"/>
                      <a:gd name="connsiteY18" fmla="*/ 200866 h 1543769"/>
                      <a:gd name="connsiteX19" fmla="*/ 284407 w 1477927"/>
                      <a:gd name="connsiteY19" fmla="*/ 202233 h 1543769"/>
                      <a:gd name="connsiteX0" fmla="*/ 283621 w 1477141"/>
                      <a:gd name="connsiteY0" fmla="*/ 202233 h 1543769"/>
                      <a:gd name="connsiteX1" fmla="*/ 282103 w 1477141"/>
                      <a:gd name="connsiteY1" fmla="*/ 297577 h 1543769"/>
                      <a:gd name="connsiteX2" fmla="*/ 135009 w 1477141"/>
                      <a:gd name="connsiteY2" fmla="*/ 396068 h 1543769"/>
                      <a:gd name="connsiteX3" fmla="*/ 2119 w 1477141"/>
                      <a:gd name="connsiteY3" fmla="*/ 277486 h 1543769"/>
                      <a:gd name="connsiteX4" fmla="*/ 77218 w 1477141"/>
                      <a:gd name="connsiteY4" fmla="*/ 54834 h 1543769"/>
                      <a:gd name="connsiteX5" fmla="*/ 373119 w 1477141"/>
                      <a:gd name="connsiteY5" fmla="*/ 20292 h 1543769"/>
                      <a:gd name="connsiteX6" fmla="*/ 777403 w 1477141"/>
                      <a:gd name="connsiteY6" fmla="*/ 318743 h 1543769"/>
                      <a:gd name="connsiteX7" fmla="*/ 1163912 w 1477141"/>
                      <a:gd name="connsiteY7" fmla="*/ 760581 h 1543769"/>
                      <a:gd name="connsiteX8" fmla="*/ 1477141 w 1477141"/>
                      <a:gd name="connsiteY8" fmla="*/ 1523351 h 1543769"/>
                      <a:gd name="connsiteX9" fmla="*/ 1420496 w 1477141"/>
                      <a:gd name="connsiteY9" fmla="*/ 1543769 h 1543769"/>
                      <a:gd name="connsiteX10" fmla="*/ 1135383 w 1477141"/>
                      <a:gd name="connsiteY10" fmla="*/ 820918 h 1543769"/>
                      <a:gd name="connsiteX11" fmla="*/ 853923 w 1477141"/>
                      <a:gd name="connsiteY11" fmla="*/ 461177 h 1543769"/>
                      <a:gd name="connsiteX12" fmla="*/ 432144 w 1477141"/>
                      <a:gd name="connsiteY12" fmla="*/ 108500 h 1543769"/>
                      <a:gd name="connsiteX13" fmla="*/ 236324 w 1477141"/>
                      <a:gd name="connsiteY13" fmla="*/ 42884 h 1543769"/>
                      <a:gd name="connsiteX14" fmla="*/ 65642 w 1477141"/>
                      <a:gd name="connsiteY14" fmla="*/ 127531 h 1543769"/>
                      <a:gd name="connsiteX15" fmla="*/ 48334 w 1477141"/>
                      <a:gd name="connsiteY15" fmla="*/ 292239 h 1543769"/>
                      <a:gd name="connsiteX16" fmla="*/ 153906 w 1477141"/>
                      <a:gd name="connsiteY16" fmla="*/ 354614 h 1543769"/>
                      <a:gd name="connsiteX17" fmla="*/ 242918 w 1477141"/>
                      <a:gd name="connsiteY17" fmla="*/ 275192 h 1543769"/>
                      <a:gd name="connsiteX18" fmla="*/ 231210 w 1477141"/>
                      <a:gd name="connsiteY18" fmla="*/ 200866 h 1543769"/>
                      <a:gd name="connsiteX19" fmla="*/ 283621 w 1477141"/>
                      <a:gd name="connsiteY19" fmla="*/ 202233 h 1543769"/>
                      <a:gd name="connsiteX0" fmla="*/ 283621 w 1477141"/>
                      <a:gd name="connsiteY0" fmla="*/ 202233 h 1543769"/>
                      <a:gd name="connsiteX1" fmla="*/ 282103 w 1477141"/>
                      <a:gd name="connsiteY1" fmla="*/ 297577 h 1543769"/>
                      <a:gd name="connsiteX2" fmla="*/ 135009 w 1477141"/>
                      <a:gd name="connsiteY2" fmla="*/ 396068 h 1543769"/>
                      <a:gd name="connsiteX3" fmla="*/ 2119 w 1477141"/>
                      <a:gd name="connsiteY3" fmla="*/ 277486 h 1543769"/>
                      <a:gd name="connsiteX4" fmla="*/ 77218 w 1477141"/>
                      <a:gd name="connsiteY4" fmla="*/ 54834 h 1543769"/>
                      <a:gd name="connsiteX5" fmla="*/ 373119 w 1477141"/>
                      <a:gd name="connsiteY5" fmla="*/ 20292 h 1543769"/>
                      <a:gd name="connsiteX6" fmla="*/ 777403 w 1477141"/>
                      <a:gd name="connsiteY6" fmla="*/ 318743 h 1543769"/>
                      <a:gd name="connsiteX7" fmla="*/ 1163912 w 1477141"/>
                      <a:gd name="connsiteY7" fmla="*/ 760581 h 1543769"/>
                      <a:gd name="connsiteX8" fmla="*/ 1477141 w 1477141"/>
                      <a:gd name="connsiteY8" fmla="*/ 1523351 h 1543769"/>
                      <a:gd name="connsiteX9" fmla="*/ 1420496 w 1477141"/>
                      <a:gd name="connsiteY9" fmla="*/ 1543769 h 1543769"/>
                      <a:gd name="connsiteX10" fmla="*/ 1135383 w 1477141"/>
                      <a:gd name="connsiteY10" fmla="*/ 820918 h 1543769"/>
                      <a:gd name="connsiteX11" fmla="*/ 853923 w 1477141"/>
                      <a:gd name="connsiteY11" fmla="*/ 461177 h 1543769"/>
                      <a:gd name="connsiteX12" fmla="*/ 432144 w 1477141"/>
                      <a:gd name="connsiteY12" fmla="*/ 108500 h 1543769"/>
                      <a:gd name="connsiteX13" fmla="*/ 236324 w 1477141"/>
                      <a:gd name="connsiteY13" fmla="*/ 42884 h 1543769"/>
                      <a:gd name="connsiteX14" fmla="*/ 65642 w 1477141"/>
                      <a:gd name="connsiteY14" fmla="*/ 127531 h 1543769"/>
                      <a:gd name="connsiteX15" fmla="*/ 48334 w 1477141"/>
                      <a:gd name="connsiteY15" fmla="*/ 292239 h 1543769"/>
                      <a:gd name="connsiteX16" fmla="*/ 145969 w 1477141"/>
                      <a:gd name="connsiteY16" fmla="*/ 348264 h 1543769"/>
                      <a:gd name="connsiteX17" fmla="*/ 242918 w 1477141"/>
                      <a:gd name="connsiteY17" fmla="*/ 275192 h 1543769"/>
                      <a:gd name="connsiteX18" fmla="*/ 231210 w 1477141"/>
                      <a:gd name="connsiteY18" fmla="*/ 200866 h 1543769"/>
                      <a:gd name="connsiteX19" fmla="*/ 283621 w 1477141"/>
                      <a:gd name="connsiteY19" fmla="*/ 202233 h 15437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1477141" h="1543769">
                        <a:moveTo>
                          <a:pt x="283621" y="202233"/>
                        </a:moveTo>
                        <a:cubicBezTo>
                          <a:pt x="292103" y="218351"/>
                          <a:pt x="307312" y="267388"/>
                          <a:pt x="282103" y="297577"/>
                        </a:cubicBezTo>
                        <a:cubicBezTo>
                          <a:pt x="256894" y="327766"/>
                          <a:pt x="181673" y="399416"/>
                          <a:pt x="135009" y="396068"/>
                        </a:cubicBezTo>
                        <a:cubicBezTo>
                          <a:pt x="88345" y="392720"/>
                          <a:pt x="11751" y="334358"/>
                          <a:pt x="2119" y="277486"/>
                        </a:cubicBezTo>
                        <a:cubicBezTo>
                          <a:pt x="-7513" y="220614"/>
                          <a:pt x="15385" y="97700"/>
                          <a:pt x="77218" y="54834"/>
                        </a:cubicBezTo>
                        <a:cubicBezTo>
                          <a:pt x="139051" y="11968"/>
                          <a:pt x="246191" y="-24046"/>
                          <a:pt x="373119" y="20292"/>
                        </a:cubicBezTo>
                        <a:cubicBezTo>
                          <a:pt x="500047" y="64630"/>
                          <a:pt x="634668" y="190423"/>
                          <a:pt x="777403" y="318743"/>
                        </a:cubicBezTo>
                        <a:cubicBezTo>
                          <a:pt x="920138" y="447063"/>
                          <a:pt x="1047289" y="559813"/>
                          <a:pt x="1163912" y="760581"/>
                        </a:cubicBezTo>
                        <a:cubicBezTo>
                          <a:pt x="1280535" y="961349"/>
                          <a:pt x="1441080" y="1397406"/>
                          <a:pt x="1477141" y="1523351"/>
                        </a:cubicBezTo>
                        <a:cubicBezTo>
                          <a:pt x="1444228" y="1533390"/>
                          <a:pt x="1484511" y="1527491"/>
                          <a:pt x="1420496" y="1543769"/>
                        </a:cubicBezTo>
                        <a:cubicBezTo>
                          <a:pt x="1379764" y="1443630"/>
                          <a:pt x="1202295" y="942083"/>
                          <a:pt x="1135383" y="820918"/>
                        </a:cubicBezTo>
                        <a:cubicBezTo>
                          <a:pt x="1068471" y="699753"/>
                          <a:pt x="971129" y="579913"/>
                          <a:pt x="853923" y="461177"/>
                        </a:cubicBezTo>
                        <a:cubicBezTo>
                          <a:pt x="736717" y="342441"/>
                          <a:pt x="535077" y="178216"/>
                          <a:pt x="432144" y="108500"/>
                        </a:cubicBezTo>
                        <a:cubicBezTo>
                          <a:pt x="329211" y="38785"/>
                          <a:pt x="297408" y="39712"/>
                          <a:pt x="236324" y="42884"/>
                        </a:cubicBezTo>
                        <a:cubicBezTo>
                          <a:pt x="175240" y="46056"/>
                          <a:pt x="96974" y="85972"/>
                          <a:pt x="65642" y="127531"/>
                        </a:cubicBezTo>
                        <a:cubicBezTo>
                          <a:pt x="34310" y="169090"/>
                          <a:pt x="34946" y="255450"/>
                          <a:pt x="48334" y="292239"/>
                        </a:cubicBezTo>
                        <a:cubicBezTo>
                          <a:pt x="61722" y="329028"/>
                          <a:pt x="113538" y="351105"/>
                          <a:pt x="145969" y="348264"/>
                        </a:cubicBezTo>
                        <a:cubicBezTo>
                          <a:pt x="178400" y="345423"/>
                          <a:pt x="224037" y="300817"/>
                          <a:pt x="242918" y="275192"/>
                        </a:cubicBezTo>
                        <a:cubicBezTo>
                          <a:pt x="261799" y="249567"/>
                          <a:pt x="224426" y="213026"/>
                          <a:pt x="231210" y="200866"/>
                        </a:cubicBezTo>
                        <a:cubicBezTo>
                          <a:pt x="237994" y="188706"/>
                          <a:pt x="275139" y="186115"/>
                          <a:pt x="283621" y="202233"/>
                        </a:cubicBezTo>
                        <a:close/>
                      </a:path>
                    </a:pathLst>
                  </a:custGeom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26F1A60C-C62F-46AE-88DE-8F84B192D416}"/>
                      </a:ext>
                    </a:extLst>
                  </p:cNvPr>
                  <p:cNvSpPr/>
                  <p:nvPr/>
                </p:nvSpPr>
                <p:spPr>
                  <a:xfrm>
                    <a:off x="5216014" y="5251664"/>
                    <a:ext cx="57677" cy="2743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0081D7B3-C7AC-404F-BC02-A2BAA36B0EBB}"/>
                      </a:ext>
                    </a:extLst>
                  </p:cNvPr>
                  <p:cNvSpPr/>
                  <p:nvPr/>
                </p:nvSpPr>
                <p:spPr>
                  <a:xfrm rot="20400225" flipV="1">
                    <a:off x="5006093" y="5213418"/>
                    <a:ext cx="18288" cy="1828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E857B985-3801-4148-8B45-AE1CFBD68B66}"/>
                      </a:ext>
                    </a:extLst>
                  </p:cNvPr>
                  <p:cNvSpPr/>
                  <p:nvPr/>
                </p:nvSpPr>
                <p:spPr>
                  <a:xfrm rot="20400225" flipV="1">
                    <a:off x="5047368" y="5137218"/>
                    <a:ext cx="18288" cy="1828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29E8F78B-DEC5-498C-AEE3-AC044A53B4F6}"/>
                      </a:ext>
                    </a:extLst>
                  </p:cNvPr>
                  <p:cNvSpPr/>
                  <p:nvPr/>
                </p:nvSpPr>
                <p:spPr>
                  <a:xfrm rot="20400225" flipV="1">
                    <a:off x="5129919" y="5083243"/>
                    <a:ext cx="18288" cy="1828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589134A3-16FD-4160-B460-5F4F4A62CBC5}"/>
                      </a:ext>
                    </a:extLst>
                  </p:cNvPr>
                  <p:cNvSpPr/>
                  <p:nvPr/>
                </p:nvSpPr>
                <p:spPr>
                  <a:xfrm rot="20400225" flipV="1">
                    <a:off x="5217310" y="5061973"/>
                    <a:ext cx="18288" cy="1828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F3520D65-5660-427A-B55A-3C514A27B35E}"/>
                    </a:ext>
                  </a:extLst>
                </p:cNvPr>
                <p:cNvSpPr/>
                <p:nvPr/>
              </p:nvSpPr>
              <p:spPr>
                <a:xfrm>
                  <a:off x="6385683" y="5889399"/>
                  <a:ext cx="142635" cy="165946"/>
                </a:xfrm>
                <a:custGeom>
                  <a:avLst/>
                  <a:gdLst>
                    <a:gd name="connsiteX0" fmla="*/ 3457 w 183748"/>
                    <a:gd name="connsiteY0" fmla="*/ 31252 h 237490"/>
                    <a:gd name="connsiteX1" fmla="*/ 44097 w 183748"/>
                    <a:gd name="connsiteY1" fmla="*/ 772 h 237490"/>
                    <a:gd name="connsiteX2" fmla="*/ 69497 w 183748"/>
                    <a:gd name="connsiteY2" fmla="*/ 16012 h 237490"/>
                    <a:gd name="connsiteX3" fmla="*/ 145697 w 183748"/>
                    <a:gd name="connsiteY3" fmla="*/ 87132 h 237490"/>
                    <a:gd name="connsiteX4" fmla="*/ 181257 w 183748"/>
                    <a:gd name="connsiteY4" fmla="*/ 188732 h 237490"/>
                    <a:gd name="connsiteX5" fmla="*/ 79657 w 183748"/>
                    <a:gd name="connsiteY5" fmla="*/ 234452 h 237490"/>
                    <a:gd name="connsiteX6" fmla="*/ 8537 w 183748"/>
                    <a:gd name="connsiteY6" fmla="*/ 107452 h 237490"/>
                    <a:gd name="connsiteX7" fmla="*/ 3457 w 183748"/>
                    <a:gd name="connsiteY7" fmla="*/ 31252 h 237490"/>
                    <a:gd name="connsiteX0" fmla="*/ 3457 w 183603"/>
                    <a:gd name="connsiteY0" fmla="*/ 30963 h 237201"/>
                    <a:gd name="connsiteX1" fmla="*/ 44097 w 183603"/>
                    <a:gd name="connsiteY1" fmla="*/ 483 h 237201"/>
                    <a:gd name="connsiteX2" fmla="*/ 84314 w 183603"/>
                    <a:gd name="connsiteY2" fmla="*/ 17839 h 237201"/>
                    <a:gd name="connsiteX3" fmla="*/ 145697 w 183603"/>
                    <a:gd name="connsiteY3" fmla="*/ 86843 h 237201"/>
                    <a:gd name="connsiteX4" fmla="*/ 181257 w 183603"/>
                    <a:gd name="connsiteY4" fmla="*/ 188443 h 237201"/>
                    <a:gd name="connsiteX5" fmla="*/ 79657 w 183603"/>
                    <a:gd name="connsiteY5" fmla="*/ 234163 h 237201"/>
                    <a:gd name="connsiteX6" fmla="*/ 8537 w 183603"/>
                    <a:gd name="connsiteY6" fmla="*/ 107163 h 237201"/>
                    <a:gd name="connsiteX7" fmla="*/ 3457 w 183603"/>
                    <a:gd name="connsiteY7" fmla="*/ 30963 h 237201"/>
                    <a:gd name="connsiteX0" fmla="*/ 3457 w 183603"/>
                    <a:gd name="connsiteY0" fmla="*/ 30963 h 237201"/>
                    <a:gd name="connsiteX1" fmla="*/ 44097 w 183603"/>
                    <a:gd name="connsiteY1" fmla="*/ 483 h 237201"/>
                    <a:gd name="connsiteX2" fmla="*/ 84314 w 183603"/>
                    <a:gd name="connsiteY2" fmla="*/ 17839 h 237201"/>
                    <a:gd name="connsiteX3" fmla="*/ 145697 w 183603"/>
                    <a:gd name="connsiteY3" fmla="*/ 86843 h 237201"/>
                    <a:gd name="connsiteX4" fmla="*/ 181257 w 183603"/>
                    <a:gd name="connsiteY4" fmla="*/ 188443 h 237201"/>
                    <a:gd name="connsiteX5" fmla="*/ 79657 w 183603"/>
                    <a:gd name="connsiteY5" fmla="*/ 234163 h 237201"/>
                    <a:gd name="connsiteX6" fmla="*/ 8537 w 183603"/>
                    <a:gd name="connsiteY6" fmla="*/ 107163 h 237201"/>
                    <a:gd name="connsiteX7" fmla="*/ 3457 w 183603"/>
                    <a:gd name="connsiteY7" fmla="*/ 30963 h 237201"/>
                    <a:gd name="connsiteX0" fmla="*/ 3457 w 183387"/>
                    <a:gd name="connsiteY0" fmla="*/ 30600 h 236838"/>
                    <a:gd name="connsiteX1" fmla="*/ 44097 w 183387"/>
                    <a:gd name="connsiteY1" fmla="*/ 120 h 236838"/>
                    <a:gd name="connsiteX2" fmla="*/ 109714 w 183387"/>
                    <a:gd name="connsiteY2" fmla="*/ 40759 h 236838"/>
                    <a:gd name="connsiteX3" fmla="*/ 145697 w 183387"/>
                    <a:gd name="connsiteY3" fmla="*/ 86480 h 236838"/>
                    <a:gd name="connsiteX4" fmla="*/ 181257 w 183387"/>
                    <a:gd name="connsiteY4" fmla="*/ 188080 h 236838"/>
                    <a:gd name="connsiteX5" fmla="*/ 79657 w 183387"/>
                    <a:gd name="connsiteY5" fmla="*/ 233800 h 236838"/>
                    <a:gd name="connsiteX6" fmla="*/ 8537 w 183387"/>
                    <a:gd name="connsiteY6" fmla="*/ 106800 h 236838"/>
                    <a:gd name="connsiteX7" fmla="*/ 3457 w 183387"/>
                    <a:gd name="connsiteY7" fmla="*/ 30600 h 236838"/>
                    <a:gd name="connsiteX0" fmla="*/ 5314 w 185244"/>
                    <a:gd name="connsiteY0" fmla="*/ 39042 h 245280"/>
                    <a:gd name="connsiteX1" fmla="*/ 71354 w 185244"/>
                    <a:gd name="connsiteY1" fmla="*/ 96 h 245280"/>
                    <a:gd name="connsiteX2" fmla="*/ 111571 w 185244"/>
                    <a:gd name="connsiteY2" fmla="*/ 49201 h 245280"/>
                    <a:gd name="connsiteX3" fmla="*/ 147554 w 185244"/>
                    <a:gd name="connsiteY3" fmla="*/ 94922 h 245280"/>
                    <a:gd name="connsiteX4" fmla="*/ 183114 w 185244"/>
                    <a:gd name="connsiteY4" fmla="*/ 196522 h 245280"/>
                    <a:gd name="connsiteX5" fmla="*/ 81514 w 185244"/>
                    <a:gd name="connsiteY5" fmla="*/ 242242 h 245280"/>
                    <a:gd name="connsiteX6" fmla="*/ 10394 w 185244"/>
                    <a:gd name="connsiteY6" fmla="*/ 115242 h 245280"/>
                    <a:gd name="connsiteX7" fmla="*/ 5314 w 185244"/>
                    <a:gd name="connsiteY7" fmla="*/ 39042 h 245280"/>
                    <a:gd name="connsiteX0" fmla="*/ 14066 w 179179"/>
                    <a:gd name="connsiteY0" fmla="*/ 28458 h 245280"/>
                    <a:gd name="connsiteX1" fmla="*/ 65289 w 179179"/>
                    <a:gd name="connsiteY1" fmla="*/ 96 h 245280"/>
                    <a:gd name="connsiteX2" fmla="*/ 105506 w 179179"/>
                    <a:gd name="connsiteY2" fmla="*/ 49201 h 245280"/>
                    <a:gd name="connsiteX3" fmla="*/ 141489 w 179179"/>
                    <a:gd name="connsiteY3" fmla="*/ 94922 h 245280"/>
                    <a:gd name="connsiteX4" fmla="*/ 177049 w 179179"/>
                    <a:gd name="connsiteY4" fmla="*/ 196522 h 245280"/>
                    <a:gd name="connsiteX5" fmla="*/ 75449 w 179179"/>
                    <a:gd name="connsiteY5" fmla="*/ 242242 h 245280"/>
                    <a:gd name="connsiteX6" fmla="*/ 4329 w 179179"/>
                    <a:gd name="connsiteY6" fmla="*/ 115242 h 245280"/>
                    <a:gd name="connsiteX7" fmla="*/ 14066 w 179179"/>
                    <a:gd name="connsiteY7" fmla="*/ 28458 h 245280"/>
                    <a:gd name="connsiteX0" fmla="*/ 14066 w 179179"/>
                    <a:gd name="connsiteY0" fmla="*/ 28458 h 245280"/>
                    <a:gd name="connsiteX1" fmla="*/ 65289 w 179179"/>
                    <a:gd name="connsiteY1" fmla="*/ 96 h 245280"/>
                    <a:gd name="connsiteX2" fmla="*/ 105506 w 179179"/>
                    <a:gd name="connsiteY2" fmla="*/ 49201 h 245280"/>
                    <a:gd name="connsiteX3" fmla="*/ 141489 w 179179"/>
                    <a:gd name="connsiteY3" fmla="*/ 94922 h 245280"/>
                    <a:gd name="connsiteX4" fmla="*/ 177049 w 179179"/>
                    <a:gd name="connsiteY4" fmla="*/ 196522 h 245280"/>
                    <a:gd name="connsiteX5" fmla="*/ 75449 w 179179"/>
                    <a:gd name="connsiteY5" fmla="*/ 242242 h 245280"/>
                    <a:gd name="connsiteX6" fmla="*/ 4329 w 179179"/>
                    <a:gd name="connsiteY6" fmla="*/ 115242 h 245280"/>
                    <a:gd name="connsiteX7" fmla="*/ 14066 w 179179"/>
                    <a:gd name="connsiteY7" fmla="*/ 28458 h 245280"/>
                    <a:gd name="connsiteX0" fmla="*/ 14066 w 179179"/>
                    <a:gd name="connsiteY0" fmla="*/ 28458 h 245280"/>
                    <a:gd name="connsiteX1" fmla="*/ 65289 w 179179"/>
                    <a:gd name="connsiteY1" fmla="*/ 96 h 245280"/>
                    <a:gd name="connsiteX2" fmla="*/ 105506 w 179179"/>
                    <a:gd name="connsiteY2" fmla="*/ 49201 h 245280"/>
                    <a:gd name="connsiteX3" fmla="*/ 141489 w 179179"/>
                    <a:gd name="connsiteY3" fmla="*/ 94922 h 245280"/>
                    <a:gd name="connsiteX4" fmla="*/ 177049 w 179179"/>
                    <a:gd name="connsiteY4" fmla="*/ 196522 h 245280"/>
                    <a:gd name="connsiteX5" fmla="*/ 75449 w 179179"/>
                    <a:gd name="connsiteY5" fmla="*/ 242242 h 245280"/>
                    <a:gd name="connsiteX6" fmla="*/ 4329 w 179179"/>
                    <a:gd name="connsiteY6" fmla="*/ 115242 h 245280"/>
                    <a:gd name="connsiteX7" fmla="*/ 14066 w 179179"/>
                    <a:gd name="connsiteY7" fmla="*/ 28458 h 245280"/>
                    <a:gd name="connsiteX0" fmla="*/ 14066 w 179179"/>
                    <a:gd name="connsiteY0" fmla="*/ 28458 h 245280"/>
                    <a:gd name="connsiteX1" fmla="*/ 65289 w 179179"/>
                    <a:gd name="connsiteY1" fmla="*/ 96 h 245280"/>
                    <a:gd name="connsiteX2" fmla="*/ 105506 w 179179"/>
                    <a:gd name="connsiteY2" fmla="*/ 49201 h 245280"/>
                    <a:gd name="connsiteX3" fmla="*/ 141489 w 179179"/>
                    <a:gd name="connsiteY3" fmla="*/ 94922 h 245280"/>
                    <a:gd name="connsiteX4" fmla="*/ 177049 w 179179"/>
                    <a:gd name="connsiteY4" fmla="*/ 196522 h 245280"/>
                    <a:gd name="connsiteX5" fmla="*/ 75449 w 179179"/>
                    <a:gd name="connsiteY5" fmla="*/ 242242 h 245280"/>
                    <a:gd name="connsiteX6" fmla="*/ 4329 w 179179"/>
                    <a:gd name="connsiteY6" fmla="*/ 115242 h 245280"/>
                    <a:gd name="connsiteX7" fmla="*/ 14066 w 179179"/>
                    <a:gd name="connsiteY7" fmla="*/ 28458 h 245280"/>
                    <a:gd name="connsiteX0" fmla="*/ 14066 w 179040"/>
                    <a:gd name="connsiteY0" fmla="*/ 28478 h 245300"/>
                    <a:gd name="connsiteX1" fmla="*/ 65289 w 179040"/>
                    <a:gd name="connsiteY1" fmla="*/ 116 h 245300"/>
                    <a:gd name="connsiteX2" fmla="*/ 124556 w 179040"/>
                    <a:gd name="connsiteY2" fmla="*/ 42871 h 245300"/>
                    <a:gd name="connsiteX3" fmla="*/ 141489 w 179040"/>
                    <a:gd name="connsiteY3" fmla="*/ 94942 h 245300"/>
                    <a:gd name="connsiteX4" fmla="*/ 177049 w 179040"/>
                    <a:gd name="connsiteY4" fmla="*/ 196542 h 245300"/>
                    <a:gd name="connsiteX5" fmla="*/ 75449 w 179040"/>
                    <a:gd name="connsiteY5" fmla="*/ 242262 h 245300"/>
                    <a:gd name="connsiteX6" fmla="*/ 4329 w 179040"/>
                    <a:gd name="connsiteY6" fmla="*/ 115262 h 245300"/>
                    <a:gd name="connsiteX7" fmla="*/ 14066 w 179040"/>
                    <a:gd name="connsiteY7" fmla="*/ 28478 h 245300"/>
                    <a:gd name="connsiteX0" fmla="*/ 14066 w 179040"/>
                    <a:gd name="connsiteY0" fmla="*/ 28478 h 245300"/>
                    <a:gd name="connsiteX1" fmla="*/ 65289 w 179040"/>
                    <a:gd name="connsiteY1" fmla="*/ 116 h 245300"/>
                    <a:gd name="connsiteX2" fmla="*/ 124556 w 179040"/>
                    <a:gd name="connsiteY2" fmla="*/ 42871 h 245300"/>
                    <a:gd name="connsiteX3" fmla="*/ 141489 w 179040"/>
                    <a:gd name="connsiteY3" fmla="*/ 94942 h 245300"/>
                    <a:gd name="connsiteX4" fmla="*/ 177049 w 179040"/>
                    <a:gd name="connsiteY4" fmla="*/ 196542 h 245300"/>
                    <a:gd name="connsiteX5" fmla="*/ 75449 w 179040"/>
                    <a:gd name="connsiteY5" fmla="*/ 242262 h 245300"/>
                    <a:gd name="connsiteX6" fmla="*/ 4329 w 179040"/>
                    <a:gd name="connsiteY6" fmla="*/ 115262 h 245300"/>
                    <a:gd name="connsiteX7" fmla="*/ 14066 w 179040"/>
                    <a:gd name="connsiteY7" fmla="*/ 28478 h 245300"/>
                    <a:gd name="connsiteX0" fmla="*/ 9737 w 174711"/>
                    <a:gd name="connsiteY0" fmla="*/ 28478 h 245300"/>
                    <a:gd name="connsiteX1" fmla="*/ 60960 w 174711"/>
                    <a:gd name="connsiteY1" fmla="*/ 116 h 245300"/>
                    <a:gd name="connsiteX2" fmla="*/ 120227 w 174711"/>
                    <a:gd name="connsiteY2" fmla="*/ 42871 h 245300"/>
                    <a:gd name="connsiteX3" fmla="*/ 137160 w 174711"/>
                    <a:gd name="connsiteY3" fmla="*/ 94942 h 245300"/>
                    <a:gd name="connsiteX4" fmla="*/ 172720 w 174711"/>
                    <a:gd name="connsiteY4" fmla="*/ 196542 h 245300"/>
                    <a:gd name="connsiteX5" fmla="*/ 71120 w 174711"/>
                    <a:gd name="connsiteY5" fmla="*/ 242262 h 245300"/>
                    <a:gd name="connsiteX6" fmla="*/ 0 w 174711"/>
                    <a:gd name="connsiteY6" fmla="*/ 115262 h 245300"/>
                    <a:gd name="connsiteX7" fmla="*/ 9737 w 174711"/>
                    <a:gd name="connsiteY7" fmla="*/ 28478 h 245300"/>
                    <a:gd name="connsiteX0" fmla="*/ 4375 w 169349"/>
                    <a:gd name="connsiteY0" fmla="*/ 28478 h 245300"/>
                    <a:gd name="connsiteX1" fmla="*/ 55598 w 169349"/>
                    <a:gd name="connsiteY1" fmla="*/ 116 h 245300"/>
                    <a:gd name="connsiteX2" fmla="*/ 114865 w 169349"/>
                    <a:gd name="connsiteY2" fmla="*/ 42871 h 245300"/>
                    <a:gd name="connsiteX3" fmla="*/ 131798 w 169349"/>
                    <a:gd name="connsiteY3" fmla="*/ 94942 h 245300"/>
                    <a:gd name="connsiteX4" fmla="*/ 167358 w 169349"/>
                    <a:gd name="connsiteY4" fmla="*/ 196542 h 245300"/>
                    <a:gd name="connsiteX5" fmla="*/ 65758 w 169349"/>
                    <a:gd name="connsiteY5" fmla="*/ 242262 h 245300"/>
                    <a:gd name="connsiteX6" fmla="*/ 988 w 169349"/>
                    <a:gd name="connsiteY6" fmla="*/ 89862 h 245300"/>
                    <a:gd name="connsiteX7" fmla="*/ 4375 w 169349"/>
                    <a:gd name="connsiteY7" fmla="*/ 28478 h 245300"/>
                    <a:gd name="connsiteX0" fmla="*/ 4375 w 169408"/>
                    <a:gd name="connsiteY0" fmla="*/ 28459 h 245281"/>
                    <a:gd name="connsiteX1" fmla="*/ 55598 w 169408"/>
                    <a:gd name="connsiteY1" fmla="*/ 97 h 245281"/>
                    <a:gd name="connsiteX2" fmla="*/ 106399 w 169408"/>
                    <a:gd name="connsiteY2" fmla="*/ 49202 h 245281"/>
                    <a:gd name="connsiteX3" fmla="*/ 131798 w 169408"/>
                    <a:gd name="connsiteY3" fmla="*/ 94923 h 245281"/>
                    <a:gd name="connsiteX4" fmla="*/ 167358 w 169408"/>
                    <a:gd name="connsiteY4" fmla="*/ 196523 h 245281"/>
                    <a:gd name="connsiteX5" fmla="*/ 65758 w 169408"/>
                    <a:gd name="connsiteY5" fmla="*/ 242243 h 245281"/>
                    <a:gd name="connsiteX6" fmla="*/ 988 w 169408"/>
                    <a:gd name="connsiteY6" fmla="*/ 89843 h 245281"/>
                    <a:gd name="connsiteX7" fmla="*/ 4375 w 169408"/>
                    <a:gd name="connsiteY7" fmla="*/ 28459 h 245281"/>
                    <a:gd name="connsiteX0" fmla="*/ 4375 w 169408"/>
                    <a:gd name="connsiteY0" fmla="*/ 28459 h 245281"/>
                    <a:gd name="connsiteX1" fmla="*/ 55598 w 169408"/>
                    <a:gd name="connsiteY1" fmla="*/ 97 h 245281"/>
                    <a:gd name="connsiteX2" fmla="*/ 106399 w 169408"/>
                    <a:gd name="connsiteY2" fmla="*/ 49202 h 245281"/>
                    <a:gd name="connsiteX3" fmla="*/ 131798 w 169408"/>
                    <a:gd name="connsiteY3" fmla="*/ 94923 h 245281"/>
                    <a:gd name="connsiteX4" fmla="*/ 167358 w 169408"/>
                    <a:gd name="connsiteY4" fmla="*/ 196523 h 245281"/>
                    <a:gd name="connsiteX5" fmla="*/ 65758 w 169408"/>
                    <a:gd name="connsiteY5" fmla="*/ 242243 h 245281"/>
                    <a:gd name="connsiteX6" fmla="*/ 988 w 169408"/>
                    <a:gd name="connsiteY6" fmla="*/ 83493 h 245281"/>
                    <a:gd name="connsiteX7" fmla="*/ 4375 w 169408"/>
                    <a:gd name="connsiteY7" fmla="*/ 28459 h 245281"/>
                    <a:gd name="connsiteX0" fmla="*/ 4375 w 169363"/>
                    <a:gd name="connsiteY0" fmla="*/ 28478 h 245300"/>
                    <a:gd name="connsiteX1" fmla="*/ 55598 w 169363"/>
                    <a:gd name="connsiteY1" fmla="*/ 116 h 245300"/>
                    <a:gd name="connsiteX2" fmla="*/ 112749 w 169363"/>
                    <a:gd name="connsiteY2" fmla="*/ 42871 h 245300"/>
                    <a:gd name="connsiteX3" fmla="*/ 131798 w 169363"/>
                    <a:gd name="connsiteY3" fmla="*/ 94942 h 245300"/>
                    <a:gd name="connsiteX4" fmla="*/ 167358 w 169363"/>
                    <a:gd name="connsiteY4" fmla="*/ 196542 h 245300"/>
                    <a:gd name="connsiteX5" fmla="*/ 65758 w 169363"/>
                    <a:gd name="connsiteY5" fmla="*/ 242262 h 245300"/>
                    <a:gd name="connsiteX6" fmla="*/ 988 w 169363"/>
                    <a:gd name="connsiteY6" fmla="*/ 83512 h 245300"/>
                    <a:gd name="connsiteX7" fmla="*/ 4375 w 169363"/>
                    <a:gd name="connsiteY7" fmla="*/ 28478 h 245300"/>
                    <a:gd name="connsiteX0" fmla="*/ 4375 w 171026"/>
                    <a:gd name="connsiteY0" fmla="*/ 28478 h 199341"/>
                    <a:gd name="connsiteX1" fmla="*/ 55598 w 171026"/>
                    <a:gd name="connsiteY1" fmla="*/ 116 h 199341"/>
                    <a:gd name="connsiteX2" fmla="*/ 112749 w 171026"/>
                    <a:gd name="connsiteY2" fmla="*/ 42871 h 199341"/>
                    <a:gd name="connsiteX3" fmla="*/ 131798 w 171026"/>
                    <a:gd name="connsiteY3" fmla="*/ 94942 h 199341"/>
                    <a:gd name="connsiteX4" fmla="*/ 167358 w 171026"/>
                    <a:gd name="connsiteY4" fmla="*/ 196542 h 199341"/>
                    <a:gd name="connsiteX5" fmla="*/ 34008 w 171026"/>
                    <a:gd name="connsiteY5" fmla="*/ 166062 h 199341"/>
                    <a:gd name="connsiteX6" fmla="*/ 988 w 171026"/>
                    <a:gd name="connsiteY6" fmla="*/ 83512 h 199341"/>
                    <a:gd name="connsiteX7" fmla="*/ 4375 w 171026"/>
                    <a:gd name="connsiteY7" fmla="*/ 28478 h 199341"/>
                    <a:gd name="connsiteX0" fmla="*/ 4375 w 131828"/>
                    <a:gd name="connsiteY0" fmla="*/ 28478 h 168308"/>
                    <a:gd name="connsiteX1" fmla="*/ 55598 w 131828"/>
                    <a:gd name="connsiteY1" fmla="*/ 116 h 168308"/>
                    <a:gd name="connsiteX2" fmla="*/ 112749 w 131828"/>
                    <a:gd name="connsiteY2" fmla="*/ 42871 h 168308"/>
                    <a:gd name="connsiteX3" fmla="*/ 131798 w 131828"/>
                    <a:gd name="connsiteY3" fmla="*/ 94942 h 168308"/>
                    <a:gd name="connsiteX4" fmla="*/ 114441 w 131828"/>
                    <a:gd name="connsiteY4" fmla="*/ 116109 h 168308"/>
                    <a:gd name="connsiteX5" fmla="*/ 34008 w 131828"/>
                    <a:gd name="connsiteY5" fmla="*/ 166062 h 168308"/>
                    <a:gd name="connsiteX6" fmla="*/ 988 w 131828"/>
                    <a:gd name="connsiteY6" fmla="*/ 83512 h 168308"/>
                    <a:gd name="connsiteX7" fmla="*/ 4375 w 131828"/>
                    <a:gd name="connsiteY7" fmla="*/ 28478 h 168308"/>
                    <a:gd name="connsiteX0" fmla="*/ 4375 w 134154"/>
                    <a:gd name="connsiteY0" fmla="*/ 28478 h 169149"/>
                    <a:gd name="connsiteX1" fmla="*/ 55598 w 134154"/>
                    <a:gd name="connsiteY1" fmla="*/ 116 h 169149"/>
                    <a:gd name="connsiteX2" fmla="*/ 112749 w 134154"/>
                    <a:gd name="connsiteY2" fmla="*/ 42871 h 169149"/>
                    <a:gd name="connsiteX3" fmla="*/ 131798 w 134154"/>
                    <a:gd name="connsiteY3" fmla="*/ 94942 h 169149"/>
                    <a:gd name="connsiteX4" fmla="*/ 122908 w 134154"/>
                    <a:gd name="connsiteY4" fmla="*/ 133043 h 169149"/>
                    <a:gd name="connsiteX5" fmla="*/ 34008 w 134154"/>
                    <a:gd name="connsiteY5" fmla="*/ 166062 h 169149"/>
                    <a:gd name="connsiteX6" fmla="*/ 988 w 134154"/>
                    <a:gd name="connsiteY6" fmla="*/ 83512 h 169149"/>
                    <a:gd name="connsiteX7" fmla="*/ 4375 w 134154"/>
                    <a:gd name="connsiteY7" fmla="*/ 28478 h 169149"/>
                    <a:gd name="connsiteX0" fmla="*/ 4375 w 128626"/>
                    <a:gd name="connsiteY0" fmla="*/ 28507 h 169178"/>
                    <a:gd name="connsiteX1" fmla="*/ 55598 w 128626"/>
                    <a:gd name="connsiteY1" fmla="*/ 145 h 169178"/>
                    <a:gd name="connsiteX2" fmla="*/ 112749 w 128626"/>
                    <a:gd name="connsiteY2" fmla="*/ 42900 h 169178"/>
                    <a:gd name="connsiteX3" fmla="*/ 122908 w 128626"/>
                    <a:gd name="connsiteY3" fmla="*/ 133072 h 169178"/>
                    <a:gd name="connsiteX4" fmla="*/ 34008 w 128626"/>
                    <a:gd name="connsiteY4" fmla="*/ 166091 h 169178"/>
                    <a:gd name="connsiteX5" fmla="*/ 988 w 128626"/>
                    <a:gd name="connsiteY5" fmla="*/ 83541 h 169178"/>
                    <a:gd name="connsiteX6" fmla="*/ 4375 w 128626"/>
                    <a:gd name="connsiteY6" fmla="*/ 28507 h 169178"/>
                    <a:gd name="connsiteX0" fmla="*/ 4375 w 149319"/>
                    <a:gd name="connsiteY0" fmla="*/ 28499 h 168586"/>
                    <a:gd name="connsiteX1" fmla="*/ 55598 w 149319"/>
                    <a:gd name="connsiteY1" fmla="*/ 137 h 168586"/>
                    <a:gd name="connsiteX2" fmla="*/ 112749 w 149319"/>
                    <a:gd name="connsiteY2" fmla="*/ 42892 h 168586"/>
                    <a:gd name="connsiteX3" fmla="*/ 146192 w 149319"/>
                    <a:gd name="connsiteY3" fmla="*/ 122480 h 168586"/>
                    <a:gd name="connsiteX4" fmla="*/ 34008 w 149319"/>
                    <a:gd name="connsiteY4" fmla="*/ 166083 h 168586"/>
                    <a:gd name="connsiteX5" fmla="*/ 988 w 149319"/>
                    <a:gd name="connsiteY5" fmla="*/ 83533 h 168586"/>
                    <a:gd name="connsiteX6" fmla="*/ 4375 w 149319"/>
                    <a:gd name="connsiteY6" fmla="*/ 28499 h 168586"/>
                    <a:gd name="connsiteX0" fmla="*/ 5503 w 150447"/>
                    <a:gd name="connsiteY0" fmla="*/ 28499 h 168586"/>
                    <a:gd name="connsiteX1" fmla="*/ 56726 w 150447"/>
                    <a:gd name="connsiteY1" fmla="*/ 137 h 168586"/>
                    <a:gd name="connsiteX2" fmla="*/ 113877 w 150447"/>
                    <a:gd name="connsiteY2" fmla="*/ 42892 h 168586"/>
                    <a:gd name="connsiteX3" fmla="*/ 147320 w 150447"/>
                    <a:gd name="connsiteY3" fmla="*/ 122480 h 168586"/>
                    <a:gd name="connsiteX4" fmla="*/ 35136 w 150447"/>
                    <a:gd name="connsiteY4" fmla="*/ 166083 h 168586"/>
                    <a:gd name="connsiteX5" fmla="*/ 0 w 150447"/>
                    <a:gd name="connsiteY5" fmla="*/ 89883 h 168586"/>
                    <a:gd name="connsiteX6" fmla="*/ 5503 w 150447"/>
                    <a:gd name="connsiteY6" fmla="*/ 28499 h 168586"/>
                    <a:gd name="connsiteX0" fmla="*/ 5503 w 150447"/>
                    <a:gd name="connsiteY0" fmla="*/ 28499 h 168586"/>
                    <a:gd name="connsiteX1" fmla="*/ 56726 w 150447"/>
                    <a:gd name="connsiteY1" fmla="*/ 137 h 168586"/>
                    <a:gd name="connsiteX2" fmla="*/ 113877 w 150447"/>
                    <a:gd name="connsiteY2" fmla="*/ 42892 h 168586"/>
                    <a:gd name="connsiteX3" fmla="*/ 147320 w 150447"/>
                    <a:gd name="connsiteY3" fmla="*/ 122480 h 168586"/>
                    <a:gd name="connsiteX4" fmla="*/ 35136 w 150447"/>
                    <a:gd name="connsiteY4" fmla="*/ 166083 h 168586"/>
                    <a:gd name="connsiteX5" fmla="*/ 0 w 150447"/>
                    <a:gd name="connsiteY5" fmla="*/ 89883 h 168586"/>
                    <a:gd name="connsiteX6" fmla="*/ 5503 w 150447"/>
                    <a:gd name="connsiteY6" fmla="*/ 28499 h 168586"/>
                    <a:gd name="connsiteX0" fmla="*/ 5503 w 150447"/>
                    <a:gd name="connsiteY0" fmla="*/ 28499 h 168586"/>
                    <a:gd name="connsiteX1" fmla="*/ 56726 w 150447"/>
                    <a:gd name="connsiteY1" fmla="*/ 137 h 168586"/>
                    <a:gd name="connsiteX2" fmla="*/ 113877 w 150447"/>
                    <a:gd name="connsiteY2" fmla="*/ 42892 h 168586"/>
                    <a:gd name="connsiteX3" fmla="*/ 147320 w 150447"/>
                    <a:gd name="connsiteY3" fmla="*/ 122480 h 168586"/>
                    <a:gd name="connsiteX4" fmla="*/ 35136 w 150447"/>
                    <a:gd name="connsiteY4" fmla="*/ 166083 h 168586"/>
                    <a:gd name="connsiteX5" fmla="*/ 0 w 150447"/>
                    <a:gd name="connsiteY5" fmla="*/ 89883 h 168586"/>
                    <a:gd name="connsiteX6" fmla="*/ 5503 w 150447"/>
                    <a:gd name="connsiteY6" fmla="*/ 28499 h 168586"/>
                    <a:gd name="connsiteX0" fmla="*/ 5503 w 150447"/>
                    <a:gd name="connsiteY0" fmla="*/ 28499 h 168586"/>
                    <a:gd name="connsiteX1" fmla="*/ 56726 w 150447"/>
                    <a:gd name="connsiteY1" fmla="*/ 137 h 168586"/>
                    <a:gd name="connsiteX2" fmla="*/ 113877 w 150447"/>
                    <a:gd name="connsiteY2" fmla="*/ 42892 h 168586"/>
                    <a:gd name="connsiteX3" fmla="*/ 147320 w 150447"/>
                    <a:gd name="connsiteY3" fmla="*/ 122480 h 168586"/>
                    <a:gd name="connsiteX4" fmla="*/ 35136 w 150447"/>
                    <a:gd name="connsiteY4" fmla="*/ 166083 h 168586"/>
                    <a:gd name="connsiteX5" fmla="*/ 0 w 150447"/>
                    <a:gd name="connsiteY5" fmla="*/ 89883 h 168586"/>
                    <a:gd name="connsiteX6" fmla="*/ 5503 w 150447"/>
                    <a:gd name="connsiteY6" fmla="*/ 28499 h 168586"/>
                    <a:gd name="connsiteX0" fmla="*/ 5503 w 150447"/>
                    <a:gd name="connsiteY0" fmla="*/ 28499 h 168586"/>
                    <a:gd name="connsiteX1" fmla="*/ 56726 w 150447"/>
                    <a:gd name="connsiteY1" fmla="*/ 137 h 168586"/>
                    <a:gd name="connsiteX2" fmla="*/ 113877 w 150447"/>
                    <a:gd name="connsiteY2" fmla="*/ 42892 h 168586"/>
                    <a:gd name="connsiteX3" fmla="*/ 147320 w 150447"/>
                    <a:gd name="connsiteY3" fmla="*/ 122480 h 168586"/>
                    <a:gd name="connsiteX4" fmla="*/ 35136 w 150447"/>
                    <a:gd name="connsiteY4" fmla="*/ 166083 h 168586"/>
                    <a:gd name="connsiteX5" fmla="*/ 0 w 150447"/>
                    <a:gd name="connsiteY5" fmla="*/ 89883 h 168586"/>
                    <a:gd name="connsiteX6" fmla="*/ 5503 w 150447"/>
                    <a:gd name="connsiteY6" fmla="*/ 28499 h 168586"/>
                    <a:gd name="connsiteX0" fmla="*/ 5503 w 150447"/>
                    <a:gd name="connsiteY0" fmla="*/ 28499 h 168586"/>
                    <a:gd name="connsiteX1" fmla="*/ 56726 w 150447"/>
                    <a:gd name="connsiteY1" fmla="*/ 137 h 168586"/>
                    <a:gd name="connsiteX2" fmla="*/ 113877 w 150447"/>
                    <a:gd name="connsiteY2" fmla="*/ 42892 h 168586"/>
                    <a:gd name="connsiteX3" fmla="*/ 147320 w 150447"/>
                    <a:gd name="connsiteY3" fmla="*/ 122480 h 168586"/>
                    <a:gd name="connsiteX4" fmla="*/ 35136 w 150447"/>
                    <a:gd name="connsiteY4" fmla="*/ 166083 h 168586"/>
                    <a:gd name="connsiteX5" fmla="*/ 0 w 150447"/>
                    <a:gd name="connsiteY5" fmla="*/ 89883 h 168586"/>
                    <a:gd name="connsiteX6" fmla="*/ 5503 w 150447"/>
                    <a:gd name="connsiteY6" fmla="*/ 28499 h 168586"/>
                    <a:gd name="connsiteX0" fmla="*/ 5503 w 150447"/>
                    <a:gd name="connsiteY0" fmla="*/ 28362 h 168449"/>
                    <a:gd name="connsiteX1" fmla="*/ 56726 w 150447"/>
                    <a:gd name="connsiteY1" fmla="*/ 0 h 168449"/>
                    <a:gd name="connsiteX2" fmla="*/ 113877 w 150447"/>
                    <a:gd name="connsiteY2" fmla="*/ 42755 h 168449"/>
                    <a:gd name="connsiteX3" fmla="*/ 147320 w 150447"/>
                    <a:gd name="connsiteY3" fmla="*/ 122343 h 168449"/>
                    <a:gd name="connsiteX4" fmla="*/ 35136 w 150447"/>
                    <a:gd name="connsiteY4" fmla="*/ 165946 h 168449"/>
                    <a:gd name="connsiteX5" fmla="*/ 0 w 150447"/>
                    <a:gd name="connsiteY5" fmla="*/ 89746 h 168449"/>
                    <a:gd name="connsiteX6" fmla="*/ 5503 w 150447"/>
                    <a:gd name="connsiteY6" fmla="*/ 28362 h 168449"/>
                    <a:gd name="connsiteX0" fmla="*/ 45191 w 190135"/>
                    <a:gd name="connsiteY0" fmla="*/ 28362 h 168449"/>
                    <a:gd name="connsiteX1" fmla="*/ 96414 w 190135"/>
                    <a:gd name="connsiteY1" fmla="*/ 0 h 168449"/>
                    <a:gd name="connsiteX2" fmla="*/ 153565 w 190135"/>
                    <a:gd name="connsiteY2" fmla="*/ 42755 h 168449"/>
                    <a:gd name="connsiteX3" fmla="*/ 187008 w 190135"/>
                    <a:gd name="connsiteY3" fmla="*/ 122343 h 168449"/>
                    <a:gd name="connsiteX4" fmla="*/ 74824 w 190135"/>
                    <a:gd name="connsiteY4" fmla="*/ 165946 h 168449"/>
                    <a:gd name="connsiteX5" fmla="*/ 0 w 190135"/>
                    <a:gd name="connsiteY5" fmla="*/ 92921 h 168449"/>
                    <a:gd name="connsiteX6" fmla="*/ 45191 w 190135"/>
                    <a:gd name="connsiteY6" fmla="*/ 28362 h 168449"/>
                    <a:gd name="connsiteX0" fmla="*/ 45191 w 190135"/>
                    <a:gd name="connsiteY0" fmla="*/ 28362 h 168449"/>
                    <a:gd name="connsiteX1" fmla="*/ 96414 w 190135"/>
                    <a:gd name="connsiteY1" fmla="*/ 0 h 168449"/>
                    <a:gd name="connsiteX2" fmla="*/ 153565 w 190135"/>
                    <a:gd name="connsiteY2" fmla="*/ 42755 h 168449"/>
                    <a:gd name="connsiteX3" fmla="*/ 187008 w 190135"/>
                    <a:gd name="connsiteY3" fmla="*/ 122343 h 168449"/>
                    <a:gd name="connsiteX4" fmla="*/ 74824 w 190135"/>
                    <a:gd name="connsiteY4" fmla="*/ 165946 h 168449"/>
                    <a:gd name="connsiteX5" fmla="*/ 0 w 190135"/>
                    <a:gd name="connsiteY5" fmla="*/ 92921 h 168449"/>
                    <a:gd name="connsiteX6" fmla="*/ 45191 w 190135"/>
                    <a:gd name="connsiteY6" fmla="*/ 28362 h 168449"/>
                    <a:gd name="connsiteX0" fmla="*/ 10266 w 155210"/>
                    <a:gd name="connsiteY0" fmla="*/ 28362 h 168449"/>
                    <a:gd name="connsiteX1" fmla="*/ 61489 w 155210"/>
                    <a:gd name="connsiteY1" fmla="*/ 0 h 168449"/>
                    <a:gd name="connsiteX2" fmla="*/ 118640 w 155210"/>
                    <a:gd name="connsiteY2" fmla="*/ 42755 h 168449"/>
                    <a:gd name="connsiteX3" fmla="*/ 152083 w 155210"/>
                    <a:gd name="connsiteY3" fmla="*/ 122343 h 168449"/>
                    <a:gd name="connsiteX4" fmla="*/ 39899 w 155210"/>
                    <a:gd name="connsiteY4" fmla="*/ 165946 h 168449"/>
                    <a:gd name="connsiteX5" fmla="*/ 0 w 155210"/>
                    <a:gd name="connsiteY5" fmla="*/ 89746 h 168449"/>
                    <a:gd name="connsiteX6" fmla="*/ 10266 w 155210"/>
                    <a:gd name="connsiteY6" fmla="*/ 28362 h 168449"/>
                    <a:gd name="connsiteX0" fmla="*/ 13441 w 158385"/>
                    <a:gd name="connsiteY0" fmla="*/ 28362 h 168449"/>
                    <a:gd name="connsiteX1" fmla="*/ 64664 w 158385"/>
                    <a:gd name="connsiteY1" fmla="*/ 0 h 168449"/>
                    <a:gd name="connsiteX2" fmla="*/ 121815 w 158385"/>
                    <a:gd name="connsiteY2" fmla="*/ 42755 h 168449"/>
                    <a:gd name="connsiteX3" fmla="*/ 155258 w 158385"/>
                    <a:gd name="connsiteY3" fmla="*/ 122343 h 168449"/>
                    <a:gd name="connsiteX4" fmla="*/ 43074 w 158385"/>
                    <a:gd name="connsiteY4" fmla="*/ 165946 h 168449"/>
                    <a:gd name="connsiteX5" fmla="*/ 0 w 158385"/>
                    <a:gd name="connsiteY5" fmla="*/ 86571 h 168449"/>
                    <a:gd name="connsiteX6" fmla="*/ 13441 w 158385"/>
                    <a:gd name="connsiteY6" fmla="*/ 28362 h 168449"/>
                    <a:gd name="connsiteX0" fmla="*/ 13443 w 158387"/>
                    <a:gd name="connsiteY0" fmla="*/ 28362 h 168449"/>
                    <a:gd name="connsiteX1" fmla="*/ 64666 w 158387"/>
                    <a:gd name="connsiteY1" fmla="*/ 0 h 168449"/>
                    <a:gd name="connsiteX2" fmla="*/ 121817 w 158387"/>
                    <a:gd name="connsiteY2" fmla="*/ 42755 h 168449"/>
                    <a:gd name="connsiteX3" fmla="*/ 155260 w 158387"/>
                    <a:gd name="connsiteY3" fmla="*/ 122343 h 168449"/>
                    <a:gd name="connsiteX4" fmla="*/ 43076 w 158387"/>
                    <a:gd name="connsiteY4" fmla="*/ 165946 h 168449"/>
                    <a:gd name="connsiteX5" fmla="*/ 2 w 158387"/>
                    <a:gd name="connsiteY5" fmla="*/ 86571 h 168449"/>
                    <a:gd name="connsiteX6" fmla="*/ 13443 w 158387"/>
                    <a:gd name="connsiteY6" fmla="*/ 28362 h 168449"/>
                    <a:gd name="connsiteX0" fmla="*/ 2863 w 147807"/>
                    <a:gd name="connsiteY0" fmla="*/ 28362 h 168449"/>
                    <a:gd name="connsiteX1" fmla="*/ 54086 w 147807"/>
                    <a:gd name="connsiteY1" fmla="*/ 0 h 168449"/>
                    <a:gd name="connsiteX2" fmla="*/ 111237 w 147807"/>
                    <a:gd name="connsiteY2" fmla="*/ 42755 h 168449"/>
                    <a:gd name="connsiteX3" fmla="*/ 144680 w 147807"/>
                    <a:gd name="connsiteY3" fmla="*/ 122343 h 168449"/>
                    <a:gd name="connsiteX4" fmla="*/ 32496 w 147807"/>
                    <a:gd name="connsiteY4" fmla="*/ 165946 h 168449"/>
                    <a:gd name="connsiteX5" fmla="*/ 535 w 147807"/>
                    <a:gd name="connsiteY5" fmla="*/ 84983 h 168449"/>
                    <a:gd name="connsiteX6" fmla="*/ 2863 w 147807"/>
                    <a:gd name="connsiteY6" fmla="*/ 28362 h 168449"/>
                    <a:gd name="connsiteX0" fmla="*/ 3993 w 148937"/>
                    <a:gd name="connsiteY0" fmla="*/ 28362 h 168449"/>
                    <a:gd name="connsiteX1" fmla="*/ 55216 w 148937"/>
                    <a:gd name="connsiteY1" fmla="*/ 0 h 168449"/>
                    <a:gd name="connsiteX2" fmla="*/ 112367 w 148937"/>
                    <a:gd name="connsiteY2" fmla="*/ 42755 h 168449"/>
                    <a:gd name="connsiteX3" fmla="*/ 145810 w 148937"/>
                    <a:gd name="connsiteY3" fmla="*/ 122343 h 168449"/>
                    <a:gd name="connsiteX4" fmla="*/ 33626 w 148937"/>
                    <a:gd name="connsiteY4" fmla="*/ 165946 h 168449"/>
                    <a:gd name="connsiteX5" fmla="*/ 77 w 148937"/>
                    <a:gd name="connsiteY5" fmla="*/ 86570 h 168449"/>
                    <a:gd name="connsiteX6" fmla="*/ 3993 w 148937"/>
                    <a:gd name="connsiteY6" fmla="*/ 28362 h 168449"/>
                    <a:gd name="connsiteX0" fmla="*/ 3993 w 148937"/>
                    <a:gd name="connsiteY0" fmla="*/ 28362 h 168449"/>
                    <a:gd name="connsiteX1" fmla="*/ 55216 w 148937"/>
                    <a:gd name="connsiteY1" fmla="*/ 0 h 168449"/>
                    <a:gd name="connsiteX2" fmla="*/ 112367 w 148937"/>
                    <a:gd name="connsiteY2" fmla="*/ 42755 h 168449"/>
                    <a:gd name="connsiteX3" fmla="*/ 145810 w 148937"/>
                    <a:gd name="connsiteY3" fmla="*/ 122343 h 168449"/>
                    <a:gd name="connsiteX4" fmla="*/ 33626 w 148937"/>
                    <a:gd name="connsiteY4" fmla="*/ 165946 h 168449"/>
                    <a:gd name="connsiteX5" fmla="*/ 77 w 148937"/>
                    <a:gd name="connsiteY5" fmla="*/ 86570 h 168449"/>
                    <a:gd name="connsiteX6" fmla="*/ 3993 w 148937"/>
                    <a:gd name="connsiteY6" fmla="*/ 28362 h 168449"/>
                    <a:gd name="connsiteX0" fmla="*/ 3993 w 148937"/>
                    <a:gd name="connsiteY0" fmla="*/ 28362 h 165946"/>
                    <a:gd name="connsiteX1" fmla="*/ 55216 w 148937"/>
                    <a:gd name="connsiteY1" fmla="*/ 0 h 165946"/>
                    <a:gd name="connsiteX2" fmla="*/ 112367 w 148937"/>
                    <a:gd name="connsiteY2" fmla="*/ 42755 h 165946"/>
                    <a:gd name="connsiteX3" fmla="*/ 145810 w 148937"/>
                    <a:gd name="connsiteY3" fmla="*/ 122343 h 165946"/>
                    <a:gd name="connsiteX4" fmla="*/ 33626 w 148937"/>
                    <a:gd name="connsiteY4" fmla="*/ 165946 h 165946"/>
                    <a:gd name="connsiteX5" fmla="*/ 77 w 148937"/>
                    <a:gd name="connsiteY5" fmla="*/ 86570 h 165946"/>
                    <a:gd name="connsiteX6" fmla="*/ 3993 w 148937"/>
                    <a:gd name="connsiteY6" fmla="*/ 28362 h 165946"/>
                    <a:gd name="connsiteX0" fmla="*/ 3993 w 145972"/>
                    <a:gd name="connsiteY0" fmla="*/ 28362 h 165946"/>
                    <a:gd name="connsiteX1" fmla="*/ 55216 w 145972"/>
                    <a:gd name="connsiteY1" fmla="*/ 0 h 165946"/>
                    <a:gd name="connsiteX2" fmla="*/ 112367 w 145972"/>
                    <a:gd name="connsiteY2" fmla="*/ 42755 h 165946"/>
                    <a:gd name="connsiteX3" fmla="*/ 142635 w 145972"/>
                    <a:gd name="connsiteY3" fmla="*/ 115993 h 165946"/>
                    <a:gd name="connsiteX4" fmla="*/ 33626 w 145972"/>
                    <a:gd name="connsiteY4" fmla="*/ 165946 h 165946"/>
                    <a:gd name="connsiteX5" fmla="*/ 77 w 145972"/>
                    <a:gd name="connsiteY5" fmla="*/ 86570 h 165946"/>
                    <a:gd name="connsiteX6" fmla="*/ 3993 w 145972"/>
                    <a:gd name="connsiteY6" fmla="*/ 28362 h 165946"/>
                    <a:gd name="connsiteX0" fmla="*/ 3993 w 145410"/>
                    <a:gd name="connsiteY0" fmla="*/ 28362 h 165946"/>
                    <a:gd name="connsiteX1" fmla="*/ 55216 w 145410"/>
                    <a:gd name="connsiteY1" fmla="*/ 0 h 165946"/>
                    <a:gd name="connsiteX2" fmla="*/ 112367 w 145410"/>
                    <a:gd name="connsiteY2" fmla="*/ 42755 h 165946"/>
                    <a:gd name="connsiteX3" fmla="*/ 142635 w 145410"/>
                    <a:gd name="connsiteY3" fmla="*/ 115993 h 165946"/>
                    <a:gd name="connsiteX4" fmla="*/ 33626 w 145410"/>
                    <a:gd name="connsiteY4" fmla="*/ 165946 h 165946"/>
                    <a:gd name="connsiteX5" fmla="*/ 77 w 145410"/>
                    <a:gd name="connsiteY5" fmla="*/ 86570 h 165946"/>
                    <a:gd name="connsiteX6" fmla="*/ 3993 w 145410"/>
                    <a:gd name="connsiteY6" fmla="*/ 28362 h 165946"/>
                    <a:gd name="connsiteX0" fmla="*/ 3993 w 145410"/>
                    <a:gd name="connsiteY0" fmla="*/ 28362 h 165946"/>
                    <a:gd name="connsiteX1" fmla="*/ 55216 w 145410"/>
                    <a:gd name="connsiteY1" fmla="*/ 0 h 165946"/>
                    <a:gd name="connsiteX2" fmla="*/ 112367 w 145410"/>
                    <a:gd name="connsiteY2" fmla="*/ 42755 h 165946"/>
                    <a:gd name="connsiteX3" fmla="*/ 142635 w 145410"/>
                    <a:gd name="connsiteY3" fmla="*/ 115993 h 165946"/>
                    <a:gd name="connsiteX4" fmla="*/ 33626 w 145410"/>
                    <a:gd name="connsiteY4" fmla="*/ 165946 h 165946"/>
                    <a:gd name="connsiteX5" fmla="*/ 77 w 145410"/>
                    <a:gd name="connsiteY5" fmla="*/ 86570 h 165946"/>
                    <a:gd name="connsiteX6" fmla="*/ 3993 w 145410"/>
                    <a:gd name="connsiteY6" fmla="*/ 28362 h 165946"/>
                    <a:gd name="connsiteX0" fmla="*/ 3993 w 142635"/>
                    <a:gd name="connsiteY0" fmla="*/ 28362 h 165946"/>
                    <a:gd name="connsiteX1" fmla="*/ 55216 w 142635"/>
                    <a:gd name="connsiteY1" fmla="*/ 0 h 165946"/>
                    <a:gd name="connsiteX2" fmla="*/ 112367 w 142635"/>
                    <a:gd name="connsiteY2" fmla="*/ 42755 h 165946"/>
                    <a:gd name="connsiteX3" fmla="*/ 142635 w 142635"/>
                    <a:gd name="connsiteY3" fmla="*/ 115993 h 165946"/>
                    <a:gd name="connsiteX4" fmla="*/ 33626 w 142635"/>
                    <a:gd name="connsiteY4" fmla="*/ 165946 h 165946"/>
                    <a:gd name="connsiteX5" fmla="*/ 77 w 142635"/>
                    <a:gd name="connsiteY5" fmla="*/ 86570 h 165946"/>
                    <a:gd name="connsiteX6" fmla="*/ 3993 w 142635"/>
                    <a:gd name="connsiteY6" fmla="*/ 28362 h 165946"/>
                    <a:gd name="connsiteX0" fmla="*/ 3993 w 142635"/>
                    <a:gd name="connsiteY0" fmla="*/ 28362 h 165946"/>
                    <a:gd name="connsiteX1" fmla="*/ 55216 w 142635"/>
                    <a:gd name="connsiteY1" fmla="*/ 0 h 165946"/>
                    <a:gd name="connsiteX2" fmla="*/ 112367 w 142635"/>
                    <a:gd name="connsiteY2" fmla="*/ 42755 h 165946"/>
                    <a:gd name="connsiteX3" fmla="*/ 142635 w 142635"/>
                    <a:gd name="connsiteY3" fmla="*/ 115993 h 165946"/>
                    <a:gd name="connsiteX4" fmla="*/ 33626 w 142635"/>
                    <a:gd name="connsiteY4" fmla="*/ 165946 h 165946"/>
                    <a:gd name="connsiteX5" fmla="*/ 77 w 142635"/>
                    <a:gd name="connsiteY5" fmla="*/ 86570 h 165946"/>
                    <a:gd name="connsiteX6" fmla="*/ 3993 w 142635"/>
                    <a:gd name="connsiteY6" fmla="*/ 28362 h 165946"/>
                    <a:gd name="connsiteX0" fmla="*/ 3993 w 142635"/>
                    <a:gd name="connsiteY0" fmla="*/ 28362 h 165946"/>
                    <a:gd name="connsiteX1" fmla="*/ 55216 w 142635"/>
                    <a:gd name="connsiteY1" fmla="*/ 0 h 165946"/>
                    <a:gd name="connsiteX2" fmla="*/ 112367 w 142635"/>
                    <a:gd name="connsiteY2" fmla="*/ 42755 h 165946"/>
                    <a:gd name="connsiteX3" fmla="*/ 142635 w 142635"/>
                    <a:gd name="connsiteY3" fmla="*/ 115993 h 165946"/>
                    <a:gd name="connsiteX4" fmla="*/ 33626 w 142635"/>
                    <a:gd name="connsiteY4" fmla="*/ 165946 h 165946"/>
                    <a:gd name="connsiteX5" fmla="*/ 77 w 142635"/>
                    <a:gd name="connsiteY5" fmla="*/ 86570 h 165946"/>
                    <a:gd name="connsiteX6" fmla="*/ 3993 w 142635"/>
                    <a:gd name="connsiteY6" fmla="*/ 28362 h 1659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2635" h="165946">
                      <a:moveTo>
                        <a:pt x="3993" y="28362"/>
                      </a:moveTo>
                      <a:cubicBezTo>
                        <a:pt x="18916" y="15521"/>
                        <a:pt x="41740" y="6949"/>
                        <a:pt x="55216" y="0"/>
                      </a:cubicBezTo>
                      <a:cubicBezTo>
                        <a:pt x="86155" y="12100"/>
                        <a:pt x="97797" y="23423"/>
                        <a:pt x="112367" y="42755"/>
                      </a:cubicBezTo>
                      <a:cubicBezTo>
                        <a:pt x="126937" y="62087"/>
                        <a:pt x="130359" y="77998"/>
                        <a:pt x="142635" y="115993"/>
                      </a:cubicBezTo>
                      <a:cubicBezTo>
                        <a:pt x="121574" y="131763"/>
                        <a:pt x="67175" y="160443"/>
                        <a:pt x="33626" y="165946"/>
                      </a:cubicBezTo>
                      <a:cubicBezTo>
                        <a:pt x="20714" y="141286"/>
                        <a:pt x="10307" y="122201"/>
                        <a:pt x="77" y="86570"/>
                      </a:cubicBezTo>
                      <a:cubicBezTo>
                        <a:pt x="-100" y="64168"/>
                        <a:pt x="-346" y="63957"/>
                        <a:pt x="3993" y="28362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CB2BE286-9E56-412A-BA35-3A58C5171702}"/>
                  </a:ext>
                </a:extLst>
              </p:cNvPr>
              <p:cNvSpPr/>
              <p:nvPr/>
            </p:nvSpPr>
            <p:spPr>
              <a:xfrm>
                <a:off x="6138365" y="5209181"/>
                <a:ext cx="186236" cy="166764"/>
              </a:xfrm>
              <a:prstGeom prst="ellipse">
                <a:avLst/>
              </a:prstGeom>
              <a:ln w="381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F028F11-2DA7-4F4C-A799-B49C4F56FEE4}"/>
                  </a:ext>
                </a:extLst>
              </p:cNvPr>
              <p:cNvSpPr txBox="1"/>
              <p:nvPr/>
            </p:nvSpPr>
            <p:spPr>
              <a:xfrm>
                <a:off x="5969974" y="5433983"/>
                <a:ext cx="5496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14 Fr</a:t>
                </a: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9ADD969-DCBD-45AF-8CC1-38347963C52C}"/>
              </a:ext>
            </a:extLst>
          </p:cNvPr>
          <p:cNvGrpSpPr/>
          <p:nvPr/>
        </p:nvGrpSpPr>
        <p:grpSpPr>
          <a:xfrm>
            <a:off x="7487027" y="4839490"/>
            <a:ext cx="1221868" cy="1555804"/>
            <a:chOff x="7615690" y="4399528"/>
            <a:chExt cx="1221868" cy="155580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25D8C0-9520-4503-8EA5-B5802929B940}"/>
                </a:ext>
              </a:extLst>
            </p:cNvPr>
            <p:cNvSpPr txBox="1"/>
            <p:nvPr/>
          </p:nvSpPr>
          <p:spPr>
            <a:xfrm>
              <a:off x="7633880" y="4399528"/>
              <a:ext cx="1203678" cy="64633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Surgical chest tube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0FB4B97-F863-4492-A3AD-91480AED3781}"/>
                </a:ext>
              </a:extLst>
            </p:cNvPr>
            <p:cNvGrpSpPr/>
            <p:nvPr/>
          </p:nvGrpSpPr>
          <p:grpSpPr>
            <a:xfrm>
              <a:off x="7615690" y="5198254"/>
              <a:ext cx="1120257" cy="757078"/>
              <a:chOff x="7615690" y="5198254"/>
              <a:chExt cx="1120257" cy="757078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5F71ECC1-70A5-4BE1-9BBA-FC6F367901F9}"/>
                  </a:ext>
                </a:extLst>
              </p:cNvPr>
              <p:cNvSpPr/>
              <p:nvPr/>
            </p:nvSpPr>
            <p:spPr>
              <a:xfrm>
                <a:off x="7760629" y="5219017"/>
                <a:ext cx="298878" cy="289485"/>
              </a:xfrm>
              <a:prstGeom prst="ellipse">
                <a:avLst/>
              </a:prstGeom>
              <a:ln w="381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702C8564-018E-42A9-8BB3-93FE8011CB10}"/>
                  </a:ext>
                </a:extLst>
              </p:cNvPr>
              <p:cNvSpPr/>
              <p:nvPr/>
            </p:nvSpPr>
            <p:spPr>
              <a:xfrm>
                <a:off x="8271124" y="5198254"/>
                <a:ext cx="380022" cy="384861"/>
              </a:xfrm>
              <a:prstGeom prst="ellipse">
                <a:avLst/>
              </a:prstGeom>
              <a:ln w="381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823A8E6-5857-49D9-B86B-34351D607854}"/>
                  </a:ext>
                </a:extLst>
              </p:cNvPr>
              <p:cNvSpPr txBox="1"/>
              <p:nvPr/>
            </p:nvSpPr>
            <p:spPr>
              <a:xfrm>
                <a:off x="7615690" y="5572482"/>
                <a:ext cx="5496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/>
                  <a:t>24 Fr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A09D47F-6C9D-4FBC-8AA1-913A98E4BF91}"/>
                  </a:ext>
                </a:extLst>
              </p:cNvPr>
              <p:cNvSpPr txBox="1"/>
              <p:nvPr/>
            </p:nvSpPr>
            <p:spPr>
              <a:xfrm>
                <a:off x="8186322" y="5678333"/>
                <a:ext cx="5496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/>
                  <a:t>32 Fr</a:t>
                </a:r>
              </a:p>
            </p:txBody>
          </p:sp>
        </p:grpSp>
      </p:grp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CDA8B4B-C354-4B83-81D4-8617BB3D11A3}"/>
              </a:ext>
            </a:extLst>
          </p:cNvPr>
          <p:cNvCxnSpPr>
            <a:cxnSpLocks/>
            <a:stCxn id="27" idx="2"/>
            <a:endCxn id="131" idx="0"/>
          </p:cNvCxnSpPr>
          <p:nvPr/>
        </p:nvCxnSpPr>
        <p:spPr>
          <a:xfrm>
            <a:off x="2608162" y="3372024"/>
            <a:ext cx="0" cy="55465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2F96533-36EE-47AA-A8B1-CDBD926221CA}"/>
              </a:ext>
            </a:extLst>
          </p:cNvPr>
          <p:cNvSpPr txBox="1"/>
          <p:nvPr/>
        </p:nvSpPr>
        <p:spPr>
          <a:xfrm>
            <a:off x="1560835" y="3926679"/>
            <a:ext cx="2094654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Medical treatment of pneumonia</a:t>
            </a:r>
          </a:p>
        </p:txBody>
      </p:sp>
      <p:sp>
        <p:nvSpPr>
          <p:cNvPr id="27" name="Uncomplicated effusion">
            <a:extLst>
              <a:ext uri="{FF2B5EF4-FFF2-40B4-BE49-F238E27FC236}">
                <a16:creationId xmlns:a16="http://schemas.microsoft.com/office/drawing/2014/main" id="{C5F3AFEF-4EF9-4A8A-B0D6-2AD047D67205}"/>
              </a:ext>
            </a:extLst>
          </p:cNvPr>
          <p:cNvSpPr txBox="1"/>
          <p:nvPr/>
        </p:nvSpPr>
        <p:spPr>
          <a:xfrm>
            <a:off x="1318758" y="2963401"/>
            <a:ext cx="257880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Uncomplicated effusion</a:t>
            </a:r>
          </a:p>
        </p:txBody>
      </p:sp>
      <p:sp>
        <p:nvSpPr>
          <p:cNvPr id="116" name="Complicated effusion">
            <a:extLst>
              <a:ext uri="{FF2B5EF4-FFF2-40B4-BE49-F238E27FC236}">
                <a16:creationId xmlns:a16="http://schemas.microsoft.com/office/drawing/2014/main" id="{C345F9F2-AB1F-4A96-B6B1-532DBF3E86C2}"/>
              </a:ext>
            </a:extLst>
          </p:cNvPr>
          <p:cNvSpPr txBox="1"/>
          <p:nvPr/>
        </p:nvSpPr>
        <p:spPr>
          <a:xfrm>
            <a:off x="4885406" y="2963401"/>
            <a:ext cx="256123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Complicated effusion</a:t>
            </a:r>
          </a:p>
        </p:txBody>
      </p:sp>
      <p:pic>
        <p:nvPicPr>
          <p:cNvPr id="152" name="Graphic 151" descr="Cursor">
            <a:extLst>
              <a:ext uri="{FF2B5EF4-FFF2-40B4-BE49-F238E27FC236}">
                <a16:creationId xmlns:a16="http://schemas.microsoft.com/office/drawing/2014/main" id="{3CF9954F-C9F0-4EA5-982B-F6B005A3F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7135" y="3244235"/>
            <a:ext cx="301752" cy="301752"/>
          </a:xfrm>
          <a:prstGeom prst="rect">
            <a:avLst/>
          </a:prstGeom>
        </p:spPr>
      </p:pic>
      <p:sp>
        <p:nvSpPr>
          <p:cNvPr id="111" name="Empyema">
            <a:extLst>
              <a:ext uri="{FF2B5EF4-FFF2-40B4-BE49-F238E27FC236}">
                <a16:creationId xmlns:a16="http://schemas.microsoft.com/office/drawing/2014/main" id="{C4F243C3-6AD1-4F22-B227-921B1C0E21F3}"/>
              </a:ext>
            </a:extLst>
          </p:cNvPr>
          <p:cNvSpPr txBox="1"/>
          <p:nvPr/>
        </p:nvSpPr>
        <p:spPr>
          <a:xfrm>
            <a:off x="8742261" y="2950608"/>
            <a:ext cx="164158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Empyema</a:t>
            </a:r>
          </a:p>
        </p:txBody>
      </p:sp>
      <p:pic>
        <p:nvPicPr>
          <p:cNvPr id="160" name="Graphic 159" descr="Cursor">
            <a:extLst>
              <a:ext uri="{FF2B5EF4-FFF2-40B4-BE49-F238E27FC236}">
                <a16:creationId xmlns:a16="http://schemas.microsoft.com/office/drawing/2014/main" id="{D7430081-2B68-4407-9BD1-930CF899C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5665" y="3244235"/>
            <a:ext cx="301752" cy="301752"/>
          </a:xfrm>
          <a:prstGeom prst="rect">
            <a:avLst/>
          </a:prstGeom>
        </p:spPr>
      </p:pic>
      <p:sp>
        <p:nvSpPr>
          <p:cNvPr id="109" name="Septation">
            <a:extLst>
              <a:ext uri="{FF2B5EF4-FFF2-40B4-BE49-F238E27FC236}">
                <a16:creationId xmlns:a16="http://schemas.microsoft.com/office/drawing/2014/main" id="{1D5E17DA-E2B0-4BCE-A668-2419F80C1CE3}"/>
              </a:ext>
            </a:extLst>
          </p:cNvPr>
          <p:cNvSpPr txBox="1"/>
          <p:nvPr/>
        </p:nvSpPr>
        <p:spPr>
          <a:xfrm>
            <a:off x="2129096" y="1584160"/>
            <a:ext cx="2407208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Septations/ loculations</a:t>
            </a:r>
          </a:p>
        </p:txBody>
      </p:sp>
      <p:pic>
        <p:nvPicPr>
          <p:cNvPr id="69" name="Graphic 68" descr="Cursor">
            <a:extLst>
              <a:ext uri="{FF2B5EF4-FFF2-40B4-BE49-F238E27FC236}">
                <a16:creationId xmlns:a16="http://schemas.microsoft.com/office/drawing/2014/main" id="{D43AA7C0-FB4D-416D-9C13-727689FD1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8515" y="1878470"/>
            <a:ext cx="301752" cy="301752"/>
          </a:xfrm>
          <a:prstGeom prst="rect">
            <a:avLst/>
          </a:prstGeom>
        </p:spPr>
      </p:pic>
      <p:sp>
        <p:nvSpPr>
          <p:cNvPr id="84" name="Abx + drainage">
            <a:extLst>
              <a:ext uri="{FF2B5EF4-FFF2-40B4-BE49-F238E27FC236}">
                <a16:creationId xmlns:a16="http://schemas.microsoft.com/office/drawing/2014/main" id="{C738FEBB-EB75-4A0A-B7AE-67C436A8A204}"/>
              </a:ext>
            </a:extLst>
          </p:cNvPr>
          <p:cNvSpPr txBox="1"/>
          <p:nvPr/>
        </p:nvSpPr>
        <p:spPr>
          <a:xfrm>
            <a:off x="6196258" y="3742013"/>
            <a:ext cx="380865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Antibiotics + Drainage</a:t>
            </a:r>
          </a:p>
        </p:txBody>
      </p:sp>
      <p:sp>
        <p:nvSpPr>
          <p:cNvPr id="107" name="Pus">
            <a:extLst>
              <a:ext uri="{FF2B5EF4-FFF2-40B4-BE49-F238E27FC236}">
                <a16:creationId xmlns:a16="http://schemas.microsoft.com/office/drawing/2014/main" id="{0D50F23A-835A-44FE-A5B3-DCFA54034D8E}"/>
              </a:ext>
            </a:extLst>
          </p:cNvPr>
          <p:cNvSpPr txBox="1"/>
          <p:nvPr/>
        </p:nvSpPr>
        <p:spPr>
          <a:xfrm>
            <a:off x="8537662" y="1584160"/>
            <a:ext cx="2040515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Pus, organisms</a:t>
            </a:r>
          </a:p>
        </p:txBody>
      </p:sp>
      <p:pic>
        <p:nvPicPr>
          <p:cNvPr id="91" name="Graphic 90" descr="Cursor">
            <a:extLst>
              <a:ext uri="{FF2B5EF4-FFF2-40B4-BE49-F238E27FC236}">
                <a16:creationId xmlns:a16="http://schemas.microsoft.com/office/drawing/2014/main" id="{52914D2E-29E9-4F8E-BCE9-E32F5DBA9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7946" y="1868173"/>
            <a:ext cx="301752" cy="301752"/>
          </a:xfrm>
          <a:prstGeom prst="rect">
            <a:avLst/>
          </a:prstGeom>
        </p:spPr>
      </p:pic>
      <p:sp>
        <p:nvSpPr>
          <p:cNvPr id="92" name="Low PH and Glucose">
            <a:extLst>
              <a:ext uri="{FF2B5EF4-FFF2-40B4-BE49-F238E27FC236}">
                <a16:creationId xmlns:a16="http://schemas.microsoft.com/office/drawing/2014/main" id="{76922453-518E-40AE-86D8-F660D8B8F4FE}"/>
              </a:ext>
            </a:extLst>
          </p:cNvPr>
          <p:cNvSpPr txBox="1"/>
          <p:nvPr/>
        </p:nvSpPr>
        <p:spPr>
          <a:xfrm>
            <a:off x="5694490" y="1430927"/>
            <a:ext cx="2040515" cy="71508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↓ pH &lt;7.2</a:t>
            </a:r>
          </a:p>
          <a:p>
            <a:pPr algn="ctr"/>
            <a:r>
              <a:rPr lang="en-US" dirty="0"/>
              <a:t>↓ glucose &lt;40</a:t>
            </a:r>
          </a:p>
        </p:txBody>
      </p:sp>
      <p:pic>
        <p:nvPicPr>
          <p:cNvPr id="93" name="Graphic 92" descr="Cursor">
            <a:extLst>
              <a:ext uri="{FF2B5EF4-FFF2-40B4-BE49-F238E27FC236}">
                <a16:creationId xmlns:a16="http://schemas.microsoft.com/office/drawing/2014/main" id="{16287819-8DE6-4C10-9099-5F574EBA5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4131" y="1999876"/>
            <a:ext cx="301752" cy="301752"/>
          </a:xfrm>
          <a:prstGeom prst="rect">
            <a:avLst/>
          </a:prstGeom>
        </p:spPr>
      </p:pic>
      <p:sp>
        <p:nvSpPr>
          <p:cNvPr id="62" name="Objective 1">
            <a:hlinkClick r:id="rId5" action="ppaction://hlinksldjump"/>
            <a:extLst>
              <a:ext uri="{FF2B5EF4-FFF2-40B4-BE49-F238E27FC236}">
                <a16:creationId xmlns:a16="http://schemas.microsoft.com/office/drawing/2014/main" id="{4EBB74F0-E83E-4F8F-B887-04549289D7BC}"/>
              </a:ext>
            </a:extLst>
          </p:cNvPr>
          <p:cNvSpPr/>
          <p:nvPr/>
        </p:nvSpPr>
        <p:spPr>
          <a:xfrm>
            <a:off x="128017" y="146304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63" name="Objective 2">
            <a:hlinkClick r:id="rId6" action="ppaction://hlinksldjump"/>
            <a:extLst>
              <a:ext uri="{FF2B5EF4-FFF2-40B4-BE49-F238E27FC236}">
                <a16:creationId xmlns:a16="http://schemas.microsoft.com/office/drawing/2014/main" id="{A91BF24C-ED90-41E6-AD13-6A31338D9284}"/>
              </a:ext>
            </a:extLst>
          </p:cNvPr>
          <p:cNvSpPr/>
          <p:nvPr/>
        </p:nvSpPr>
        <p:spPr>
          <a:xfrm>
            <a:off x="128016" y="634256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</a:t>
            </a:r>
          </a:p>
        </p:txBody>
      </p:sp>
      <p:sp>
        <p:nvSpPr>
          <p:cNvPr id="65" name="Objective 3">
            <a:hlinkClick r:id="rId7" action="ppaction://hlinksldjump"/>
            <a:extLst>
              <a:ext uri="{FF2B5EF4-FFF2-40B4-BE49-F238E27FC236}">
                <a16:creationId xmlns:a16="http://schemas.microsoft.com/office/drawing/2014/main" id="{108FA098-0F64-4918-B22D-F1060EA3CE8B}"/>
              </a:ext>
            </a:extLst>
          </p:cNvPr>
          <p:cNvSpPr/>
          <p:nvPr/>
        </p:nvSpPr>
        <p:spPr>
          <a:xfrm>
            <a:off x="139789" y="1122208"/>
            <a:ext cx="155448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Management </a:t>
            </a:r>
          </a:p>
        </p:txBody>
      </p:sp>
      <p:sp>
        <p:nvSpPr>
          <p:cNvPr id="66" name="Objective 3">
            <a:hlinkClick r:id="rId8" action="ppaction://hlinksldjump"/>
            <a:extLst>
              <a:ext uri="{FF2B5EF4-FFF2-40B4-BE49-F238E27FC236}">
                <a16:creationId xmlns:a16="http://schemas.microsoft.com/office/drawing/2014/main" id="{F3FE461F-B40A-4152-8905-0F316506320C}"/>
              </a:ext>
            </a:extLst>
          </p:cNvPr>
          <p:cNvSpPr/>
          <p:nvPr/>
        </p:nvSpPr>
        <p:spPr>
          <a:xfrm>
            <a:off x="139789" y="1610160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7" name="Graphic 66" descr="Cursor">
            <a:extLst>
              <a:ext uri="{FF2B5EF4-FFF2-40B4-BE49-F238E27FC236}">
                <a16:creationId xmlns:a16="http://schemas.microsoft.com/office/drawing/2014/main" id="{8B93FA9F-AD92-4CB7-B475-DB606D553C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681" y="383766"/>
            <a:ext cx="301752" cy="301752"/>
          </a:xfrm>
          <a:prstGeom prst="rect">
            <a:avLst/>
          </a:prstGeom>
        </p:spPr>
      </p:pic>
      <p:pic>
        <p:nvPicPr>
          <p:cNvPr id="68" name="Graphic 67" descr="Cursor">
            <a:extLst>
              <a:ext uri="{FF2B5EF4-FFF2-40B4-BE49-F238E27FC236}">
                <a16:creationId xmlns:a16="http://schemas.microsoft.com/office/drawing/2014/main" id="{3F6CAFBD-E9A4-4AFE-8F7F-BF621ACB7D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681" y="865239"/>
            <a:ext cx="301752" cy="301752"/>
          </a:xfrm>
          <a:prstGeom prst="rect">
            <a:avLst/>
          </a:prstGeom>
        </p:spPr>
      </p:pic>
      <p:pic>
        <p:nvPicPr>
          <p:cNvPr id="71" name="Graphic 70" descr="Cursor">
            <a:extLst>
              <a:ext uri="{FF2B5EF4-FFF2-40B4-BE49-F238E27FC236}">
                <a16:creationId xmlns:a16="http://schemas.microsoft.com/office/drawing/2014/main" id="{1D5B23F9-13B4-48BD-8D9F-AF8A48033C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681" y="1849000"/>
            <a:ext cx="301752" cy="301752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E5719C4-503F-4F63-A935-BAFD8160B4CB}"/>
              </a:ext>
            </a:extLst>
          </p:cNvPr>
          <p:cNvSpPr txBox="1"/>
          <p:nvPr/>
        </p:nvSpPr>
        <p:spPr>
          <a:xfrm>
            <a:off x="3302189" y="53223"/>
            <a:ext cx="6685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Management of Parapneumonic Effusions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251E1FD-6649-42F7-B767-60FD27D4C963}"/>
              </a:ext>
            </a:extLst>
          </p:cNvPr>
          <p:cNvCxnSpPr>
            <a:cxnSpLocks/>
            <a:stCxn id="109" idx="2"/>
            <a:endCxn id="116" idx="0"/>
          </p:cNvCxnSpPr>
          <p:nvPr/>
        </p:nvCxnSpPr>
        <p:spPr>
          <a:xfrm rot="16200000" flipH="1">
            <a:off x="4264051" y="1061431"/>
            <a:ext cx="970618" cy="283332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3C3A2BF-41AE-420C-89A0-A647DC1B6FAA}"/>
              </a:ext>
            </a:extLst>
          </p:cNvPr>
          <p:cNvSpPr txBox="1"/>
          <p:nvPr/>
        </p:nvSpPr>
        <p:spPr>
          <a:xfrm>
            <a:off x="3510315" y="2253323"/>
            <a:ext cx="46555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/>
              <a:t>yes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0424A1ED-A665-452E-B6DA-659A27677CCE}"/>
              </a:ext>
            </a:extLst>
          </p:cNvPr>
          <p:cNvCxnSpPr>
            <a:cxnSpLocks/>
            <a:stCxn id="109" idx="2"/>
            <a:endCxn id="27" idx="0"/>
          </p:cNvCxnSpPr>
          <p:nvPr/>
        </p:nvCxnSpPr>
        <p:spPr>
          <a:xfrm rot="5400000">
            <a:off x="2485122" y="2115823"/>
            <a:ext cx="970618" cy="72453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B86DB4-C227-4A2B-A0B7-DF9163D948E8}"/>
              </a:ext>
            </a:extLst>
          </p:cNvPr>
          <p:cNvSpPr txBox="1"/>
          <p:nvPr/>
        </p:nvSpPr>
        <p:spPr>
          <a:xfrm>
            <a:off x="2659681" y="2267861"/>
            <a:ext cx="46555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/>
              <a:t>no</a:t>
            </a:r>
          </a:p>
        </p:txBody>
      </p:sp>
      <p:pic>
        <p:nvPicPr>
          <p:cNvPr id="129" name="Graphic 128" descr="Cursor">
            <a:extLst>
              <a:ext uri="{FF2B5EF4-FFF2-40B4-BE49-F238E27FC236}">
                <a16:creationId xmlns:a16="http://schemas.microsoft.com/office/drawing/2014/main" id="{BB9BADB4-8DB9-405D-BB90-FF65FAD72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4378" y="3244235"/>
            <a:ext cx="301752" cy="301752"/>
          </a:xfrm>
          <a:prstGeom prst="rect">
            <a:avLst/>
          </a:prstGeom>
        </p:spPr>
      </p:pic>
      <p:sp>
        <p:nvSpPr>
          <p:cNvPr id="130" name="Septation">
            <a:extLst>
              <a:ext uri="{FF2B5EF4-FFF2-40B4-BE49-F238E27FC236}">
                <a16:creationId xmlns:a16="http://schemas.microsoft.com/office/drawing/2014/main" id="{4EAFEEFE-C270-4F77-8D66-6CE2988AFA80}"/>
              </a:ext>
            </a:extLst>
          </p:cNvPr>
          <p:cNvSpPr txBox="1"/>
          <p:nvPr/>
        </p:nvSpPr>
        <p:spPr>
          <a:xfrm>
            <a:off x="2127914" y="1585038"/>
            <a:ext cx="2407208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Septations/ loculations</a:t>
            </a:r>
          </a:p>
        </p:txBody>
      </p:sp>
      <p:sp>
        <p:nvSpPr>
          <p:cNvPr id="132" name="Pus">
            <a:extLst>
              <a:ext uri="{FF2B5EF4-FFF2-40B4-BE49-F238E27FC236}">
                <a16:creationId xmlns:a16="http://schemas.microsoft.com/office/drawing/2014/main" id="{6E87344E-A027-4BBC-AFBA-914DEBBDF26C}"/>
              </a:ext>
            </a:extLst>
          </p:cNvPr>
          <p:cNvSpPr txBox="1"/>
          <p:nvPr/>
        </p:nvSpPr>
        <p:spPr>
          <a:xfrm>
            <a:off x="8536480" y="1585215"/>
            <a:ext cx="2040515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Pus, organisms</a:t>
            </a:r>
          </a:p>
        </p:txBody>
      </p:sp>
      <p:sp>
        <p:nvSpPr>
          <p:cNvPr id="133" name="Low PH and Glucose">
            <a:extLst>
              <a:ext uri="{FF2B5EF4-FFF2-40B4-BE49-F238E27FC236}">
                <a16:creationId xmlns:a16="http://schemas.microsoft.com/office/drawing/2014/main" id="{6320A549-A9BB-4570-8393-3D46302B8507}"/>
              </a:ext>
            </a:extLst>
          </p:cNvPr>
          <p:cNvSpPr txBox="1"/>
          <p:nvPr/>
        </p:nvSpPr>
        <p:spPr>
          <a:xfrm>
            <a:off x="5693308" y="1432164"/>
            <a:ext cx="2040515" cy="715089"/>
          </a:xfrm>
          <a:prstGeom prst="roundRec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↓ pH &lt;7.2</a:t>
            </a:r>
          </a:p>
          <a:p>
            <a:pPr algn="ctr"/>
            <a:r>
              <a:rPr lang="en-US" dirty="0"/>
              <a:t>↓ glucose &lt;40</a:t>
            </a:r>
          </a:p>
        </p:txBody>
      </p:sp>
      <p:sp>
        <p:nvSpPr>
          <p:cNvPr id="134" name="Uncomplicated effusion">
            <a:extLst>
              <a:ext uri="{FF2B5EF4-FFF2-40B4-BE49-F238E27FC236}">
                <a16:creationId xmlns:a16="http://schemas.microsoft.com/office/drawing/2014/main" id="{EEAA9126-F4B9-440C-95ED-641364B34C07}"/>
              </a:ext>
            </a:extLst>
          </p:cNvPr>
          <p:cNvSpPr txBox="1"/>
          <p:nvPr/>
        </p:nvSpPr>
        <p:spPr>
          <a:xfrm>
            <a:off x="1328683" y="2963400"/>
            <a:ext cx="2578807" cy="408623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Uncomplicated effusion</a:t>
            </a:r>
          </a:p>
        </p:txBody>
      </p:sp>
      <p:sp>
        <p:nvSpPr>
          <p:cNvPr id="135" name="Complicated effusion">
            <a:extLst>
              <a:ext uri="{FF2B5EF4-FFF2-40B4-BE49-F238E27FC236}">
                <a16:creationId xmlns:a16="http://schemas.microsoft.com/office/drawing/2014/main" id="{DEDD102C-6418-4484-A47E-2DA35FFA6CBE}"/>
              </a:ext>
            </a:extLst>
          </p:cNvPr>
          <p:cNvSpPr txBox="1"/>
          <p:nvPr/>
        </p:nvSpPr>
        <p:spPr>
          <a:xfrm>
            <a:off x="4900283" y="2974724"/>
            <a:ext cx="2561230" cy="40862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Complicated effusion</a:t>
            </a:r>
          </a:p>
        </p:txBody>
      </p:sp>
      <p:sp>
        <p:nvSpPr>
          <p:cNvPr id="136" name="Empyema">
            <a:extLst>
              <a:ext uri="{FF2B5EF4-FFF2-40B4-BE49-F238E27FC236}">
                <a16:creationId xmlns:a16="http://schemas.microsoft.com/office/drawing/2014/main" id="{C8B85D4B-F43C-45B9-B4B0-5388A64A177C}"/>
              </a:ext>
            </a:extLst>
          </p:cNvPr>
          <p:cNvSpPr txBox="1"/>
          <p:nvPr/>
        </p:nvSpPr>
        <p:spPr>
          <a:xfrm>
            <a:off x="8734572" y="2950607"/>
            <a:ext cx="1641580" cy="40862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Empyema</a:t>
            </a: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E50413ED-E8FD-4140-A2F3-402E9D584601}"/>
              </a:ext>
            </a:extLst>
          </p:cNvPr>
          <p:cNvCxnSpPr>
            <a:cxnSpLocks/>
            <a:stCxn id="84" idx="2"/>
            <a:endCxn id="64" idx="0"/>
          </p:cNvCxnSpPr>
          <p:nvPr/>
        </p:nvCxnSpPr>
        <p:spPr>
          <a:xfrm rot="16200000" flipH="1">
            <a:off x="8894211" y="3357008"/>
            <a:ext cx="688315" cy="2275569"/>
          </a:xfrm>
          <a:prstGeom prst="bentConnector3">
            <a:avLst>
              <a:gd name="adj1" fmla="val 48155"/>
            </a:avLst>
          </a:prstGeom>
          <a:ln w="19050"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400CA5A2-8AD4-4C97-B290-037CF08735DE}"/>
              </a:ext>
            </a:extLst>
          </p:cNvPr>
          <p:cNvCxnSpPr>
            <a:cxnSpLocks/>
            <a:stCxn id="84" idx="2"/>
            <a:endCxn id="56" idx="0"/>
          </p:cNvCxnSpPr>
          <p:nvPr/>
        </p:nvCxnSpPr>
        <p:spPr>
          <a:xfrm rot="16200000" flipH="1">
            <a:off x="7759393" y="4491827"/>
            <a:ext cx="688854" cy="647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4337EB88-A86F-4FA7-836C-6CE64697B16A}"/>
              </a:ext>
            </a:extLst>
          </p:cNvPr>
          <p:cNvCxnSpPr>
            <a:cxnSpLocks/>
            <a:stCxn id="84" idx="2"/>
            <a:endCxn id="52" idx="0"/>
          </p:cNvCxnSpPr>
          <p:nvPr/>
        </p:nvCxnSpPr>
        <p:spPr>
          <a:xfrm rot="5400000">
            <a:off x="6567359" y="3389619"/>
            <a:ext cx="772208" cy="2294243"/>
          </a:xfrm>
          <a:prstGeom prst="bentConnector3">
            <a:avLst>
              <a:gd name="adj1" fmla="val 43421"/>
            </a:avLst>
          </a:prstGeom>
          <a:ln w="19050"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96E025F5-B020-45C6-AD80-96ACBB0DEDE0}"/>
              </a:ext>
            </a:extLst>
          </p:cNvPr>
          <p:cNvSpPr txBox="1"/>
          <p:nvPr/>
        </p:nvSpPr>
        <p:spPr>
          <a:xfrm>
            <a:off x="6057166" y="4290201"/>
            <a:ext cx="1927202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Pulm</a:t>
            </a:r>
            <a:r>
              <a:rPr lang="en-US" dirty="0"/>
              <a:t>/IR/Surgery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50191EB-8B01-496D-A221-5A07D30B4945}"/>
              </a:ext>
            </a:extLst>
          </p:cNvPr>
          <p:cNvSpPr txBox="1"/>
          <p:nvPr/>
        </p:nvSpPr>
        <p:spPr>
          <a:xfrm>
            <a:off x="8332471" y="4282862"/>
            <a:ext cx="1765470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Thoracic surgery</a:t>
            </a:r>
          </a:p>
        </p:txBody>
      </p:sp>
      <p:pic>
        <p:nvPicPr>
          <p:cNvPr id="151" name="Graphic 150" descr="Cursor">
            <a:extLst>
              <a:ext uri="{FF2B5EF4-FFF2-40B4-BE49-F238E27FC236}">
                <a16:creationId xmlns:a16="http://schemas.microsoft.com/office/drawing/2014/main" id="{D4B2AB8C-763B-4D8F-9F65-22374125B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779" y="4022291"/>
            <a:ext cx="301752" cy="30175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DB949C63-15C3-4FFA-BAA4-F18B85AE85DD}"/>
              </a:ext>
            </a:extLst>
          </p:cNvPr>
          <p:cNvSpPr txBox="1"/>
          <p:nvPr/>
        </p:nvSpPr>
        <p:spPr>
          <a:xfrm>
            <a:off x="6195410" y="3742553"/>
            <a:ext cx="3808651" cy="40862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Antibiotics + Drainage</a:t>
            </a:r>
          </a:p>
        </p:txBody>
      </p:sp>
      <p:sp>
        <p:nvSpPr>
          <p:cNvPr id="155" name="Objective 2">
            <a:hlinkClick r:id="rId10" action="ppaction://hlinksldjump"/>
            <a:extLst>
              <a:ext uri="{FF2B5EF4-FFF2-40B4-BE49-F238E27FC236}">
                <a16:creationId xmlns:a16="http://schemas.microsoft.com/office/drawing/2014/main" id="{8EF73F5E-B5BC-45D2-BE57-93086A8B6C3B}"/>
              </a:ext>
            </a:extLst>
          </p:cNvPr>
          <p:cNvSpPr/>
          <p:nvPr/>
        </p:nvSpPr>
        <p:spPr>
          <a:xfrm>
            <a:off x="139789" y="6108700"/>
            <a:ext cx="1554480" cy="5682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Bonus information</a:t>
            </a:r>
          </a:p>
        </p:txBody>
      </p:sp>
      <p:pic>
        <p:nvPicPr>
          <p:cNvPr id="156" name="Graphic 155" descr="Cursor">
            <a:extLst>
              <a:ext uri="{FF2B5EF4-FFF2-40B4-BE49-F238E27FC236}">
                <a16:creationId xmlns:a16="http://schemas.microsoft.com/office/drawing/2014/main" id="{590C45A2-2DA8-46FA-B430-4F11CBAA3D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6454" y="6542139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6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</p:childTnLst>
        </p:cTn>
      </p:par>
    </p:tnLst>
    <p:bldLst>
      <p:bldP spid="64" grpId="0" animBg="1"/>
      <p:bldP spid="131" grpId="0" animBg="1"/>
      <p:bldP spid="27" grpId="0" animBg="1"/>
      <p:bldP spid="27" grpId="1" animBg="1"/>
      <p:bldP spid="116" grpId="0" animBg="1"/>
      <p:bldP spid="116" grpId="1" animBg="1"/>
      <p:bldP spid="116" grpId="2" animBg="1"/>
      <p:bldP spid="111" grpId="0" animBg="1"/>
      <p:bldP spid="111" grpId="1" animBg="1"/>
      <p:bldP spid="109" grpId="0" animBg="1"/>
      <p:bldP spid="84" grpId="2" animBg="1"/>
      <p:bldP spid="84" grpId="3" animBg="1"/>
      <p:bldP spid="84" grpId="4" animBg="1"/>
      <p:bldP spid="107" grpId="0" animBg="1"/>
      <p:bldP spid="92" grpId="0" animBg="1"/>
      <p:bldP spid="39" grpId="0" animBg="1"/>
      <p:bldP spid="38" grpId="0" animBg="1"/>
      <p:bldP spid="130" grpId="1" animBg="1"/>
      <p:bldP spid="132" grpId="1" animBg="1"/>
      <p:bldP spid="133" grpId="1" animBg="1"/>
      <p:bldP spid="134" grpId="0" animBg="1"/>
      <p:bldP spid="135" grpId="0" animBg="1"/>
      <p:bldP spid="136" grpId="0" animBg="1"/>
      <p:bldP spid="138" grpId="0" animBg="1"/>
      <p:bldP spid="150" grpId="0" animBg="1"/>
      <p:bldP spid="1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EE7E09-4980-4803-BD70-546A0CC85C68}"/>
              </a:ext>
            </a:extLst>
          </p:cNvPr>
          <p:cNvCxnSpPr>
            <a:cxnSpLocks/>
          </p:cNvCxnSpPr>
          <p:nvPr/>
        </p:nvCxnSpPr>
        <p:spPr>
          <a:xfrm>
            <a:off x="5030611" y="241255"/>
            <a:ext cx="0" cy="653052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A1F924-AA8A-4A2D-A8DD-FB5816CE6CD5}"/>
              </a:ext>
            </a:extLst>
          </p:cNvPr>
          <p:cNvCxnSpPr>
            <a:cxnSpLocks/>
          </p:cNvCxnSpPr>
          <p:nvPr/>
        </p:nvCxnSpPr>
        <p:spPr>
          <a:xfrm>
            <a:off x="8538654" y="197730"/>
            <a:ext cx="44375" cy="655082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 1">
            <a:extLst>
              <a:ext uri="{FF2B5EF4-FFF2-40B4-BE49-F238E27FC236}">
                <a16:creationId xmlns:a16="http://schemas.microsoft.com/office/drawing/2014/main" id="{EF4D3363-E564-4CDE-8259-BC24A94070F6}"/>
              </a:ext>
            </a:extLst>
          </p:cNvPr>
          <p:cNvSpPr/>
          <p:nvPr/>
        </p:nvSpPr>
        <p:spPr>
          <a:xfrm>
            <a:off x="2508131" y="156959"/>
            <a:ext cx="17373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1</a:t>
            </a:r>
          </a:p>
        </p:txBody>
      </p:sp>
      <p:sp>
        <p:nvSpPr>
          <p:cNvPr id="8" name="Case 2">
            <a:extLst>
              <a:ext uri="{FF2B5EF4-FFF2-40B4-BE49-F238E27FC236}">
                <a16:creationId xmlns:a16="http://schemas.microsoft.com/office/drawing/2014/main" id="{A8EBA619-241C-42F3-B912-A5E67EA5D2C0}"/>
              </a:ext>
            </a:extLst>
          </p:cNvPr>
          <p:cNvSpPr/>
          <p:nvPr/>
        </p:nvSpPr>
        <p:spPr>
          <a:xfrm>
            <a:off x="5919330" y="156530"/>
            <a:ext cx="17373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9" name="Case 3">
            <a:extLst>
              <a:ext uri="{FF2B5EF4-FFF2-40B4-BE49-F238E27FC236}">
                <a16:creationId xmlns:a16="http://schemas.microsoft.com/office/drawing/2014/main" id="{ED34678B-5865-4284-BD3B-C822E9BE1724}"/>
              </a:ext>
            </a:extLst>
          </p:cNvPr>
          <p:cNvSpPr/>
          <p:nvPr/>
        </p:nvSpPr>
        <p:spPr>
          <a:xfrm>
            <a:off x="9474233" y="154309"/>
            <a:ext cx="1737360" cy="412786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3</a:t>
            </a:r>
          </a:p>
        </p:txBody>
      </p:sp>
      <p:sp>
        <p:nvSpPr>
          <p:cNvPr id="56" name="Case 2-  transudate or exudate">
            <a:extLst>
              <a:ext uri="{FF2B5EF4-FFF2-40B4-BE49-F238E27FC236}">
                <a16:creationId xmlns:a16="http://schemas.microsoft.com/office/drawing/2014/main" id="{C2AC4FB2-0E1F-4344-8F99-FDE39CE751D7}"/>
              </a:ext>
            </a:extLst>
          </p:cNvPr>
          <p:cNvSpPr/>
          <p:nvPr/>
        </p:nvSpPr>
        <p:spPr>
          <a:xfrm>
            <a:off x="5134852" y="3279931"/>
            <a:ext cx="3291840" cy="5312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Transudate or exudate?</a:t>
            </a:r>
          </a:p>
        </p:txBody>
      </p:sp>
      <p:sp>
        <p:nvSpPr>
          <p:cNvPr id="59" name="Case 2 - Specialized testing">
            <a:extLst>
              <a:ext uri="{FF2B5EF4-FFF2-40B4-BE49-F238E27FC236}">
                <a16:creationId xmlns:a16="http://schemas.microsoft.com/office/drawing/2014/main" id="{7BD292EC-B815-4842-9093-6BC02E5D1F34}"/>
              </a:ext>
            </a:extLst>
          </p:cNvPr>
          <p:cNvSpPr/>
          <p:nvPr/>
        </p:nvSpPr>
        <p:spPr>
          <a:xfrm>
            <a:off x="5134852" y="3904402"/>
            <a:ext cx="3291840" cy="1260201"/>
          </a:xfrm>
          <a:prstGeom prst="roundRect">
            <a:avLst>
              <a:gd name="adj" fmla="val 1111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Specialized testing?</a:t>
            </a:r>
          </a:p>
        </p:txBody>
      </p:sp>
      <p:sp>
        <p:nvSpPr>
          <p:cNvPr id="61" name="Case 2 - Transudate or exudate answer">
            <a:extLst>
              <a:ext uri="{FF2B5EF4-FFF2-40B4-BE49-F238E27FC236}">
                <a16:creationId xmlns:a16="http://schemas.microsoft.com/office/drawing/2014/main" id="{9C3B9BA3-DDB6-474E-8A4C-4378CF3FCEDA}"/>
              </a:ext>
            </a:extLst>
          </p:cNvPr>
          <p:cNvSpPr/>
          <p:nvPr/>
        </p:nvSpPr>
        <p:spPr>
          <a:xfrm>
            <a:off x="5134852" y="3265010"/>
            <a:ext cx="3291840" cy="556703"/>
          </a:xfrm>
          <a:prstGeom prst="roundRect">
            <a:avLst>
              <a:gd name="adj" fmla="val 1812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Exudate. Meets all 3 Light’s criteria. </a:t>
            </a:r>
          </a:p>
        </p:txBody>
      </p:sp>
      <p:sp>
        <p:nvSpPr>
          <p:cNvPr id="62" name="Case 2 - Special testing answer">
            <a:extLst>
              <a:ext uri="{FF2B5EF4-FFF2-40B4-BE49-F238E27FC236}">
                <a16:creationId xmlns:a16="http://schemas.microsoft.com/office/drawing/2014/main" id="{9B9824B1-3386-4E99-82AD-E7A187B53C19}"/>
              </a:ext>
            </a:extLst>
          </p:cNvPr>
          <p:cNvSpPr/>
          <p:nvPr/>
        </p:nvSpPr>
        <p:spPr>
          <a:xfrm>
            <a:off x="5134852" y="3898470"/>
            <a:ext cx="3291840" cy="1266133"/>
          </a:xfrm>
          <a:prstGeom prst="roundRect">
            <a:avLst>
              <a:gd name="adj" fmla="val 1221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needed.</a:t>
            </a:r>
          </a:p>
        </p:txBody>
      </p:sp>
      <p:sp>
        <p:nvSpPr>
          <p:cNvPr id="66" name="Diagnosis - case 2">
            <a:extLst>
              <a:ext uri="{FF2B5EF4-FFF2-40B4-BE49-F238E27FC236}">
                <a16:creationId xmlns:a16="http://schemas.microsoft.com/office/drawing/2014/main" id="{90ADF46F-28A0-4E47-88DB-15F68DD7BC30}"/>
              </a:ext>
            </a:extLst>
          </p:cNvPr>
          <p:cNvSpPr/>
          <p:nvPr/>
        </p:nvSpPr>
        <p:spPr>
          <a:xfrm>
            <a:off x="5134852" y="5987796"/>
            <a:ext cx="3291840" cy="68808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MANAGEMENT</a:t>
            </a:r>
          </a:p>
        </p:txBody>
      </p:sp>
      <p:sp>
        <p:nvSpPr>
          <p:cNvPr id="67" name="Diagnosis 2 answer">
            <a:extLst>
              <a:ext uri="{FF2B5EF4-FFF2-40B4-BE49-F238E27FC236}">
                <a16:creationId xmlns:a16="http://schemas.microsoft.com/office/drawing/2014/main" id="{33DC07EB-55FA-4BE3-82A3-43A080562DC1}"/>
              </a:ext>
            </a:extLst>
          </p:cNvPr>
          <p:cNvSpPr/>
          <p:nvPr/>
        </p:nvSpPr>
        <p:spPr>
          <a:xfrm>
            <a:off x="5134852" y="5987796"/>
            <a:ext cx="3291840" cy="6880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Antibiotics + drainage </a:t>
            </a:r>
            <a:r>
              <a:rPr lang="en-US" sz="1400" dirty="0">
                <a:solidFill>
                  <a:schemeClr val="tx1"/>
                </a:solidFill>
              </a:rPr>
              <a:t>of the loculated effusion (pigtail vs. chest tube). </a:t>
            </a:r>
            <a:r>
              <a:rPr lang="en-US" sz="1400" dirty="0" err="1">
                <a:solidFill>
                  <a:schemeClr val="tx1"/>
                </a:solidFill>
              </a:rPr>
              <a:t>tPA</a:t>
            </a:r>
            <a:r>
              <a:rPr lang="en-US" sz="1400" dirty="0">
                <a:solidFill>
                  <a:schemeClr val="tx1"/>
                </a:solidFill>
              </a:rPr>
              <a:t> may be used to help drainage.</a:t>
            </a:r>
          </a:p>
        </p:txBody>
      </p:sp>
      <p:sp>
        <p:nvSpPr>
          <p:cNvPr id="123" name="Case 2 - Diagnosis">
            <a:extLst>
              <a:ext uri="{FF2B5EF4-FFF2-40B4-BE49-F238E27FC236}">
                <a16:creationId xmlns:a16="http://schemas.microsoft.com/office/drawing/2014/main" id="{FCEF862D-0D24-4C1D-8334-C360D499D48E}"/>
              </a:ext>
            </a:extLst>
          </p:cNvPr>
          <p:cNvSpPr/>
          <p:nvPr/>
        </p:nvSpPr>
        <p:spPr>
          <a:xfrm>
            <a:off x="5134852" y="5302204"/>
            <a:ext cx="3291840" cy="5999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24" name="Case 2 - Diagnosis answer">
            <a:extLst>
              <a:ext uri="{FF2B5EF4-FFF2-40B4-BE49-F238E27FC236}">
                <a16:creationId xmlns:a16="http://schemas.microsoft.com/office/drawing/2014/main" id="{F9A67D47-BAA4-468B-922E-3E7E03F09531}"/>
              </a:ext>
            </a:extLst>
          </p:cNvPr>
          <p:cNvSpPr/>
          <p:nvPr/>
        </p:nvSpPr>
        <p:spPr>
          <a:xfrm>
            <a:off x="5134852" y="5263823"/>
            <a:ext cx="3291840" cy="6368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Complicated parapneumonic effusion</a:t>
            </a:r>
          </a:p>
        </p:txBody>
      </p:sp>
      <p:grpSp>
        <p:nvGrpSpPr>
          <p:cNvPr id="194" name="Case 1 info">
            <a:extLst>
              <a:ext uri="{FF2B5EF4-FFF2-40B4-BE49-F238E27FC236}">
                <a16:creationId xmlns:a16="http://schemas.microsoft.com/office/drawing/2014/main" id="{3C69564A-5F79-484F-A973-0AE769E366EC}"/>
              </a:ext>
            </a:extLst>
          </p:cNvPr>
          <p:cNvGrpSpPr/>
          <p:nvPr/>
        </p:nvGrpSpPr>
        <p:grpSpPr>
          <a:xfrm>
            <a:off x="1819139" y="663853"/>
            <a:ext cx="3117110" cy="2240707"/>
            <a:chOff x="275344" y="663853"/>
            <a:chExt cx="3572468" cy="2240707"/>
          </a:xfrm>
        </p:grpSpPr>
        <p:sp>
          <p:nvSpPr>
            <p:cNvPr id="149" name="Case 1 text">
              <a:extLst>
                <a:ext uri="{FF2B5EF4-FFF2-40B4-BE49-F238E27FC236}">
                  <a16:creationId xmlns:a16="http://schemas.microsoft.com/office/drawing/2014/main" id="{6ECAFA3C-6C7C-4F68-A711-1D2B267D97B7}"/>
                </a:ext>
              </a:extLst>
            </p:cNvPr>
            <p:cNvSpPr txBox="1"/>
            <p:nvPr/>
          </p:nvSpPr>
          <p:spPr>
            <a:xfrm>
              <a:off x="275344" y="663853"/>
              <a:ext cx="357246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46 </a:t>
              </a:r>
              <a:r>
                <a:rPr lang="en-US" sz="1400" dirty="0" err="1"/>
                <a:t>yo</a:t>
              </a:r>
              <a:r>
                <a:rPr lang="en-US" sz="1400" dirty="0"/>
                <a:t> presents with fevers, cough, and SOB. CXR shows a L sided consolidation and moderate pleural effusion. </a:t>
              </a:r>
            </a:p>
          </p:txBody>
        </p:sp>
        <p:sp>
          <p:nvSpPr>
            <p:cNvPr id="150" name="Case 1 - Cr, basic labs">
              <a:extLst>
                <a:ext uri="{FF2B5EF4-FFF2-40B4-BE49-F238E27FC236}">
                  <a16:creationId xmlns:a16="http://schemas.microsoft.com/office/drawing/2014/main" id="{B36F5F06-EC75-4A8C-8A17-D0AFFB1DE86D}"/>
                </a:ext>
              </a:extLst>
            </p:cNvPr>
            <p:cNvSpPr txBox="1"/>
            <p:nvPr/>
          </p:nvSpPr>
          <p:spPr>
            <a:xfrm>
              <a:off x="278757" y="1519565"/>
              <a:ext cx="24866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u="sng" dirty="0"/>
                <a:t>Pleural fluid studies</a:t>
              </a:r>
              <a:r>
                <a:rPr lang="en-US" sz="1400" dirty="0"/>
                <a:t> </a:t>
              </a:r>
            </a:p>
            <a:p>
              <a:r>
                <a:rPr lang="en-US" sz="1400" dirty="0"/>
                <a:t>Protein 3.5</a:t>
              </a:r>
            </a:p>
            <a:p>
              <a:r>
                <a:rPr lang="en-US" sz="1400" dirty="0"/>
                <a:t>LDH 76</a:t>
              </a:r>
            </a:p>
            <a:p>
              <a:r>
                <a:rPr lang="en-US" sz="1400" dirty="0"/>
                <a:t>pH 7.26</a:t>
              </a:r>
            </a:p>
            <a:p>
              <a:r>
                <a:rPr lang="en-US" sz="1400" dirty="0"/>
                <a:t>Gram stain: + PMNs</a:t>
              </a:r>
            </a:p>
            <a:p>
              <a:r>
                <a:rPr lang="en-US" sz="1400" dirty="0"/>
                <a:t>Cell count: 350 (88% PMNs)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067EADA-1827-48F4-A345-F1C6E0303EF8}"/>
                </a:ext>
              </a:extLst>
            </p:cNvPr>
            <p:cNvSpPr txBox="1"/>
            <p:nvPr/>
          </p:nvSpPr>
          <p:spPr>
            <a:xfrm>
              <a:off x="2025598" y="1714684"/>
              <a:ext cx="17552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Serum protein: 4.0</a:t>
              </a:r>
            </a:p>
            <a:p>
              <a:r>
                <a:rPr lang="en-US" sz="1400" dirty="0"/>
                <a:t>Serum LDH: 278</a:t>
              </a:r>
            </a:p>
          </p:txBody>
        </p:sp>
      </p:grpSp>
      <p:sp>
        <p:nvSpPr>
          <p:cNvPr id="115" name="Case1-  transudate or exudate">
            <a:extLst>
              <a:ext uri="{FF2B5EF4-FFF2-40B4-BE49-F238E27FC236}">
                <a16:creationId xmlns:a16="http://schemas.microsoft.com/office/drawing/2014/main" id="{7AC0DFC7-24DB-4951-A464-B3BC6696B678}"/>
              </a:ext>
            </a:extLst>
          </p:cNvPr>
          <p:cNvSpPr/>
          <p:nvPr/>
        </p:nvSpPr>
        <p:spPr>
          <a:xfrm>
            <a:off x="1766368" y="3290500"/>
            <a:ext cx="3108960" cy="5312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Transudate or exudate?</a:t>
            </a:r>
          </a:p>
        </p:txBody>
      </p:sp>
      <p:sp>
        <p:nvSpPr>
          <p:cNvPr id="116" name="Case 1 - Specialized testing">
            <a:extLst>
              <a:ext uri="{FF2B5EF4-FFF2-40B4-BE49-F238E27FC236}">
                <a16:creationId xmlns:a16="http://schemas.microsoft.com/office/drawing/2014/main" id="{C53CF826-ECAC-4A87-AD4B-80F90190ABDA}"/>
              </a:ext>
            </a:extLst>
          </p:cNvPr>
          <p:cNvSpPr/>
          <p:nvPr/>
        </p:nvSpPr>
        <p:spPr>
          <a:xfrm>
            <a:off x="1766368" y="3914971"/>
            <a:ext cx="3108960" cy="1260201"/>
          </a:xfrm>
          <a:prstGeom prst="roundRect">
            <a:avLst>
              <a:gd name="adj" fmla="val 1111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Specialized testing?</a:t>
            </a:r>
          </a:p>
        </p:txBody>
      </p:sp>
      <p:sp>
        <p:nvSpPr>
          <p:cNvPr id="117" name="Case 1 - Transudate or exudate answer">
            <a:extLst>
              <a:ext uri="{FF2B5EF4-FFF2-40B4-BE49-F238E27FC236}">
                <a16:creationId xmlns:a16="http://schemas.microsoft.com/office/drawing/2014/main" id="{DADA667D-509E-4E5A-8591-27FD689BE251}"/>
              </a:ext>
            </a:extLst>
          </p:cNvPr>
          <p:cNvSpPr/>
          <p:nvPr/>
        </p:nvSpPr>
        <p:spPr>
          <a:xfrm>
            <a:off x="1766368" y="3275579"/>
            <a:ext cx="3108960" cy="556703"/>
          </a:xfrm>
          <a:prstGeom prst="roundRect">
            <a:avLst>
              <a:gd name="adj" fmla="val 1812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Exudate. Meets &gt; 1 Light’s criteria (pleural: serum protein &gt; 0.5)</a:t>
            </a:r>
          </a:p>
        </p:txBody>
      </p:sp>
      <p:sp>
        <p:nvSpPr>
          <p:cNvPr id="118" name="Case 1 - Special testing answer">
            <a:extLst>
              <a:ext uri="{FF2B5EF4-FFF2-40B4-BE49-F238E27FC236}">
                <a16:creationId xmlns:a16="http://schemas.microsoft.com/office/drawing/2014/main" id="{836A84C2-6046-4F36-B922-9C374C594F78}"/>
              </a:ext>
            </a:extLst>
          </p:cNvPr>
          <p:cNvSpPr/>
          <p:nvPr/>
        </p:nvSpPr>
        <p:spPr>
          <a:xfrm>
            <a:off x="1766368" y="3909039"/>
            <a:ext cx="3108960" cy="1266133"/>
          </a:xfrm>
          <a:prstGeom prst="roundRect">
            <a:avLst>
              <a:gd name="adj" fmla="val 1221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needed.</a:t>
            </a:r>
          </a:p>
        </p:txBody>
      </p:sp>
      <p:sp>
        <p:nvSpPr>
          <p:cNvPr id="119" name="Case 1 - Tx">
            <a:extLst>
              <a:ext uri="{FF2B5EF4-FFF2-40B4-BE49-F238E27FC236}">
                <a16:creationId xmlns:a16="http://schemas.microsoft.com/office/drawing/2014/main" id="{1F2980F4-D419-43C2-9C34-C4F3862D4F62}"/>
              </a:ext>
            </a:extLst>
          </p:cNvPr>
          <p:cNvSpPr/>
          <p:nvPr/>
        </p:nvSpPr>
        <p:spPr>
          <a:xfrm>
            <a:off x="1766368" y="5998365"/>
            <a:ext cx="3108960" cy="68808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20" name="Diagnosis 1 answer">
            <a:extLst>
              <a:ext uri="{FF2B5EF4-FFF2-40B4-BE49-F238E27FC236}">
                <a16:creationId xmlns:a16="http://schemas.microsoft.com/office/drawing/2014/main" id="{E21D08E6-EBD6-45B8-85F2-2FCDD5A457F9}"/>
              </a:ext>
            </a:extLst>
          </p:cNvPr>
          <p:cNvSpPr/>
          <p:nvPr/>
        </p:nvSpPr>
        <p:spPr>
          <a:xfrm>
            <a:off x="1766368" y="5998365"/>
            <a:ext cx="3108960" cy="6880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Treatment of pneumonia</a:t>
            </a:r>
          </a:p>
        </p:txBody>
      </p:sp>
      <p:sp>
        <p:nvSpPr>
          <p:cNvPr id="121" name="Case 1 - Dx">
            <a:extLst>
              <a:ext uri="{FF2B5EF4-FFF2-40B4-BE49-F238E27FC236}">
                <a16:creationId xmlns:a16="http://schemas.microsoft.com/office/drawing/2014/main" id="{23FE8CB5-D406-4F2A-A4BA-FA251B99CBC2}"/>
              </a:ext>
            </a:extLst>
          </p:cNvPr>
          <p:cNvSpPr/>
          <p:nvPr/>
        </p:nvSpPr>
        <p:spPr>
          <a:xfrm>
            <a:off x="1766368" y="5312773"/>
            <a:ext cx="3108960" cy="5999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22" name="Case 1 - Diagnosis answer">
            <a:extLst>
              <a:ext uri="{FF2B5EF4-FFF2-40B4-BE49-F238E27FC236}">
                <a16:creationId xmlns:a16="http://schemas.microsoft.com/office/drawing/2014/main" id="{BABF9843-DE7A-43CA-A428-B1E3910FF4D7}"/>
              </a:ext>
            </a:extLst>
          </p:cNvPr>
          <p:cNvSpPr/>
          <p:nvPr/>
        </p:nvSpPr>
        <p:spPr>
          <a:xfrm>
            <a:off x="1766368" y="5274392"/>
            <a:ext cx="3108960" cy="6368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Uncomplicated parapneumonic effusion</a:t>
            </a:r>
          </a:p>
        </p:txBody>
      </p:sp>
      <p:grpSp>
        <p:nvGrpSpPr>
          <p:cNvPr id="129" name="Case 2 info">
            <a:extLst>
              <a:ext uri="{FF2B5EF4-FFF2-40B4-BE49-F238E27FC236}">
                <a16:creationId xmlns:a16="http://schemas.microsoft.com/office/drawing/2014/main" id="{92285465-51DB-4AD5-9A61-CBE833FC22FD}"/>
              </a:ext>
            </a:extLst>
          </p:cNvPr>
          <p:cNvGrpSpPr/>
          <p:nvPr/>
        </p:nvGrpSpPr>
        <p:grpSpPr>
          <a:xfrm>
            <a:off x="5128189" y="663853"/>
            <a:ext cx="3344436" cy="2510544"/>
            <a:chOff x="292294" y="663853"/>
            <a:chExt cx="3555518" cy="2510544"/>
          </a:xfrm>
        </p:grpSpPr>
        <p:sp>
          <p:nvSpPr>
            <p:cNvPr id="134" name="Case 1 text">
              <a:extLst>
                <a:ext uri="{FF2B5EF4-FFF2-40B4-BE49-F238E27FC236}">
                  <a16:creationId xmlns:a16="http://schemas.microsoft.com/office/drawing/2014/main" id="{1DFC532C-59C3-4C47-953D-3C447B523C3A}"/>
                </a:ext>
              </a:extLst>
            </p:cNvPr>
            <p:cNvSpPr txBox="1"/>
            <p:nvPr/>
          </p:nvSpPr>
          <p:spPr>
            <a:xfrm>
              <a:off x="322272" y="663853"/>
              <a:ext cx="352554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72 </a:t>
              </a:r>
              <a:r>
                <a:rPr lang="en-US" sz="1400" dirty="0" err="1"/>
                <a:t>yo</a:t>
              </a:r>
              <a:r>
                <a:rPr lang="en-US" sz="1400" dirty="0"/>
                <a:t> with a prior CVA and chronic aspiration presents with generalized weakness, chest pain and cough. CT scan shows a loculated R sided effusion with septations and RLL consolidation. </a:t>
              </a:r>
            </a:p>
          </p:txBody>
        </p:sp>
        <p:sp>
          <p:nvSpPr>
            <p:cNvPr id="135" name="Case 1 - Cr, basic labs">
              <a:extLst>
                <a:ext uri="{FF2B5EF4-FFF2-40B4-BE49-F238E27FC236}">
                  <a16:creationId xmlns:a16="http://schemas.microsoft.com/office/drawing/2014/main" id="{D3D89F41-62D5-40F0-BD65-7A441D1713E7}"/>
                </a:ext>
              </a:extLst>
            </p:cNvPr>
            <p:cNvSpPr txBox="1"/>
            <p:nvPr/>
          </p:nvSpPr>
          <p:spPr>
            <a:xfrm>
              <a:off x="292294" y="1789402"/>
              <a:ext cx="24866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u="sng" dirty="0"/>
                <a:t>Pleural fluid studies</a:t>
              </a:r>
              <a:r>
                <a:rPr lang="en-US" sz="1400" dirty="0"/>
                <a:t> </a:t>
              </a:r>
            </a:p>
            <a:p>
              <a:r>
                <a:rPr lang="en-US" sz="1400" dirty="0"/>
                <a:t>Protein 3.5</a:t>
              </a:r>
            </a:p>
            <a:p>
              <a:r>
                <a:rPr lang="en-US" sz="1400" dirty="0"/>
                <a:t>LDH 356</a:t>
              </a:r>
            </a:p>
            <a:p>
              <a:r>
                <a:rPr lang="en-US" sz="1400" dirty="0"/>
                <a:t>pH 7.16</a:t>
              </a:r>
            </a:p>
            <a:p>
              <a:r>
                <a:rPr lang="en-US" sz="1400" dirty="0"/>
                <a:t>Gram stain: + PMNs</a:t>
              </a:r>
            </a:p>
            <a:p>
              <a:r>
                <a:rPr lang="en-US" sz="1400" dirty="0"/>
                <a:t>Cell count: 980 (90% PMNs)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9B16746-69C1-41D3-B412-5A8AF701E8B1}"/>
                </a:ext>
              </a:extLst>
            </p:cNvPr>
            <p:cNvSpPr txBox="1"/>
            <p:nvPr/>
          </p:nvSpPr>
          <p:spPr>
            <a:xfrm>
              <a:off x="2124453" y="2012072"/>
              <a:ext cx="16778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Serum protein: 3.5</a:t>
              </a:r>
            </a:p>
            <a:p>
              <a:r>
                <a:rPr lang="en-US" sz="1400" dirty="0"/>
                <a:t>Serum LDH: 278</a:t>
              </a:r>
            </a:p>
          </p:txBody>
        </p:sp>
      </p:grpSp>
      <p:sp>
        <p:nvSpPr>
          <p:cNvPr id="139" name="Case 3-  transudate or exudate">
            <a:extLst>
              <a:ext uri="{FF2B5EF4-FFF2-40B4-BE49-F238E27FC236}">
                <a16:creationId xmlns:a16="http://schemas.microsoft.com/office/drawing/2014/main" id="{2246EAF1-7014-449C-934E-4245956277A6}"/>
              </a:ext>
            </a:extLst>
          </p:cNvPr>
          <p:cNvSpPr/>
          <p:nvPr/>
        </p:nvSpPr>
        <p:spPr>
          <a:xfrm>
            <a:off x="8735834" y="3279931"/>
            <a:ext cx="3291840" cy="5312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Transudate or exudate?</a:t>
            </a:r>
          </a:p>
        </p:txBody>
      </p:sp>
      <p:sp>
        <p:nvSpPr>
          <p:cNvPr id="140" name="Case 3 - Specialized testing">
            <a:extLst>
              <a:ext uri="{FF2B5EF4-FFF2-40B4-BE49-F238E27FC236}">
                <a16:creationId xmlns:a16="http://schemas.microsoft.com/office/drawing/2014/main" id="{69489151-7CEF-4DA1-8E69-C3B1B8E2C263}"/>
              </a:ext>
            </a:extLst>
          </p:cNvPr>
          <p:cNvSpPr/>
          <p:nvPr/>
        </p:nvSpPr>
        <p:spPr>
          <a:xfrm>
            <a:off x="8735834" y="3892751"/>
            <a:ext cx="3291840" cy="1260201"/>
          </a:xfrm>
          <a:prstGeom prst="roundRect">
            <a:avLst>
              <a:gd name="adj" fmla="val 1111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Specialized testing?</a:t>
            </a:r>
          </a:p>
        </p:txBody>
      </p:sp>
      <p:sp>
        <p:nvSpPr>
          <p:cNvPr id="141" name="Case 3 - Transudate or exudate answer">
            <a:extLst>
              <a:ext uri="{FF2B5EF4-FFF2-40B4-BE49-F238E27FC236}">
                <a16:creationId xmlns:a16="http://schemas.microsoft.com/office/drawing/2014/main" id="{1043C163-49C4-47E0-8C50-83E2CC886079}"/>
              </a:ext>
            </a:extLst>
          </p:cNvPr>
          <p:cNvSpPr/>
          <p:nvPr/>
        </p:nvSpPr>
        <p:spPr>
          <a:xfrm>
            <a:off x="8735834" y="3265010"/>
            <a:ext cx="3291840" cy="556703"/>
          </a:xfrm>
          <a:prstGeom prst="roundRect">
            <a:avLst>
              <a:gd name="adj" fmla="val 1812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Exudate. Meets &gt; 1 light’s criteria (</a:t>
            </a:r>
            <a:r>
              <a:rPr lang="en-US" sz="1400" dirty="0">
                <a:sym typeface="Wingdings" panose="05000000000000000000" pitchFamily="2" charset="2"/>
              </a:rPr>
              <a:t></a:t>
            </a:r>
            <a:r>
              <a:rPr lang="en-US" sz="1400" dirty="0"/>
              <a:t> pleural: serum protein and LDH ratios).</a:t>
            </a:r>
          </a:p>
        </p:txBody>
      </p:sp>
      <p:sp>
        <p:nvSpPr>
          <p:cNvPr id="142" name="Case 3 - Special testing answer">
            <a:extLst>
              <a:ext uri="{FF2B5EF4-FFF2-40B4-BE49-F238E27FC236}">
                <a16:creationId xmlns:a16="http://schemas.microsoft.com/office/drawing/2014/main" id="{0B9D7F7D-F6E5-4541-9847-A0658399A600}"/>
              </a:ext>
            </a:extLst>
          </p:cNvPr>
          <p:cNvSpPr/>
          <p:nvPr/>
        </p:nvSpPr>
        <p:spPr>
          <a:xfrm>
            <a:off x="8735834" y="3886819"/>
            <a:ext cx="3291840" cy="1266133"/>
          </a:xfrm>
          <a:prstGeom prst="roundRect">
            <a:avLst>
              <a:gd name="adj" fmla="val 1221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Cytology: negative</a:t>
            </a:r>
          </a:p>
          <a:p>
            <a:pPr algn="ctr"/>
            <a:r>
              <a:rPr lang="en-US" sz="1400" i="1" dirty="0"/>
              <a:t>Teaching point: </a:t>
            </a:r>
            <a:r>
              <a:rPr lang="en-US" sz="1400" dirty="0"/>
              <a:t>In effusions of uncertain etiology, send cytology as part of the initial work-up (British Thoracic Society guidelines)</a:t>
            </a:r>
          </a:p>
        </p:txBody>
      </p:sp>
      <p:sp>
        <p:nvSpPr>
          <p:cNvPr id="143" name="Diagnosis - case 3">
            <a:extLst>
              <a:ext uri="{FF2B5EF4-FFF2-40B4-BE49-F238E27FC236}">
                <a16:creationId xmlns:a16="http://schemas.microsoft.com/office/drawing/2014/main" id="{983DED39-CB15-4B28-A914-301A3F7E0847}"/>
              </a:ext>
            </a:extLst>
          </p:cNvPr>
          <p:cNvSpPr/>
          <p:nvPr/>
        </p:nvSpPr>
        <p:spPr>
          <a:xfrm>
            <a:off x="8735834" y="5976145"/>
            <a:ext cx="3291840" cy="68808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MANAGEMENT</a:t>
            </a:r>
          </a:p>
        </p:txBody>
      </p:sp>
      <p:sp>
        <p:nvSpPr>
          <p:cNvPr id="144" name="Diagnosis 3 answer">
            <a:extLst>
              <a:ext uri="{FF2B5EF4-FFF2-40B4-BE49-F238E27FC236}">
                <a16:creationId xmlns:a16="http://schemas.microsoft.com/office/drawing/2014/main" id="{0269221E-D301-4C13-8F9B-88F521780F12}"/>
              </a:ext>
            </a:extLst>
          </p:cNvPr>
          <p:cNvSpPr/>
          <p:nvPr/>
        </p:nvSpPr>
        <p:spPr>
          <a:xfrm>
            <a:off x="8735834" y="5976145"/>
            <a:ext cx="3291840" cy="6880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Repeat thoracentesis.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Repeat thoracentesis. </a:t>
            </a:r>
            <a:r>
              <a:rPr lang="en-US" sz="1400" dirty="0">
                <a:solidFill>
                  <a:schemeClr val="tx1"/>
                </a:solidFill>
              </a:rPr>
              <a:t>When looking for a malignant effusion, sending serial thoracenteses increases the sensitivity. 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8" name="Case 3 - Diagnosis">
            <a:extLst>
              <a:ext uri="{FF2B5EF4-FFF2-40B4-BE49-F238E27FC236}">
                <a16:creationId xmlns:a16="http://schemas.microsoft.com/office/drawing/2014/main" id="{7D03E130-0C36-4AF2-96C9-99E985FB52A7}"/>
              </a:ext>
            </a:extLst>
          </p:cNvPr>
          <p:cNvSpPr/>
          <p:nvPr/>
        </p:nvSpPr>
        <p:spPr>
          <a:xfrm>
            <a:off x="8735834" y="5290553"/>
            <a:ext cx="3291840" cy="5999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65" name="Case 3 - Diagnosis answer">
            <a:extLst>
              <a:ext uri="{FF2B5EF4-FFF2-40B4-BE49-F238E27FC236}">
                <a16:creationId xmlns:a16="http://schemas.microsoft.com/office/drawing/2014/main" id="{FAF29EE7-2778-41C7-9BE2-770DF8B0C921}"/>
              </a:ext>
            </a:extLst>
          </p:cNvPr>
          <p:cNvSpPr/>
          <p:nvPr/>
        </p:nvSpPr>
        <p:spPr>
          <a:xfrm>
            <a:off x="8735834" y="5252172"/>
            <a:ext cx="3291840" cy="6368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Likely malignant effusion</a:t>
            </a:r>
          </a:p>
        </p:txBody>
      </p:sp>
      <p:grpSp>
        <p:nvGrpSpPr>
          <p:cNvPr id="166" name="Case 3 info">
            <a:extLst>
              <a:ext uri="{FF2B5EF4-FFF2-40B4-BE49-F238E27FC236}">
                <a16:creationId xmlns:a16="http://schemas.microsoft.com/office/drawing/2014/main" id="{458D6F39-0771-4FA3-B9CB-D694B07E1BA1}"/>
              </a:ext>
            </a:extLst>
          </p:cNvPr>
          <p:cNvGrpSpPr/>
          <p:nvPr/>
        </p:nvGrpSpPr>
        <p:grpSpPr>
          <a:xfrm>
            <a:off x="8714622" y="676661"/>
            <a:ext cx="3343197" cy="2336788"/>
            <a:chOff x="275344" y="663853"/>
            <a:chExt cx="3572468" cy="2336788"/>
          </a:xfrm>
        </p:grpSpPr>
        <p:sp>
          <p:nvSpPr>
            <p:cNvPr id="168" name="Case 1 text">
              <a:extLst>
                <a:ext uri="{FF2B5EF4-FFF2-40B4-BE49-F238E27FC236}">
                  <a16:creationId xmlns:a16="http://schemas.microsoft.com/office/drawing/2014/main" id="{51C3A179-C45E-4459-BBD2-8313D34A5485}"/>
                </a:ext>
              </a:extLst>
            </p:cNvPr>
            <p:cNvSpPr txBox="1"/>
            <p:nvPr/>
          </p:nvSpPr>
          <p:spPr>
            <a:xfrm>
              <a:off x="275344" y="663853"/>
              <a:ext cx="357246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82 </a:t>
              </a:r>
              <a:r>
                <a:rPr lang="en-US" sz="1400" dirty="0" err="1"/>
                <a:t>yo</a:t>
              </a:r>
              <a:r>
                <a:rPr lang="en-US" sz="1400" dirty="0"/>
                <a:t> with metastatic breast cancer presents with new onset SOB. CXR shows near opacification of the L hemithorax. Therapeutic thoracentesis is done. </a:t>
              </a:r>
            </a:p>
          </p:txBody>
        </p:sp>
        <p:sp>
          <p:nvSpPr>
            <p:cNvPr id="170" name="Case 1 - Cr, basic labs">
              <a:extLst>
                <a:ext uri="{FF2B5EF4-FFF2-40B4-BE49-F238E27FC236}">
                  <a16:creationId xmlns:a16="http://schemas.microsoft.com/office/drawing/2014/main" id="{B6DF867E-5A8A-40B7-8B27-58A76C706CFD}"/>
                </a:ext>
              </a:extLst>
            </p:cNvPr>
            <p:cNvSpPr txBox="1"/>
            <p:nvPr/>
          </p:nvSpPr>
          <p:spPr>
            <a:xfrm>
              <a:off x="275344" y="1615646"/>
              <a:ext cx="313916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u="sng" dirty="0"/>
                <a:t>Pleural fluid studies</a:t>
              </a:r>
              <a:r>
                <a:rPr lang="en-US" sz="1400" dirty="0"/>
                <a:t> </a:t>
              </a:r>
            </a:p>
            <a:p>
              <a:r>
                <a:rPr lang="en-US" sz="1400" dirty="0"/>
                <a:t>Protein 2.1</a:t>
              </a:r>
            </a:p>
            <a:p>
              <a:r>
                <a:rPr lang="en-US" sz="1400" dirty="0"/>
                <a:t>LDH 156</a:t>
              </a:r>
            </a:p>
            <a:p>
              <a:r>
                <a:rPr lang="en-US" sz="1400" dirty="0"/>
                <a:t>pH 7.46</a:t>
              </a:r>
            </a:p>
            <a:p>
              <a:r>
                <a:rPr lang="en-US" sz="1400" dirty="0"/>
                <a:t>Gram stain: + none</a:t>
              </a:r>
            </a:p>
            <a:p>
              <a:r>
                <a:rPr lang="en-US" sz="1400" dirty="0"/>
                <a:t>Cell count: 580 (80% lymphocytes)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81D320C-683B-4102-817B-A15ED16BFFDA}"/>
                </a:ext>
              </a:extLst>
            </p:cNvPr>
            <p:cNvSpPr txBox="1"/>
            <p:nvPr/>
          </p:nvSpPr>
          <p:spPr>
            <a:xfrm>
              <a:off x="2012612" y="1820724"/>
              <a:ext cx="17076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Serum protein: 2.5</a:t>
              </a:r>
            </a:p>
            <a:p>
              <a:r>
                <a:rPr lang="en-US" sz="1400" dirty="0"/>
                <a:t>Serum LDH: 278</a:t>
              </a:r>
            </a:p>
          </p:txBody>
        </p:sp>
      </p:grpSp>
      <p:sp>
        <p:nvSpPr>
          <p:cNvPr id="46" name="Objective 1">
            <a:hlinkClick r:id="rId3" action="ppaction://hlinksldjump"/>
            <a:extLst>
              <a:ext uri="{FF2B5EF4-FFF2-40B4-BE49-F238E27FC236}">
                <a16:creationId xmlns:a16="http://schemas.microsoft.com/office/drawing/2014/main" id="{5A2C2113-5210-467E-977B-6A5A1579E95D}"/>
              </a:ext>
            </a:extLst>
          </p:cNvPr>
          <p:cNvSpPr/>
          <p:nvPr/>
        </p:nvSpPr>
        <p:spPr>
          <a:xfrm>
            <a:off x="128017" y="146304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47" name="Objective 2">
            <a:hlinkClick r:id="rId4" action="ppaction://hlinksldjump"/>
            <a:extLst>
              <a:ext uri="{FF2B5EF4-FFF2-40B4-BE49-F238E27FC236}">
                <a16:creationId xmlns:a16="http://schemas.microsoft.com/office/drawing/2014/main" id="{99CC04EA-F137-489E-BE72-6F37982F49B9}"/>
              </a:ext>
            </a:extLst>
          </p:cNvPr>
          <p:cNvSpPr/>
          <p:nvPr/>
        </p:nvSpPr>
        <p:spPr>
          <a:xfrm>
            <a:off x="128016" y="634256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</a:t>
            </a:r>
          </a:p>
        </p:txBody>
      </p:sp>
      <p:sp>
        <p:nvSpPr>
          <p:cNvPr id="48" name="Objective 3">
            <a:hlinkClick r:id="rId5" action="ppaction://hlinksldjump"/>
            <a:extLst>
              <a:ext uri="{FF2B5EF4-FFF2-40B4-BE49-F238E27FC236}">
                <a16:creationId xmlns:a16="http://schemas.microsoft.com/office/drawing/2014/main" id="{0A57C541-6515-493F-BCF8-BEE820CA92CA}"/>
              </a:ext>
            </a:extLst>
          </p:cNvPr>
          <p:cNvSpPr/>
          <p:nvPr/>
        </p:nvSpPr>
        <p:spPr>
          <a:xfrm>
            <a:off x="139789" y="1122208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Management </a:t>
            </a:r>
          </a:p>
        </p:txBody>
      </p:sp>
      <p:sp>
        <p:nvSpPr>
          <p:cNvPr id="49" name="Objective 3">
            <a:hlinkClick r:id="rId6" action="ppaction://hlinksldjump"/>
            <a:extLst>
              <a:ext uri="{FF2B5EF4-FFF2-40B4-BE49-F238E27FC236}">
                <a16:creationId xmlns:a16="http://schemas.microsoft.com/office/drawing/2014/main" id="{4CBF6080-B065-4860-A286-36F8F4858DCD}"/>
              </a:ext>
            </a:extLst>
          </p:cNvPr>
          <p:cNvSpPr/>
          <p:nvPr/>
        </p:nvSpPr>
        <p:spPr>
          <a:xfrm>
            <a:off x="139789" y="1610160"/>
            <a:ext cx="1554480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50" name="Graphic 49" descr="Cursor">
            <a:extLst>
              <a:ext uri="{FF2B5EF4-FFF2-40B4-BE49-F238E27FC236}">
                <a16:creationId xmlns:a16="http://schemas.microsoft.com/office/drawing/2014/main" id="{ED656BAC-4124-4FDC-A5F6-1F2B84ABE8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681" y="383766"/>
            <a:ext cx="301752" cy="301752"/>
          </a:xfrm>
          <a:prstGeom prst="rect">
            <a:avLst/>
          </a:prstGeom>
        </p:spPr>
      </p:pic>
      <p:pic>
        <p:nvPicPr>
          <p:cNvPr id="51" name="Graphic 50" descr="Cursor">
            <a:extLst>
              <a:ext uri="{FF2B5EF4-FFF2-40B4-BE49-F238E27FC236}">
                <a16:creationId xmlns:a16="http://schemas.microsoft.com/office/drawing/2014/main" id="{CC25FF23-347F-46A7-906E-5D2BE25C1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681" y="865239"/>
            <a:ext cx="301752" cy="301752"/>
          </a:xfrm>
          <a:prstGeom prst="rect">
            <a:avLst/>
          </a:prstGeom>
        </p:spPr>
      </p:pic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78A7C3ED-3AFA-497C-A674-9FAA368540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4681" y="1365169"/>
            <a:ext cx="301752" cy="301752"/>
          </a:xfrm>
          <a:prstGeom prst="rect">
            <a:avLst/>
          </a:prstGeom>
        </p:spPr>
      </p:pic>
      <p:sp>
        <p:nvSpPr>
          <p:cNvPr id="147" name="Objective 2">
            <a:hlinkClick r:id="rId9" action="ppaction://hlinksldjump"/>
            <a:extLst>
              <a:ext uri="{FF2B5EF4-FFF2-40B4-BE49-F238E27FC236}">
                <a16:creationId xmlns:a16="http://schemas.microsoft.com/office/drawing/2014/main" id="{9B8C89FA-00EC-472C-9DEF-802E46A80ED1}"/>
              </a:ext>
            </a:extLst>
          </p:cNvPr>
          <p:cNvSpPr/>
          <p:nvPr/>
        </p:nvSpPr>
        <p:spPr>
          <a:xfrm>
            <a:off x="139789" y="6108700"/>
            <a:ext cx="1554480" cy="5682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Bonus information</a:t>
            </a:r>
          </a:p>
        </p:txBody>
      </p:sp>
      <p:pic>
        <p:nvPicPr>
          <p:cNvPr id="151" name="Graphic 150" descr="Cursor">
            <a:extLst>
              <a:ext uri="{FF2B5EF4-FFF2-40B4-BE49-F238E27FC236}">
                <a16:creationId xmlns:a16="http://schemas.microsoft.com/office/drawing/2014/main" id="{AC2F77F8-2A2C-4FE5-A247-96C5946117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6454" y="6542139"/>
            <a:ext cx="301752" cy="301752"/>
          </a:xfrm>
          <a:prstGeom prst="rect">
            <a:avLst/>
          </a:prstGeom>
        </p:spPr>
      </p:pic>
      <p:pic>
        <p:nvPicPr>
          <p:cNvPr id="152" name="Graphic 151" descr="Cursor">
            <a:extLst>
              <a:ext uri="{FF2B5EF4-FFF2-40B4-BE49-F238E27FC236}">
                <a16:creationId xmlns:a16="http://schemas.microsoft.com/office/drawing/2014/main" id="{FD130793-76A7-4A73-BD57-D1094A4CFF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6740" y="433790"/>
            <a:ext cx="301752" cy="301752"/>
          </a:xfrm>
          <a:prstGeom prst="rect">
            <a:avLst/>
          </a:prstGeom>
        </p:spPr>
      </p:pic>
      <p:pic>
        <p:nvPicPr>
          <p:cNvPr id="153" name="Graphic 152" descr="Cursor">
            <a:extLst>
              <a:ext uri="{FF2B5EF4-FFF2-40B4-BE49-F238E27FC236}">
                <a16:creationId xmlns:a16="http://schemas.microsoft.com/office/drawing/2014/main" id="{B72D7C90-A577-4FEC-96D7-DCDEF2ED17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4012" y="433790"/>
            <a:ext cx="301752" cy="301752"/>
          </a:xfrm>
          <a:prstGeom prst="rect">
            <a:avLst/>
          </a:prstGeom>
        </p:spPr>
      </p:pic>
      <p:pic>
        <p:nvPicPr>
          <p:cNvPr id="154" name="Graphic 153" descr="Cursor">
            <a:extLst>
              <a:ext uri="{FF2B5EF4-FFF2-40B4-BE49-F238E27FC236}">
                <a16:creationId xmlns:a16="http://schemas.microsoft.com/office/drawing/2014/main" id="{68914ADC-36B9-49AD-B7E4-5C657F86C2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60717" y="433790"/>
            <a:ext cx="301752" cy="301752"/>
          </a:xfrm>
          <a:prstGeom prst="rect">
            <a:avLst/>
          </a:prstGeom>
        </p:spPr>
      </p:pic>
      <p:pic>
        <p:nvPicPr>
          <p:cNvPr id="158" name="Graphic 157" descr="Cursor">
            <a:extLst>
              <a:ext uri="{FF2B5EF4-FFF2-40B4-BE49-F238E27FC236}">
                <a16:creationId xmlns:a16="http://schemas.microsoft.com/office/drawing/2014/main" id="{7D3C80B5-A27D-4BC7-9A6F-343C1FE331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1965" y="3670837"/>
            <a:ext cx="301752" cy="301752"/>
          </a:xfrm>
          <a:prstGeom prst="rect">
            <a:avLst/>
          </a:prstGeom>
        </p:spPr>
      </p:pic>
      <p:pic>
        <p:nvPicPr>
          <p:cNvPr id="159" name="Graphic 158" descr="Cursor">
            <a:extLst>
              <a:ext uri="{FF2B5EF4-FFF2-40B4-BE49-F238E27FC236}">
                <a16:creationId xmlns:a16="http://schemas.microsoft.com/office/drawing/2014/main" id="{F728286B-4C8E-4790-9510-386151A403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5976" y="3685701"/>
            <a:ext cx="301752" cy="301752"/>
          </a:xfrm>
          <a:prstGeom prst="rect">
            <a:avLst/>
          </a:prstGeom>
        </p:spPr>
      </p:pic>
      <p:pic>
        <p:nvPicPr>
          <p:cNvPr id="160" name="Graphic 159" descr="Cursor">
            <a:extLst>
              <a:ext uri="{FF2B5EF4-FFF2-40B4-BE49-F238E27FC236}">
                <a16:creationId xmlns:a16="http://schemas.microsoft.com/office/drawing/2014/main" id="{C1564E6B-4309-467D-BD9F-D96209695F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6975" y="3681833"/>
            <a:ext cx="301752" cy="301752"/>
          </a:xfrm>
          <a:prstGeom prst="rect">
            <a:avLst/>
          </a:prstGeom>
        </p:spPr>
      </p:pic>
      <p:pic>
        <p:nvPicPr>
          <p:cNvPr id="161" name="Graphic 160" descr="Cursor">
            <a:extLst>
              <a:ext uri="{FF2B5EF4-FFF2-40B4-BE49-F238E27FC236}">
                <a16:creationId xmlns:a16="http://schemas.microsoft.com/office/drawing/2014/main" id="{70A3741D-D56E-4B43-BEE5-03E92A0A1A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1965" y="4987269"/>
            <a:ext cx="301752" cy="301752"/>
          </a:xfrm>
          <a:prstGeom prst="rect">
            <a:avLst/>
          </a:prstGeom>
        </p:spPr>
      </p:pic>
      <p:pic>
        <p:nvPicPr>
          <p:cNvPr id="162" name="Graphic 161" descr="Cursor">
            <a:extLst>
              <a:ext uri="{FF2B5EF4-FFF2-40B4-BE49-F238E27FC236}">
                <a16:creationId xmlns:a16="http://schemas.microsoft.com/office/drawing/2014/main" id="{47E7A8AB-3F3D-4EB7-B13A-CE639742A9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5976" y="5002133"/>
            <a:ext cx="301752" cy="301752"/>
          </a:xfrm>
          <a:prstGeom prst="rect">
            <a:avLst/>
          </a:prstGeom>
        </p:spPr>
      </p:pic>
      <p:pic>
        <p:nvPicPr>
          <p:cNvPr id="163" name="Graphic 162" descr="Cursor">
            <a:extLst>
              <a:ext uri="{FF2B5EF4-FFF2-40B4-BE49-F238E27FC236}">
                <a16:creationId xmlns:a16="http://schemas.microsoft.com/office/drawing/2014/main" id="{4831F520-F7CA-4B3D-A302-9B3097BF77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6975" y="4985565"/>
            <a:ext cx="301752" cy="301752"/>
          </a:xfrm>
          <a:prstGeom prst="rect">
            <a:avLst/>
          </a:prstGeom>
        </p:spPr>
      </p:pic>
      <p:pic>
        <p:nvPicPr>
          <p:cNvPr id="172" name="Graphic 171" descr="Cursor">
            <a:extLst>
              <a:ext uri="{FF2B5EF4-FFF2-40B4-BE49-F238E27FC236}">
                <a16:creationId xmlns:a16="http://schemas.microsoft.com/office/drawing/2014/main" id="{E9238215-5E75-4072-9CCF-C3029F6204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1965" y="5775420"/>
            <a:ext cx="301752" cy="301752"/>
          </a:xfrm>
          <a:prstGeom prst="rect">
            <a:avLst/>
          </a:prstGeom>
        </p:spPr>
      </p:pic>
      <p:pic>
        <p:nvPicPr>
          <p:cNvPr id="173" name="Graphic 172" descr="Cursor">
            <a:extLst>
              <a:ext uri="{FF2B5EF4-FFF2-40B4-BE49-F238E27FC236}">
                <a16:creationId xmlns:a16="http://schemas.microsoft.com/office/drawing/2014/main" id="{B0365B33-27D5-4C0B-9C37-9454ADB941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5976" y="5764884"/>
            <a:ext cx="301752" cy="301752"/>
          </a:xfrm>
          <a:prstGeom prst="rect">
            <a:avLst/>
          </a:prstGeom>
        </p:spPr>
      </p:pic>
      <p:pic>
        <p:nvPicPr>
          <p:cNvPr id="174" name="Graphic 173" descr="Cursor">
            <a:extLst>
              <a:ext uri="{FF2B5EF4-FFF2-40B4-BE49-F238E27FC236}">
                <a16:creationId xmlns:a16="http://schemas.microsoft.com/office/drawing/2014/main" id="{E87C6E03-ED60-46EF-9D5A-8839055BCA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6975" y="5761016"/>
            <a:ext cx="301752" cy="301752"/>
          </a:xfrm>
          <a:prstGeom prst="rect">
            <a:avLst/>
          </a:prstGeom>
        </p:spPr>
      </p:pic>
      <p:pic>
        <p:nvPicPr>
          <p:cNvPr id="175" name="Graphic 174" descr="Cursor">
            <a:extLst>
              <a:ext uri="{FF2B5EF4-FFF2-40B4-BE49-F238E27FC236}">
                <a16:creationId xmlns:a16="http://schemas.microsoft.com/office/drawing/2014/main" id="{02BF91F2-271B-4D59-B3C8-5E8854FFDC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1965" y="6532437"/>
            <a:ext cx="301752" cy="301752"/>
          </a:xfrm>
          <a:prstGeom prst="rect">
            <a:avLst/>
          </a:prstGeom>
        </p:spPr>
      </p:pic>
      <p:pic>
        <p:nvPicPr>
          <p:cNvPr id="176" name="Graphic 175" descr="Cursor">
            <a:extLst>
              <a:ext uri="{FF2B5EF4-FFF2-40B4-BE49-F238E27FC236}">
                <a16:creationId xmlns:a16="http://schemas.microsoft.com/office/drawing/2014/main" id="{84D37CC5-AE4C-4472-BA08-A6618368F8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5976" y="6547301"/>
            <a:ext cx="301752" cy="301752"/>
          </a:xfrm>
          <a:prstGeom prst="rect">
            <a:avLst/>
          </a:prstGeom>
        </p:spPr>
      </p:pic>
      <p:pic>
        <p:nvPicPr>
          <p:cNvPr id="177" name="Graphic 176" descr="Cursor">
            <a:extLst>
              <a:ext uri="{FF2B5EF4-FFF2-40B4-BE49-F238E27FC236}">
                <a16:creationId xmlns:a16="http://schemas.microsoft.com/office/drawing/2014/main" id="{42CCD4BE-3C7D-418B-987B-0AB269B5B5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6975" y="654343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5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</p:childTnLst>
        </p:cTn>
      </p:par>
    </p:tnLst>
    <p:bldLst>
      <p:bldP spid="56" grpId="0" animBg="1"/>
      <p:bldP spid="59" grpId="0" animBg="1"/>
      <p:bldP spid="61" grpId="0" animBg="1"/>
      <p:bldP spid="62" grpId="0" animBg="1"/>
      <p:bldP spid="66" grpId="0" animBg="1"/>
      <p:bldP spid="67" grpId="0" animBg="1"/>
      <p:bldP spid="123" grpId="0" animBg="1"/>
      <p:bldP spid="12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8" grpId="0" animBg="1"/>
      <p:bldP spid="1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27CA7C-AF88-485F-9ECD-CEE3DACF926C}"/>
              </a:ext>
            </a:extLst>
          </p:cNvPr>
          <p:cNvSpPr txBox="1"/>
          <p:nvPr/>
        </p:nvSpPr>
        <p:spPr>
          <a:xfrm>
            <a:off x="2886158" y="235866"/>
            <a:ext cx="2323813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Pleural studies</a:t>
            </a:r>
          </a:p>
        </p:txBody>
      </p:sp>
      <p:sp>
        <p:nvSpPr>
          <p:cNvPr id="6" name="Protein/LDH">
            <a:extLst>
              <a:ext uri="{FF2B5EF4-FFF2-40B4-BE49-F238E27FC236}">
                <a16:creationId xmlns:a16="http://schemas.microsoft.com/office/drawing/2014/main" id="{5A8A16BF-CD6C-4CBB-A8A7-33800460AAC0}"/>
              </a:ext>
            </a:extLst>
          </p:cNvPr>
          <p:cNvSpPr txBox="1"/>
          <p:nvPr/>
        </p:nvSpPr>
        <p:spPr>
          <a:xfrm>
            <a:off x="2872693" y="702042"/>
            <a:ext cx="1500346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Protein,  LDH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77EFB-FE41-47C2-AF7A-81E2F590EF33}"/>
              </a:ext>
            </a:extLst>
          </p:cNvPr>
          <p:cNvSpPr txBox="1"/>
          <p:nvPr/>
        </p:nvSpPr>
        <p:spPr>
          <a:xfrm>
            <a:off x="2899950" y="3384276"/>
            <a:ext cx="2323813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Specialized tests</a:t>
            </a:r>
          </a:p>
        </p:txBody>
      </p:sp>
      <p:sp>
        <p:nvSpPr>
          <p:cNvPr id="9" name="Gram stain and culture">
            <a:extLst>
              <a:ext uri="{FF2B5EF4-FFF2-40B4-BE49-F238E27FC236}">
                <a16:creationId xmlns:a16="http://schemas.microsoft.com/office/drawing/2014/main" id="{0589B8AA-6C3D-4FA9-BFDC-9C4BAAB7781A}"/>
              </a:ext>
            </a:extLst>
          </p:cNvPr>
          <p:cNvSpPr txBox="1"/>
          <p:nvPr/>
        </p:nvSpPr>
        <p:spPr>
          <a:xfrm>
            <a:off x="2872693" y="1222694"/>
            <a:ext cx="2405697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Gram stain and culture</a:t>
            </a:r>
          </a:p>
        </p:txBody>
      </p:sp>
      <p:sp>
        <p:nvSpPr>
          <p:cNvPr id="10" name="pH">
            <a:extLst>
              <a:ext uri="{FF2B5EF4-FFF2-40B4-BE49-F238E27FC236}">
                <a16:creationId xmlns:a16="http://schemas.microsoft.com/office/drawing/2014/main" id="{E82C1672-67C0-4D87-9C4F-B39BDA225F43}"/>
              </a:ext>
            </a:extLst>
          </p:cNvPr>
          <p:cNvSpPr txBox="1"/>
          <p:nvPr/>
        </p:nvSpPr>
        <p:spPr>
          <a:xfrm>
            <a:off x="2872693" y="2263999"/>
            <a:ext cx="544999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pH</a:t>
            </a:r>
          </a:p>
        </p:txBody>
      </p:sp>
      <p:sp>
        <p:nvSpPr>
          <p:cNvPr id="11" name="cell count">
            <a:extLst>
              <a:ext uri="{FF2B5EF4-FFF2-40B4-BE49-F238E27FC236}">
                <a16:creationId xmlns:a16="http://schemas.microsoft.com/office/drawing/2014/main" id="{44C40579-CCD5-4125-AFE4-3F0DF58976E8}"/>
              </a:ext>
            </a:extLst>
          </p:cNvPr>
          <p:cNvSpPr txBox="1"/>
          <p:nvPr/>
        </p:nvSpPr>
        <p:spPr>
          <a:xfrm>
            <a:off x="2872693" y="1743346"/>
            <a:ext cx="1196744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Cell count</a:t>
            </a:r>
          </a:p>
        </p:txBody>
      </p:sp>
      <p:sp>
        <p:nvSpPr>
          <p:cNvPr id="12" name="glucose">
            <a:extLst>
              <a:ext uri="{FF2B5EF4-FFF2-40B4-BE49-F238E27FC236}">
                <a16:creationId xmlns:a16="http://schemas.microsoft.com/office/drawing/2014/main" id="{C68B7983-D23B-44C1-8ED9-B99726583AED}"/>
              </a:ext>
            </a:extLst>
          </p:cNvPr>
          <p:cNvSpPr txBox="1"/>
          <p:nvPr/>
        </p:nvSpPr>
        <p:spPr>
          <a:xfrm>
            <a:off x="2872693" y="2784652"/>
            <a:ext cx="1026623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Glucose</a:t>
            </a:r>
          </a:p>
        </p:txBody>
      </p:sp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FB82F5C0-A2D4-4350-BA64-7585872F1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7497" y="956395"/>
            <a:ext cx="301752" cy="301752"/>
          </a:xfrm>
          <a:prstGeom prst="rect">
            <a:avLst/>
          </a:prstGeom>
        </p:spPr>
      </p:pic>
      <p:pic>
        <p:nvPicPr>
          <p:cNvPr id="14" name="Graphic 13" descr="Cursor">
            <a:extLst>
              <a:ext uri="{FF2B5EF4-FFF2-40B4-BE49-F238E27FC236}">
                <a16:creationId xmlns:a16="http://schemas.microsoft.com/office/drawing/2014/main" id="{0902A088-EB11-4986-8D63-53F83408D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1220" y="1512496"/>
            <a:ext cx="301752" cy="301752"/>
          </a:xfrm>
          <a:prstGeom prst="rect">
            <a:avLst/>
          </a:prstGeom>
        </p:spPr>
      </p:pic>
      <p:pic>
        <p:nvPicPr>
          <p:cNvPr id="15" name="Graphic 14" descr="Cursor">
            <a:extLst>
              <a:ext uri="{FF2B5EF4-FFF2-40B4-BE49-F238E27FC236}">
                <a16:creationId xmlns:a16="http://schemas.microsoft.com/office/drawing/2014/main" id="{99423A42-3993-4657-A448-4061FE554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9290" y="2013813"/>
            <a:ext cx="301752" cy="301752"/>
          </a:xfrm>
          <a:prstGeom prst="rect">
            <a:avLst/>
          </a:prstGeom>
        </p:spPr>
      </p:pic>
      <p:pic>
        <p:nvPicPr>
          <p:cNvPr id="16" name="Graphic 15" descr="Cursor">
            <a:extLst>
              <a:ext uri="{FF2B5EF4-FFF2-40B4-BE49-F238E27FC236}">
                <a16:creationId xmlns:a16="http://schemas.microsoft.com/office/drawing/2014/main" id="{1F9FEA82-8CFA-4CDF-BB25-2EBBB9F56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8789" y="2513391"/>
            <a:ext cx="301752" cy="301752"/>
          </a:xfrm>
          <a:prstGeom prst="rect">
            <a:avLst/>
          </a:prstGeom>
        </p:spPr>
      </p:pic>
      <p:pic>
        <p:nvPicPr>
          <p:cNvPr id="17" name="Graphic 16" descr="Cursor">
            <a:extLst>
              <a:ext uri="{FF2B5EF4-FFF2-40B4-BE49-F238E27FC236}">
                <a16:creationId xmlns:a16="http://schemas.microsoft.com/office/drawing/2014/main" id="{B4C1D169-6073-48FC-A98B-3BFB6CAF1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5642" y="3049079"/>
            <a:ext cx="301752" cy="30175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529908E-94F5-473F-909C-3D86ACF49A7A}"/>
              </a:ext>
            </a:extLst>
          </p:cNvPr>
          <p:cNvGrpSpPr/>
          <p:nvPr/>
        </p:nvGrpSpPr>
        <p:grpSpPr>
          <a:xfrm>
            <a:off x="4373038" y="167463"/>
            <a:ext cx="7402194" cy="1819187"/>
            <a:chOff x="4357791" y="158730"/>
            <a:chExt cx="7486878" cy="181918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5F8E9A-6EA5-42A8-97C0-B340DFEA7BA0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4357791" y="896353"/>
              <a:ext cx="1495774" cy="126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7C34B23-C564-41CC-86A6-F31B10CC1D86}"/>
                </a:ext>
              </a:extLst>
            </p:cNvPr>
            <p:cNvSpPr/>
            <p:nvPr/>
          </p:nvSpPr>
          <p:spPr>
            <a:xfrm>
              <a:off x="5842796" y="158730"/>
              <a:ext cx="6001873" cy="1819187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Light’s criteria is 98% sensitive and 83% specific. However, in patients who are on diuretics, it can misclassify 25% of transudates as exudates. High pleural RBC counts also falsely </a:t>
              </a:r>
              <a:r>
                <a:rPr lang="en-US" dirty="0">
                  <a:sym typeface="Wingdings" panose="05000000000000000000" pitchFamily="2" charset="2"/>
                </a:rPr>
                <a:t> pleural LDH. </a:t>
              </a:r>
            </a:p>
            <a:p>
              <a:pPr algn="ctr"/>
              <a:r>
                <a:rPr lang="en-US" dirty="0">
                  <a:sym typeface="Wingdings" panose="05000000000000000000" pitchFamily="2" charset="2"/>
                </a:rPr>
                <a:t>In these cases, a serum albumin-pleural albumin gradient &gt; 1.2 can identify transudate. </a:t>
              </a:r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2D08B2-67E9-4510-AC33-B9E0DC4F9CD7}"/>
              </a:ext>
            </a:extLst>
          </p:cNvPr>
          <p:cNvGrpSpPr/>
          <p:nvPr/>
        </p:nvGrpSpPr>
        <p:grpSpPr>
          <a:xfrm>
            <a:off x="223194" y="1427121"/>
            <a:ext cx="2649499" cy="2165478"/>
            <a:chOff x="263480" y="1263523"/>
            <a:chExt cx="2649499" cy="216547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A051CE-2C99-43BA-9279-8C1679516D6E}"/>
                </a:ext>
              </a:extLst>
            </p:cNvPr>
            <p:cNvSpPr/>
            <p:nvPr/>
          </p:nvSpPr>
          <p:spPr>
            <a:xfrm>
              <a:off x="263480" y="1910133"/>
              <a:ext cx="2199947" cy="151886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 presence of organisms on gram stain or a positive culture is diagnostic of an empyema. </a:t>
              </a:r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69733C0E-356D-4BBB-97C3-196E8164F43A}"/>
                </a:ext>
              </a:extLst>
            </p:cNvPr>
            <p:cNvCxnSpPr>
              <a:cxnSpLocks/>
              <a:stCxn id="80" idx="1"/>
              <a:endCxn id="22" idx="3"/>
            </p:cNvCxnSpPr>
            <p:nvPr/>
          </p:nvCxnSpPr>
          <p:spPr>
            <a:xfrm rot="10800000" flipV="1">
              <a:off x="2463428" y="1263523"/>
              <a:ext cx="449551" cy="1406043"/>
            </a:xfrm>
            <a:prstGeom prst="bentConnector3">
              <a:avLst>
                <a:gd name="adj1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C4BB15-A825-4D31-A571-77CD2138B216}"/>
              </a:ext>
            </a:extLst>
          </p:cNvPr>
          <p:cNvGrpSpPr>
            <a:grpSpLocks/>
          </p:cNvGrpSpPr>
          <p:nvPr/>
        </p:nvGrpSpPr>
        <p:grpSpPr>
          <a:xfrm>
            <a:off x="4069437" y="155262"/>
            <a:ext cx="7743096" cy="4414642"/>
            <a:chOff x="4058214" y="172443"/>
            <a:chExt cx="7743096" cy="441464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F5D74F2-5AFB-40A4-9E3E-C5C93C17D2BD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58214" y="172443"/>
              <a:ext cx="7732973" cy="4414642"/>
              <a:chOff x="3499275" y="-1487217"/>
              <a:chExt cx="7788983" cy="4414642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F51ECE6-8CEE-46F2-93AA-F5CD2CA669B4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 flipV="1">
                <a:off x="3499275" y="298835"/>
                <a:ext cx="1769460" cy="634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E8324D6-427C-4203-B1A8-4F89A43F66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2713" y="-1487217"/>
                <a:ext cx="6045545" cy="4414642"/>
              </a:xfrm>
              <a:prstGeom prst="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32600E0-26DD-425C-9B73-2B027F784B3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941417" y="206768"/>
              <a:ext cx="5859893" cy="2159237"/>
              <a:chOff x="5941417" y="206768"/>
              <a:chExt cx="5859893" cy="2159237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C03963-7BF4-490C-9D15-58310AAD2A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1417" y="206768"/>
                <a:ext cx="585989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Nucleated cells: </a:t>
                </a:r>
                <a:r>
                  <a:rPr lang="en-US" dirty="0"/>
                  <a:t>The number of nucleated cells can help narrow the differential.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F13102-2C21-4C2D-A174-93E56E45EF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23418" y="1120550"/>
                <a:ext cx="36855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Uncomplicated parapneumonic</a:t>
                </a:r>
              </a:p>
              <a:p>
                <a:r>
                  <a:rPr lang="en-US" dirty="0"/>
                  <a:t>Acute pancreatitis</a:t>
                </a:r>
              </a:p>
              <a:p>
                <a:r>
                  <a:rPr lang="en-US" dirty="0"/>
                  <a:t>SLE pleuritis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F643D21-8364-4B00-B934-1810A3F8B1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26372" y="1222121"/>
                <a:ext cx="820830" cy="69693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10-50k</a:t>
                </a:r>
              </a:p>
            </p:txBody>
          </p:sp>
          <p:sp>
            <p:nvSpPr>
              <p:cNvPr id="31" name="Arrow: Up 30">
                <a:extLst>
                  <a:ext uri="{FF2B5EF4-FFF2-40B4-BE49-F238E27FC236}">
                    <a16:creationId xmlns:a16="http://schemas.microsoft.com/office/drawing/2014/main" id="{6E60228A-5BC5-40E0-8970-7123447A8F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10270" y="850924"/>
                <a:ext cx="1054100" cy="371094"/>
              </a:xfrm>
              <a:prstGeom prst="upArrow">
                <a:avLst>
                  <a:gd name="adj1" fmla="val 77951"/>
                  <a:gd name="adj2" fmla="val 50000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&gt;50k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AC39CFC-913D-4AE4-AFF7-8CCD4F1D3A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5742" y="839044"/>
                <a:ext cx="4495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Complicated parapneumonic, empyema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30C6583-1033-4D5A-88CA-F8B9177E78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26372" y="1898621"/>
                <a:ext cx="820830" cy="40741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&lt;5k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C23BC2B-76C0-451F-9D3A-0F8FA4BF2A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41094" y="1996673"/>
                <a:ext cx="3685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Chronic exudates (TB, malignancy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262C31-25F2-4B63-B94B-26016CA8370F}"/>
                </a:ext>
              </a:extLst>
            </p:cNvPr>
            <p:cNvSpPr txBox="1">
              <a:spLocks/>
            </p:cNvSpPr>
            <p:nvPr/>
          </p:nvSpPr>
          <p:spPr>
            <a:xfrm>
              <a:off x="5941416" y="2441594"/>
              <a:ext cx="585989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Differential: </a:t>
              </a:r>
              <a:r>
                <a:rPr lang="en-US" dirty="0"/>
                <a:t>PMN or lymphocytic predominance can help differentiate the underlying etiology. 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en-US" dirty="0"/>
                <a:t>PMN – likely bacterial parapneumonic effusion or empyema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en-US" dirty="0" err="1"/>
                <a:t>Lymphs</a:t>
              </a:r>
              <a:r>
                <a:rPr lang="en-US" dirty="0"/>
                <a:t> – malignancy, TB, autoimmune, chylothorax, post-CABG, acute rejection post lung transplant. All chronic, longstanding effusions can be lymph predominant.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42A50C-59AE-4B9F-88C2-AB03DB2BA910}"/>
              </a:ext>
            </a:extLst>
          </p:cNvPr>
          <p:cNvGrpSpPr/>
          <p:nvPr/>
        </p:nvGrpSpPr>
        <p:grpSpPr>
          <a:xfrm>
            <a:off x="3417692" y="1965397"/>
            <a:ext cx="8379077" cy="2078018"/>
            <a:chOff x="3417692" y="1965397"/>
            <a:chExt cx="8379077" cy="207801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4C3CDCA-B6C7-4395-A34E-76931BD186B4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3417692" y="2467470"/>
              <a:ext cx="2174592" cy="84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B1A09F6-00AB-49BD-95F1-9FE44509A50C}"/>
                </a:ext>
              </a:extLst>
            </p:cNvPr>
            <p:cNvSpPr/>
            <p:nvPr/>
          </p:nvSpPr>
          <p:spPr>
            <a:xfrm>
              <a:off x="5591419" y="1965397"/>
              <a:ext cx="6205350" cy="207801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indent="119063"/>
              <a:r>
                <a:rPr lang="en-US" dirty="0"/>
                <a:t>The utility of pleural fluid pH is controversial because of several factors that can influence its accuracy (exposure to air or lidocaine). </a:t>
              </a:r>
            </a:p>
            <a:p>
              <a:pPr indent="119063"/>
              <a:r>
                <a:rPr lang="en-US" dirty="0"/>
                <a:t>However, when sent properly, it is a good predictor for necessity of pleural fluid drainage in patients with parapneumonic effusions. These samples should be collected anaerobically, sent in a blood gas syringe with all air expelled.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AD3F10-7AD8-4D6B-B80F-C0A3E32EB2A4}"/>
              </a:ext>
            </a:extLst>
          </p:cNvPr>
          <p:cNvGrpSpPr/>
          <p:nvPr/>
        </p:nvGrpSpPr>
        <p:grpSpPr>
          <a:xfrm>
            <a:off x="3899316" y="2560079"/>
            <a:ext cx="7889545" cy="2078018"/>
            <a:chOff x="3899316" y="2560079"/>
            <a:chExt cx="7889545" cy="207801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2D2EB0D-8365-4098-820A-F24B9BA54800}"/>
                </a:ext>
              </a:extLst>
            </p:cNvPr>
            <p:cNvSpPr/>
            <p:nvPr/>
          </p:nvSpPr>
          <p:spPr>
            <a:xfrm>
              <a:off x="5583511" y="2560079"/>
              <a:ext cx="6205350" cy="207801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dirty="0"/>
                <a:t>A low pleural glucose &lt;60 suggests high metabolic activity and is seen in infections, malignancy, and autoimmune diseases. </a:t>
              </a:r>
            </a:p>
            <a:p>
              <a:pPr marL="166688" indent="-166688">
                <a:buFont typeface="Arial" panose="020B0604020202020204" pitchFamily="34" charset="0"/>
                <a:buChar char="•"/>
              </a:pPr>
              <a:r>
                <a:rPr lang="en-US" dirty="0"/>
                <a:t>TB pleurisy</a:t>
              </a:r>
            </a:p>
            <a:p>
              <a:pPr marL="166688" indent="-166688">
                <a:buFont typeface="Arial" panose="020B0604020202020204" pitchFamily="34" charset="0"/>
                <a:buChar char="•"/>
              </a:pPr>
              <a:r>
                <a:rPr lang="en-US" dirty="0"/>
                <a:t>Complicated parapneumonic effusions and empyema</a:t>
              </a:r>
            </a:p>
            <a:p>
              <a:pPr marL="166688" indent="-166688">
                <a:buFont typeface="Arial" panose="020B0604020202020204" pitchFamily="34" charset="0"/>
                <a:buChar char="•"/>
              </a:pPr>
              <a:r>
                <a:rPr lang="en-US" dirty="0"/>
                <a:t>Esophageal rupture</a:t>
              </a:r>
            </a:p>
            <a:p>
              <a:pPr marL="166688" indent="-166688">
                <a:buFont typeface="Arial" panose="020B0604020202020204" pitchFamily="34" charset="0"/>
                <a:buChar char="•"/>
              </a:pPr>
              <a:r>
                <a:rPr lang="en-US" dirty="0"/>
                <a:t>Malignant effusions</a:t>
              </a:r>
            </a:p>
            <a:p>
              <a:pPr marL="166688" indent="-166688">
                <a:buFont typeface="Arial" panose="020B0604020202020204" pitchFamily="34" charset="0"/>
                <a:buChar char="•"/>
              </a:pPr>
              <a:r>
                <a:rPr lang="en-US" dirty="0"/>
                <a:t>SLE and rheumatoid pleurisy</a:t>
              </a:r>
            </a:p>
          </p:txBody>
        </p: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87B4C6B5-7947-4452-8074-94CAA23D5365}"/>
                </a:ext>
              </a:extLst>
            </p:cNvPr>
            <p:cNvCxnSpPr>
              <a:stCxn id="12" idx="3"/>
              <a:endCxn id="41" idx="1"/>
            </p:cNvCxnSpPr>
            <p:nvPr/>
          </p:nvCxnSpPr>
          <p:spPr>
            <a:xfrm>
              <a:off x="3899316" y="2988964"/>
              <a:ext cx="1684195" cy="610124"/>
            </a:xfrm>
            <a:prstGeom prst="bentConnector3">
              <a:avLst>
                <a:gd name="adj1" fmla="val 88076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ytology">
            <a:extLst>
              <a:ext uri="{FF2B5EF4-FFF2-40B4-BE49-F238E27FC236}">
                <a16:creationId xmlns:a16="http://schemas.microsoft.com/office/drawing/2014/main" id="{F19C30D0-52F3-4BA4-BBFD-8AC23A04E834}"/>
              </a:ext>
            </a:extLst>
          </p:cNvPr>
          <p:cNvSpPr txBox="1"/>
          <p:nvPr/>
        </p:nvSpPr>
        <p:spPr>
          <a:xfrm>
            <a:off x="2882354" y="3873993"/>
            <a:ext cx="1726874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Cytology</a:t>
            </a:r>
          </a:p>
          <a:p>
            <a:r>
              <a:rPr lang="en-US" dirty="0">
                <a:solidFill>
                  <a:schemeClr val="tx1"/>
                </a:solidFill>
              </a:rPr>
              <a:t>Flow cytometry</a:t>
            </a:r>
          </a:p>
        </p:txBody>
      </p:sp>
      <p:pic>
        <p:nvPicPr>
          <p:cNvPr id="44" name="Graphic 43" descr="Cursor">
            <a:extLst>
              <a:ext uri="{FF2B5EF4-FFF2-40B4-BE49-F238E27FC236}">
                <a16:creationId xmlns:a16="http://schemas.microsoft.com/office/drawing/2014/main" id="{ECA120AA-5497-4690-AF3B-A1FFE3A3C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8886" y="4431953"/>
            <a:ext cx="301752" cy="301752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967E7D8-7FBD-42C1-AA10-AE82859E9910}"/>
              </a:ext>
            </a:extLst>
          </p:cNvPr>
          <p:cNvGrpSpPr/>
          <p:nvPr/>
        </p:nvGrpSpPr>
        <p:grpSpPr>
          <a:xfrm>
            <a:off x="4609228" y="3328988"/>
            <a:ext cx="7187541" cy="2320707"/>
            <a:chOff x="4609228" y="3709157"/>
            <a:chExt cx="7187541" cy="232070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7E65B6A-F372-4635-B5C7-F71D24BF6700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 flipV="1">
              <a:off x="4609228" y="4611159"/>
              <a:ext cx="966375" cy="54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1BD8864-D8DD-47A9-82F0-437D4CAA7EA7}"/>
                </a:ext>
              </a:extLst>
            </p:cNvPr>
            <p:cNvSpPr/>
            <p:nvPr/>
          </p:nvSpPr>
          <p:spPr>
            <a:xfrm>
              <a:off x="5583287" y="3709157"/>
              <a:ext cx="6213482" cy="2320707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indent="119063"/>
              <a:r>
                <a:rPr lang="en-US" dirty="0"/>
                <a:t>British Thoracic Society guidelines recommend sending cytology in pleural effusions of unknown etiologies. Flow cytometry should be sent only in patients with suspected leukemia/lymphoma. </a:t>
              </a:r>
            </a:p>
            <a:p>
              <a:pPr indent="119063">
                <a:tabLst>
                  <a:tab pos="3824288" algn="l"/>
                </a:tabLst>
              </a:pPr>
              <a:r>
                <a:rPr lang="en-US" dirty="0"/>
                <a:t>Serial pleural </a:t>
              </a:r>
              <a:r>
                <a:rPr lang="en-US" dirty="0" err="1"/>
                <a:t>cytologies</a:t>
              </a:r>
              <a:r>
                <a:rPr lang="en-US" dirty="0"/>
                <a:t> ↑ </a:t>
              </a:r>
              <a:br>
                <a:rPr lang="en-US" dirty="0"/>
              </a:br>
              <a:r>
                <a:rPr lang="en-US" dirty="0"/>
                <a:t>sensitivity for malignant effusions. </a:t>
              </a:r>
            </a:p>
            <a:p>
              <a:pPr algn="ctr"/>
              <a:endParaRPr lang="en-US" dirty="0"/>
            </a:p>
          </p:txBody>
        </p:sp>
      </p:grp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6E5CDC01-297E-462F-93F6-F915BE7FB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395103"/>
              </p:ext>
            </p:extLst>
          </p:nvPr>
        </p:nvGraphicFramePr>
        <p:xfrm>
          <a:off x="9175720" y="4230990"/>
          <a:ext cx="2538296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630">
                  <a:extLst>
                    <a:ext uri="{9D8B030D-6E8A-4147-A177-3AD203B41FA5}">
                      <a16:colId xmlns:a16="http://schemas.microsoft.com/office/drawing/2014/main" val="3712047912"/>
                    </a:ext>
                  </a:extLst>
                </a:gridCol>
                <a:gridCol w="1526666">
                  <a:extLst>
                    <a:ext uri="{9D8B030D-6E8A-4147-A177-3AD203B41FA5}">
                      <a16:colId xmlns:a16="http://schemas.microsoft.com/office/drawing/2014/main" val="3554227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Cytology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410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04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3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22696"/>
                  </a:ext>
                </a:extLst>
              </a:tr>
            </a:tbl>
          </a:graphicData>
        </a:graphic>
      </p:graphicFrame>
      <p:sp>
        <p:nvSpPr>
          <p:cNvPr id="49" name="ADA">
            <a:extLst>
              <a:ext uri="{FF2B5EF4-FFF2-40B4-BE49-F238E27FC236}">
                <a16:creationId xmlns:a16="http://schemas.microsoft.com/office/drawing/2014/main" id="{FE46B907-0888-45C4-BA88-259B19720CEC}"/>
              </a:ext>
            </a:extLst>
          </p:cNvPr>
          <p:cNvSpPr txBox="1"/>
          <p:nvPr/>
        </p:nvSpPr>
        <p:spPr>
          <a:xfrm>
            <a:off x="2892952" y="4701167"/>
            <a:ext cx="2352969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Adenosine deaminase</a:t>
            </a:r>
          </a:p>
        </p:txBody>
      </p:sp>
      <p:pic>
        <p:nvPicPr>
          <p:cNvPr id="50" name="Graphic 49" descr="Cursor">
            <a:extLst>
              <a:ext uri="{FF2B5EF4-FFF2-40B4-BE49-F238E27FC236}">
                <a16:creationId xmlns:a16="http://schemas.microsoft.com/office/drawing/2014/main" id="{E1864297-47D0-4188-B2C7-CB9CCA06C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2675" y="4956900"/>
            <a:ext cx="301752" cy="301752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95F1D47C-38BA-4A46-A839-F2542CAC0200}"/>
              </a:ext>
            </a:extLst>
          </p:cNvPr>
          <p:cNvGrpSpPr/>
          <p:nvPr/>
        </p:nvGrpSpPr>
        <p:grpSpPr>
          <a:xfrm>
            <a:off x="222738" y="3638201"/>
            <a:ext cx="2670214" cy="2031325"/>
            <a:chOff x="222738" y="3638201"/>
            <a:chExt cx="2670214" cy="203132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901E36A-C616-49C9-B9CF-BD4E857B3447}"/>
                </a:ext>
              </a:extLst>
            </p:cNvPr>
            <p:cNvSpPr txBox="1"/>
            <p:nvPr/>
          </p:nvSpPr>
          <p:spPr>
            <a:xfrm>
              <a:off x="222738" y="3638201"/>
              <a:ext cx="2352969" cy="2031325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An ADA &gt; 40 is highly sensitivity and specific for TB pleurisy (&gt;90%). This is more sensitive than sputum AFB, pleural fluid AFB, culture, or biopsy. 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0E64111-5EBC-4595-A4E0-2EC54285EBE0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flipH="1" flipV="1">
              <a:off x="2575707" y="4903465"/>
              <a:ext cx="317245" cy="20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Amylase">
            <a:extLst>
              <a:ext uri="{FF2B5EF4-FFF2-40B4-BE49-F238E27FC236}">
                <a16:creationId xmlns:a16="http://schemas.microsoft.com/office/drawing/2014/main" id="{B1E79670-A115-4D69-81A9-B97854C6DF44}"/>
              </a:ext>
            </a:extLst>
          </p:cNvPr>
          <p:cNvSpPr txBox="1"/>
          <p:nvPr/>
        </p:nvSpPr>
        <p:spPr>
          <a:xfrm>
            <a:off x="2899950" y="5221875"/>
            <a:ext cx="1069571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Amylase</a:t>
            </a:r>
          </a:p>
        </p:txBody>
      </p:sp>
      <p:pic>
        <p:nvPicPr>
          <p:cNvPr id="55" name="Graphic 54" descr="Cursor">
            <a:extLst>
              <a:ext uri="{FF2B5EF4-FFF2-40B4-BE49-F238E27FC236}">
                <a16:creationId xmlns:a16="http://schemas.microsoft.com/office/drawing/2014/main" id="{4DA2661B-BE01-4D90-8A35-FEFAB1E57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8572" y="5470027"/>
            <a:ext cx="301752" cy="301752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C8E181BE-7905-41CE-81A7-F7278B70292B}"/>
              </a:ext>
            </a:extLst>
          </p:cNvPr>
          <p:cNvGrpSpPr/>
          <p:nvPr/>
        </p:nvGrpSpPr>
        <p:grpSpPr>
          <a:xfrm>
            <a:off x="106346" y="5426186"/>
            <a:ext cx="2793604" cy="1208512"/>
            <a:chOff x="106346" y="5426186"/>
            <a:chExt cx="2793604" cy="120851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6E04BC-55A8-4C6C-9F78-2B9523A57B90}"/>
                </a:ext>
              </a:extLst>
            </p:cNvPr>
            <p:cNvSpPr txBox="1"/>
            <p:nvPr/>
          </p:nvSpPr>
          <p:spPr>
            <a:xfrm>
              <a:off x="106346" y="5434369"/>
              <a:ext cx="2576784" cy="1200329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Typically seen in esophageal rupture, pancreatitis, or occasionally, malignancy.</a:t>
              </a:r>
            </a:p>
          </p:txBody>
        </p:sp>
        <p:cxnSp>
          <p:nvCxnSpPr>
            <p:cNvPr id="58" name="Straight Connector 90">
              <a:extLst>
                <a:ext uri="{FF2B5EF4-FFF2-40B4-BE49-F238E27FC236}">
                  <a16:creationId xmlns:a16="http://schemas.microsoft.com/office/drawing/2014/main" id="{089534D0-A02D-491D-9B5B-275907AD25A9}"/>
                </a:ext>
              </a:extLst>
            </p:cNvPr>
            <p:cNvCxnSpPr>
              <a:cxnSpLocks/>
              <a:stCxn id="54" idx="1"/>
              <a:endCxn id="57" idx="3"/>
            </p:cNvCxnSpPr>
            <p:nvPr/>
          </p:nvCxnSpPr>
          <p:spPr>
            <a:xfrm rot="10800000" flipV="1">
              <a:off x="2683130" y="5426186"/>
              <a:ext cx="216820" cy="608347"/>
            </a:xfrm>
            <a:prstGeom prst="bentConnector3">
              <a:avLst>
                <a:gd name="adj1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riglycerides">
            <a:extLst>
              <a:ext uri="{FF2B5EF4-FFF2-40B4-BE49-F238E27FC236}">
                <a16:creationId xmlns:a16="http://schemas.microsoft.com/office/drawing/2014/main" id="{DF9B649B-6802-45A5-8365-A1894BA7F3E3}"/>
              </a:ext>
            </a:extLst>
          </p:cNvPr>
          <p:cNvSpPr txBox="1"/>
          <p:nvPr/>
        </p:nvSpPr>
        <p:spPr>
          <a:xfrm>
            <a:off x="2905936" y="5742583"/>
            <a:ext cx="1403926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Triglycerides</a:t>
            </a:r>
          </a:p>
        </p:txBody>
      </p:sp>
      <p:pic>
        <p:nvPicPr>
          <p:cNvPr id="60" name="Graphic 59" descr="Cursor">
            <a:extLst>
              <a:ext uri="{FF2B5EF4-FFF2-40B4-BE49-F238E27FC236}">
                <a16:creationId xmlns:a16="http://schemas.microsoft.com/office/drawing/2014/main" id="{BDA061E2-9D8C-4299-B08B-33A454FC5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365" y="6027162"/>
            <a:ext cx="301752" cy="30175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E0FD1E5E-E4DF-4DD2-AD45-D56A406E7B49}"/>
              </a:ext>
            </a:extLst>
          </p:cNvPr>
          <p:cNvGrpSpPr/>
          <p:nvPr/>
        </p:nvGrpSpPr>
        <p:grpSpPr>
          <a:xfrm>
            <a:off x="4309862" y="5746750"/>
            <a:ext cx="6168658" cy="369332"/>
            <a:chOff x="4309862" y="5746750"/>
            <a:chExt cx="6168658" cy="36933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4A7707A-F720-4CFF-987B-EE3822A5BBAB}"/>
                </a:ext>
              </a:extLst>
            </p:cNvPr>
            <p:cNvCxnSpPr>
              <a:stCxn id="59" idx="3"/>
            </p:cNvCxnSpPr>
            <p:nvPr/>
          </p:nvCxnSpPr>
          <p:spPr>
            <a:xfrm flipV="1">
              <a:off x="4309862" y="5941251"/>
              <a:ext cx="803398" cy="56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6378956-875A-48C4-9412-EF2DC559BB2C}"/>
                </a:ext>
              </a:extLst>
            </p:cNvPr>
            <p:cNvSpPr txBox="1"/>
            <p:nvPr/>
          </p:nvSpPr>
          <p:spPr>
            <a:xfrm>
              <a:off x="4574234" y="5746750"/>
              <a:ext cx="5904286" cy="369332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Triglyceride levels &gt; 110 mg/dL is suggestive of a chylothorax.</a:t>
              </a:r>
            </a:p>
          </p:txBody>
        </p:sp>
      </p:grpSp>
      <p:sp>
        <p:nvSpPr>
          <p:cNvPr id="64" name="Hematocrit">
            <a:extLst>
              <a:ext uri="{FF2B5EF4-FFF2-40B4-BE49-F238E27FC236}">
                <a16:creationId xmlns:a16="http://schemas.microsoft.com/office/drawing/2014/main" id="{0BE67161-C342-4A9B-A95D-F47EEABE846C}"/>
              </a:ext>
            </a:extLst>
          </p:cNvPr>
          <p:cNvSpPr txBox="1"/>
          <p:nvPr/>
        </p:nvSpPr>
        <p:spPr>
          <a:xfrm>
            <a:off x="2905936" y="6263290"/>
            <a:ext cx="1403926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Hematocrit</a:t>
            </a:r>
          </a:p>
        </p:txBody>
      </p:sp>
      <p:pic>
        <p:nvPicPr>
          <p:cNvPr id="65" name="Graphic 64" descr="Cursor">
            <a:extLst>
              <a:ext uri="{FF2B5EF4-FFF2-40B4-BE49-F238E27FC236}">
                <a16:creationId xmlns:a16="http://schemas.microsoft.com/office/drawing/2014/main" id="{3A98AB7E-EEB6-471E-A956-88DA22F82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365" y="6553512"/>
            <a:ext cx="301752" cy="301752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D2C323CF-D3D6-4866-8076-51270E5D43B6}"/>
              </a:ext>
            </a:extLst>
          </p:cNvPr>
          <p:cNvGrpSpPr/>
          <p:nvPr/>
        </p:nvGrpSpPr>
        <p:grpSpPr>
          <a:xfrm>
            <a:off x="4309861" y="6261285"/>
            <a:ext cx="7173579" cy="369332"/>
            <a:chOff x="4309862" y="5714737"/>
            <a:chExt cx="7173579" cy="369332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DA021BD-7E2C-4C6E-B1EA-A888524138A5}"/>
                </a:ext>
              </a:extLst>
            </p:cNvPr>
            <p:cNvCxnSpPr/>
            <p:nvPr/>
          </p:nvCxnSpPr>
          <p:spPr>
            <a:xfrm flipV="1">
              <a:off x="4309862" y="5941251"/>
              <a:ext cx="803398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DEE6125-2B0C-4415-B112-341D642F33EF}"/>
                </a:ext>
              </a:extLst>
            </p:cNvPr>
            <p:cNvSpPr txBox="1"/>
            <p:nvPr/>
          </p:nvSpPr>
          <p:spPr>
            <a:xfrm>
              <a:off x="4574235" y="5714737"/>
              <a:ext cx="6909206" cy="369332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Pleural fluid to blood hematocrit ratio &gt; 0.5 is suggestive of hemothorax.</a:t>
              </a:r>
            </a:p>
          </p:txBody>
        </p:sp>
      </p:grpSp>
      <p:sp>
        <p:nvSpPr>
          <p:cNvPr id="69" name="Objective 1">
            <a:hlinkClick r:id="rId4" action="ppaction://hlinksldjump"/>
            <a:extLst>
              <a:ext uri="{FF2B5EF4-FFF2-40B4-BE49-F238E27FC236}">
                <a16:creationId xmlns:a16="http://schemas.microsoft.com/office/drawing/2014/main" id="{1976C5A3-7536-4DC6-8B4E-ED15AF7426DF}"/>
              </a:ext>
            </a:extLst>
          </p:cNvPr>
          <p:cNvSpPr/>
          <p:nvPr/>
        </p:nvSpPr>
        <p:spPr>
          <a:xfrm>
            <a:off x="128017" y="146304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Light’s Criteria</a:t>
            </a:r>
          </a:p>
        </p:txBody>
      </p:sp>
      <p:sp>
        <p:nvSpPr>
          <p:cNvPr id="70" name="Objective 2">
            <a:hlinkClick r:id="rId5" action="ppaction://hlinksldjump"/>
            <a:extLst>
              <a:ext uri="{FF2B5EF4-FFF2-40B4-BE49-F238E27FC236}">
                <a16:creationId xmlns:a16="http://schemas.microsoft.com/office/drawing/2014/main" id="{76418205-67CB-4EFA-8FCB-F7AA8085B19A}"/>
              </a:ext>
            </a:extLst>
          </p:cNvPr>
          <p:cNvSpPr/>
          <p:nvPr/>
        </p:nvSpPr>
        <p:spPr>
          <a:xfrm>
            <a:off x="128016" y="634256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</a:t>
            </a:r>
          </a:p>
        </p:txBody>
      </p:sp>
      <p:sp>
        <p:nvSpPr>
          <p:cNvPr id="71" name="Objective 3">
            <a:hlinkClick r:id="rId6" action="ppaction://hlinksldjump"/>
            <a:extLst>
              <a:ext uri="{FF2B5EF4-FFF2-40B4-BE49-F238E27FC236}">
                <a16:creationId xmlns:a16="http://schemas.microsoft.com/office/drawing/2014/main" id="{7D06E1FE-69E3-494D-9134-7FBAB0B87905}"/>
              </a:ext>
            </a:extLst>
          </p:cNvPr>
          <p:cNvSpPr/>
          <p:nvPr/>
        </p:nvSpPr>
        <p:spPr>
          <a:xfrm>
            <a:off x="139789" y="1122208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Management </a:t>
            </a:r>
          </a:p>
        </p:txBody>
      </p:sp>
      <p:sp>
        <p:nvSpPr>
          <p:cNvPr id="72" name="Objective 3">
            <a:hlinkClick r:id="rId7" action="ppaction://hlinksldjump"/>
            <a:extLst>
              <a:ext uri="{FF2B5EF4-FFF2-40B4-BE49-F238E27FC236}">
                <a16:creationId xmlns:a16="http://schemas.microsoft.com/office/drawing/2014/main" id="{4B371F35-3F0F-4A92-9251-68EB4B53EFC9}"/>
              </a:ext>
            </a:extLst>
          </p:cNvPr>
          <p:cNvSpPr/>
          <p:nvPr/>
        </p:nvSpPr>
        <p:spPr>
          <a:xfrm>
            <a:off x="139789" y="1610160"/>
            <a:ext cx="155448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73" name="Graphic 72" descr="Cursor">
            <a:extLst>
              <a:ext uri="{FF2B5EF4-FFF2-40B4-BE49-F238E27FC236}">
                <a16:creationId xmlns:a16="http://schemas.microsoft.com/office/drawing/2014/main" id="{00F48AD1-DF5E-4A98-BAE9-DF4C8FE3B0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681" y="383766"/>
            <a:ext cx="301752" cy="301752"/>
          </a:xfrm>
          <a:prstGeom prst="rect">
            <a:avLst/>
          </a:prstGeom>
        </p:spPr>
      </p:pic>
      <p:pic>
        <p:nvPicPr>
          <p:cNvPr id="74" name="Graphic 73" descr="Cursor">
            <a:extLst>
              <a:ext uri="{FF2B5EF4-FFF2-40B4-BE49-F238E27FC236}">
                <a16:creationId xmlns:a16="http://schemas.microsoft.com/office/drawing/2014/main" id="{74C9B4B7-3FB0-4900-8201-CE158E047E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681" y="865239"/>
            <a:ext cx="301752" cy="301752"/>
          </a:xfrm>
          <a:prstGeom prst="rect">
            <a:avLst/>
          </a:prstGeom>
        </p:spPr>
      </p:pic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8C851FF5-39C2-4AB0-81F0-3DB3868F42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681" y="1365169"/>
            <a:ext cx="301752" cy="301752"/>
          </a:xfrm>
          <a:prstGeom prst="rect">
            <a:avLst/>
          </a:prstGeom>
        </p:spPr>
      </p:pic>
      <p:pic>
        <p:nvPicPr>
          <p:cNvPr id="76" name="Graphic 75" descr="Cursor">
            <a:extLst>
              <a:ext uri="{FF2B5EF4-FFF2-40B4-BE49-F238E27FC236}">
                <a16:creationId xmlns:a16="http://schemas.microsoft.com/office/drawing/2014/main" id="{26E940B4-429E-4C78-BB04-2CCDA14E43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4681" y="1849000"/>
            <a:ext cx="301752" cy="301752"/>
          </a:xfrm>
          <a:prstGeom prst="rect">
            <a:avLst/>
          </a:prstGeom>
        </p:spPr>
      </p:pic>
      <p:sp>
        <p:nvSpPr>
          <p:cNvPr id="79" name="Protein/LDH">
            <a:extLst>
              <a:ext uri="{FF2B5EF4-FFF2-40B4-BE49-F238E27FC236}">
                <a16:creationId xmlns:a16="http://schemas.microsoft.com/office/drawing/2014/main" id="{E58B9218-09C4-4E8A-A534-7EA4052ADB1A}"/>
              </a:ext>
            </a:extLst>
          </p:cNvPr>
          <p:cNvSpPr txBox="1"/>
          <p:nvPr/>
        </p:nvSpPr>
        <p:spPr>
          <a:xfrm>
            <a:off x="2872692" y="702136"/>
            <a:ext cx="1500346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Protein,  LDH</a:t>
            </a:r>
          </a:p>
        </p:txBody>
      </p:sp>
      <p:sp>
        <p:nvSpPr>
          <p:cNvPr id="80" name="Gram stain and culture">
            <a:extLst>
              <a:ext uri="{FF2B5EF4-FFF2-40B4-BE49-F238E27FC236}">
                <a16:creationId xmlns:a16="http://schemas.microsoft.com/office/drawing/2014/main" id="{115C7EFB-BD1E-497E-853A-E4618E904B41}"/>
              </a:ext>
            </a:extLst>
          </p:cNvPr>
          <p:cNvSpPr txBox="1"/>
          <p:nvPr/>
        </p:nvSpPr>
        <p:spPr>
          <a:xfrm>
            <a:off x="2872692" y="1222810"/>
            <a:ext cx="2405697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Gram stain and culture</a:t>
            </a:r>
          </a:p>
        </p:txBody>
      </p:sp>
      <p:sp>
        <p:nvSpPr>
          <p:cNvPr id="82" name="cell count">
            <a:extLst>
              <a:ext uri="{FF2B5EF4-FFF2-40B4-BE49-F238E27FC236}">
                <a16:creationId xmlns:a16="http://schemas.microsoft.com/office/drawing/2014/main" id="{38786DF9-30C6-4014-A0C5-A4AD4E11DB9D}"/>
              </a:ext>
            </a:extLst>
          </p:cNvPr>
          <p:cNvSpPr txBox="1"/>
          <p:nvPr/>
        </p:nvSpPr>
        <p:spPr>
          <a:xfrm>
            <a:off x="2872692" y="1743484"/>
            <a:ext cx="1196744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Cell count</a:t>
            </a:r>
          </a:p>
        </p:txBody>
      </p:sp>
      <p:sp>
        <p:nvSpPr>
          <p:cNvPr id="83" name="pH">
            <a:extLst>
              <a:ext uri="{FF2B5EF4-FFF2-40B4-BE49-F238E27FC236}">
                <a16:creationId xmlns:a16="http://schemas.microsoft.com/office/drawing/2014/main" id="{D0C989DE-9313-4EBB-B635-FB3FC7DE6D35}"/>
              </a:ext>
            </a:extLst>
          </p:cNvPr>
          <p:cNvSpPr txBox="1"/>
          <p:nvPr/>
        </p:nvSpPr>
        <p:spPr>
          <a:xfrm>
            <a:off x="2872692" y="2264158"/>
            <a:ext cx="544999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pH</a:t>
            </a:r>
          </a:p>
        </p:txBody>
      </p:sp>
      <p:sp>
        <p:nvSpPr>
          <p:cNvPr id="88" name="glucose">
            <a:extLst>
              <a:ext uri="{FF2B5EF4-FFF2-40B4-BE49-F238E27FC236}">
                <a16:creationId xmlns:a16="http://schemas.microsoft.com/office/drawing/2014/main" id="{85570F59-3B43-4DCB-974B-29D66D9B3DAD}"/>
              </a:ext>
            </a:extLst>
          </p:cNvPr>
          <p:cNvSpPr txBox="1"/>
          <p:nvPr/>
        </p:nvSpPr>
        <p:spPr>
          <a:xfrm>
            <a:off x="2872692" y="2784834"/>
            <a:ext cx="1013029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Glucose</a:t>
            </a:r>
          </a:p>
        </p:txBody>
      </p:sp>
      <p:sp>
        <p:nvSpPr>
          <p:cNvPr id="94" name="Cytology">
            <a:extLst>
              <a:ext uri="{FF2B5EF4-FFF2-40B4-BE49-F238E27FC236}">
                <a16:creationId xmlns:a16="http://schemas.microsoft.com/office/drawing/2014/main" id="{CFD5640E-69A3-4312-85DF-FCC2E278EE3D}"/>
              </a:ext>
            </a:extLst>
          </p:cNvPr>
          <p:cNvSpPr txBox="1"/>
          <p:nvPr/>
        </p:nvSpPr>
        <p:spPr>
          <a:xfrm>
            <a:off x="2892952" y="3873993"/>
            <a:ext cx="1726874" cy="715089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Cytology</a:t>
            </a:r>
          </a:p>
          <a:p>
            <a:r>
              <a:rPr lang="en-US" dirty="0">
                <a:solidFill>
                  <a:schemeClr val="tx1"/>
                </a:solidFill>
              </a:rPr>
              <a:t>Flow cytometry</a:t>
            </a:r>
          </a:p>
        </p:txBody>
      </p:sp>
      <p:sp>
        <p:nvSpPr>
          <p:cNvPr id="95" name="ADA">
            <a:extLst>
              <a:ext uri="{FF2B5EF4-FFF2-40B4-BE49-F238E27FC236}">
                <a16:creationId xmlns:a16="http://schemas.microsoft.com/office/drawing/2014/main" id="{B2398372-B7A3-403B-9F3D-BABFB90C4851}"/>
              </a:ext>
            </a:extLst>
          </p:cNvPr>
          <p:cNvSpPr txBox="1"/>
          <p:nvPr/>
        </p:nvSpPr>
        <p:spPr>
          <a:xfrm>
            <a:off x="2892952" y="4701167"/>
            <a:ext cx="2352969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Adenosine deaminase</a:t>
            </a:r>
          </a:p>
        </p:txBody>
      </p:sp>
      <p:sp>
        <p:nvSpPr>
          <p:cNvPr id="96" name="Amylase">
            <a:extLst>
              <a:ext uri="{FF2B5EF4-FFF2-40B4-BE49-F238E27FC236}">
                <a16:creationId xmlns:a16="http://schemas.microsoft.com/office/drawing/2014/main" id="{8B6B22CF-1581-4724-8C35-F855EE0F6DB0}"/>
              </a:ext>
            </a:extLst>
          </p:cNvPr>
          <p:cNvSpPr txBox="1"/>
          <p:nvPr/>
        </p:nvSpPr>
        <p:spPr>
          <a:xfrm>
            <a:off x="2892952" y="5221875"/>
            <a:ext cx="1069571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Amylase</a:t>
            </a:r>
          </a:p>
        </p:txBody>
      </p:sp>
      <p:sp>
        <p:nvSpPr>
          <p:cNvPr id="97" name="Triglycerides">
            <a:extLst>
              <a:ext uri="{FF2B5EF4-FFF2-40B4-BE49-F238E27FC236}">
                <a16:creationId xmlns:a16="http://schemas.microsoft.com/office/drawing/2014/main" id="{0521CA05-CB9C-450E-BC51-02B646C6DCEE}"/>
              </a:ext>
            </a:extLst>
          </p:cNvPr>
          <p:cNvSpPr txBox="1"/>
          <p:nvPr/>
        </p:nvSpPr>
        <p:spPr>
          <a:xfrm>
            <a:off x="2892952" y="5742583"/>
            <a:ext cx="1403926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Triglycerides</a:t>
            </a:r>
          </a:p>
        </p:txBody>
      </p:sp>
      <p:sp>
        <p:nvSpPr>
          <p:cNvPr id="98" name="Hematocrit">
            <a:extLst>
              <a:ext uri="{FF2B5EF4-FFF2-40B4-BE49-F238E27FC236}">
                <a16:creationId xmlns:a16="http://schemas.microsoft.com/office/drawing/2014/main" id="{67732DEE-B8D2-449D-8E46-B3A5A2ED1760}"/>
              </a:ext>
            </a:extLst>
          </p:cNvPr>
          <p:cNvSpPr txBox="1"/>
          <p:nvPr/>
        </p:nvSpPr>
        <p:spPr>
          <a:xfrm>
            <a:off x="2892952" y="6263290"/>
            <a:ext cx="1403926" cy="408623"/>
          </a:xfrm>
          <a:prstGeom prst="roundRect">
            <a:avLst/>
          </a:prstGeom>
          <a:ln w="38100"/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Hematocrit</a:t>
            </a:r>
          </a:p>
        </p:txBody>
      </p:sp>
    </p:spTree>
    <p:extLst>
      <p:ext uri="{BB962C8B-B14F-4D97-AF65-F5344CB8AC3E}">
        <p14:creationId xmlns:p14="http://schemas.microsoft.com/office/powerpoint/2010/main" val="260060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43" grpId="0" animBg="1"/>
      <p:bldP spid="49" grpId="0" animBg="1"/>
      <p:bldP spid="54" grpId="0" animBg="1"/>
      <p:bldP spid="59" grpId="0" animBg="1"/>
      <p:bldP spid="64" grpId="0" animBg="1"/>
      <p:bldP spid="79" grpId="0" animBg="1"/>
      <p:bldP spid="80" grpId="0" animBg="1"/>
      <p:bldP spid="82" grpId="0" animBg="1"/>
      <p:bldP spid="83" grpId="0" animBg="1"/>
      <p:bldP spid="88" grpId="0" animBg="1"/>
      <p:bldP spid="94" grpId="0" animBg="1"/>
      <p:bldP spid="95" grpId="0" animBg="1"/>
      <p:bldP spid="96" grpId="0" animBg="1"/>
      <p:bldP spid="97" grpId="0" animBg="1"/>
      <p:bldP spid="9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Pleural Effusions — 2023 Context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Light’s criteria, the transudate/exudate differential, and the parapneumonic framework are timeless and verified current (June 2026). The items below add modern context, not corrections.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6E8C"/>
                </a:solidFill>
                <a:latin typeface="Calibri"/>
              </a:rPr>
              <a:t>Light’s criteria unchanged: exudate if ANY one of pleural/serum protein &gt;0.5, pleural/serum LDH &gt;0.6, or pleural LDH &gt;2/3 serum ULN (sens ~98%, spec ~83%). In diuretic-treated patients it misclassifies ~25% of transudates — use serum–pleural albumin gradient &gt;1.2 g/dL to reclassify.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BTS 2023 pleural disease guideline: pleural fluid pH ≤7.2 (or frank pus / positive Gram stain/culture) indicates complicated effusion/empyema → drain. Small-bore (≤14F) chest tube is first-line for pleural infection (less pain, equal efficacy); larger bore reserved for heavy loculation or pus.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Intrapleural tPA + DNase (MIST-2, Rahman NEJM 2011) improves drainage and reduces surgical referral but does NOT lower mortality — the deck’s caveat still holds. RAPID score risk-stratifies pleural infection prognosis.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4530A"/>
                </a:solidFill>
                <a:latin typeface="Calibri"/>
              </a:rPr>
              <a:t>Malignant effusion: send cytology on initial work-up; serial large-volume thoracenteses raise yield (~65% → ~92% on a 2nd). For recurrent symptomatic MPE, indwelling pleural catheter and talc pleurodesis are both first-line (ATS/STS/STR 2018); IPC + talc (IPC-PLUS) increases pleurodesis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1. Evaluate any pleural effusion &gt;1 cm on US/lateral decubitus with an ultrasound-guided diagnostic thoracentesis.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2. Light’s criteria separate transudate (non-inflammatory: heart/renal/liver failure, hypoalbuminemia) from exudate (inflammatory: infection, malignancy, autoimmune, PE, chylothorax). Any one criterion = exudate.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3. Pleural fluid studies localize the cause: cell count/differential (PMN vs lymphocyte), pH/glucose, Gram stain/culture, cytology, ADA, amylase, triglycerides, hematocrit.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4. Parapneumonic effusions: uncomplicated → antibiotics alone; complicated (pH &lt;7.2, low glucose, loculations) and empyema (pus or +culture) → antibiotics PLUS drainage, often multidisciplinary (pulm/IR/thoracic surgery).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6E8C"/>
                </a:solidFill>
                <a:latin typeface="Calibri"/>
              </a:rPr>
              <a:t>5. tPA/DNase augments drainage without a mortality benefit; small-bore chest tubes are first-line for pleural infection (BTS 2023).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Original lesson: “Pleural Effusions,” TeachIM.org (updated Apr 2022).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Authors: Neha Deshpande MD &amp; Ryan Murphy MD; Executive Editor Yilin Zhang MD.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Source URL: teachim.org/teaching_material/pleural-effusions/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License: Creative Commons Attribution-NonCommercial 4.0 International (CC BY-NC 4.0). Non-commercial educational use only.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Edit type: APPEND-ONLY. No surgical text change made — the standing teaching is accurate and contains no spelling/number errors. All 6 original click-to-reveal animated slides and BioRender graphics preserved.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30A"/>
                </a:solidFill>
                <a:latin typeface="Calibri"/>
              </a:rPr>
              <a:t>Human review: Case 3 (slide 5, malignant effusion) labels the exudate as meeting “protein and LDH ratios,” but the LDH ratio is 156/278 = 0.56 (below the 0.6 threshold). It clearly meets the protein ratio (0.84); whether it meets the absolute LDH criterion depends on the lab’s serum LDH ULN (not given). Diagnosis/management are correct — wording left unchanged pending author confirmation.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Context added (source-cited): BTS 2023 pleural disease guideline; MIST-2 (Rahman NEJM 2011); ATS/STS/STR 2018 malignant effusion. No companion handout is published for this lesson.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AEEB6E305C04CA9C604CC8E9650A9" ma:contentTypeVersion="7" ma:contentTypeDescription="Create a new document." ma:contentTypeScope="" ma:versionID="58f4f8df5af58a08373187901d630233">
  <xsd:schema xmlns:xsd="http://www.w3.org/2001/XMLSchema" xmlns:xs="http://www.w3.org/2001/XMLSchema" xmlns:p="http://schemas.microsoft.com/office/2006/metadata/properties" xmlns:ns3="e5a2b088-f67c-4679-a91e-76320184c7d4" xmlns:ns4="af5643b9-2dbb-4023-bd89-7070f67378bb" targetNamespace="http://schemas.microsoft.com/office/2006/metadata/properties" ma:root="true" ma:fieldsID="4532c957f221ae8c5ba75c6284b3519d" ns3:_="" ns4:_="">
    <xsd:import namespace="e5a2b088-f67c-4679-a91e-76320184c7d4"/>
    <xsd:import namespace="af5643b9-2dbb-4023-bd89-7070f6737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2b088-f67c-4679-a91e-76320184c7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5643b9-2dbb-4023-bd89-7070f67378b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E4E9AB-9E50-421E-914A-225F96B130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a2b088-f67c-4679-a91e-76320184c7d4"/>
    <ds:schemaRef ds:uri="af5643b9-2dbb-4023-bd89-7070f67378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351D03-636B-4524-8DD0-162A6E78AC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E96FCA-ED6D-4017-ADD2-6DD43E06CB9B}">
  <ds:schemaRefs>
    <ds:schemaRef ds:uri="http://schemas.microsoft.com/office/2006/documentManagement/types"/>
    <ds:schemaRef ds:uri="http://purl.org/dc/elements/1.1/"/>
    <ds:schemaRef ds:uri="e5a2b088-f67c-4679-a91e-76320184c7d4"/>
    <ds:schemaRef ds:uri="http://schemas.microsoft.com/office/infopath/2007/PartnerControls"/>
    <ds:schemaRef ds:uri="af5643b9-2dbb-4023-bd89-7070f67378bb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1193</Words>
  <Application>Microsoft Office PowerPoint</Application>
  <PresentationFormat>Widescreen</PresentationFormat>
  <Paragraphs>277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14</cp:revision>
  <dcterms:created xsi:type="dcterms:W3CDTF">2020-12-16T19:33:40Z</dcterms:created>
  <dcterms:modified xsi:type="dcterms:W3CDTF">2022-04-03T19:44:48Z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0x010100252AEEB6E305C04CA9C604CC8E9650A9</vt:lpwstr>
  </property>
</Properties>
</file>