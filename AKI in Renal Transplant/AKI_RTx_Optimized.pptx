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zgvxDmvmTsDF75bZVmhtaQ==" hashData="OHM60owCGhjGfcWLVS6rHvmepAyax11e8ABXRtdFBO55En1/VecI0h+qKyvFe38JRmAOcUQB66Z9DwuyfBBGoQ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116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ch" userId="8ae8df808a00c05c" providerId="LiveId" clId="{151F3F53-C205-47DC-8F9B-3E4FE09ACC46}"/>
    <pc:docChg chg="undo custSel modSld modShowInfo">
      <pc:chgData name="Teach" userId="8ae8df808a00c05c" providerId="LiveId" clId="{151F3F53-C205-47DC-8F9B-3E4FE09ACC46}" dt="2020-06-03T14:03:03.951" v="861"/>
      <pc:docMkLst>
        <pc:docMk/>
      </pc:docMkLst>
      <pc:sldChg chg="addSp delSp modSp mod delAnim modAnim">
        <pc:chgData name="Teach" userId="8ae8df808a00c05c" providerId="LiveId" clId="{151F3F53-C205-47DC-8F9B-3E4FE09ACC46}" dt="2020-06-02T16:41:21.887" v="729" actId="207"/>
        <pc:sldMkLst>
          <pc:docMk/>
          <pc:sldMk cId="1461934127" sldId="256"/>
        </pc:sldMkLst>
        <pc:spChg chg="add mod">
          <ac:chgData name="Teach" userId="8ae8df808a00c05c" providerId="LiveId" clId="{151F3F53-C205-47DC-8F9B-3E4FE09ACC46}" dt="2020-06-02T16:22:47.016" v="378" actId="1076"/>
          <ac:spMkLst>
            <pc:docMk/>
            <pc:sldMk cId="1461934127" sldId="256"/>
            <ac:spMk id="2" creationId="{BBF58CDC-C558-49C6-976A-747745472BAA}"/>
          </ac:spMkLst>
        </pc:spChg>
        <pc:spChg chg="mod">
          <ac:chgData name="Teach" userId="8ae8df808a00c05c" providerId="LiveId" clId="{151F3F53-C205-47DC-8F9B-3E4FE09ACC46}" dt="2020-06-02T16:41:14.002" v="728" actId="207"/>
          <ac:spMkLst>
            <pc:docMk/>
            <pc:sldMk cId="1461934127" sldId="256"/>
            <ac:spMk id="9" creationId="{8DA906C1-3CC5-4CE3-B652-1707DD7937D5}"/>
          </ac:spMkLst>
        </pc:spChg>
        <pc:spChg chg="mod">
          <ac:chgData name="Teach" userId="8ae8df808a00c05c" providerId="LiveId" clId="{151F3F53-C205-47DC-8F9B-3E4FE09ACC46}" dt="2020-06-02T16:39:46.850" v="715" actId="207"/>
          <ac:spMkLst>
            <pc:docMk/>
            <pc:sldMk cId="1461934127" sldId="256"/>
            <ac:spMk id="10" creationId="{0EB83EEA-A28B-4AF2-A2F4-76F1353CA9ED}"/>
          </ac:spMkLst>
        </pc:spChg>
        <pc:spChg chg="mod">
          <ac:chgData name="Teach" userId="8ae8df808a00c05c" providerId="LiveId" clId="{151F3F53-C205-47DC-8F9B-3E4FE09ACC46}" dt="2020-06-02T16:40:55.032" v="726" actId="207"/>
          <ac:spMkLst>
            <pc:docMk/>
            <pc:sldMk cId="1461934127" sldId="256"/>
            <ac:spMk id="11" creationId="{F15BB6D7-2ACC-44D5-896B-75D7CE2B3966}"/>
          </ac:spMkLst>
        </pc:spChg>
        <pc:spChg chg="mod">
          <ac:chgData name="Teach" userId="8ae8df808a00c05c" providerId="LiveId" clId="{151F3F53-C205-47DC-8F9B-3E4FE09ACC46}" dt="2020-06-02T16:39:55.059" v="716" actId="207"/>
          <ac:spMkLst>
            <pc:docMk/>
            <pc:sldMk cId="1461934127" sldId="256"/>
            <ac:spMk id="12" creationId="{2649BD32-600A-4A1E-9F30-6328BFD768E6}"/>
          </ac:spMkLst>
        </pc:spChg>
        <pc:spChg chg="mod">
          <ac:chgData name="Teach" userId="8ae8df808a00c05c" providerId="LiveId" clId="{151F3F53-C205-47DC-8F9B-3E4FE09ACC46}" dt="2020-06-02T16:41:21.887" v="729" actId="207"/>
          <ac:spMkLst>
            <pc:docMk/>
            <pc:sldMk cId="1461934127" sldId="256"/>
            <ac:spMk id="13" creationId="{C3DC2E73-0CAC-4857-9C7D-898122C3D5C7}"/>
          </ac:spMkLst>
        </pc:spChg>
        <pc:spChg chg="mod">
          <ac:chgData name="Teach" userId="8ae8df808a00c05c" providerId="LiveId" clId="{151F3F53-C205-47DC-8F9B-3E4FE09ACC46}" dt="2020-06-02T16:41:05.473" v="727" actId="207"/>
          <ac:spMkLst>
            <pc:docMk/>
            <pc:sldMk cId="1461934127" sldId="256"/>
            <ac:spMk id="14" creationId="{3B8812A0-872D-406D-B1C3-CAC0F9D0B8A1}"/>
          </ac:spMkLst>
        </pc:spChg>
        <pc:spChg chg="mod">
          <ac:chgData name="Teach" userId="8ae8df808a00c05c" providerId="LiveId" clId="{151F3F53-C205-47DC-8F9B-3E4FE09ACC46}" dt="2020-06-02T16:22:31.264" v="374" actId="14100"/>
          <ac:spMkLst>
            <pc:docMk/>
            <pc:sldMk cId="1461934127" sldId="256"/>
            <ac:spMk id="15" creationId="{DEE4A971-D452-4991-8946-90BCBD1156A7}"/>
          </ac:spMkLst>
        </pc:spChg>
        <pc:spChg chg="mod">
          <ac:chgData name="Teach" userId="8ae8df808a00c05c" providerId="LiveId" clId="{151F3F53-C205-47DC-8F9B-3E4FE09ACC46}" dt="2020-06-02T16:39:10.012" v="712" actId="207"/>
          <ac:spMkLst>
            <pc:docMk/>
            <pc:sldMk cId="1461934127" sldId="256"/>
            <ac:spMk id="19" creationId="{93982DF4-3D4A-42C4-8E65-89CF1599B136}"/>
          </ac:spMkLst>
        </pc:spChg>
        <pc:spChg chg="mod">
          <ac:chgData name="Teach" userId="8ae8df808a00c05c" providerId="LiveId" clId="{151F3F53-C205-47DC-8F9B-3E4FE09ACC46}" dt="2020-06-02T16:38:44.652" v="710" actId="1582"/>
          <ac:spMkLst>
            <pc:docMk/>
            <pc:sldMk cId="1461934127" sldId="256"/>
            <ac:spMk id="20" creationId="{7610E23B-8D79-42AC-B66C-AA6DB7DDCF2A}"/>
          </ac:spMkLst>
        </pc:spChg>
        <pc:spChg chg="mod">
          <ac:chgData name="Teach" userId="8ae8df808a00c05c" providerId="LiveId" clId="{151F3F53-C205-47DC-8F9B-3E4FE09ACC46}" dt="2020-06-02T16:39:30.957" v="713" actId="207"/>
          <ac:spMkLst>
            <pc:docMk/>
            <pc:sldMk cId="1461934127" sldId="256"/>
            <ac:spMk id="21" creationId="{2728ADFE-F40E-4E29-BD17-87DAAD19CBE3}"/>
          </ac:spMkLst>
        </pc:spChg>
        <pc:spChg chg="mod">
          <ac:chgData name="Teach" userId="8ae8df808a00c05c" providerId="LiveId" clId="{151F3F53-C205-47DC-8F9B-3E4FE09ACC46}" dt="2020-06-02T16:40:07.283" v="717" actId="207"/>
          <ac:spMkLst>
            <pc:docMk/>
            <pc:sldMk cId="1461934127" sldId="256"/>
            <ac:spMk id="22" creationId="{0CC6874C-32F2-4BF5-8824-9A5C8244602E}"/>
          </ac:spMkLst>
        </pc:spChg>
        <pc:spChg chg="mod">
          <ac:chgData name="Teach" userId="8ae8df808a00c05c" providerId="LiveId" clId="{151F3F53-C205-47DC-8F9B-3E4FE09ACC46}" dt="2020-06-02T16:40:47.309" v="725" actId="207"/>
          <ac:spMkLst>
            <pc:docMk/>
            <pc:sldMk cId="1461934127" sldId="256"/>
            <ac:spMk id="23" creationId="{507FC495-0D3B-4A54-90EA-596387F2CA44}"/>
          </ac:spMkLst>
        </pc:spChg>
        <pc:spChg chg="mod">
          <ac:chgData name="Teach" userId="8ae8df808a00c05c" providerId="LiveId" clId="{151F3F53-C205-47DC-8F9B-3E4FE09ACC46}" dt="2020-06-02T16:22:09.202" v="351" actId="1035"/>
          <ac:spMkLst>
            <pc:docMk/>
            <pc:sldMk cId="1461934127" sldId="256"/>
            <ac:spMk id="35" creationId="{3E435D2D-D91D-4171-B554-623F0DEF492D}"/>
          </ac:spMkLst>
        </pc:spChg>
        <pc:spChg chg="mod">
          <ac:chgData name="Teach" userId="8ae8df808a00c05c" providerId="LiveId" clId="{151F3F53-C205-47DC-8F9B-3E4FE09ACC46}" dt="2020-06-02T16:22:09.202" v="351" actId="1035"/>
          <ac:spMkLst>
            <pc:docMk/>
            <pc:sldMk cId="1461934127" sldId="256"/>
            <ac:spMk id="39" creationId="{1DA47EB2-E77C-4C1B-8B8A-02BF5C7D978A}"/>
          </ac:spMkLst>
        </pc:spChg>
        <pc:spChg chg="mod">
          <ac:chgData name="Teach" userId="8ae8df808a00c05c" providerId="LiveId" clId="{151F3F53-C205-47DC-8F9B-3E4FE09ACC46}" dt="2020-06-02T16:22:09.202" v="351" actId="1035"/>
          <ac:spMkLst>
            <pc:docMk/>
            <pc:sldMk cId="1461934127" sldId="256"/>
            <ac:spMk id="40" creationId="{2D016618-EF94-4399-A42D-46372BBA0D79}"/>
          </ac:spMkLst>
        </pc:spChg>
        <pc:spChg chg="mod">
          <ac:chgData name="Teach" userId="8ae8df808a00c05c" providerId="LiveId" clId="{151F3F53-C205-47DC-8F9B-3E4FE09ACC46}" dt="2020-06-02T16:22:09.202" v="351" actId="1035"/>
          <ac:spMkLst>
            <pc:docMk/>
            <pc:sldMk cId="1461934127" sldId="256"/>
            <ac:spMk id="41" creationId="{FB1EDDAF-6468-490C-9B6F-4336FEDC1BD2}"/>
          </ac:spMkLst>
        </pc:spChg>
        <pc:spChg chg="mod">
          <ac:chgData name="Teach" userId="8ae8df808a00c05c" providerId="LiveId" clId="{151F3F53-C205-47DC-8F9B-3E4FE09ACC46}" dt="2020-06-02T16:22:09.202" v="351" actId="1035"/>
          <ac:spMkLst>
            <pc:docMk/>
            <pc:sldMk cId="1461934127" sldId="256"/>
            <ac:spMk id="42" creationId="{33F86800-D03A-43FB-9491-35A21E444C1E}"/>
          </ac:spMkLst>
        </pc:spChg>
        <pc:spChg chg="mod">
          <ac:chgData name="Teach" userId="8ae8df808a00c05c" providerId="LiveId" clId="{151F3F53-C205-47DC-8F9B-3E4FE09ACC46}" dt="2020-06-02T16:22:09.202" v="351" actId="1035"/>
          <ac:spMkLst>
            <pc:docMk/>
            <pc:sldMk cId="1461934127" sldId="256"/>
            <ac:spMk id="43" creationId="{AC73D50B-4163-4E22-9127-BB31A65E1230}"/>
          </ac:spMkLst>
        </pc:spChg>
        <pc:spChg chg="del mod">
          <ac:chgData name="Teach" userId="8ae8df808a00c05c" providerId="LiveId" clId="{151F3F53-C205-47DC-8F9B-3E4FE09ACC46}" dt="2020-06-02T16:22:16.388" v="354" actId="478"/>
          <ac:spMkLst>
            <pc:docMk/>
            <pc:sldMk cId="1461934127" sldId="256"/>
            <ac:spMk id="44" creationId="{DD8059AB-6DB2-4763-8446-EA4E8B5DC1E2}"/>
          </ac:spMkLst>
        </pc:spChg>
        <pc:spChg chg="del mod">
          <ac:chgData name="Teach" userId="8ae8df808a00c05c" providerId="LiveId" clId="{151F3F53-C205-47DC-8F9B-3E4FE09ACC46}" dt="2020-06-02T16:22:33.803" v="375" actId="478"/>
          <ac:spMkLst>
            <pc:docMk/>
            <pc:sldMk cId="1461934127" sldId="256"/>
            <ac:spMk id="48" creationId="{4E8D2475-0E1B-4933-AC16-EA81E1509E57}"/>
          </ac:spMkLst>
        </pc:spChg>
        <pc:grpChg chg="mod">
          <ac:chgData name="Teach" userId="8ae8df808a00c05c" providerId="LiveId" clId="{151F3F53-C205-47DC-8F9B-3E4FE09ACC46}" dt="2020-06-02T16:22:09.202" v="351" actId="1035"/>
          <ac:grpSpMkLst>
            <pc:docMk/>
            <pc:sldMk cId="1461934127" sldId="256"/>
            <ac:grpSpMk id="29" creationId="{15D736D3-16FB-435A-A546-5F2C934D096F}"/>
          </ac:grpSpMkLst>
        </pc:grpChg>
        <pc:grpChg chg="mod">
          <ac:chgData name="Teach" userId="8ae8df808a00c05c" providerId="LiveId" clId="{151F3F53-C205-47DC-8F9B-3E4FE09ACC46}" dt="2020-06-02T16:22:09.202" v="351" actId="1035"/>
          <ac:grpSpMkLst>
            <pc:docMk/>
            <pc:sldMk cId="1461934127" sldId="256"/>
            <ac:grpSpMk id="30" creationId="{B1CB0EDA-0526-4A67-8312-C01CB3C88A28}"/>
          </ac:grpSpMkLst>
        </pc:grpChg>
        <pc:grpChg chg="mod">
          <ac:chgData name="Teach" userId="8ae8df808a00c05c" providerId="LiveId" clId="{151F3F53-C205-47DC-8F9B-3E4FE09ACC46}" dt="2020-06-02T16:22:09.202" v="351" actId="1035"/>
          <ac:grpSpMkLst>
            <pc:docMk/>
            <pc:sldMk cId="1461934127" sldId="256"/>
            <ac:grpSpMk id="31" creationId="{7441A5A2-CE0F-4F87-AAF7-857C4420092A}"/>
          </ac:grpSpMkLst>
        </pc:grpChg>
        <pc:grpChg chg="mod">
          <ac:chgData name="Teach" userId="8ae8df808a00c05c" providerId="LiveId" clId="{151F3F53-C205-47DC-8F9B-3E4FE09ACC46}" dt="2020-06-02T16:22:09.202" v="351" actId="1035"/>
          <ac:grpSpMkLst>
            <pc:docMk/>
            <pc:sldMk cId="1461934127" sldId="256"/>
            <ac:grpSpMk id="36" creationId="{3CFCF0A6-B82F-4DD6-A294-D146F60446F6}"/>
          </ac:grpSpMkLst>
        </pc:grpChg>
        <pc:grpChg chg="mod">
          <ac:chgData name="Teach" userId="8ae8df808a00c05c" providerId="LiveId" clId="{151F3F53-C205-47DC-8F9B-3E4FE09ACC46}" dt="2020-06-02T16:22:09.202" v="351" actId="1035"/>
          <ac:grpSpMkLst>
            <pc:docMk/>
            <pc:sldMk cId="1461934127" sldId="256"/>
            <ac:grpSpMk id="37" creationId="{89043AFE-D03A-49E8-966F-B8C17C8FC750}"/>
          </ac:grpSpMkLst>
        </pc:grpChg>
        <pc:grpChg chg="mod">
          <ac:chgData name="Teach" userId="8ae8df808a00c05c" providerId="LiveId" clId="{151F3F53-C205-47DC-8F9B-3E4FE09ACC46}" dt="2020-06-02T16:40:33.391" v="722" actId="207"/>
          <ac:grpSpMkLst>
            <pc:docMk/>
            <pc:sldMk cId="1461934127" sldId="256"/>
            <ac:grpSpMk id="38" creationId="{630771F3-DDD5-4E24-BB58-FB05740DD500}"/>
          </ac:grpSpMkLst>
        </pc:grpChg>
      </pc:sldChg>
      <pc:sldChg chg="addSp delSp modSp mod delAnim modAnim">
        <pc:chgData name="Teach" userId="8ae8df808a00c05c" providerId="LiveId" clId="{151F3F53-C205-47DC-8F9B-3E4FE09ACC46}" dt="2020-06-03T14:03:03.951" v="861"/>
        <pc:sldMkLst>
          <pc:docMk/>
          <pc:sldMk cId="3459333537" sldId="257"/>
        </pc:sldMkLst>
        <pc:spChg chg="add mod">
          <ac:chgData name="Teach" userId="8ae8df808a00c05c" providerId="LiveId" clId="{151F3F53-C205-47DC-8F9B-3E4FE09ACC46}" dt="2020-06-02T16:48:26.338" v="851" actId="207"/>
          <ac:spMkLst>
            <pc:docMk/>
            <pc:sldMk cId="3459333537" sldId="257"/>
            <ac:spMk id="2" creationId="{88E9A7CE-5524-4FF4-A774-891196A55909}"/>
          </ac:spMkLst>
        </pc:spChg>
        <pc:spChg chg="mod">
          <ac:chgData name="Teach" userId="8ae8df808a00c05c" providerId="LiveId" clId="{151F3F53-C205-47DC-8F9B-3E4FE09ACC46}" dt="2020-06-02T16:45:39.362" v="779" actId="14100"/>
          <ac:spMkLst>
            <pc:docMk/>
            <pc:sldMk cId="3459333537" sldId="257"/>
            <ac:spMk id="5" creationId="{3BC87BD2-EF75-44ED-A2F7-B2936C6A5AF9}"/>
          </ac:spMkLst>
        </pc:spChg>
        <pc:spChg chg="mod">
          <ac:chgData name="Teach" userId="8ae8df808a00c05c" providerId="LiveId" clId="{151F3F53-C205-47DC-8F9B-3E4FE09ACC46}" dt="2020-06-02T16:44:22.866" v="750" actId="1076"/>
          <ac:spMkLst>
            <pc:docMk/>
            <pc:sldMk cId="3459333537" sldId="257"/>
            <ac:spMk id="20" creationId="{F25C0B8B-F8E3-4C95-913D-82C8DDC8454A}"/>
          </ac:spMkLst>
        </pc:spChg>
        <pc:spChg chg="mod">
          <ac:chgData name="Teach" userId="8ae8df808a00c05c" providerId="LiveId" clId="{151F3F53-C205-47DC-8F9B-3E4FE09ACC46}" dt="2020-06-02T16:44:01.216" v="748" actId="1035"/>
          <ac:spMkLst>
            <pc:docMk/>
            <pc:sldMk cId="3459333537" sldId="257"/>
            <ac:spMk id="23" creationId="{0F3F7C70-7780-4D35-B538-2635A89AEEE0}"/>
          </ac:spMkLst>
        </pc:spChg>
        <pc:spChg chg="add mod">
          <ac:chgData name="Teach" userId="8ae8df808a00c05c" providerId="LiveId" clId="{151F3F53-C205-47DC-8F9B-3E4FE09ACC46}" dt="2020-06-02T16:33:01.560" v="645" actId="1076"/>
          <ac:spMkLst>
            <pc:docMk/>
            <pc:sldMk cId="3459333537" sldId="257"/>
            <ac:spMk id="47" creationId="{984FF416-02C7-46A2-B143-25EC60412199}"/>
          </ac:spMkLst>
        </pc:spChg>
        <pc:spChg chg="add mod">
          <ac:chgData name="Teach" userId="8ae8df808a00c05c" providerId="LiveId" clId="{151F3F53-C205-47DC-8F9B-3E4FE09ACC46}" dt="2020-06-02T16:34:28.850" v="667" actId="1037"/>
          <ac:spMkLst>
            <pc:docMk/>
            <pc:sldMk cId="3459333537" sldId="257"/>
            <ac:spMk id="48" creationId="{CC42D153-79AF-460E-AE74-2501EAD4A25E}"/>
          </ac:spMkLst>
        </pc:spChg>
        <pc:spChg chg="mod">
          <ac:chgData name="Teach" userId="8ae8df808a00c05c" providerId="LiveId" clId="{151F3F53-C205-47DC-8F9B-3E4FE09ACC46}" dt="2020-06-02T16:44:01.216" v="748" actId="1035"/>
          <ac:spMkLst>
            <pc:docMk/>
            <pc:sldMk cId="3459333537" sldId="257"/>
            <ac:spMk id="52" creationId="{71E875B9-6AB9-40EE-9A01-79078D18D60C}"/>
          </ac:spMkLst>
        </pc:spChg>
        <pc:spChg chg="mod">
          <ac:chgData name="Teach" userId="8ae8df808a00c05c" providerId="LiveId" clId="{151F3F53-C205-47DC-8F9B-3E4FE09ACC46}" dt="2020-06-02T16:42:53.358" v="731" actId="14100"/>
          <ac:spMkLst>
            <pc:docMk/>
            <pc:sldMk cId="3459333537" sldId="257"/>
            <ac:spMk id="72" creationId="{076673AB-BF3A-438E-81B2-28D14A5B09CC}"/>
          </ac:spMkLst>
        </pc:spChg>
        <pc:spChg chg="mod">
          <ac:chgData name="Teach" userId="8ae8df808a00c05c" providerId="LiveId" clId="{151F3F53-C205-47DC-8F9B-3E4FE09ACC46}" dt="2020-06-02T16:32:17.520" v="640" actId="1076"/>
          <ac:spMkLst>
            <pc:docMk/>
            <pc:sldMk cId="3459333537" sldId="257"/>
            <ac:spMk id="74" creationId="{7FB6E0A9-2229-483B-9876-7F2A89BEA7AF}"/>
          </ac:spMkLst>
        </pc:spChg>
        <pc:spChg chg="mod">
          <ac:chgData name="Teach" userId="8ae8df808a00c05c" providerId="LiveId" clId="{151F3F53-C205-47DC-8F9B-3E4FE09ACC46}" dt="2020-06-02T16:25:39.980" v="460" actId="1076"/>
          <ac:spMkLst>
            <pc:docMk/>
            <pc:sldMk cId="3459333537" sldId="257"/>
            <ac:spMk id="77" creationId="{2621BD43-0932-42D5-B496-48BAC4F32C43}"/>
          </ac:spMkLst>
        </pc:spChg>
        <pc:spChg chg="mod">
          <ac:chgData name="Teach" userId="8ae8df808a00c05c" providerId="LiveId" clId="{151F3F53-C205-47DC-8F9B-3E4FE09ACC46}" dt="2020-06-02T16:28:00.411" v="544" actId="14100"/>
          <ac:spMkLst>
            <pc:docMk/>
            <pc:sldMk cId="3459333537" sldId="257"/>
            <ac:spMk id="79" creationId="{2E4D94F8-4C01-4C30-8884-57C18C33B7B4}"/>
          </ac:spMkLst>
        </pc:spChg>
        <pc:spChg chg="mod">
          <ac:chgData name="Teach" userId="8ae8df808a00c05c" providerId="LiveId" clId="{151F3F53-C205-47DC-8F9B-3E4FE09ACC46}" dt="2020-06-02T16:31:47.636" v="637" actId="1076"/>
          <ac:spMkLst>
            <pc:docMk/>
            <pc:sldMk cId="3459333537" sldId="257"/>
            <ac:spMk id="82" creationId="{A5DCF13D-E441-42C4-ACDE-0F414D1531DA}"/>
          </ac:spMkLst>
        </pc:spChg>
        <pc:spChg chg="del">
          <ac:chgData name="Teach" userId="8ae8df808a00c05c" providerId="LiveId" clId="{151F3F53-C205-47DC-8F9B-3E4FE09ACC46}" dt="2020-05-30T00:34:02.554" v="63" actId="478"/>
          <ac:spMkLst>
            <pc:docMk/>
            <pc:sldMk cId="3459333537" sldId="257"/>
            <ac:spMk id="85" creationId="{5FCA5919-85F3-43E0-9BC0-799BD420574C}"/>
          </ac:spMkLst>
        </pc:spChg>
        <pc:spChg chg="mod">
          <ac:chgData name="Teach" userId="8ae8df808a00c05c" providerId="LiveId" clId="{151F3F53-C205-47DC-8F9B-3E4FE09ACC46}" dt="2020-06-02T16:32:04.886" v="638" actId="1076"/>
          <ac:spMkLst>
            <pc:docMk/>
            <pc:sldMk cId="3459333537" sldId="257"/>
            <ac:spMk id="86" creationId="{E6F8D7D8-23BF-41F3-8883-4F1003D33C1C}"/>
          </ac:spMkLst>
        </pc:spChg>
        <pc:spChg chg="mod">
          <ac:chgData name="Teach" userId="8ae8df808a00c05c" providerId="LiveId" clId="{151F3F53-C205-47DC-8F9B-3E4FE09ACC46}" dt="2020-06-02T16:31:25.552" v="633" actId="6549"/>
          <ac:spMkLst>
            <pc:docMk/>
            <pc:sldMk cId="3459333537" sldId="257"/>
            <ac:spMk id="87" creationId="{4DB3F6AB-DD4D-412D-A9B7-FD9F476B0B19}"/>
          </ac:spMkLst>
        </pc:spChg>
        <pc:spChg chg="mod">
          <ac:chgData name="Teach" userId="8ae8df808a00c05c" providerId="LiveId" clId="{151F3F53-C205-47DC-8F9B-3E4FE09ACC46}" dt="2020-06-02T16:44:01.216" v="748" actId="1035"/>
          <ac:spMkLst>
            <pc:docMk/>
            <pc:sldMk cId="3459333537" sldId="257"/>
            <ac:spMk id="89" creationId="{2E0FF4E6-3744-4A96-990F-B5399C818247}"/>
          </ac:spMkLst>
        </pc:spChg>
        <pc:spChg chg="mod">
          <ac:chgData name="Teach" userId="8ae8df808a00c05c" providerId="LiveId" clId="{151F3F53-C205-47DC-8F9B-3E4FE09ACC46}" dt="2020-06-02T16:44:01.216" v="748" actId="1035"/>
          <ac:spMkLst>
            <pc:docMk/>
            <pc:sldMk cId="3459333537" sldId="257"/>
            <ac:spMk id="90" creationId="{59AC14C1-3A75-4538-AB26-59E3A6A38A06}"/>
          </ac:spMkLst>
        </pc:spChg>
        <pc:spChg chg="del">
          <ac:chgData name="Teach" userId="8ae8df808a00c05c" providerId="LiveId" clId="{151F3F53-C205-47DC-8F9B-3E4FE09ACC46}" dt="2020-06-02T16:23:15.328" v="379" actId="478"/>
          <ac:spMkLst>
            <pc:docMk/>
            <pc:sldMk cId="3459333537" sldId="257"/>
            <ac:spMk id="91" creationId="{E8305512-42B0-4C41-93F6-C286A2EFBF8D}"/>
          </ac:spMkLst>
        </pc:spChg>
        <pc:spChg chg="del">
          <ac:chgData name="Teach" userId="8ae8df808a00c05c" providerId="LiveId" clId="{151F3F53-C205-47DC-8F9B-3E4FE09ACC46}" dt="2020-06-02T16:23:16.819" v="380" actId="478"/>
          <ac:spMkLst>
            <pc:docMk/>
            <pc:sldMk cId="3459333537" sldId="257"/>
            <ac:spMk id="92" creationId="{CC09235D-6B29-4058-A73A-930DFF0CAB88}"/>
          </ac:spMkLst>
        </pc:spChg>
        <pc:picChg chg="add mod">
          <ac:chgData name="Teach" userId="8ae8df808a00c05c" providerId="LiveId" clId="{151F3F53-C205-47DC-8F9B-3E4FE09ACC46}" dt="2020-06-02T16:48:42.011" v="854" actId="1076"/>
          <ac:picMkLst>
            <pc:docMk/>
            <pc:sldMk cId="3459333537" sldId="257"/>
            <ac:picMk id="49" creationId="{22BC133D-281F-4C37-9226-2C34EB718ECA}"/>
          </ac:picMkLst>
        </pc:picChg>
      </pc:sldChg>
      <pc:sldChg chg="addSp delSp modSp mod addAnim delAnim modAnim">
        <pc:chgData name="Teach" userId="8ae8df808a00c05c" providerId="LiveId" clId="{151F3F53-C205-47DC-8F9B-3E4FE09ACC46}" dt="2020-06-02T16:37:44.236" v="708" actId="170"/>
        <pc:sldMkLst>
          <pc:docMk/>
          <pc:sldMk cId="4098568906" sldId="258"/>
        </pc:sldMkLst>
        <pc:spChg chg="mod">
          <ac:chgData name="Teach" userId="8ae8df808a00c05c" providerId="LiveId" clId="{151F3F53-C205-47DC-8F9B-3E4FE09ACC46}" dt="2020-06-02T16:32:41.533" v="643" actId="14100"/>
          <ac:spMkLst>
            <pc:docMk/>
            <pc:sldMk cId="4098568906" sldId="258"/>
            <ac:spMk id="2" creationId="{1C47A639-231C-4D1C-BACF-092E5B815A65}"/>
          </ac:spMkLst>
        </pc:spChg>
        <pc:spChg chg="add del">
          <ac:chgData name="Teach" userId="8ae8df808a00c05c" providerId="LiveId" clId="{151F3F53-C205-47DC-8F9B-3E4FE09ACC46}" dt="2020-05-30T00:50:43.287" v="253" actId="21"/>
          <ac:spMkLst>
            <pc:docMk/>
            <pc:sldMk cId="4098568906" sldId="258"/>
            <ac:spMk id="11" creationId="{D1BFC74F-E016-4B43-8C1D-F5ECAA122962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42" creationId="{1458F862-65EF-4E91-AC68-88B57966D694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43" creationId="{96542458-5A57-4FA9-8DC0-0D3C6E0EB037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45" creationId="{1B154680-1D13-4F66-ABB4-444C939289B6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46" creationId="{3AA97D39-A646-453A-9CD4-B55A487F6CA2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47" creationId="{C88D2EEB-74E7-4D28-8EA0-64084F723167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48" creationId="{DA79D344-27A7-4432-A23B-BD75012B625D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50" creationId="{EC71F052-C1C7-42F5-BD00-809BF4021323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51" creationId="{54879292-CEBB-47AA-AF91-ECC95A396362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52" creationId="{919B98E4-57D6-4F92-8DD1-53166B3FFF4E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53" creationId="{54EE53E0-7041-4D31-A4DC-8315DA40D0C1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58" creationId="{348DDAB0-DA73-47FA-8E55-B4FC5F7375D2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59" creationId="{626D8FB1-2FB6-4A61-A004-25F1B381034E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76" creationId="{6AFF3A70-1418-4744-B191-40422C89053D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77" creationId="{F11DA122-4640-4C10-B39E-BF4FD17A5274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78" creationId="{E14AFDBD-9BDC-4CB5-A857-D51AEE108BEE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79" creationId="{BA387DB0-809C-48B8-8D5C-E961DA16879B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80" creationId="{E14D48B8-A3AC-4A78-97DD-E10C1413316A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81" creationId="{B98CF0D9-11C3-45A9-AFE4-98070779ECE6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82" creationId="{7CFC9DB1-FC74-41BC-BF24-EBB83A1E3B41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83" creationId="{F6F240DF-0B9D-4270-8926-296FA55B5065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84" creationId="{463A3499-01EB-40D6-848C-73DCAACF30F8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85" creationId="{496C246B-D2D8-4477-8374-E860F278841A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86" creationId="{78E6909E-8612-47AB-843E-3A1AB23790B2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87" creationId="{B3A48868-0889-4E7E-9D07-017161F3D442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104" creationId="{54A6DE53-C74A-4321-8731-66F246293706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105" creationId="{C85EBB44-8A2A-4D32-AB16-54F54BE4C710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106" creationId="{C6C4C787-BDA6-4197-9A29-37A52222289F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107" creationId="{FB21DE5F-801F-4A04-A500-5BB13FEB49FC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108" creationId="{F75B4323-EE3D-44EF-9281-B59793889493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109" creationId="{09034B83-E7CA-4885-83A7-99F4385A0A25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110" creationId="{D18DD590-D422-43B4-8DB3-128C1B8457C8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111" creationId="{0D184687-55AC-49F5-9AC1-8FE47C4D3D2F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112" creationId="{F0D3BED9-CBEE-4A25-B065-5B526138C868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113" creationId="{D5409A85-2A83-4DFD-B4AA-E8BE12FEE659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114" creationId="{B91C56C0-EFE9-4876-80DD-D58CE027FCB3}"/>
          </ac:spMkLst>
        </pc:spChg>
        <pc:spChg chg="mod">
          <ac:chgData name="Teach" userId="8ae8df808a00c05c" providerId="LiveId" clId="{151F3F53-C205-47DC-8F9B-3E4FE09ACC46}" dt="2020-06-02T16:37:12.849" v="706" actId="1035"/>
          <ac:spMkLst>
            <pc:docMk/>
            <pc:sldMk cId="4098568906" sldId="258"/>
            <ac:spMk id="115" creationId="{45B8F2D5-7EB3-4F9C-8BAF-99046302A3C7}"/>
          </ac:spMkLst>
        </pc:spChg>
        <pc:spChg chg="add del mod">
          <ac:chgData name="Teach" userId="8ae8df808a00c05c" providerId="LiveId" clId="{151F3F53-C205-47DC-8F9B-3E4FE09ACC46}" dt="2020-06-02T16:32:32.837" v="642" actId="478"/>
          <ac:spMkLst>
            <pc:docMk/>
            <pc:sldMk cId="4098568906" sldId="258"/>
            <ac:spMk id="116" creationId="{E07F43C9-F81C-4D87-A1E7-6B108DA6AB33}"/>
          </ac:spMkLst>
        </pc:spChg>
        <pc:spChg chg="add mod">
          <ac:chgData name="Teach" userId="8ae8df808a00c05c" providerId="LiveId" clId="{151F3F53-C205-47DC-8F9B-3E4FE09ACC46}" dt="2020-06-02T16:34:12.635" v="655" actId="1076"/>
          <ac:spMkLst>
            <pc:docMk/>
            <pc:sldMk cId="4098568906" sldId="258"/>
            <ac:spMk id="117" creationId="{B793C9A6-9A49-475F-99D6-B682879D89D6}"/>
          </ac:spMkLst>
        </pc:spChg>
        <pc:grpChg chg="ord">
          <ac:chgData name="Teach" userId="8ae8df808a00c05c" providerId="LiveId" clId="{151F3F53-C205-47DC-8F9B-3E4FE09ACC46}" dt="2020-06-02T16:37:44.236" v="708" actId="170"/>
          <ac:grpSpMkLst>
            <pc:docMk/>
            <pc:sldMk cId="4098568906" sldId="258"/>
            <ac:grpSpMk id="44" creationId="{8A80C1BC-4DBC-4E66-901E-4D9467BD06B3}"/>
          </ac:grpSpMkLst>
        </pc:grpChg>
        <pc:picChg chg="add mod">
          <ac:chgData name="Teach" userId="8ae8df808a00c05c" providerId="LiveId" clId="{151F3F53-C205-47DC-8F9B-3E4FE09ACC46}" dt="2020-06-02T16:35:33.236" v="675" actId="1076"/>
          <ac:picMkLst>
            <pc:docMk/>
            <pc:sldMk cId="4098568906" sldId="258"/>
            <ac:picMk id="4" creationId="{79A5325D-7AC0-4577-BB74-32E0EF336D40}"/>
          </ac:picMkLst>
        </pc:picChg>
        <pc:picChg chg="mod">
          <ac:chgData name="Teach" userId="8ae8df808a00c05c" providerId="LiveId" clId="{151F3F53-C205-47DC-8F9B-3E4FE09ACC46}" dt="2020-06-02T16:37:12.849" v="706" actId="1035"/>
          <ac:picMkLst>
            <pc:docMk/>
            <pc:sldMk cId="4098568906" sldId="258"/>
            <ac:picMk id="75" creationId="{DB0DB9C3-EE99-4F8E-B9DD-F69E087B9D7A}"/>
          </ac:picMkLst>
        </pc:picChg>
        <pc:picChg chg="mod">
          <ac:chgData name="Teach" userId="8ae8df808a00c05c" providerId="LiveId" clId="{151F3F53-C205-47DC-8F9B-3E4FE09ACC46}" dt="2020-06-02T16:37:12.849" v="706" actId="1035"/>
          <ac:picMkLst>
            <pc:docMk/>
            <pc:sldMk cId="4098568906" sldId="258"/>
            <ac:picMk id="103" creationId="{839CA2A4-9041-4D63-81A5-B752FEB59239}"/>
          </ac:picMkLst>
        </pc:picChg>
        <pc:picChg chg="mod">
          <ac:chgData name="Teach" userId="8ae8df808a00c05c" providerId="LiveId" clId="{151F3F53-C205-47DC-8F9B-3E4FE09ACC46}" dt="2020-06-02T16:37:12.849" v="706" actId="1035"/>
          <ac:picMkLst>
            <pc:docMk/>
            <pc:sldMk cId="4098568906" sldId="258"/>
            <ac:picMk id="1028" creationId="{A37364E8-7E49-4E92-8FB4-4307E062D977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4479-EB2A-4B87-95F9-598BA7784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E75B0C-E2C4-4C49-B8E2-C78828FF4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4E764-B5A3-465C-977C-EBCC3BD0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94E03-1461-4919-B03C-E2F463A7E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6627F-DCCB-46BB-B040-8CC74AAC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6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C2DB4-CBDD-4D4A-8479-26383231A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D2C66-A0EF-4EA5-B849-3B613F85A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7B438-7395-4987-AB56-8C807F5F8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5CFB8-5F09-408C-9CB1-DFE0FF6C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24972-428C-4FFF-A5B5-DA839634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50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741C-451D-43E8-BC46-8D645B3B3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06E25-4084-4836-9954-8D3D8B34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ED0DD-4EC0-421A-95E5-83DA0318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59CB7-2043-432A-A89C-8C85708DA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4CE9A-621C-408E-8A91-BA31F9FD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92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EF67-7C17-43F5-86F8-45510AAD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483E3-7B90-42EB-9ABE-A16B4F682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5CEDD-EDE9-46E1-87A8-95A8CC462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F8AE5-16EA-4EB9-8CE9-3E3CFBD7B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218A7-B3F6-49ED-8998-D7B2FD32C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C6194-3CFC-45DF-BD90-ADCA39CEB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29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2791-5933-4004-998D-0862ACD9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478F6-87FF-4188-A37D-01405A4B1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87932-4660-41D3-9C6E-5C4FC9424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4C4132-65A3-4CC3-9EFD-EE8553CA8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0C4CC-A981-451D-BB62-B25193CEF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296E4B-7332-4188-9B8B-4E65C9971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9A6B38-D6E5-4F45-97F3-906AE66D3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C88A8A-315B-43A5-B4A2-67B1FD83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49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8E3B-9771-4916-A4C8-B3E1701CE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7232A5-ADD0-435C-B876-BFAB7B40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C77F5-7FAF-45FB-B6D2-F0D3700B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88994-AA92-438A-BC61-33B601E6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14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D2B6D2-621E-4E80-9B17-294155A1F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164E51-41D9-4795-971A-A8D447617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F76DF-4084-4995-8A74-0D49DC73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4F270-3C42-4322-BC4B-E5B283D53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2557D-EF4C-474D-B584-6ABC3741B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C3819-3828-42AE-AEA6-D3F43100C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1732F-F0DF-418B-BC33-23817882A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22C64-B11C-4021-A36D-5E4264BC6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C9B63-2D22-49DC-AC73-B3FD130F7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0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DB77-BA8F-4092-B061-8748671E3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C79F79-F279-421F-A1AE-D39697C5F3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AD750-C9F1-469A-9E8B-613507AA5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70ACA-41C7-4660-A748-4A3340720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476CB-20E3-4FFE-8D0E-FAF46B439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E9C43-4597-401B-8EA7-EF44A9A6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72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5FBD0-7A3B-45D7-9455-68313FCAB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76F13-709E-4F7D-B1CF-C14B8D7B2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67EB3-F6FC-4568-957F-8AE74A5D1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C576C-75AB-4DBA-B0C0-8A22495B6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69681-E770-4C26-8EBC-CB95BC96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55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C6AB86-246A-4BDE-8CB0-928F5FC92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53B00C-54BA-4CBC-B5E5-F98B88116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FE40B-072A-49A5-A1DC-6A33D619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9DB8-4CC8-466D-B09C-D47BD1F0374D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96EAC-82C6-4F66-8A43-407C37880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064CD-C548-4BA0-84D2-FBC4B7E3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649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AC1754-6EF4-4676-9348-BE8B89F0A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3F648-5E4C-4073-B853-FE4E56FE5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23816-6A66-4F7F-B671-2DFC469E9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B9DB8-4CC8-466D-B09C-D47BD1F0374D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F72D9-C145-4E02-B30C-2B31370E4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016AA-D55F-4E52-AA3B-F6FBC1E7F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3E579-2AB3-4A1A-ACC3-456C2260B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21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Pre-renal">
            <a:extLst>
              <a:ext uri="{FF2B5EF4-FFF2-40B4-BE49-F238E27FC236}">
                <a16:creationId xmlns:a16="http://schemas.microsoft.com/office/drawing/2014/main" id="{3CFCF0A6-B82F-4DD6-A294-D146F60446F6}"/>
              </a:ext>
            </a:extLst>
          </p:cNvPr>
          <p:cNvGrpSpPr/>
          <p:nvPr/>
        </p:nvGrpSpPr>
        <p:grpSpPr>
          <a:xfrm>
            <a:off x="1991360" y="2154542"/>
            <a:ext cx="2949139" cy="4128228"/>
            <a:chOff x="1991360" y="1993591"/>
            <a:chExt cx="2949139" cy="396338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28ADFE-F40E-4E29-BD17-87DAAD19CBE3}"/>
                </a:ext>
              </a:extLst>
            </p:cNvPr>
            <p:cNvSpPr/>
            <p:nvPr/>
          </p:nvSpPr>
          <p:spPr>
            <a:xfrm>
              <a:off x="1991360" y="2524761"/>
              <a:ext cx="2949139" cy="3432216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re-renal">
              <a:extLst>
                <a:ext uri="{FF2B5EF4-FFF2-40B4-BE49-F238E27FC236}">
                  <a16:creationId xmlns:a16="http://schemas.microsoft.com/office/drawing/2014/main" id="{BAF86EA9-9A45-4315-B9FC-F5ABDD6825C3}"/>
                </a:ext>
              </a:extLst>
            </p:cNvPr>
            <p:cNvSpPr txBox="1"/>
            <p:nvPr/>
          </p:nvSpPr>
          <p:spPr>
            <a:xfrm>
              <a:off x="2391185" y="1993591"/>
              <a:ext cx="2149487" cy="369332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PRE-RENAL </a:t>
              </a:r>
            </a:p>
          </p:txBody>
        </p:sp>
      </p:grpSp>
      <p:grpSp>
        <p:nvGrpSpPr>
          <p:cNvPr id="37" name="Intra-renal">
            <a:extLst>
              <a:ext uri="{FF2B5EF4-FFF2-40B4-BE49-F238E27FC236}">
                <a16:creationId xmlns:a16="http://schemas.microsoft.com/office/drawing/2014/main" id="{89043AFE-D03A-49E8-966F-B8C17C8FC750}"/>
              </a:ext>
            </a:extLst>
          </p:cNvPr>
          <p:cNvGrpSpPr/>
          <p:nvPr/>
        </p:nvGrpSpPr>
        <p:grpSpPr>
          <a:xfrm>
            <a:off x="5289102" y="2154542"/>
            <a:ext cx="2949139" cy="4128228"/>
            <a:chOff x="5289102" y="1993591"/>
            <a:chExt cx="2949139" cy="396338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CC6874C-32F2-4BF5-8824-9A5C8244602E}"/>
                </a:ext>
              </a:extLst>
            </p:cNvPr>
            <p:cNvSpPr/>
            <p:nvPr/>
          </p:nvSpPr>
          <p:spPr>
            <a:xfrm>
              <a:off x="5289102" y="2512997"/>
              <a:ext cx="2949139" cy="3443979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Intra-renal">
              <a:extLst>
                <a:ext uri="{FF2B5EF4-FFF2-40B4-BE49-F238E27FC236}">
                  <a16:creationId xmlns:a16="http://schemas.microsoft.com/office/drawing/2014/main" id="{C1A2D791-1256-4B99-8C40-6E6CF3B78FA3}"/>
                </a:ext>
              </a:extLst>
            </p:cNvPr>
            <p:cNvSpPr txBox="1"/>
            <p:nvPr/>
          </p:nvSpPr>
          <p:spPr>
            <a:xfrm>
              <a:off x="5691282" y="1993591"/>
              <a:ext cx="2149487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INTRA-RENAL</a:t>
              </a:r>
            </a:p>
          </p:txBody>
        </p:sp>
      </p:grpSp>
      <p:grpSp>
        <p:nvGrpSpPr>
          <p:cNvPr id="38" name="Post-renal">
            <a:extLst>
              <a:ext uri="{FF2B5EF4-FFF2-40B4-BE49-F238E27FC236}">
                <a16:creationId xmlns:a16="http://schemas.microsoft.com/office/drawing/2014/main" id="{630771F3-DDD5-4E24-BB58-FB05740DD500}"/>
              </a:ext>
            </a:extLst>
          </p:cNvPr>
          <p:cNvGrpSpPr/>
          <p:nvPr/>
        </p:nvGrpSpPr>
        <p:grpSpPr>
          <a:xfrm>
            <a:off x="8593016" y="2154542"/>
            <a:ext cx="2949139" cy="4128228"/>
            <a:chOff x="8593016" y="1993591"/>
            <a:chExt cx="2949139" cy="396338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07FC495-0D3B-4A54-90EA-596387F2CA44}"/>
                </a:ext>
              </a:extLst>
            </p:cNvPr>
            <p:cNvSpPr/>
            <p:nvPr/>
          </p:nvSpPr>
          <p:spPr>
            <a:xfrm>
              <a:off x="8593016" y="2512997"/>
              <a:ext cx="2949139" cy="3443979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Post-renal">
              <a:extLst>
                <a:ext uri="{FF2B5EF4-FFF2-40B4-BE49-F238E27FC236}">
                  <a16:creationId xmlns:a16="http://schemas.microsoft.com/office/drawing/2014/main" id="{A7B57AFD-6B30-4D09-BF84-9BC3E822F16F}"/>
                </a:ext>
              </a:extLst>
            </p:cNvPr>
            <p:cNvSpPr txBox="1"/>
            <p:nvPr/>
          </p:nvSpPr>
          <p:spPr>
            <a:xfrm>
              <a:off x="9077739" y="1993591"/>
              <a:ext cx="2053372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POST-RENAL</a:t>
              </a:r>
            </a:p>
          </p:txBody>
        </p:sp>
      </p:grpSp>
      <p:grpSp>
        <p:nvGrpSpPr>
          <p:cNvPr id="30" name="Non-transplant specific">
            <a:extLst>
              <a:ext uri="{FF2B5EF4-FFF2-40B4-BE49-F238E27FC236}">
                <a16:creationId xmlns:a16="http://schemas.microsoft.com/office/drawing/2014/main" id="{B1CB0EDA-0526-4A67-8312-C01CB3C88A28}"/>
              </a:ext>
            </a:extLst>
          </p:cNvPr>
          <p:cNvGrpSpPr/>
          <p:nvPr/>
        </p:nvGrpSpPr>
        <p:grpSpPr>
          <a:xfrm>
            <a:off x="451022" y="2759443"/>
            <a:ext cx="11183447" cy="1808843"/>
            <a:chOff x="280487" y="2566703"/>
            <a:chExt cx="11353983" cy="180884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3982DF4-3D4A-42C4-8E65-89CF1599B136}"/>
                </a:ext>
              </a:extLst>
            </p:cNvPr>
            <p:cNvSpPr/>
            <p:nvPr/>
          </p:nvSpPr>
          <p:spPr>
            <a:xfrm>
              <a:off x="280487" y="2566703"/>
              <a:ext cx="11353983" cy="1808843"/>
            </a:xfrm>
            <a:prstGeom prst="rect">
              <a:avLst/>
            </a:prstGeom>
            <a:noFill/>
            <a:ln w="38100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7295EA-7EFD-4BD3-B84E-ED7F2731558B}"/>
                </a:ext>
              </a:extLst>
            </p:cNvPr>
            <p:cNvSpPr txBox="1"/>
            <p:nvPr/>
          </p:nvSpPr>
          <p:spPr>
            <a:xfrm rot="10800000">
              <a:off x="356527" y="2642962"/>
              <a:ext cx="1015663" cy="167445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dirty="0"/>
                <a:t>Typical/ Non-transplant specific</a:t>
              </a:r>
            </a:p>
          </p:txBody>
        </p:sp>
      </p:grpSp>
      <p:grpSp>
        <p:nvGrpSpPr>
          <p:cNvPr id="29" name="Transplant specific">
            <a:extLst>
              <a:ext uri="{FF2B5EF4-FFF2-40B4-BE49-F238E27FC236}">
                <a16:creationId xmlns:a16="http://schemas.microsoft.com/office/drawing/2014/main" id="{15D736D3-16FB-435A-A546-5F2C934D096F}"/>
              </a:ext>
            </a:extLst>
          </p:cNvPr>
          <p:cNvGrpSpPr/>
          <p:nvPr/>
        </p:nvGrpSpPr>
        <p:grpSpPr>
          <a:xfrm>
            <a:off x="451022" y="4523706"/>
            <a:ext cx="11183447" cy="1679574"/>
            <a:chOff x="451022" y="4362755"/>
            <a:chExt cx="11183447" cy="167957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610E23B-8D79-42AC-B66C-AA6DB7DDCF2A}"/>
                </a:ext>
              </a:extLst>
            </p:cNvPr>
            <p:cNvSpPr/>
            <p:nvPr/>
          </p:nvSpPr>
          <p:spPr>
            <a:xfrm>
              <a:off x="451022" y="4477848"/>
              <a:ext cx="11183447" cy="1564481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F13C05-45E1-4973-B617-EEFCE3B07AAF}"/>
                </a:ext>
              </a:extLst>
            </p:cNvPr>
            <p:cNvSpPr txBox="1"/>
            <p:nvPr/>
          </p:nvSpPr>
          <p:spPr>
            <a:xfrm rot="10800000">
              <a:off x="557531" y="4362755"/>
              <a:ext cx="738664" cy="162680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dirty="0"/>
                <a:t>Transplant specific</a:t>
              </a:r>
            </a:p>
          </p:txBody>
        </p:sp>
      </p:grpSp>
      <p:sp>
        <p:nvSpPr>
          <p:cNvPr id="9" name="Intra-renal - nontransplant">
            <a:extLst>
              <a:ext uri="{FF2B5EF4-FFF2-40B4-BE49-F238E27FC236}">
                <a16:creationId xmlns:a16="http://schemas.microsoft.com/office/drawing/2014/main" id="{8DA906C1-3CC5-4CE3-B652-1707DD7937D5}"/>
              </a:ext>
            </a:extLst>
          </p:cNvPr>
          <p:cNvSpPr txBox="1"/>
          <p:nvPr/>
        </p:nvSpPr>
        <p:spPr>
          <a:xfrm>
            <a:off x="5450482" y="2803051"/>
            <a:ext cx="26263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Acute tubular necrosis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Contrast nephropathy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Glomerulonephritis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Acute interstitial nephritis</a:t>
            </a:r>
          </a:p>
        </p:txBody>
      </p:sp>
      <p:sp>
        <p:nvSpPr>
          <p:cNvPr id="10" name="Pre-renal - nontransplant">
            <a:extLst>
              <a:ext uri="{FF2B5EF4-FFF2-40B4-BE49-F238E27FC236}">
                <a16:creationId xmlns:a16="http://schemas.microsoft.com/office/drawing/2014/main" id="{0EB83EEA-A28B-4AF2-A2F4-76F1353CA9ED}"/>
              </a:ext>
            </a:extLst>
          </p:cNvPr>
          <p:cNvSpPr txBox="1"/>
          <p:nvPr/>
        </p:nvSpPr>
        <p:spPr>
          <a:xfrm>
            <a:off x="2157925" y="2769380"/>
            <a:ext cx="26303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Medications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Cardiorenal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Hepatorenal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Volume depletion</a:t>
            </a:r>
          </a:p>
        </p:txBody>
      </p:sp>
      <p:sp>
        <p:nvSpPr>
          <p:cNvPr id="11" name="Post-renal - nontransplant">
            <a:extLst>
              <a:ext uri="{FF2B5EF4-FFF2-40B4-BE49-F238E27FC236}">
                <a16:creationId xmlns:a16="http://schemas.microsoft.com/office/drawing/2014/main" id="{F15BB6D7-2ACC-44D5-896B-75D7CE2B3966}"/>
              </a:ext>
            </a:extLst>
          </p:cNvPr>
          <p:cNvSpPr txBox="1"/>
          <p:nvPr/>
        </p:nvSpPr>
        <p:spPr>
          <a:xfrm>
            <a:off x="8758125" y="2844797"/>
            <a:ext cx="2519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Obstruction from 3C’s (</a:t>
            </a:r>
            <a:r>
              <a:rPr lang="en-US" altLang="zh-CN" b="1" dirty="0"/>
              <a:t>C</a:t>
            </a:r>
            <a:r>
              <a:rPr lang="en-US" dirty="0"/>
              <a:t>alculi, </a:t>
            </a:r>
            <a:r>
              <a:rPr lang="en-US" altLang="zh-CN" b="1" dirty="0"/>
              <a:t>C</a:t>
            </a:r>
            <a:r>
              <a:rPr lang="en-US" dirty="0"/>
              <a:t>lot, </a:t>
            </a:r>
            <a:r>
              <a:rPr lang="en-US" altLang="zh-CN" b="1" dirty="0"/>
              <a:t>C</a:t>
            </a:r>
            <a:r>
              <a:rPr lang="en-US" dirty="0"/>
              <a:t>ancer)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Bladder dysfunction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BPH</a:t>
            </a:r>
          </a:p>
        </p:txBody>
      </p:sp>
      <p:sp>
        <p:nvSpPr>
          <p:cNvPr id="12" name="Pre-renal - transplant">
            <a:extLst>
              <a:ext uri="{FF2B5EF4-FFF2-40B4-BE49-F238E27FC236}">
                <a16:creationId xmlns:a16="http://schemas.microsoft.com/office/drawing/2014/main" id="{2649BD32-600A-4A1E-9F30-6328BFD768E6}"/>
              </a:ext>
            </a:extLst>
          </p:cNvPr>
          <p:cNvSpPr txBox="1"/>
          <p:nvPr/>
        </p:nvSpPr>
        <p:spPr>
          <a:xfrm>
            <a:off x="2157925" y="4720711"/>
            <a:ext cx="25868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Acute calcineurin inhibitor toxicity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Renal artery stenosis/ thrombosis </a:t>
            </a:r>
          </a:p>
        </p:txBody>
      </p:sp>
      <p:sp>
        <p:nvSpPr>
          <p:cNvPr id="13" name="Intra-renal - transplant">
            <a:extLst>
              <a:ext uri="{FF2B5EF4-FFF2-40B4-BE49-F238E27FC236}">
                <a16:creationId xmlns:a16="http://schemas.microsoft.com/office/drawing/2014/main" id="{C3DC2E73-0CAC-4857-9C7D-898122C3D5C7}"/>
              </a:ext>
            </a:extLst>
          </p:cNvPr>
          <p:cNvSpPr txBox="1"/>
          <p:nvPr/>
        </p:nvSpPr>
        <p:spPr>
          <a:xfrm>
            <a:off x="5476436" y="4700331"/>
            <a:ext cx="26004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Acute rejection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Viral infections (BK, CMV, Adenovirus)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Chronic calcineurin inhibitor toxicity </a:t>
            </a:r>
          </a:p>
        </p:txBody>
      </p:sp>
      <p:sp>
        <p:nvSpPr>
          <p:cNvPr id="14" name="Post-renal - transplant">
            <a:extLst>
              <a:ext uri="{FF2B5EF4-FFF2-40B4-BE49-F238E27FC236}">
                <a16:creationId xmlns:a16="http://schemas.microsoft.com/office/drawing/2014/main" id="{3B8812A0-872D-406D-B1C3-CAC0F9D0B8A1}"/>
              </a:ext>
            </a:extLst>
          </p:cNvPr>
          <p:cNvSpPr txBox="1"/>
          <p:nvPr/>
        </p:nvSpPr>
        <p:spPr>
          <a:xfrm>
            <a:off x="8758125" y="4700331"/>
            <a:ext cx="2573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Ureteral stenosis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Lymphocele, perinephric hematoma, urinoma</a:t>
            </a:r>
          </a:p>
        </p:txBody>
      </p:sp>
      <p:sp>
        <p:nvSpPr>
          <p:cNvPr id="15" name="Case stem">
            <a:extLst>
              <a:ext uri="{FF2B5EF4-FFF2-40B4-BE49-F238E27FC236}">
                <a16:creationId xmlns:a16="http://schemas.microsoft.com/office/drawing/2014/main" id="{DEE4A971-D452-4991-8946-90BCBD1156A7}"/>
              </a:ext>
            </a:extLst>
          </p:cNvPr>
          <p:cNvSpPr txBox="1"/>
          <p:nvPr/>
        </p:nvSpPr>
        <p:spPr>
          <a:xfrm>
            <a:off x="266368" y="111504"/>
            <a:ext cx="11423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33 </a:t>
            </a:r>
            <a:r>
              <a:rPr lang="en-US" dirty="0" err="1"/>
              <a:t>yo</a:t>
            </a:r>
            <a:r>
              <a:rPr lang="en-US" dirty="0"/>
              <a:t> M with a history of a kidney transplant (CMV donor +/ recipient +) 6 months ago for IgA nephropathy is found to have a Cr of 3.4 (prior Cr 1.5). He is on tacrolimus, prednisone, and </a:t>
            </a:r>
            <a:r>
              <a:rPr lang="en-US" dirty="0" err="1"/>
              <a:t>mycophenolate</a:t>
            </a:r>
            <a:r>
              <a:rPr lang="en-US" dirty="0"/>
              <a:t>. </a:t>
            </a:r>
          </a:p>
        </p:txBody>
      </p:sp>
      <p:sp>
        <p:nvSpPr>
          <p:cNvPr id="16" name="What is your differential?">
            <a:extLst>
              <a:ext uri="{FF2B5EF4-FFF2-40B4-BE49-F238E27FC236}">
                <a16:creationId xmlns:a16="http://schemas.microsoft.com/office/drawing/2014/main" id="{C487329C-16FF-415E-BBE5-736C58E00132}"/>
              </a:ext>
            </a:extLst>
          </p:cNvPr>
          <p:cNvSpPr/>
          <p:nvPr/>
        </p:nvSpPr>
        <p:spPr>
          <a:xfrm>
            <a:off x="3931920" y="823390"/>
            <a:ext cx="4027819" cy="4509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your differential diagnosis? </a:t>
            </a:r>
          </a:p>
        </p:txBody>
      </p:sp>
      <p:grpSp>
        <p:nvGrpSpPr>
          <p:cNvPr id="28" name="Clikc here">
            <a:extLst>
              <a:ext uri="{FF2B5EF4-FFF2-40B4-BE49-F238E27FC236}">
                <a16:creationId xmlns:a16="http://schemas.microsoft.com/office/drawing/2014/main" id="{73E93B59-60EC-446F-AB5D-6B9905BC68B1}"/>
              </a:ext>
            </a:extLst>
          </p:cNvPr>
          <p:cNvGrpSpPr/>
          <p:nvPr/>
        </p:nvGrpSpPr>
        <p:grpSpPr>
          <a:xfrm>
            <a:off x="2909764" y="739000"/>
            <a:ext cx="1022156" cy="309870"/>
            <a:chOff x="2909764" y="739000"/>
            <a:chExt cx="1022156" cy="309870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6C8D53F-9940-40FF-8916-DB839F9BC593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3708400" y="901024"/>
              <a:ext cx="223520" cy="1478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2E47BB3-66BC-4D9F-93BA-6036A571B2A8}"/>
                </a:ext>
              </a:extLst>
            </p:cNvPr>
            <p:cNvSpPr txBox="1"/>
            <p:nvPr/>
          </p:nvSpPr>
          <p:spPr>
            <a:xfrm>
              <a:off x="2909764" y="739000"/>
              <a:ext cx="8697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Click here</a:t>
              </a:r>
              <a:endParaRPr lang="en-US" sz="1200" dirty="0"/>
            </a:p>
          </p:txBody>
        </p:sp>
      </p:grpSp>
      <p:grpSp>
        <p:nvGrpSpPr>
          <p:cNvPr id="31" name="Clikc here 2">
            <a:extLst>
              <a:ext uri="{FF2B5EF4-FFF2-40B4-BE49-F238E27FC236}">
                <a16:creationId xmlns:a16="http://schemas.microsoft.com/office/drawing/2014/main" id="{7441A5A2-CE0F-4F87-AAF7-857C4420092A}"/>
              </a:ext>
            </a:extLst>
          </p:cNvPr>
          <p:cNvGrpSpPr/>
          <p:nvPr/>
        </p:nvGrpSpPr>
        <p:grpSpPr>
          <a:xfrm>
            <a:off x="1319103" y="2189295"/>
            <a:ext cx="993555" cy="276999"/>
            <a:chOff x="2909764" y="739000"/>
            <a:chExt cx="993555" cy="276999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57CFBF8-F2DA-41C0-9CD8-CF48AD81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708400" y="901024"/>
              <a:ext cx="1949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EF8C1A9-0267-4CFF-BBA9-92CCB9EB112A}"/>
                </a:ext>
              </a:extLst>
            </p:cNvPr>
            <p:cNvSpPr txBox="1"/>
            <p:nvPr/>
          </p:nvSpPr>
          <p:spPr>
            <a:xfrm>
              <a:off x="2909764" y="739000"/>
              <a:ext cx="8697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Click here</a:t>
              </a:r>
              <a:endParaRPr lang="en-US" sz="1200" dirty="0"/>
            </a:p>
          </p:txBody>
        </p:sp>
      </p:grpSp>
      <p:sp>
        <p:nvSpPr>
          <p:cNvPr id="35" name="Button: Pre-renal and usual">
            <a:extLst>
              <a:ext uri="{FF2B5EF4-FFF2-40B4-BE49-F238E27FC236}">
                <a16:creationId xmlns:a16="http://schemas.microsoft.com/office/drawing/2014/main" id="{3E435D2D-D91D-4171-B554-623F0DEF492D}"/>
              </a:ext>
            </a:extLst>
          </p:cNvPr>
          <p:cNvSpPr/>
          <p:nvPr/>
        </p:nvSpPr>
        <p:spPr>
          <a:xfrm>
            <a:off x="2496065" y="3337422"/>
            <a:ext cx="1816443" cy="652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Differential?</a:t>
            </a:r>
          </a:p>
        </p:txBody>
      </p:sp>
      <p:sp>
        <p:nvSpPr>
          <p:cNvPr id="39" name="Button: Intra-renal and usual">
            <a:extLst>
              <a:ext uri="{FF2B5EF4-FFF2-40B4-BE49-F238E27FC236}">
                <a16:creationId xmlns:a16="http://schemas.microsoft.com/office/drawing/2014/main" id="{1DA47EB2-E77C-4C1B-8B8A-02BF5C7D978A}"/>
              </a:ext>
            </a:extLst>
          </p:cNvPr>
          <p:cNvSpPr/>
          <p:nvPr/>
        </p:nvSpPr>
        <p:spPr>
          <a:xfrm>
            <a:off x="5832842" y="3336312"/>
            <a:ext cx="1816443" cy="652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Differential?</a:t>
            </a:r>
          </a:p>
        </p:txBody>
      </p:sp>
      <p:sp>
        <p:nvSpPr>
          <p:cNvPr id="40" name="Button: Post-renal and usual">
            <a:extLst>
              <a:ext uri="{FF2B5EF4-FFF2-40B4-BE49-F238E27FC236}">
                <a16:creationId xmlns:a16="http://schemas.microsoft.com/office/drawing/2014/main" id="{2D016618-EF94-4399-A42D-46372BBA0D79}"/>
              </a:ext>
            </a:extLst>
          </p:cNvPr>
          <p:cNvSpPr/>
          <p:nvPr/>
        </p:nvSpPr>
        <p:spPr>
          <a:xfrm>
            <a:off x="9159363" y="3337422"/>
            <a:ext cx="1816443" cy="652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Differential?</a:t>
            </a:r>
          </a:p>
        </p:txBody>
      </p:sp>
      <p:sp>
        <p:nvSpPr>
          <p:cNvPr id="41" name="Button: Post-renal and transplant">
            <a:extLst>
              <a:ext uri="{FF2B5EF4-FFF2-40B4-BE49-F238E27FC236}">
                <a16:creationId xmlns:a16="http://schemas.microsoft.com/office/drawing/2014/main" id="{FB1EDDAF-6468-490C-9B6F-4336FEDC1BD2}"/>
              </a:ext>
            </a:extLst>
          </p:cNvPr>
          <p:cNvSpPr/>
          <p:nvPr/>
        </p:nvSpPr>
        <p:spPr>
          <a:xfrm>
            <a:off x="9159362" y="5010668"/>
            <a:ext cx="1816443" cy="652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Differential?</a:t>
            </a:r>
          </a:p>
        </p:txBody>
      </p:sp>
      <p:sp>
        <p:nvSpPr>
          <p:cNvPr id="42" name="Button: Intra-renal and transplant">
            <a:extLst>
              <a:ext uri="{FF2B5EF4-FFF2-40B4-BE49-F238E27FC236}">
                <a16:creationId xmlns:a16="http://schemas.microsoft.com/office/drawing/2014/main" id="{33F86800-D03A-43FB-9491-35A21E444C1E}"/>
              </a:ext>
            </a:extLst>
          </p:cNvPr>
          <p:cNvSpPr/>
          <p:nvPr/>
        </p:nvSpPr>
        <p:spPr>
          <a:xfrm>
            <a:off x="5868424" y="5010667"/>
            <a:ext cx="1816443" cy="652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Differential?</a:t>
            </a:r>
          </a:p>
        </p:txBody>
      </p:sp>
      <p:sp>
        <p:nvSpPr>
          <p:cNvPr id="43" name="Button: Pre-renal and transplant">
            <a:extLst>
              <a:ext uri="{FF2B5EF4-FFF2-40B4-BE49-F238E27FC236}">
                <a16:creationId xmlns:a16="http://schemas.microsoft.com/office/drawing/2014/main" id="{AC73D50B-4163-4E22-9127-BB31A65E1230}"/>
              </a:ext>
            </a:extLst>
          </p:cNvPr>
          <p:cNvSpPr/>
          <p:nvPr/>
        </p:nvSpPr>
        <p:spPr>
          <a:xfrm>
            <a:off x="2543144" y="5010668"/>
            <a:ext cx="1816443" cy="6528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Differential?</a:t>
            </a:r>
          </a:p>
        </p:txBody>
      </p:sp>
      <p:sp>
        <p:nvSpPr>
          <p:cNvPr id="47" name="Etiologies">
            <a:extLst>
              <a:ext uri="{FF2B5EF4-FFF2-40B4-BE49-F238E27FC236}">
                <a16:creationId xmlns:a16="http://schemas.microsoft.com/office/drawing/2014/main" id="{5BB27B46-E4F7-428B-B0E6-0AA796FD800D}"/>
              </a:ext>
            </a:extLst>
          </p:cNvPr>
          <p:cNvSpPr txBox="1"/>
          <p:nvPr/>
        </p:nvSpPr>
        <p:spPr>
          <a:xfrm>
            <a:off x="2543144" y="1295174"/>
            <a:ext cx="76973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Etiologies can be classified by:</a:t>
            </a:r>
          </a:p>
          <a:p>
            <a:pPr marL="342900" indent="-342900">
              <a:buAutoNum type="arabicParenR"/>
            </a:pPr>
            <a:r>
              <a:rPr lang="en-US" sz="1600" dirty="0"/>
              <a:t>Pre-, intra-, and post-renal causes</a:t>
            </a:r>
          </a:p>
          <a:p>
            <a:pPr marL="342900" indent="-342900">
              <a:buAutoNum type="arabicParenR"/>
            </a:pPr>
            <a:r>
              <a:rPr lang="en-US" sz="1600" dirty="0">
                <a:hlinkClick r:id="rId2" action="ppaction://hlinksldjump"/>
              </a:rPr>
              <a:t>Timing from transplant</a:t>
            </a:r>
            <a:endParaRPr lang="en-US" sz="1600" dirty="0"/>
          </a:p>
        </p:txBody>
      </p:sp>
      <p:sp>
        <p:nvSpPr>
          <p:cNvPr id="2" name="Arrow: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BF58CDC-C558-49C6-976A-747745472BAA}"/>
              </a:ext>
            </a:extLst>
          </p:cNvPr>
          <p:cNvSpPr/>
          <p:nvPr/>
        </p:nvSpPr>
        <p:spPr>
          <a:xfrm>
            <a:off x="11883224" y="6372970"/>
            <a:ext cx="210710" cy="2862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3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35" grpId="0" animBg="1"/>
      <p:bldP spid="35" grpId="1" animBg="1"/>
      <p:bldP spid="39" grpId="2" animBg="1"/>
      <p:bldP spid="39" grpId="3" animBg="1"/>
      <p:bldP spid="40" grpId="2" animBg="1"/>
      <p:bldP spid="40" grpId="3" animBg="1"/>
      <p:bldP spid="41" grpId="2" animBg="1"/>
      <p:bldP spid="41" grpId="3" animBg="1"/>
      <p:bldP spid="42" grpId="2" animBg="1"/>
      <p:bldP spid="42" grpId="3" animBg="1"/>
      <p:bldP spid="43" grpId="2" animBg="1"/>
      <p:bldP spid="43" grpId="3" animBg="1"/>
      <p:bldP spid="4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meline">
            <a:extLst>
              <a:ext uri="{FF2B5EF4-FFF2-40B4-BE49-F238E27FC236}">
                <a16:creationId xmlns:a16="http://schemas.microsoft.com/office/drawing/2014/main" id="{AE246AE9-B5FB-4A09-801B-A0A25534AB31}"/>
              </a:ext>
            </a:extLst>
          </p:cNvPr>
          <p:cNvSpPr/>
          <p:nvPr/>
        </p:nvSpPr>
        <p:spPr>
          <a:xfrm>
            <a:off x="1519881" y="580765"/>
            <a:ext cx="10416744" cy="71051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How does time from transplant affect our differential?">
            <a:extLst>
              <a:ext uri="{FF2B5EF4-FFF2-40B4-BE49-F238E27FC236}">
                <a16:creationId xmlns:a16="http://schemas.microsoft.com/office/drawing/2014/main" id="{3BC87BD2-EF75-44ED-A2F7-B2936C6A5AF9}"/>
              </a:ext>
            </a:extLst>
          </p:cNvPr>
          <p:cNvSpPr txBox="1"/>
          <p:nvPr/>
        </p:nvSpPr>
        <p:spPr>
          <a:xfrm>
            <a:off x="92675" y="134550"/>
            <a:ext cx="654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does the time from transplant affect our differential diagnosis? </a:t>
            </a:r>
            <a:endParaRPr lang="en-US" sz="1200" dirty="0"/>
          </a:p>
        </p:txBody>
      </p:sp>
      <p:grpSp>
        <p:nvGrpSpPr>
          <p:cNvPr id="9" name="Pre-renal">
            <a:extLst>
              <a:ext uri="{FF2B5EF4-FFF2-40B4-BE49-F238E27FC236}">
                <a16:creationId xmlns:a16="http://schemas.microsoft.com/office/drawing/2014/main" id="{6609DEF0-5013-4767-95E0-6E91883CA576}"/>
              </a:ext>
            </a:extLst>
          </p:cNvPr>
          <p:cNvGrpSpPr/>
          <p:nvPr/>
        </p:nvGrpSpPr>
        <p:grpSpPr>
          <a:xfrm>
            <a:off x="284203" y="1155774"/>
            <a:ext cx="11183447" cy="1247086"/>
            <a:chOff x="280487" y="2566703"/>
            <a:chExt cx="11353983" cy="1808843"/>
          </a:xfrm>
          <a:solidFill>
            <a:srgbClr val="C00000">
              <a:alpha val="50000"/>
            </a:srgbClr>
          </a:solidFill>
        </p:grpSpPr>
        <p:sp>
          <p:nvSpPr>
            <p:cNvPr id="10" name="Rectangle 9" hidden="1">
              <a:extLst>
                <a:ext uri="{FF2B5EF4-FFF2-40B4-BE49-F238E27FC236}">
                  <a16:creationId xmlns:a16="http://schemas.microsoft.com/office/drawing/2014/main" id="{864F8DDF-FC4A-4E2A-9244-CBD1C13CC160}"/>
                </a:ext>
              </a:extLst>
            </p:cNvPr>
            <p:cNvSpPr/>
            <p:nvPr/>
          </p:nvSpPr>
          <p:spPr>
            <a:xfrm>
              <a:off x="280487" y="2566703"/>
              <a:ext cx="11353983" cy="1808843"/>
            </a:xfrm>
            <a:prstGeom prst="rect">
              <a:avLst/>
            </a:prstGeom>
            <a:grpFill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29BAAF5-1E55-4A44-B977-CCD5E3F8AFCC}"/>
                </a:ext>
              </a:extLst>
            </p:cNvPr>
            <p:cNvSpPr txBox="1"/>
            <p:nvPr/>
          </p:nvSpPr>
          <p:spPr>
            <a:xfrm rot="10800000">
              <a:off x="395146" y="2650065"/>
              <a:ext cx="468705" cy="1674458"/>
            </a:xfrm>
            <a:prstGeom prst="rect">
              <a:avLst/>
            </a:prstGeom>
            <a:ln>
              <a:solidFill>
                <a:srgbClr val="C00000"/>
              </a:solidFill>
            </a:ln>
            <a:effectLst>
              <a:softEdge rad="0"/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eaVert"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PRE-RENAL</a:t>
              </a:r>
            </a:p>
          </p:txBody>
        </p:sp>
      </p:grpSp>
      <p:grpSp>
        <p:nvGrpSpPr>
          <p:cNvPr id="13" name="Intra-renal">
            <a:extLst>
              <a:ext uri="{FF2B5EF4-FFF2-40B4-BE49-F238E27FC236}">
                <a16:creationId xmlns:a16="http://schemas.microsoft.com/office/drawing/2014/main" id="{2673A5F3-7268-4356-9339-D8817FCC9749}"/>
              </a:ext>
            </a:extLst>
          </p:cNvPr>
          <p:cNvGrpSpPr/>
          <p:nvPr/>
        </p:nvGrpSpPr>
        <p:grpSpPr>
          <a:xfrm>
            <a:off x="308282" y="2497797"/>
            <a:ext cx="11159367" cy="2410896"/>
            <a:chOff x="280487" y="2566703"/>
            <a:chExt cx="11353983" cy="1808843"/>
          </a:xfrm>
        </p:grpSpPr>
        <p:sp>
          <p:nvSpPr>
            <p:cNvPr id="14" name="Rectangle 13" hidden="1">
              <a:extLst>
                <a:ext uri="{FF2B5EF4-FFF2-40B4-BE49-F238E27FC236}">
                  <a16:creationId xmlns:a16="http://schemas.microsoft.com/office/drawing/2014/main" id="{6B6BB18D-7AE8-414F-B98E-D17BA9C8522C}"/>
                </a:ext>
              </a:extLst>
            </p:cNvPr>
            <p:cNvSpPr/>
            <p:nvPr/>
          </p:nvSpPr>
          <p:spPr>
            <a:xfrm>
              <a:off x="280487" y="2566703"/>
              <a:ext cx="11353983" cy="1808843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806C1EC-F4CA-43E3-AEE4-21540E7B076B}"/>
                </a:ext>
              </a:extLst>
            </p:cNvPr>
            <p:cNvSpPr txBox="1"/>
            <p:nvPr/>
          </p:nvSpPr>
          <p:spPr>
            <a:xfrm rot="10800000">
              <a:off x="349795" y="2915997"/>
              <a:ext cx="469716" cy="110989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eaVert"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B050"/>
                  </a:solidFill>
                </a:rPr>
                <a:t>INTRA-RENAL</a:t>
              </a:r>
            </a:p>
          </p:txBody>
        </p:sp>
      </p:grpSp>
      <p:grpSp>
        <p:nvGrpSpPr>
          <p:cNvPr id="18" name="Post-renal">
            <a:extLst>
              <a:ext uri="{FF2B5EF4-FFF2-40B4-BE49-F238E27FC236}">
                <a16:creationId xmlns:a16="http://schemas.microsoft.com/office/drawing/2014/main" id="{5815E806-1F36-401D-AEC9-1D515A98B933}"/>
              </a:ext>
            </a:extLst>
          </p:cNvPr>
          <p:cNvGrpSpPr/>
          <p:nvPr/>
        </p:nvGrpSpPr>
        <p:grpSpPr>
          <a:xfrm>
            <a:off x="353524" y="4935481"/>
            <a:ext cx="11190631" cy="1747082"/>
            <a:chOff x="329647" y="2558855"/>
            <a:chExt cx="11361277" cy="1841428"/>
          </a:xfrm>
        </p:grpSpPr>
        <p:sp>
          <p:nvSpPr>
            <p:cNvPr id="19" name="Rectangle 18" hidden="1">
              <a:extLst>
                <a:ext uri="{FF2B5EF4-FFF2-40B4-BE49-F238E27FC236}">
                  <a16:creationId xmlns:a16="http://schemas.microsoft.com/office/drawing/2014/main" id="{FEFAE89A-2D17-45E7-9BE4-2E2A0C9FC7F5}"/>
                </a:ext>
              </a:extLst>
            </p:cNvPr>
            <p:cNvSpPr/>
            <p:nvPr/>
          </p:nvSpPr>
          <p:spPr>
            <a:xfrm>
              <a:off x="336941" y="2591440"/>
              <a:ext cx="11353983" cy="1808843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25C0B8B-F8E3-4C95-913D-82C8DDC8454A}"/>
                </a:ext>
              </a:extLst>
            </p:cNvPr>
            <p:cNvSpPr txBox="1"/>
            <p:nvPr/>
          </p:nvSpPr>
          <p:spPr>
            <a:xfrm rot="10800000">
              <a:off x="329647" y="2558855"/>
              <a:ext cx="468705" cy="1390501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eaVert"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POST-RENAL</a:t>
              </a:r>
            </a:p>
          </p:txBody>
        </p:sp>
      </p:grpSp>
      <p:sp>
        <p:nvSpPr>
          <p:cNvPr id="23" name="Lymphocele, perinephric hematoma">
            <a:extLst>
              <a:ext uri="{FF2B5EF4-FFF2-40B4-BE49-F238E27FC236}">
                <a16:creationId xmlns:a16="http://schemas.microsoft.com/office/drawing/2014/main" id="{0F3F7C70-7780-4D35-B538-2635A89AEEE0}"/>
              </a:ext>
            </a:extLst>
          </p:cNvPr>
          <p:cNvSpPr txBox="1"/>
          <p:nvPr/>
        </p:nvSpPr>
        <p:spPr>
          <a:xfrm>
            <a:off x="1519881" y="5037512"/>
            <a:ext cx="2335429" cy="92333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Lymphocele Perinephric hematoma</a:t>
            </a:r>
          </a:p>
          <a:p>
            <a:pPr algn="ctr"/>
            <a:r>
              <a:rPr lang="en-US" dirty="0"/>
              <a:t>Urinoma</a:t>
            </a:r>
          </a:p>
        </p:txBody>
      </p:sp>
      <p:sp>
        <p:nvSpPr>
          <p:cNvPr id="30" name="Renal artery stenosis">
            <a:extLst>
              <a:ext uri="{FF2B5EF4-FFF2-40B4-BE49-F238E27FC236}">
                <a16:creationId xmlns:a16="http://schemas.microsoft.com/office/drawing/2014/main" id="{C5B88EF4-AD37-4191-9BD2-75AE52BFC3AB}"/>
              </a:ext>
            </a:extLst>
          </p:cNvPr>
          <p:cNvSpPr/>
          <p:nvPr/>
        </p:nvSpPr>
        <p:spPr>
          <a:xfrm>
            <a:off x="3855310" y="1240380"/>
            <a:ext cx="7553067" cy="538993"/>
          </a:xfrm>
          <a:prstGeom prst="rightArrow">
            <a:avLst>
              <a:gd name="adj1" fmla="val 67863"/>
              <a:gd name="adj2" fmla="val 42677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Renal artery stenosis</a:t>
            </a:r>
          </a:p>
        </p:txBody>
      </p:sp>
      <p:grpSp>
        <p:nvGrpSpPr>
          <p:cNvPr id="32" name="Acute rejection">
            <a:extLst>
              <a:ext uri="{FF2B5EF4-FFF2-40B4-BE49-F238E27FC236}">
                <a16:creationId xmlns:a16="http://schemas.microsoft.com/office/drawing/2014/main" id="{265DB3A0-F369-41B3-8B3C-10CA40913AE9}"/>
              </a:ext>
            </a:extLst>
          </p:cNvPr>
          <p:cNvGrpSpPr/>
          <p:nvPr/>
        </p:nvGrpSpPr>
        <p:grpSpPr>
          <a:xfrm>
            <a:off x="3874319" y="2563560"/>
            <a:ext cx="7534058" cy="538993"/>
            <a:chOff x="1470455" y="2693642"/>
            <a:chExt cx="9873494" cy="53899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794356-8369-4B6D-8469-AEBD20B99972}"/>
                </a:ext>
              </a:extLst>
            </p:cNvPr>
            <p:cNvSpPr txBox="1"/>
            <p:nvPr/>
          </p:nvSpPr>
          <p:spPr>
            <a:xfrm>
              <a:off x="1470455" y="2778473"/>
              <a:ext cx="7289023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Acute rejection</a:t>
              </a:r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B6D1AA2A-B315-4BB6-AFB5-41135C7D9720}"/>
                </a:ext>
              </a:extLst>
            </p:cNvPr>
            <p:cNvSpPr/>
            <p:nvPr/>
          </p:nvSpPr>
          <p:spPr>
            <a:xfrm>
              <a:off x="8759478" y="2693642"/>
              <a:ext cx="2584471" cy="538993"/>
            </a:xfrm>
            <a:prstGeom prst="rightArrow">
              <a:avLst>
                <a:gd name="adj1" fmla="val 67879"/>
                <a:gd name="adj2" fmla="val 42677"/>
              </a:avLst>
            </a:prstGeom>
            <a:solidFill>
              <a:schemeClr val="accent6">
                <a:alpha val="55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5" name="GN">
            <a:extLst>
              <a:ext uri="{FF2B5EF4-FFF2-40B4-BE49-F238E27FC236}">
                <a16:creationId xmlns:a16="http://schemas.microsoft.com/office/drawing/2014/main" id="{9EFC32BE-7339-4CE2-B4E8-98694F4B6669}"/>
              </a:ext>
            </a:extLst>
          </p:cNvPr>
          <p:cNvGrpSpPr/>
          <p:nvPr/>
        </p:nvGrpSpPr>
        <p:grpSpPr>
          <a:xfrm>
            <a:off x="3869208" y="3222354"/>
            <a:ext cx="7522176" cy="538993"/>
            <a:chOff x="3741008" y="2693642"/>
            <a:chExt cx="7522176" cy="53899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9C5BF18-7BE4-4468-ACDD-0373DF0AA769}"/>
                </a:ext>
              </a:extLst>
            </p:cNvPr>
            <p:cNvSpPr txBox="1"/>
            <p:nvPr/>
          </p:nvSpPr>
          <p:spPr>
            <a:xfrm>
              <a:off x="3741008" y="2778473"/>
              <a:ext cx="5575987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Glomerulonephritis (recurrence or de novo) </a:t>
              </a:r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56542E40-3EA5-414B-A542-A68866BAA0EF}"/>
                </a:ext>
              </a:extLst>
            </p:cNvPr>
            <p:cNvSpPr/>
            <p:nvPr/>
          </p:nvSpPr>
          <p:spPr>
            <a:xfrm>
              <a:off x="9316997" y="2693642"/>
              <a:ext cx="1946187" cy="538993"/>
            </a:xfrm>
            <a:prstGeom prst="rightArrow">
              <a:avLst>
                <a:gd name="adj1" fmla="val 67863"/>
                <a:gd name="adj2" fmla="val 42677"/>
              </a:avLst>
            </a:prstGeom>
            <a:solidFill>
              <a:schemeClr val="accent6">
                <a:alpha val="55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2" name="BK nephropathy">
            <a:extLst>
              <a:ext uri="{FF2B5EF4-FFF2-40B4-BE49-F238E27FC236}">
                <a16:creationId xmlns:a16="http://schemas.microsoft.com/office/drawing/2014/main" id="{C2BD0BF1-803E-42D4-B26A-04425A034332}"/>
              </a:ext>
            </a:extLst>
          </p:cNvPr>
          <p:cNvSpPr/>
          <p:nvPr/>
        </p:nvSpPr>
        <p:spPr>
          <a:xfrm>
            <a:off x="3869208" y="3809421"/>
            <a:ext cx="7532539" cy="538993"/>
          </a:xfrm>
          <a:prstGeom prst="rightArrow">
            <a:avLst>
              <a:gd name="adj1" fmla="val 67863"/>
              <a:gd name="adj2" fmla="val 42677"/>
            </a:avLst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BK nephropathy </a:t>
            </a:r>
          </a:p>
        </p:txBody>
      </p:sp>
      <p:sp>
        <p:nvSpPr>
          <p:cNvPr id="46" name="CMV nephrtis">
            <a:extLst>
              <a:ext uri="{FF2B5EF4-FFF2-40B4-BE49-F238E27FC236}">
                <a16:creationId xmlns:a16="http://schemas.microsoft.com/office/drawing/2014/main" id="{D7537CCC-4AE4-47E4-8B1D-F01F49BE85A6}"/>
              </a:ext>
            </a:extLst>
          </p:cNvPr>
          <p:cNvSpPr/>
          <p:nvPr/>
        </p:nvSpPr>
        <p:spPr>
          <a:xfrm>
            <a:off x="6416040" y="4396488"/>
            <a:ext cx="4992337" cy="538993"/>
          </a:xfrm>
          <a:prstGeom prst="rightArrow">
            <a:avLst>
              <a:gd name="adj1" fmla="val 67863"/>
              <a:gd name="adj2" fmla="val 42677"/>
            </a:avLst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CMV nephritis</a:t>
            </a:r>
          </a:p>
        </p:txBody>
      </p:sp>
      <p:sp>
        <p:nvSpPr>
          <p:cNvPr id="52" name="Ureteral stenosis">
            <a:extLst>
              <a:ext uri="{FF2B5EF4-FFF2-40B4-BE49-F238E27FC236}">
                <a16:creationId xmlns:a16="http://schemas.microsoft.com/office/drawing/2014/main" id="{71E875B9-6AB9-40EE-9A01-79078D18D60C}"/>
              </a:ext>
            </a:extLst>
          </p:cNvPr>
          <p:cNvSpPr/>
          <p:nvPr/>
        </p:nvSpPr>
        <p:spPr>
          <a:xfrm>
            <a:off x="3974245" y="5301715"/>
            <a:ext cx="7315196" cy="538993"/>
          </a:xfrm>
          <a:prstGeom prst="rightArrow">
            <a:avLst>
              <a:gd name="adj1" fmla="val 67863"/>
              <a:gd name="adj2" fmla="val 42677"/>
            </a:avLst>
          </a:prstGeom>
          <a:solidFill>
            <a:schemeClr val="accent4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Ureteral stenosis</a:t>
            </a:r>
          </a:p>
        </p:txBody>
      </p:sp>
      <p:grpSp>
        <p:nvGrpSpPr>
          <p:cNvPr id="57" name="Acute calcinuerin inhibitor toxicity">
            <a:extLst>
              <a:ext uri="{FF2B5EF4-FFF2-40B4-BE49-F238E27FC236}">
                <a16:creationId xmlns:a16="http://schemas.microsoft.com/office/drawing/2014/main" id="{6A925C2D-0FC6-486B-BAC5-0A24ABC290BB}"/>
              </a:ext>
            </a:extLst>
          </p:cNvPr>
          <p:cNvGrpSpPr/>
          <p:nvPr/>
        </p:nvGrpSpPr>
        <p:grpSpPr>
          <a:xfrm>
            <a:off x="3855310" y="1743294"/>
            <a:ext cx="7553068" cy="538993"/>
            <a:chOff x="3855310" y="1743294"/>
            <a:chExt cx="7553068" cy="538993"/>
          </a:xfrm>
          <a:solidFill>
            <a:srgbClr val="C00000"/>
          </a:solidFill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4109053-4C45-4447-ABC4-4AEB91161E37}"/>
                </a:ext>
              </a:extLst>
            </p:cNvPr>
            <p:cNvGrpSpPr/>
            <p:nvPr/>
          </p:nvGrpSpPr>
          <p:grpSpPr>
            <a:xfrm>
              <a:off x="3855310" y="1743294"/>
              <a:ext cx="7553068" cy="538993"/>
              <a:chOff x="1470455" y="2693642"/>
              <a:chExt cx="9873494" cy="538993"/>
            </a:xfrm>
            <a:grpFill/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5231395-8C42-401E-A381-37FEE79CA559}"/>
                  </a:ext>
                </a:extLst>
              </p:cNvPr>
              <p:cNvSpPr txBox="1"/>
              <p:nvPr/>
            </p:nvSpPr>
            <p:spPr>
              <a:xfrm>
                <a:off x="1470455" y="2778473"/>
                <a:ext cx="3215194" cy="369332"/>
              </a:xfrm>
              <a:prstGeom prst="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Arrow: Right 54">
                <a:extLst>
                  <a:ext uri="{FF2B5EF4-FFF2-40B4-BE49-F238E27FC236}">
                    <a16:creationId xmlns:a16="http://schemas.microsoft.com/office/drawing/2014/main" id="{0F46B2D0-A1B3-4FCE-B610-31BC8C76491C}"/>
                  </a:ext>
                </a:extLst>
              </p:cNvPr>
              <p:cNvSpPr/>
              <p:nvPr/>
            </p:nvSpPr>
            <p:spPr>
              <a:xfrm>
                <a:off x="4685649" y="2693642"/>
                <a:ext cx="6658300" cy="538993"/>
              </a:xfrm>
              <a:prstGeom prst="rightArrow">
                <a:avLst>
                  <a:gd name="adj1" fmla="val 67879"/>
                  <a:gd name="adj2" fmla="val 42677"/>
                </a:avLst>
              </a:prstGeom>
              <a:solidFill>
                <a:srgbClr val="C00000">
                  <a:alpha val="50000"/>
                </a:srgb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2314912-9D13-46C5-8AE3-AAC07D890503}"/>
                </a:ext>
              </a:extLst>
            </p:cNvPr>
            <p:cNvSpPr txBox="1"/>
            <p:nvPr/>
          </p:nvSpPr>
          <p:spPr>
            <a:xfrm>
              <a:off x="4914795" y="1829977"/>
              <a:ext cx="36269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Acute calcineurin inhibitor toxicity</a:t>
              </a:r>
            </a:p>
          </p:txBody>
        </p:sp>
      </p:grpSp>
      <p:sp>
        <p:nvSpPr>
          <p:cNvPr id="58" name="1 week">
            <a:extLst>
              <a:ext uri="{FF2B5EF4-FFF2-40B4-BE49-F238E27FC236}">
                <a16:creationId xmlns:a16="http://schemas.microsoft.com/office/drawing/2014/main" id="{9772654E-A280-4916-AA21-94C52D849E89}"/>
              </a:ext>
            </a:extLst>
          </p:cNvPr>
          <p:cNvSpPr/>
          <p:nvPr/>
        </p:nvSpPr>
        <p:spPr>
          <a:xfrm>
            <a:off x="3322571" y="796524"/>
            <a:ext cx="1065477" cy="2721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 week</a:t>
            </a:r>
          </a:p>
        </p:txBody>
      </p:sp>
      <p:sp>
        <p:nvSpPr>
          <p:cNvPr id="59" name="3 mnths">
            <a:extLst>
              <a:ext uri="{FF2B5EF4-FFF2-40B4-BE49-F238E27FC236}">
                <a16:creationId xmlns:a16="http://schemas.microsoft.com/office/drawing/2014/main" id="{ADDC8C78-F590-4718-9D15-BA34656DDA2A}"/>
              </a:ext>
            </a:extLst>
          </p:cNvPr>
          <p:cNvSpPr/>
          <p:nvPr/>
        </p:nvSpPr>
        <p:spPr>
          <a:xfrm>
            <a:off x="5695055" y="801060"/>
            <a:ext cx="1239656" cy="2721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months</a:t>
            </a:r>
          </a:p>
        </p:txBody>
      </p:sp>
      <p:sp>
        <p:nvSpPr>
          <p:cNvPr id="60" name="6 months">
            <a:extLst>
              <a:ext uri="{FF2B5EF4-FFF2-40B4-BE49-F238E27FC236}">
                <a16:creationId xmlns:a16="http://schemas.microsoft.com/office/drawing/2014/main" id="{BE820F4A-CA88-4695-92B3-5B56933E90FF}"/>
              </a:ext>
            </a:extLst>
          </p:cNvPr>
          <p:cNvSpPr/>
          <p:nvPr/>
        </p:nvSpPr>
        <p:spPr>
          <a:xfrm>
            <a:off x="8737327" y="798532"/>
            <a:ext cx="1239656" cy="2721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 months</a:t>
            </a:r>
          </a:p>
        </p:txBody>
      </p:sp>
      <p:sp>
        <p:nvSpPr>
          <p:cNvPr id="73" name="Renal artery thrombosis">
            <a:extLst>
              <a:ext uri="{FF2B5EF4-FFF2-40B4-BE49-F238E27FC236}">
                <a16:creationId xmlns:a16="http://schemas.microsoft.com/office/drawing/2014/main" id="{904DE0B3-95DA-4A81-B4D6-83105B2C5475}"/>
              </a:ext>
            </a:extLst>
          </p:cNvPr>
          <p:cNvSpPr/>
          <p:nvPr/>
        </p:nvSpPr>
        <p:spPr>
          <a:xfrm>
            <a:off x="1554339" y="1327300"/>
            <a:ext cx="2226828" cy="60047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Renal artery/ vein thrombosis</a:t>
            </a:r>
          </a:p>
        </p:txBody>
      </p:sp>
      <p:grpSp>
        <p:nvGrpSpPr>
          <p:cNvPr id="81" name="Hyperacute rejection">
            <a:extLst>
              <a:ext uri="{FF2B5EF4-FFF2-40B4-BE49-F238E27FC236}">
                <a16:creationId xmlns:a16="http://schemas.microsoft.com/office/drawing/2014/main" id="{B16A1000-6105-4B1A-9E78-8737CB243DE7}"/>
              </a:ext>
            </a:extLst>
          </p:cNvPr>
          <p:cNvGrpSpPr/>
          <p:nvPr/>
        </p:nvGrpSpPr>
        <p:grpSpPr>
          <a:xfrm>
            <a:off x="1519881" y="2655322"/>
            <a:ext cx="2226828" cy="369333"/>
            <a:chOff x="1519881" y="2655322"/>
            <a:chExt cx="2226828" cy="369333"/>
          </a:xfrm>
        </p:grpSpPr>
        <p:sp>
          <p:nvSpPr>
            <p:cNvPr id="22" name="Hyperacute antibody mediated rejection">
              <a:extLst>
                <a:ext uri="{FF2B5EF4-FFF2-40B4-BE49-F238E27FC236}">
                  <a16:creationId xmlns:a16="http://schemas.microsoft.com/office/drawing/2014/main" id="{6D8FBEB7-07FE-4AAE-B3C0-640CFDDCD338}"/>
                </a:ext>
              </a:extLst>
            </p:cNvPr>
            <p:cNvSpPr txBox="1"/>
            <p:nvPr/>
          </p:nvSpPr>
          <p:spPr>
            <a:xfrm>
              <a:off x="1519881" y="2655323"/>
              <a:ext cx="564951" cy="3693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41D1FA3-7C8F-4064-8038-A33E9F75278A}"/>
                </a:ext>
              </a:extLst>
            </p:cNvPr>
            <p:cNvSpPr txBox="1"/>
            <p:nvPr/>
          </p:nvSpPr>
          <p:spPr>
            <a:xfrm>
              <a:off x="1519881" y="2655322"/>
              <a:ext cx="22268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Hyperacute rejection </a:t>
              </a:r>
            </a:p>
          </p:txBody>
        </p:sp>
      </p:grpSp>
      <p:sp>
        <p:nvSpPr>
          <p:cNvPr id="86" name="BK nephropathy explanatio">
            <a:extLst>
              <a:ext uri="{FF2B5EF4-FFF2-40B4-BE49-F238E27FC236}">
                <a16:creationId xmlns:a16="http://schemas.microsoft.com/office/drawing/2014/main" id="{E6F8D7D8-23BF-41F3-8883-4F1003D33C1C}"/>
              </a:ext>
            </a:extLst>
          </p:cNvPr>
          <p:cNvSpPr/>
          <p:nvPr/>
        </p:nvSpPr>
        <p:spPr>
          <a:xfrm>
            <a:off x="8547074" y="3724591"/>
            <a:ext cx="3293627" cy="701778"/>
          </a:xfrm>
          <a:prstGeom prst="roundRect">
            <a:avLst>
              <a:gd name="adj" fmla="val 5195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BK nephropathy </a:t>
            </a:r>
          </a:p>
          <a:p>
            <a:r>
              <a:rPr lang="en-US" sz="1200" dirty="0"/>
              <a:t>Hemorrhagic cystitis</a:t>
            </a:r>
            <a:endParaRPr lang="en-US" sz="1200" i="1" u="sng" dirty="0"/>
          </a:p>
          <a:p>
            <a:r>
              <a:rPr lang="en-US" sz="1200" dirty="0">
                <a:solidFill>
                  <a:srgbClr val="0070C0"/>
                </a:solidFill>
              </a:rPr>
              <a:t>Serum BK PCR </a:t>
            </a:r>
            <a:r>
              <a:rPr lang="en-US" sz="1200" dirty="0"/>
              <a:t>(high Sn/</a:t>
            </a:r>
            <a:r>
              <a:rPr lang="en-US" sz="1200" dirty="0" err="1"/>
              <a:t>Sp</a:t>
            </a:r>
            <a:r>
              <a:rPr lang="en-US" sz="1200" dirty="0"/>
              <a:t>), </a:t>
            </a:r>
            <a:r>
              <a:rPr lang="en-US" sz="1200" dirty="0">
                <a:solidFill>
                  <a:srgbClr val="0070C0"/>
                </a:solidFill>
              </a:rPr>
              <a:t>Urine BK PCR</a:t>
            </a:r>
            <a:r>
              <a:rPr lang="en-US" sz="1200" dirty="0"/>
              <a:t>, biopsy</a:t>
            </a:r>
          </a:p>
        </p:txBody>
      </p:sp>
      <p:sp>
        <p:nvSpPr>
          <p:cNvPr id="77" name="Acute CNI toxicity">
            <a:extLst>
              <a:ext uri="{FF2B5EF4-FFF2-40B4-BE49-F238E27FC236}">
                <a16:creationId xmlns:a16="http://schemas.microsoft.com/office/drawing/2014/main" id="{2621BD43-0932-42D5-B496-48BAC4F32C43}"/>
              </a:ext>
            </a:extLst>
          </p:cNvPr>
          <p:cNvSpPr/>
          <p:nvPr/>
        </p:nvSpPr>
        <p:spPr>
          <a:xfrm>
            <a:off x="9357155" y="1294350"/>
            <a:ext cx="1857772" cy="915776"/>
          </a:xfrm>
          <a:prstGeom prst="roundRect">
            <a:avLst>
              <a:gd name="adj" fmla="val 5536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Acute CNI toxicity</a:t>
            </a:r>
          </a:p>
          <a:p>
            <a:r>
              <a:rPr lang="en-US" sz="1200" dirty="0"/>
              <a:t>Neuro/nephrotoxic, HTN</a:t>
            </a:r>
            <a:r>
              <a:rPr lang="en-US" sz="1200" b="1" dirty="0"/>
              <a:t> </a:t>
            </a:r>
          </a:p>
          <a:p>
            <a:r>
              <a:rPr lang="en-US" sz="1200" dirty="0">
                <a:sym typeface="Wingdings" panose="05000000000000000000" pitchFamily="2" charset="2"/>
              </a:rPr>
              <a:t> K,  uric acid</a:t>
            </a:r>
            <a:endParaRPr lang="en-US" sz="1200" dirty="0"/>
          </a:p>
          <a:p>
            <a:r>
              <a:rPr lang="en-US" sz="1200" dirty="0">
                <a:sym typeface="Wingdings" panose="05000000000000000000" pitchFamily="2" charset="2"/>
              </a:rPr>
              <a:t> </a:t>
            </a:r>
            <a:r>
              <a:rPr lang="en-US" sz="1200" dirty="0">
                <a:solidFill>
                  <a:schemeClr val="accent1"/>
                </a:solidFill>
              </a:rPr>
              <a:t>CNI trough level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2" name="Vascular thrombosis explanation">
            <a:extLst>
              <a:ext uri="{FF2B5EF4-FFF2-40B4-BE49-F238E27FC236}">
                <a16:creationId xmlns:a16="http://schemas.microsoft.com/office/drawing/2014/main" id="{076673AB-BF3A-438E-81B2-28D14A5B09CC}"/>
              </a:ext>
            </a:extLst>
          </p:cNvPr>
          <p:cNvSpPr/>
          <p:nvPr/>
        </p:nvSpPr>
        <p:spPr>
          <a:xfrm>
            <a:off x="1554339" y="1963794"/>
            <a:ext cx="1555056" cy="490648"/>
          </a:xfrm>
          <a:prstGeom prst="roundRect">
            <a:avLst>
              <a:gd name="adj" fmla="val 10862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Vascular thrombosis</a:t>
            </a:r>
            <a:r>
              <a:rPr lang="en-US" sz="1200" dirty="0"/>
              <a:t> 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Renal duplex</a:t>
            </a:r>
          </a:p>
        </p:txBody>
      </p:sp>
      <p:sp>
        <p:nvSpPr>
          <p:cNvPr id="79" name="Hyperacute rejection explanation">
            <a:extLst>
              <a:ext uri="{FF2B5EF4-FFF2-40B4-BE49-F238E27FC236}">
                <a16:creationId xmlns:a16="http://schemas.microsoft.com/office/drawing/2014/main" id="{2E4D94F8-4C01-4C30-8884-57C18C33B7B4}"/>
              </a:ext>
            </a:extLst>
          </p:cNvPr>
          <p:cNvSpPr/>
          <p:nvPr/>
        </p:nvSpPr>
        <p:spPr>
          <a:xfrm>
            <a:off x="1407973" y="3090587"/>
            <a:ext cx="2106504" cy="466129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Hyperacute rejection </a:t>
            </a:r>
            <a:r>
              <a:rPr lang="en-US" sz="1200" dirty="0"/>
              <a:t>(</a:t>
            </a:r>
            <a:r>
              <a:rPr lang="en-US" sz="1200" dirty="0">
                <a:solidFill>
                  <a:schemeClr val="tx1"/>
                </a:solidFill>
              </a:rPr>
              <a:t>&lt; 24 h)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DSAs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7" name="CMV nephritis explanation">
            <a:extLst>
              <a:ext uri="{FF2B5EF4-FFF2-40B4-BE49-F238E27FC236}">
                <a16:creationId xmlns:a16="http://schemas.microsoft.com/office/drawing/2014/main" id="{4DB3F6AB-DD4D-412D-A9B7-FD9F476B0B19}"/>
              </a:ext>
            </a:extLst>
          </p:cNvPr>
          <p:cNvSpPr/>
          <p:nvPr/>
        </p:nvSpPr>
        <p:spPr>
          <a:xfrm>
            <a:off x="4813508" y="4341479"/>
            <a:ext cx="1531633" cy="678278"/>
          </a:xfrm>
          <a:prstGeom prst="roundRect">
            <a:avLst>
              <a:gd name="adj" fmla="val 7775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CMV nephritis </a:t>
            </a:r>
          </a:p>
          <a:p>
            <a:r>
              <a:rPr lang="en-US" sz="1200" dirty="0">
                <a:sym typeface="Wingdings" panose="05000000000000000000" pitchFamily="2" charset="2"/>
              </a:rPr>
              <a:t> </a:t>
            </a:r>
            <a:r>
              <a:rPr lang="en-US" sz="1200" dirty="0"/>
              <a:t>risk in CMV D+/R-</a:t>
            </a:r>
            <a:r>
              <a:rPr lang="en-US" sz="1200" dirty="0">
                <a:solidFill>
                  <a:srgbClr val="0070C0"/>
                </a:solidFill>
                <a:sym typeface="Wingdings" panose="05000000000000000000" pitchFamily="2" charset="2"/>
              </a:rPr>
              <a:t>CMV PCR</a:t>
            </a:r>
            <a:r>
              <a:rPr lang="en-US" sz="120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en-US" sz="1200" dirty="0">
                <a:solidFill>
                  <a:srgbClr val="0070C0"/>
                </a:solidFill>
                <a:sym typeface="Wingdings" panose="05000000000000000000" pitchFamily="2" charset="2"/>
              </a:rPr>
              <a:t>biopsy</a:t>
            </a:r>
          </a:p>
        </p:txBody>
      </p:sp>
      <p:sp>
        <p:nvSpPr>
          <p:cNvPr id="89" name="Lymphocele explanation">
            <a:extLst>
              <a:ext uri="{FF2B5EF4-FFF2-40B4-BE49-F238E27FC236}">
                <a16:creationId xmlns:a16="http://schemas.microsoft.com/office/drawing/2014/main" id="{2E0FF4E6-3744-4A96-990F-B5399C818247}"/>
              </a:ext>
            </a:extLst>
          </p:cNvPr>
          <p:cNvSpPr/>
          <p:nvPr/>
        </p:nvSpPr>
        <p:spPr>
          <a:xfrm>
            <a:off x="1491733" y="4459709"/>
            <a:ext cx="2283123" cy="515059"/>
          </a:xfrm>
          <a:prstGeom prst="roundRect">
            <a:avLst>
              <a:gd name="adj" fmla="val 13003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Can cause extrinsic compression</a:t>
            </a:r>
          </a:p>
          <a:p>
            <a:r>
              <a:rPr lang="en-US" sz="1200" dirty="0">
                <a:solidFill>
                  <a:srgbClr val="0070C0"/>
                </a:solidFill>
              </a:rPr>
              <a:t>Renal US</a:t>
            </a:r>
          </a:p>
        </p:txBody>
      </p:sp>
      <p:sp>
        <p:nvSpPr>
          <p:cNvPr id="90" name="Ureteral stenosis explanation">
            <a:extLst>
              <a:ext uri="{FF2B5EF4-FFF2-40B4-BE49-F238E27FC236}">
                <a16:creationId xmlns:a16="http://schemas.microsoft.com/office/drawing/2014/main" id="{59AC14C1-3A75-4538-AB26-59E3A6A38A06}"/>
              </a:ext>
            </a:extLst>
          </p:cNvPr>
          <p:cNvSpPr/>
          <p:nvPr/>
        </p:nvSpPr>
        <p:spPr>
          <a:xfrm>
            <a:off x="9363652" y="5281555"/>
            <a:ext cx="1308467" cy="538993"/>
          </a:xfrm>
          <a:prstGeom prst="roundRect">
            <a:avLst>
              <a:gd name="adj" fmla="val 14870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Ureteral stenosis</a:t>
            </a:r>
          </a:p>
          <a:p>
            <a:r>
              <a:rPr lang="en-US" sz="1200" dirty="0">
                <a:solidFill>
                  <a:srgbClr val="0070C0"/>
                </a:solidFill>
              </a:rPr>
              <a:t>Renal US</a:t>
            </a:r>
          </a:p>
        </p:txBody>
      </p:sp>
      <p:sp>
        <p:nvSpPr>
          <p:cNvPr id="82" name="Acute rejection explanation">
            <a:extLst>
              <a:ext uri="{FF2B5EF4-FFF2-40B4-BE49-F238E27FC236}">
                <a16:creationId xmlns:a16="http://schemas.microsoft.com/office/drawing/2014/main" id="{A5DCF13D-E441-42C4-ACDE-0F414D1531DA}"/>
              </a:ext>
            </a:extLst>
          </p:cNvPr>
          <p:cNvSpPr/>
          <p:nvPr/>
        </p:nvSpPr>
        <p:spPr>
          <a:xfrm>
            <a:off x="8724196" y="2271254"/>
            <a:ext cx="2935868" cy="1077648"/>
          </a:xfrm>
          <a:prstGeom prst="roundRect">
            <a:avLst>
              <a:gd name="adj" fmla="val 8115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Acute rejection</a:t>
            </a:r>
          </a:p>
          <a:p>
            <a:r>
              <a:rPr lang="en-US" sz="1200" dirty="0">
                <a:solidFill>
                  <a:schemeClr val="tx1"/>
                </a:solidFill>
              </a:rPr>
              <a:t>Graft pain, fever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Proteinuria</a:t>
            </a:r>
            <a:r>
              <a:rPr lang="en-US" sz="1200" dirty="0">
                <a:solidFill>
                  <a:schemeClr val="tx1"/>
                </a:solidFill>
              </a:rPr>
              <a:t> (especially, &gt; 1g/d)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Acute cellular (T cell)– </a:t>
            </a:r>
            <a:r>
              <a:rPr lang="en-US" sz="1200" dirty="0">
                <a:solidFill>
                  <a:schemeClr val="accent1"/>
                </a:solidFill>
              </a:rPr>
              <a:t>biopsy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Acute humoral (antibody) – biopsy, </a:t>
            </a:r>
            <a:r>
              <a:rPr lang="en-US" sz="1200" dirty="0">
                <a:solidFill>
                  <a:schemeClr val="accent1"/>
                </a:solidFill>
              </a:rPr>
              <a:t>DSAs</a:t>
            </a:r>
          </a:p>
          <a:p>
            <a:r>
              <a:rPr lang="en-US" sz="1200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74" name="Renal artery stenosis explanation">
            <a:extLst>
              <a:ext uri="{FF2B5EF4-FFF2-40B4-BE49-F238E27FC236}">
                <a16:creationId xmlns:a16="http://schemas.microsoft.com/office/drawing/2014/main" id="{7FB6E0A9-2229-483B-9876-7F2A89BEA7AF}"/>
              </a:ext>
            </a:extLst>
          </p:cNvPr>
          <p:cNvSpPr/>
          <p:nvPr/>
        </p:nvSpPr>
        <p:spPr>
          <a:xfrm>
            <a:off x="4596611" y="1240773"/>
            <a:ext cx="1592157" cy="522244"/>
          </a:xfrm>
          <a:prstGeom prst="roundRect">
            <a:avLst>
              <a:gd name="adj" fmla="val 8880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Renal artery stenosis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Renal duplex</a:t>
            </a:r>
          </a:p>
        </p:txBody>
      </p:sp>
      <p:sp>
        <p:nvSpPr>
          <p:cNvPr id="47" name="Arrow: Right 4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84FF416-02C7-46A2-B143-25EC60412199}"/>
              </a:ext>
            </a:extLst>
          </p:cNvPr>
          <p:cNvSpPr/>
          <p:nvPr/>
        </p:nvSpPr>
        <p:spPr>
          <a:xfrm>
            <a:off x="11903102" y="6339015"/>
            <a:ext cx="210710" cy="2862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Right 4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C42D153-79AF-460E-AE74-2501EAD4A25E}"/>
              </a:ext>
            </a:extLst>
          </p:cNvPr>
          <p:cNvSpPr/>
          <p:nvPr/>
        </p:nvSpPr>
        <p:spPr>
          <a:xfrm flipH="1">
            <a:off x="145305" y="6339015"/>
            <a:ext cx="210710" cy="2862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9" name="Toolbox" descr="toolbox - Free Tools and utensils icons">
            <a:extLst>
              <a:ext uri="{FF2B5EF4-FFF2-40B4-BE49-F238E27FC236}">
                <a16:creationId xmlns:a16="http://schemas.microsoft.com/office/drawing/2014/main" id="{22BC133D-281F-4C37-9226-2C34EB718E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6767524" y="54829"/>
            <a:ext cx="567109" cy="56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E9A7CE-5524-4FF4-A774-891196A55909}"/>
              </a:ext>
            </a:extLst>
          </p:cNvPr>
          <p:cNvSpPr/>
          <p:nvPr/>
        </p:nvSpPr>
        <p:spPr>
          <a:xfrm>
            <a:off x="7466074" y="179318"/>
            <a:ext cx="3583084" cy="36985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Renal duplex</a:t>
            </a:r>
            <a:r>
              <a:rPr lang="en-US" sz="1400" dirty="0">
                <a:solidFill>
                  <a:schemeClr val="tx1"/>
                </a:solidFill>
              </a:rPr>
              <a:t>,</a:t>
            </a:r>
            <a:r>
              <a:rPr lang="en-US" sz="1400" dirty="0">
                <a:solidFill>
                  <a:schemeClr val="accent1"/>
                </a:solidFill>
              </a:rPr>
              <a:t> CNI trough</a:t>
            </a:r>
            <a:r>
              <a:rPr lang="en-US" sz="1400" dirty="0">
                <a:solidFill>
                  <a:schemeClr val="tx1"/>
                </a:solidFill>
              </a:rPr>
              <a:t>,</a:t>
            </a:r>
            <a:r>
              <a:rPr lang="en-US" sz="1400" dirty="0">
                <a:solidFill>
                  <a:schemeClr val="accent1"/>
                </a:solidFill>
              </a:rPr>
              <a:t> biopsy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>
                <a:solidFill>
                  <a:schemeClr val="accent1"/>
                </a:solidFill>
              </a:rPr>
              <a:t>viral studies</a:t>
            </a:r>
          </a:p>
        </p:txBody>
      </p:sp>
    </p:spTree>
    <p:extLst>
      <p:ext uri="{BB962C8B-B14F-4D97-AF65-F5344CB8AC3E}">
        <p14:creationId xmlns:p14="http://schemas.microsoft.com/office/powerpoint/2010/main" val="345933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  <p:bldLst>
      <p:bldP spid="23" grpId="1" animBg="1"/>
      <p:bldP spid="23" grpId="2" animBg="1"/>
      <p:bldP spid="23" grpId="4" animBg="1"/>
      <p:bldP spid="23" grpId="5" animBg="1"/>
      <p:bldP spid="30" grpId="0" animBg="1"/>
      <p:bldP spid="30" grpId="1" animBg="1"/>
      <p:bldP spid="30" grpId="2" animBg="1"/>
      <p:bldP spid="30" grpId="3" animBg="1"/>
      <p:bldP spid="30" grpId="5" animBg="1"/>
      <p:bldP spid="30" grpId="6" animBg="1"/>
      <p:bldP spid="42" grpId="0" animBg="1"/>
      <p:bldP spid="42" grpId="1" animBg="1"/>
      <p:bldP spid="42" grpId="2" animBg="1"/>
      <p:bldP spid="42" grpId="3" animBg="1"/>
      <p:bldP spid="42" grpId="4" animBg="1"/>
      <p:bldP spid="42" grpId="5" animBg="1"/>
      <p:bldP spid="46" grpId="0" animBg="1"/>
      <p:bldP spid="46" grpId="1" animBg="1"/>
      <p:bldP spid="46" grpId="2" animBg="1"/>
      <p:bldP spid="46" grpId="3" animBg="1"/>
      <p:bldP spid="52" grpId="0" animBg="1"/>
      <p:bldP spid="52" grpId="1" animBg="1"/>
      <p:bldP spid="52" grpId="2" animBg="1"/>
      <p:bldP spid="52" grpId="3" animBg="1"/>
      <p:bldP spid="52" grpId="4" animBg="1"/>
      <p:bldP spid="52" grpId="5" animBg="1"/>
      <p:bldP spid="73" grpId="0" animBg="1"/>
      <p:bldP spid="73" grpId="1" animBg="1"/>
      <p:bldP spid="73" grpId="2" animBg="1"/>
      <p:bldP spid="73" grpId="3" animBg="1"/>
      <p:bldP spid="86" grpId="0" animBg="1"/>
      <p:bldP spid="86" grpId="1" animBg="1"/>
      <p:bldP spid="77" grpId="0" animBg="1"/>
      <p:bldP spid="77" grpId="1" animBg="1"/>
      <p:bldP spid="72" grpId="0" animBg="1"/>
      <p:bldP spid="72" grpId="2" animBg="1"/>
      <p:bldP spid="79" grpId="0" animBg="1"/>
      <p:bldP spid="79" grpId="1" animBg="1"/>
      <p:bldP spid="87" grpId="0" animBg="1"/>
      <p:bldP spid="87" grpId="1" animBg="1"/>
      <p:bldP spid="89" grpId="0" animBg="1"/>
      <p:bldP spid="89" grpId="1" animBg="1"/>
      <p:bldP spid="90" grpId="0" animBg="1"/>
      <p:bldP spid="90" grpId="1" animBg="1"/>
      <p:bldP spid="82" grpId="0" animBg="1"/>
      <p:bldP spid="82" grpId="1" animBg="1"/>
      <p:bldP spid="82" grpId="2" animBg="1"/>
      <p:bldP spid="74" grpId="0" animBg="1"/>
      <p:bldP spid="74" grpId="1" animBg="1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7A639-231C-4D1C-BACF-092E5B815A65}"/>
              </a:ext>
            </a:extLst>
          </p:cNvPr>
          <p:cNvSpPr/>
          <p:nvPr/>
        </p:nvSpPr>
        <p:spPr>
          <a:xfrm>
            <a:off x="437624" y="85636"/>
            <a:ext cx="112333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33 </a:t>
            </a:r>
            <a:r>
              <a:rPr lang="en-US" dirty="0" err="1"/>
              <a:t>yo</a:t>
            </a:r>
            <a:r>
              <a:rPr lang="en-US" dirty="0"/>
              <a:t> M with a history of a kidney transplant (CMV donor +/ recipient +) 6 months ago for IgA nephropathy is found to have a Cr of 3.4 (prior Cr 1.5). He is on tacrolimus, prednisone, and </a:t>
            </a:r>
            <a:r>
              <a:rPr lang="en-US" dirty="0" err="1"/>
              <a:t>mycophenolate</a:t>
            </a:r>
            <a:r>
              <a:rPr lang="en-US" dirty="0"/>
              <a:t>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E76A59-D2E7-4429-B729-2E55B9E066B7}"/>
              </a:ext>
            </a:extLst>
          </p:cNvPr>
          <p:cNvCxnSpPr>
            <a:cxnSpLocks/>
          </p:cNvCxnSpPr>
          <p:nvPr/>
        </p:nvCxnSpPr>
        <p:spPr>
          <a:xfrm>
            <a:off x="3971109" y="794831"/>
            <a:ext cx="0" cy="591486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3098ED-D98C-492A-9671-9C3051E226FE}"/>
              </a:ext>
            </a:extLst>
          </p:cNvPr>
          <p:cNvCxnSpPr>
            <a:cxnSpLocks/>
          </p:cNvCxnSpPr>
          <p:nvPr/>
        </p:nvCxnSpPr>
        <p:spPr>
          <a:xfrm>
            <a:off x="8052816" y="815122"/>
            <a:ext cx="0" cy="591486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 1">
            <a:extLst>
              <a:ext uri="{FF2B5EF4-FFF2-40B4-BE49-F238E27FC236}">
                <a16:creationId xmlns:a16="http://schemas.microsoft.com/office/drawing/2014/main" id="{D1BFC74F-E016-4B43-8C1D-F5ECAA122962}"/>
              </a:ext>
            </a:extLst>
          </p:cNvPr>
          <p:cNvSpPr/>
          <p:nvPr/>
        </p:nvSpPr>
        <p:spPr>
          <a:xfrm>
            <a:off x="694945" y="774260"/>
            <a:ext cx="2194560" cy="412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sp>
        <p:nvSpPr>
          <p:cNvPr id="12" name="Case 2">
            <a:extLst>
              <a:ext uri="{FF2B5EF4-FFF2-40B4-BE49-F238E27FC236}">
                <a16:creationId xmlns:a16="http://schemas.microsoft.com/office/drawing/2014/main" id="{F8C0B52C-1BFE-4F76-BC8C-B7B992E03A46}"/>
              </a:ext>
            </a:extLst>
          </p:cNvPr>
          <p:cNvSpPr/>
          <p:nvPr/>
        </p:nvSpPr>
        <p:spPr>
          <a:xfrm>
            <a:off x="4817583" y="778986"/>
            <a:ext cx="2194560" cy="412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Case 2</a:t>
            </a:r>
            <a:endParaRPr lang="en-US" dirty="0"/>
          </a:p>
        </p:txBody>
      </p:sp>
      <p:sp>
        <p:nvSpPr>
          <p:cNvPr id="13" name="Case 3">
            <a:extLst>
              <a:ext uri="{FF2B5EF4-FFF2-40B4-BE49-F238E27FC236}">
                <a16:creationId xmlns:a16="http://schemas.microsoft.com/office/drawing/2014/main" id="{C5A5EE3E-908D-4030-979C-2EB4909A8B14}"/>
              </a:ext>
            </a:extLst>
          </p:cNvPr>
          <p:cNvSpPr/>
          <p:nvPr/>
        </p:nvSpPr>
        <p:spPr>
          <a:xfrm>
            <a:off x="8983596" y="774260"/>
            <a:ext cx="2194560" cy="412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</a:t>
            </a:r>
          </a:p>
        </p:txBody>
      </p:sp>
      <p:pic>
        <p:nvPicPr>
          <p:cNvPr id="1028" name="Toolbox" descr="toolbox - Free Tools and utensils icons">
            <a:extLst>
              <a:ext uri="{FF2B5EF4-FFF2-40B4-BE49-F238E27FC236}">
                <a16:creationId xmlns:a16="http://schemas.microsoft.com/office/drawing/2014/main" id="{A37364E8-7E49-4E92-8FB4-4307E062D9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229439" y="3567541"/>
            <a:ext cx="567109" cy="56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ase 1- IVF">
            <a:extLst>
              <a:ext uri="{FF2B5EF4-FFF2-40B4-BE49-F238E27FC236}">
                <a16:creationId xmlns:a16="http://schemas.microsoft.com/office/drawing/2014/main" id="{1458F862-65EF-4E91-AC68-88B57966D694}"/>
              </a:ext>
            </a:extLst>
          </p:cNvPr>
          <p:cNvSpPr/>
          <p:nvPr/>
        </p:nvSpPr>
        <p:spPr>
          <a:xfrm>
            <a:off x="933055" y="3751543"/>
            <a:ext cx="2672858" cy="3323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 to IVF</a:t>
            </a:r>
          </a:p>
        </p:txBody>
      </p:sp>
      <p:grpSp>
        <p:nvGrpSpPr>
          <p:cNvPr id="44" name="Case 1 info">
            <a:extLst>
              <a:ext uri="{FF2B5EF4-FFF2-40B4-BE49-F238E27FC236}">
                <a16:creationId xmlns:a16="http://schemas.microsoft.com/office/drawing/2014/main" id="{8A80C1BC-4DBC-4E66-901E-4D9467BD06B3}"/>
              </a:ext>
            </a:extLst>
          </p:cNvPr>
          <p:cNvGrpSpPr/>
          <p:nvPr/>
        </p:nvGrpSpPr>
        <p:grpSpPr>
          <a:xfrm>
            <a:off x="175777" y="1223401"/>
            <a:ext cx="3652374" cy="2464015"/>
            <a:chOff x="83604" y="1269014"/>
            <a:chExt cx="3652374" cy="2464015"/>
          </a:xfrm>
        </p:grpSpPr>
        <p:sp>
          <p:nvSpPr>
            <p:cNvPr id="15" name="Case 1 text">
              <a:extLst>
                <a:ext uri="{FF2B5EF4-FFF2-40B4-BE49-F238E27FC236}">
                  <a16:creationId xmlns:a16="http://schemas.microsoft.com/office/drawing/2014/main" id="{2B0BD955-974C-4760-9997-7A3A2692FABE}"/>
                </a:ext>
              </a:extLst>
            </p:cNvPr>
            <p:cNvSpPr txBox="1"/>
            <p:nvPr/>
          </p:nvSpPr>
          <p:spPr>
            <a:xfrm>
              <a:off x="83604" y="1269014"/>
              <a:ext cx="3652374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/>
              <a:r>
                <a:rPr lang="en-US" sz="1400" u="sng" dirty="0"/>
                <a:t>ROS</a:t>
              </a:r>
              <a:r>
                <a:rPr lang="en-US" sz="1400" dirty="0"/>
                <a:t>: new numbness/ tingling in his hands/feet, pain and redness in his L 1</a:t>
              </a:r>
              <a:r>
                <a:rPr lang="en-US" sz="1400" baseline="30000" dirty="0"/>
                <a:t>st</a:t>
              </a:r>
              <a:r>
                <a:rPr lang="en-US" sz="1400" dirty="0"/>
                <a:t> metatarsal.</a:t>
              </a:r>
            </a:p>
            <a:p>
              <a:pPr marL="114300" indent="-114300"/>
              <a:r>
                <a:rPr lang="en-US" sz="1400" u="sng" dirty="0"/>
                <a:t>Meds</a:t>
              </a:r>
              <a:r>
                <a:rPr lang="en-US" sz="1400" dirty="0"/>
                <a:t>: fluconazole 2 weeks ago for a yeast infection. No other med changes. </a:t>
              </a:r>
            </a:p>
            <a:p>
              <a:pPr marL="114300" indent="-114300"/>
              <a:r>
                <a:rPr lang="en-US" sz="1400" u="sng" dirty="0"/>
                <a:t>Exam</a:t>
              </a:r>
              <a:r>
                <a:rPr lang="en-US" sz="1400" dirty="0"/>
                <a:t>: BP 160/ 92, </a:t>
              </a:r>
              <a:r>
                <a:rPr lang="en-US" sz="1400" dirty="0" err="1"/>
                <a:t>otherVS</a:t>
              </a:r>
              <a:r>
                <a:rPr lang="en-US" sz="1400" dirty="0"/>
                <a:t> normal. No tenderness over his graft.  </a:t>
              </a:r>
            </a:p>
          </p:txBody>
        </p:sp>
        <p:grpSp>
          <p:nvGrpSpPr>
            <p:cNvPr id="39" name="Fishbone 1">
              <a:extLst>
                <a:ext uri="{FF2B5EF4-FFF2-40B4-BE49-F238E27FC236}">
                  <a16:creationId xmlns:a16="http://schemas.microsoft.com/office/drawing/2014/main" id="{E7DE3057-CEE4-4D30-B2C9-351281DB9F6B}"/>
                </a:ext>
              </a:extLst>
            </p:cNvPr>
            <p:cNvGrpSpPr/>
            <p:nvPr/>
          </p:nvGrpSpPr>
          <p:grpSpPr>
            <a:xfrm>
              <a:off x="336250" y="2666261"/>
              <a:ext cx="1400339" cy="585707"/>
              <a:chOff x="282157" y="3429944"/>
              <a:chExt cx="1400339" cy="585707"/>
            </a:xfrm>
          </p:grpSpPr>
          <p:grpSp>
            <p:nvGrpSpPr>
              <p:cNvPr id="33" name="Fishbone">
                <a:extLst>
                  <a:ext uri="{FF2B5EF4-FFF2-40B4-BE49-F238E27FC236}">
                    <a16:creationId xmlns:a16="http://schemas.microsoft.com/office/drawing/2014/main" id="{9414CB3A-30AC-4C9A-81E9-0B803CA3896E}"/>
                  </a:ext>
                </a:extLst>
              </p:cNvPr>
              <p:cNvGrpSpPr/>
              <p:nvPr/>
            </p:nvGrpSpPr>
            <p:grpSpPr>
              <a:xfrm>
                <a:off x="282157" y="3490395"/>
                <a:ext cx="1400339" cy="459813"/>
                <a:chOff x="489614" y="3490395"/>
                <a:chExt cx="1192882" cy="386661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21E33000-7A06-426E-B3FA-86CC9615E5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1248" y="3490395"/>
                  <a:ext cx="0" cy="38666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1DAA902-8732-45D7-86CE-09801F9AE9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66078" y="3490395"/>
                  <a:ext cx="0" cy="38666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9EFF5156-059B-4446-9B46-875020890E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9614" y="3673275"/>
                  <a:ext cx="93685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13ABAF0F-1841-4FCF-BEB1-357D007C67C8}"/>
                    </a:ext>
                  </a:extLst>
                </p:cNvPr>
                <p:cNvCxnSpPr/>
                <p:nvPr/>
              </p:nvCxnSpPr>
              <p:spPr>
                <a:xfrm flipV="1">
                  <a:off x="1410789" y="3490395"/>
                  <a:ext cx="271707" cy="18288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E92A67FC-0A89-49C3-ABCC-1D4738203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0788" y="3673275"/>
                  <a:ext cx="256033" cy="18288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16ADE1-210D-4DFB-A988-E44B34B11C3E}"/>
                  </a:ext>
                </a:extLst>
              </p:cNvPr>
              <p:cNvSpPr txBox="1"/>
              <p:nvPr/>
            </p:nvSpPr>
            <p:spPr>
              <a:xfrm>
                <a:off x="282158" y="3429944"/>
                <a:ext cx="4650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135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491E8D4-66AC-4BBD-A171-D7709082133A}"/>
                  </a:ext>
                </a:extLst>
              </p:cNvPr>
              <p:cNvSpPr txBox="1"/>
              <p:nvPr/>
            </p:nvSpPr>
            <p:spPr>
              <a:xfrm>
                <a:off x="291358" y="3690076"/>
                <a:ext cx="4650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6.9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38964D2-9C70-452C-873F-7CC81F1B82D5}"/>
                  </a:ext>
                </a:extLst>
              </p:cNvPr>
              <p:cNvSpPr txBox="1"/>
              <p:nvPr/>
            </p:nvSpPr>
            <p:spPr>
              <a:xfrm>
                <a:off x="1085466" y="3707874"/>
                <a:ext cx="4650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3.4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CE45156-74F3-4BA0-9D88-19F973705117}"/>
                  </a:ext>
                </a:extLst>
              </p:cNvPr>
              <p:cNvSpPr txBox="1"/>
              <p:nvPr/>
            </p:nvSpPr>
            <p:spPr>
              <a:xfrm>
                <a:off x="1063559" y="3429944"/>
                <a:ext cx="46503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52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DE24D65-2A41-46CA-AFF2-935B03EE02EA}"/>
                </a:ext>
              </a:extLst>
            </p:cNvPr>
            <p:cNvSpPr txBox="1"/>
            <p:nvPr/>
          </p:nvSpPr>
          <p:spPr>
            <a:xfrm>
              <a:off x="2067264" y="2782336"/>
              <a:ext cx="13314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FeNa</a:t>
              </a:r>
              <a:r>
                <a:rPr lang="en-US" sz="1400" dirty="0"/>
                <a:t> - 0.7%</a:t>
              </a:r>
            </a:p>
          </p:txBody>
        </p:sp>
        <p:sp>
          <p:nvSpPr>
            <p:cNvPr id="41" name="UA">
              <a:extLst>
                <a:ext uri="{FF2B5EF4-FFF2-40B4-BE49-F238E27FC236}">
                  <a16:creationId xmlns:a16="http://schemas.microsoft.com/office/drawing/2014/main" id="{F712908B-8A25-4016-8315-EFC71ED226B2}"/>
                </a:ext>
              </a:extLst>
            </p:cNvPr>
            <p:cNvSpPr/>
            <p:nvPr/>
          </p:nvSpPr>
          <p:spPr>
            <a:xfrm>
              <a:off x="277068" y="3209809"/>
              <a:ext cx="33823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/>
                <a:t>UA – clear with hyaline casts, no protein, WBCs, or RBCs</a:t>
              </a:r>
            </a:p>
          </p:txBody>
        </p:sp>
      </p:grpSp>
      <p:sp>
        <p:nvSpPr>
          <p:cNvPr id="45" name="Case 1 - renal duplex">
            <a:extLst>
              <a:ext uri="{FF2B5EF4-FFF2-40B4-BE49-F238E27FC236}">
                <a16:creationId xmlns:a16="http://schemas.microsoft.com/office/drawing/2014/main" id="{1B154680-1D13-4F66-ABB4-444C939289B6}"/>
              </a:ext>
            </a:extLst>
          </p:cNvPr>
          <p:cNvSpPr/>
          <p:nvPr/>
        </p:nvSpPr>
        <p:spPr>
          <a:xfrm>
            <a:off x="278436" y="4606740"/>
            <a:ext cx="3327472" cy="3131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Renal duplex</a:t>
            </a:r>
          </a:p>
        </p:txBody>
      </p:sp>
      <p:sp>
        <p:nvSpPr>
          <p:cNvPr id="46" name="Case 1 - Bx">
            <a:extLst>
              <a:ext uri="{FF2B5EF4-FFF2-40B4-BE49-F238E27FC236}">
                <a16:creationId xmlns:a16="http://schemas.microsoft.com/office/drawing/2014/main" id="{3AA97D39-A646-453A-9CD4-B55A487F6CA2}"/>
              </a:ext>
            </a:extLst>
          </p:cNvPr>
          <p:cNvSpPr/>
          <p:nvPr/>
        </p:nvSpPr>
        <p:spPr>
          <a:xfrm>
            <a:off x="278436" y="5020027"/>
            <a:ext cx="3327469" cy="3131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Biopsy, DSAs</a:t>
            </a:r>
          </a:p>
        </p:txBody>
      </p:sp>
      <p:sp>
        <p:nvSpPr>
          <p:cNvPr id="47" name="Case 1 - CNI trough">
            <a:extLst>
              <a:ext uri="{FF2B5EF4-FFF2-40B4-BE49-F238E27FC236}">
                <a16:creationId xmlns:a16="http://schemas.microsoft.com/office/drawing/2014/main" id="{C88D2EEB-74E7-4D28-8EA0-64084F723167}"/>
              </a:ext>
            </a:extLst>
          </p:cNvPr>
          <p:cNvSpPr/>
          <p:nvPr/>
        </p:nvSpPr>
        <p:spPr>
          <a:xfrm>
            <a:off x="289676" y="4192329"/>
            <a:ext cx="3316237" cy="3131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CNI trough level</a:t>
            </a:r>
          </a:p>
        </p:txBody>
      </p:sp>
      <p:sp>
        <p:nvSpPr>
          <p:cNvPr id="48" name="Case 1 - viral studies">
            <a:extLst>
              <a:ext uri="{FF2B5EF4-FFF2-40B4-BE49-F238E27FC236}">
                <a16:creationId xmlns:a16="http://schemas.microsoft.com/office/drawing/2014/main" id="{DA79D344-27A7-4432-A23B-BD75012B625D}"/>
              </a:ext>
            </a:extLst>
          </p:cNvPr>
          <p:cNvSpPr/>
          <p:nvPr/>
        </p:nvSpPr>
        <p:spPr>
          <a:xfrm>
            <a:off x="278435" y="5433314"/>
            <a:ext cx="3327469" cy="3131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Viral studies</a:t>
            </a:r>
          </a:p>
        </p:txBody>
      </p:sp>
      <p:sp>
        <p:nvSpPr>
          <p:cNvPr id="43" name="Case 1 - response to IVF answer">
            <a:extLst>
              <a:ext uri="{FF2B5EF4-FFF2-40B4-BE49-F238E27FC236}">
                <a16:creationId xmlns:a16="http://schemas.microsoft.com/office/drawing/2014/main" id="{96542458-5A57-4FA9-8DC0-0D3C6E0EB037}"/>
              </a:ext>
            </a:extLst>
          </p:cNvPr>
          <p:cNvSpPr/>
          <p:nvPr/>
        </p:nvSpPr>
        <p:spPr>
          <a:xfrm>
            <a:off x="933055" y="3751543"/>
            <a:ext cx="2672850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Cr improved to 3.1 with 1 L IVF.</a:t>
            </a:r>
          </a:p>
        </p:txBody>
      </p:sp>
      <p:sp>
        <p:nvSpPr>
          <p:cNvPr id="50" name="Case 1 - CNI trough answer">
            <a:extLst>
              <a:ext uri="{FF2B5EF4-FFF2-40B4-BE49-F238E27FC236}">
                <a16:creationId xmlns:a16="http://schemas.microsoft.com/office/drawing/2014/main" id="{EC71F052-C1C7-42F5-BD00-809BF4021323}"/>
              </a:ext>
            </a:extLst>
          </p:cNvPr>
          <p:cNvSpPr/>
          <p:nvPr/>
        </p:nvSpPr>
        <p:spPr>
          <a:xfrm>
            <a:off x="277068" y="4192329"/>
            <a:ext cx="3327467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CNI trough elevated at 14, goal 6-8.</a:t>
            </a:r>
          </a:p>
        </p:txBody>
      </p:sp>
      <p:sp>
        <p:nvSpPr>
          <p:cNvPr id="51" name="Case 1 - renal duplex answer">
            <a:extLst>
              <a:ext uri="{FF2B5EF4-FFF2-40B4-BE49-F238E27FC236}">
                <a16:creationId xmlns:a16="http://schemas.microsoft.com/office/drawing/2014/main" id="{54879292-CEBB-47AA-AF91-ECC95A396362}"/>
              </a:ext>
            </a:extLst>
          </p:cNvPr>
          <p:cNvSpPr/>
          <p:nvPr/>
        </p:nvSpPr>
        <p:spPr>
          <a:xfrm>
            <a:off x="277062" y="4605616"/>
            <a:ext cx="3327472" cy="3131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Normal arterial flow, no hydronephrosis. </a:t>
            </a:r>
          </a:p>
        </p:txBody>
      </p:sp>
      <p:sp>
        <p:nvSpPr>
          <p:cNvPr id="52" name="Case 1 -bx answer">
            <a:extLst>
              <a:ext uri="{FF2B5EF4-FFF2-40B4-BE49-F238E27FC236}">
                <a16:creationId xmlns:a16="http://schemas.microsoft.com/office/drawing/2014/main" id="{919B98E4-57D6-4F92-8DD1-53166B3FFF4E}"/>
              </a:ext>
            </a:extLst>
          </p:cNvPr>
          <p:cNvSpPr/>
          <p:nvPr/>
        </p:nvSpPr>
        <p:spPr>
          <a:xfrm>
            <a:off x="277062" y="5006208"/>
            <a:ext cx="3354892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Not done.</a:t>
            </a:r>
          </a:p>
        </p:txBody>
      </p:sp>
      <p:sp>
        <p:nvSpPr>
          <p:cNvPr id="53" name="Case 1 - viral answer">
            <a:extLst>
              <a:ext uri="{FF2B5EF4-FFF2-40B4-BE49-F238E27FC236}">
                <a16:creationId xmlns:a16="http://schemas.microsoft.com/office/drawing/2014/main" id="{54EE53E0-7041-4D31-A4DC-8315DA40D0C1}"/>
              </a:ext>
            </a:extLst>
          </p:cNvPr>
          <p:cNvSpPr/>
          <p:nvPr/>
        </p:nvSpPr>
        <p:spPr>
          <a:xfrm>
            <a:off x="277062" y="5414081"/>
            <a:ext cx="3354892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Urine BK PCR level elevated at 14k.</a:t>
            </a:r>
          </a:p>
        </p:txBody>
      </p:sp>
      <p:grpSp>
        <p:nvGrpSpPr>
          <p:cNvPr id="54" name="Clikc here">
            <a:extLst>
              <a:ext uri="{FF2B5EF4-FFF2-40B4-BE49-F238E27FC236}">
                <a16:creationId xmlns:a16="http://schemas.microsoft.com/office/drawing/2014/main" id="{2A72B703-F99A-4250-BE90-7A188EA400C3}"/>
              </a:ext>
            </a:extLst>
          </p:cNvPr>
          <p:cNvGrpSpPr/>
          <p:nvPr/>
        </p:nvGrpSpPr>
        <p:grpSpPr>
          <a:xfrm>
            <a:off x="4663" y="680912"/>
            <a:ext cx="691909" cy="347352"/>
            <a:chOff x="3240011" y="701518"/>
            <a:chExt cx="691909" cy="347352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C406F47-C77E-4E3E-8179-2467A178F6AB}"/>
                </a:ext>
              </a:extLst>
            </p:cNvPr>
            <p:cNvCxnSpPr>
              <a:cxnSpLocks/>
            </p:cNvCxnSpPr>
            <p:nvPr/>
          </p:nvCxnSpPr>
          <p:spPr>
            <a:xfrm>
              <a:off x="3708400" y="901024"/>
              <a:ext cx="223520" cy="1478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67185AD-601E-4AA4-8581-8CA6398EA5F0}"/>
                </a:ext>
              </a:extLst>
            </p:cNvPr>
            <p:cNvSpPr txBox="1"/>
            <p:nvPr/>
          </p:nvSpPr>
          <p:spPr>
            <a:xfrm>
              <a:off x="3240011" y="701518"/>
              <a:ext cx="5700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/>
                <a:t>Click</a:t>
              </a:r>
              <a:endParaRPr lang="en-US" sz="1200" dirty="0"/>
            </a:p>
          </p:txBody>
        </p:sp>
      </p:grpSp>
      <p:sp>
        <p:nvSpPr>
          <p:cNvPr id="58" name="Diagnosis - case 1">
            <a:extLst>
              <a:ext uri="{FF2B5EF4-FFF2-40B4-BE49-F238E27FC236}">
                <a16:creationId xmlns:a16="http://schemas.microsoft.com/office/drawing/2014/main" id="{348DDAB0-DA73-47FA-8E55-B4FC5F7375D2}"/>
              </a:ext>
            </a:extLst>
          </p:cNvPr>
          <p:cNvSpPr/>
          <p:nvPr/>
        </p:nvSpPr>
        <p:spPr>
          <a:xfrm>
            <a:off x="289674" y="5882430"/>
            <a:ext cx="3314857" cy="60535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59" name="Diagnosis answer">
            <a:extLst>
              <a:ext uri="{FF2B5EF4-FFF2-40B4-BE49-F238E27FC236}">
                <a16:creationId xmlns:a16="http://schemas.microsoft.com/office/drawing/2014/main" id="{626D8FB1-2FB6-4A61-A004-25F1B381034E}"/>
              </a:ext>
            </a:extLst>
          </p:cNvPr>
          <p:cNvSpPr/>
          <p:nvPr/>
        </p:nvSpPr>
        <p:spPr>
          <a:xfrm>
            <a:off x="290772" y="5839320"/>
            <a:ext cx="3354892" cy="74643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Acute CNI toxicity resulting in neurotoxicity, gout flare, </a:t>
            </a:r>
            <a:r>
              <a:rPr lang="en-US" sz="1200" dirty="0">
                <a:sym typeface="Wingdings" panose="05000000000000000000" pitchFamily="2" charset="2"/>
              </a:rPr>
              <a:t> BP,  K</a:t>
            </a:r>
            <a:r>
              <a:rPr lang="en-US" sz="1200" dirty="0"/>
              <a:t>. Has underlying BK nephropathy.  Fluconazole interacts with CNIs to </a:t>
            </a:r>
            <a:r>
              <a:rPr lang="en-US" sz="1200" dirty="0">
                <a:sym typeface="Wingdings" panose="05000000000000000000" pitchFamily="2" charset="2"/>
              </a:rPr>
              <a:t> CNI</a:t>
            </a:r>
            <a:r>
              <a:rPr lang="en-US" sz="1200" dirty="0"/>
              <a:t> levels.</a:t>
            </a:r>
          </a:p>
        </p:txBody>
      </p:sp>
      <p:sp>
        <p:nvSpPr>
          <p:cNvPr id="61" name="Case 1 text">
            <a:extLst>
              <a:ext uri="{FF2B5EF4-FFF2-40B4-BE49-F238E27FC236}">
                <a16:creationId xmlns:a16="http://schemas.microsoft.com/office/drawing/2014/main" id="{4394DF06-766B-42E3-B63B-2CD23CE0DBF6}"/>
              </a:ext>
            </a:extLst>
          </p:cNvPr>
          <p:cNvSpPr txBox="1"/>
          <p:nvPr/>
        </p:nvSpPr>
        <p:spPr>
          <a:xfrm>
            <a:off x="4125781" y="1238791"/>
            <a:ext cx="36523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400" u="sng" dirty="0"/>
              <a:t>ROS</a:t>
            </a:r>
            <a:r>
              <a:rPr lang="en-US" sz="1400" dirty="0"/>
              <a:t>: fevers/chills for 2 days, abdominal pain, dysuria, nausea/vomiting.</a:t>
            </a:r>
          </a:p>
          <a:p>
            <a:pPr marL="114300" indent="-114300"/>
            <a:r>
              <a:rPr lang="en-US" sz="1400" u="sng" dirty="0"/>
              <a:t>Exam</a:t>
            </a:r>
            <a:r>
              <a:rPr lang="en-US" sz="1400" dirty="0"/>
              <a:t>: T 39.4C, HR 115, BP 160/ 92. Tenderness over his graft.  </a:t>
            </a:r>
          </a:p>
        </p:txBody>
      </p:sp>
      <p:grpSp>
        <p:nvGrpSpPr>
          <p:cNvPr id="62" name="Fishbone 2">
            <a:extLst>
              <a:ext uri="{FF2B5EF4-FFF2-40B4-BE49-F238E27FC236}">
                <a16:creationId xmlns:a16="http://schemas.microsoft.com/office/drawing/2014/main" id="{41A5B5E3-3B28-4D4D-BA16-83DBE0436A65}"/>
              </a:ext>
            </a:extLst>
          </p:cNvPr>
          <p:cNvGrpSpPr/>
          <p:nvPr/>
        </p:nvGrpSpPr>
        <p:grpSpPr>
          <a:xfrm>
            <a:off x="4397095" y="2255657"/>
            <a:ext cx="1400339" cy="585707"/>
            <a:chOff x="282157" y="3429944"/>
            <a:chExt cx="1400339" cy="585707"/>
          </a:xfrm>
        </p:grpSpPr>
        <p:grpSp>
          <p:nvGrpSpPr>
            <p:cNvPr id="65" name="Fishbone">
              <a:extLst>
                <a:ext uri="{FF2B5EF4-FFF2-40B4-BE49-F238E27FC236}">
                  <a16:creationId xmlns:a16="http://schemas.microsoft.com/office/drawing/2014/main" id="{3CBFFB82-E8EA-4430-8489-565DE2DB51B5}"/>
                </a:ext>
              </a:extLst>
            </p:cNvPr>
            <p:cNvGrpSpPr/>
            <p:nvPr/>
          </p:nvGrpSpPr>
          <p:grpSpPr>
            <a:xfrm>
              <a:off x="282157" y="3490395"/>
              <a:ext cx="1400339" cy="459813"/>
              <a:chOff x="489614" y="3490395"/>
              <a:chExt cx="1192882" cy="386661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8243395B-C956-4C55-ADC0-A865A2C713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1248" y="3490395"/>
                <a:ext cx="0" cy="38666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8B315B38-4089-4A7B-8408-CDB4DC5DB5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6078" y="3490395"/>
                <a:ext cx="0" cy="38666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35E5079-0D0C-46F3-9D6D-4982F91287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614" y="3673275"/>
                <a:ext cx="9368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E9280705-E21D-42EA-AB50-0B562F0C919C}"/>
                  </a:ext>
                </a:extLst>
              </p:cNvPr>
              <p:cNvCxnSpPr/>
              <p:nvPr/>
            </p:nvCxnSpPr>
            <p:spPr>
              <a:xfrm flipV="1">
                <a:off x="1410789" y="3490395"/>
                <a:ext cx="271707" cy="1828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A1FE6333-4C1B-4583-A659-574216F254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0788" y="3673275"/>
                <a:ext cx="256033" cy="1828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4BD47E5-522F-4812-9709-A2A69EBFCF2F}"/>
                </a:ext>
              </a:extLst>
            </p:cNvPr>
            <p:cNvSpPr txBox="1"/>
            <p:nvPr/>
          </p:nvSpPr>
          <p:spPr>
            <a:xfrm>
              <a:off x="282158" y="3429944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135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2AAA234-856A-4EAB-8CB7-640AD8083725}"/>
                </a:ext>
              </a:extLst>
            </p:cNvPr>
            <p:cNvSpPr txBox="1"/>
            <p:nvPr/>
          </p:nvSpPr>
          <p:spPr>
            <a:xfrm>
              <a:off x="291358" y="3690076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3.5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84ACA6F-5FE4-461C-AB6F-651463AF78A9}"/>
                </a:ext>
              </a:extLst>
            </p:cNvPr>
            <p:cNvSpPr txBox="1"/>
            <p:nvPr/>
          </p:nvSpPr>
          <p:spPr>
            <a:xfrm>
              <a:off x="1085466" y="3707874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3.4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C7E62DB-EEF4-4610-859D-14735AF497FC}"/>
                </a:ext>
              </a:extLst>
            </p:cNvPr>
            <p:cNvSpPr txBox="1"/>
            <p:nvPr/>
          </p:nvSpPr>
          <p:spPr>
            <a:xfrm>
              <a:off x="1063559" y="3429944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32</a:t>
              </a:r>
            </a:p>
          </p:txBody>
        </p:sp>
      </p:grpSp>
      <p:sp>
        <p:nvSpPr>
          <p:cNvPr id="63" name="Case 2 urine studies">
            <a:extLst>
              <a:ext uri="{FF2B5EF4-FFF2-40B4-BE49-F238E27FC236}">
                <a16:creationId xmlns:a16="http://schemas.microsoft.com/office/drawing/2014/main" id="{7F2432A7-D6BD-47E9-AAD7-7378A7CF0506}"/>
              </a:ext>
            </a:extLst>
          </p:cNvPr>
          <p:cNvSpPr txBox="1"/>
          <p:nvPr/>
        </p:nvSpPr>
        <p:spPr>
          <a:xfrm>
            <a:off x="6122595" y="2287725"/>
            <a:ext cx="1522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FeNa</a:t>
            </a:r>
            <a:r>
              <a:rPr lang="en-US" sz="1400" dirty="0"/>
              <a:t> - 1.2%</a:t>
            </a:r>
          </a:p>
          <a:p>
            <a:pPr algn="ctr"/>
            <a:r>
              <a:rPr lang="en-US" sz="1400" dirty="0"/>
              <a:t>Urine </a:t>
            </a:r>
            <a:r>
              <a:rPr lang="en-US" sz="1400" dirty="0" err="1"/>
              <a:t>Pr:Cr</a:t>
            </a:r>
            <a:r>
              <a:rPr lang="en-US" sz="1400" dirty="0"/>
              <a:t> - 2.6</a:t>
            </a:r>
          </a:p>
        </p:txBody>
      </p:sp>
      <p:sp>
        <p:nvSpPr>
          <p:cNvPr id="64" name="Case 2 UA">
            <a:extLst>
              <a:ext uri="{FF2B5EF4-FFF2-40B4-BE49-F238E27FC236}">
                <a16:creationId xmlns:a16="http://schemas.microsoft.com/office/drawing/2014/main" id="{BA40E54F-93A2-477E-AE38-72D49AE0942C}"/>
              </a:ext>
            </a:extLst>
          </p:cNvPr>
          <p:cNvSpPr/>
          <p:nvPr/>
        </p:nvSpPr>
        <p:spPr>
          <a:xfrm>
            <a:off x="4219642" y="3036053"/>
            <a:ext cx="35585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UA – cloudy, + leukocyte esterase, + nitrite </a:t>
            </a:r>
          </a:p>
          <a:p>
            <a:r>
              <a:rPr lang="en-US" sz="1400" dirty="0"/>
              <a:t>+ WBCs, + RBCs, + protein, + bacteria.</a:t>
            </a:r>
          </a:p>
        </p:txBody>
      </p:sp>
      <p:pic>
        <p:nvPicPr>
          <p:cNvPr id="75" name="Toolbox" descr="toolbox - Free Tools and utensils icons">
            <a:extLst>
              <a:ext uri="{FF2B5EF4-FFF2-40B4-BE49-F238E27FC236}">
                <a16:creationId xmlns:a16="http://schemas.microsoft.com/office/drawing/2014/main" id="{DB0DB9C3-EE99-4F8E-B9DD-F69E087B9D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4271616" y="3537318"/>
            <a:ext cx="567109" cy="56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Case 2-  IVF">
            <a:extLst>
              <a:ext uri="{FF2B5EF4-FFF2-40B4-BE49-F238E27FC236}">
                <a16:creationId xmlns:a16="http://schemas.microsoft.com/office/drawing/2014/main" id="{6AFF3A70-1418-4744-B191-40422C89053D}"/>
              </a:ext>
            </a:extLst>
          </p:cNvPr>
          <p:cNvSpPr/>
          <p:nvPr/>
        </p:nvSpPr>
        <p:spPr>
          <a:xfrm>
            <a:off x="4975232" y="3721320"/>
            <a:ext cx="2672858" cy="3323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 to IVF</a:t>
            </a:r>
          </a:p>
        </p:txBody>
      </p:sp>
      <p:sp>
        <p:nvSpPr>
          <p:cNvPr id="77" name="Case 2 - renal duplex">
            <a:extLst>
              <a:ext uri="{FF2B5EF4-FFF2-40B4-BE49-F238E27FC236}">
                <a16:creationId xmlns:a16="http://schemas.microsoft.com/office/drawing/2014/main" id="{F11DA122-4640-4C10-B39E-BF4FD17A5274}"/>
              </a:ext>
            </a:extLst>
          </p:cNvPr>
          <p:cNvSpPr/>
          <p:nvPr/>
        </p:nvSpPr>
        <p:spPr>
          <a:xfrm>
            <a:off x="4320613" y="4576517"/>
            <a:ext cx="3327472" cy="3131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Renal duplex</a:t>
            </a:r>
          </a:p>
        </p:txBody>
      </p:sp>
      <p:sp>
        <p:nvSpPr>
          <p:cNvPr id="78" name="Case 2 - Bx">
            <a:extLst>
              <a:ext uri="{FF2B5EF4-FFF2-40B4-BE49-F238E27FC236}">
                <a16:creationId xmlns:a16="http://schemas.microsoft.com/office/drawing/2014/main" id="{E14AFDBD-9BDC-4CB5-A857-D51AEE108BEE}"/>
              </a:ext>
            </a:extLst>
          </p:cNvPr>
          <p:cNvSpPr/>
          <p:nvPr/>
        </p:nvSpPr>
        <p:spPr>
          <a:xfrm>
            <a:off x="4320613" y="4989804"/>
            <a:ext cx="3327469" cy="3131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Biopsy, DSAs</a:t>
            </a:r>
          </a:p>
        </p:txBody>
      </p:sp>
      <p:sp>
        <p:nvSpPr>
          <p:cNvPr id="79" name="Case 2 - CNI trough">
            <a:extLst>
              <a:ext uri="{FF2B5EF4-FFF2-40B4-BE49-F238E27FC236}">
                <a16:creationId xmlns:a16="http://schemas.microsoft.com/office/drawing/2014/main" id="{BA387DB0-809C-48B8-8D5C-E961DA16879B}"/>
              </a:ext>
            </a:extLst>
          </p:cNvPr>
          <p:cNvSpPr/>
          <p:nvPr/>
        </p:nvSpPr>
        <p:spPr>
          <a:xfrm>
            <a:off x="4331853" y="4162106"/>
            <a:ext cx="3316237" cy="3131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CNI trough level</a:t>
            </a:r>
          </a:p>
        </p:txBody>
      </p:sp>
      <p:sp>
        <p:nvSpPr>
          <p:cNvPr id="80" name="Case 2 - viral studies">
            <a:extLst>
              <a:ext uri="{FF2B5EF4-FFF2-40B4-BE49-F238E27FC236}">
                <a16:creationId xmlns:a16="http://schemas.microsoft.com/office/drawing/2014/main" id="{E14D48B8-A3AC-4A78-97DD-E10C1413316A}"/>
              </a:ext>
            </a:extLst>
          </p:cNvPr>
          <p:cNvSpPr/>
          <p:nvPr/>
        </p:nvSpPr>
        <p:spPr>
          <a:xfrm>
            <a:off x="4320612" y="5403091"/>
            <a:ext cx="3327469" cy="3131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Viral studies</a:t>
            </a:r>
          </a:p>
        </p:txBody>
      </p:sp>
      <p:sp>
        <p:nvSpPr>
          <p:cNvPr id="81" name="Case 2 - response to IVF answer">
            <a:extLst>
              <a:ext uri="{FF2B5EF4-FFF2-40B4-BE49-F238E27FC236}">
                <a16:creationId xmlns:a16="http://schemas.microsoft.com/office/drawing/2014/main" id="{B98CF0D9-11C3-45A9-AFE4-98070779ECE6}"/>
              </a:ext>
            </a:extLst>
          </p:cNvPr>
          <p:cNvSpPr/>
          <p:nvPr/>
        </p:nvSpPr>
        <p:spPr>
          <a:xfrm>
            <a:off x="4975232" y="3721320"/>
            <a:ext cx="2672850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Cr improved to 3.1 with 1 L IVF.</a:t>
            </a:r>
          </a:p>
        </p:txBody>
      </p:sp>
      <p:sp>
        <p:nvSpPr>
          <p:cNvPr id="82" name="Case 2 - CNI trough answer">
            <a:extLst>
              <a:ext uri="{FF2B5EF4-FFF2-40B4-BE49-F238E27FC236}">
                <a16:creationId xmlns:a16="http://schemas.microsoft.com/office/drawing/2014/main" id="{7CFC9DB1-FC74-41BC-BF24-EBB83A1E3B41}"/>
              </a:ext>
            </a:extLst>
          </p:cNvPr>
          <p:cNvSpPr/>
          <p:nvPr/>
        </p:nvSpPr>
        <p:spPr>
          <a:xfrm>
            <a:off x="4319245" y="4162106"/>
            <a:ext cx="3327467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CNI trough within range at 7.</a:t>
            </a:r>
          </a:p>
        </p:txBody>
      </p:sp>
      <p:sp>
        <p:nvSpPr>
          <p:cNvPr id="83" name="Case 2 - renal duplex answer">
            <a:extLst>
              <a:ext uri="{FF2B5EF4-FFF2-40B4-BE49-F238E27FC236}">
                <a16:creationId xmlns:a16="http://schemas.microsoft.com/office/drawing/2014/main" id="{F6F240DF-0B9D-4270-8926-296FA55B5065}"/>
              </a:ext>
            </a:extLst>
          </p:cNvPr>
          <p:cNvSpPr/>
          <p:nvPr/>
        </p:nvSpPr>
        <p:spPr>
          <a:xfrm>
            <a:off x="4319239" y="4530353"/>
            <a:ext cx="3343490" cy="40899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Normal arterial flow, no hydronephrosis. Perinephric stranding.</a:t>
            </a:r>
          </a:p>
        </p:txBody>
      </p:sp>
      <p:sp>
        <p:nvSpPr>
          <p:cNvPr id="84" name="Case 2 -bx answer">
            <a:extLst>
              <a:ext uri="{FF2B5EF4-FFF2-40B4-BE49-F238E27FC236}">
                <a16:creationId xmlns:a16="http://schemas.microsoft.com/office/drawing/2014/main" id="{463A3499-01EB-40D6-848C-73DCAACF30F8}"/>
              </a:ext>
            </a:extLst>
          </p:cNvPr>
          <p:cNvSpPr/>
          <p:nvPr/>
        </p:nvSpPr>
        <p:spPr>
          <a:xfrm>
            <a:off x="4319239" y="4975985"/>
            <a:ext cx="3354892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Acute cellular rejection. No DSAs.</a:t>
            </a:r>
          </a:p>
        </p:txBody>
      </p:sp>
      <p:sp>
        <p:nvSpPr>
          <p:cNvPr id="85" name="Case 2  - viral answer">
            <a:extLst>
              <a:ext uri="{FF2B5EF4-FFF2-40B4-BE49-F238E27FC236}">
                <a16:creationId xmlns:a16="http://schemas.microsoft.com/office/drawing/2014/main" id="{496C246B-D2D8-4477-8374-E860F278841A}"/>
              </a:ext>
            </a:extLst>
          </p:cNvPr>
          <p:cNvSpPr/>
          <p:nvPr/>
        </p:nvSpPr>
        <p:spPr>
          <a:xfrm>
            <a:off x="4319239" y="5383858"/>
            <a:ext cx="3354892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Urine BK/adeno PCR negative. CMV PCR negative.</a:t>
            </a:r>
          </a:p>
        </p:txBody>
      </p:sp>
      <p:sp>
        <p:nvSpPr>
          <p:cNvPr id="86" name="Diagnosis - case 2">
            <a:extLst>
              <a:ext uri="{FF2B5EF4-FFF2-40B4-BE49-F238E27FC236}">
                <a16:creationId xmlns:a16="http://schemas.microsoft.com/office/drawing/2014/main" id="{78E6909E-8612-47AB-843E-3A1AB23790B2}"/>
              </a:ext>
            </a:extLst>
          </p:cNvPr>
          <p:cNvSpPr/>
          <p:nvPr/>
        </p:nvSpPr>
        <p:spPr>
          <a:xfrm>
            <a:off x="4331851" y="5852207"/>
            <a:ext cx="3314857" cy="60535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87" name="Diagnosis 2 answer">
            <a:extLst>
              <a:ext uri="{FF2B5EF4-FFF2-40B4-BE49-F238E27FC236}">
                <a16:creationId xmlns:a16="http://schemas.microsoft.com/office/drawing/2014/main" id="{B3A48868-0889-4E7E-9D07-017161F3D442}"/>
              </a:ext>
            </a:extLst>
          </p:cNvPr>
          <p:cNvSpPr/>
          <p:nvPr/>
        </p:nvSpPr>
        <p:spPr>
          <a:xfrm>
            <a:off x="4332949" y="5809097"/>
            <a:ext cx="3354892" cy="74643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Acute cellular rejection and sepsis from acute graft pyelonephritis.</a:t>
            </a:r>
          </a:p>
        </p:txBody>
      </p:sp>
      <p:sp>
        <p:nvSpPr>
          <p:cNvPr id="89" name="Case 1 text">
            <a:extLst>
              <a:ext uri="{FF2B5EF4-FFF2-40B4-BE49-F238E27FC236}">
                <a16:creationId xmlns:a16="http://schemas.microsoft.com/office/drawing/2014/main" id="{3D2E1D89-A8B1-42F1-BB0B-D6AE3349ED16}"/>
              </a:ext>
            </a:extLst>
          </p:cNvPr>
          <p:cNvSpPr txBox="1"/>
          <p:nvPr/>
        </p:nvSpPr>
        <p:spPr>
          <a:xfrm>
            <a:off x="8263669" y="1238791"/>
            <a:ext cx="36523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-114300"/>
            <a:r>
              <a:rPr lang="en-US" sz="1400" dirty="0"/>
              <a:t>Renal biopsy yesterday for </a:t>
            </a:r>
            <a:r>
              <a:rPr lang="en-US" sz="1400" dirty="0" err="1"/>
              <a:t>uptrending</a:t>
            </a:r>
            <a:r>
              <a:rPr lang="en-US" sz="1400" dirty="0"/>
              <a:t> Cr, complicated by hematuria. </a:t>
            </a:r>
            <a:endParaRPr lang="en-US" sz="1400" u="sng" dirty="0"/>
          </a:p>
          <a:p>
            <a:pPr marL="114300" indent="-114300"/>
            <a:r>
              <a:rPr lang="en-US" sz="1400" u="sng" dirty="0"/>
              <a:t>ROS</a:t>
            </a:r>
            <a:r>
              <a:rPr lang="en-US" sz="1400" dirty="0"/>
              <a:t>: acute onset suprapubic/abdominal pain, no urine output for 12 hours</a:t>
            </a:r>
          </a:p>
          <a:p>
            <a:pPr marL="114300" indent="-114300"/>
            <a:r>
              <a:rPr lang="en-US" sz="1400" u="sng" dirty="0"/>
              <a:t>Exam</a:t>
            </a:r>
            <a:r>
              <a:rPr lang="en-US" sz="1400" dirty="0"/>
              <a:t>: VSS. Abdomen tender over graft/suprapubic region. </a:t>
            </a:r>
          </a:p>
        </p:txBody>
      </p:sp>
      <p:grpSp>
        <p:nvGrpSpPr>
          <p:cNvPr id="90" name="Fishbone 2">
            <a:extLst>
              <a:ext uri="{FF2B5EF4-FFF2-40B4-BE49-F238E27FC236}">
                <a16:creationId xmlns:a16="http://schemas.microsoft.com/office/drawing/2014/main" id="{CEF001EF-304C-46C1-8F4D-A291F6B107CC}"/>
              </a:ext>
            </a:extLst>
          </p:cNvPr>
          <p:cNvGrpSpPr/>
          <p:nvPr/>
        </p:nvGrpSpPr>
        <p:grpSpPr>
          <a:xfrm>
            <a:off x="8431939" y="2587936"/>
            <a:ext cx="1400339" cy="585707"/>
            <a:chOff x="282157" y="3429944"/>
            <a:chExt cx="1400339" cy="585707"/>
          </a:xfrm>
        </p:grpSpPr>
        <p:grpSp>
          <p:nvGrpSpPr>
            <p:cNvPr id="91" name="Fishbone">
              <a:extLst>
                <a:ext uri="{FF2B5EF4-FFF2-40B4-BE49-F238E27FC236}">
                  <a16:creationId xmlns:a16="http://schemas.microsoft.com/office/drawing/2014/main" id="{1D9ED744-38A2-49C3-A158-6013C32DC725}"/>
                </a:ext>
              </a:extLst>
            </p:cNvPr>
            <p:cNvGrpSpPr/>
            <p:nvPr/>
          </p:nvGrpSpPr>
          <p:grpSpPr>
            <a:xfrm>
              <a:off x="282157" y="3490395"/>
              <a:ext cx="1400339" cy="459813"/>
              <a:chOff x="489614" y="3490395"/>
              <a:chExt cx="1192882" cy="386661"/>
            </a:xfrm>
          </p:grpSpPr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861F2F0F-8E8A-46B2-B7AB-DEE2580282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1248" y="3490395"/>
                <a:ext cx="0" cy="38666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26F49838-F52E-430A-91DD-E9CB5695FB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6078" y="3490395"/>
                <a:ext cx="0" cy="38666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3881C168-E245-4238-9074-ED731CC7C1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9614" y="3673275"/>
                <a:ext cx="9368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D87CC7C4-D1DB-4D64-BEFC-C67254684A77}"/>
                  </a:ext>
                </a:extLst>
              </p:cNvPr>
              <p:cNvCxnSpPr/>
              <p:nvPr/>
            </p:nvCxnSpPr>
            <p:spPr>
              <a:xfrm flipV="1">
                <a:off x="1410789" y="3490395"/>
                <a:ext cx="271707" cy="1828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F064C9B4-6E6B-40EA-B1CE-E0C777BC12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0788" y="3673275"/>
                <a:ext cx="256033" cy="18288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86836EDB-ADC2-4F7A-879C-2E1C54447D21}"/>
                </a:ext>
              </a:extLst>
            </p:cNvPr>
            <p:cNvSpPr txBox="1"/>
            <p:nvPr/>
          </p:nvSpPr>
          <p:spPr>
            <a:xfrm>
              <a:off x="282158" y="3429944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135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805D9BA-C883-4533-9B93-43FA792E4DD2}"/>
                </a:ext>
              </a:extLst>
            </p:cNvPr>
            <p:cNvSpPr txBox="1"/>
            <p:nvPr/>
          </p:nvSpPr>
          <p:spPr>
            <a:xfrm>
              <a:off x="291358" y="3690076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3.5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D614DBB-7948-4A0D-9FAD-B56C3FB6CA89}"/>
                </a:ext>
              </a:extLst>
            </p:cNvPr>
            <p:cNvSpPr txBox="1"/>
            <p:nvPr/>
          </p:nvSpPr>
          <p:spPr>
            <a:xfrm>
              <a:off x="1085466" y="3707874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3.4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49D8D6C-F84A-4F06-BB75-B9F90496FFDF}"/>
                </a:ext>
              </a:extLst>
            </p:cNvPr>
            <p:cNvSpPr txBox="1"/>
            <p:nvPr/>
          </p:nvSpPr>
          <p:spPr>
            <a:xfrm>
              <a:off x="1063559" y="3429944"/>
              <a:ext cx="4650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32</a:t>
              </a:r>
            </a:p>
          </p:txBody>
        </p:sp>
      </p:grpSp>
      <p:sp>
        <p:nvSpPr>
          <p:cNvPr id="101" name="Case 2 urine studies">
            <a:extLst>
              <a:ext uri="{FF2B5EF4-FFF2-40B4-BE49-F238E27FC236}">
                <a16:creationId xmlns:a16="http://schemas.microsoft.com/office/drawing/2014/main" id="{B3855900-5C23-458A-9B6A-7462B656BA70}"/>
              </a:ext>
            </a:extLst>
          </p:cNvPr>
          <p:cNvSpPr txBox="1"/>
          <p:nvPr/>
        </p:nvSpPr>
        <p:spPr>
          <a:xfrm>
            <a:off x="10139190" y="2620648"/>
            <a:ext cx="1522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FeNa</a:t>
            </a:r>
            <a:r>
              <a:rPr lang="en-US" sz="1400" dirty="0"/>
              <a:t> - 5.7%</a:t>
            </a:r>
          </a:p>
          <a:p>
            <a:pPr algn="ctr"/>
            <a:r>
              <a:rPr lang="en-US" sz="1400" dirty="0"/>
              <a:t>Urine </a:t>
            </a:r>
            <a:r>
              <a:rPr lang="en-US" sz="1400" dirty="0" err="1"/>
              <a:t>Pr:Cr</a:t>
            </a:r>
            <a:r>
              <a:rPr lang="en-US" sz="1400" dirty="0"/>
              <a:t> - 0.6</a:t>
            </a:r>
          </a:p>
        </p:txBody>
      </p:sp>
      <p:sp>
        <p:nvSpPr>
          <p:cNvPr id="102" name="Case 2 UA">
            <a:extLst>
              <a:ext uri="{FF2B5EF4-FFF2-40B4-BE49-F238E27FC236}">
                <a16:creationId xmlns:a16="http://schemas.microsoft.com/office/drawing/2014/main" id="{AEB92B26-A414-43A3-ACC2-61C4B12E7D03}"/>
              </a:ext>
            </a:extLst>
          </p:cNvPr>
          <p:cNvSpPr/>
          <p:nvPr/>
        </p:nvSpPr>
        <p:spPr>
          <a:xfrm>
            <a:off x="8386272" y="3200746"/>
            <a:ext cx="35585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UA – none collected</a:t>
            </a:r>
          </a:p>
        </p:txBody>
      </p:sp>
      <p:pic>
        <p:nvPicPr>
          <p:cNvPr id="103" name="Toolbox" descr="toolbox - Free Tools and utensils icons">
            <a:extLst>
              <a:ext uri="{FF2B5EF4-FFF2-40B4-BE49-F238E27FC236}">
                <a16:creationId xmlns:a16="http://schemas.microsoft.com/office/drawing/2014/main" id="{839CA2A4-9041-4D63-81A5-B752FEB592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1" t="-2032" r="23634" b="419"/>
          <a:stretch/>
        </p:blipFill>
        <p:spPr bwMode="auto">
          <a:xfrm>
            <a:off x="8409504" y="3537318"/>
            <a:ext cx="567109" cy="56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Case 2-  IVF">
            <a:extLst>
              <a:ext uri="{FF2B5EF4-FFF2-40B4-BE49-F238E27FC236}">
                <a16:creationId xmlns:a16="http://schemas.microsoft.com/office/drawing/2014/main" id="{54A6DE53-C74A-4321-8731-66F246293706}"/>
              </a:ext>
            </a:extLst>
          </p:cNvPr>
          <p:cNvSpPr/>
          <p:nvPr/>
        </p:nvSpPr>
        <p:spPr>
          <a:xfrm>
            <a:off x="9113120" y="3721320"/>
            <a:ext cx="2672858" cy="3323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 to IVF</a:t>
            </a:r>
          </a:p>
        </p:txBody>
      </p:sp>
      <p:sp>
        <p:nvSpPr>
          <p:cNvPr id="105" name="Case 2 - renal duplex">
            <a:extLst>
              <a:ext uri="{FF2B5EF4-FFF2-40B4-BE49-F238E27FC236}">
                <a16:creationId xmlns:a16="http://schemas.microsoft.com/office/drawing/2014/main" id="{C85EBB44-8A2A-4D32-AB16-54F54BE4C710}"/>
              </a:ext>
            </a:extLst>
          </p:cNvPr>
          <p:cNvSpPr/>
          <p:nvPr/>
        </p:nvSpPr>
        <p:spPr>
          <a:xfrm>
            <a:off x="8458501" y="4576517"/>
            <a:ext cx="3327472" cy="3131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Renal duplex</a:t>
            </a:r>
          </a:p>
        </p:txBody>
      </p:sp>
      <p:sp>
        <p:nvSpPr>
          <p:cNvPr id="106" name="Case 2 - Bx">
            <a:extLst>
              <a:ext uri="{FF2B5EF4-FFF2-40B4-BE49-F238E27FC236}">
                <a16:creationId xmlns:a16="http://schemas.microsoft.com/office/drawing/2014/main" id="{C6C4C787-BDA6-4197-9A29-37A52222289F}"/>
              </a:ext>
            </a:extLst>
          </p:cNvPr>
          <p:cNvSpPr/>
          <p:nvPr/>
        </p:nvSpPr>
        <p:spPr>
          <a:xfrm>
            <a:off x="8458501" y="4989804"/>
            <a:ext cx="3327469" cy="3131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Biopsy, DSAs</a:t>
            </a:r>
          </a:p>
        </p:txBody>
      </p:sp>
      <p:sp>
        <p:nvSpPr>
          <p:cNvPr id="107" name="Case 2 - CNI trough">
            <a:extLst>
              <a:ext uri="{FF2B5EF4-FFF2-40B4-BE49-F238E27FC236}">
                <a16:creationId xmlns:a16="http://schemas.microsoft.com/office/drawing/2014/main" id="{FB21DE5F-801F-4A04-A500-5BB13FEB49FC}"/>
              </a:ext>
            </a:extLst>
          </p:cNvPr>
          <p:cNvSpPr/>
          <p:nvPr/>
        </p:nvSpPr>
        <p:spPr>
          <a:xfrm>
            <a:off x="8469741" y="4162106"/>
            <a:ext cx="3316237" cy="3131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CNI trough level</a:t>
            </a:r>
          </a:p>
        </p:txBody>
      </p:sp>
      <p:sp>
        <p:nvSpPr>
          <p:cNvPr id="108" name="Case 2 - viral studies">
            <a:extLst>
              <a:ext uri="{FF2B5EF4-FFF2-40B4-BE49-F238E27FC236}">
                <a16:creationId xmlns:a16="http://schemas.microsoft.com/office/drawing/2014/main" id="{F75B4323-EE3D-44EF-9281-B59793889493}"/>
              </a:ext>
            </a:extLst>
          </p:cNvPr>
          <p:cNvSpPr/>
          <p:nvPr/>
        </p:nvSpPr>
        <p:spPr>
          <a:xfrm>
            <a:off x="8458500" y="5403091"/>
            <a:ext cx="3327469" cy="3131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Viral studies</a:t>
            </a:r>
          </a:p>
        </p:txBody>
      </p:sp>
      <p:sp>
        <p:nvSpPr>
          <p:cNvPr id="109" name="Case 2 - response to IVF answer">
            <a:extLst>
              <a:ext uri="{FF2B5EF4-FFF2-40B4-BE49-F238E27FC236}">
                <a16:creationId xmlns:a16="http://schemas.microsoft.com/office/drawing/2014/main" id="{09034B83-E7CA-4885-83A7-99F4385A0A25}"/>
              </a:ext>
            </a:extLst>
          </p:cNvPr>
          <p:cNvSpPr/>
          <p:nvPr/>
        </p:nvSpPr>
        <p:spPr>
          <a:xfrm>
            <a:off x="9113120" y="3721320"/>
            <a:ext cx="2672850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Cr unchanged at 3.3 after 1 L IVF.</a:t>
            </a:r>
          </a:p>
        </p:txBody>
      </p:sp>
      <p:sp>
        <p:nvSpPr>
          <p:cNvPr id="110" name="Case 2 - CNI trough answer">
            <a:extLst>
              <a:ext uri="{FF2B5EF4-FFF2-40B4-BE49-F238E27FC236}">
                <a16:creationId xmlns:a16="http://schemas.microsoft.com/office/drawing/2014/main" id="{D18DD590-D422-43B4-8DB3-128C1B8457C8}"/>
              </a:ext>
            </a:extLst>
          </p:cNvPr>
          <p:cNvSpPr/>
          <p:nvPr/>
        </p:nvSpPr>
        <p:spPr>
          <a:xfrm>
            <a:off x="8457133" y="4162106"/>
            <a:ext cx="3327467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CNI trough within range at 7.</a:t>
            </a:r>
          </a:p>
        </p:txBody>
      </p:sp>
      <p:sp>
        <p:nvSpPr>
          <p:cNvPr id="111" name="Case 2 - renal duplex answer">
            <a:extLst>
              <a:ext uri="{FF2B5EF4-FFF2-40B4-BE49-F238E27FC236}">
                <a16:creationId xmlns:a16="http://schemas.microsoft.com/office/drawing/2014/main" id="{0D184687-55AC-49F5-9AC1-8FE47C4D3D2F}"/>
              </a:ext>
            </a:extLst>
          </p:cNvPr>
          <p:cNvSpPr/>
          <p:nvPr/>
        </p:nvSpPr>
        <p:spPr>
          <a:xfrm>
            <a:off x="8457127" y="4530353"/>
            <a:ext cx="3343490" cy="40899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Normal arterial flow, graft hydronephrosis. Bladder with 700 cc of urine and retained clot. </a:t>
            </a:r>
          </a:p>
        </p:txBody>
      </p:sp>
      <p:sp>
        <p:nvSpPr>
          <p:cNvPr id="112" name="Case 2 -bx answer">
            <a:extLst>
              <a:ext uri="{FF2B5EF4-FFF2-40B4-BE49-F238E27FC236}">
                <a16:creationId xmlns:a16="http://schemas.microsoft.com/office/drawing/2014/main" id="{F0D3BED9-CBEE-4A25-B065-5B526138C868}"/>
              </a:ext>
            </a:extLst>
          </p:cNvPr>
          <p:cNvSpPr/>
          <p:nvPr/>
        </p:nvSpPr>
        <p:spPr>
          <a:xfrm>
            <a:off x="8457127" y="4965535"/>
            <a:ext cx="3354892" cy="38756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Glomerulosclerosis and interstitial fibrosis concerning for chronic CNI toxicity. </a:t>
            </a:r>
          </a:p>
        </p:txBody>
      </p:sp>
      <p:sp>
        <p:nvSpPr>
          <p:cNvPr id="113" name="Case 2  - viral answer">
            <a:extLst>
              <a:ext uri="{FF2B5EF4-FFF2-40B4-BE49-F238E27FC236}">
                <a16:creationId xmlns:a16="http://schemas.microsoft.com/office/drawing/2014/main" id="{D5409A85-2A83-4DFD-B4AA-E8BE12FEE659}"/>
              </a:ext>
            </a:extLst>
          </p:cNvPr>
          <p:cNvSpPr/>
          <p:nvPr/>
        </p:nvSpPr>
        <p:spPr>
          <a:xfrm>
            <a:off x="8457127" y="5383858"/>
            <a:ext cx="3354892" cy="33237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Not sent.</a:t>
            </a:r>
          </a:p>
        </p:txBody>
      </p:sp>
      <p:sp>
        <p:nvSpPr>
          <p:cNvPr id="114" name="Diagnosis - case 2">
            <a:extLst>
              <a:ext uri="{FF2B5EF4-FFF2-40B4-BE49-F238E27FC236}">
                <a16:creationId xmlns:a16="http://schemas.microsoft.com/office/drawing/2014/main" id="{B91C56C0-EFE9-4876-80DD-D58CE027FCB3}"/>
              </a:ext>
            </a:extLst>
          </p:cNvPr>
          <p:cNvSpPr/>
          <p:nvPr/>
        </p:nvSpPr>
        <p:spPr>
          <a:xfrm>
            <a:off x="8469739" y="5852207"/>
            <a:ext cx="3314857" cy="60535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115" name="Diagnosis 2 answer">
            <a:extLst>
              <a:ext uri="{FF2B5EF4-FFF2-40B4-BE49-F238E27FC236}">
                <a16:creationId xmlns:a16="http://schemas.microsoft.com/office/drawing/2014/main" id="{45B8F2D5-7EB3-4F9C-8BAF-99046302A3C7}"/>
              </a:ext>
            </a:extLst>
          </p:cNvPr>
          <p:cNvSpPr/>
          <p:nvPr/>
        </p:nvSpPr>
        <p:spPr>
          <a:xfrm>
            <a:off x="8470837" y="5809097"/>
            <a:ext cx="3354892" cy="74643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Acute clot retention resulting in obstructive uropathy on background of chronic CNI toxicity. </a:t>
            </a:r>
          </a:p>
        </p:txBody>
      </p:sp>
      <p:sp>
        <p:nvSpPr>
          <p:cNvPr id="117" name="Arrow: Right 11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793C9A6-9A49-475F-99D6-B682879D89D6}"/>
              </a:ext>
            </a:extLst>
          </p:cNvPr>
          <p:cNvSpPr/>
          <p:nvPr/>
        </p:nvSpPr>
        <p:spPr>
          <a:xfrm flipH="1">
            <a:off x="171707" y="153915"/>
            <a:ext cx="210710" cy="2862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 descr="Hom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9A5325D-7AC0-4577-BB74-32E0EF336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5810" y="84314"/>
            <a:ext cx="425448" cy="42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6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42" grpId="0" animBg="1"/>
      <p:bldP spid="45" grpId="0" animBg="1"/>
      <p:bldP spid="46" grpId="0" animBg="1"/>
      <p:bldP spid="47" grpId="0" animBg="1"/>
      <p:bldP spid="48" grpId="0" animBg="1"/>
      <p:bldP spid="43" grpId="0" animBg="1"/>
      <p:bldP spid="50" grpId="0" animBg="1"/>
      <p:bldP spid="51" grpId="0" animBg="1"/>
      <p:bldP spid="52" grpId="0" animBg="1"/>
      <p:bldP spid="53" grpId="0" animBg="1"/>
      <p:bldP spid="58" grpId="0" animBg="1"/>
      <p:bldP spid="59" grpId="0" animBg="1"/>
      <p:bldP spid="61" grpId="0"/>
      <p:bldP spid="63" grpId="0"/>
      <p:bldP spid="64" grpId="0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9" grpId="0"/>
      <p:bldP spid="101" grpId="0"/>
      <p:bldP spid="102" grpId="0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54864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Practice Update (2024)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Allograft monitoring has moved toward earlier, less-invasive detection: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Plasma (serum) BK PCR is the preferred screening/diagnostic test for BK — monthly until ~9 mo post-transplant, then q3mo to 2 yr (2nd Int'l Consensus, Transplantation 2024). Urine BK PCR/decoy cells are a sensitive early screen; sustained plasma DNAemia (&gt;1,000 copies/mL) or biopsy-proven BKVAN → reduce immunosuppression.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Donor-derived cell-free DNA (dd-cfDNA) supports — does not replace — biopsy: use to help exclude rejection (esp. antibody-mediated) in acute allograft dysfunction or stable function (ASTS statement, Oct 2024). Biopsy + DSAs remain the diagnostic standard.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CMV reactivation should prompt active BK screening (CMV–BK coinfection raises graft-loss risk).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Core teaching unchanged: 5 transplant-specific causes + timeline-driven differential + renal duplex / viral PCR / CNI trough / biopsy toolbox.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55555"/>
                </a:solidFill>
                <a:latin typeface="Calibri"/>
              </a:rPr>
              <a:t>Sources: Hirsch et al., Transplantation 2024 (2nd Int'l Consensus, BK polyomavirus); ASTS dd-cfDNA statement, Oct 2024.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54864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1. Keep BOTH lists in your differential — transplant-specific AND usual AKI causes (this patient still gets pre/intra/post-renal).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2. Five transplant-specific causes: CNI toxicity (acute + chronic), renal artery stenosis/thrombosis, viral (BK, CMV, adenovirus), rejection, ureteral stenosis.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3. Timing narrows it: &lt;24 h hyperacute rejection / vascular thrombosis; first 3 mo acute CNI toxicity &amp; rejection; 3 mo–2 yr renal artery stenosis, BK (peak ~10–13 mo), CMV.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4. Toolbox: renal duplex US, plasma + urine BK/CMV PCR, CNI trough, allograft biopsy + DSAs (± dd-cfDNA). Loop in transplant nephrology early.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/>
              </a:rPr>
              <a:t>5. Don't forget drug interactions — azole antifungals raise CNI levels and can precipitate acute CNI toxicity.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54864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Attribution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Adapted from the TeachIM original “AKI in a Patient with a Renal Transplant” (Yilin Zhang, MD; expert review Iris DeCastro, MD). Published 2020. teachim.org.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Licensed CC BY-NC 4.0 — attribution required, non-commercial use only. Optimized 2026-06-10.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Corrections (surgical, animations preserved): “mycophenylate” → “mycophenolate”; “tranpslant” → “transplant”; “viriuria” → “viruria”.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Added: 2024 practice-update slide (plasma BK PCR screening; dd-cfDNA role) — standing teaching unchanged.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Companion files: presenter board + learner board (both corrected). Educational use only; clinician-review medical content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</TotalTime>
  <Words>800</Words>
  <Application>Microsoft Office PowerPoint</Application>
  <PresentationFormat>Widescreen</PresentationFormat>
  <Paragraphs>151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Teach</cp:lastModifiedBy>
  <cp:revision>46</cp:revision>
  <dcterms:created xsi:type="dcterms:W3CDTF">2020-05-29T04:48:34Z</dcterms:created>
  <dcterms:modified xsi:type="dcterms:W3CDTF">2020-06-03T14:03:10Z</dcterms:modified>
</cp:coreProperties>
</file>