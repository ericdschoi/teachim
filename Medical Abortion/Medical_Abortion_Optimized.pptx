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D_A34A8D4B.xml" ContentType="application/vnd.ms-powerpoint.comments+xml"/>
  <Override PartName="/ppt/comments/modernComment_15A_19E9B8F3.xml" ContentType="application/vnd.ms-powerpoint.comments+xml"/>
  <Override PartName="/ppt/comments/modernComment_16A_5E2A2C98.xml" ContentType="application/vnd.ms-powerpoint.comments+xml"/>
  <Override PartName="/ppt/comments/modernComment_16E_4C5EC3B1.xml" ContentType="application/vnd.ms-powerpoint.comments+xml"/>
  <Override PartName="/ppt/media/image11.svg" ContentType="image/svg+xml"/>
  <Override PartName="/ppt/media/image13.svg" ContentType="image/svg+xml"/>
  <Override PartName="/ppt/media/image15.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360" r:id="rId5"/>
    <p:sldId id="368" r:id="rId6"/>
    <p:sldId id="346" r:id="rId7"/>
    <p:sldId id="361" r:id="rId8"/>
    <p:sldId id="370" r:id="rId9"/>
    <p:sldId id="362" r:id="rId10"/>
    <p:sldId id="269" r:id="rId11"/>
    <p:sldId id="366" r:id="rId12"/>
    <p:sldId id="371" r:id="rId3"/>
    <p:sldId id="372" r:id="rId2"/>
    <p:sldId id="373" r:id="rId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18840AB-D5C0-2F49-8EE2-7EF94ECD854B}">
          <p14:sldIdLst>
            <p14:sldId id="360"/>
            <p14:sldId id="368"/>
            <p14:sldId id="346"/>
            <p14:sldId id="361"/>
            <p14:sldId id="370"/>
            <p14:sldId id="362"/>
            <p14:sldId id="269"/>
            <p14:sldId id="36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7E4D41-B3BE-790A-BB62-E7CA219A9122}" name="Addie H McClintock" initials="AHM" userId="S::ahearst@uw.edu::c4c33800-7d30-4dbd-8121-3d1e10664853" providerId="AD"/>
  <p188:author id="{AB810968-D91D-C19B-3655-B4D2DE7FDBEE}" name="Yilin Zhang" initials="YZ" userId="S::Yilin_Zhang@valleymed.org::40a11026-a9ab-441d-8256-d37e38926e9e" providerId="AD"/>
  <p188:author id="{009CBB85-2C23-076E-1A8A-C64DA17E2F0B}" name="Dequillfeldt, Natalie" initials="DN" userId="S::natalie.dequillfeldt@cuanschutz.edu::7d189ae9-aace-46db-8f99-e0f907428ccb" providerId="AD"/>
  <p188:author id="{859E5BDB-6F3D-ED07-5F70-C5F41F71366E}" name="addie mcclintock" initials="am" userId="S::ahearst_uw.edu#ext#@olucdenver.onmicrosoft.com::92c08f9e-5e22-4fe2-8131-16449ead058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ACA"/>
    <a:srgbClr val="F0F0F0"/>
    <a:srgbClr val="F9F9F9"/>
    <a:srgbClr val="F2F2F2"/>
    <a:srgbClr val="EEEEEE"/>
    <a:srgbClr val="EAEAEA"/>
    <a:srgbClr val="ECECEC"/>
    <a:srgbClr val="E6E6E6"/>
    <a:srgbClr val="882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6"/>
    <p:restoredTop sz="81565" autoAdjust="0"/>
  </p:normalViewPr>
  <p:slideViewPr>
    <p:cSldViewPr snapToGrid="0">
      <p:cViewPr varScale="1">
        <p:scale>
          <a:sx n="87" d="100"/>
          <a:sy n="87" d="100"/>
        </p:scale>
        <p:origin x="582"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slide" Target="slides/slide10.xml"/><Relationship Id="rId3" Type="http://schemas.openxmlformats.org/officeDocument/2006/relationships/slide" Target="slides/slide9.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s>
</file>

<file path=ppt/comments/modernComment_10D_A34A8D4B.xml><?xml version="1.0" encoding="utf-8"?>
<p188:cmLst xmlns:a="http://schemas.openxmlformats.org/drawingml/2006/main" xmlns:r="http://schemas.openxmlformats.org/officeDocument/2006/relationships" xmlns:p188="http://schemas.microsoft.com/office/powerpoint/2018/8/main">
  <p188:cm id="{0087F4CA-F758-7349-BEC9-CA8A866D132B}" authorId="{0F7E4D41-B3BE-790A-BB62-E7CA219A9122}" created="2023-04-05T17:54:47.071">
    <ac:deMkLst xmlns:ac="http://schemas.microsoft.com/office/drawing/2013/main/command">
      <pc:docMk xmlns:pc="http://schemas.microsoft.com/office/powerpoint/2013/main/command"/>
      <pc:sldMk xmlns:pc="http://schemas.microsoft.com/office/powerpoint/2013/main/command" cId="2739572043" sldId="269"/>
      <ac:spMk id="131" creationId="{83105C6D-94DC-444D-A80F-80E89A1ED833}"/>
    </ac:deMkLst>
    <p188:txBody>
      <a:bodyPr/>
      <a:lstStyle/>
      <a:p>
        <a:r>
          <a:rPr lang="en-US"/>
          <a:t>These parts of the case have a discrepency. One says on OCPs, other says off.  </a:t>
        </a:r>
      </a:p>
    </p188:txBody>
  </p188:cm>
  <p188:cm id="{D7417A0F-CDF8-FE48-8F4D-1AD3E2158CCE}" authorId="{0F7E4D41-B3BE-790A-BB62-E7CA219A9122}" created="2023-04-05T17:57:48.188">
    <ac:deMkLst xmlns:ac="http://schemas.microsoft.com/office/drawing/2013/main/command">
      <pc:docMk xmlns:pc="http://schemas.microsoft.com/office/powerpoint/2013/main/command"/>
      <pc:sldMk xmlns:pc="http://schemas.microsoft.com/office/powerpoint/2013/main/command" cId="2739572043" sldId="269"/>
      <ac:spMk id="14" creationId="{D66BD5A6-B374-43E6-2A5C-8ACE16851C8B}"/>
    </ac:deMkLst>
    <p188:txBody>
      <a:bodyPr/>
      <a:lstStyle/>
      <a:p>
        <a:r>
          <a:rPr lang="en-US"/>
          <a:t>overarching comments on the cases are that I am glad we are going over some of the finer details and “what might happen” - it would be nice to have ONE straightforward one to start. You really want people to walk away feeling like “oh this is so easy! I can totally do this” rather than “oh my god so much to think about, I’ll just leave it to the gyns”  </a:t>
        </a:r>
      </a:p>
    </p188:txBody>
  </p188:cm>
</p188:cmLst>
</file>

<file path=ppt/comments/modernComment_15A_19E9B8F3.xml><?xml version="1.0" encoding="utf-8"?>
<p188:cmLst xmlns:a="http://schemas.openxmlformats.org/drawingml/2006/main" xmlns:r="http://schemas.openxmlformats.org/officeDocument/2006/relationships" xmlns:p188="http://schemas.microsoft.com/office/powerpoint/2018/8/main">
  <p188:cm id="{9D774578-508B-8D42-B09E-7B2F5FB4CEE6}" authorId="{0F7E4D41-B3BE-790A-BB62-E7CA219A9122}" created="2023-04-05T17:52:57.088">
    <ac:txMkLst xmlns:ac="http://schemas.microsoft.com/office/drawing/2013/main/command">
      <pc:docMk xmlns:pc="http://schemas.microsoft.com/office/powerpoint/2013/main/command"/>
      <pc:sldMk xmlns:pc="http://schemas.microsoft.com/office/powerpoint/2013/main/command" cId="434747635" sldId="346"/>
      <ac:spMk id="11" creationId="{0B413038-85BC-0247-41D3-A93732121849}"/>
      <ac:txMk cp="34" len="8">
        <ac:context len="83" hash="3746659476"/>
      </ac:txMk>
    </ac:txMkLst>
    <p188:pos x="2327593" y="819583"/>
    <p188:txBody>
      <a:bodyPr/>
      <a:lstStyle/>
      <a:p>
        <a:r>
          <a:rPr lang="en-US"/>
          <a:t>see my comments about the case. I think long term steroid use is a relative contraindication. Closer monitoring and probably better to offer surgical AB but I wouldn’t withhold with the proper counseling. 
https://www-ncbi-nlm-nih-gov.offcampus.lib.washington.edu/pmc/articles/PMC6512190/</a:t>
        </a:r>
      </a:p>
    </p188:txBody>
  </p188:cm>
</p188:cmLst>
</file>

<file path=ppt/comments/modernComment_16A_5E2A2C98.xml><?xml version="1.0" encoding="utf-8"?>
<p188:cmLst xmlns:a="http://schemas.openxmlformats.org/drawingml/2006/main" xmlns:r="http://schemas.openxmlformats.org/officeDocument/2006/relationships" xmlns:p188="http://schemas.microsoft.com/office/powerpoint/2018/8/main">
  <p188:cm id="{E7A6BBDC-7A11-524A-B232-509B0375A689}" authorId="{0F7E4D41-B3BE-790A-BB62-E7CA219A9122}" created="2023-04-05T17:54:17.628">
    <ac:deMkLst xmlns:ac="http://schemas.microsoft.com/office/drawing/2013/main/command">
      <pc:docMk xmlns:pc="http://schemas.microsoft.com/office/powerpoint/2013/main/command"/>
      <pc:sldMk xmlns:pc="http://schemas.microsoft.com/office/powerpoint/2013/main/command" cId="1579822232" sldId="362"/>
      <ac:picMk id="31" creationId="{2AB62D6A-0463-8C32-C143-A13FF1DE6DD2}"/>
    </ac:deMkLst>
    <p188:txBody>
      <a:bodyPr/>
      <a:lstStyle/>
      <a:p>
        <a:r>
          <a:rPr lang="en-US"/>
          <a:t>the other complications show the frequency of each- infection doesn’t show that. Can we add? It is so rare and important for people to know that</a:t>
        </a:r>
      </a:p>
    </p188:txBody>
  </p188:cm>
</p188:cmLst>
</file>

<file path=ppt/comments/modernComment_16E_4C5EC3B1.xml><?xml version="1.0" encoding="utf-8"?>
<p188:cmLst xmlns:a="http://schemas.openxmlformats.org/drawingml/2006/main" xmlns:r="http://schemas.openxmlformats.org/officeDocument/2006/relationships" xmlns:p188="http://schemas.microsoft.com/office/powerpoint/2018/8/main">
  <p188:cm id="{F840DB1B-7C33-7E49-B77A-BFDB06936C64}" authorId="{0F7E4D41-B3BE-790A-BB62-E7CA219A9122}" created="2023-04-05T17:56:31.730">
    <ac:deMkLst xmlns:ac="http://schemas.microsoft.com/office/drawing/2013/main/command">
      <pc:docMk xmlns:pc="http://schemas.microsoft.com/office/powerpoint/2013/main/command"/>
      <pc:sldMk xmlns:pc="http://schemas.microsoft.com/office/powerpoint/2013/main/command" cId="1281278897" sldId="366"/>
      <ac:spMk id="5" creationId="{A9941514-36A4-C5BB-2800-D80652276900}"/>
    </ac:deMkLst>
    <p188:txBody>
      <a:bodyPr/>
      <a:lstStyle/>
      <a:p>
        <a:r>
          <a:rPr lang="en-US"/>
          <a:t>I think it is a little more complicated than this. I appreciate the desire to want to give some complexity to the case. I think that is fine. I would use this to either 1)delve into counseling 2) delve into ‘relative’ vs ‘absolute’ contraindications or 3) opportunity to discuss mechanism of action wrt steroid hormones.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8AD8C-0E66-431E-8D28-28B20D5A1C0D}" type="datetimeFigureOut">
              <a:rPr lang="en-US" smtClean="0"/>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09352-BA48-4920-A98B-F6BFA28AB128}" type="slidenum">
              <a:rPr lang="en-US" smtClean="0"/>
              <a:t>‹#›</a:t>
            </a:fld>
            <a:endParaRPr lang="en-US"/>
          </a:p>
        </p:txBody>
      </p:sp>
    </p:spTree>
    <p:extLst>
      <p:ext uri="{BB962C8B-B14F-4D97-AF65-F5344CB8AC3E}">
        <p14:creationId xmlns:p14="http://schemas.microsoft.com/office/powerpoint/2010/main" val="2512348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Roe v. Wade was overturned June 24, 2022, hundreds of thousands of women* (in this talk the term refers to people with uteruses) lost access to vital reproductive healthcare. This led healthcare workers predominantly in the fields of </a:t>
            </a:r>
            <a:r>
              <a:rPr lang="en-US" dirty="0" err="1"/>
              <a:t>OB-Gyn</a:t>
            </a:r>
            <a:r>
              <a:rPr lang="en-US" dirty="0"/>
              <a:t> and family medicine to scramble to find ways to prescribe medication and procedural abortion to their patients while also protecting their medical licenses. Lack of access to abortion disproportionately impacts people of color and lower socioeconomic status.  </a:t>
            </a:r>
          </a:p>
          <a:p>
            <a:r>
              <a:rPr lang="en-US" dirty="0"/>
              <a:t>As internal medicine providers, adults with uteruses account for 50% of the patients we treat. By learning how to prescribe just two medications, we can respond to the urgent need to help patients retain autonomy over their bodies and join the fight for reproductive justice alongside our colleagues. Please keep in mind the information on this topic is continually changing so for updated information consult the Guttmacher Institute. </a:t>
            </a:r>
          </a:p>
          <a:p>
            <a:endParaRPr lang="en-US" dirty="0"/>
          </a:p>
          <a:p>
            <a:r>
              <a:rPr lang="en-US" dirty="0"/>
              <a:t>In this talk, we will be discussing the medications used for abortion, side effects, complications, and indications for surgical referral. Allow space for any of your learners, who may be uncomfortable with these topics, to excuse themselves if needed.</a:t>
            </a:r>
          </a:p>
          <a:p>
            <a:endParaRPr lang="en-US" dirty="0"/>
          </a:p>
          <a:p>
            <a:r>
              <a:rPr lang="en-US" dirty="0"/>
              <a:t>Resources: </a:t>
            </a: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McCann, Allison, et al. “Tracking the States Where Abortion Is Now Banned.” </a:t>
            </a:r>
            <a:r>
              <a:rPr lang="en-US" b="0" i="1" u="none" strike="noStrike" dirty="0">
                <a:solidFill>
                  <a:srgbClr val="000000"/>
                </a:solidFill>
                <a:effectLst/>
              </a:rPr>
              <a:t>The New York Times</a:t>
            </a:r>
            <a:r>
              <a:rPr lang="en-US" b="0" i="0" u="none" strike="noStrike" dirty="0">
                <a:solidFill>
                  <a:srgbClr val="000000"/>
                </a:solidFill>
                <a:effectLst/>
              </a:rPr>
              <a:t>, The New York Times, 24 May 2022, www.nytimes.com/interactive/2022/us/abortion-laws-roe-v-wade.html. </a:t>
            </a:r>
            <a:endParaRPr lang="en-US" b="0" i="0" u="none" strike="noStrike" dirty="0">
              <a:solidFill>
                <a:srgbClr val="000000"/>
              </a:solidFill>
              <a:effectLs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Bazelon, Emily. “Risking Everything to Offer Abortions across State Lines.” </a:t>
            </a:r>
            <a:r>
              <a:rPr lang="en-US" b="0" i="1" u="none" strike="noStrike" dirty="0">
                <a:solidFill>
                  <a:srgbClr val="000000"/>
                </a:solidFill>
                <a:effectLst/>
              </a:rPr>
              <a:t>The New York Times</a:t>
            </a:r>
            <a:r>
              <a:rPr lang="en-US" b="0" i="0" u="none" strike="noStrike" dirty="0">
                <a:solidFill>
                  <a:srgbClr val="000000"/>
                </a:solidFill>
                <a:effectLst/>
              </a:rPr>
              <a:t>, The New York Times, 4 Oct. 2022, www.nytimes.com/2022/10/04/magazine/abortion-interstate-travel-post-roe.html. </a:t>
            </a:r>
            <a:endParaRPr lang="en-US" b="0" i="0" u="none" strike="noStrike" dirty="0">
              <a:solidFill>
                <a:srgbClr val="000000"/>
              </a:solidFill>
              <a:effectLst/>
              <a:cs typeface="Calibri"/>
            </a:endParaRPr>
          </a:p>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1</a:t>
            </a:fld>
            <a:endParaRPr lang="en-US"/>
          </a:p>
        </p:txBody>
      </p:sp>
    </p:spTree>
    <p:extLst>
      <p:ext uri="{BB962C8B-B14F-4D97-AF65-F5344CB8AC3E}">
        <p14:creationId xmlns:p14="http://schemas.microsoft.com/office/powerpoint/2010/main" val="1364658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Roe v Wade was overturned June 24, 2022, hundreds of thousands of women* (in this talk the term refers to people with uteruses) lost access to vital reproductive healthcare. This led healthcare workers predominantly in the fields of </a:t>
            </a:r>
            <a:r>
              <a:rPr lang="en-US" dirty="0" err="1"/>
              <a:t>OB-gyn</a:t>
            </a:r>
            <a:r>
              <a:rPr lang="en-US" dirty="0"/>
              <a:t> and family medicine to scramble to find ways to prescribe medication and procedural abortion to their patients while also protecting their medical licenses. Abortion is a safe and common medical procedure. As internal medicine providers, </a:t>
            </a:r>
            <a:r>
              <a:rPr lang="en-US" u="sng" dirty="0"/>
              <a:t>adults with uteruses</a:t>
            </a:r>
            <a:r>
              <a:rPr lang="en-US" dirty="0"/>
              <a:t> account for 50% of the patients we treat. By learning how to prescribe just two medications, we can respond to the urgent need to help patients retain autonomy over their bodies and join the fight for reproductive justice alongside our colleagues.</a:t>
            </a:r>
          </a:p>
          <a:p>
            <a:endParaRPr lang="en-US" dirty="0"/>
          </a:p>
          <a:p>
            <a:r>
              <a:rPr lang="en-US" dirty="0"/>
              <a:t>Resources: </a:t>
            </a: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McCann, Allison, et al. “Tracking the States Where Abortion Is Now Banned.” </a:t>
            </a:r>
            <a:r>
              <a:rPr lang="en-US" b="0" i="1" u="none" strike="noStrike" dirty="0">
                <a:solidFill>
                  <a:srgbClr val="000000"/>
                </a:solidFill>
                <a:effectLst/>
              </a:rPr>
              <a:t>The New York Times</a:t>
            </a:r>
            <a:r>
              <a:rPr lang="en-US" b="0" i="0" u="none" strike="noStrike" dirty="0">
                <a:solidFill>
                  <a:srgbClr val="000000"/>
                </a:solidFill>
                <a:effectLst/>
              </a:rPr>
              <a:t>, The New York Times, 24 May 2022, www.nytimes.com/interactive/2022/us/abortion-laws-roe-v-wade.html. </a:t>
            </a:r>
            <a:endParaRPr lang="en-US" b="0" i="0" u="none" strike="noStrike" dirty="0">
              <a:solidFill>
                <a:srgbClr val="000000"/>
              </a:solidFill>
              <a:effectLs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Bazelon, Emily. “Risking Everything to Offer Abortions across State Lines.” </a:t>
            </a:r>
            <a:r>
              <a:rPr lang="en-US" b="0" i="1" u="none" strike="noStrike" dirty="0">
                <a:solidFill>
                  <a:srgbClr val="000000"/>
                </a:solidFill>
                <a:effectLst/>
              </a:rPr>
              <a:t>The New York Times</a:t>
            </a:r>
            <a:r>
              <a:rPr lang="en-US" b="0" i="0" u="none" strike="noStrike" dirty="0">
                <a:solidFill>
                  <a:srgbClr val="000000"/>
                </a:solidFill>
                <a:effectLst/>
              </a:rPr>
              <a:t>, The New York Times, 4 Oct. 2022, www.nytimes.com/2022/10/04/magazine/abortion-interstate-travel-post-roe.html. </a:t>
            </a:r>
            <a:endParaRPr lang="en-US" b="0" i="0" u="none" strike="noStrike" dirty="0">
              <a:solidFill>
                <a:srgbClr val="000000"/>
              </a:solidFill>
              <a:effectLst/>
              <a:cs typeface="Calibri"/>
            </a:endParaRPr>
          </a:p>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2</a:t>
            </a:fld>
            <a:endParaRPr lang="en-US"/>
          </a:p>
        </p:txBody>
      </p:sp>
    </p:spTree>
    <p:extLst>
      <p:ext uri="{BB962C8B-B14F-4D97-AF65-F5344CB8AC3E}">
        <p14:creationId xmlns:p14="http://schemas.microsoft.com/office/powerpoint/2010/main" val="2574741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Medication abortion can safely be used up to 11 weeks, although use beyond 10 weeks is considered off label.  </a:t>
            </a:r>
          </a:p>
          <a:p>
            <a:pPr>
              <a:buFont typeface="+mj-lt"/>
              <a:buAutoNum type="arabicPeriod"/>
            </a:pPr>
            <a:r>
              <a:rPr lang="en-US" u="sng" dirty="0">
                <a:effectLst/>
              </a:rPr>
              <a:t>Step 1</a:t>
            </a:r>
            <a:r>
              <a:rPr lang="en-US" dirty="0"/>
              <a:t>: Confirm pregnancy with urine </a:t>
            </a:r>
            <a:r>
              <a:rPr lang="en-US" dirty="0" err="1"/>
              <a:t>hcg</a:t>
            </a:r>
            <a:r>
              <a:rPr lang="en-US" dirty="0"/>
              <a:t> and estimated gestational age (EGA) using the first day of the last menstrual period (LMP). </a:t>
            </a:r>
          </a:p>
          <a:p>
            <a:pPr marL="742950" lvl="1" indent="-285750">
              <a:buFont typeface="+mj-lt"/>
              <a:buAutoNum type="arabicPeriod"/>
            </a:pPr>
            <a:r>
              <a:rPr lang="en-US" dirty="0"/>
              <a:t>If LMP is unknown, ultrasound may aid in confirming gestational age though it is not necessary if the patient is certain of their LMP and they were not using hormonal contraception.</a:t>
            </a:r>
          </a:p>
          <a:p>
            <a:pPr marL="742950" lvl="1" indent="-285750">
              <a:buFont typeface="+mj-lt"/>
              <a:buAutoNum type="arabicPeriod"/>
            </a:pPr>
            <a:r>
              <a:rPr lang="en-US" dirty="0"/>
              <a:t>Ultrasound is also helpful if ectopic pregnancy is suspected in patients with prior ectopic pregnancy, tubal surgery or pathology, current IUD use, and use of in-vitro fertilization for the current pregnancy.</a:t>
            </a:r>
          </a:p>
          <a:p>
            <a:pPr>
              <a:buFont typeface="+mj-lt"/>
              <a:buAutoNum type="arabicPeriod"/>
            </a:pPr>
            <a:r>
              <a:rPr lang="en-US" u="sng" dirty="0">
                <a:effectLst/>
              </a:rPr>
              <a:t>Step 2</a:t>
            </a:r>
            <a:r>
              <a:rPr lang="en-US" dirty="0"/>
              <a:t>: Choose the appropriate medication regimen. The combination of mifepristone and misoprostol is most effective (95-99% effective) and is the recommended treatment for medical abortion. For patients with relative or absolute contraindications to mifepristone or in practice settings where mifepristone is not available, misoprostol can be used alone for medical abortion. However, misoprostol alone is only 76-88% effective).  </a:t>
            </a:r>
          </a:p>
          <a:p>
            <a:pPr>
              <a:buFont typeface="+mj-lt"/>
              <a:buAutoNum type="arabicPeriod"/>
            </a:pPr>
            <a:r>
              <a:rPr lang="en-US" u="sng" dirty="0">
                <a:effectLst/>
              </a:rPr>
              <a:t>Step 3</a:t>
            </a:r>
            <a:r>
              <a:rPr lang="en-US" dirty="0"/>
              <a:t>: Assess for medical contraindications.  </a:t>
            </a:r>
          </a:p>
          <a:p>
            <a:pPr marL="742950" lvl="1" indent="-285750">
              <a:buFont typeface="+mj-lt"/>
              <a:buAutoNum type="arabicPeriod"/>
            </a:pPr>
            <a:r>
              <a:rPr lang="en-US" dirty="0"/>
              <a:t>While anemia (Hgb &lt;9.5g/dL) is not a strict contraindication, the safety of abortion in this patient population is unknown. They may pursue an abortion if they are willing to have closer follow up. Transfusion rate for medication abortion is less than 0.1% so unless there is a concern for anemia, testing Hgb is not necessary. </a:t>
            </a:r>
          </a:p>
          <a:p>
            <a:pPr marL="742950" lvl="1" indent="-285750">
              <a:buFont typeface="+mj-lt"/>
              <a:buAutoNum type="arabicPeriod"/>
            </a:pPr>
            <a:r>
              <a:rPr lang="en-US" dirty="0"/>
              <a:t>Absolute contraindications to medication abortion include ectopic pregnancy, presence of an IUD, known coagulopathy, and anticoagulant therapy. </a:t>
            </a:r>
          </a:p>
          <a:p>
            <a:pPr marL="742950" lvl="1" indent="-285750">
              <a:buFont typeface="+mj-lt"/>
              <a:buAutoNum type="arabicPeriod"/>
            </a:pPr>
            <a:r>
              <a:rPr lang="en-US" dirty="0"/>
              <a:t>Certain medical conditions such as heart failure, cancer, and uncontrolled lupus may increase the risk of morbidity and mortality due to pregnancy. If a patient wishes to proceed with pregnancy in the setting of a high-risk condition, offer referral to maternal fetal medicine (MFM). </a:t>
            </a:r>
          </a:p>
          <a:p>
            <a:pPr marL="742950" lvl="1" indent="-285750">
              <a:buFont typeface="+mj-lt"/>
              <a:buAutoNum type="arabicPeriod"/>
            </a:pPr>
            <a:r>
              <a:rPr lang="en-US" i="1" dirty="0"/>
              <a:t>Mifepristone specific:</a:t>
            </a:r>
            <a:r>
              <a:rPr lang="en-US" dirty="0"/>
              <a:t> Patients on corticosteroids or with history of adrenal insufficiency should not take mifepristone as it is a synthetic steroid. At higher doses it blocks the effect of cortisol at the glucocorticoid receptor, potentially blocking the effect of exogenous corticosteroids and precipitating adrenal insufficiency. While experienced clinicians may still prescribe mifepristone for these patients, they would require close monitoring for development of hypokalemia, hypotension, or other signs of adrenal insufficiency so would likely be safer receiving surgical abortion instead.  </a:t>
            </a:r>
          </a:p>
          <a:p>
            <a:pPr marL="742950" lvl="1" indent="-285750">
              <a:buFont typeface="+mj-lt"/>
              <a:buAutoNum type="arabicPeriod"/>
            </a:pPr>
            <a:r>
              <a:rPr lang="en-US" i="1" dirty="0"/>
              <a:t>Misoprostol specific:</a:t>
            </a:r>
            <a:r>
              <a:rPr lang="en-US" dirty="0"/>
              <a:t> Patients with porphyria are discouraged from taking misoprostol. Patients should also not take magnesium-containing supplements simultaneously with misoprostol due to risk of worsened GI side effects. </a:t>
            </a:r>
          </a:p>
          <a:p>
            <a:pPr>
              <a:buFont typeface="+mj-lt"/>
              <a:buAutoNum type="arabicPeriod"/>
            </a:pPr>
            <a:r>
              <a:rPr lang="en-US" u="sng" dirty="0">
                <a:effectLst/>
              </a:rPr>
              <a:t>Step 4</a:t>
            </a:r>
            <a:r>
              <a:rPr lang="en-US" dirty="0"/>
              <a:t>: Obtain informed consent and review how to refer a patient for uterine aspiration or blood transfusion if needed. Ensure prescriber and patient agreements are signed and include after-care instructions in your patient’s visit summary (see supplemental materials for these). Patients should be aware that... </a:t>
            </a:r>
          </a:p>
          <a:p>
            <a:pPr marL="742950" lvl="1" indent="-285750">
              <a:buFont typeface="+mj-lt"/>
              <a:buAutoNum type="arabicPeriod"/>
            </a:pPr>
            <a:r>
              <a:rPr lang="en-US" dirty="0"/>
              <a:t>Taking medication abortion pills does not adversely affect future fertility or pregnancy outcomes.  </a:t>
            </a:r>
          </a:p>
          <a:p>
            <a:pPr marL="742950" lvl="1" indent="-285750">
              <a:buFont typeface="+mj-lt"/>
              <a:buAutoNum type="arabicPeriod"/>
            </a:pPr>
            <a:r>
              <a:rPr lang="en-US" dirty="0"/>
              <a:t>Rh testing is no longer recommended for abortion under 12 weeks, even for those who are known to be Rh neg as there is minimal risk of enough maternal-fetal blood mixing to induce alloimmunization.  </a:t>
            </a:r>
          </a:p>
          <a:p>
            <a:pPr marL="742950" lvl="1" indent="-285750">
              <a:buFont typeface="+mj-lt"/>
              <a:buAutoNum type="arabicPeriod"/>
            </a:pPr>
            <a:r>
              <a:rPr lang="en-US" dirty="0"/>
              <a:t>Alternatives to medication abortion include surgical abortion, carrying pregnancy to term, and adoption after birth.  </a:t>
            </a:r>
          </a:p>
          <a:p>
            <a:pPr marL="742950" lvl="1" indent="-285750">
              <a:buFont typeface="+mj-lt"/>
              <a:buAutoNum type="arabicPeriod"/>
            </a:pPr>
            <a:r>
              <a:rPr lang="en-US" dirty="0"/>
              <a:t>Over 90% of patients are confident in their choice and do not regret it. Once taken, there is no reversal agent. Due to the teratogenicity of misoprostol, patients with incomplete abortions should be referred for uterine aspiration. </a:t>
            </a:r>
          </a:p>
          <a:p>
            <a:pPr marL="742950" lvl="1" indent="-285750">
              <a:buFont typeface="+mj-lt"/>
              <a:buAutoNum type="arabicPeriod"/>
            </a:pPr>
            <a:r>
              <a:rPr lang="en-US" dirty="0"/>
              <a:t>Some states require 24+ hours of waiting after counseling which can delay care and make it more difficult to access abortion due to need for multiple days off from work, childcare, and other hurdles. Case 2 contains a QR code where learners can access laws pertaining to mandatory waiting periods by state which is updated frequently. </a:t>
            </a:r>
            <a:endParaRPr lang="en-US" dirty="0">
              <a:effectLst/>
            </a:endParaRPr>
          </a:p>
          <a:p>
            <a:pPr>
              <a:defRPr/>
            </a:pPr>
            <a:endParaRPr lang="en-US" dirty="0">
              <a:cs typeface="Calibri"/>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3</a:t>
            </a:fld>
            <a:endParaRPr lang="en-US"/>
          </a:p>
        </p:txBody>
      </p:sp>
    </p:spTree>
    <p:extLst>
      <p:ext uri="{BB962C8B-B14F-4D97-AF65-F5344CB8AC3E}">
        <p14:creationId xmlns:p14="http://schemas.microsoft.com/office/powerpoint/2010/main" val="254925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0" i="0" u="sng" dirty="0">
                <a:solidFill>
                  <a:srgbClr val="808080"/>
                </a:solidFill>
                <a:effectLst/>
                <a:latin typeface="Roboto" panose="02000000000000000000" pitchFamily="2" charset="0"/>
              </a:rPr>
              <a:t>Mifepristone available</a:t>
            </a:r>
            <a:r>
              <a:rPr lang="en-US" b="0" i="0" dirty="0">
                <a:solidFill>
                  <a:srgbClr val="808080"/>
                </a:solidFill>
                <a:effectLst/>
                <a:latin typeface="Roboto" panose="02000000000000000000" pitchFamily="2" charset="0"/>
              </a:rPr>
              <a:t>: In patients who are able to take mifepristone and in practice settings where this is available, the </a:t>
            </a:r>
            <a:r>
              <a:rPr lang="en-US" b="0" i="0" dirty="0" err="1">
                <a:solidFill>
                  <a:srgbClr val="808080"/>
                </a:solidFill>
                <a:effectLst/>
                <a:latin typeface="Roboto" panose="02000000000000000000" pitchFamily="2" charset="0"/>
              </a:rPr>
              <a:t>conbination</a:t>
            </a:r>
            <a:r>
              <a:rPr lang="en-US" b="0" i="0" dirty="0">
                <a:solidFill>
                  <a:srgbClr val="808080"/>
                </a:solidFill>
                <a:effectLst/>
                <a:latin typeface="Roboto" panose="02000000000000000000" pitchFamily="2" charset="0"/>
              </a:rPr>
              <a:t> of mifepristone and misoprostol is recommended. Mifepristone is a progesterone receptor modulator that promotes placental separation, cervical dilation, and sensitization of the myometrium to prostaglandins such as misoprostol. Misoprostol is a prostaglandin E1 analogue that causes cervical softening and uterine contractions. </a:t>
            </a:r>
          </a:p>
          <a:p>
            <a:pPr marL="742950" lvl="1" indent="-285750" algn="l" fontAlgn="base">
              <a:buFont typeface="Arial" panose="020B0604020202020204" pitchFamily="34" charset="0"/>
              <a:buChar char="•"/>
            </a:pPr>
            <a:r>
              <a:rPr lang="en-US" b="0" i="0" dirty="0">
                <a:solidFill>
                  <a:srgbClr val="808080"/>
                </a:solidFill>
                <a:effectLst/>
                <a:latin typeface="Roboto" panose="02000000000000000000" pitchFamily="2" charset="0"/>
              </a:rPr>
              <a:t>An oral dose of mifepristone is taken, followed by misoprostol buccally or vaginally 24-48 hours later.  </a:t>
            </a:r>
          </a:p>
          <a:p>
            <a:pPr marL="742950" lvl="1" indent="-285750" algn="l" fontAlgn="base">
              <a:buFont typeface="Arial" panose="020B0604020202020204" pitchFamily="34" charset="0"/>
              <a:buChar char="•"/>
            </a:pPr>
            <a:r>
              <a:rPr lang="en-US" b="0" i="0" dirty="0">
                <a:solidFill>
                  <a:srgbClr val="808080"/>
                </a:solidFill>
                <a:effectLst/>
                <a:latin typeface="Roboto" panose="02000000000000000000" pitchFamily="2" charset="0"/>
              </a:rPr>
              <a:t>It is very important that the patient waits at least 24 hours after mifepristone dose for optimal efficacy. If the patient vomits less than 30 minutes after the dose of mifepristone, another must be taken. </a:t>
            </a:r>
          </a:p>
          <a:p>
            <a:pPr marL="742950" lvl="1" indent="-285750" algn="l" fontAlgn="base">
              <a:buFont typeface="Arial" panose="020B0604020202020204" pitchFamily="34" charset="0"/>
              <a:buChar char="•"/>
            </a:pPr>
            <a:r>
              <a:rPr lang="en-US" b="0" i="0" dirty="0">
                <a:solidFill>
                  <a:srgbClr val="808080"/>
                </a:solidFill>
                <a:effectLst/>
                <a:latin typeface="Roboto" panose="02000000000000000000" pitchFamily="2" charset="0"/>
              </a:rPr>
              <a:t>Between 9 and 11 weeks of gestation, a second dose of misoprostol must be taken 3-6 hours after the first dose.  </a:t>
            </a:r>
          </a:p>
          <a:p>
            <a:pPr marL="742950" lvl="1" indent="-285750" algn="l" fontAlgn="base">
              <a:buFont typeface="Arial" panose="020B0604020202020204" pitchFamily="34" charset="0"/>
              <a:buChar char="•"/>
            </a:pPr>
            <a:r>
              <a:rPr lang="en-US" b="0" i="0" dirty="0">
                <a:solidFill>
                  <a:srgbClr val="808080"/>
                </a:solidFill>
                <a:effectLst/>
                <a:latin typeface="Roboto" panose="02000000000000000000" pitchFamily="2" charset="0"/>
              </a:rPr>
              <a:t>The combination of mifepristone and misoprostol is 95-98% effective at inducing abortion up to 11 weeks, whereas efficacy for misoprostol alone ranges from 78-93%.</a:t>
            </a:r>
          </a:p>
          <a:p>
            <a:pPr algn="l" fontAlgn="base">
              <a:buFont typeface="Arial" panose="020B0604020202020204" pitchFamily="34" charset="0"/>
              <a:buChar char="•"/>
            </a:pPr>
            <a:r>
              <a:rPr lang="en-US" b="0" i="0" u="sng" dirty="0">
                <a:solidFill>
                  <a:srgbClr val="808080"/>
                </a:solidFill>
                <a:effectLst/>
                <a:latin typeface="Roboto" panose="02000000000000000000" pitchFamily="2" charset="0"/>
              </a:rPr>
              <a:t>Mifepristone not available</a:t>
            </a:r>
            <a:r>
              <a:rPr lang="en-US" b="0" i="0" dirty="0">
                <a:solidFill>
                  <a:srgbClr val="808080"/>
                </a:solidFill>
                <a:effectLst/>
                <a:latin typeface="Roboto" panose="02000000000000000000" pitchFamily="2" charset="0"/>
              </a:rPr>
              <a:t>: If the patient has a contraindication to mifepristone, they may take misoprostol monotherapy with repeated dosing every 3 hours for up to 3 doses. There are less GI side effects when misoprostol is taken vaginally. </a:t>
            </a:r>
          </a:p>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4</a:t>
            </a:fld>
            <a:endParaRPr lang="en-US"/>
          </a:p>
        </p:txBody>
      </p:sp>
    </p:spTree>
    <p:extLst>
      <p:ext uri="{BB962C8B-B14F-4D97-AF65-F5344CB8AC3E}">
        <p14:creationId xmlns:p14="http://schemas.microsoft.com/office/powerpoint/2010/main" val="2047678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1" dirty="0">
                <a:solidFill>
                  <a:srgbClr val="808080"/>
                </a:solidFill>
                <a:effectLst/>
                <a:latin typeface="Roboto" panose="02000000000000000000" pitchFamily="2" charset="0"/>
              </a:rPr>
              <a:t>Ask your learners what follow-up may be needed at “1-2 weeks” and at “4 weeks” and click to reveal the answer. </a:t>
            </a:r>
            <a:r>
              <a:rPr lang="en-US" b="0" i="0" dirty="0">
                <a:solidFill>
                  <a:srgbClr val="808080"/>
                </a:solidFill>
                <a:effectLst/>
                <a:latin typeface="Roboto" panose="02000000000000000000" pitchFamily="2" charset="0"/>
              </a:rPr>
              <a:t> </a:t>
            </a:r>
          </a:p>
          <a:p>
            <a:pPr algn="l"/>
            <a:r>
              <a:rPr lang="en-US" b="0" i="0" dirty="0">
                <a:solidFill>
                  <a:srgbClr val="808080"/>
                </a:solidFill>
                <a:effectLst/>
                <a:latin typeface="Roboto" panose="02000000000000000000" pitchFamily="2" charset="0"/>
              </a:rPr>
              <a:t>According to 2020 practice guidelines from the National Abortion Federation, patients should be </a:t>
            </a:r>
            <a:r>
              <a:rPr lang="en-US" b="0" i="1" dirty="0">
                <a:solidFill>
                  <a:srgbClr val="808080"/>
                </a:solidFill>
                <a:effectLst/>
                <a:latin typeface="Roboto" panose="02000000000000000000" pitchFamily="2" charset="0"/>
              </a:rPr>
              <a:t>offered </a:t>
            </a:r>
            <a:r>
              <a:rPr lang="en-US" b="0" i="0" dirty="0">
                <a:solidFill>
                  <a:srgbClr val="808080"/>
                </a:solidFill>
                <a:effectLst/>
                <a:latin typeface="Roboto" panose="02000000000000000000" pitchFamily="2" charset="0"/>
              </a:rPr>
              <a:t>follow up within 14 days though they may also opt for self-assessment. Assess for ongoing pregnancy symptoms such as breast tenderness, fatigue, and morning sickness 1-2 weeks after the misoprostol dose. Patients may also consider lab or home urine pregnancy testing at 4-6 weeks, but not prior to 4 weeks. </a:t>
            </a:r>
          </a:p>
          <a:p>
            <a:pPr algn="l"/>
            <a:r>
              <a:rPr lang="en-US" b="0" i="0" dirty="0">
                <a:solidFill>
                  <a:srgbClr val="808080"/>
                </a:solidFill>
                <a:effectLst/>
                <a:latin typeface="Roboto" panose="02000000000000000000" pitchFamily="2" charset="0"/>
              </a:rPr>
              <a:t>If the patient continues to have symptoms of pregnancy and is still &lt;11 weeks EGA, they may take another dose of vaginal misoprostol prior to proceeding to aspiration. Alternatively, a pelvic ultrasound to confirm an empty gestational sac can be performed at 1-2 weeks after taking the medications. </a:t>
            </a:r>
          </a:p>
          <a:p>
            <a:pPr algn="l"/>
            <a:r>
              <a:rPr lang="en-US" b="0" i="0" dirty="0">
                <a:solidFill>
                  <a:srgbClr val="808080"/>
                </a:solidFill>
                <a:effectLst/>
                <a:latin typeface="Roboto" panose="02000000000000000000" pitchFamily="2" charset="0"/>
              </a:rPr>
              <a:t>It is important to emphasize that absence of a gestational sac confirms success of the medication abortion, as some radiologists may be overly cautious when evaluating for retained products of conception. While there is no endometrial thickness cutoff, it would be appropriate to have a patient follow-up with a family planning clinic if there are concerns, rather than moving directly to repeat intervention. </a:t>
            </a:r>
          </a:p>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5</a:t>
            </a:fld>
            <a:endParaRPr lang="en-US"/>
          </a:p>
        </p:txBody>
      </p:sp>
    </p:spTree>
    <p:extLst>
      <p:ext uri="{BB962C8B-B14F-4D97-AF65-F5344CB8AC3E}">
        <p14:creationId xmlns:p14="http://schemas.microsoft.com/office/powerpoint/2010/main" val="1705401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Ask your learners what expected side effects and complications you may see after a medical abortion. Click on each side effect/complication for more information. </a:t>
            </a:r>
            <a:endParaRPr lang="en-US" dirty="0"/>
          </a:p>
          <a:p>
            <a:r>
              <a:rPr lang="en-US" dirty="0"/>
              <a:t>The expected effects of medication abortion include: </a:t>
            </a:r>
          </a:p>
          <a:p>
            <a:pPr>
              <a:buFont typeface="Arial" panose="020B0604020202020204" pitchFamily="34" charset="0"/>
              <a:buChar char="•"/>
            </a:pPr>
            <a:r>
              <a:rPr lang="en-US" i="1" dirty="0"/>
              <a:t>Severe cramping and bleeding</a:t>
            </a:r>
            <a:r>
              <a:rPr lang="en-US" dirty="0"/>
              <a:t>: Bleeding is heavier than menses. This often begins 2.5-4 hours after the misoprostol dose, and lasts about an hour, though it can last up to 24 hours. </a:t>
            </a:r>
          </a:p>
          <a:p>
            <a:pPr>
              <a:buFont typeface="Arial" panose="020B0604020202020204" pitchFamily="34" charset="0"/>
              <a:buChar char="•"/>
            </a:pPr>
            <a:r>
              <a:rPr lang="en-US" i="1" dirty="0"/>
              <a:t>GI side effects</a:t>
            </a:r>
            <a:r>
              <a:rPr lang="en-US" dirty="0"/>
              <a:t>: include nausea (43-46%) vomiting (23-40%), diarrhea (23-35%)</a:t>
            </a:r>
          </a:p>
          <a:p>
            <a:pPr>
              <a:buFont typeface="Arial" panose="020B0604020202020204" pitchFamily="34" charset="0"/>
              <a:buChar char="•"/>
            </a:pPr>
            <a:r>
              <a:rPr lang="en-US" dirty="0"/>
              <a:t>Fever/flushing/chills (32-69%). Patients may also experience constitutional symptoms such as </a:t>
            </a:r>
            <a:r>
              <a:rPr lang="en-US" dirty="0" err="1"/>
              <a:t>malais</a:t>
            </a:r>
            <a:endParaRPr lang="en-US" dirty="0"/>
          </a:p>
          <a:p>
            <a:pPr>
              <a:defRPr/>
            </a:pPr>
            <a:endParaRPr lang="en-US" dirty="0">
              <a:cs typeface="Calibri"/>
            </a:endParaRPr>
          </a:p>
        </p:txBody>
      </p:sp>
      <p:sp>
        <p:nvSpPr>
          <p:cNvPr id="4" name="Slide Number Placeholder 3"/>
          <p:cNvSpPr>
            <a:spLocks noGrp="1"/>
          </p:cNvSpPr>
          <p:nvPr>
            <p:ph type="sldNum" sz="quarter" idx="5"/>
          </p:nvPr>
        </p:nvSpPr>
        <p:spPr/>
        <p:txBody>
          <a:bodyPr/>
          <a:lstStyle/>
          <a:p>
            <a:fld id="{20A09352-BA48-4920-A98B-F6BFA28AB128}" type="slidenum">
              <a:rPr lang="en-US" smtClean="0"/>
              <a:t>6</a:t>
            </a:fld>
            <a:endParaRPr lang="en-US"/>
          </a:p>
        </p:txBody>
      </p:sp>
    </p:spTree>
    <p:extLst>
      <p:ext uri="{BB962C8B-B14F-4D97-AF65-F5344CB8AC3E}">
        <p14:creationId xmlns:p14="http://schemas.microsoft.com/office/powerpoint/2010/main" val="492402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7</a:t>
            </a:fld>
            <a:endParaRPr lang="en-US"/>
          </a:p>
        </p:txBody>
      </p:sp>
    </p:spTree>
    <p:extLst>
      <p:ext uri="{BB962C8B-B14F-4D97-AF65-F5344CB8AC3E}">
        <p14:creationId xmlns:p14="http://schemas.microsoft.com/office/powerpoint/2010/main" val="1722762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A09352-BA48-4920-A98B-F6BFA28AB128}" type="slidenum">
              <a:rPr lang="en-US" smtClean="0"/>
              <a:t>8</a:t>
            </a:fld>
            <a:endParaRPr lang="en-US"/>
          </a:p>
        </p:txBody>
      </p:sp>
    </p:spTree>
    <p:extLst>
      <p:ext uri="{BB962C8B-B14F-4D97-AF65-F5344CB8AC3E}">
        <p14:creationId xmlns:p14="http://schemas.microsoft.com/office/powerpoint/2010/main" val="1338845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6/1/2023</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e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image" Target="../media/image5.png"/><Relationship Id="rId13" Type="http://schemas.openxmlformats.org/officeDocument/2006/relationships/image" Target="../media/image6.svg"/><Relationship Id="rId14" Type="http://schemas.openxmlformats.org/officeDocument/2006/relationships/slide" Target="slide1.xml"/><Relationship Id="rId15"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2.jpg"/><Relationship Id="rId7" Type="http://schemas.openxmlformats.org/officeDocument/2006/relationships/image" Target="../media/image3.jpg"/><Relationship Id="rId8" Type="http://schemas.openxmlformats.org/officeDocument/2006/relationships/image" Target="../media/image4.jpeg"/><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18/10/relationships/comments" Target="../comments/modernComment_15A_19E9B8F3.xml"/><Relationship Id="rId4" Type="http://schemas.openxmlformats.org/officeDocument/2006/relationships/image" Target="../media/image8.png"/><Relationship Id="rId5" Type="http://schemas.openxmlformats.org/officeDocument/2006/relationships/image" Target="../media/image9.sv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12.png"/><Relationship Id="rId9" Type="http://schemas.openxmlformats.org/officeDocument/2006/relationships/image" Target="../media/image13.svg"/><Relationship Id="rId10" Type="http://schemas.openxmlformats.org/officeDocument/2006/relationships/image" Target="../media/image14.png"/><Relationship Id="rId11" Type="http://schemas.openxmlformats.org/officeDocument/2006/relationships/image" Target="../media/image15.svg"/><Relationship Id="rId12" Type="http://schemas.openxmlformats.org/officeDocument/2006/relationships/image" Target="../media/image1.png"/><Relationship Id="rId13" Type="http://schemas.openxmlformats.org/officeDocument/2006/relationships/image" Target="../media/image5.png"/><Relationship Id="rId14" Type="http://schemas.openxmlformats.org/officeDocument/2006/relationships/image" Target="../media/image6.svg"/><Relationship Id="rId15" Type="http://schemas.openxmlformats.org/officeDocument/2006/relationships/slide" Target="slide3.xml"/><Relationship Id="rId16" Type="http://schemas.openxmlformats.org/officeDocument/2006/relationships/slide" Target="slide4.xml"/><Relationship Id="rId17" Type="http://schemas.openxmlformats.org/officeDocument/2006/relationships/slide" Target="slide5.xml"/><Relationship Id="rId18" Type="http://schemas.openxmlformats.org/officeDocument/2006/relationships/slide" Target="slide6.xml"/><Relationship Id="rId19" Type="http://schemas.openxmlformats.org/officeDocument/2006/relationships/slide" Target="slide7.xml"/><Relationship Id="rId20"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slide" Target="slide5.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18/10/relationships/comments" Target="../comments/modernComment_16A_5E2A2C98.xml"/><Relationship Id="rId4" Type="http://schemas.openxmlformats.org/officeDocument/2006/relationships/slide" Target="slide7.xml"/><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1.xml"/><Relationship Id="rId13" Type="http://schemas.openxmlformats.org/officeDocument/2006/relationships/image" Target="../media/image18.pn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microsoft.com/office/2018/10/relationships/comments" Target="../comments/modernComment_10D_A34A8D4B.xml"/><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microsoft.com/office/2018/10/relationships/comments" Target="../comments/modernComment_16E_4C5EC3B1.xml"/><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hyperlink" Target="https://www.cdc.gov/reproductivehealth/contraception/mmwr/mec/intro.html" TargetMode="External"/><Relationship Id="rId7" Type="http://schemas.openxmlformats.org/officeDocument/2006/relationships/slide" Target="slide7.xml"/><Relationship Id="rId8" Type="http://schemas.openxmlformats.org/officeDocument/2006/relationships/hyperlink" Target="https://www.ncbi.nlm.nih.gov/pmc/articles/PMC6309472/" TargetMode="External"/><Relationship Id="rId9" Type="http://schemas.openxmlformats.org/officeDocument/2006/relationships/slide" Target="slide8.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3B4159-FD53-83F4-2F90-1924294A8FED}"/>
              </a:ext>
            </a:extLst>
          </p:cNvPr>
          <p:cNvSpPr txBox="1"/>
          <p:nvPr/>
        </p:nvSpPr>
        <p:spPr>
          <a:xfrm>
            <a:off x="1881620" y="362944"/>
            <a:ext cx="9716020" cy="707886"/>
          </a:xfrm>
          <a:prstGeom prst="rect">
            <a:avLst/>
          </a:prstGeom>
          <a:noFill/>
        </p:spPr>
        <p:txBody>
          <a:bodyPr wrap="square" rtlCol="0">
            <a:spAutoFit/>
          </a:bodyPr>
          <a:lstStyle/>
          <a:p>
            <a:pPr algn="ctr"/>
            <a:r>
              <a:rPr lang="en-US" sz="4000" b="1" dirty="0"/>
              <a:t>Medication Abortion in the First Trimester</a:t>
            </a:r>
          </a:p>
        </p:txBody>
      </p:sp>
      <p:pic>
        <p:nvPicPr>
          <p:cNvPr id="10" name="teachIM logo" descr="Icon&#10;&#10;Description automatically generated">
            <a:extLst>
              <a:ext uri="{FF2B5EF4-FFF2-40B4-BE49-F238E27FC236}">
                <a16:creationId xmlns:a16="http://schemas.microsoft.com/office/drawing/2014/main" id="{61FF3336-FD74-5C0D-AA20-8A8AEC636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pic>
        <p:nvPicPr>
          <p:cNvPr id="14" name="Picture 13" descr="A newspaper on a table&#10;&#10;Description automatically generated with medium confidence">
            <a:extLst>
              <a:ext uri="{FF2B5EF4-FFF2-40B4-BE49-F238E27FC236}">
                <a16:creationId xmlns:a16="http://schemas.microsoft.com/office/drawing/2014/main" id="{E99D4B13-6775-CC0E-A35B-BD590C7DBA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1749" y="1216050"/>
            <a:ext cx="4636163" cy="3120495"/>
          </a:xfrm>
          <a:prstGeom prst="rect">
            <a:avLst/>
          </a:prstGeom>
        </p:spPr>
      </p:pic>
      <p:pic>
        <p:nvPicPr>
          <p:cNvPr id="17" name="Picture 16" descr="A picture containing text, newspaper, screenshot&#10;&#10;Description automatically generated">
            <a:extLst>
              <a:ext uri="{FF2B5EF4-FFF2-40B4-BE49-F238E27FC236}">
                <a16:creationId xmlns:a16="http://schemas.microsoft.com/office/drawing/2014/main" id="{834634C6-BEE4-E53A-BBC5-9C922C6502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1871" y="1870583"/>
            <a:ext cx="4353005" cy="3595583"/>
          </a:xfrm>
          <a:prstGeom prst="rect">
            <a:avLst/>
          </a:prstGeom>
        </p:spPr>
      </p:pic>
      <p:pic>
        <p:nvPicPr>
          <p:cNvPr id="20" name="Picture 19" descr="Graphical user interface&#10;&#10;Description automatically generated with medium confidence">
            <a:extLst>
              <a:ext uri="{FF2B5EF4-FFF2-40B4-BE49-F238E27FC236}">
                <a16:creationId xmlns:a16="http://schemas.microsoft.com/office/drawing/2014/main" id="{33F123FE-A1A2-649B-9BB3-142E402A3AAB}"/>
              </a:ext>
            </a:extLst>
          </p:cNvPr>
          <p:cNvPicPr>
            <a:picLocks noChangeAspect="1"/>
          </p:cNvPicPr>
          <p:nvPr/>
        </p:nvPicPr>
        <p:blipFill rotWithShape="1">
          <a:blip r:embed="rId6">
            <a:extLst>
              <a:ext uri="{28A0092B-C50C-407E-A947-70E740481C1C}">
                <a14:useLocalDpi xmlns:a14="http://schemas.microsoft.com/office/drawing/2010/main" val="0"/>
              </a:ext>
            </a:extLst>
          </a:blip>
          <a:srcRect b="26685"/>
          <a:stretch/>
        </p:blipFill>
        <p:spPr>
          <a:xfrm>
            <a:off x="1775137" y="3781344"/>
            <a:ext cx="5692850" cy="2779698"/>
          </a:xfrm>
          <a:prstGeom prst="rect">
            <a:avLst/>
          </a:prstGeom>
        </p:spPr>
      </p:pic>
      <p:sp>
        <p:nvSpPr>
          <p:cNvPr id="26" name="TextBox 25">
            <a:extLst>
              <a:ext uri="{FF2B5EF4-FFF2-40B4-BE49-F238E27FC236}">
                <a16:creationId xmlns:a16="http://schemas.microsoft.com/office/drawing/2014/main" id="{4BD961CE-34E6-8F5B-5C59-F0A36B9C6694}"/>
              </a:ext>
            </a:extLst>
          </p:cNvPr>
          <p:cNvSpPr txBox="1"/>
          <p:nvPr/>
        </p:nvSpPr>
        <p:spPr>
          <a:xfrm>
            <a:off x="1775137" y="6631422"/>
            <a:ext cx="6108137" cy="215444"/>
          </a:xfrm>
          <a:prstGeom prst="rect">
            <a:avLst/>
          </a:prstGeom>
          <a:noFill/>
        </p:spPr>
        <p:txBody>
          <a:bodyPr wrap="square" rtlCol="0">
            <a:spAutoFit/>
          </a:bodyPr>
          <a:lstStyle/>
          <a:p>
            <a:r>
              <a:rPr lang="en-US" sz="800" dirty="0"/>
              <a:t>Copyright: The Daily News, The Washington Post, The New York Times</a:t>
            </a:r>
          </a:p>
        </p:txBody>
      </p:sp>
      <p:sp>
        <p:nvSpPr>
          <p:cNvPr id="3" name="question 1">
            <a:hlinkClick r:id="rId7" action="ppaction://hlinksldjump"/>
            <a:extLst>
              <a:ext uri="{FF2B5EF4-FFF2-40B4-BE49-F238E27FC236}">
                <a16:creationId xmlns:a16="http://schemas.microsoft.com/office/drawing/2014/main" id="{FDD3CF62-5C96-9218-EC23-6D87C23E6AC1}"/>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4" name="Question 2">
            <a:hlinkClick r:id="rId8" action="ppaction://hlinksldjump"/>
            <a:extLst>
              <a:ext uri="{FF2B5EF4-FFF2-40B4-BE49-F238E27FC236}">
                <a16:creationId xmlns:a16="http://schemas.microsoft.com/office/drawing/2014/main" id="{F47BE52F-8F38-E3B9-12C3-7A16124CF382}"/>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15" name="question 3">
            <a:hlinkClick r:id="rId9" action="ppaction://hlinksldjump"/>
            <a:extLst>
              <a:ext uri="{FF2B5EF4-FFF2-40B4-BE49-F238E27FC236}">
                <a16:creationId xmlns:a16="http://schemas.microsoft.com/office/drawing/2014/main" id="{2BA39063-3563-756B-7249-E7EA5DB0B419}"/>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16" name="question 4">
            <a:hlinkClick r:id="rId10" action="ppaction://hlinksldjump"/>
            <a:extLst>
              <a:ext uri="{FF2B5EF4-FFF2-40B4-BE49-F238E27FC236}">
                <a16:creationId xmlns:a16="http://schemas.microsoft.com/office/drawing/2014/main" id="{E7890E50-CDC5-BED1-871C-4FB527524983}"/>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19" name="Cases">
            <a:hlinkClick r:id="rId11" action="ppaction://hlinksldjump"/>
            <a:extLst>
              <a:ext uri="{FF2B5EF4-FFF2-40B4-BE49-F238E27FC236}">
                <a16:creationId xmlns:a16="http://schemas.microsoft.com/office/drawing/2014/main" id="{B7FDFB45-5A96-2338-7C76-90CBB2491865}"/>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23" name="Graphic 22" descr="Cursor with solid fill">
            <a:extLst>
              <a:ext uri="{FF2B5EF4-FFF2-40B4-BE49-F238E27FC236}">
                <a16:creationId xmlns:a16="http://schemas.microsoft.com/office/drawing/2014/main" id="{9C6BD9D0-EE31-C570-3B8B-83AACAD393D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00817" y="1076793"/>
            <a:ext cx="274320" cy="274320"/>
          </a:xfrm>
          <a:prstGeom prst="rect">
            <a:avLst/>
          </a:prstGeom>
        </p:spPr>
      </p:pic>
      <p:pic>
        <p:nvPicPr>
          <p:cNvPr id="27" name="Graphic 26" descr="Cursor with solid fill">
            <a:extLst>
              <a:ext uri="{FF2B5EF4-FFF2-40B4-BE49-F238E27FC236}">
                <a16:creationId xmlns:a16="http://schemas.microsoft.com/office/drawing/2014/main" id="{BA56B57C-38A8-2A4F-0A81-97AF1A8043F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00817" y="2246959"/>
            <a:ext cx="274320" cy="274320"/>
          </a:xfrm>
          <a:prstGeom prst="rect">
            <a:avLst/>
          </a:prstGeom>
        </p:spPr>
      </p:pic>
      <p:pic>
        <p:nvPicPr>
          <p:cNvPr id="29" name="Graphic 28" descr="Cursor with solid fill">
            <a:extLst>
              <a:ext uri="{FF2B5EF4-FFF2-40B4-BE49-F238E27FC236}">
                <a16:creationId xmlns:a16="http://schemas.microsoft.com/office/drawing/2014/main" id="{F538646C-1C82-A3CC-7942-79F86B233B9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00817" y="2832042"/>
            <a:ext cx="274320" cy="274320"/>
          </a:xfrm>
          <a:prstGeom prst="rect">
            <a:avLst/>
          </a:prstGeom>
        </p:spPr>
      </p:pic>
      <p:pic>
        <p:nvPicPr>
          <p:cNvPr id="39" name="Graphic 38" descr="Cursor with solid fill">
            <a:extLst>
              <a:ext uri="{FF2B5EF4-FFF2-40B4-BE49-F238E27FC236}">
                <a16:creationId xmlns:a16="http://schemas.microsoft.com/office/drawing/2014/main" id="{9B838977-05FE-A210-EC02-97A836B1413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00817" y="3417125"/>
            <a:ext cx="274320" cy="274320"/>
          </a:xfrm>
          <a:prstGeom prst="rect">
            <a:avLst/>
          </a:prstGeom>
        </p:spPr>
      </p:pic>
      <p:pic>
        <p:nvPicPr>
          <p:cNvPr id="42" name="Graphic 41" descr="Cursor with solid fill">
            <a:extLst>
              <a:ext uri="{FF2B5EF4-FFF2-40B4-BE49-F238E27FC236}">
                <a16:creationId xmlns:a16="http://schemas.microsoft.com/office/drawing/2014/main" id="{6203A06B-0F7D-6C93-2681-BF1981A2C4A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00817" y="1661876"/>
            <a:ext cx="274320" cy="274320"/>
          </a:xfrm>
          <a:prstGeom prst="rect">
            <a:avLst/>
          </a:prstGeom>
        </p:spPr>
      </p:pic>
      <p:sp>
        <p:nvSpPr>
          <p:cNvPr id="43" name="question 1">
            <a:hlinkClick r:id="rId14" action="ppaction://hlinksldjump"/>
            <a:extLst>
              <a:ext uri="{FF2B5EF4-FFF2-40B4-BE49-F238E27FC236}">
                <a16:creationId xmlns:a16="http://schemas.microsoft.com/office/drawing/2014/main" id="{7AED338C-E1C7-E672-F2A3-B1C7D48458DA}"/>
              </a:ext>
            </a:extLst>
          </p:cNvPr>
          <p:cNvSpPr txBox="1"/>
          <p:nvPr/>
        </p:nvSpPr>
        <p:spPr>
          <a:xfrm>
            <a:off x="179164" y="220057"/>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Impact</a:t>
            </a:r>
          </a:p>
        </p:txBody>
      </p:sp>
      <p:grpSp>
        <p:nvGrpSpPr>
          <p:cNvPr id="6" name="Group 5">
            <a:extLst>
              <a:ext uri="{FF2B5EF4-FFF2-40B4-BE49-F238E27FC236}">
                <a16:creationId xmlns:a16="http://schemas.microsoft.com/office/drawing/2014/main" id="{7EE5A2F4-73F1-339C-6397-EC789245E169}"/>
              </a:ext>
            </a:extLst>
          </p:cNvPr>
          <p:cNvGrpSpPr/>
          <p:nvPr/>
        </p:nvGrpSpPr>
        <p:grpSpPr>
          <a:xfrm>
            <a:off x="9126514" y="2638462"/>
            <a:ext cx="2191653" cy="2827704"/>
            <a:chOff x="9126514" y="2638462"/>
            <a:chExt cx="2191653" cy="2827704"/>
          </a:xfrm>
        </p:grpSpPr>
        <p:pic>
          <p:nvPicPr>
            <p:cNvPr id="1026" name="Picture 1" descr="Qr code&#10;&#10;Description automatically generated">
              <a:extLst>
                <a:ext uri="{FF2B5EF4-FFF2-40B4-BE49-F238E27FC236}">
                  <a16:creationId xmlns:a16="http://schemas.microsoft.com/office/drawing/2014/main" id="{B2AFA6AB-5CE2-EF38-2D96-A8CD2E6D4C1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26514" y="3274513"/>
              <a:ext cx="2191653" cy="219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DA50D728-E43D-6E8C-0968-DC8B69D1B305}"/>
                </a:ext>
              </a:extLst>
            </p:cNvPr>
            <p:cNvSpPr txBox="1"/>
            <p:nvPr/>
          </p:nvSpPr>
          <p:spPr>
            <a:xfrm>
              <a:off x="9126514" y="2638462"/>
              <a:ext cx="2187474" cy="646331"/>
            </a:xfrm>
            <a:prstGeom prst="rect">
              <a:avLst/>
            </a:prstGeom>
            <a:noFill/>
          </p:spPr>
          <p:txBody>
            <a:bodyPr wrap="square" rtlCol="0">
              <a:spAutoFit/>
            </a:bodyPr>
            <a:lstStyle/>
            <a:p>
              <a:pPr algn="ctr"/>
              <a:r>
                <a:rPr lang="en-US" dirty="0"/>
                <a:t>Take our quiz to test your knowledge!</a:t>
              </a:r>
            </a:p>
          </p:txBody>
        </p:sp>
      </p:grpSp>
    </p:spTree>
    <p:extLst>
      <p:ext uri="{BB962C8B-B14F-4D97-AF65-F5344CB8AC3E}">
        <p14:creationId xmlns:p14="http://schemas.microsoft.com/office/powerpoint/2010/main" val="14100459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Patients acess button">
            <a:extLst>
              <a:ext uri="{FF2B5EF4-FFF2-40B4-BE49-F238E27FC236}">
                <a16:creationId xmlns:a16="http://schemas.microsoft.com/office/drawing/2014/main" id="{CA112E44-11E7-8AF1-270F-3A384E0AA1B0}"/>
              </a:ext>
            </a:extLst>
          </p:cNvPr>
          <p:cNvSpPr txBox="1"/>
          <p:nvPr/>
        </p:nvSpPr>
        <p:spPr>
          <a:xfrm>
            <a:off x="8581377" y="5011869"/>
            <a:ext cx="2194560" cy="1328023"/>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…gestational weeks is medication abortion safe and effective for?</a:t>
            </a:r>
            <a:endParaRPr lang="en-US" dirty="0">
              <a:cs typeface="Calibri"/>
            </a:endParaRPr>
          </a:p>
        </p:txBody>
      </p:sp>
      <p:sp>
        <p:nvSpPr>
          <p:cNvPr id="46" name="States abortion button">
            <a:extLst>
              <a:ext uri="{FF2B5EF4-FFF2-40B4-BE49-F238E27FC236}">
                <a16:creationId xmlns:a16="http://schemas.microsoft.com/office/drawing/2014/main" id="{2DC31F6D-B5B9-ED4C-39B6-E655F62A55FB}"/>
              </a:ext>
            </a:extLst>
          </p:cNvPr>
          <p:cNvSpPr txBox="1"/>
          <p:nvPr/>
        </p:nvSpPr>
        <p:spPr>
          <a:xfrm>
            <a:off x="8581377" y="1962103"/>
            <a:ext cx="2194560" cy="1021556"/>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…patients (per year) no longer have access to abortion?</a:t>
            </a:r>
            <a:endParaRPr lang="en-US" sz="2800" dirty="0"/>
          </a:p>
        </p:txBody>
      </p:sp>
      <p:sp>
        <p:nvSpPr>
          <p:cNvPr id="47" name="Patients acess button">
            <a:extLst>
              <a:ext uri="{FF2B5EF4-FFF2-40B4-BE49-F238E27FC236}">
                <a16:creationId xmlns:a16="http://schemas.microsoft.com/office/drawing/2014/main" id="{D404C87D-E72B-0C87-0699-11D568F8B053}"/>
              </a:ext>
            </a:extLst>
          </p:cNvPr>
          <p:cNvSpPr txBox="1"/>
          <p:nvPr/>
        </p:nvSpPr>
        <p:spPr>
          <a:xfrm>
            <a:off x="8581377" y="3158813"/>
            <a:ext cx="2194560" cy="1634490"/>
          </a:xfrm>
          <a:prstGeom prst="roundRect">
            <a:avLst/>
          </a:prstGeom>
          <a:ln w="38100"/>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…states have a mandatory waiting period between counseling and abortion?</a:t>
            </a:r>
            <a:endParaRPr lang="en-US" dirty="0">
              <a:cs typeface="Calibri"/>
            </a:endParaRPr>
          </a:p>
        </p:txBody>
      </p:sp>
      <p:sp>
        <p:nvSpPr>
          <p:cNvPr id="22" name="Patients acess button">
            <a:extLst>
              <a:ext uri="{FF2B5EF4-FFF2-40B4-BE49-F238E27FC236}">
                <a16:creationId xmlns:a16="http://schemas.microsoft.com/office/drawing/2014/main" id="{CD488BFC-E341-D9CE-504D-209B33F98806}"/>
              </a:ext>
            </a:extLst>
          </p:cNvPr>
          <p:cNvSpPr txBox="1"/>
          <p:nvPr/>
        </p:nvSpPr>
        <p:spPr>
          <a:xfrm>
            <a:off x="8581377" y="5011869"/>
            <a:ext cx="2194560" cy="13280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…gestational weeks is medication abortion safe and effective for?</a:t>
            </a:r>
            <a:endParaRPr lang="en-US" dirty="0">
              <a:cs typeface="Calibri"/>
            </a:endParaRPr>
          </a:p>
        </p:txBody>
      </p:sp>
      <p:sp>
        <p:nvSpPr>
          <p:cNvPr id="2" name="TextBox 1">
            <a:extLst>
              <a:ext uri="{FF2B5EF4-FFF2-40B4-BE49-F238E27FC236}">
                <a16:creationId xmlns:a16="http://schemas.microsoft.com/office/drawing/2014/main" id="{D73B4159-FD53-83F4-2F90-1924294A8FED}"/>
              </a:ext>
            </a:extLst>
          </p:cNvPr>
          <p:cNvSpPr txBox="1"/>
          <p:nvPr/>
        </p:nvSpPr>
        <p:spPr>
          <a:xfrm>
            <a:off x="1881620" y="362944"/>
            <a:ext cx="9716020" cy="707886"/>
          </a:xfrm>
          <a:prstGeom prst="rect">
            <a:avLst/>
          </a:prstGeom>
          <a:noFill/>
        </p:spPr>
        <p:txBody>
          <a:bodyPr wrap="square" rtlCol="0">
            <a:spAutoFit/>
          </a:bodyPr>
          <a:lstStyle/>
          <a:p>
            <a:pPr algn="ctr"/>
            <a:r>
              <a:rPr lang="en-US" sz="4000" b="1" dirty="0"/>
              <a:t>Medication Abortion in the First Trimester</a:t>
            </a:r>
          </a:p>
        </p:txBody>
      </p:sp>
      <p:sp>
        <p:nvSpPr>
          <p:cNvPr id="21" name="States abortion button">
            <a:extLst>
              <a:ext uri="{FF2B5EF4-FFF2-40B4-BE49-F238E27FC236}">
                <a16:creationId xmlns:a16="http://schemas.microsoft.com/office/drawing/2014/main" id="{970D5465-A31A-86E5-D16F-BD7532FCDF0E}"/>
              </a:ext>
            </a:extLst>
          </p:cNvPr>
          <p:cNvSpPr txBox="1"/>
          <p:nvPr/>
        </p:nvSpPr>
        <p:spPr>
          <a:xfrm>
            <a:off x="8581377" y="1962103"/>
            <a:ext cx="2194560" cy="1021556"/>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…patients (per year) no longer have access to abortion?</a:t>
            </a:r>
            <a:endParaRPr lang="en-US" sz="2800" dirty="0"/>
          </a:p>
        </p:txBody>
      </p:sp>
      <p:sp>
        <p:nvSpPr>
          <p:cNvPr id="25" name="Patients acess button">
            <a:extLst>
              <a:ext uri="{FF2B5EF4-FFF2-40B4-BE49-F238E27FC236}">
                <a16:creationId xmlns:a16="http://schemas.microsoft.com/office/drawing/2014/main" id="{2D8CD264-382B-D97B-D548-4E5EEF4308FB}"/>
              </a:ext>
            </a:extLst>
          </p:cNvPr>
          <p:cNvSpPr txBox="1"/>
          <p:nvPr/>
        </p:nvSpPr>
        <p:spPr>
          <a:xfrm>
            <a:off x="8581377" y="3158813"/>
            <a:ext cx="2194560" cy="163449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…states have a mandatory waiting period between counseling and abortion?</a:t>
            </a:r>
            <a:endParaRPr lang="en-US" dirty="0">
              <a:cs typeface="Calibri"/>
            </a:endParaRPr>
          </a:p>
        </p:txBody>
      </p:sp>
      <p:pic>
        <p:nvPicPr>
          <p:cNvPr id="10" name="teachIM logo" descr="Icon&#10;&#10;Description automatically generated">
            <a:extLst>
              <a:ext uri="{FF2B5EF4-FFF2-40B4-BE49-F238E27FC236}">
                <a16:creationId xmlns:a16="http://schemas.microsoft.com/office/drawing/2014/main" id="{61FF3336-FD74-5C0D-AA20-8A8AEC636B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32" name="TextBox 31">
            <a:extLst>
              <a:ext uri="{FF2B5EF4-FFF2-40B4-BE49-F238E27FC236}">
                <a16:creationId xmlns:a16="http://schemas.microsoft.com/office/drawing/2014/main" id="{B045EB32-B694-AAD1-4A66-766D5052D040}"/>
              </a:ext>
            </a:extLst>
          </p:cNvPr>
          <p:cNvSpPr txBox="1"/>
          <p:nvPr/>
        </p:nvSpPr>
        <p:spPr>
          <a:xfrm>
            <a:off x="8582866" y="1512350"/>
            <a:ext cx="1745113" cy="400110"/>
          </a:xfrm>
          <a:prstGeom prst="rect">
            <a:avLst/>
          </a:prstGeom>
          <a:noFill/>
        </p:spPr>
        <p:txBody>
          <a:bodyPr wrap="square">
            <a:spAutoFit/>
          </a:bodyPr>
          <a:lstStyle/>
          <a:p>
            <a:r>
              <a:rPr lang="en-US" sz="2000" dirty="0"/>
              <a:t>How many… </a:t>
            </a:r>
          </a:p>
        </p:txBody>
      </p:sp>
      <p:pic>
        <p:nvPicPr>
          <p:cNvPr id="18" name="Graphic 17" descr="Cursor with solid fill">
            <a:extLst>
              <a:ext uri="{FF2B5EF4-FFF2-40B4-BE49-F238E27FC236}">
                <a16:creationId xmlns:a16="http://schemas.microsoft.com/office/drawing/2014/main" id="{2A83A102-3ECA-ADCE-9B75-AABA1C6DF8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07416" y="2805990"/>
            <a:ext cx="274320" cy="274320"/>
          </a:xfrm>
          <a:prstGeom prst="rect">
            <a:avLst/>
          </a:prstGeom>
          <a:effectLst/>
        </p:spPr>
      </p:pic>
      <p:pic>
        <p:nvPicPr>
          <p:cNvPr id="11" name="Graphic 10" descr="Cursor with solid fill">
            <a:extLst>
              <a:ext uri="{FF2B5EF4-FFF2-40B4-BE49-F238E27FC236}">
                <a16:creationId xmlns:a16="http://schemas.microsoft.com/office/drawing/2014/main" id="{0088C9F5-1217-2EB5-F84B-51FA0A573C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32871" y="6082600"/>
            <a:ext cx="274320" cy="274320"/>
          </a:xfrm>
          <a:prstGeom prst="rect">
            <a:avLst/>
          </a:prstGeom>
        </p:spPr>
      </p:pic>
      <p:pic>
        <p:nvPicPr>
          <p:cNvPr id="34" name="Graphic 33" descr="Cursor with solid fill">
            <a:extLst>
              <a:ext uri="{FF2B5EF4-FFF2-40B4-BE49-F238E27FC236}">
                <a16:creationId xmlns:a16="http://schemas.microsoft.com/office/drawing/2014/main" id="{BC58D560-C9B3-8BEE-3BCB-4FBBAD2752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32871" y="4539531"/>
            <a:ext cx="274320" cy="274320"/>
          </a:xfrm>
          <a:prstGeom prst="rect">
            <a:avLst/>
          </a:prstGeom>
          <a:effectLst/>
        </p:spPr>
      </p:pic>
      <p:sp>
        <p:nvSpPr>
          <p:cNvPr id="35" name="Oval 34">
            <a:extLst>
              <a:ext uri="{FF2B5EF4-FFF2-40B4-BE49-F238E27FC236}">
                <a16:creationId xmlns:a16="http://schemas.microsoft.com/office/drawing/2014/main" id="{F9D08EC2-4690-019F-A09B-00F42C4F3D72}"/>
              </a:ext>
            </a:extLst>
          </p:cNvPr>
          <p:cNvSpPr/>
          <p:nvPr/>
        </p:nvSpPr>
        <p:spPr>
          <a:xfrm>
            <a:off x="10970085" y="5235118"/>
            <a:ext cx="865903" cy="857953"/>
          </a:xfrm>
          <a:prstGeom prst="ellipse">
            <a:avLst/>
          </a:prstGeom>
          <a:solidFill>
            <a:srgbClr val="882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11</a:t>
            </a:r>
          </a:p>
        </p:txBody>
      </p:sp>
      <p:sp>
        <p:nvSpPr>
          <p:cNvPr id="38" name="Oval 37">
            <a:extLst>
              <a:ext uri="{FF2B5EF4-FFF2-40B4-BE49-F238E27FC236}">
                <a16:creationId xmlns:a16="http://schemas.microsoft.com/office/drawing/2014/main" id="{AA9F4BB5-CCED-E06B-6A61-A8F9B5C77B19}"/>
              </a:ext>
            </a:extLst>
          </p:cNvPr>
          <p:cNvSpPr/>
          <p:nvPr/>
        </p:nvSpPr>
        <p:spPr>
          <a:xfrm>
            <a:off x="10970085" y="3547081"/>
            <a:ext cx="865903" cy="857953"/>
          </a:xfrm>
          <a:prstGeom prst="ellipse">
            <a:avLst/>
          </a:prstGeom>
          <a:solidFill>
            <a:srgbClr val="882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27</a:t>
            </a:r>
          </a:p>
        </p:txBody>
      </p:sp>
      <p:grpSp>
        <p:nvGrpSpPr>
          <p:cNvPr id="41" name="Group 40">
            <a:extLst>
              <a:ext uri="{FF2B5EF4-FFF2-40B4-BE49-F238E27FC236}">
                <a16:creationId xmlns:a16="http://schemas.microsoft.com/office/drawing/2014/main" id="{256DA81D-2384-05E9-4E98-76073C87FF89}"/>
              </a:ext>
            </a:extLst>
          </p:cNvPr>
          <p:cNvGrpSpPr/>
          <p:nvPr/>
        </p:nvGrpSpPr>
        <p:grpSpPr>
          <a:xfrm>
            <a:off x="10942342" y="2043904"/>
            <a:ext cx="865903" cy="857953"/>
            <a:chOff x="10965044" y="3085089"/>
            <a:chExt cx="865903" cy="857953"/>
          </a:xfrm>
        </p:grpSpPr>
        <p:sp>
          <p:nvSpPr>
            <p:cNvPr id="37" name="Oval 36">
              <a:extLst>
                <a:ext uri="{FF2B5EF4-FFF2-40B4-BE49-F238E27FC236}">
                  <a16:creationId xmlns:a16="http://schemas.microsoft.com/office/drawing/2014/main" id="{6328C658-3F33-A607-5650-8B2A1A55DC96}"/>
                </a:ext>
              </a:extLst>
            </p:cNvPr>
            <p:cNvSpPr/>
            <p:nvPr/>
          </p:nvSpPr>
          <p:spPr>
            <a:xfrm>
              <a:off x="10965044" y="3085089"/>
              <a:ext cx="865903" cy="857953"/>
            </a:xfrm>
            <a:prstGeom prst="ellipse">
              <a:avLst/>
            </a:prstGeom>
            <a:solidFill>
              <a:srgbClr val="882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40" name="TextBox 39">
              <a:extLst>
                <a:ext uri="{FF2B5EF4-FFF2-40B4-BE49-F238E27FC236}">
                  <a16:creationId xmlns:a16="http://schemas.microsoft.com/office/drawing/2014/main" id="{52985251-12A9-A546-541E-F8B6E62CCC5A}"/>
                </a:ext>
              </a:extLst>
            </p:cNvPr>
            <p:cNvSpPr txBox="1"/>
            <p:nvPr/>
          </p:nvSpPr>
          <p:spPr>
            <a:xfrm>
              <a:off x="10992787" y="3296517"/>
              <a:ext cx="835742" cy="461665"/>
            </a:xfrm>
            <a:prstGeom prst="rect">
              <a:avLst/>
            </a:prstGeom>
            <a:noFill/>
          </p:spPr>
          <p:txBody>
            <a:bodyPr wrap="square">
              <a:spAutoFit/>
            </a:bodyPr>
            <a:lstStyle/>
            <a:p>
              <a:pPr algn="ctr"/>
              <a:r>
                <a:rPr lang="en-US" sz="2400" dirty="0">
                  <a:solidFill>
                    <a:schemeClr val="bg1"/>
                  </a:solidFill>
                </a:rPr>
                <a:t>250k</a:t>
              </a:r>
            </a:p>
          </p:txBody>
        </p:sp>
      </p:grpSp>
      <p:pic>
        <p:nvPicPr>
          <p:cNvPr id="14" name="Picture 13" descr="A newspaper on a table&#10;&#10;Description automatically generated with medium confidence">
            <a:extLst>
              <a:ext uri="{FF2B5EF4-FFF2-40B4-BE49-F238E27FC236}">
                <a16:creationId xmlns:a16="http://schemas.microsoft.com/office/drawing/2014/main" id="{E99D4B13-6775-CC0E-A35B-BD590C7DBA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71749" y="1216050"/>
            <a:ext cx="4636163" cy="3120495"/>
          </a:xfrm>
          <a:prstGeom prst="rect">
            <a:avLst/>
          </a:prstGeom>
        </p:spPr>
      </p:pic>
      <p:pic>
        <p:nvPicPr>
          <p:cNvPr id="17" name="Picture 16" descr="A picture containing text, newspaper, screenshot&#10;&#10;Description automatically generated">
            <a:extLst>
              <a:ext uri="{FF2B5EF4-FFF2-40B4-BE49-F238E27FC236}">
                <a16:creationId xmlns:a16="http://schemas.microsoft.com/office/drawing/2014/main" id="{834634C6-BEE4-E53A-BBC5-9C922C6502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61871" y="1870583"/>
            <a:ext cx="4353005" cy="3595583"/>
          </a:xfrm>
          <a:prstGeom prst="rect">
            <a:avLst/>
          </a:prstGeom>
        </p:spPr>
      </p:pic>
      <p:pic>
        <p:nvPicPr>
          <p:cNvPr id="20" name="Picture 19" descr="Graphical user interface&#10;&#10;Description automatically generated with medium confidence">
            <a:extLst>
              <a:ext uri="{FF2B5EF4-FFF2-40B4-BE49-F238E27FC236}">
                <a16:creationId xmlns:a16="http://schemas.microsoft.com/office/drawing/2014/main" id="{33F123FE-A1A2-649B-9BB3-142E402A3AAB}"/>
              </a:ext>
            </a:extLst>
          </p:cNvPr>
          <p:cNvPicPr>
            <a:picLocks noChangeAspect="1"/>
          </p:cNvPicPr>
          <p:nvPr/>
        </p:nvPicPr>
        <p:blipFill rotWithShape="1">
          <a:blip r:embed="rId8">
            <a:extLst>
              <a:ext uri="{28A0092B-C50C-407E-A947-70E740481C1C}">
                <a14:useLocalDpi xmlns:a14="http://schemas.microsoft.com/office/drawing/2010/main" val="0"/>
              </a:ext>
            </a:extLst>
          </a:blip>
          <a:srcRect b="26685"/>
          <a:stretch/>
        </p:blipFill>
        <p:spPr>
          <a:xfrm>
            <a:off x="1775137" y="3781344"/>
            <a:ext cx="5692850" cy="2779698"/>
          </a:xfrm>
          <a:prstGeom prst="rect">
            <a:avLst/>
          </a:prstGeom>
        </p:spPr>
      </p:pic>
      <p:sp>
        <p:nvSpPr>
          <p:cNvPr id="26" name="TextBox 25">
            <a:extLst>
              <a:ext uri="{FF2B5EF4-FFF2-40B4-BE49-F238E27FC236}">
                <a16:creationId xmlns:a16="http://schemas.microsoft.com/office/drawing/2014/main" id="{4BD961CE-34E6-8F5B-5C59-F0A36B9C6694}"/>
              </a:ext>
            </a:extLst>
          </p:cNvPr>
          <p:cNvSpPr txBox="1"/>
          <p:nvPr/>
        </p:nvSpPr>
        <p:spPr>
          <a:xfrm>
            <a:off x="1775137" y="6631422"/>
            <a:ext cx="6108137" cy="215444"/>
          </a:xfrm>
          <a:prstGeom prst="rect">
            <a:avLst/>
          </a:prstGeom>
          <a:noFill/>
        </p:spPr>
        <p:txBody>
          <a:bodyPr wrap="square" rtlCol="0">
            <a:spAutoFit/>
          </a:bodyPr>
          <a:lstStyle/>
          <a:p>
            <a:r>
              <a:rPr lang="en-US" sz="800" dirty="0"/>
              <a:t>Copyright: The Daily News, The Washington Post, The New York Times</a:t>
            </a:r>
          </a:p>
        </p:txBody>
      </p:sp>
      <p:sp>
        <p:nvSpPr>
          <p:cNvPr id="3" name="question 1">
            <a:hlinkClick r:id="rId9" action="ppaction://hlinksldjump"/>
            <a:extLst>
              <a:ext uri="{FF2B5EF4-FFF2-40B4-BE49-F238E27FC236}">
                <a16:creationId xmlns:a16="http://schemas.microsoft.com/office/drawing/2014/main" id="{FDD3CF62-5C96-9218-EC23-6D87C23E6AC1}"/>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Indications</a:t>
            </a:r>
          </a:p>
        </p:txBody>
      </p:sp>
      <p:sp>
        <p:nvSpPr>
          <p:cNvPr id="4" name="Question 2">
            <a:hlinkClick r:id="rId10" action="ppaction://hlinksldjump"/>
            <a:extLst>
              <a:ext uri="{FF2B5EF4-FFF2-40B4-BE49-F238E27FC236}">
                <a16:creationId xmlns:a16="http://schemas.microsoft.com/office/drawing/2014/main" id="{F47BE52F-8F38-E3B9-12C3-7A16124CF382}"/>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15" name="question 3">
            <a:hlinkClick r:id="rId11" action="ppaction://hlinksldjump"/>
            <a:extLst>
              <a:ext uri="{FF2B5EF4-FFF2-40B4-BE49-F238E27FC236}">
                <a16:creationId xmlns:a16="http://schemas.microsoft.com/office/drawing/2014/main" id="{2BA39063-3563-756B-7249-E7EA5DB0B419}"/>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16" name="question 4">
            <a:hlinkClick r:id="rId12" action="ppaction://hlinksldjump"/>
            <a:extLst>
              <a:ext uri="{FF2B5EF4-FFF2-40B4-BE49-F238E27FC236}">
                <a16:creationId xmlns:a16="http://schemas.microsoft.com/office/drawing/2014/main" id="{E7890E50-CDC5-BED1-871C-4FB527524983}"/>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19" name="Cases">
            <a:hlinkClick r:id="rId13" action="ppaction://hlinksldjump"/>
            <a:extLst>
              <a:ext uri="{FF2B5EF4-FFF2-40B4-BE49-F238E27FC236}">
                <a16:creationId xmlns:a16="http://schemas.microsoft.com/office/drawing/2014/main" id="{B7FDFB45-5A96-2338-7C76-90CBB2491865}"/>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23" name="Graphic 22" descr="Cursor with solid fill">
            <a:extLst>
              <a:ext uri="{FF2B5EF4-FFF2-40B4-BE49-F238E27FC236}">
                <a16:creationId xmlns:a16="http://schemas.microsoft.com/office/drawing/2014/main" id="{9C6BD9D0-EE31-C570-3B8B-83AACAD393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076793"/>
            <a:ext cx="274320" cy="274320"/>
          </a:xfrm>
          <a:prstGeom prst="rect">
            <a:avLst/>
          </a:prstGeom>
        </p:spPr>
      </p:pic>
      <p:pic>
        <p:nvPicPr>
          <p:cNvPr id="27" name="Graphic 26" descr="Cursor with solid fill">
            <a:extLst>
              <a:ext uri="{FF2B5EF4-FFF2-40B4-BE49-F238E27FC236}">
                <a16:creationId xmlns:a16="http://schemas.microsoft.com/office/drawing/2014/main" id="{BA56B57C-38A8-2A4F-0A81-97AF1A8043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246959"/>
            <a:ext cx="274320" cy="274320"/>
          </a:xfrm>
          <a:prstGeom prst="rect">
            <a:avLst/>
          </a:prstGeom>
        </p:spPr>
      </p:pic>
      <p:pic>
        <p:nvPicPr>
          <p:cNvPr id="29" name="Graphic 28" descr="Cursor with solid fill">
            <a:extLst>
              <a:ext uri="{FF2B5EF4-FFF2-40B4-BE49-F238E27FC236}">
                <a16:creationId xmlns:a16="http://schemas.microsoft.com/office/drawing/2014/main" id="{F538646C-1C82-A3CC-7942-79F86B233B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832042"/>
            <a:ext cx="274320" cy="274320"/>
          </a:xfrm>
          <a:prstGeom prst="rect">
            <a:avLst/>
          </a:prstGeom>
        </p:spPr>
      </p:pic>
      <p:pic>
        <p:nvPicPr>
          <p:cNvPr id="39" name="Graphic 38" descr="Cursor with solid fill">
            <a:extLst>
              <a:ext uri="{FF2B5EF4-FFF2-40B4-BE49-F238E27FC236}">
                <a16:creationId xmlns:a16="http://schemas.microsoft.com/office/drawing/2014/main" id="{9B838977-05FE-A210-EC02-97A836B141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3417125"/>
            <a:ext cx="274320" cy="274320"/>
          </a:xfrm>
          <a:prstGeom prst="rect">
            <a:avLst/>
          </a:prstGeom>
        </p:spPr>
      </p:pic>
      <p:pic>
        <p:nvPicPr>
          <p:cNvPr id="42" name="Graphic 41" descr="Cursor with solid fill">
            <a:extLst>
              <a:ext uri="{FF2B5EF4-FFF2-40B4-BE49-F238E27FC236}">
                <a16:creationId xmlns:a16="http://schemas.microsoft.com/office/drawing/2014/main" id="{6203A06B-0F7D-6C93-2681-BF1981A2C4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661876"/>
            <a:ext cx="274320" cy="274320"/>
          </a:xfrm>
          <a:prstGeom prst="rect">
            <a:avLst/>
          </a:prstGeom>
        </p:spPr>
      </p:pic>
      <p:sp>
        <p:nvSpPr>
          <p:cNvPr id="43" name="question 1">
            <a:hlinkClick r:id="rId14" action="ppaction://hlinksldjump"/>
            <a:extLst>
              <a:ext uri="{FF2B5EF4-FFF2-40B4-BE49-F238E27FC236}">
                <a16:creationId xmlns:a16="http://schemas.microsoft.com/office/drawing/2014/main" id="{7AED338C-E1C7-E672-F2A3-B1C7D48458DA}"/>
              </a:ext>
            </a:extLst>
          </p:cNvPr>
          <p:cNvSpPr txBox="1"/>
          <p:nvPr/>
        </p:nvSpPr>
        <p:spPr>
          <a:xfrm>
            <a:off x="179164" y="220057"/>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Impact</a:t>
            </a:r>
          </a:p>
        </p:txBody>
      </p:sp>
    </p:spTree>
    <p:extLst>
      <p:ext uri="{BB962C8B-B14F-4D97-AF65-F5344CB8AC3E}">
        <p14:creationId xmlns:p14="http://schemas.microsoft.com/office/powerpoint/2010/main" val="19622733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21"/>
                  </p:tgtEl>
                </p:cond>
              </p:nextCondLst>
            </p:seq>
            <p:seq concurrent="1" nextAc="seek">
              <p:cTn id="11" restart="whenNotActive" fill="hold" evtFilter="cancelBubble" nodeType="interactiveSeq">
                <p:stCondLst>
                  <p:cond evt="onClick" delay="0">
                    <p:tgtEl>
                      <p:spTgt spid="2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par>
                                <p:cTn id="16" presetID="1" presetClass="exit" presetSubtype="0" fill="hold" nodeType="withEffect">
                                  <p:stCondLst>
                                    <p:cond delay="0"/>
                                  </p:stCondLst>
                                  <p:childTnLst>
                                    <p:set>
                                      <p:cBhvr>
                                        <p:cTn id="17" dur="1" fill="hold">
                                          <p:stCondLst>
                                            <p:cond delay="0"/>
                                          </p:stCondLst>
                                        </p:cTn>
                                        <p:tgtEl>
                                          <p:spTgt spid="34"/>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20" restart="whenNotActive" fill="hold" evtFilter="cancelBubble" nodeType="interactiveSeq">
                <p:stCondLst>
                  <p:cond evt="onClick" delay="0">
                    <p:tgtEl>
                      <p:spTgt spid="22"/>
                    </p:tgtEl>
                  </p:cond>
                </p:stCondLst>
                <p:endSync evt="end" delay="0">
                  <p:rtn val="all"/>
                </p:endSync>
                <p:childTnLst>
                  <p:par>
                    <p:cTn id="21" fill="hold">
                      <p:stCondLst>
                        <p:cond delay="0"/>
                      </p:stCondLst>
                      <p:childTnLst>
                        <p:par>
                          <p:cTn id="22" fill="hold">
                            <p:stCondLst>
                              <p:cond delay="0"/>
                            </p:stCondLst>
                            <p:childTnLst>
                              <p:par>
                                <p:cTn id="23" presetID="1" presetClass="exit"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22"/>
                  </p:tgtEl>
                </p:cond>
              </p:nextCondLst>
            </p:seq>
          </p:childTnLst>
        </p:cTn>
      </p:par>
    </p:tnLst>
    <p:bldLst>
      <p:bldP spid="22" grpId="0" animBg="1"/>
      <p:bldP spid="21" grpId="0" animBg="1"/>
      <p:bldP spid="25" grpId="0" animBg="1"/>
      <p:bldP spid="35" grpId="0" animBg="1"/>
      <p:bldP spid="3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Step 4">
            <a:extLst>
              <a:ext uri="{FF2B5EF4-FFF2-40B4-BE49-F238E27FC236}">
                <a16:creationId xmlns:a16="http://schemas.microsoft.com/office/drawing/2014/main" id="{2B037426-9011-5D13-07E5-2D1F47607289}"/>
              </a:ext>
            </a:extLst>
          </p:cNvPr>
          <p:cNvGrpSpPr/>
          <p:nvPr/>
        </p:nvGrpSpPr>
        <p:grpSpPr>
          <a:xfrm>
            <a:off x="1972486" y="5499210"/>
            <a:ext cx="3474720" cy="1005840"/>
            <a:chOff x="1972486" y="5499208"/>
            <a:chExt cx="3474720" cy="1156893"/>
          </a:xfrm>
          <a:effectLst/>
        </p:grpSpPr>
        <p:grpSp>
          <p:nvGrpSpPr>
            <p:cNvPr id="94" name="Group 93">
              <a:extLst>
                <a:ext uri="{FF2B5EF4-FFF2-40B4-BE49-F238E27FC236}">
                  <a16:creationId xmlns:a16="http://schemas.microsoft.com/office/drawing/2014/main" id="{F21997A9-BA25-9119-C354-9428E650F268}"/>
                </a:ext>
              </a:extLst>
            </p:cNvPr>
            <p:cNvGrpSpPr/>
            <p:nvPr/>
          </p:nvGrpSpPr>
          <p:grpSpPr>
            <a:xfrm>
              <a:off x="1972486" y="5499208"/>
              <a:ext cx="3474720" cy="1156893"/>
              <a:chOff x="2318167" y="5315796"/>
              <a:chExt cx="3455475" cy="1156893"/>
            </a:xfrm>
          </p:grpSpPr>
          <p:sp>
            <p:nvSpPr>
              <p:cNvPr id="96" name="Rectangle: Rounded Corners 95">
                <a:extLst>
                  <a:ext uri="{FF2B5EF4-FFF2-40B4-BE49-F238E27FC236}">
                    <a16:creationId xmlns:a16="http://schemas.microsoft.com/office/drawing/2014/main" id="{2AB4B278-01C4-9F33-B8A4-0AB0075FA6DD}"/>
                  </a:ext>
                </a:extLst>
              </p:cNvPr>
              <p:cNvSpPr/>
              <p:nvPr/>
            </p:nvSpPr>
            <p:spPr>
              <a:xfrm>
                <a:off x="2318167" y="5315796"/>
                <a:ext cx="3455475" cy="1156893"/>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98" name="Graphic 97" descr="Clipboard with solid fill">
                <a:extLst>
                  <a:ext uri="{FF2B5EF4-FFF2-40B4-BE49-F238E27FC236}">
                    <a16:creationId xmlns:a16="http://schemas.microsoft.com/office/drawing/2014/main" id="{34280A9F-6B3A-600A-59AB-775F72A6542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5614" y="5437044"/>
                <a:ext cx="712549" cy="914400"/>
              </a:xfrm>
              <a:prstGeom prst="rect">
                <a:avLst/>
              </a:prstGeom>
            </p:spPr>
          </p:pic>
        </p:grpSp>
        <p:sp>
          <p:nvSpPr>
            <p:cNvPr id="95" name="TextBox 94">
              <a:extLst>
                <a:ext uri="{FF2B5EF4-FFF2-40B4-BE49-F238E27FC236}">
                  <a16:creationId xmlns:a16="http://schemas.microsoft.com/office/drawing/2014/main" id="{9E08D7C1-97C3-0D62-C7C9-E1D01D137A28}"/>
                </a:ext>
              </a:extLst>
            </p:cNvPr>
            <p:cNvSpPr txBox="1"/>
            <p:nvPr/>
          </p:nvSpPr>
          <p:spPr>
            <a:xfrm>
              <a:off x="2644038" y="5876116"/>
              <a:ext cx="2640508" cy="400110"/>
            </a:xfrm>
            <a:prstGeom prst="rect">
              <a:avLst/>
            </a:prstGeom>
            <a:noFill/>
          </p:spPr>
          <p:txBody>
            <a:bodyPr wrap="square">
              <a:spAutoFit/>
            </a:bodyPr>
            <a:lstStyle/>
            <a:p>
              <a:pPr lvl="0" algn="ctr"/>
              <a:r>
                <a:rPr lang="en-US" sz="2000" dirty="0"/>
                <a:t>Obtain consent</a:t>
              </a:r>
            </a:p>
          </p:txBody>
        </p:sp>
      </p:grpSp>
      <p:grpSp>
        <p:nvGrpSpPr>
          <p:cNvPr id="86" name="Step 3">
            <a:extLst>
              <a:ext uri="{FF2B5EF4-FFF2-40B4-BE49-F238E27FC236}">
                <a16:creationId xmlns:a16="http://schemas.microsoft.com/office/drawing/2014/main" id="{281DA71C-D405-B74A-E544-2DA9BC39BD3E}"/>
              </a:ext>
            </a:extLst>
          </p:cNvPr>
          <p:cNvGrpSpPr/>
          <p:nvPr/>
        </p:nvGrpSpPr>
        <p:grpSpPr>
          <a:xfrm>
            <a:off x="1977302" y="3904090"/>
            <a:ext cx="3474720" cy="1005840"/>
            <a:chOff x="2408776" y="3863090"/>
            <a:chExt cx="3455475" cy="1013121"/>
          </a:xfrm>
          <a:effectLst/>
        </p:grpSpPr>
        <p:grpSp>
          <p:nvGrpSpPr>
            <p:cNvPr id="87" name="Group 86">
              <a:extLst>
                <a:ext uri="{FF2B5EF4-FFF2-40B4-BE49-F238E27FC236}">
                  <a16:creationId xmlns:a16="http://schemas.microsoft.com/office/drawing/2014/main" id="{C124110D-1FCC-A5BF-D238-2448E60A541B}"/>
                </a:ext>
              </a:extLst>
            </p:cNvPr>
            <p:cNvGrpSpPr/>
            <p:nvPr/>
          </p:nvGrpSpPr>
          <p:grpSpPr>
            <a:xfrm>
              <a:off x="2408776" y="3863090"/>
              <a:ext cx="3455475" cy="1013121"/>
              <a:chOff x="2327360" y="896586"/>
              <a:chExt cx="3455475" cy="1013121"/>
            </a:xfrm>
          </p:grpSpPr>
          <p:sp>
            <p:nvSpPr>
              <p:cNvPr id="91" name="Rectangle: Rounded Corners 90">
                <a:extLst>
                  <a:ext uri="{FF2B5EF4-FFF2-40B4-BE49-F238E27FC236}">
                    <a16:creationId xmlns:a16="http://schemas.microsoft.com/office/drawing/2014/main" id="{D06476E9-0531-FBC0-FC8A-23EDE5B0CD3B}"/>
                  </a:ext>
                </a:extLst>
              </p:cNvPr>
              <p:cNvSpPr/>
              <p:nvPr/>
            </p:nvSpPr>
            <p:spPr>
              <a:xfrm>
                <a:off x="2327360" y="896586"/>
                <a:ext cx="3455475" cy="1013121"/>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AEEF5A13-85A2-ED2D-AE8D-AA2CD3974332}"/>
                  </a:ext>
                </a:extLst>
              </p:cNvPr>
              <p:cNvSpPr txBox="1"/>
              <p:nvPr/>
            </p:nvSpPr>
            <p:spPr>
              <a:xfrm>
                <a:off x="2995194" y="1049202"/>
                <a:ext cx="2625883" cy="707886"/>
              </a:xfrm>
              <a:prstGeom prst="rect">
                <a:avLst/>
              </a:prstGeom>
              <a:noFill/>
            </p:spPr>
            <p:txBody>
              <a:bodyPr wrap="square">
                <a:spAutoFit/>
              </a:bodyPr>
              <a:lstStyle/>
              <a:p>
                <a:pPr lvl="0" algn="ctr"/>
                <a:r>
                  <a:rPr lang="en-US" sz="2000" dirty="0"/>
                  <a:t>Assess for medical contraindications</a:t>
                </a:r>
              </a:p>
            </p:txBody>
          </p:sp>
        </p:grpSp>
        <p:pic>
          <p:nvPicPr>
            <p:cNvPr id="90" name="Graphic 89" descr="First aid kit with solid fill">
              <a:extLst>
                <a:ext uri="{FF2B5EF4-FFF2-40B4-BE49-F238E27FC236}">
                  <a16:creationId xmlns:a16="http://schemas.microsoft.com/office/drawing/2014/main" id="{CC291B05-B9B3-77AC-F565-72A01195EC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28643" y="3974882"/>
              <a:ext cx="789539" cy="789539"/>
            </a:xfrm>
            <a:prstGeom prst="rect">
              <a:avLst/>
            </a:prstGeom>
          </p:spPr>
        </p:pic>
      </p:grpSp>
      <p:grpSp>
        <p:nvGrpSpPr>
          <p:cNvPr id="81" name="Step 2">
            <a:extLst>
              <a:ext uri="{FF2B5EF4-FFF2-40B4-BE49-F238E27FC236}">
                <a16:creationId xmlns:a16="http://schemas.microsoft.com/office/drawing/2014/main" id="{40FFC951-74BC-C441-931E-64F3D12EFD5C}"/>
              </a:ext>
            </a:extLst>
          </p:cNvPr>
          <p:cNvGrpSpPr/>
          <p:nvPr/>
        </p:nvGrpSpPr>
        <p:grpSpPr>
          <a:xfrm>
            <a:off x="1972486" y="2404394"/>
            <a:ext cx="3474720" cy="1005840"/>
            <a:chOff x="2309579" y="2610351"/>
            <a:chExt cx="3455475" cy="1013121"/>
          </a:xfrm>
          <a:effectLst/>
        </p:grpSpPr>
        <p:grpSp>
          <p:nvGrpSpPr>
            <p:cNvPr id="82" name="Group 81">
              <a:extLst>
                <a:ext uri="{FF2B5EF4-FFF2-40B4-BE49-F238E27FC236}">
                  <a16:creationId xmlns:a16="http://schemas.microsoft.com/office/drawing/2014/main" id="{5322C032-77B6-3F0A-9E07-483F82F6001F}"/>
                </a:ext>
              </a:extLst>
            </p:cNvPr>
            <p:cNvGrpSpPr/>
            <p:nvPr/>
          </p:nvGrpSpPr>
          <p:grpSpPr>
            <a:xfrm>
              <a:off x="2309579" y="2610351"/>
              <a:ext cx="3455475" cy="1013121"/>
              <a:chOff x="2327361" y="896586"/>
              <a:chExt cx="3455475" cy="1013121"/>
            </a:xfrm>
          </p:grpSpPr>
          <p:sp>
            <p:nvSpPr>
              <p:cNvPr id="84" name="Rectangle: Rounded Corners 83">
                <a:extLst>
                  <a:ext uri="{FF2B5EF4-FFF2-40B4-BE49-F238E27FC236}">
                    <a16:creationId xmlns:a16="http://schemas.microsoft.com/office/drawing/2014/main" id="{C6B08689-C00F-C64F-17DA-E6AE417E0B91}"/>
                  </a:ext>
                </a:extLst>
              </p:cNvPr>
              <p:cNvSpPr/>
              <p:nvPr/>
            </p:nvSpPr>
            <p:spPr>
              <a:xfrm>
                <a:off x="2327361" y="896586"/>
                <a:ext cx="3455475" cy="1013121"/>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A9A60C5E-18DD-3CBB-9E53-E313D010DA55}"/>
                  </a:ext>
                </a:extLst>
              </p:cNvPr>
              <p:cNvSpPr txBox="1"/>
              <p:nvPr/>
            </p:nvSpPr>
            <p:spPr>
              <a:xfrm>
                <a:off x="2984311" y="1046181"/>
                <a:ext cx="2625883" cy="707886"/>
              </a:xfrm>
              <a:prstGeom prst="rect">
                <a:avLst/>
              </a:prstGeom>
              <a:noFill/>
            </p:spPr>
            <p:txBody>
              <a:bodyPr wrap="square" lIns="91440" tIns="45720" rIns="91440" bIns="45720" anchor="t">
                <a:spAutoFit/>
              </a:bodyPr>
              <a:lstStyle/>
              <a:p>
                <a:pPr algn="ctr"/>
                <a:r>
                  <a:rPr lang="en-US" sz="2000"/>
                  <a:t>Choose a medication regimen </a:t>
                </a:r>
              </a:p>
            </p:txBody>
          </p:sp>
        </p:grpSp>
        <p:pic>
          <p:nvPicPr>
            <p:cNvPr id="83" name="Graphic 82" descr="Signpost with solid fill">
              <a:extLst>
                <a:ext uri="{FF2B5EF4-FFF2-40B4-BE49-F238E27FC236}">
                  <a16:creationId xmlns:a16="http://schemas.microsoft.com/office/drawing/2014/main" id="{076DDF0A-3BC1-8DEB-600E-AFFF19EF9A8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38702" y="2682913"/>
              <a:ext cx="861953" cy="861953"/>
            </a:xfrm>
            <a:prstGeom prst="rect">
              <a:avLst/>
            </a:prstGeom>
          </p:spPr>
        </p:pic>
      </p:grpSp>
      <p:grpSp>
        <p:nvGrpSpPr>
          <p:cNvPr id="77" name="Step 1">
            <a:extLst>
              <a:ext uri="{FF2B5EF4-FFF2-40B4-BE49-F238E27FC236}">
                <a16:creationId xmlns:a16="http://schemas.microsoft.com/office/drawing/2014/main" id="{7BC147AA-904A-567E-6E4A-7ABE6C514115}"/>
              </a:ext>
            </a:extLst>
          </p:cNvPr>
          <p:cNvGrpSpPr/>
          <p:nvPr/>
        </p:nvGrpSpPr>
        <p:grpSpPr>
          <a:xfrm>
            <a:off x="1977302" y="748267"/>
            <a:ext cx="3474720" cy="1005840"/>
            <a:chOff x="2327361" y="896586"/>
            <a:chExt cx="3455475" cy="1013121"/>
          </a:xfrm>
          <a:effectLst/>
        </p:grpSpPr>
        <p:sp>
          <p:nvSpPr>
            <p:cNvPr id="78" name="Rectangle: Rounded Corners 77">
              <a:extLst>
                <a:ext uri="{FF2B5EF4-FFF2-40B4-BE49-F238E27FC236}">
                  <a16:creationId xmlns:a16="http://schemas.microsoft.com/office/drawing/2014/main" id="{047E1A06-6364-08A2-BF9E-782580B1B1A6}"/>
                </a:ext>
              </a:extLst>
            </p:cNvPr>
            <p:cNvSpPr/>
            <p:nvPr/>
          </p:nvSpPr>
          <p:spPr>
            <a:xfrm>
              <a:off x="2327361" y="896586"/>
              <a:ext cx="3455475" cy="1013121"/>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Graphic 78" descr="Beaker with solid fill">
              <a:extLst>
                <a:ext uri="{FF2B5EF4-FFF2-40B4-BE49-F238E27FC236}">
                  <a16:creationId xmlns:a16="http://schemas.microsoft.com/office/drawing/2014/main" id="{A638AC1E-62F1-7172-7684-8B96BA06E45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00430" y="1022948"/>
              <a:ext cx="726926" cy="726926"/>
            </a:xfrm>
            <a:prstGeom prst="rect">
              <a:avLst/>
            </a:prstGeom>
          </p:spPr>
        </p:pic>
        <p:sp>
          <p:nvSpPr>
            <p:cNvPr id="80" name="TextBox 79">
              <a:extLst>
                <a:ext uri="{FF2B5EF4-FFF2-40B4-BE49-F238E27FC236}">
                  <a16:creationId xmlns:a16="http://schemas.microsoft.com/office/drawing/2014/main" id="{8996309C-7FE1-7EAD-FF0D-09D856825A62}"/>
                </a:ext>
              </a:extLst>
            </p:cNvPr>
            <p:cNvSpPr txBox="1"/>
            <p:nvPr/>
          </p:nvSpPr>
          <p:spPr>
            <a:xfrm>
              <a:off x="3031205" y="1066346"/>
              <a:ext cx="2625883" cy="707886"/>
            </a:xfrm>
            <a:prstGeom prst="rect">
              <a:avLst/>
            </a:prstGeom>
            <a:noFill/>
          </p:spPr>
          <p:txBody>
            <a:bodyPr wrap="square">
              <a:spAutoFit/>
            </a:bodyPr>
            <a:lstStyle/>
            <a:p>
              <a:pPr lvl="0" algn="ctr"/>
              <a:r>
                <a:rPr lang="en-US" sz="2000" dirty="0"/>
                <a:t>Confirm pregnancy and gestational age</a:t>
              </a:r>
            </a:p>
          </p:txBody>
        </p:sp>
      </p:grpSp>
      <p:pic>
        <p:nvPicPr>
          <p:cNvPr id="15" name="teachIM logo" descr="Icon&#10;&#10;Description automatically generated">
            <a:extLst>
              <a:ext uri="{FF2B5EF4-FFF2-40B4-BE49-F238E27FC236}">
                <a16:creationId xmlns:a16="http://schemas.microsoft.com/office/drawing/2014/main" id="{70C3A7B2-A401-4341-60CD-F722C9FA5AB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31" name="TextBox 30">
            <a:extLst>
              <a:ext uri="{FF2B5EF4-FFF2-40B4-BE49-F238E27FC236}">
                <a16:creationId xmlns:a16="http://schemas.microsoft.com/office/drawing/2014/main" id="{BF290008-D988-A44A-0A09-A4F3BDD1FEEC}"/>
              </a:ext>
            </a:extLst>
          </p:cNvPr>
          <p:cNvSpPr txBox="1"/>
          <p:nvPr/>
        </p:nvSpPr>
        <p:spPr>
          <a:xfrm>
            <a:off x="3380738" y="133793"/>
            <a:ext cx="6307494" cy="461665"/>
          </a:xfrm>
          <a:prstGeom prst="rect">
            <a:avLst/>
          </a:prstGeom>
          <a:noFill/>
        </p:spPr>
        <p:txBody>
          <a:bodyPr wrap="square" lIns="91440" tIns="45720" rIns="91440" bIns="45720" rtlCol="0" anchor="t">
            <a:spAutoFit/>
          </a:bodyPr>
          <a:lstStyle/>
          <a:p>
            <a:pPr algn="ctr"/>
            <a:r>
              <a:rPr lang="en-US" sz="2400" b="1" dirty="0"/>
              <a:t>Stepwise Approach to Medication Abortion</a:t>
            </a:r>
            <a:endParaRPr lang="en-US" sz="2400" b="1" dirty="0">
              <a:cs typeface="Calibri"/>
            </a:endParaRPr>
          </a:p>
        </p:txBody>
      </p:sp>
      <p:grpSp>
        <p:nvGrpSpPr>
          <p:cNvPr id="40" name="Step 1 button">
            <a:extLst>
              <a:ext uri="{FF2B5EF4-FFF2-40B4-BE49-F238E27FC236}">
                <a16:creationId xmlns:a16="http://schemas.microsoft.com/office/drawing/2014/main" id="{2ADA23C3-C06B-8184-7041-52F205F9CEBD}"/>
              </a:ext>
            </a:extLst>
          </p:cNvPr>
          <p:cNvGrpSpPr/>
          <p:nvPr/>
        </p:nvGrpSpPr>
        <p:grpSpPr>
          <a:xfrm>
            <a:off x="1977302" y="748267"/>
            <a:ext cx="3474720" cy="1005840"/>
            <a:chOff x="2327361" y="896586"/>
            <a:chExt cx="3455475" cy="1013121"/>
          </a:xfrm>
          <a:effectLst>
            <a:outerShdw blurRad="50800" dist="38100" dir="2700000" algn="tl" rotWithShape="0">
              <a:prstClr val="black">
                <a:alpha val="40000"/>
              </a:prstClr>
            </a:outerShdw>
          </a:effectLst>
        </p:grpSpPr>
        <p:sp>
          <p:nvSpPr>
            <p:cNvPr id="33" name="Rectangle: Rounded Corners 32">
              <a:extLst>
                <a:ext uri="{FF2B5EF4-FFF2-40B4-BE49-F238E27FC236}">
                  <a16:creationId xmlns:a16="http://schemas.microsoft.com/office/drawing/2014/main" id="{4B287C7B-4137-C364-5E6D-1AF37141BCC0}"/>
                </a:ext>
              </a:extLst>
            </p:cNvPr>
            <p:cNvSpPr/>
            <p:nvPr/>
          </p:nvSpPr>
          <p:spPr>
            <a:xfrm>
              <a:off x="2327361" y="896586"/>
              <a:ext cx="3455475" cy="1013121"/>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Graphic 31" descr="Beaker with solid fill">
              <a:extLst>
                <a:ext uri="{FF2B5EF4-FFF2-40B4-BE49-F238E27FC236}">
                  <a16:creationId xmlns:a16="http://schemas.microsoft.com/office/drawing/2014/main" id="{3F30C99D-3A06-FFDB-6013-690C43C060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00430" y="1022948"/>
              <a:ext cx="726926" cy="726926"/>
            </a:xfrm>
            <a:prstGeom prst="rect">
              <a:avLst/>
            </a:prstGeom>
          </p:spPr>
        </p:pic>
        <p:sp>
          <p:nvSpPr>
            <p:cNvPr id="37" name="TextBox 36">
              <a:extLst>
                <a:ext uri="{FF2B5EF4-FFF2-40B4-BE49-F238E27FC236}">
                  <a16:creationId xmlns:a16="http://schemas.microsoft.com/office/drawing/2014/main" id="{BEAEDA26-026A-2DBB-9F97-FE994F33723C}"/>
                </a:ext>
              </a:extLst>
            </p:cNvPr>
            <p:cNvSpPr txBox="1"/>
            <p:nvPr/>
          </p:nvSpPr>
          <p:spPr>
            <a:xfrm>
              <a:off x="3036128" y="1026772"/>
              <a:ext cx="2625883" cy="707886"/>
            </a:xfrm>
            <a:prstGeom prst="rect">
              <a:avLst/>
            </a:prstGeom>
            <a:noFill/>
          </p:spPr>
          <p:txBody>
            <a:bodyPr wrap="square">
              <a:spAutoFit/>
            </a:bodyPr>
            <a:lstStyle/>
            <a:p>
              <a:pPr lvl="0" algn="ctr"/>
              <a:r>
                <a:rPr lang="en-US" sz="2000" dirty="0"/>
                <a:t>Confirm pregnancy and gestational age</a:t>
              </a:r>
            </a:p>
          </p:txBody>
        </p:sp>
      </p:grpSp>
      <p:pic>
        <p:nvPicPr>
          <p:cNvPr id="39" name="Graphic 38" descr="Cursor with solid fill">
            <a:extLst>
              <a:ext uri="{FF2B5EF4-FFF2-40B4-BE49-F238E27FC236}">
                <a16:creationId xmlns:a16="http://schemas.microsoft.com/office/drawing/2014/main" id="{CDB669C1-2F7C-4E0B-AE5D-26D240BD2B7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301149" y="1581776"/>
            <a:ext cx="274320" cy="274320"/>
          </a:xfrm>
          <a:prstGeom prst="rect">
            <a:avLst/>
          </a:prstGeom>
        </p:spPr>
      </p:pic>
      <p:grpSp>
        <p:nvGrpSpPr>
          <p:cNvPr id="47" name="Step 2 button">
            <a:extLst>
              <a:ext uri="{FF2B5EF4-FFF2-40B4-BE49-F238E27FC236}">
                <a16:creationId xmlns:a16="http://schemas.microsoft.com/office/drawing/2014/main" id="{3D74F8B3-B1C1-64A9-CDBE-2A600087B2EC}"/>
              </a:ext>
            </a:extLst>
          </p:cNvPr>
          <p:cNvGrpSpPr/>
          <p:nvPr/>
        </p:nvGrpSpPr>
        <p:grpSpPr>
          <a:xfrm>
            <a:off x="1972486" y="2404394"/>
            <a:ext cx="3474720" cy="1005840"/>
            <a:chOff x="2309579" y="2610351"/>
            <a:chExt cx="3455475" cy="1013121"/>
          </a:xfrm>
          <a:effectLst/>
        </p:grpSpPr>
        <p:grpSp>
          <p:nvGrpSpPr>
            <p:cNvPr id="41" name="Group 40">
              <a:extLst>
                <a:ext uri="{FF2B5EF4-FFF2-40B4-BE49-F238E27FC236}">
                  <a16:creationId xmlns:a16="http://schemas.microsoft.com/office/drawing/2014/main" id="{E4F16E0E-859C-FACC-7E7A-093777D4EA1D}"/>
                </a:ext>
              </a:extLst>
            </p:cNvPr>
            <p:cNvGrpSpPr/>
            <p:nvPr/>
          </p:nvGrpSpPr>
          <p:grpSpPr>
            <a:xfrm>
              <a:off x="2309579" y="2610351"/>
              <a:ext cx="3455475" cy="1013121"/>
              <a:chOff x="2327361" y="896586"/>
              <a:chExt cx="3455475" cy="1013121"/>
            </a:xfrm>
          </p:grpSpPr>
          <p:sp>
            <p:nvSpPr>
              <p:cNvPr id="43" name="Rectangle: Rounded Corners 42">
                <a:extLst>
                  <a:ext uri="{FF2B5EF4-FFF2-40B4-BE49-F238E27FC236}">
                    <a16:creationId xmlns:a16="http://schemas.microsoft.com/office/drawing/2014/main" id="{A776E2B7-961E-3510-4715-0913D2288819}"/>
                  </a:ext>
                </a:extLst>
              </p:cNvPr>
              <p:cNvSpPr/>
              <p:nvPr/>
            </p:nvSpPr>
            <p:spPr>
              <a:xfrm>
                <a:off x="2327361" y="896586"/>
                <a:ext cx="3455475" cy="1013121"/>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B34CAA6-F99A-C73F-4C89-54646CD308FD}"/>
                  </a:ext>
                </a:extLst>
              </p:cNvPr>
              <p:cNvSpPr txBox="1"/>
              <p:nvPr/>
            </p:nvSpPr>
            <p:spPr>
              <a:xfrm>
                <a:off x="2984311" y="1046181"/>
                <a:ext cx="2625883" cy="707886"/>
              </a:xfrm>
              <a:prstGeom prst="rect">
                <a:avLst/>
              </a:prstGeom>
              <a:noFill/>
            </p:spPr>
            <p:txBody>
              <a:bodyPr wrap="square" lIns="91440" tIns="45720" rIns="91440" bIns="45720" anchor="t">
                <a:spAutoFit/>
              </a:bodyPr>
              <a:lstStyle/>
              <a:p>
                <a:pPr algn="ctr"/>
                <a:r>
                  <a:rPr lang="en-US" sz="2000"/>
                  <a:t>Choose a medication regimen </a:t>
                </a:r>
              </a:p>
            </p:txBody>
          </p:sp>
        </p:grpSp>
        <p:pic>
          <p:nvPicPr>
            <p:cNvPr id="46" name="Graphic 45" descr="Signpost with solid fill">
              <a:extLst>
                <a:ext uri="{FF2B5EF4-FFF2-40B4-BE49-F238E27FC236}">
                  <a16:creationId xmlns:a16="http://schemas.microsoft.com/office/drawing/2014/main" id="{730B8FAB-720D-FFBA-3CC6-D4F723D783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38702" y="2682913"/>
              <a:ext cx="861953" cy="861953"/>
            </a:xfrm>
            <a:prstGeom prst="rect">
              <a:avLst/>
            </a:prstGeom>
          </p:spPr>
        </p:pic>
      </p:grpSp>
      <p:pic>
        <p:nvPicPr>
          <p:cNvPr id="48" name="Graphic 47" descr="Cursor with solid fill">
            <a:extLst>
              <a:ext uri="{FF2B5EF4-FFF2-40B4-BE49-F238E27FC236}">
                <a16:creationId xmlns:a16="http://schemas.microsoft.com/office/drawing/2014/main" id="{F6AA4718-11F2-6CA9-A9D7-DDD598575CB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301149" y="3230749"/>
            <a:ext cx="274320" cy="274320"/>
          </a:xfrm>
          <a:prstGeom prst="rect">
            <a:avLst/>
          </a:prstGeom>
        </p:spPr>
      </p:pic>
      <p:grpSp>
        <p:nvGrpSpPr>
          <p:cNvPr id="54" name="Step 3 button">
            <a:extLst>
              <a:ext uri="{FF2B5EF4-FFF2-40B4-BE49-F238E27FC236}">
                <a16:creationId xmlns:a16="http://schemas.microsoft.com/office/drawing/2014/main" id="{B8FE0CAF-0264-3349-0721-A79C81F44B44}"/>
              </a:ext>
            </a:extLst>
          </p:cNvPr>
          <p:cNvGrpSpPr/>
          <p:nvPr/>
        </p:nvGrpSpPr>
        <p:grpSpPr>
          <a:xfrm>
            <a:off x="1977302" y="3904090"/>
            <a:ext cx="3474720" cy="1005840"/>
            <a:chOff x="2408777" y="3863090"/>
            <a:chExt cx="3455475" cy="1013121"/>
          </a:xfrm>
          <a:effectLst>
            <a:outerShdw blurRad="50800" dist="38100" dir="2700000" algn="tl" rotWithShape="0">
              <a:prstClr val="black">
                <a:alpha val="40000"/>
              </a:prstClr>
            </a:outerShdw>
          </a:effectLst>
        </p:grpSpPr>
        <p:grpSp>
          <p:nvGrpSpPr>
            <p:cNvPr id="50" name="Group 49">
              <a:extLst>
                <a:ext uri="{FF2B5EF4-FFF2-40B4-BE49-F238E27FC236}">
                  <a16:creationId xmlns:a16="http://schemas.microsoft.com/office/drawing/2014/main" id="{95FF188C-1CDE-DF63-36C1-BEA038AE7A85}"/>
                </a:ext>
              </a:extLst>
            </p:cNvPr>
            <p:cNvGrpSpPr/>
            <p:nvPr/>
          </p:nvGrpSpPr>
          <p:grpSpPr>
            <a:xfrm>
              <a:off x="2408777" y="3863090"/>
              <a:ext cx="3455475" cy="1013121"/>
              <a:chOff x="2327361" y="896586"/>
              <a:chExt cx="3455475" cy="1013121"/>
            </a:xfrm>
          </p:grpSpPr>
          <p:sp>
            <p:nvSpPr>
              <p:cNvPr id="52" name="Rectangle: Rounded Corners 51">
                <a:extLst>
                  <a:ext uri="{FF2B5EF4-FFF2-40B4-BE49-F238E27FC236}">
                    <a16:creationId xmlns:a16="http://schemas.microsoft.com/office/drawing/2014/main" id="{FA4312F8-F8AC-4C29-B545-D7F255D6552F}"/>
                  </a:ext>
                </a:extLst>
              </p:cNvPr>
              <p:cNvSpPr/>
              <p:nvPr/>
            </p:nvSpPr>
            <p:spPr>
              <a:xfrm>
                <a:off x="2327361" y="896586"/>
                <a:ext cx="3455475" cy="1013121"/>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B9A2514-C2E8-284E-BF46-26AD48315EC7}"/>
                  </a:ext>
                </a:extLst>
              </p:cNvPr>
              <p:cNvSpPr txBox="1"/>
              <p:nvPr/>
            </p:nvSpPr>
            <p:spPr>
              <a:xfrm>
                <a:off x="2995194" y="1049202"/>
                <a:ext cx="2625883" cy="707886"/>
              </a:xfrm>
              <a:prstGeom prst="rect">
                <a:avLst/>
              </a:prstGeom>
              <a:noFill/>
            </p:spPr>
            <p:txBody>
              <a:bodyPr wrap="square">
                <a:spAutoFit/>
              </a:bodyPr>
              <a:lstStyle/>
              <a:p>
                <a:pPr lvl="0" algn="ctr"/>
                <a:r>
                  <a:rPr lang="en-US" sz="2000" dirty="0"/>
                  <a:t>Assess for medical contraindications</a:t>
                </a:r>
              </a:p>
            </p:txBody>
          </p:sp>
        </p:grpSp>
        <p:pic>
          <p:nvPicPr>
            <p:cNvPr id="42" name="Graphic 41" descr="First aid kit with solid fill">
              <a:extLst>
                <a:ext uri="{FF2B5EF4-FFF2-40B4-BE49-F238E27FC236}">
                  <a16:creationId xmlns:a16="http://schemas.microsoft.com/office/drawing/2014/main" id="{75B5C1FE-051E-6A47-CD83-118B655118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528643" y="3974880"/>
              <a:ext cx="789539" cy="789539"/>
            </a:xfrm>
            <a:prstGeom prst="rect">
              <a:avLst/>
            </a:prstGeom>
          </p:spPr>
        </p:pic>
      </p:grpSp>
      <p:pic>
        <p:nvPicPr>
          <p:cNvPr id="55" name="Graphic 54" descr="Cursor with solid fill">
            <a:extLst>
              <a:ext uri="{FF2B5EF4-FFF2-40B4-BE49-F238E27FC236}">
                <a16:creationId xmlns:a16="http://schemas.microsoft.com/office/drawing/2014/main" id="{5069FE8F-482B-25D3-4A99-32EBCA9A17D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301149" y="4748576"/>
            <a:ext cx="274320" cy="274320"/>
          </a:xfrm>
          <a:prstGeom prst="rect">
            <a:avLst/>
          </a:prstGeom>
        </p:spPr>
      </p:pic>
      <p:sp>
        <p:nvSpPr>
          <p:cNvPr id="64" name="Arrow: Right 63">
            <a:extLst>
              <a:ext uri="{FF2B5EF4-FFF2-40B4-BE49-F238E27FC236}">
                <a16:creationId xmlns:a16="http://schemas.microsoft.com/office/drawing/2014/main" id="{74630201-E0DD-C0D0-25EB-18D6F76F0F26}"/>
              </a:ext>
            </a:extLst>
          </p:cNvPr>
          <p:cNvSpPr/>
          <p:nvPr/>
        </p:nvSpPr>
        <p:spPr>
          <a:xfrm rot="5400000">
            <a:off x="3400294" y="1872262"/>
            <a:ext cx="619104" cy="40593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Arrow: Right 65">
            <a:extLst>
              <a:ext uri="{FF2B5EF4-FFF2-40B4-BE49-F238E27FC236}">
                <a16:creationId xmlns:a16="http://schemas.microsoft.com/office/drawing/2014/main" id="{5F74E768-61FD-5E55-26B8-53120D58DD12}"/>
              </a:ext>
            </a:extLst>
          </p:cNvPr>
          <p:cNvSpPr/>
          <p:nvPr/>
        </p:nvSpPr>
        <p:spPr>
          <a:xfrm rot="5400000">
            <a:off x="3471023" y="3445280"/>
            <a:ext cx="477647" cy="42031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Arrow: Right 66">
            <a:extLst>
              <a:ext uri="{FF2B5EF4-FFF2-40B4-BE49-F238E27FC236}">
                <a16:creationId xmlns:a16="http://schemas.microsoft.com/office/drawing/2014/main" id="{5097649A-A7C4-3052-A4B4-2751BDA3B413}"/>
              </a:ext>
            </a:extLst>
          </p:cNvPr>
          <p:cNvSpPr/>
          <p:nvPr/>
        </p:nvSpPr>
        <p:spPr>
          <a:xfrm rot="5400000">
            <a:off x="3420122" y="4996688"/>
            <a:ext cx="579448" cy="40593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a:extLst>
              <a:ext uri="{FF2B5EF4-FFF2-40B4-BE49-F238E27FC236}">
                <a16:creationId xmlns:a16="http://schemas.microsoft.com/office/drawing/2014/main" id="{42E68F7F-8A3E-856C-52BF-6AC4A64B70D5}"/>
              </a:ext>
            </a:extLst>
          </p:cNvPr>
          <p:cNvCxnSpPr>
            <a:cxnSpLocks/>
            <a:stCxn id="52" idx="3"/>
            <a:endCxn id="88" idx="1"/>
          </p:cNvCxnSpPr>
          <p:nvPr/>
        </p:nvCxnSpPr>
        <p:spPr>
          <a:xfrm flipV="1">
            <a:off x="5452022" y="4407008"/>
            <a:ext cx="702947" cy="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F8C40A4F-A422-A8E1-CF76-00722D8EF878}"/>
              </a:ext>
            </a:extLst>
          </p:cNvPr>
          <p:cNvCxnSpPr>
            <a:cxnSpLocks/>
            <a:stCxn id="59" idx="3"/>
            <a:endCxn id="20" idx="1"/>
          </p:cNvCxnSpPr>
          <p:nvPr/>
        </p:nvCxnSpPr>
        <p:spPr>
          <a:xfrm flipV="1">
            <a:off x="5447206" y="5999710"/>
            <a:ext cx="707763" cy="242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9F03E52-7C53-262F-8902-8519F64AE059}"/>
              </a:ext>
            </a:extLst>
          </p:cNvPr>
          <p:cNvSpPr txBox="1"/>
          <p:nvPr/>
        </p:nvSpPr>
        <p:spPr>
          <a:xfrm>
            <a:off x="6154969" y="748794"/>
            <a:ext cx="5486400" cy="1446550"/>
          </a:xfrm>
          <a:prstGeom prst="rect">
            <a:avLst/>
          </a:prstGeom>
          <a:ln w="19050"/>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marL="0" lvl="1"/>
            <a:r>
              <a:rPr lang="en-US" dirty="0"/>
              <a:t>Considered up to 77 d (11 </a:t>
            </a:r>
            <a:r>
              <a:rPr lang="en-US" dirty="0" err="1"/>
              <a:t>wk</a:t>
            </a:r>
            <a:r>
              <a:rPr lang="en-US" dirty="0"/>
              <a:t>) of gestation</a:t>
            </a:r>
          </a:p>
          <a:p>
            <a:pPr marL="118745" lvl="1" indent="-118745">
              <a:buFont typeface="Arial" panose="020B0604020202020204" pitchFamily="34" charset="0"/>
              <a:buChar char="•"/>
            </a:pPr>
            <a:r>
              <a:rPr lang="en-US" dirty="0"/>
              <a:t>First day of LMP</a:t>
            </a:r>
            <a:endParaRPr lang="en-US" dirty="0">
              <a:cs typeface="Calibri"/>
            </a:endParaRPr>
          </a:p>
          <a:p>
            <a:pPr marL="118745" lvl="1" indent="-118745">
              <a:buFont typeface="Arial" panose="020B0604020202020204" pitchFamily="34" charset="0"/>
              <a:buChar char="•"/>
            </a:pPr>
            <a:r>
              <a:rPr lang="en-US" dirty="0"/>
              <a:t>± Ultrasound</a:t>
            </a:r>
            <a:endParaRPr lang="en-US" dirty="0">
              <a:cs typeface="Calibri"/>
            </a:endParaRPr>
          </a:p>
          <a:p>
            <a:pPr marL="575945" lvl="2" indent="-118745">
              <a:buFont typeface="Arial" panose="020B0604020202020204" pitchFamily="34" charset="0"/>
              <a:buChar char="•"/>
            </a:pPr>
            <a:r>
              <a:rPr lang="en-US" sz="1600" dirty="0">
                <a:cs typeface="Calibri"/>
              </a:rPr>
              <a:t>Unknown LMP (or during hormonal contraception)</a:t>
            </a:r>
          </a:p>
          <a:p>
            <a:pPr marL="575945" lvl="2" indent="-118745">
              <a:buFont typeface="Arial" panose="020B0604020202020204" pitchFamily="34" charset="0"/>
              <a:buChar char="•"/>
            </a:pPr>
            <a:r>
              <a:rPr lang="en-US" sz="1600" dirty="0">
                <a:cs typeface="Calibri"/>
              </a:rPr>
              <a:t>Risk for ectopic pregnancy</a:t>
            </a:r>
            <a:endParaRPr lang="en-US" dirty="0">
              <a:cs typeface="Calibri"/>
            </a:endParaRPr>
          </a:p>
        </p:txBody>
      </p:sp>
      <p:cxnSp>
        <p:nvCxnSpPr>
          <p:cNvPr id="17" name="Straight Connector 16">
            <a:extLst>
              <a:ext uri="{FF2B5EF4-FFF2-40B4-BE49-F238E27FC236}">
                <a16:creationId xmlns:a16="http://schemas.microsoft.com/office/drawing/2014/main" id="{00D8E55A-F930-AEFF-760C-BC396BAB95A2}"/>
              </a:ext>
            </a:extLst>
          </p:cNvPr>
          <p:cNvCxnSpPr>
            <a:cxnSpLocks/>
            <a:stCxn id="33" idx="3"/>
          </p:cNvCxnSpPr>
          <p:nvPr/>
        </p:nvCxnSpPr>
        <p:spPr>
          <a:xfrm>
            <a:off x="5452022" y="1251187"/>
            <a:ext cx="70294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2482755-0931-E237-7C74-4C8764371080}"/>
              </a:ext>
            </a:extLst>
          </p:cNvPr>
          <p:cNvSpPr txBox="1"/>
          <p:nvPr/>
        </p:nvSpPr>
        <p:spPr>
          <a:xfrm>
            <a:off x="6154969" y="2585778"/>
            <a:ext cx="5486400" cy="646331"/>
          </a:xfrm>
          <a:prstGeom prst="rect">
            <a:avLst/>
          </a:prstGeom>
          <a:ln w="19050"/>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marL="117475" lvl="1" indent="-117475">
              <a:buFont typeface="Arial"/>
              <a:buChar char="•"/>
            </a:pPr>
            <a:r>
              <a:rPr lang="en-US" dirty="0">
                <a:cs typeface="Calibri"/>
              </a:rPr>
              <a:t>Mifepristone + misoprostol (</a:t>
            </a:r>
            <a:r>
              <a:rPr lang="en-US" dirty="0"/>
              <a:t>95-98% effective)</a:t>
            </a:r>
            <a:endParaRPr lang="en-US" dirty="0">
              <a:cs typeface="Calibri"/>
            </a:endParaRPr>
          </a:p>
          <a:p>
            <a:pPr marL="117475" lvl="1" indent="-117475">
              <a:buFont typeface="Arial"/>
              <a:buChar char="•"/>
            </a:pPr>
            <a:r>
              <a:rPr lang="en-US" dirty="0">
                <a:cs typeface="Calibri"/>
              </a:rPr>
              <a:t>Misoprostol alone (</a:t>
            </a:r>
            <a:r>
              <a:rPr lang="en-US" dirty="0"/>
              <a:t>76-88% effective</a:t>
            </a:r>
            <a:r>
              <a:rPr lang="en-US" dirty="0">
                <a:cs typeface="Calibri"/>
              </a:rPr>
              <a:t>)</a:t>
            </a:r>
          </a:p>
        </p:txBody>
      </p:sp>
      <p:cxnSp>
        <p:nvCxnSpPr>
          <p:cNvPr id="27" name="Straight Connector 26">
            <a:extLst>
              <a:ext uri="{FF2B5EF4-FFF2-40B4-BE49-F238E27FC236}">
                <a16:creationId xmlns:a16="http://schemas.microsoft.com/office/drawing/2014/main" id="{97BB0E7B-4A13-F80F-3DBD-D498D7461E4B}"/>
              </a:ext>
            </a:extLst>
          </p:cNvPr>
          <p:cNvCxnSpPr>
            <a:cxnSpLocks/>
            <a:stCxn id="43" idx="3"/>
            <a:endCxn id="26" idx="1"/>
          </p:cNvCxnSpPr>
          <p:nvPr/>
        </p:nvCxnSpPr>
        <p:spPr>
          <a:xfrm>
            <a:off x="5447206" y="2907314"/>
            <a:ext cx="707763" cy="163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9728A87-5203-5B10-27C2-722CCCD08144}"/>
              </a:ext>
            </a:extLst>
          </p:cNvPr>
          <p:cNvSpPr txBox="1"/>
          <p:nvPr/>
        </p:nvSpPr>
        <p:spPr>
          <a:xfrm>
            <a:off x="6154969" y="5399545"/>
            <a:ext cx="5486400" cy="1200329"/>
          </a:xfrm>
          <a:prstGeom prst="rect">
            <a:avLst/>
          </a:prstGeom>
          <a:ln w="19050"/>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marL="118745" lvl="1" indent="-118745">
              <a:buFont typeface="Arial" panose="020B0604020202020204" pitchFamily="34" charset="0"/>
              <a:buChar char="•"/>
            </a:pPr>
            <a:r>
              <a:rPr lang="en-US" dirty="0">
                <a:cs typeface="Calibri"/>
              </a:rPr>
              <a:t>Benefits, risks, alternatives</a:t>
            </a:r>
          </a:p>
          <a:p>
            <a:pPr marL="118745" lvl="1" indent="-118745">
              <a:buFont typeface="Arial" panose="020B0604020202020204" pitchFamily="34" charset="0"/>
              <a:buChar char="•"/>
            </a:pPr>
            <a:r>
              <a:rPr lang="en-US" dirty="0">
                <a:cs typeface="Calibri"/>
              </a:rPr>
              <a:t>Provider agreement</a:t>
            </a:r>
          </a:p>
          <a:p>
            <a:pPr marL="118745" lvl="1" indent="-118745">
              <a:buFont typeface="Arial" panose="020B0604020202020204" pitchFamily="34" charset="0"/>
              <a:buChar char="•"/>
            </a:pPr>
            <a:r>
              <a:rPr lang="en-US" dirty="0">
                <a:cs typeface="Calibri"/>
              </a:rPr>
              <a:t>Medication information handout</a:t>
            </a:r>
          </a:p>
          <a:p>
            <a:pPr marL="118745" lvl="1" indent="-118745">
              <a:buFont typeface="Arial" panose="020B0604020202020204" pitchFamily="34" charset="0"/>
              <a:buChar char="•"/>
            </a:pPr>
            <a:r>
              <a:rPr lang="en-US" dirty="0">
                <a:cs typeface="Calibri"/>
              </a:rPr>
              <a:t>After-care instructions</a:t>
            </a:r>
          </a:p>
        </p:txBody>
      </p:sp>
      <p:grpSp>
        <p:nvGrpSpPr>
          <p:cNvPr id="44" name="Step 4 button">
            <a:extLst>
              <a:ext uri="{FF2B5EF4-FFF2-40B4-BE49-F238E27FC236}">
                <a16:creationId xmlns:a16="http://schemas.microsoft.com/office/drawing/2014/main" id="{77522173-CF08-1E08-20CA-66CA4F1B3778}"/>
              </a:ext>
            </a:extLst>
          </p:cNvPr>
          <p:cNvGrpSpPr/>
          <p:nvPr/>
        </p:nvGrpSpPr>
        <p:grpSpPr>
          <a:xfrm>
            <a:off x="1972486" y="5499210"/>
            <a:ext cx="3474720" cy="1005840"/>
            <a:chOff x="1972486" y="5499210"/>
            <a:chExt cx="3474720" cy="1156893"/>
          </a:xfrm>
        </p:grpSpPr>
        <p:grpSp>
          <p:nvGrpSpPr>
            <p:cNvPr id="30" name="Group 29">
              <a:extLst>
                <a:ext uri="{FF2B5EF4-FFF2-40B4-BE49-F238E27FC236}">
                  <a16:creationId xmlns:a16="http://schemas.microsoft.com/office/drawing/2014/main" id="{8E721440-7407-4826-296A-A91F2BF21903}"/>
                </a:ext>
              </a:extLst>
            </p:cNvPr>
            <p:cNvGrpSpPr/>
            <p:nvPr/>
          </p:nvGrpSpPr>
          <p:grpSpPr>
            <a:xfrm>
              <a:off x="1972486" y="5499210"/>
              <a:ext cx="3474720" cy="1156893"/>
              <a:chOff x="2318167" y="5315798"/>
              <a:chExt cx="3455475" cy="1156893"/>
            </a:xfrm>
          </p:grpSpPr>
          <p:sp>
            <p:nvSpPr>
              <p:cNvPr id="59" name="Rectangle: Rounded Corners 58">
                <a:extLst>
                  <a:ext uri="{FF2B5EF4-FFF2-40B4-BE49-F238E27FC236}">
                    <a16:creationId xmlns:a16="http://schemas.microsoft.com/office/drawing/2014/main" id="{CDEFFDB7-68E6-0E1D-8F5C-58137D0345C2}"/>
                  </a:ext>
                </a:extLst>
              </p:cNvPr>
              <p:cNvSpPr/>
              <p:nvPr/>
            </p:nvSpPr>
            <p:spPr>
              <a:xfrm>
                <a:off x="2318167" y="5315798"/>
                <a:ext cx="3455475" cy="1156893"/>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9" name="Graphic 28" descr="Clipboard with solid fill">
                <a:extLst>
                  <a:ext uri="{FF2B5EF4-FFF2-40B4-BE49-F238E27FC236}">
                    <a16:creationId xmlns:a16="http://schemas.microsoft.com/office/drawing/2014/main" id="{A333D9BA-739C-CEA5-FA0E-20BE9F05FC7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5614" y="5437044"/>
                <a:ext cx="712549" cy="914400"/>
              </a:xfrm>
              <a:prstGeom prst="rect">
                <a:avLst/>
              </a:prstGeom>
            </p:spPr>
          </p:pic>
        </p:grpSp>
        <p:sp>
          <p:nvSpPr>
            <p:cNvPr id="38" name="TextBox 37">
              <a:extLst>
                <a:ext uri="{FF2B5EF4-FFF2-40B4-BE49-F238E27FC236}">
                  <a16:creationId xmlns:a16="http://schemas.microsoft.com/office/drawing/2014/main" id="{3CB9526E-A2B5-8294-6EF8-3D1D1E8ECFBC}"/>
                </a:ext>
              </a:extLst>
            </p:cNvPr>
            <p:cNvSpPr txBox="1"/>
            <p:nvPr/>
          </p:nvSpPr>
          <p:spPr>
            <a:xfrm>
              <a:off x="2644038" y="5876116"/>
              <a:ext cx="2640508" cy="400110"/>
            </a:xfrm>
            <a:prstGeom prst="rect">
              <a:avLst/>
            </a:prstGeom>
            <a:noFill/>
          </p:spPr>
          <p:txBody>
            <a:bodyPr wrap="square">
              <a:spAutoFit/>
            </a:bodyPr>
            <a:lstStyle/>
            <a:p>
              <a:pPr lvl="0" algn="ctr"/>
              <a:r>
                <a:rPr lang="en-US" sz="2000" dirty="0"/>
                <a:t>Obtain consent</a:t>
              </a:r>
            </a:p>
          </p:txBody>
        </p:sp>
      </p:grpSp>
      <p:pic>
        <p:nvPicPr>
          <p:cNvPr id="63" name="Graphic 62" descr="Cursor with solid fill">
            <a:extLst>
              <a:ext uri="{FF2B5EF4-FFF2-40B4-BE49-F238E27FC236}">
                <a16:creationId xmlns:a16="http://schemas.microsoft.com/office/drawing/2014/main" id="{DD02D789-D7D3-41C5-944C-4995DA95F4D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301149" y="6345030"/>
            <a:ext cx="274320" cy="274320"/>
          </a:xfrm>
          <a:prstGeom prst="rect">
            <a:avLst/>
          </a:prstGeom>
        </p:spPr>
      </p:pic>
      <p:grpSp>
        <p:nvGrpSpPr>
          <p:cNvPr id="21" name="Group 20">
            <a:extLst>
              <a:ext uri="{FF2B5EF4-FFF2-40B4-BE49-F238E27FC236}">
                <a16:creationId xmlns:a16="http://schemas.microsoft.com/office/drawing/2014/main" id="{1D1C130E-3632-1105-82B8-0ECCE58BF915}"/>
              </a:ext>
            </a:extLst>
          </p:cNvPr>
          <p:cNvGrpSpPr/>
          <p:nvPr/>
        </p:nvGrpSpPr>
        <p:grpSpPr>
          <a:xfrm>
            <a:off x="6154969" y="3655435"/>
            <a:ext cx="5486400" cy="1490237"/>
            <a:chOff x="6154969" y="3655435"/>
            <a:chExt cx="5486400" cy="1490237"/>
          </a:xfrm>
        </p:grpSpPr>
        <p:sp>
          <p:nvSpPr>
            <p:cNvPr id="88" name="TextBox 87">
              <a:extLst>
                <a:ext uri="{FF2B5EF4-FFF2-40B4-BE49-F238E27FC236}">
                  <a16:creationId xmlns:a16="http://schemas.microsoft.com/office/drawing/2014/main" id="{BC5BD8C8-E7F3-7F99-9DB1-564A5A7F78B3}"/>
                </a:ext>
              </a:extLst>
            </p:cNvPr>
            <p:cNvSpPr txBox="1"/>
            <p:nvPr/>
          </p:nvSpPr>
          <p:spPr>
            <a:xfrm>
              <a:off x="6154969" y="3668344"/>
              <a:ext cx="5486400" cy="1477328"/>
            </a:xfrm>
            <a:prstGeom prst="rect">
              <a:avLst/>
            </a:prstGeom>
            <a:ln w="19050"/>
          </p:spPr>
          <p:style>
            <a:lnRef idx="2">
              <a:schemeClr val="accent1"/>
            </a:lnRef>
            <a:fillRef idx="1">
              <a:schemeClr val="lt1"/>
            </a:fillRef>
            <a:effectRef idx="0">
              <a:schemeClr val="accent1"/>
            </a:effectRef>
            <a:fontRef idx="minor">
              <a:schemeClr val="dk1"/>
            </a:fontRef>
          </p:style>
          <p:txBody>
            <a:bodyPr wrap="square" lIns="91440" tIns="45720" rIns="91440" bIns="45720" anchor="t">
              <a:spAutoFit/>
            </a:bodyPr>
            <a:lstStyle/>
            <a:p>
              <a:pPr marL="0" lvl="1"/>
              <a:endParaRPr lang="en-US" dirty="0">
                <a:cs typeface="Calibri"/>
              </a:endParaRPr>
            </a:p>
            <a:p>
              <a:pPr marL="0" lvl="1"/>
              <a:endParaRPr lang="en-US" dirty="0">
                <a:cs typeface="Calibri"/>
              </a:endParaRPr>
            </a:p>
            <a:p>
              <a:pPr marL="0" lvl="1"/>
              <a:endParaRPr lang="en-US" dirty="0">
                <a:cs typeface="Calibri"/>
              </a:endParaRPr>
            </a:p>
            <a:p>
              <a:pPr marL="0" lvl="1"/>
              <a:endParaRPr lang="en-US" dirty="0">
                <a:cs typeface="Calibri"/>
              </a:endParaRPr>
            </a:p>
            <a:p>
              <a:pPr marL="0" lvl="1"/>
              <a:endParaRPr lang="en-US" dirty="0">
                <a:cs typeface="Calibri"/>
              </a:endParaRPr>
            </a:p>
          </p:txBody>
        </p:sp>
        <p:sp>
          <p:nvSpPr>
            <p:cNvPr id="9" name="TextBox 8">
              <a:extLst>
                <a:ext uri="{FF2B5EF4-FFF2-40B4-BE49-F238E27FC236}">
                  <a16:creationId xmlns:a16="http://schemas.microsoft.com/office/drawing/2014/main" id="{7D65B9DC-5DF0-E276-454F-731CC02A29C8}"/>
                </a:ext>
              </a:extLst>
            </p:cNvPr>
            <p:cNvSpPr txBox="1"/>
            <p:nvPr/>
          </p:nvSpPr>
          <p:spPr>
            <a:xfrm>
              <a:off x="6204511" y="3655435"/>
              <a:ext cx="2732926" cy="1477328"/>
            </a:xfrm>
            <a:prstGeom prst="rect">
              <a:avLst/>
            </a:prstGeom>
            <a:noFill/>
          </p:spPr>
          <p:txBody>
            <a:bodyPr wrap="square" rtlCol="0">
              <a:spAutoFit/>
            </a:bodyPr>
            <a:lstStyle/>
            <a:p>
              <a:pPr marL="118745" lvl="1" indent="-118745">
                <a:buFont typeface="Arial" panose="020B0604020202020204" pitchFamily="34" charset="0"/>
                <a:buChar char="•"/>
              </a:pPr>
              <a:r>
                <a:rPr lang="en-US" dirty="0"/>
                <a:t>Bleeding disorders, anticoagulation</a:t>
              </a:r>
            </a:p>
            <a:p>
              <a:pPr marL="118745" lvl="1" indent="-118745">
                <a:buFont typeface="Arial" panose="020B0604020202020204" pitchFamily="34" charset="0"/>
                <a:buChar char="•"/>
              </a:pPr>
              <a:r>
                <a:rPr lang="en-US" dirty="0"/>
                <a:t>Ectopic pregnancy</a:t>
              </a:r>
              <a:endParaRPr lang="en-US" dirty="0">
                <a:cs typeface="Calibri"/>
              </a:endParaRPr>
            </a:p>
            <a:p>
              <a:pPr marL="118745" lvl="1" indent="-118745">
                <a:buFont typeface="Arial" panose="020B0604020202020204" pitchFamily="34" charset="0"/>
                <a:buChar char="•"/>
              </a:pPr>
              <a:r>
                <a:rPr lang="en-US" dirty="0"/>
                <a:t>IUD </a:t>
              </a:r>
            </a:p>
            <a:p>
              <a:pPr marL="118745" lvl="1" indent="-118745">
                <a:buFont typeface="Arial" panose="020B0604020202020204" pitchFamily="34" charset="0"/>
                <a:buChar char="•"/>
              </a:pPr>
              <a:r>
                <a:rPr lang="en-US" dirty="0"/>
                <a:t>Hgb &lt;9.5 g/dL (relative)</a:t>
              </a:r>
              <a:endParaRPr lang="en-US" dirty="0">
                <a:cs typeface="Calibri"/>
              </a:endParaRPr>
            </a:p>
          </p:txBody>
        </p:sp>
        <p:sp>
          <p:nvSpPr>
            <p:cNvPr id="11" name="TextBox 10">
              <a:extLst>
                <a:ext uri="{FF2B5EF4-FFF2-40B4-BE49-F238E27FC236}">
                  <a16:creationId xmlns:a16="http://schemas.microsoft.com/office/drawing/2014/main" id="{0B413038-85BC-0247-41D3-A93732121849}"/>
                </a:ext>
              </a:extLst>
            </p:cNvPr>
            <p:cNvSpPr txBox="1"/>
            <p:nvPr/>
          </p:nvSpPr>
          <p:spPr>
            <a:xfrm>
              <a:off x="8908443" y="3655435"/>
              <a:ext cx="2732926" cy="1200329"/>
            </a:xfrm>
            <a:prstGeom prst="rect">
              <a:avLst/>
            </a:prstGeom>
            <a:noFill/>
          </p:spPr>
          <p:txBody>
            <a:bodyPr wrap="square" rtlCol="0">
              <a:spAutoFit/>
            </a:bodyPr>
            <a:lstStyle/>
            <a:p>
              <a:pPr marL="10795" lvl="1" algn="ctr"/>
              <a:r>
                <a:rPr lang="en-US" u="sng" dirty="0"/>
                <a:t>Medication Specific</a:t>
              </a:r>
            </a:p>
            <a:p>
              <a:pPr marL="118745" lvl="1" indent="-107950">
                <a:buFont typeface="Arial" panose="020B0604020202020204" pitchFamily="34" charset="0"/>
                <a:buChar char="•"/>
              </a:pPr>
              <a:r>
                <a:rPr lang="en-US" dirty="0"/>
                <a:t>Mifepristone: steroids, adrenal failure</a:t>
              </a:r>
              <a:endParaRPr lang="en-US" dirty="0">
                <a:cs typeface="Calibri"/>
              </a:endParaRPr>
            </a:p>
            <a:p>
              <a:pPr marL="118745" lvl="1" indent="-107950">
                <a:buFont typeface="Arial" panose="020B0604020202020204" pitchFamily="34" charset="0"/>
                <a:buChar char="•"/>
              </a:pPr>
              <a:r>
                <a:rPr lang="en-US" dirty="0"/>
                <a:t>Misoprostol: porphyria</a:t>
              </a:r>
              <a:endParaRPr lang="en-US" dirty="0">
                <a:cs typeface="Calibri"/>
              </a:endParaRPr>
            </a:p>
          </p:txBody>
        </p:sp>
        <p:cxnSp>
          <p:nvCxnSpPr>
            <p:cNvPr id="14" name="Straight Connector 13">
              <a:extLst>
                <a:ext uri="{FF2B5EF4-FFF2-40B4-BE49-F238E27FC236}">
                  <a16:creationId xmlns:a16="http://schemas.microsoft.com/office/drawing/2014/main" id="{FEAA8E84-8C69-9337-CFA6-104F82631E74}"/>
                </a:ext>
              </a:extLst>
            </p:cNvPr>
            <p:cNvCxnSpPr>
              <a:cxnSpLocks/>
            </p:cNvCxnSpPr>
            <p:nvPr/>
          </p:nvCxnSpPr>
          <p:spPr>
            <a:xfrm>
              <a:off x="8898169" y="3655435"/>
              <a:ext cx="0" cy="1477328"/>
            </a:xfrm>
            <a:prstGeom prst="line">
              <a:avLst/>
            </a:prstGeom>
          </p:spPr>
          <p:style>
            <a:lnRef idx="3">
              <a:schemeClr val="accent1"/>
            </a:lnRef>
            <a:fillRef idx="0">
              <a:schemeClr val="accent1"/>
            </a:fillRef>
            <a:effectRef idx="2">
              <a:schemeClr val="accent1"/>
            </a:effectRef>
            <a:fontRef idx="minor">
              <a:schemeClr val="tx1"/>
            </a:fontRef>
          </p:style>
        </p:cxnSp>
      </p:grpSp>
      <p:sp>
        <p:nvSpPr>
          <p:cNvPr id="2" name="question 1">
            <a:hlinkClick r:id="rId15" action="ppaction://hlinksldjump"/>
            <a:extLst>
              <a:ext uri="{FF2B5EF4-FFF2-40B4-BE49-F238E27FC236}">
                <a16:creationId xmlns:a16="http://schemas.microsoft.com/office/drawing/2014/main" id="{876205F4-544B-FE3E-5C73-9B2C69C7E822}"/>
              </a:ext>
            </a:extLst>
          </p:cNvPr>
          <p:cNvSpPr txBox="1"/>
          <p:nvPr/>
        </p:nvSpPr>
        <p:spPr>
          <a:xfrm>
            <a:off x="179164" y="803294"/>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Approach</a:t>
            </a:r>
          </a:p>
        </p:txBody>
      </p:sp>
      <p:sp>
        <p:nvSpPr>
          <p:cNvPr id="8" name="Question 2">
            <a:hlinkClick r:id="rId16" action="ppaction://hlinksldjump"/>
            <a:extLst>
              <a:ext uri="{FF2B5EF4-FFF2-40B4-BE49-F238E27FC236}">
                <a16:creationId xmlns:a16="http://schemas.microsoft.com/office/drawing/2014/main" id="{D6526B91-F241-E531-70FD-711B9D7DF8BD}"/>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10" name="question 3">
            <a:hlinkClick r:id="rId17" action="ppaction://hlinksldjump"/>
            <a:extLst>
              <a:ext uri="{FF2B5EF4-FFF2-40B4-BE49-F238E27FC236}">
                <a16:creationId xmlns:a16="http://schemas.microsoft.com/office/drawing/2014/main" id="{4C47DF9C-BE55-C1BC-9CE4-08CC875329B9}"/>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12" name="question 4">
            <a:hlinkClick r:id="rId18" action="ppaction://hlinksldjump"/>
            <a:extLst>
              <a:ext uri="{FF2B5EF4-FFF2-40B4-BE49-F238E27FC236}">
                <a16:creationId xmlns:a16="http://schemas.microsoft.com/office/drawing/2014/main" id="{513E33E8-AD71-DE28-97BD-AC74A8792DD4}"/>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18" name="Cases">
            <a:hlinkClick r:id="rId19" action="ppaction://hlinksldjump"/>
            <a:extLst>
              <a:ext uri="{FF2B5EF4-FFF2-40B4-BE49-F238E27FC236}">
                <a16:creationId xmlns:a16="http://schemas.microsoft.com/office/drawing/2014/main" id="{0F426A45-B836-B31F-7811-6E385DBF82ED}"/>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34" name="Graphic 33" descr="Cursor with solid fill">
            <a:extLst>
              <a:ext uri="{FF2B5EF4-FFF2-40B4-BE49-F238E27FC236}">
                <a16:creationId xmlns:a16="http://schemas.microsoft.com/office/drawing/2014/main" id="{44CF4286-FD34-D749-5281-D16516C6012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00817" y="2246959"/>
            <a:ext cx="274320" cy="274320"/>
          </a:xfrm>
          <a:prstGeom prst="rect">
            <a:avLst/>
          </a:prstGeom>
        </p:spPr>
      </p:pic>
      <p:pic>
        <p:nvPicPr>
          <p:cNvPr id="35" name="Graphic 34" descr="Cursor with solid fill">
            <a:extLst>
              <a:ext uri="{FF2B5EF4-FFF2-40B4-BE49-F238E27FC236}">
                <a16:creationId xmlns:a16="http://schemas.microsoft.com/office/drawing/2014/main" id="{0F654483-727E-DD8D-EA5D-35BE4514D6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00817" y="2832042"/>
            <a:ext cx="274320" cy="274320"/>
          </a:xfrm>
          <a:prstGeom prst="rect">
            <a:avLst/>
          </a:prstGeom>
        </p:spPr>
      </p:pic>
      <p:pic>
        <p:nvPicPr>
          <p:cNvPr id="36" name="Graphic 35" descr="Cursor with solid fill">
            <a:extLst>
              <a:ext uri="{FF2B5EF4-FFF2-40B4-BE49-F238E27FC236}">
                <a16:creationId xmlns:a16="http://schemas.microsoft.com/office/drawing/2014/main" id="{A5B0A4A5-ED8F-8E97-9CBA-64FE084BA90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00817" y="3417125"/>
            <a:ext cx="274320" cy="274320"/>
          </a:xfrm>
          <a:prstGeom prst="rect">
            <a:avLst/>
          </a:prstGeom>
        </p:spPr>
      </p:pic>
      <p:pic>
        <p:nvPicPr>
          <p:cNvPr id="49" name="Graphic 48" descr="Cursor with solid fill">
            <a:extLst>
              <a:ext uri="{FF2B5EF4-FFF2-40B4-BE49-F238E27FC236}">
                <a16:creationId xmlns:a16="http://schemas.microsoft.com/office/drawing/2014/main" id="{51D44A30-C0A6-64B7-1637-CC66BD16971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00817" y="1661876"/>
            <a:ext cx="274320" cy="274320"/>
          </a:xfrm>
          <a:prstGeom prst="rect">
            <a:avLst/>
          </a:prstGeom>
        </p:spPr>
      </p:pic>
      <p:sp>
        <p:nvSpPr>
          <p:cNvPr id="51" name="question 1">
            <a:hlinkClick r:id="rId20" action="ppaction://hlinksldjump"/>
            <a:extLst>
              <a:ext uri="{FF2B5EF4-FFF2-40B4-BE49-F238E27FC236}">
                <a16:creationId xmlns:a16="http://schemas.microsoft.com/office/drawing/2014/main" id="{DD73C436-DD96-E158-5359-00B8F41D07D1}"/>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56" name="Graphic 55" descr="Cursor with solid fill">
            <a:extLst>
              <a:ext uri="{FF2B5EF4-FFF2-40B4-BE49-F238E27FC236}">
                <a16:creationId xmlns:a16="http://schemas.microsoft.com/office/drawing/2014/main" id="{2BD72A61-8D44-8118-8512-C18E884CD1B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00817" y="491710"/>
            <a:ext cx="274320" cy="274320"/>
          </a:xfrm>
          <a:prstGeom prst="rect">
            <a:avLst/>
          </a:prstGeom>
        </p:spPr>
      </p:pic>
    </p:spTree>
    <p:extLst>
      <p:ext uri="{BB962C8B-B14F-4D97-AF65-F5344CB8AC3E}">
        <p14:creationId xmlns:p14="http://schemas.microsoft.com/office/powerpoint/2010/main" val="4347476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4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21" restart="whenNotActive" fill="hold" evtFilter="cancelBubble" nodeType="interactiveSeq">
                <p:stCondLst>
                  <p:cond evt="onClick" delay="0">
                    <p:tgtEl>
                      <p:spTgt spid="47"/>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6"/>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8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55"/>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47"/>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40" restart="whenNotActive" fill="hold" evtFilter="cancelBubble" nodeType="interactiveSeq">
                <p:stCondLst>
                  <p:cond evt="onClick" delay="0">
                    <p:tgtEl>
                      <p:spTgt spid="54"/>
                    </p:tgtEl>
                  </p:cond>
                </p:stCondLst>
                <p:endSync evt="end" delay="0">
                  <p:rtn val="all"/>
                </p:endSync>
                <p:childTnLst>
                  <p:par>
                    <p:cTn id="41" fill="hold">
                      <p:stCondLst>
                        <p:cond delay="0"/>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54"/>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55"/>
                                        </p:tgtEl>
                                        <p:attrNameLst>
                                          <p:attrName>style.visibility</p:attrName>
                                        </p:attrNameLst>
                                      </p:cBhvr>
                                      <p:to>
                                        <p:strVal val="hidden"/>
                                      </p:to>
                                    </p:set>
                                  </p:childTnLst>
                                </p:cTn>
                              </p:par>
                            </p:childTnLst>
                          </p:cTn>
                        </p:par>
                      </p:childTnLst>
                    </p:cTn>
                  </p:par>
                </p:childTnLst>
              </p:cTn>
              <p:nextCondLst>
                <p:cond evt="onClick" delay="0">
                  <p:tgtEl>
                    <p:spTgt spid="54"/>
                  </p:tgtEl>
                </p:cond>
              </p:nextCondLst>
            </p:seq>
            <p:seq concurrent="1" nextAc="seek">
              <p:cTn id="59" restart="whenNotActive" fill="hold" evtFilter="cancelBubble" nodeType="interactiveSeq">
                <p:stCondLst>
                  <p:cond evt="onClick" delay="0">
                    <p:tgtEl>
                      <p:spTgt spid="44"/>
                    </p:tgtEl>
                  </p:cond>
                </p:stCondLst>
                <p:endSync evt="end" delay="0">
                  <p:rtn val="all"/>
                </p:endSync>
                <p:childTnLst>
                  <p:par>
                    <p:cTn id="60" fill="hold">
                      <p:stCondLst>
                        <p:cond delay="0"/>
                      </p:stCondLst>
                      <p:childTnLst>
                        <p:par>
                          <p:cTn id="61" fill="hold">
                            <p:stCondLst>
                              <p:cond delay="0"/>
                            </p:stCondLst>
                            <p:childTnLst>
                              <p:par>
                                <p:cTn id="62" presetID="1" presetClass="exit" presetSubtype="0" fill="hold" nodeType="clickEffect">
                                  <p:stCondLst>
                                    <p:cond delay="0"/>
                                  </p:stCondLst>
                                  <p:childTnLst>
                                    <p:set>
                                      <p:cBhvr>
                                        <p:cTn id="63" dur="1" fill="hold">
                                          <p:stCondLst>
                                            <p:cond delay="0"/>
                                          </p:stCondLst>
                                        </p:cTn>
                                        <p:tgtEl>
                                          <p:spTgt spid="44"/>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63"/>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97"/>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childTnLst>
        </p:cTn>
      </p:par>
    </p:tnLst>
    <p:bldLst>
      <p:bldP spid="64" grpId="0" animBg="1"/>
      <p:bldP spid="66" grpId="0" animBg="1"/>
      <p:bldP spid="67" grpId="0" animBg="1"/>
      <p:bldP spid="16" grpId="0" animBg="1"/>
      <p:bldP spid="26" grpId="0" animBg="1"/>
      <p:bldP spid="20" grpId="0" animBg="1"/>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application&#10;&#10;Description automatically generated">
            <a:extLst>
              <a:ext uri="{FF2B5EF4-FFF2-40B4-BE49-F238E27FC236}">
                <a16:creationId xmlns:a16="http://schemas.microsoft.com/office/drawing/2014/main" id="{C098E2B1-FA6E-DBE7-E40C-7D8B08C57C00}"/>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2093100" y="6034299"/>
            <a:ext cx="687354" cy="547085"/>
          </a:xfrm>
          <a:prstGeom prst="rect">
            <a:avLst/>
          </a:prstGeom>
        </p:spPr>
      </p:pic>
      <p:sp>
        <p:nvSpPr>
          <p:cNvPr id="5" name="TextBox 4">
            <a:extLst>
              <a:ext uri="{FF2B5EF4-FFF2-40B4-BE49-F238E27FC236}">
                <a16:creationId xmlns:a16="http://schemas.microsoft.com/office/drawing/2014/main" id="{1554FEA6-A541-E085-9152-3228C21119F6}"/>
              </a:ext>
            </a:extLst>
          </p:cNvPr>
          <p:cNvSpPr txBox="1"/>
          <p:nvPr/>
        </p:nvSpPr>
        <p:spPr>
          <a:xfrm>
            <a:off x="3380738" y="133793"/>
            <a:ext cx="6307494" cy="461665"/>
          </a:xfrm>
          <a:prstGeom prst="rect">
            <a:avLst/>
          </a:prstGeom>
          <a:noFill/>
        </p:spPr>
        <p:txBody>
          <a:bodyPr wrap="square" lIns="91440" tIns="45720" rIns="91440" bIns="45720" rtlCol="0" anchor="t">
            <a:spAutoFit/>
          </a:bodyPr>
          <a:lstStyle/>
          <a:p>
            <a:pPr algn="ctr"/>
            <a:r>
              <a:rPr lang="en-US" sz="2400" b="1" dirty="0"/>
              <a:t>Medications for Abortion</a:t>
            </a:r>
            <a:endParaRPr lang="en-US" sz="2400" b="1" dirty="0">
              <a:cs typeface="Calibri"/>
            </a:endParaRPr>
          </a:p>
        </p:txBody>
      </p:sp>
      <p:sp>
        <p:nvSpPr>
          <p:cNvPr id="6" name="TextBox 5">
            <a:extLst>
              <a:ext uri="{FF2B5EF4-FFF2-40B4-BE49-F238E27FC236}">
                <a16:creationId xmlns:a16="http://schemas.microsoft.com/office/drawing/2014/main" id="{2A59DB2B-EA50-FAC6-4A29-ED38D114654A}"/>
              </a:ext>
            </a:extLst>
          </p:cNvPr>
          <p:cNvSpPr txBox="1"/>
          <p:nvPr/>
        </p:nvSpPr>
        <p:spPr>
          <a:xfrm>
            <a:off x="2309240" y="2548698"/>
            <a:ext cx="10069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0 hours</a:t>
            </a:r>
          </a:p>
        </p:txBody>
      </p:sp>
      <p:sp>
        <p:nvSpPr>
          <p:cNvPr id="8" name="TextBox 7">
            <a:extLst>
              <a:ext uri="{FF2B5EF4-FFF2-40B4-BE49-F238E27FC236}">
                <a16:creationId xmlns:a16="http://schemas.microsoft.com/office/drawing/2014/main" id="{65AADEE2-6273-E52F-8458-234E018023C5}"/>
              </a:ext>
            </a:extLst>
          </p:cNvPr>
          <p:cNvSpPr txBox="1"/>
          <p:nvPr/>
        </p:nvSpPr>
        <p:spPr>
          <a:xfrm>
            <a:off x="4402703" y="2555043"/>
            <a:ext cx="12505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24-48 hours</a:t>
            </a:r>
          </a:p>
        </p:txBody>
      </p:sp>
      <p:cxnSp>
        <p:nvCxnSpPr>
          <p:cNvPr id="18" name="Straight Connector 17">
            <a:extLst>
              <a:ext uri="{FF2B5EF4-FFF2-40B4-BE49-F238E27FC236}">
                <a16:creationId xmlns:a16="http://schemas.microsoft.com/office/drawing/2014/main" id="{CA1EED6D-0624-CC4F-8312-D252B218C386}"/>
              </a:ext>
            </a:extLst>
          </p:cNvPr>
          <p:cNvCxnSpPr>
            <a:cxnSpLocks/>
          </p:cNvCxnSpPr>
          <p:nvPr/>
        </p:nvCxnSpPr>
        <p:spPr>
          <a:xfrm>
            <a:off x="2297430" y="2553005"/>
            <a:ext cx="419481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785BB926-2879-9AE2-6EA5-E7B9B96D01D9}"/>
              </a:ext>
            </a:extLst>
          </p:cNvPr>
          <p:cNvCxnSpPr>
            <a:cxnSpLocks/>
          </p:cNvCxnSpPr>
          <p:nvPr/>
        </p:nvCxnSpPr>
        <p:spPr>
          <a:xfrm>
            <a:off x="6492240" y="2553005"/>
            <a:ext cx="937260" cy="1166475"/>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C3969B1C-C7A2-31FF-63BB-8266536051AA}"/>
              </a:ext>
            </a:extLst>
          </p:cNvPr>
          <p:cNvCxnSpPr>
            <a:cxnSpLocks/>
          </p:cNvCxnSpPr>
          <p:nvPr/>
        </p:nvCxnSpPr>
        <p:spPr>
          <a:xfrm flipV="1">
            <a:off x="6492240" y="3719480"/>
            <a:ext cx="937260" cy="1146195"/>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grpSp>
        <p:nvGrpSpPr>
          <p:cNvPr id="1392" name="Group 1391">
            <a:extLst>
              <a:ext uri="{FF2B5EF4-FFF2-40B4-BE49-F238E27FC236}">
                <a16:creationId xmlns:a16="http://schemas.microsoft.com/office/drawing/2014/main" id="{F16EDD1F-6296-8B79-0F19-9D75023ED0A1}"/>
              </a:ext>
            </a:extLst>
          </p:cNvPr>
          <p:cNvGrpSpPr/>
          <p:nvPr/>
        </p:nvGrpSpPr>
        <p:grpSpPr>
          <a:xfrm>
            <a:off x="1971069" y="1230020"/>
            <a:ext cx="2881590" cy="1322984"/>
            <a:chOff x="1971069" y="1230020"/>
            <a:chExt cx="2881590" cy="1322984"/>
          </a:xfrm>
        </p:grpSpPr>
        <p:sp>
          <p:nvSpPr>
            <p:cNvPr id="44" name="Straight Connector 43">
              <a:extLst>
                <a:ext uri="{FF2B5EF4-FFF2-40B4-BE49-F238E27FC236}">
                  <a16:creationId xmlns:a16="http://schemas.microsoft.com/office/drawing/2014/main" id="{C721388B-A516-C482-E71B-71A3E8694954}"/>
                </a:ext>
              </a:extLst>
            </p:cNvPr>
            <p:cNvSpPr/>
            <p:nvPr/>
          </p:nvSpPr>
          <p:spPr>
            <a:xfrm flipV="1">
              <a:off x="2297430" y="1671943"/>
              <a:ext cx="0" cy="881061"/>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48" name="Group 47">
              <a:extLst>
                <a:ext uri="{FF2B5EF4-FFF2-40B4-BE49-F238E27FC236}">
                  <a16:creationId xmlns:a16="http://schemas.microsoft.com/office/drawing/2014/main" id="{624E5166-FDF8-C291-19E5-59CD2FC08E59}"/>
                </a:ext>
              </a:extLst>
            </p:cNvPr>
            <p:cNvGrpSpPr/>
            <p:nvPr/>
          </p:nvGrpSpPr>
          <p:grpSpPr>
            <a:xfrm>
              <a:off x="1971069" y="1230020"/>
              <a:ext cx="2881590" cy="695819"/>
              <a:chOff x="1902489" y="1055406"/>
              <a:chExt cx="2881590" cy="695819"/>
            </a:xfrm>
          </p:grpSpPr>
          <p:sp>
            <p:nvSpPr>
              <p:cNvPr id="45" name="TextBox 44">
                <a:extLst>
                  <a:ext uri="{FF2B5EF4-FFF2-40B4-BE49-F238E27FC236}">
                    <a16:creationId xmlns:a16="http://schemas.microsoft.com/office/drawing/2014/main" id="{65628343-943B-CA7E-CDF4-46F86A709345}"/>
                  </a:ext>
                </a:extLst>
              </p:cNvPr>
              <p:cNvSpPr txBox="1"/>
              <p:nvPr/>
            </p:nvSpPr>
            <p:spPr>
              <a:xfrm>
                <a:off x="2450561" y="1104894"/>
                <a:ext cx="2333518" cy="646331"/>
              </a:xfrm>
              <a:prstGeom prst="rect">
                <a:avLst/>
              </a:prstGeom>
              <a:noFill/>
            </p:spPr>
            <p:txBody>
              <a:bodyPr wrap="square" rtlCol="0">
                <a:spAutoFit/>
              </a:bodyPr>
              <a:lstStyle/>
              <a:p>
                <a:r>
                  <a:rPr lang="en-US" dirty="0"/>
                  <a:t>Mifepristone 200 mg PO x 1 </a:t>
                </a:r>
              </a:p>
            </p:txBody>
          </p:sp>
          <p:pic>
            <p:nvPicPr>
              <p:cNvPr id="47" name="Picture 46" descr="Graphical user interface, application&#10;&#10;Description automatically generated">
                <a:extLst>
                  <a:ext uri="{FF2B5EF4-FFF2-40B4-BE49-F238E27FC236}">
                    <a16:creationId xmlns:a16="http://schemas.microsoft.com/office/drawing/2014/main" id="{B0592E1B-15E8-2DFD-4774-2C6A78E59A2B}"/>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1902489" y="1055406"/>
                <a:ext cx="687354" cy="547085"/>
              </a:xfrm>
              <a:prstGeom prst="rect">
                <a:avLst/>
              </a:prstGeom>
            </p:spPr>
          </p:pic>
        </p:grpSp>
      </p:grpSp>
      <p:sp>
        <p:nvSpPr>
          <p:cNvPr id="1346" name="Mifepristone">
            <a:extLst>
              <a:ext uri="{FF2B5EF4-FFF2-40B4-BE49-F238E27FC236}">
                <a16:creationId xmlns:a16="http://schemas.microsoft.com/office/drawing/2014/main" id="{9C2B6F0D-DE71-B8DA-6867-4B142A4C8009}"/>
              </a:ext>
            </a:extLst>
          </p:cNvPr>
          <p:cNvSpPr/>
          <p:nvPr/>
        </p:nvSpPr>
        <p:spPr>
          <a:xfrm>
            <a:off x="2017526" y="1211126"/>
            <a:ext cx="2377309" cy="457200"/>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Mifepristone available</a:t>
            </a:r>
          </a:p>
        </p:txBody>
      </p:sp>
      <p:pic>
        <p:nvPicPr>
          <p:cNvPr id="1353" name="Graphic 1352" descr="Cursor with solid fill">
            <a:extLst>
              <a:ext uri="{FF2B5EF4-FFF2-40B4-BE49-F238E27FC236}">
                <a16:creationId xmlns:a16="http://schemas.microsoft.com/office/drawing/2014/main" id="{4003E74B-8428-FC7C-2404-D76BC4B127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0952" y="1526223"/>
            <a:ext cx="274320" cy="274320"/>
          </a:xfrm>
          <a:prstGeom prst="rect">
            <a:avLst/>
          </a:prstGeom>
        </p:spPr>
      </p:pic>
      <p:sp>
        <p:nvSpPr>
          <p:cNvPr id="1357" name="Follow-up">
            <a:hlinkClick r:id="rId6" action="ppaction://hlinksldjump"/>
            <a:extLst>
              <a:ext uri="{FF2B5EF4-FFF2-40B4-BE49-F238E27FC236}">
                <a16:creationId xmlns:a16="http://schemas.microsoft.com/office/drawing/2014/main" id="{AA7EA87F-DD7B-FBDF-6050-9F8CAD3FDEBC}"/>
              </a:ext>
            </a:extLst>
          </p:cNvPr>
          <p:cNvSpPr/>
          <p:nvPr/>
        </p:nvSpPr>
        <p:spPr>
          <a:xfrm>
            <a:off x="6766777" y="3496463"/>
            <a:ext cx="1218822" cy="457200"/>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Follow-up</a:t>
            </a:r>
          </a:p>
        </p:txBody>
      </p:sp>
      <p:pic>
        <p:nvPicPr>
          <p:cNvPr id="1358" name="Graphic 1357" descr="Cursor with solid fill">
            <a:extLst>
              <a:ext uri="{FF2B5EF4-FFF2-40B4-BE49-F238E27FC236}">
                <a16:creationId xmlns:a16="http://schemas.microsoft.com/office/drawing/2014/main" id="{BFBBA30B-BFAE-7040-818C-4CFBC91F7C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49498" y="3814081"/>
            <a:ext cx="274320" cy="274320"/>
          </a:xfrm>
          <a:prstGeom prst="rect">
            <a:avLst/>
          </a:prstGeom>
        </p:spPr>
      </p:pic>
      <p:grpSp>
        <p:nvGrpSpPr>
          <p:cNvPr id="14" name="Group 13">
            <a:extLst>
              <a:ext uri="{FF2B5EF4-FFF2-40B4-BE49-F238E27FC236}">
                <a16:creationId xmlns:a16="http://schemas.microsoft.com/office/drawing/2014/main" id="{D648617A-DC27-1667-E12A-17A1DEC43C0B}"/>
              </a:ext>
            </a:extLst>
          </p:cNvPr>
          <p:cNvGrpSpPr/>
          <p:nvPr/>
        </p:nvGrpSpPr>
        <p:grpSpPr>
          <a:xfrm>
            <a:off x="1919911" y="2556621"/>
            <a:ext cx="4186110" cy="2068648"/>
            <a:chOff x="1919911" y="2556621"/>
            <a:chExt cx="4186110" cy="2068648"/>
          </a:xfrm>
        </p:grpSpPr>
        <p:grpSp>
          <p:nvGrpSpPr>
            <p:cNvPr id="12" name="Group 11">
              <a:extLst>
                <a:ext uri="{FF2B5EF4-FFF2-40B4-BE49-F238E27FC236}">
                  <a16:creationId xmlns:a16="http://schemas.microsoft.com/office/drawing/2014/main" id="{0E893D9A-9A4F-3AA9-43A4-3BF35DDD8AD6}"/>
                </a:ext>
              </a:extLst>
            </p:cNvPr>
            <p:cNvGrpSpPr/>
            <p:nvPr/>
          </p:nvGrpSpPr>
          <p:grpSpPr>
            <a:xfrm>
              <a:off x="3325181" y="2556621"/>
              <a:ext cx="2780840" cy="2068648"/>
              <a:chOff x="3356108" y="2410981"/>
              <a:chExt cx="2780840" cy="2068648"/>
            </a:xfrm>
          </p:grpSpPr>
          <p:sp>
            <p:nvSpPr>
              <p:cNvPr id="13" name="Straight Connector 12">
                <a:extLst>
                  <a:ext uri="{FF2B5EF4-FFF2-40B4-BE49-F238E27FC236}">
                    <a16:creationId xmlns:a16="http://schemas.microsoft.com/office/drawing/2014/main" id="{1B8BDC20-C5E9-A1E1-3EE1-5E334CEB0C05}"/>
                  </a:ext>
                </a:extLst>
              </p:cNvPr>
              <p:cNvSpPr/>
              <p:nvPr/>
            </p:nvSpPr>
            <p:spPr>
              <a:xfrm flipH="1">
                <a:off x="4422958" y="2410981"/>
                <a:ext cx="9464" cy="628718"/>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sp>
            <p:nvSpPr>
              <p:cNvPr id="15" name="TextBox 14">
                <a:extLst>
                  <a:ext uri="{FF2B5EF4-FFF2-40B4-BE49-F238E27FC236}">
                    <a16:creationId xmlns:a16="http://schemas.microsoft.com/office/drawing/2014/main" id="{BE149179-3358-95C0-6220-D948D87FA37D}"/>
                  </a:ext>
                </a:extLst>
              </p:cNvPr>
              <p:cNvSpPr txBox="1"/>
              <p:nvPr/>
            </p:nvSpPr>
            <p:spPr>
              <a:xfrm>
                <a:off x="3356108" y="3125412"/>
                <a:ext cx="2780840" cy="1354217"/>
              </a:xfrm>
              <a:prstGeom prst="rect">
                <a:avLst/>
              </a:prstGeom>
              <a:noFill/>
            </p:spPr>
            <p:txBody>
              <a:bodyPr wrap="square" rtlCol="0">
                <a:spAutoFit/>
              </a:bodyPr>
              <a:lstStyle/>
              <a:p>
                <a:r>
                  <a:rPr lang="en-US" dirty="0"/>
                  <a:t>Misoprostol 800 mcg x 1</a:t>
                </a:r>
              </a:p>
              <a:p>
                <a:pPr marL="114300" indent="-114300">
                  <a:buFont typeface="Arial" panose="020B0604020202020204" pitchFamily="34" charset="0"/>
                  <a:buChar char="•"/>
                </a:pPr>
                <a:r>
                  <a:rPr lang="en-US" sz="1600" dirty="0"/>
                  <a:t>Buccal – 2 x 200 mcg tablets on each buccal surface</a:t>
                </a:r>
              </a:p>
              <a:p>
                <a:pPr marL="114300" indent="-114300">
                  <a:buFont typeface="Arial" panose="020B0604020202020204" pitchFamily="34" charset="0"/>
                  <a:buChar char="•"/>
                </a:pPr>
                <a:r>
                  <a:rPr lang="en-US" sz="1600" dirty="0"/>
                  <a:t>Vaginal – can be given as early as 6h after mifepristone</a:t>
                </a:r>
                <a:endParaRPr lang="en-US" dirty="0"/>
              </a:p>
            </p:txBody>
          </p:sp>
        </p:grpSp>
        <p:grpSp>
          <p:nvGrpSpPr>
            <p:cNvPr id="3" name="Group 2">
              <a:extLst>
                <a:ext uri="{FF2B5EF4-FFF2-40B4-BE49-F238E27FC236}">
                  <a16:creationId xmlns:a16="http://schemas.microsoft.com/office/drawing/2014/main" id="{3254DF74-F8EB-5358-85A3-F3889DB4FCB1}"/>
                </a:ext>
              </a:extLst>
            </p:cNvPr>
            <p:cNvGrpSpPr/>
            <p:nvPr/>
          </p:nvGrpSpPr>
          <p:grpSpPr>
            <a:xfrm>
              <a:off x="1919911" y="3093014"/>
              <a:ext cx="1375023" cy="1520177"/>
              <a:chOff x="1919911" y="3093014"/>
              <a:chExt cx="1375023" cy="1520177"/>
            </a:xfrm>
          </p:grpSpPr>
          <p:grpSp>
            <p:nvGrpSpPr>
              <p:cNvPr id="1412" name="Lips">
                <a:extLst>
                  <a:ext uri="{FF2B5EF4-FFF2-40B4-BE49-F238E27FC236}">
                    <a16:creationId xmlns:a16="http://schemas.microsoft.com/office/drawing/2014/main" id="{B6B06A18-8C41-9C8F-F8DE-3F0B4C5652BA}"/>
                  </a:ext>
                </a:extLst>
              </p:cNvPr>
              <p:cNvGrpSpPr/>
              <p:nvPr/>
            </p:nvGrpSpPr>
            <p:grpSpPr>
              <a:xfrm>
                <a:off x="1919911" y="3093014"/>
                <a:ext cx="1375023" cy="1520177"/>
                <a:chOff x="3325399" y="3925563"/>
                <a:chExt cx="1818725" cy="1922425"/>
              </a:xfrm>
            </p:grpSpPr>
            <p:grpSp>
              <p:nvGrpSpPr>
                <p:cNvPr id="22" name="Group 21">
                  <a:extLst>
                    <a:ext uri="{FF2B5EF4-FFF2-40B4-BE49-F238E27FC236}">
                      <a16:creationId xmlns:a16="http://schemas.microsoft.com/office/drawing/2014/main" id="{F786D3BB-1A04-6F1B-12D4-673FB331F646}"/>
                    </a:ext>
                  </a:extLst>
                </p:cNvPr>
                <p:cNvGrpSpPr/>
                <p:nvPr/>
              </p:nvGrpSpPr>
              <p:grpSpPr>
                <a:xfrm>
                  <a:off x="3325399" y="3925563"/>
                  <a:ext cx="1818725" cy="1922425"/>
                  <a:chOff x="2546176" y="3549532"/>
                  <a:chExt cx="817877" cy="863963"/>
                </a:xfrm>
              </p:grpSpPr>
              <p:sp>
                <p:nvSpPr>
                  <p:cNvPr id="19" name="Freeform: Shape 18">
                    <a:extLst>
                      <a:ext uri="{FF2B5EF4-FFF2-40B4-BE49-F238E27FC236}">
                        <a16:creationId xmlns:a16="http://schemas.microsoft.com/office/drawing/2014/main" id="{65EF6A55-5F0D-45C0-9F44-A0DDA4745178}"/>
                      </a:ext>
                    </a:extLst>
                  </p:cNvPr>
                  <p:cNvSpPr/>
                  <p:nvPr/>
                </p:nvSpPr>
                <p:spPr>
                  <a:xfrm>
                    <a:off x="2546176" y="3549532"/>
                    <a:ext cx="817877" cy="863963"/>
                  </a:xfrm>
                  <a:custGeom>
                    <a:avLst/>
                    <a:gdLst>
                      <a:gd name="connsiteX0" fmla="*/ 49838 w 829441"/>
                      <a:gd name="connsiteY0" fmla="*/ 374859 h 869187"/>
                      <a:gd name="connsiteX1" fmla="*/ 24438 w 829441"/>
                      <a:gd name="connsiteY1" fmla="*/ 212934 h 869187"/>
                      <a:gd name="connsiteX2" fmla="*/ 2213 w 829441"/>
                      <a:gd name="connsiteY2" fmla="*/ 127209 h 869187"/>
                      <a:gd name="connsiteX3" fmla="*/ 81588 w 829441"/>
                      <a:gd name="connsiteY3" fmla="*/ 25609 h 869187"/>
                      <a:gd name="connsiteX4" fmla="*/ 192713 w 829441"/>
                      <a:gd name="connsiteY4" fmla="*/ 25609 h 869187"/>
                      <a:gd name="connsiteX5" fmla="*/ 275263 w 829441"/>
                      <a:gd name="connsiteY5" fmla="*/ 25609 h 869187"/>
                      <a:gd name="connsiteX6" fmla="*/ 338763 w 829441"/>
                      <a:gd name="connsiteY6" fmla="*/ 209 h 869187"/>
                      <a:gd name="connsiteX7" fmla="*/ 414963 w 829441"/>
                      <a:gd name="connsiteY7" fmla="*/ 25609 h 869187"/>
                      <a:gd name="connsiteX8" fmla="*/ 653088 w 829441"/>
                      <a:gd name="connsiteY8" fmla="*/ 178009 h 869187"/>
                      <a:gd name="connsiteX9" fmla="*/ 795963 w 829441"/>
                      <a:gd name="connsiteY9" fmla="*/ 320884 h 869187"/>
                      <a:gd name="connsiteX10" fmla="*/ 827713 w 829441"/>
                      <a:gd name="connsiteY10" fmla="*/ 384384 h 869187"/>
                      <a:gd name="connsiteX11" fmla="*/ 761038 w 829441"/>
                      <a:gd name="connsiteY11" fmla="*/ 625684 h 869187"/>
                      <a:gd name="connsiteX12" fmla="*/ 656263 w 829441"/>
                      <a:gd name="connsiteY12" fmla="*/ 790784 h 869187"/>
                      <a:gd name="connsiteX13" fmla="*/ 430838 w 829441"/>
                      <a:gd name="connsiteY13" fmla="*/ 860634 h 869187"/>
                      <a:gd name="connsiteX14" fmla="*/ 208588 w 829441"/>
                      <a:gd name="connsiteY14" fmla="*/ 854284 h 869187"/>
                      <a:gd name="connsiteX15" fmla="*/ 91113 w 829441"/>
                      <a:gd name="connsiteY15" fmla="*/ 736809 h 869187"/>
                      <a:gd name="connsiteX16" fmla="*/ 65713 w 829441"/>
                      <a:gd name="connsiteY16" fmla="*/ 616159 h 869187"/>
                      <a:gd name="connsiteX17" fmla="*/ 53013 w 829441"/>
                      <a:gd name="connsiteY17" fmla="*/ 489159 h 869187"/>
                      <a:gd name="connsiteX18" fmla="*/ 49838 w 829441"/>
                      <a:gd name="connsiteY18" fmla="*/ 374859 h 869187"/>
                      <a:gd name="connsiteX0" fmla="*/ 49838 w 829441"/>
                      <a:gd name="connsiteY0" fmla="*/ 374859 h 864171"/>
                      <a:gd name="connsiteX1" fmla="*/ 24438 w 829441"/>
                      <a:gd name="connsiteY1" fmla="*/ 212934 h 864171"/>
                      <a:gd name="connsiteX2" fmla="*/ 2213 w 829441"/>
                      <a:gd name="connsiteY2" fmla="*/ 127209 h 864171"/>
                      <a:gd name="connsiteX3" fmla="*/ 81588 w 829441"/>
                      <a:gd name="connsiteY3" fmla="*/ 25609 h 864171"/>
                      <a:gd name="connsiteX4" fmla="*/ 192713 w 829441"/>
                      <a:gd name="connsiteY4" fmla="*/ 25609 h 864171"/>
                      <a:gd name="connsiteX5" fmla="*/ 275263 w 829441"/>
                      <a:gd name="connsiteY5" fmla="*/ 25609 h 864171"/>
                      <a:gd name="connsiteX6" fmla="*/ 338763 w 829441"/>
                      <a:gd name="connsiteY6" fmla="*/ 209 h 864171"/>
                      <a:gd name="connsiteX7" fmla="*/ 414963 w 829441"/>
                      <a:gd name="connsiteY7" fmla="*/ 25609 h 864171"/>
                      <a:gd name="connsiteX8" fmla="*/ 653088 w 829441"/>
                      <a:gd name="connsiteY8" fmla="*/ 178009 h 864171"/>
                      <a:gd name="connsiteX9" fmla="*/ 795963 w 829441"/>
                      <a:gd name="connsiteY9" fmla="*/ 320884 h 864171"/>
                      <a:gd name="connsiteX10" fmla="*/ 827713 w 829441"/>
                      <a:gd name="connsiteY10" fmla="*/ 384384 h 864171"/>
                      <a:gd name="connsiteX11" fmla="*/ 761038 w 829441"/>
                      <a:gd name="connsiteY11" fmla="*/ 625684 h 864171"/>
                      <a:gd name="connsiteX12" fmla="*/ 656263 w 829441"/>
                      <a:gd name="connsiteY12" fmla="*/ 790784 h 864171"/>
                      <a:gd name="connsiteX13" fmla="*/ 430838 w 829441"/>
                      <a:gd name="connsiteY13" fmla="*/ 860634 h 864171"/>
                      <a:gd name="connsiteX14" fmla="*/ 224463 w 829441"/>
                      <a:gd name="connsiteY14" fmla="*/ 841584 h 864171"/>
                      <a:gd name="connsiteX15" fmla="*/ 91113 w 829441"/>
                      <a:gd name="connsiteY15" fmla="*/ 736809 h 864171"/>
                      <a:gd name="connsiteX16" fmla="*/ 65713 w 829441"/>
                      <a:gd name="connsiteY16" fmla="*/ 616159 h 864171"/>
                      <a:gd name="connsiteX17" fmla="*/ 53013 w 829441"/>
                      <a:gd name="connsiteY17" fmla="*/ 489159 h 864171"/>
                      <a:gd name="connsiteX18" fmla="*/ 49838 w 829441"/>
                      <a:gd name="connsiteY18" fmla="*/ 374859 h 864171"/>
                      <a:gd name="connsiteX0" fmla="*/ 49838 w 829441"/>
                      <a:gd name="connsiteY0" fmla="*/ 374859 h 864171"/>
                      <a:gd name="connsiteX1" fmla="*/ 24438 w 829441"/>
                      <a:gd name="connsiteY1" fmla="*/ 212934 h 864171"/>
                      <a:gd name="connsiteX2" fmla="*/ 2213 w 829441"/>
                      <a:gd name="connsiteY2" fmla="*/ 127209 h 864171"/>
                      <a:gd name="connsiteX3" fmla="*/ 81588 w 829441"/>
                      <a:gd name="connsiteY3" fmla="*/ 25609 h 864171"/>
                      <a:gd name="connsiteX4" fmla="*/ 192713 w 829441"/>
                      <a:gd name="connsiteY4" fmla="*/ 25609 h 864171"/>
                      <a:gd name="connsiteX5" fmla="*/ 275263 w 829441"/>
                      <a:gd name="connsiteY5" fmla="*/ 25609 h 864171"/>
                      <a:gd name="connsiteX6" fmla="*/ 338763 w 829441"/>
                      <a:gd name="connsiteY6" fmla="*/ 209 h 864171"/>
                      <a:gd name="connsiteX7" fmla="*/ 414963 w 829441"/>
                      <a:gd name="connsiteY7" fmla="*/ 25609 h 864171"/>
                      <a:gd name="connsiteX8" fmla="*/ 653088 w 829441"/>
                      <a:gd name="connsiteY8" fmla="*/ 178009 h 864171"/>
                      <a:gd name="connsiteX9" fmla="*/ 795963 w 829441"/>
                      <a:gd name="connsiteY9" fmla="*/ 320884 h 864171"/>
                      <a:gd name="connsiteX10" fmla="*/ 827713 w 829441"/>
                      <a:gd name="connsiteY10" fmla="*/ 384384 h 864171"/>
                      <a:gd name="connsiteX11" fmla="*/ 761038 w 829441"/>
                      <a:gd name="connsiteY11" fmla="*/ 625684 h 864171"/>
                      <a:gd name="connsiteX12" fmla="*/ 656263 w 829441"/>
                      <a:gd name="connsiteY12" fmla="*/ 790784 h 864171"/>
                      <a:gd name="connsiteX13" fmla="*/ 430838 w 829441"/>
                      <a:gd name="connsiteY13" fmla="*/ 860634 h 864171"/>
                      <a:gd name="connsiteX14" fmla="*/ 224463 w 829441"/>
                      <a:gd name="connsiteY14" fmla="*/ 841584 h 864171"/>
                      <a:gd name="connsiteX15" fmla="*/ 91113 w 829441"/>
                      <a:gd name="connsiteY15" fmla="*/ 736809 h 864171"/>
                      <a:gd name="connsiteX16" fmla="*/ 65713 w 829441"/>
                      <a:gd name="connsiteY16" fmla="*/ 616159 h 864171"/>
                      <a:gd name="connsiteX17" fmla="*/ 53013 w 829441"/>
                      <a:gd name="connsiteY17" fmla="*/ 489159 h 864171"/>
                      <a:gd name="connsiteX18" fmla="*/ 49838 w 829441"/>
                      <a:gd name="connsiteY18" fmla="*/ 374859 h 864171"/>
                      <a:gd name="connsiteX0" fmla="*/ 49838 w 829441"/>
                      <a:gd name="connsiteY0" fmla="*/ 374782 h 864094"/>
                      <a:gd name="connsiteX1" fmla="*/ 24438 w 829441"/>
                      <a:gd name="connsiteY1" fmla="*/ 212857 h 864094"/>
                      <a:gd name="connsiteX2" fmla="*/ 2213 w 829441"/>
                      <a:gd name="connsiteY2" fmla="*/ 127132 h 864094"/>
                      <a:gd name="connsiteX3" fmla="*/ 81588 w 829441"/>
                      <a:gd name="connsiteY3" fmla="*/ 25532 h 864094"/>
                      <a:gd name="connsiteX4" fmla="*/ 192713 w 829441"/>
                      <a:gd name="connsiteY4" fmla="*/ 25532 h 864094"/>
                      <a:gd name="connsiteX5" fmla="*/ 259388 w 829441"/>
                      <a:gd name="connsiteY5" fmla="*/ 16007 h 864094"/>
                      <a:gd name="connsiteX6" fmla="*/ 338763 w 829441"/>
                      <a:gd name="connsiteY6" fmla="*/ 132 h 864094"/>
                      <a:gd name="connsiteX7" fmla="*/ 414963 w 829441"/>
                      <a:gd name="connsiteY7" fmla="*/ 25532 h 864094"/>
                      <a:gd name="connsiteX8" fmla="*/ 653088 w 829441"/>
                      <a:gd name="connsiteY8" fmla="*/ 177932 h 864094"/>
                      <a:gd name="connsiteX9" fmla="*/ 795963 w 829441"/>
                      <a:gd name="connsiteY9" fmla="*/ 320807 h 864094"/>
                      <a:gd name="connsiteX10" fmla="*/ 827713 w 829441"/>
                      <a:gd name="connsiteY10" fmla="*/ 384307 h 864094"/>
                      <a:gd name="connsiteX11" fmla="*/ 761038 w 829441"/>
                      <a:gd name="connsiteY11" fmla="*/ 625607 h 864094"/>
                      <a:gd name="connsiteX12" fmla="*/ 656263 w 829441"/>
                      <a:gd name="connsiteY12" fmla="*/ 790707 h 864094"/>
                      <a:gd name="connsiteX13" fmla="*/ 430838 w 829441"/>
                      <a:gd name="connsiteY13" fmla="*/ 860557 h 864094"/>
                      <a:gd name="connsiteX14" fmla="*/ 224463 w 829441"/>
                      <a:gd name="connsiteY14" fmla="*/ 841507 h 864094"/>
                      <a:gd name="connsiteX15" fmla="*/ 91113 w 829441"/>
                      <a:gd name="connsiteY15" fmla="*/ 736732 h 864094"/>
                      <a:gd name="connsiteX16" fmla="*/ 65713 w 829441"/>
                      <a:gd name="connsiteY16" fmla="*/ 616082 h 864094"/>
                      <a:gd name="connsiteX17" fmla="*/ 53013 w 829441"/>
                      <a:gd name="connsiteY17" fmla="*/ 489082 h 864094"/>
                      <a:gd name="connsiteX18" fmla="*/ 49838 w 829441"/>
                      <a:gd name="connsiteY18" fmla="*/ 374782 h 864094"/>
                      <a:gd name="connsiteX0" fmla="*/ 38274 w 817877"/>
                      <a:gd name="connsiteY0" fmla="*/ 374782 h 864094"/>
                      <a:gd name="connsiteX1" fmla="*/ 12874 w 817877"/>
                      <a:gd name="connsiteY1" fmla="*/ 212857 h 864094"/>
                      <a:gd name="connsiteX2" fmla="*/ 3349 w 817877"/>
                      <a:gd name="connsiteY2" fmla="*/ 104907 h 864094"/>
                      <a:gd name="connsiteX3" fmla="*/ 70024 w 817877"/>
                      <a:gd name="connsiteY3" fmla="*/ 25532 h 864094"/>
                      <a:gd name="connsiteX4" fmla="*/ 181149 w 817877"/>
                      <a:gd name="connsiteY4" fmla="*/ 25532 h 864094"/>
                      <a:gd name="connsiteX5" fmla="*/ 247824 w 817877"/>
                      <a:gd name="connsiteY5" fmla="*/ 16007 h 864094"/>
                      <a:gd name="connsiteX6" fmla="*/ 327199 w 817877"/>
                      <a:gd name="connsiteY6" fmla="*/ 132 h 864094"/>
                      <a:gd name="connsiteX7" fmla="*/ 403399 w 817877"/>
                      <a:gd name="connsiteY7" fmla="*/ 25532 h 864094"/>
                      <a:gd name="connsiteX8" fmla="*/ 641524 w 817877"/>
                      <a:gd name="connsiteY8" fmla="*/ 177932 h 864094"/>
                      <a:gd name="connsiteX9" fmla="*/ 784399 w 817877"/>
                      <a:gd name="connsiteY9" fmla="*/ 320807 h 864094"/>
                      <a:gd name="connsiteX10" fmla="*/ 816149 w 817877"/>
                      <a:gd name="connsiteY10" fmla="*/ 384307 h 864094"/>
                      <a:gd name="connsiteX11" fmla="*/ 749474 w 817877"/>
                      <a:gd name="connsiteY11" fmla="*/ 625607 h 864094"/>
                      <a:gd name="connsiteX12" fmla="*/ 644699 w 817877"/>
                      <a:gd name="connsiteY12" fmla="*/ 790707 h 864094"/>
                      <a:gd name="connsiteX13" fmla="*/ 419274 w 817877"/>
                      <a:gd name="connsiteY13" fmla="*/ 860557 h 864094"/>
                      <a:gd name="connsiteX14" fmla="*/ 212899 w 817877"/>
                      <a:gd name="connsiteY14" fmla="*/ 841507 h 864094"/>
                      <a:gd name="connsiteX15" fmla="*/ 79549 w 817877"/>
                      <a:gd name="connsiteY15" fmla="*/ 736732 h 864094"/>
                      <a:gd name="connsiteX16" fmla="*/ 54149 w 817877"/>
                      <a:gd name="connsiteY16" fmla="*/ 616082 h 864094"/>
                      <a:gd name="connsiteX17" fmla="*/ 41449 w 817877"/>
                      <a:gd name="connsiteY17" fmla="*/ 489082 h 864094"/>
                      <a:gd name="connsiteX18" fmla="*/ 38274 w 817877"/>
                      <a:gd name="connsiteY18" fmla="*/ 374782 h 864094"/>
                      <a:gd name="connsiteX0" fmla="*/ 38274 w 817877"/>
                      <a:gd name="connsiteY0" fmla="*/ 374782 h 864094"/>
                      <a:gd name="connsiteX1" fmla="*/ 12874 w 817877"/>
                      <a:gd name="connsiteY1" fmla="*/ 212857 h 864094"/>
                      <a:gd name="connsiteX2" fmla="*/ 3349 w 817877"/>
                      <a:gd name="connsiteY2" fmla="*/ 104907 h 864094"/>
                      <a:gd name="connsiteX3" fmla="*/ 70024 w 817877"/>
                      <a:gd name="connsiteY3" fmla="*/ 25532 h 864094"/>
                      <a:gd name="connsiteX4" fmla="*/ 181149 w 817877"/>
                      <a:gd name="connsiteY4" fmla="*/ 25532 h 864094"/>
                      <a:gd name="connsiteX5" fmla="*/ 247824 w 817877"/>
                      <a:gd name="connsiteY5" fmla="*/ 16007 h 864094"/>
                      <a:gd name="connsiteX6" fmla="*/ 327199 w 817877"/>
                      <a:gd name="connsiteY6" fmla="*/ 132 h 864094"/>
                      <a:gd name="connsiteX7" fmla="*/ 403399 w 817877"/>
                      <a:gd name="connsiteY7" fmla="*/ 25532 h 864094"/>
                      <a:gd name="connsiteX8" fmla="*/ 641524 w 817877"/>
                      <a:gd name="connsiteY8" fmla="*/ 177932 h 864094"/>
                      <a:gd name="connsiteX9" fmla="*/ 784399 w 817877"/>
                      <a:gd name="connsiteY9" fmla="*/ 320807 h 864094"/>
                      <a:gd name="connsiteX10" fmla="*/ 816149 w 817877"/>
                      <a:gd name="connsiteY10" fmla="*/ 384307 h 864094"/>
                      <a:gd name="connsiteX11" fmla="*/ 749474 w 817877"/>
                      <a:gd name="connsiteY11" fmla="*/ 625607 h 864094"/>
                      <a:gd name="connsiteX12" fmla="*/ 644699 w 817877"/>
                      <a:gd name="connsiteY12" fmla="*/ 790707 h 864094"/>
                      <a:gd name="connsiteX13" fmla="*/ 419274 w 817877"/>
                      <a:gd name="connsiteY13" fmla="*/ 860557 h 864094"/>
                      <a:gd name="connsiteX14" fmla="*/ 212899 w 817877"/>
                      <a:gd name="connsiteY14" fmla="*/ 841507 h 864094"/>
                      <a:gd name="connsiteX15" fmla="*/ 79549 w 817877"/>
                      <a:gd name="connsiteY15" fmla="*/ 736732 h 864094"/>
                      <a:gd name="connsiteX16" fmla="*/ 54149 w 817877"/>
                      <a:gd name="connsiteY16" fmla="*/ 616082 h 864094"/>
                      <a:gd name="connsiteX17" fmla="*/ 41449 w 817877"/>
                      <a:gd name="connsiteY17" fmla="*/ 489082 h 864094"/>
                      <a:gd name="connsiteX18" fmla="*/ 38274 w 817877"/>
                      <a:gd name="connsiteY18" fmla="*/ 374782 h 864094"/>
                      <a:gd name="connsiteX0" fmla="*/ 38274 w 817877"/>
                      <a:gd name="connsiteY0" fmla="*/ 374769 h 864081"/>
                      <a:gd name="connsiteX1" fmla="*/ 12874 w 817877"/>
                      <a:gd name="connsiteY1" fmla="*/ 212844 h 864081"/>
                      <a:gd name="connsiteX2" fmla="*/ 3349 w 817877"/>
                      <a:gd name="connsiteY2" fmla="*/ 104894 h 864081"/>
                      <a:gd name="connsiteX3" fmla="*/ 70024 w 817877"/>
                      <a:gd name="connsiteY3" fmla="*/ 25519 h 864081"/>
                      <a:gd name="connsiteX4" fmla="*/ 181149 w 817877"/>
                      <a:gd name="connsiteY4" fmla="*/ 15994 h 864081"/>
                      <a:gd name="connsiteX5" fmla="*/ 247824 w 817877"/>
                      <a:gd name="connsiteY5" fmla="*/ 15994 h 864081"/>
                      <a:gd name="connsiteX6" fmla="*/ 327199 w 817877"/>
                      <a:gd name="connsiteY6" fmla="*/ 119 h 864081"/>
                      <a:gd name="connsiteX7" fmla="*/ 403399 w 817877"/>
                      <a:gd name="connsiteY7" fmla="*/ 25519 h 864081"/>
                      <a:gd name="connsiteX8" fmla="*/ 641524 w 817877"/>
                      <a:gd name="connsiteY8" fmla="*/ 177919 h 864081"/>
                      <a:gd name="connsiteX9" fmla="*/ 784399 w 817877"/>
                      <a:gd name="connsiteY9" fmla="*/ 320794 h 864081"/>
                      <a:gd name="connsiteX10" fmla="*/ 816149 w 817877"/>
                      <a:gd name="connsiteY10" fmla="*/ 384294 h 864081"/>
                      <a:gd name="connsiteX11" fmla="*/ 749474 w 817877"/>
                      <a:gd name="connsiteY11" fmla="*/ 625594 h 864081"/>
                      <a:gd name="connsiteX12" fmla="*/ 644699 w 817877"/>
                      <a:gd name="connsiteY12" fmla="*/ 790694 h 864081"/>
                      <a:gd name="connsiteX13" fmla="*/ 419274 w 817877"/>
                      <a:gd name="connsiteY13" fmla="*/ 860544 h 864081"/>
                      <a:gd name="connsiteX14" fmla="*/ 212899 w 817877"/>
                      <a:gd name="connsiteY14" fmla="*/ 841494 h 864081"/>
                      <a:gd name="connsiteX15" fmla="*/ 79549 w 817877"/>
                      <a:gd name="connsiteY15" fmla="*/ 736719 h 864081"/>
                      <a:gd name="connsiteX16" fmla="*/ 54149 w 817877"/>
                      <a:gd name="connsiteY16" fmla="*/ 616069 h 864081"/>
                      <a:gd name="connsiteX17" fmla="*/ 41449 w 817877"/>
                      <a:gd name="connsiteY17" fmla="*/ 489069 h 864081"/>
                      <a:gd name="connsiteX18" fmla="*/ 38274 w 817877"/>
                      <a:gd name="connsiteY18" fmla="*/ 374769 h 864081"/>
                      <a:gd name="connsiteX0" fmla="*/ 38274 w 817877"/>
                      <a:gd name="connsiteY0" fmla="*/ 374769 h 863963"/>
                      <a:gd name="connsiteX1" fmla="*/ 12874 w 817877"/>
                      <a:gd name="connsiteY1" fmla="*/ 212844 h 863963"/>
                      <a:gd name="connsiteX2" fmla="*/ 3349 w 817877"/>
                      <a:gd name="connsiteY2" fmla="*/ 104894 h 863963"/>
                      <a:gd name="connsiteX3" fmla="*/ 70024 w 817877"/>
                      <a:gd name="connsiteY3" fmla="*/ 25519 h 863963"/>
                      <a:gd name="connsiteX4" fmla="*/ 181149 w 817877"/>
                      <a:gd name="connsiteY4" fmla="*/ 15994 h 863963"/>
                      <a:gd name="connsiteX5" fmla="*/ 247824 w 817877"/>
                      <a:gd name="connsiteY5" fmla="*/ 15994 h 863963"/>
                      <a:gd name="connsiteX6" fmla="*/ 327199 w 817877"/>
                      <a:gd name="connsiteY6" fmla="*/ 119 h 863963"/>
                      <a:gd name="connsiteX7" fmla="*/ 403399 w 817877"/>
                      <a:gd name="connsiteY7" fmla="*/ 25519 h 863963"/>
                      <a:gd name="connsiteX8" fmla="*/ 641524 w 817877"/>
                      <a:gd name="connsiteY8" fmla="*/ 177919 h 863963"/>
                      <a:gd name="connsiteX9" fmla="*/ 784399 w 817877"/>
                      <a:gd name="connsiteY9" fmla="*/ 320794 h 863963"/>
                      <a:gd name="connsiteX10" fmla="*/ 816149 w 817877"/>
                      <a:gd name="connsiteY10" fmla="*/ 384294 h 863963"/>
                      <a:gd name="connsiteX11" fmla="*/ 749474 w 817877"/>
                      <a:gd name="connsiteY11" fmla="*/ 625594 h 863963"/>
                      <a:gd name="connsiteX12" fmla="*/ 644699 w 817877"/>
                      <a:gd name="connsiteY12" fmla="*/ 790694 h 863963"/>
                      <a:gd name="connsiteX13" fmla="*/ 419274 w 817877"/>
                      <a:gd name="connsiteY13" fmla="*/ 860544 h 863963"/>
                      <a:gd name="connsiteX14" fmla="*/ 212899 w 817877"/>
                      <a:gd name="connsiteY14" fmla="*/ 841494 h 863963"/>
                      <a:gd name="connsiteX15" fmla="*/ 96758 w 817877"/>
                      <a:gd name="connsiteY15" fmla="*/ 741000 h 863963"/>
                      <a:gd name="connsiteX16" fmla="*/ 54149 w 817877"/>
                      <a:gd name="connsiteY16" fmla="*/ 616069 h 863963"/>
                      <a:gd name="connsiteX17" fmla="*/ 41449 w 817877"/>
                      <a:gd name="connsiteY17" fmla="*/ 489069 h 863963"/>
                      <a:gd name="connsiteX18" fmla="*/ 38274 w 817877"/>
                      <a:gd name="connsiteY18" fmla="*/ 374769 h 863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17877" h="863963">
                        <a:moveTo>
                          <a:pt x="38274" y="374769"/>
                        </a:moveTo>
                        <a:cubicBezTo>
                          <a:pt x="29542" y="314444"/>
                          <a:pt x="18695" y="257823"/>
                          <a:pt x="12874" y="212844"/>
                        </a:cubicBezTo>
                        <a:cubicBezTo>
                          <a:pt x="7053" y="167865"/>
                          <a:pt x="-6176" y="136115"/>
                          <a:pt x="3349" y="104894"/>
                        </a:cubicBezTo>
                        <a:cubicBezTo>
                          <a:pt x="12874" y="73673"/>
                          <a:pt x="40391" y="40336"/>
                          <a:pt x="70024" y="25519"/>
                        </a:cubicBezTo>
                        <a:cubicBezTo>
                          <a:pt x="99657" y="10702"/>
                          <a:pt x="151516" y="17581"/>
                          <a:pt x="181149" y="15994"/>
                        </a:cubicBezTo>
                        <a:cubicBezTo>
                          <a:pt x="210782" y="14407"/>
                          <a:pt x="223482" y="18640"/>
                          <a:pt x="247824" y="15994"/>
                        </a:cubicBezTo>
                        <a:cubicBezTo>
                          <a:pt x="272166" y="13348"/>
                          <a:pt x="301270" y="-1469"/>
                          <a:pt x="327199" y="119"/>
                        </a:cubicBezTo>
                        <a:cubicBezTo>
                          <a:pt x="353128" y="1707"/>
                          <a:pt x="351012" y="-4114"/>
                          <a:pt x="403399" y="25519"/>
                        </a:cubicBezTo>
                        <a:cubicBezTo>
                          <a:pt x="455786" y="55152"/>
                          <a:pt x="578024" y="128707"/>
                          <a:pt x="641524" y="177919"/>
                        </a:cubicBezTo>
                        <a:cubicBezTo>
                          <a:pt x="705024" y="227131"/>
                          <a:pt x="755295" y="286398"/>
                          <a:pt x="784399" y="320794"/>
                        </a:cubicBezTo>
                        <a:cubicBezTo>
                          <a:pt x="813503" y="355190"/>
                          <a:pt x="821970" y="333494"/>
                          <a:pt x="816149" y="384294"/>
                        </a:cubicBezTo>
                        <a:cubicBezTo>
                          <a:pt x="810328" y="435094"/>
                          <a:pt x="778049" y="557861"/>
                          <a:pt x="749474" y="625594"/>
                        </a:cubicBezTo>
                        <a:cubicBezTo>
                          <a:pt x="720899" y="693327"/>
                          <a:pt x="699732" y="751536"/>
                          <a:pt x="644699" y="790694"/>
                        </a:cubicBezTo>
                        <a:cubicBezTo>
                          <a:pt x="589666" y="829852"/>
                          <a:pt x="491241" y="852077"/>
                          <a:pt x="419274" y="860544"/>
                        </a:cubicBezTo>
                        <a:cubicBezTo>
                          <a:pt x="347307" y="869011"/>
                          <a:pt x="266652" y="861418"/>
                          <a:pt x="212899" y="841494"/>
                        </a:cubicBezTo>
                        <a:cubicBezTo>
                          <a:pt x="159146" y="821570"/>
                          <a:pt x="123216" y="778571"/>
                          <a:pt x="96758" y="741000"/>
                        </a:cubicBezTo>
                        <a:cubicBezTo>
                          <a:pt x="70300" y="703429"/>
                          <a:pt x="60499" y="657344"/>
                          <a:pt x="54149" y="616069"/>
                        </a:cubicBezTo>
                        <a:cubicBezTo>
                          <a:pt x="47799" y="574794"/>
                          <a:pt x="41449" y="489069"/>
                          <a:pt x="41449" y="489069"/>
                        </a:cubicBezTo>
                        <a:cubicBezTo>
                          <a:pt x="40391" y="450969"/>
                          <a:pt x="39332" y="412869"/>
                          <a:pt x="38274" y="374769"/>
                        </a:cubicBez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AA5AD91-A25F-1E50-E46C-FF1DC47970CA}"/>
                      </a:ext>
                    </a:extLst>
                  </p:cNvPr>
                  <p:cNvSpPr/>
                  <p:nvPr/>
                </p:nvSpPr>
                <p:spPr>
                  <a:xfrm>
                    <a:off x="2590314" y="3663682"/>
                    <a:ext cx="749928" cy="618013"/>
                  </a:xfrm>
                  <a:custGeom>
                    <a:avLst/>
                    <a:gdLst>
                      <a:gd name="connsiteX0" fmla="*/ 6836 w 749928"/>
                      <a:gd name="connsiteY0" fmla="*/ 270002 h 629113"/>
                      <a:gd name="connsiteX1" fmla="*/ 19536 w 749928"/>
                      <a:gd name="connsiteY1" fmla="*/ 165227 h 629113"/>
                      <a:gd name="connsiteX2" fmla="*/ 35411 w 749928"/>
                      <a:gd name="connsiteY2" fmla="*/ 79502 h 629113"/>
                      <a:gd name="connsiteX3" fmla="*/ 89386 w 749928"/>
                      <a:gd name="connsiteY3" fmla="*/ 22352 h 629113"/>
                      <a:gd name="connsiteX4" fmla="*/ 165586 w 749928"/>
                      <a:gd name="connsiteY4" fmla="*/ 127 h 629113"/>
                      <a:gd name="connsiteX5" fmla="*/ 206861 w 749928"/>
                      <a:gd name="connsiteY5" fmla="*/ 12827 h 629113"/>
                      <a:gd name="connsiteX6" fmla="*/ 235436 w 749928"/>
                      <a:gd name="connsiteY6" fmla="*/ 3302 h 629113"/>
                      <a:gd name="connsiteX7" fmla="*/ 324336 w 749928"/>
                      <a:gd name="connsiteY7" fmla="*/ 19177 h 629113"/>
                      <a:gd name="connsiteX8" fmla="*/ 429111 w 749928"/>
                      <a:gd name="connsiteY8" fmla="*/ 60452 h 629113"/>
                      <a:gd name="connsiteX9" fmla="*/ 594211 w 749928"/>
                      <a:gd name="connsiteY9" fmla="*/ 117602 h 629113"/>
                      <a:gd name="connsiteX10" fmla="*/ 705336 w 749928"/>
                      <a:gd name="connsiteY10" fmla="*/ 200152 h 629113"/>
                      <a:gd name="connsiteX11" fmla="*/ 749786 w 749928"/>
                      <a:gd name="connsiteY11" fmla="*/ 270002 h 629113"/>
                      <a:gd name="connsiteX12" fmla="*/ 714861 w 749928"/>
                      <a:gd name="connsiteY12" fmla="*/ 374777 h 629113"/>
                      <a:gd name="connsiteX13" fmla="*/ 600561 w 749928"/>
                      <a:gd name="connsiteY13" fmla="*/ 530352 h 629113"/>
                      <a:gd name="connsiteX14" fmla="*/ 441811 w 749928"/>
                      <a:gd name="connsiteY14" fmla="*/ 606552 h 629113"/>
                      <a:gd name="connsiteX15" fmla="*/ 321161 w 749928"/>
                      <a:gd name="connsiteY15" fmla="*/ 628777 h 629113"/>
                      <a:gd name="connsiteX16" fmla="*/ 168761 w 749928"/>
                      <a:gd name="connsiteY16" fmla="*/ 593852 h 629113"/>
                      <a:gd name="connsiteX17" fmla="*/ 114786 w 749928"/>
                      <a:gd name="connsiteY17" fmla="*/ 549402 h 629113"/>
                      <a:gd name="connsiteX18" fmla="*/ 48111 w 749928"/>
                      <a:gd name="connsiteY18" fmla="*/ 454152 h 629113"/>
                      <a:gd name="connsiteX19" fmla="*/ 13186 w 749928"/>
                      <a:gd name="connsiteY19" fmla="*/ 374777 h 629113"/>
                      <a:gd name="connsiteX20" fmla="*/ 486 w 749928"/>
                      <a:gd name="connsiteY20" fmla="*/ 339852 h 629113"/>
                      <a:gd name="connsiteX21" fmla="*/ 6836 w 749928"/>
                      <a:gd name="connsiteY21" fmla="*/ 270002 h 629113"/>
                      <a:gd name="connsiteX0" fmla="*/ 6836 w 749928"/>
                      <a:gd name="connsiteY0" fmla="*/ 270142 h 629253"/>
                      <a:gd name="connsiteX1" fmla="*/ 19536 w 749928"/>
                      <a:gd name="connsiteY1" fmla="*/ 165367 h 629253"/>
                      <a:gd name="connsiteX2" fmla="*/ 35411 w 749928"/>
                      <a:gd name="connsiteY2" fmla="*/ 79642 h 629253"/>
                      <a:gd name="connsiteX3" fmla="*/ 89386 w 749928"/>
                      <a:gd name="connsiteY3" fmla="*/ 22492 h 629253"/>
                      <a:gd name="connsiteX4" fmla="*/ 165586 w 749928"/>
                      <a:gd name="connsiteY4" fmla="*/ 267 h 629253"/>
                      <a:gd name="connsiteX5" fmla="*/ 206861 w 749928"/>
                      <a:gd name="connsiteY5" fmla="*/ 9792 h 629253"/>
                      <a:gd name="connsiteX6" fmla="*/ 235436 w 749928"/>
                      <a:gd name="connsiteY6" fmla="*/ 3442 h 629253"/>
                      <a:gd name="connsiteX7" fmla="*/ 324336 w 749928"/>
                      <a:gd name="connsiteY7" fmla="*/ 19317 h 629253"/>
                      <a:gd name="connsiteX8" fmla="*/ 429111 w 749928"/>
                      <a:gd name="connsiteY8" fmla="*/ 60592 h 629253"/>
                      <a:gd name="connsiteX9" fmla="*/ 594211 w 749928"/>
                      <a:gd name="connsiteY9" fmla="*/ 117742 h 629253"/>
                      <a:gd name="connsiteX10" fmla="*/ 705336 w 749928"/>
                      <a:gd name="connsiteY10" fmla="*/ 200292 h 629253"/>
                      <a:gd name="connsiteX11" fmla="*/ 749786 w 749928"/>
                      <a:gd name="connsiteY11" fmla="*/ 270142 h 629253"/>
                      <a:gd name="connsiteX12" fmla="*/ 714861 w 749928"/>
                      <a:gd name="connsiteY12" fmla="*/ 374917 h 629253"/>
                      <a:gd name="connsiteX13" fmla="*/ 600561 w 749928"/>
                      <a:gd name="connsiteY13" fmla="*/ 530492 h 629253"/>
                      <a:gd name="connsiteX14" fmla="*/ 441811 w 749928"/>
                      <a:gd name="connsiteY14" fmla="*/ 606692 h 629253"/>
                      <a:gd name="connsiteX15" fmla="*/ 321161 w 749928"/>
                      <a:gd name="connsiteY15" fmla="*/ 628917 h 629253"/>
                      <a:gd name="connsiteX16" fmla="*/ 168761 w 749928"/>
                      <a:gd name="connsiteY16" fmla="*/ 593992 h 629253"/>
                      <a:gd name="connsiteX17" fmla="*/ 114786 w 749928"/>
                      <a:gd name="connsiteY17" fmla="*/ 549542 h 629253"/>
                      <a:gd name="connsiteX18" fmla="*/ 48111 w 749928"/>
                      <a:gd name="connsiteY18" fmla="*/ 454292 h 629253"/>
                      <a:gd name="connsiteX19" fmla="*/ 13186 w 749928"/>
                      <a:gd name="connsiteY19" fmla="*/ 374917 h 629253"/>
                      <a:gd name="connsiteX20" fmla="*/ 486 w 749928"/>
                      <a:gd name="connsiteY20" fmla="*/ 339992 h 629253"/>
                      <a:gd name="connsiteX21" fmla="*/ 6836 w 749928"/>
                      <a:gd name="connsiteY21" fmla="*/ 270142 h 629253"/>
                      <a:gd name="connsiteX0" fmla="*/ 6836 w 749928"/>
                      <a:gd name="connsiteY0" fmla="*/ 270142 h 629253"/>
                      <a:gd name="connsiteX1" fmla="*/ 19536 w 749928"/>
                      <a:gd name="connsiteY1" fmla="*/ 165367 h 629253"/>
                      <a:gd name="connsiteX2" fmla="*/ 35411 w 749928"/>
                      <a:gd name="connsiteY2" fmla="*/ 79642 h 629253"/>
                      <a:gd name="connsiteX3" fmla="*/ 89386 w 749928"/>
                      <a:gd name="connsiteY3" fmla="*/ 22492 h 629253"/>
                      <a:gd name="connsiteX4" fmla="*/ 165586 w 749928"/>
                      <a:gd name="connsiteY4" fmla="*/ 267 h 629253"/>
                      <a:gd name="connsiteX5" fmla="*/ 206861 w 749928"/>
                      <a:gd name="connsiteY5" fmla="*/ 9792 h 629253"/>
                      <a:gd name="connsiteX6" fmla="*/ 235436 w 749928"/>
                      <a:gd name="connsiteY6" fmla="*/ 3442 h 629253"/>
                      <a:gd name="connsiteX7" fmla="*/ 324336 w 749928"/>
                      <a:gd name="connsiteY7" fmla="*/ 19317 h 629253"/>
                      <a:gd name="connsiteX8" fmla="*/ 429111 w 749928"/>
                      <a:gd name="connsiteY8" fmla="*/ 60592 h 629253"/>
                      <a:gd name="connsiteX9" fmla="*/ 594211 w 749928"/>
                      <a:gd name="connsiteY9" fmla="*/ 117742 h 629253"/>
                      <a:gd name="connsiteX10" fmla="*/ 705336 w 749928"/>
                      <a:gd name="connsiteY10" fmla="*/ 200292 h 629253"/>
                      <a:gd name="connsiteX11" fmla="*/ 749786 w 749928"/>
                      <a:gd name="connsiteY11" fmla="*/ 270142 h 629253"/>
                      <a:gd name="connsiteX12" fmla="*/ 714861 w 749928"/>
                      <a:gd name="connsiteY12" fmla="*/ 374917 h 629253"/>
                      <a:gd name="connsiteX13" fmla="*/ 600561 w 749928"/>
                      <a:gd name="connsiteY13" fmla="*/ 530492 h 629253"/>
                      <a:gd name="connsiteX14" fmla="*/ 441811 w 749928"/>
                      <a:gd name="connsiteY14" fmla="*/ 606692 h 629253"/>
                      <a:gd name="connsiteX15" fmla="*/ 321161 w 749928"/>
                      <a:gd name="connsiteY15" fmla="*/ 628917 h 629253"/>
                      <a:gd name="connsiteX16" fmla="*/ 168761 w 749928"/>
                      <a:gd name="connsiteY16" fmla="*/ 593992 h 629253"/>
                      <a:gd name="connsiteX17" fmla="*/ 114786 w 749928"/>
                      <a:gd name="connsiteY17" fmla="*/ 540981 h 629253"/>
                      <a:gd name="connsiteX18" fmla="*/ 48111 w 749928"/>
                      <a:gd name="connsiteY18" fmla="*/ 454292 h 629253"/>
                      <a:gd name="connsiteX19" fmla="*/ 13186 w 749928"/>
                      <a:gd name="connsiteY19" fmla="*/ 374917 h 629253"/>
                      <a:gd name="connsiteX20" fmla="*/ 486 w 749928"/>
                      <a:gd name="connsiteY20" fmla="*/ 339992 h 629253"/>
                      <a:gd name="connsiteX21" fmla="*/ 6836 w 749928"/>
                      <a:gd name="connsiteY21" fmla="*/ 270142 h 629253"/>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347"/>
                      <a:gd name="connsiteX1" fmla="*/ 19536 w 749928"/>
                      <a:gd name="connsiteY1" fmla="*/ 165367 h 629347"/>
                      <a:gd name="connsiteX2" fmla="*/ 35411 w 749928"/>
                      <a:gd name="connsiteY2" fmla="*/ 79642 h 629347"/>
                      <a:gd name="connsiteX3" fmla="*/ 89386 w 749928"/>
                      <a:gd name="connsiteY3" fmla="*/ 22492 h 629347"/>
                      <a:gd name="connsiteX4" fmla="*/ 165586 w 749928"/>
                      <a:gd name="connsiteY4" fmla="*/ 267 h 629347"/>
                      <a:gd name="connsiteX5" fmla="*/ 206861 w 749928"/>
                      <a:gd name="connsiteY5" fmla="*/ 9792 h 629347"/>
                      <a:gd name="connsiteX6" fmla="*/ 235436 w 749928"/>
                      <a:gd name="connsiteY6" fmla="*/ 3442 h 629347"/>
                      <a:gd name="connsiteX7" fmla="*/ 324336 w 749928"/>
                      <a:gd name="connsiteY7" fmla="*/ 19317 h 629347"/>
                      <a:gd name="connsiteX8" fmla="*/ 429111 w 749928"/>
                      <a:gd name="connsiteY8" fmla="*/ 60592 h 629347"/>
                      <a:gd name="connsiteX9" fmla="*/ 594211 w 749928"/>
                      <a:gd name="connsiteY9" fmla="*/ 117742 h 629347"/>
                      <a:gd name="connsiteX10" fmla="*/ 705336 w 749928"/>
                      <a:gd name="connsiteY10" fmla="*/ 200292 h 629347"/>
                      <a:gd name="connsiteX11" fmla="*/ 749786 w 749928"/>
                      <a:gd name="connsiteY11" fmla="*/ 270142 h 629347"/>
                      <a:gd name="connsiteX12" fmla="*/ 714861 w 749928"/>
                      <a:gd name="connsiteY12" fmla="*/ 374917 h 629347"/>
                      <a:gd name="connsiteX13" fmla="*/ 600561 w 749928"/>
                      <a:gd name="connsiteY13" fmla="*/ 530492 h 629347"/>
                      <a:gd name="connsiteX14" fmla="*/ 441811 w 749928"/>
                      <a:gd name="connsiteY14" fmla="*/ 606692 h 629347"/>
                      <a:gd name="connsiteX15" fmla="*/ 321161 w 749928"/>
                      <a:gd name="connsiteY15" fmla="*/ 628917 h 629347"/>
                      <a:gd name="connsiteX16" fmla="*/ 185969 w 749928"/>
                      <a:gd name="connsiteY16" fmla="*/ 591852 h 629347"/>
                      <a:gd name="connsiteX17" fmla="*/ 114786 w 749928"/>
                      <a:gd name="connsiteY17" fmla="*/ 540981 h 629347"/>
                      <a:gd name="connsiteX18" fmla="*/ 48111 w 749928"/>
                      <a:gd name="connsiteY18" fmla="*/ 454292 h 629347"/>
                      <a:gd name="connsiteX19" fmla="*/ 13186 w 749928"/>
                      <a:gd name="connsiteY19" fmla="*/ 374917 h 629347"/>
                      <a:gd name="connsiteX20" fmla="*/ 486 w 749928"/>
                      <a:gd name="connsiteY20" fmla="*/ 339992 h 629347"/>
                      <a:gd name="connsiteX21" fmla="*/ 6836 w 749928"/>
                      <a:gd name="connsiteY21" fmla="*/ 270142 h 629347"/>
                      <a:gd name="connsiteX0" fmla="*/ 6836 w 749928"/>
                      <a:gd name="connsiteY0" fmla="*/ 270142 h 618746"/>
                      <a:gd name="connsiteX1" fmla="*/ 19536 w 749928"/>
                      <a:gd name="connsiteY1" fmla="*/ 165367 h 618746"/>
                      <a:gd name="connsiteX2" fmla="*/ 35411 w 749928"/>
                      <a:gd name="connsiteY2" fmla="*/ 79642 h 618746"/>
                      <a:gd name="connsiteX3" fmla="*/ 89386 w 749928"/>
                      <a:gd name="connsiteY3" fmla="*/ 22492 h 618746"/>
                      <a:gd name="connsiteX4" fmla="*/ 165586 w 749928"/>
                      <a:gd name="connsiteY4" fmla="*/ 267 h 618746"/>
                      <a:gd name="connsiteX5" fmla="*/ 206861 w 749928"/>
                      <a:gd name="connsiteY5" fmla="*/ 9792 h 618746"/>
                      <a:gd name="connsiteX6" fmla="*/ 235436 w 749928"/>
                      <a:gd name="connsiteY6" fmla="*/ 3442 h 618746"/>
                      <a:gd name="connsiteX7" fmla="*/ 324336 w 749928"/>
                      <a:gd name="connsiteY7" fmla="*/ 19317 h 618746"/>
                      <a:gd name="connsiteX8" fmla="*/ 429111 w 749928"/>
                      <a:gd name="connsiteY8" fmla="*/ 60592 h 618746"/>
                      <a:gd name="connsiteX9" fmla="*/ 594211 w 749928"/>
                      <a:gd name="connsiteY9" fmla="*/ 117742 h 618746"/>
                      <a:gd name="connsiteX10" fmla="*/ 705336 w 749928"/>
                      <a:gd name="connsiteY10" fmla="*/ 200292 h 618746"/>
                      <a:gd name="connsiteX11" fmla="*/ 749786 w 749928"/>
                      <a:gd name="connsiteY11" fmla="*/ 270142 h 618746"/>
                      <a:gd name="connsiteX12" fmla="*/ 714861 w 749928"/>
                      <a:gd name="connsiteY12" fmla="*/ 374917 h 618746"/>
                      <a:gd name="connsiteX13" fmla="*/ 600561 w 749928"/>
                      <a:gd name="connsiteY13" fmla="*/ 530492 h 618746"/>
                      <a:gd name="connsiteX14" fmla="*/ 441811 w 749928"/>
                      <a:gd name="connsiteY14" fmla="*/ 606692 h 618746"/>
                      <a:gd name="connsiteX15" fmla="*/ 322237 w 749928"/>
                      <a:gd name="connsiteY15" fmla="*/ 617145 h 618746"/>
                      <a:gd name="connsiteX16" fmla="*/ 185969 w 749928"/>
                      <a:gd name="connsiteY16" fmla="*/ 591852 h 618746"/>
                      <a:gd name="connsiteX17" fmla="*/ 114786 w 749928"/>
                      <a:gd name="connsiteY17" fmla="*/ 540981 h 618746"/>
                      <a:gd name="connsiteX18" fmla="*/ 48111 w 749928"/>
                      <a:gd name="connsiteY18" fmla="*/ 454292 h 618746"/>
                      <a:gd name="connsiteX19" fmla="*/ 13186 w 749928"/>
                      <a:gd name="connsiteY19" fmla="*/ 374917 h 618746"/>
                      <a:gd name="connsiteX20" fmla="*/ 486 w 749928"/>
                      <a:gd name="connsiteY20" fmla="*/ 339992 h 618746"/>
                      <a:gd name="connsiteX21" fmla="*/ 6836 w 749928"/>
                      <a:gd name="connsiteY21" fmla="*/ 270142 h 618746"/>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2237 w 749928"/>
                      <a:gd name="connsiteY15" fmla="*/ 617145 h 619301"/>
                      <a:gd name="connsiteX16" fmla="*/ 192423 w 749928"/>
                      <a:gd name="connsiteY16" fmla="*/ 584361 h 619301"/>
                      <a:gd name="connsiteX17" fmla="*/ 114786 w 749928"/>
                      <a:gd name="connsiteY17" fmla="*/ 54098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2423 w 749928"/>
                      <a:gd name="connsiteY16" fmla="*/ 584361 h 619301"/>
                      <a:gd name="connsiteX17" fmla="*/ 114786 w 749928"/>
                      <a:gd name="connsiteY17" fmla="*/ 54098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2423 w 749928"/>
                      <a:gd name="connsiteY16" fmla="*/ 584361 h 619301"/>
                      <a:gd name="connsiteX17" fmla="*/ 119088 w 749928"/>
                      <a:gd name="connsiteY17" fmla="*/ 53884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6725 w 749928"/>
                      <a:gd name="connsiteY16" fmla="*/ 584361 h 619301"/>
                      <a:gd name="connsiteX17" fmla="*/ 119088 w 749928"/>
                      <a:gd name="connsiteY17" fmla="*/ 53884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8905"/>
                      <a:gd name="connsiteX1" fmla="*/ 19536 w 749928"/>
                      <a:gd name="connsiteY1" fmla="*/ 165367 h 618905"/>
                      <a:gd name="connsiteX2" fmla="*/ 35411 w 749928"/>
                      <a:gd name="connsiteY2" fmla="*/ 79642 h 618905"/>
                      <a:gd name="connsiteX3" fmla="*/ 89386 w 749928"/>
                      <a:gd name="connsiteY3" fmla="*/ 22492 h 618905"/>
                      <a:gd name="connsiteX4" fmla="*/ 165586 w 749928"/>
                      <a:gd name="connsiteY4" fmla="*/ 267 h 618905"/>
                      <a:gd name="connsiteX5" fmla="*/ 206861 w 749928"/>
                      <a:gd name="connsiteY5" fmla="*/ 9792 h 618905"/>
                      <a:gd name="connsiteX6" fmla="*/ 235436 w 749928"/>
                      <a:gd name="connsiteY6" fmla="*/ 3442 h 618905"/>
                      <a:gd name="connsiteX7" fmla="*/ 324336 w 749928"/>
                      <a:gd name="connsiteY7" fmla="*/ 19317 h 618905"/>
                      <a:gd name="connsiteX8" fmla="*/ 429111 w 749928"/>
                      <a:gd name="connsiteY8" fmla="*/ 60592 h 618905"/>
                      <a:gd name="connsiteX9" fmla="*/ 594211 w 749928"/>
                      <a:gd name="connsiteY9" fmla="*/ 117742 h 618905"/>
                      <a:gd name="connsiteX10" fmla="*/ 705336 w 749928"/>
                      <a:gd name="connsiteY10" fmla="*/ 200292 h 618905"/>
                      <a:gd name="connsiteX11" fmla="*/ 749786 w 749928"/>
                      <a:gd name="connsiteY11" fmla="*/ 270142 h 618905"/>
                      <a:gd name="connsiteX12" fmla="*/ 714861 w 749928"/>
                      <a:gd name="connsiteY12" fmla="*/ 374917 h 618905"/>
                      <a:gd name="connsiteX13" fmla="*/ 600561 w 749928"/>
                      <a:gd name="connsiteY13" fmla="*/ 530492 h 618905"/>
                      <a:gd name="connsiteX14" fmla="*/ 441811 w 749928"/>
                      <a:gd name="connsiteY14" fmla="*/ 606692 h 618905"/>
                      <a:gd name="connsiteX15" fmla="*/ 324388 w 749928"/>
                      <a:gd name="connsiteY15" fmla="*/ 617145 h 618905"/>
                      <a:gd name="connsiteX16" fmla="*/ 192423 w 749928"/>
                      <a:gd name="connsiteY16" fmla="*/ 589712 h 618905"/>
                      <a:gd name="connsiteX17" fmla="*/ 119088 w 749928"/>
                      <a:gd name="connsiteY17" fmla="*/ 538841 h 618905"/>
                      <a:gd name="connsiteX18" fmla="*/ 48111 w 749928"/>
                      <a:gd name="connsiteY18" fmla="*/ 454292 h 618905"/>
                      <a:gd name="connsiteX19" fmla="*/ 13186 w 749928"/>
                      <a:gd name="connsiteY19" fmla="*/ 374917 h 618905"/>
                      <a:gd name="connsiteX20" fmla="*/ 486 w 749928"/>
                      <a:gd name="connsiteY20" fmla="*/ 339992 h 618905"/>
                      <a:gd name="connsiteX21" fmla="*/ 6836 w 749928"/>
                      <a:gd name="connsiteY21" fmla="*/ 270142 h 618905"/>
                      <a:gd name="connsiteX0" fmla="*/ 6836 w 749928"/>
                      <a:gd name="connsiteY0" fmla="*/ 270142 h 618905"/>
                      <a:gd name="connsiteX1" fmla="*/ 19536 w 749928"/>
                      <a:gd name="connsiteY1" fmla="*/ 165367 h 618905"/>
                      <a:gd name="connsiteX2" fmla="*/ 35411 w 749928"/>
                      <a:gd name="connsiteY2" fmla="*/ 79642 h 618905"/>
                      <a:gd name="connsiteX3" fmla="*/ 89386 w 749928"/>
                      <a:gd name="connsiteY3" fmla="*/ 22492 h 618905"/>
                      <a:gd name="connsiteX4" fmla="*/ 165586 w 749928"/>
                      <a:gd name="connsiteY4" fmla="*/ 267 h 618905"/>
                      <a:gd name="connsiteX5" fmla="*/ 206861 w 749928"/>
                      <a:gd name="connsiteY5" fmla="*/ 9792 h 618905"/>
                      <a:gd name="connsiteX6" fmla="*/ 235436 w 749928"/>
                      <a:gd name="connsiteY6" fmla="*/ 3442 h 618905"/>
                      <a:gd name="connsiteX7" fmla="*/ 324336 w 749928"/>
                      <a:gd name="connsiteY7" fmla="*/ 19317 h 618905"/>
                      <a:gd name="connsiteX8" fmla="*/ 429111 w 749928"/>
                      <a:gd name="connsiteY8" fmla="*/ 60592 h 618905"/>
                      <a:gd name="connsiteX9" fmla="*/ 594211 w 749928"/>
                      <a:gd name="connsiteY9" fmla="*/ 117742 h 618905"/>
                      <a:gd name="connsiteX10" fmla="*/ 705336 w 749928"/>
                      <a:gd name="connsiteY10" fmla="*/ 200292 h 618905"/>
                      <a:gd name="connsiteX11" fmla="*/ 749786 w 749928"/>
                      <a:gd name="connsiteY11" fmla="*/ 270142 h 618905"/>
                      <a:gd name="connsiteX12" fmla="*/ 714861 w 749928"/>
                      <a:gd name="connsiteY12" fmla="*/ 374917 h 618905"/>
                      <a:gd name="connsiteX13" fmla="*/ 600561 w 749928"/>
                      <a:gd name="connsiteY13" fmla="*/ 530492 h 618905"/>
                      <a:gd name="connsiteX14" fmla="*/ 441811 w 749928"/>
                      <a:gd name="connsiteY14" fmla="*/ 606692 h 618905"/>
                      <a:gd name="connsiteX15" fmla="*/ 324388 w 749928"/>
                      <a:gd name="connsiteY15" fmla="*/ 617145 h 618905"/>
                      <a:gd name="connsiteX16" fmla="*/ 192423 w 749928"/>
                      <a:gd name="connsiteY16" fmla="*/ 589712 h 618905"/>
                      <a:gd name="connsiteX17" fmla="*/ 119088 w 749928"/>
                      <a:gd name="connsiteY17" fmla="*/ 538841 h 618905"/>
                      <a:gd name="connsiteX18" fmla="*/ 48111 w 749928"/>
                      <a:gd name="connsiteY18" fmla="*/ 454292 h 618905"/>
                      <a:gd name="connsiteX19" fmla="*/ 13186 w 749928"/>
                      <a:gd name="connsiteY19" fmla="*/ 374917 h 618905"/>
                      <a:gd name="connsiteX20" fmla="*/ 486 w 749928"/>
                      <a:gd name="connsiteY20" fmla="*/ 339992 h 618905"/>
                      <a:gd name="connsiteX21" fmla="*/ 6836 w 749928"/>
                      <a:gd name="connsiteY21" fmla="*/ 270142 h 618905"/>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2423 w 749928"/>
                      <a:gd name="connsiteY16" fmla="*/ 589712 h 618013"/>
                      <a:gd name="connsiteX17" fmla="*/ 119088 w 749928"/>
                      <a:gd name="connsiteY17" fmla="*/ 538841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2423 w 749928"/>
                      <a:gd name="connsiteY16" fmla="*/ 589712 h 618013"/>
                      <a:gd name="connsiteX17" fmla="*/ 121239 w 749928"/>
                      <a:gd name="connsiteY17" fmla="*/ 533490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1348 w 749928"/>
                      <a:gd name="connsiteY16" fmla="*/ 589712 h 618013"/>
                      <a:gd name="connsiteX17" fmla="*/ 121239 w 749928"/>
                      <a:gd name="connsiteY17" fmla="*/ 533490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49928" h="618013">
                        <a:moveTo>
                          <a:pt x="6836" y="270142"/>
                        </a:moveTo>
                        <a:cubicBezTo>
                          <a:pt x="10011" y="241038"/>
                          <a:pt x="14774" y="197117"/>
                          <a:pt x="19536" y="165367"/>
                        </a:cubicBezTo>
                        <a:cubicBezTo>
                          <a:pt x="24298" y="133617"/>
                          <a:pt x="23769" y="103455"/>
                          <a:pt x="35411" y="79642"/>
                        </a:cubicBezTo>
                        <a:cubicBezTo>
                          <a:pt x="47053" y="55829"/>
                          <a:pt x="67690" y="35721"/>
                          <a:pt x="89386" y="22492"/>
                        </a:cubicBezTo>
                        <a:cubicBezTo>
                          <a:pt x="111082" y="9263"/>
                          <a:pt x="146007" y="2384"/>
                          <a:pt x="165586" y="267"/>
                        </a:cubicBezTo>
                        <a:cubicBezTo>
                          <a:pt x="185165" y="-1850"/>
                          <a:pt x="195219" y="9263"/>
                          <a:pt x="206861" y="9792"/>
                        </a:cubicBezTo>
                        <a:cubicBezTo>
                          <a:pt x="218503" y="10321"/>
                          <a:pt x="215857" y="1855"/>
                          <a:pt x="235436" y="3442"/>
                        </a:cubicBezTo>
                        <a:cubicBezTo>
                          <a:pt x="255015" y="5029"/>
                          <a:pt x="292057" y="9792"/>
                          <a:pt x="324336" y="19317"/>
                        </a:cubicBezTo>
                        <a:cubicBezTo>
                          <a:pt x="356615" y="28842"/>
                          <a:pt x="384132" y="44188"/>
                          <a:pt x="429111" y="60592"/>
                        </a:cubicBezTo>
                        <a:cubicBezTo>
                          <a:pt x="474090" y="76996"/>
                          <a:pt x="548174" y="94459"/>
                          <a:pt x="594211" y="117742"/>
                        </a:cubicBezTo>
                        <a:cubicBezTo>
                          <a:pt x="640249" y="141025"/>
                          <a:pt x="679407" y="174892"/>
                          <a:pt x="705336" y="200292"/>
                        </a:cubicBezTo>
                        <a:cubicBezTo>
                          <a:pt x="731265" y="225692"/>
                          <a:pt x="748199" y="241038"/>
                          <a:pt x="749786" y="270142"/>
                        </a:cubicBezTo>
                        <a:cubicBezTo>
                          <a:pt x="751373" y="299246"/>
                          <a:pt x="739732" y="331525"/>
                          <a:pt x="714861" y="374917"/>
                        </a:cubicBezTo>
                        <a:cubicBezTo>
                          <a:pt x="689990" y="418309"/>
                          <a:pt x="645352" y="492398"/>
                          <a:pt x="600561" y="530492"/>
                        </a:cubicBezTo>
                        <a:cubicBezTo>
                          <a:pt x="555770" y="568586"/>
                          <a:pt x="492142" y="589040"/>
                          <a:pt x="446113" y="603482"/>
                        </a:cubicBezTo>
                        <a:cubicBezTo>
                          <a:pt x="400084" y="617924"/>
                          <a:pt x="366849" y="619440"/>
                          <a:pt x="324388" y="617145"/>
                        </a:cubicBezTo>
                        <a:cubicBezTo>
                          <a:pt x="281927" y="614850"/>
                          <a:pt x="225206" y="603655"/>
                          <a:pt x="191348" y="589712"/>
                        </a:cubicBezTo>
                        <a:cubicBezTo>
                          <a:pt x="157490" y="575770"/>
                          <a:pt x="145112" y="556060"/>
                          <a:pt x="121239" y="533490"/>
                        </a:cubicBezTo>
                        <a:cubicBezTo>
                          <a:pt x="97366" y="510920"/>
                          <a:pt x="66120" y="480721"/>
                          <a:pt x="48111" y="454292"/>
                        </a:cubicBezTo>
                        <a:cubicBezTo>
                          <a:pt x="30102" y="427863"/>
                          <a:pt x="21123" y="393967"/>
                          <a:pt x="13186" y="374917"/>
                        </a:cubicBezTo>
                        <a:cubicBezTo>
                          <a:pt x="5249" y="355867"/>
                          <a:pt x="2603" y="354280"/>
                          <a:pt x="486" y="339992"/>
                        </a:cubicBezTo>
                        <a:cubicBezTo>
                          <a:pt x="-1631" y="325705"/>
                          <a:pt x="3661" y="299246"/>
                          <a:pt x="6836" y="270142"/>
                        </a:cubicBezTo>
                        <a:close/>
                      </a:path>
                    </a:pathLst>
                  </a:custGeom>
                  <a:solidFill>
                    <a:schemeClr val="bg2">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Freeform: Shape 26">
                  <a:extLst>
                    <a:ext uri="{FF2B5EF4-FFF2-40B4-BE49-F238E27FC236}">
                      <a16:creationId xmlns:a16="http://schemas.microsoft.com/office/drawing/2014/main" id="{F5D8DB07-ED38-24A5-40F5-483FE08E74B4}"/>
                    </a:ext>
                  </a:extLst>
                </p:cNvPr>
                <p:cNvSpPr/>
                <p:nvPr/>
              </p:nvSpPr>
              <p:spPr>
                <a:xfrm>
                  <a:off x="3385050" y="4017422"/>
                  <a:ext cx="1285316" cy="361498"/>
                </a:xfrm>
                <a:custGeom>
                  <a:avLst/>
                  <a:gdLst>
                    <a:gd name="connsiteX0" fmla="*/ 617 w 567737"/>
                    <a:gd name="connsiteY0" fmla="*/ 86414 h 155629"/>
                    <a:gd name="connsiteX1" fmla="*/ 26017 w 567737"/>
                    <a:gd name="connsiteY1" fmla="*/ 143564 h 155629"/>
                    <a:gd name="connsiteX2" fmla="*/ 67292 w 567737"/>
                    <a:gd name="connsiteY2" fmla="*/ 73714 h 155629"/>
                    <a:gd name="connsiteX3" fmla="*/ 210167 w 567737"/>
                    <a:gd name="connsiteY3" fmla="*/ 54664 h 155629"/>
                    <a:gd name="connsiteX4" fmla="*/ 283192 w 567737"/>
                    <a:gd name="connsiteY4" fmla="*/ 48314 h 155629"/>
                    <a:gd name="connsiteX5" fmla="*/ 410192 w 567737"/>
                    <a:gd name="connsiteY5" fmla="*/ 86414 h 155629"/>
                    <a:gd name="connsiteX6" fmla="*/ 530842 w 567737"/>
                    <a:gd name="connsiteY6" fmla="*/ 134039 h 155629"/>
                    <a:gd name="connsiteX7" fmla="*/ 565767 w 567737"/>
                    <a:gd name="connsiteY7" fmla="*/ 153089 h 155629"/>
                    <a:gd name="connsiteX8" fmla="*/ 483217 w 567737"/>
                    <a:gd name="connsiteY8" fmla="*/ 80064 h 155629"/>
                    <a:gd name="connsiteX9" fmla="*/ 356217 w 567737"/>
                    <a:gd name="connsiteY9" fmla="*/ 19739 h 155629"/>
                    <a:gd name="connsiteX10" fmla="*/ 299067 w 567737"/>
                    <a:gd name="connsiteY10" fmla="*/ 689 h 155629"/>
                    <a:gd name="connsiteX11" fmla="*/ 203817 w 567737"/>
                    <a:gd name="connsiteY11" fmla="*/ 3864 h 155629"/>
                    <a:gd name="connsiteX12" fmla="*/ 118092 w 567737"/>
                    <a:gd name="connsiteY12" fmla="*/ 7039 h 155629"/>
                    <a:gd name="connsiteX13" fmla="*/ 51417 w 567737"/>
                    <a:gd name="connsiteY13" fmla="*/ 16564 h 155629"/>
                    <a:gd name="connsiteX14" fmla="*/ 617 w 567737"/>
                    <a:gd name="connsiteY14" fmla="*/ 86414 h 155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7737" h="155629">
                      <a:moveTo>
                        <a:pt x="617" y="86414"/>
                      </a:moveTo>
                      <a:cubicBezTo>
                        <a:pt x="-3616" y="107581"/>
                        <a:pt x="14905" y="145681"/>
                        <a:pt x="26017" y="143564"/>
                      </a:cubicBezTo>
                      <a:cubicBezTo>
                        <a:pt x="37129" y="141447"/>
                        <a:pt x="36600" y="88531"/>
                        <a:pt x="67292" y="73714"/>
                      </a:cubicBezTo>
                      <a:cubicBezTo>
                        <a:pt x="97984" y="58897"/>
                        <a:pt x="174184" y="58897"/>
                        <a:pt x="210167" y="54664"/>
                      </a:cubicBezTo>
                      <a:cubicBezTo>
                        <a:pt x="246150" y="50431"/>
                        <a:pt x="249855" y="43022"/>
                        <a:pt x="283192" y="48314"/>
                      </a:cubicBezTo>
                      <a:cubicBezTo>
                        <a:pt x="316529" y="53606"/>
                        <a:pt x="368917" y="72126"/>
                        <a:pt x="410192" y="86414"/>
                      </a:cubicBezTo>
                      <a:cubicBezTo>
                        <a:pt x="451467" y="100702"/>
                        <a:pt x="504913" y="122927"/>
                        <a:pt x="530842" y="134039"/>
                      </a:cubicBezTo>
                      <a:cubicBezTo>
                        <a:pt x="556771" y="145152"/>
                        <a:pt x="573705" y="162085"/>
                        <a:pt x="565767" y="153089"/>
                      </a:cubicBezTo>
                      <a:cubicBezTo>
                        <a:pt x="557830" y="144093"/>
                        <a:pt x="518142" y="102289"/>
                        <a:pt x="483217" y="80064"/>
                      </a:cubicBezTo>
                      <a:cubicBezTo>
                        <a:pt x="448292" y="57839"/>
                        <a:pt x="386909" y="32968"/>
                        <a:pt x="356217" y="19739"/>
                      </a:cubicBezTo>
                      <a:cubicBezTo>
                        <a:pt x="325525" y="6510"/>
                        <a:pt x="324467" y="3335"/>
                        <a:pt x="299067" y="689"/>
                      </a:cubicBezTo>
                      <a:cubicBezTo>
                        <a:pt x="273667" y="-1957"/>
                        <a:pt x="203817" y="3864"/>
                        <a:pt x="203817" y="3864"/>
                      </a:cubicBezTo>
                      <a:cubicBezTo>
                        <a:pt x="173655" y="4922"/>
                        <a:pt x="143492" y="4922"/>
                        <a:pt x="118092" y="7039"/>
                      </a:cubicBezTo>
                      <a:cubicBezTo>
                        <a:pt x="92692" y="9156"/>
                        <a:pt x="67292" y="9156"/>
                        <a:pt x="51417" y="16564"/>
                      </a:cubicBezTo>
                      <a:cubicBezTo>
                        <a:pt x="35542" y="23972"/>
                        <a:pt x="4850" y="65247"/>
                        <a:pt x="617" y="86414"/>
                      </a:cubicBezTo>
                      <a:close/>
                    </a:path>
                  </a:pathLst>
                </a:custGeom>
                <a:solidFill>
                  <a:schemeClr val="bg2"/>
                </a:solidFill>
                <a:ln>
                  <a:solidFill>
                    <a:schemeClr val="bg2">
                      <a:lumMod val="90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Freeform: Shape 1409">
                  <a:extLst>
                    <a:ext uri="{FF2B5EF4-FFF2-40B4-BE49-F238E27FC236}">
                      <a16:creationId xmlns:a16="http://schemas.microsoft.com/office/drawing/2014/main" id="{4C6D16EF-C1B1-16A4-F1DE-17762C164C98}"/>
                    </a:ext>
                  </a:extLst>
                </p:cNvPr>
                <p:cNvSpPr/>
                <p:nvPr/>
              </p:nvSpPr>
              <p:spPr>
                <a:xfrm flipV="1">
                  <a:off x="3641876" y="5308642"/>
                  <a:ext cx="1269220" cy="463611"/>
                </a:xfrm>
                <a:custGeom>
                  <a:avLst/>
                  <a:gdLst>
                    <a:gd name="connsiteX0" fmla="*/ 617 w 567737"/>
                    <a:gd name="connsiteY0" fmla="*/ 86414 h 155629"/>
                    <a:gd name="connsiteX1" fmla="*/ 26017 w 567737"/>
                    <a:gd name="connsiteY1" fmla="*/ 143564 h 155629"/>
                    <a:gd name="connsiteX2" fmla="*/ 67292 w 567737"/>
                    <a:gd name="connsiteY2" fmla="*/ 73714 h 155629"/>
                    <a:gd name="connsiteX3" fmla="*/ 210167 w 567737"/>
                    <a:gd name="connsiteY3" fmla="*/ 54664 h 155629"/>
                    <a:gd name="connsiteX4" fmla="*/ 283192 w 567737"/>
                    <a:gd name="connsiteY4" fmla="*/ 48314 h 155629"/>
                    <a:gd name="connsiteX5" fmla="*/ 410192 w 567737"/>
                    <a:gd name="connsiteY5" fmla="*/ 86414 h 155629"/>
                    <a:gd name="connsiteX6" fmla="*/ 530842 w 567737"/>
                    <a:gd name="connsiteY6" fmla="*/ 134039 h 155629"/>
                    <a:gd name="connsiteX7" fmla="*/ 565767 w 567737"/>
                    <a:gd name="connsiteY7" fmla="*/ 153089 h 155629"/>
                    <a:gd name="connsiteX8" fmla="*/ 483217 w 567737"/>
                    <a:gd name="connsiteY8" fmla="*/ 80064 h 155629"/>
                    <a:gd name="connsiteX9" fmla="*/ 356217 w 567737"/>
                    <a:gd name="connsiteY9" fmla="*/ 19739 h 155629"/>
                    <a:gd name="connsiteX10" fmla="*/ 299067 w 567737"/>
                    <a:gd name="connsiteY10" fmla="*/ 689 h 155629"/>
                    <a:gd name="connsiteX11" fmla="*/ 203817 w 567737"/>
                    <a:gd name="connsiteY11" fmla="*/ 3864 h 155629"/>
                    <a:gd name="connsiteX12" fmla="*/ 118092 w 567737"/>
                    <a:gd name="connsiteY12" fmla="*/ 7039 h 155629"/>
                    <a:gd name="connsiteX13" fmla="*/ 51417 w 567737"/>
                    <a:gd name="connsiteY13" fmla="*/ 16564 h 155629"/>
                    <a:gd name="connsiteX14" fmla="*/ 617 w 567737"/>
                    <a:gd name="connsiteY14" fmla="*/ 86414 h 155629"/>
                    <a:gd name="connsiteX0" fmla="*/ 31911 w 599031"/>
                    <a:gd name="connsiteY0" fmla="*/ 86414 h 155629"/>
                    <a:gd name="connsiteX1" fmla="*/ 2616 w 599031"/>
                    <a:gd name="connsiteY1" fmla="*/ 132338 h 155629"/>
                    <a:gd name="connsiteX2" fmla="*/ 98586 w 599031"/>
                    <a:gd name="connsiteY2" fmla="*/ 73714 h 155629"/>
                    <a:gd name="connsiteX3" fmla="*/ 241461 w 599031"/>
                    <a:gd name="connsiteY3" fmla="*/ 54664 h 155629"/>
                    <a:gd name="connsiteX4" fmla="*/ 314486 w 599031"/>
                    <a:gd name="connsiteY4" fmla="*/ 48314 h 155629"/>
                    <a:gd name="connsiteX5" fmla="*/ 441486 w 599031"/>
                    <a:gd name="connsiteY5" fmla="*/ 86414 h 155629"/>
                    <a:gd name="connsiteX6" fmla="*/ 562136 w 599031"/>
                    <a:gd name="connsiteY6" fmla="*/ 134039 h 155629"/>
                    <a:gd name="connsiteX7" fmla="*/ 597061 w 599031"/>
                    <a:gd name="connsiteY7" fmla="*/ 153089 h 155629"/>
                    <a:gd name="connsiteX8" fmla="*/ 514511 w 599031"/>
                    <a:gd name="connsiteY8" fmla="*/ 80064 h 155629"/>
                    <a:gd name="connsiteX9" fmla="*/ 387511 w 599031"/>
                    <a:gd name="connsiteY9" fmla="*/ 19739 h 155629"/>
                    <a:gd name="connsiteX10" fmla="*/ 330361 w 599031"/>
                    <a:gd name="connsiteY10" fmla="*/ 689 h 155629"/>
                    <a:gd name="connsiteX11" fmla="*/ 235111 w 599031"/>
                    <a:gd name="connsiteY11" fmla="*/ 3864 h 155629"/>
                    <a:gd name="connsiteX12" fmla="*/ 149386 w 599031"/>
                    <a:gd name="connsiteY12" fmla="*/ 7039 h 155629"/>
                    <a:gd name="connsiteX13" fmla="*/ 82711 w 599031"/>
                    <a:gd name="connsiteY13" fmla="*/ 16564 h 155629"/>
                    <a:gd name="connsiteX14" fmla="*/ 31911 w 599031"/>
                    <a:gd name="connsiteY14" fmla="*/ 86414 h 155629"/>
                    <a:gd name="connsiteX0" fmla="*/ 16984 w 603037"/>
                    <a:gd name="connsiteY0" fmla="*/ 86414 h 155629"/>
                    <a:gd name="connsiteX1" fmla="*/ 6622 w 603037"/>
                    <a:gd name="connsiteY1" fmla="*/ 132338 h 155629"/>
                    <a:gd name="connsiteX2" fmla="*/ 102592 w 603037"/>
                    <a:gd name="connsiteY2" fmla="*/ 73714 h 155629"/>
                    <a:gd name="connsiteX3" fmla="*/ 245467 w 603037"/>
                    <a:gd name="connsiteY3" fmla="*/ 54664 h 155629"/>
                    <a:gd name="connsiteX4" fmla="*/ 318492 w 603037"/>
                    <a:gd name="connsiteY4" fmla="*/ 48314 h 155629"/>
                    <a:gd name="connsiteX5" fmla="*/ 445492 w 603037"/>
                    <a:gd name="connsiteY5" fmla="*/ 86414 h 155629"/>
                    <a:gd name="connsiteX6" fmla="*/ 566142 w 603037"/>
                    <a:gd name="connsiteY6" fmla="*/ 134039 h 155629"/>
                    <a:gd name="connsiteX7" fmla="*/ 601067 w 603037"/>
                    <a:gd name="connsiteY7" fmla="*/ 153089 h 155629"/>
                    <a:gd name="connsiteX8" fmla="*/ 518517 w 603037"/>
                    <a:gd name="connsiteY8" fmla="*/ 80064 h 155629"/>
                    <a:gd name="connsiteX9" fmla="*/ 391517 w 603037"/>
                    <a:gd name="connsiteY9" fmla="*/ 19739 h 155629"/>
                    <a:gd name="connsiteX10" fmla="*/ 334367 w 603037"/>
                    <a:gd name="connsiteY10" fmla="*/ 689 h 155629"/>
                    <a:gd name="connsiteX11" fmla="*/ 239117 w 603037"/>
                    <a:gd name="connsiteY11" fmla="*/ 3864 h 155629"/>
                    <a:gd name="connsiteX12" fmla="*/ 153392 w 603037"/>
                    <a:gd name="connsiteY12" fmla="*/ 7039 h 155629"/>
                    <a:gd name="connsiteX13" fmla="*/ 86717 w 603037"/>
                    <a:gd name="connsiteY13" fmla="*/ 16564 h 155629"/>
                    <a:gd name="connsiteX14" fmla="*/ 16984 w 603037"/>
                    <a:gd name="connsiteY14" fmla="*/ 86414 h 155629"/>
                    <a:gd name="connsiteX0" fmla="*/ 18167 w 604220"/>
                    <a:gd name="connsiteY0" fmla="*/ 86414 h 155629"/>
                    <a:gd name="connsiteX1" fmla="*/ 7805 w 604220"/>
                    <a:gd name="connsiteY1" fmla="*/ 132338 h 155629"/>
                    <a:gd name="connsiteX2" fmla="*/ 103775 w 604220"/>
                    <a:gd name="connsiteY2" fmla="*/ 73714 h 155629"/>
                    <a:gd name="connsiteX3" fmla="*/ 246650 w 604220"/>
                    <a:gd name="connsiteY3" fmla="*/ 54664 h 155629"/>
                    <a:gd name="connsiteX4" fmla="*/ 319675 w 604220"/>
                    <a:gd name="connsiteY4" fmla="*/ 48314 h 155629"/>
                    <a:gd name="connsiteX5" fmla="*/ 446675 w 604220"/>
                    <a:gd name="connsiteY5" fmla="*/ 86414 h 155629"/>
                    <a:gd name="connsiteX6" fmla="*/ 567325 w 604220"/>
                    <a:gd name="connsiteY6" fmla="*/ 134039 h 155629"/>
                    <a:gd name="connsiteX7" fmla="*/ 602250 w 604220"/>
                    <a:gd name="connsiteY7" fmla="*/ 153089 h 155629"/>
                    <a:gd name="connsiteX8" fmla="*/ 519700 w 604220"/>
                    <a:gd name="connsiteY8" fmla="*/ 80064 h 155629"/>
                    <a:gd name="connsiteX9" fmla="*/ 392700 w 604220"/>
                    <a:gd name="connsiteY9" fmla="*/ 19739 h 155629"/>
                    <a:gd name="connsiteX10" fmla="*/ 335550 w 604220"/>
                    <a:gd name="connsiteY10" fmla="*/ 689 h 155629"/>
                    <a:gd name="connsiteX11" fmla="*/ 240300 w 604220"/>
                    <a:gd name="connsiteY11" fmla="*/ 3864 h 155629"/>
                    <a:gd name="connsiteX12" fmla="*/ 154575 w 604220"/>
                    <a:gd name="connsiteY12" fmla="*/ 7039 h 155629"/>
                    <a:gd name="connsiteX13" fmla="*/ 117351 w 604220"/>
                    <a:gd name="connsiteY13" fmla="*/ 19932 h 155629"/>
                    <a:gd name="connsiteX14" fmla="*/ 18167 w 604220"/>
                    <a:gd name="connsiteY14" fmla="*/ 86414 h 155629"/>
                    <a:gd name="connsiteX0" fmla="*/ 6293 w 592346"/>
                    <a:gd name="connsiteY0" fmla="*/ 86414 h 155629"/>
                    <a:gd name="connsiteX1" fmla="*/ 19071 w 592346"/>
                    <a:gd name="connsiteY1" fmla="*/ 100904 h 155629"/>
                    <a:gd name="connsiteX2" fmla="*/ 91901 w 592346"/>
                    <a:gd name="connsiteY2" fmla="*/ 73714 h 155629"/>
                    <a:gd name="connsiteX3" fmla="*/ 234776 w 592346"/>
                    <a:gd name="connsiteY3" fmla="*/ 54664 h 155629"/>
                    <a:gd name="connsiteX4" fmla="*/ 307801 w 592346"/>
                    <a:gd name="connsiteY4" fmla="*/ 48314 h 155629"/>
                    <a:gd name="connsiteX5" fmla="*/ 434801 w 592346"/>
                    <a:gd name="connsiteY5" fmla="*/ 86414 h 155629"/>
                    <a:gd name="connsiteX6" fmla="*/ 555451 w 592346"/>
                    <a:gd name="connsiteY6" fmla="*/ 134039 h 155629"/>
                    <a:gd name="connsiteX7" fmla="*/ 590376 w 592346"/>
                    <a:gd name="connsiteY7" fmla="*/ 153089 h 155629"/>
                    <a:gd name="connsiteX8" fmla="*/ 507826 w 592346"/>
                    <a:gd name="connsiteY8" fmla="*/ 80064 h 155629"/>
                    <a:gd name="connsiteX9" fmla="*/ 380826 w 592346"/>
                    <a:gd name="connsiteY9" fmla="*/ 19739 h 155629"/>
                    <a:gd name="connsiteX10" fmla="*/ 323676 w 592346"/>
                    <a:gd name="connsiteY10" fmla="*/ 689 h 155629"/>
                    <a:gd name="connsiteX11" fmla="*/ 228426 w 592346"/>
                    <a:gd name="connsiteY11" fmla="*/ 3864 h 155629"/>
                    <a:gd name="connsiteX12" fmla="*/ 142701 w 592346"/>
                    <a:gd name="connsiteY12" fmla="*/ 7039 h 155629"/>
                    <a:gd name="connsiteX13" fmla="*/ 105477 w 592346"/>
                    <a:gd name="connsiteY13" fmla="*/ 19932 h 155629"/>
                    <a:gd name="connsiteX14" fmla="*/ 6293 w 592346"/>
                    <a:gd name="connsiteY14" fmla="*/ 86414 h 155629"/>
                    <a:gd name="connsiteX0" fmla="*/ 11822 w 581046"/>
                    <a:gd name="connsiteY0" fmla="*/ 59470 h 155629"/>
                    <a:gd name="connsiteX1" fmla="*/ 7771 w 581046"/>
                    <a:gd name="connsiteY1" fmla="*/ 100904 h 155629"/>
                    <a:gd name="connsiteX2" fmla="*/ 80601 w 581046"/>
                    <a:gd name="connsiteY2" fmla="*/ 73714 h 155629"/>
                    <a:gd name="connsiteX3" fmla="*/ 223476 w 581046"/>
                    <a:gd name="connsiteY3" fmla="*/ 54664 h 155629"/>
                    <a:gd name="connsiteX4" fmla="*/ 296501 w 581046"/>
                    <a:gd name="connsiteY4" fmla="*/ 48314 h 155629"/>
                    <a:gd name="connsiteX5" fmla="*/ 423501 w 581046"/>
                    <a:gd name="connsiteY5" fmla="*/ 86414 h 155629"/>
                    <a:gd name="connsiteX6" fmla="*/ 544151 w 581046"/>
                    <a:gd name="connsiteY6" fmla="*/ 134039 h 155629"/>
                    <a:gd name="connsiteX7" fmla="*/ 579076 w 581046"/>
                    <a:gd name="connsiteY7" fmla="*/ 153089 h 155629"/>
                    <a:gd name="connsiteX8" fmla="*/ 496526 w 581046"/>
                    <a:gd name="connsiteY8" fmla="*/ 80064 h 155629"/>
                    <a:gd name="connsiteX9" fmla="*/ 369526 w 581046"/>
                    <a:gd name="connsiteY9" fmla="*/ 19739 h 155629"/>
                    <a:gd name="connsiteX10" fmla="*/ 312376 w 581046"/>
                    <a:gd name="connsiteY10" fmla="*/ 689 h 155629"/>
                    <a:gd name="connsiteX11" fmla="*/ 217126 w 581046"/>
                    <a:gd name="connsiteY11" fmla="*/ 3864 h 155629"/>
                    <a:gd name="connsiteX12" fmla="*/ 131401 w 581046"/>
                    <a:gd name="connsiteY12" fmla="*/ 7039 h 155629"/>
                    <a:gd name="connsiteX13" fmla="*/ 94177 w 581046"/>
                    <a:gd name="connsiteY13" fmla="*/ 19932 h 155629"/>
                    <a:gd name="connsiteX14" fmla="*/ 11822 w 581046"/>
                    <a:gd name="connsiteY14" fmla="*/ 59470 h 155629"/>
                    <a:gd name="connsiteX0" fmla="*/ 3576 w 572800"/>
                    <a:gd name="connsiteY0" fmla="*/ 59470 h 155629"/>
                    <a:gd name="connsiteX1" fmla="*/ 20561 w 572800"/>
                    <a:gd name="connsiteY1" fmla="*/ 80696 h 155629"/>
                    <a:gd name="connsiteX2" fmla="*/ 72355 w 572800"/>
                    <a:gd name="connsiteY2" fmla="*/ 73714 h 155629"/>
                    <a:gd name="connsiteX3" fmla="*/ 215230 w 572800"/>
                    <a:gd name="connsiteY3" fmla="*/ 54664 h 155629"/>
                    <a:gd name="connsiteX4" fmla="*/ 288255 w 572800"/>
                    <a:gd name="connsiteY4" fmla="*/ 48314 h 155629"/>
                    <a:gd name="connsiteX5" fmla="*/ 415255 w 572800"/>
                    <a:gd name="connsiteY5" fmla="*/ 86414 h 155629"/>
                    <a:gd name="connsiteX6" fmla="*/ 535905 w 572800"/>
                    <a:gd name="connsiteY6" fmla="*/ 134039 h 155629"/>
                    <a:gd name="connsiteX7" fmla="*/ 570830 w 572800"/>
                    <a:gd name="connsiteY7" fmla="*/ 153089 h 155629"/>
                    <a:gd name="connsiteX8" fmla="*/ 488280 w 572800"/>
                    <a:gd name="connsiteY8" fmla="*/ 80064 h 155629"/>
                    <a:gd name="connsiteX9" fmla="*/ 361280 w 572800"/>
                    <a:gd name="connsiteY9" fmla="*/ 19739 h 155629"/>
                    <a:gd name="connsiteX10" fmla="*/ 304130 w 572800"/>
                    <a:gd name="connsiteY10" fmla="*/ 689 h 155629"/>
                    <a:gd name="connsiteX11" fmla="*/ 208880 w 572800"/>
                    <a:gd name="connsiteY11" fmla="*/ 3864 h 155629"/>
                    <a:gd name="connsiteX12" fmla="*/ 123155 w 572800"/>
                    <a:gd name="connsiteY12" fmla="*/ 7039 h 155629"/>
                    <a:gd name="connsiteX13" fmla="*/ 85931 w 572800"/>
                    <a:gd name="connsiteY13" fmla="*/ 19932 h 155629"/>
                    <a:gd name="connsiteX14" fmla="*/ 3576 w 572800"/>
                    <a:gd name="connsiteY14" fmla="*/ 59470 h 155629"/>
                    <a:gd name="connsiteX0" fmla="*/ 3576 w 572800"/>
                    <a:gd name="connsiteY0" fmla="*/ 59707 h 155866"/>
                    <a:gd name="connsiteX1" fmla="*/ 20561 w 572800"/>
                    <a:gd name="connsiteY1" fmla="*/ 80933 h 155866"/>
                    <a:gd name="connsiteX2" fmla="*/ 72355 w 572800"/>
                    <a:gd name="connsiteY2" fmla="*/ 73951 h 155866"/>
                    <a:gd name="connsiteX3" fmla="*/ 215230 w 572800"/>
                    <a:gd name="connsiteY3" fmla="*/ 54901 h 155866"/>
                    <a:gd name="connsiteX4" fmla="*/ 288255 w 572800"/>
                    <a:gd name="connsiteY4" fmla="*/ 48551 h 155866"/>
                    <a:gd name="connsiteX5" fmla="*/ 415255 w 572800"/>
                    <a:gd name="connsiteY5" fmla="*/ 86651 h 155866"/>
                    <a:gd name="connsiteX6" fmla="*/ 535905 w 572800"/>
                    <a:gd name="connsiteY6" fmla="*/ 134276 h 155866"/>
                    <a:gd name="connsiteX7" fmla="*/ 570830 w 572800"/>
                    <a:gd name="connsiteY7" fmla="*/ 153326 h 155866"/>
                    <a:gd name="connsiteX8" fmla="*/ 488280 w 572800"/>
                    <a:gd name="connsiteY8" fmla="*/ 80301 h 155866"/>
                    <a:gd name="connsiteX9" fmla="*/ 361280 w 572800"/>
                    <a:gd name="connsiteY9" fmla="*/ 19976 h 155866"/>
                    <a:gd name="connsiteX10" fmla="*/ 304130 w 572800"/>
                    <a:gd name="connsiteY10" fmla="*/ 926 h 155866"/>
                    <a:gd name="connsiteX11" fmla="*/ 208880 w 572800"/>
                    <a:gd name="connsiteY11" fmla="*/ 4101 h 155866"/>
                    <a:gd name="connsiteX12" fmla="*/ 135777 w 572800"/>
                    <a:gd name="connsiteY12" fmla="*/ 14012 h 155866"/>
                    <a:gd name="connsiteX13" fmla="*/ 85931 w 572800"/>
                    <a:gd name="connsiteY13" fmla="*/ 20169 h 155866"/>
                    <a:gd name="connsiteX14" fmla="*/ 3576 w 572800"/>
                    <a:gd name="connsiteY14" fmla="*/ 59707 h 155866"/>
                    <a:gd name="connsiteX0" fmla="*/ 3576 w 572800"/>
                    <a:gd name="connsiteY0" fmla="*/ 58864 h 155023"/>
                    <a:gd name="connsiteX1" fmla="*/ 20561 w 572800"/>
                    <a:gd name="connsiteY1" fmla="*/ 80090 h 155023"/>
                    <a:gd name="connsiteX2" fmla="*/ 72355 w 572800"/>
                    <a:gd name="connsiteY2" fmla="*/ 73108 h 155023"/>
                    <a:gd name="connsiteX3" fmla="*/ 215230 w 572800"/>
                    <a:gd name="connsiteY3" fmla="*/ 54058 h 155023"/>
                    <a:gd name="connsiteX4" fmla="*/ 288255 w 572800"/>
                    <a:gd name="connsiteY4" fmla="*/ 47708 h 155023"/>
                    <a:gd name="connsiteX5" fmla="*/ 415255 w 572800"/>
                    <a:gd name="connsiteY5" fmla="*/ 85808 h 155023"/>
                    <a:gd name="connsiteX6" fmla="*/ 535905 w 572800"/>
                    <a:gd name="connsiteY6" fmla="*/ 133433 h 155023"/>
                    <a:gd name="connsiteX7" fmla="*/ 570830 w 572800"/>
                    <a:gd name="connsiteY7" fmla="*/ 152483 h 155023"/>
                    <a:gd name="connsiteX8" fmla="*/ 488280 w 572800"/>
                    <a:gd name="connsiteY8" fmla="*/ 79458 h 155023"/>
                    <a:gd name="connsiteX9" fmla="*/ 361280 w 572800"/>
                    <a:gd name="connsiteY9" fmla="*/ 19133 h 155023"/>
                    <a:gd name="connsiteX10" fmla="*/ 304130 w 572800"/>
                    <a:gd name="connsiteY10" fmla="*/ 83 h 155023"/>
                    <a:gd name="connsiteX11" fmla="*/ 227813 w 572800"/>
                    <a:gd name="connsiteY11" fmla="*/ 12239 h 155023"/>
                    <a:gd name="connsiteX12" fmla="*/ 135777 w 572800"/>
                    <a:gd name="connsiteY12" fmla="*/ 13169 h 155023"/>
                    <a:gd name="connsiteX13" fmla="*/ 85931 w 572800"/>
                    <a:gd name="connsiteY13" fmla="*/ 19326 h 155023"/>
                    <a:gd name="connsiteX14" fmla="*/ 3576 w 572800"/>
                    <a:gd name="connsiteY14" fmla="*/ 58864 h 155023"/>
                    <a:gd name="connsiteX0" fmla="*/ 3576 w 572800"/>
                    <a:gd name="connsiteY0" fmla="*/ 50922 h 147081"/>
                    <a:gd name="connsiteX1" fmla="*/ 20561 w 572800"/>
                    <a:gd name="connsiteY1" fmla="*/ 72148 h 147081"/>
                    <a:gd name="connsiteX2" fmla="*/ 72355 w 572800"/>
                    <a:gd name="connsiteY2" fmla="*/ 65166 h 147081"/>
                    <a:gd name="connsiteX3" fmla="*/ 215230 w 572800"/>
                    <a:gd name="connsiteY3" fmla="*/ 46116 h 147081"/>
                    <a:gd name="connsiteX4" fmla="*/ 288255 w 572800"/>
                    <a:gd name="connsiteY4" fmla="*/ 39766 h 147081"/>
                    <a:gd name="connsiteX5" fmla="*/ 415255 w 572800"/>
                    <a:gd name="connsiteY5" fmla="*/ 77866 h 147081"/>
                    <a:gd name="connsiteX6" fmla="*/ 535905 w 572800"/>
                    <a:gd name="connsiteY6" fmla="*/ 125491 h 147081"/>
                    <a:gd name="connsiteX7" fmla="*/ 570830 w 572800"/>
                    <a:gd name="connsiteY7" fmla="*/ 144541 h 147081"/>
                    <a:gd name="connsiteX8" fmla="*/ 488280 w 572800"/>
                    <a:gd name="connsiteY8" fmla="*/ 71516 h 147081"/>
                    <a:gd name="connsiteX9" fmla="*/ 361280 w 572800"/>
                    <a:gd name="connsiteY9" fmla="*/ 11191 h 147081"/>
                    <a:gd name="connsiteX10" fmla="*/ 318855 w 572800"/>
                    <a:gd name="connsiteY10" fmla="*/ 0 h 147081"/>
                    <a:gd name="connsiteX11" fmla="*/ 227813 w 572800"/>
                    <a:gd name="connsiteY11" fmla="*/ 4297 h 147081"/>
                    <a:gd name="connsiteX12" fmla="*/ 135777 w 572800"/>
                    <a:gd name="connsiteY12" fmla="*/ 5227 h 147081"/>
                    <a:gd name="connsiteX13" fmla="*/ 85931 w 572800"/>
                    <a:gd name="connsiteY13" fmla="*/ 11384 h 147081"/>
                    <a:gd name="connsiteX14" fmla="*/ 3576 w 572800"/>
                    <a:gd name="connsiteY14" fmla="*/ 50922 h 147081"/>
                    <a:gd name="connsiteX0" fmla="*/ 3576 w 572800"/>
                    <a:gd name="connsiteY0" fmla="*/ 50922 h 147081"/>
                    <a:gd name="connsiteX1" fmla="*/ 20561 w 572800"/>
                    <a:gd name="connsiteY1" fmla="*/ 72148 h 147081"/>
                    <a:gd name="connsiteX2" fmla="*/ 72355 w 572800"/>
                    <a:gd name="connsiteY2" fmla="*/ 65166 h 147081"/>
                    <a:gd name="connsiteX3" fmla="*/ 147913 w 572800"/>
                    <a:gd name="connsiteY3" fmla="*/ 46116 h 147081"/>
                    <a:gd name="connsiteX4" fmla="*/ 288255 w 572800"/>
                    <a:gd name="connsiteY4" fmla="*/ 39766 h 147081"/>
                    <a:gd name="connsiteX5" fmla="*/ 415255 w 572800"/>
                    <a:gd name="connsiteY5" fmla="*/ 77866 h 147081"/>
                    <a:gd name="connsiteX6" fmla="*/ 535905 w 572800"/>
                    <a:gd name="connsiteY6" fmla="*/ 125491 h 147081"/>
                    <a:gd name="connsiteX7" fmla="*/ 570830 w 572800"/>
                    <a:gd name="connsiteY7" fmla="*/ 144541 h 147081"/>
                    <a:gd name="connsiteX8" fmla="*/ 488280 w 572800"/>
                    <a:gd name="connsiteY8" fmla="*/ 71516 h 147081"/>
                    <a:gd name="connsiteX9" fmla="*/ 361280 w 572800"/>
                    <a:gd name="connsiteY9" fmla="*/ 11191 h 147081"/>
                    <a:gd name="connsiteX10" fmla="*/ 318855 w 572800"/>
                    <a:gd name="connsiteY10" fmla="*/ 0 h 147081"/>
                    <a:gd name="connsiteX11" fmla="*/ 227813 w 572800"/>
                    <a:gd name="connsiteY11" fmla="*/ 4297 h 147081"/>
                    <a:gd name="connsiteX12" fmla="*/ 135777 w 572800"/>
                    <a:gd name="connsiteY12" fmla="*/ 5227 h 147081"/>
                    <a:gd name="connsiteX13" fmla="*/ 85931 w 572800"/>
                    <a:gd name="connsiteY13" fmla="*/ 11384 h 147081"/>
                    <a:gd name="connsiteX14" fmla="*/ 3576 w 572800"/>
                    <a:gd name="connsiteY14" fmla="*/ 50922 h 147081"/>
                    <a:gd name="connsiteX0" fmla="*/ 3576 w 572800"/>
                    <a:gd name="connsiteY0" fmla="*/ 52140 h 148299"/>
                    <a:gd name="connsiteX1" fmla="*/ 20561 w 572800"/>
                    <a:gd name="connsiteY1" fmla="*/ 73366 h 148299"/>
                    <a:gd name="connsiteX2" fmla="*/ 72355 w 572800"/>
                    <a:gd name="connsiteY2" fmla="*/ 66384 h 148299"/>
                    <a:gd name="connsiteX3" fmla="*/ 147913 w 572800"/>
                    <a:gd name="connsiteY3" fmla="*/ 47334 h 148299"/>
                    <a:gd name="connsiteX4" fmla="*/ 288255 w 572800"/>
                    <a:gd name="connsiteY4" fmla="*/ 40984 h 148299"/>
                    <a:gd name="connsiteX5" fmla="*/ 415255 w 572800"/>
                    <a:gd name="connsiteY5" fmla="*/ 79084 h 148299"/>
                    <a:gd name="connsiteX6" fmla="*/ 535905 w 572800"/>
                    <a:gd name="connsiteY6" fmla="*/ 126709 h 148299"/>
                    <a:gd name="connsiteX7" fmla="*/ 570830 w 572800"/>
                    <a:gd name="connsiteY7" fmla="*/ 145759 h 148299"/>
                    <a:gd name="connsiteX8" fmla="*/ 488280 w 572800"/>
                    <a:gd name="connsiteY8" fmla="*/ 72734 h 148299"/>
                    <a:gd name="connsiteX9" fmla="*/ 390731 w 572800"/>
                    <a:gd name="connsiteY9" fmla="*/ 29249 h 148299"/>
                    <a:gd name="connsiteX10" fmla="*/ 318855 w 572800"/>
                    <a:gd name="connsiteY10" fmla="*/ 1218 h 148299"/>
                    <a:gd name="connsiteX11" fmla="*/ 227813 w 572800"/>
                    <a:gd name="connsiteY11" fmla="*/ 5515 h 148299"/>
                    <a:gd name="connsiteX12" fmla="*/ 135777 w 572800"/>
                    <a:gd name="connsiteY12" fmla="*/ 6445 h 148299"/>
                    <a:gd name="connsiteX13" fmla="*/ 85931 w 572800"/>
                    <a:gd name="connsiteY13" fmla="*/ 12602 h 148299"/>
                    <a:gd name="connsiteX14" fmla="*/ 3576 w 572800"/>
                    <a:gd name="connsiteY14" fmla="*/ 52140 h 148299"/>
                    <a:gd name="connsiteX0" fmla="*/ 3576 w 572800"/>
                    <a:gd name="connsiteY0" fmla="*/ 47468 h 143627"/>
                    <a:gd name="connsiteX1" fmla="*/ 20561 w 572800"/>
                    <a:gd name="connsiteY1" fmla="*/ 68694 h 143627"/>
                    <a:gd name="connsiteX2" fmla="*/ 72355 w 572800"/>
                    <a:gd name="connsiteY2" fmla="*/ 61712 h 143627"/>
                    <a:gd name="connsiteX3" fmla="*/ 147913 w 572800"/>
                    <a:gd name="connsiteY3" fmla="*/ 42662 h 143627"/>
                    <a:gd name="connsiteX4" fmla="*/ 288255 w 572800"/>
                    <a:gd name="connsiteY4" fmla="*/ 36312 h 143627"/>
                    <a:gd name="connsiteX5" fmla="*/ 415255 w 572800"/>
                    <a:gd name="connsiteY5" fmla="*/ 74412 h 143627"/>
                    <a:gd name="connsiteX6" fmla="*/ 535905 w 572800"/>
                    <a:gd name="connsiteY6" fmla="*/ 122037 h 143627"/>
                    <a:gd name="connsiteX7" fmla="*/ 570830 w 572800"/>
                    <a:gd name="connsiteY7" fmla="*/ 141087 h 143627"/>
                    <a:gd name="connsiteX8" fmla="*/ 488280 w 572800"/>
                    <a:gd name="connsiteY8" fmla="*/ 68062 h 143627"/>
                    <a:gd name="connsiteX9" fmla="*/ 390731 w 572800"/>
                    <a:gd name="connsiteY9" fmla="*/ 24577 h 143627"/>
                    <a:gd name="connsiteX10" fmla="*/ 325166 w 572800"/>
                    <a:gd name="connsiteY10" fmla="*/ 2159 h 143627"/>
                    <a:gd name="connsiteX11" fmla="*/ 227813 w 572800"/>
                    <a:gd name="connsiteY11" fmla="*/ 843 h 143627"/>
                    <a:gd name="connsiteX12" fmla="*/ 135777 w 572800"/>
                    <a:gd name="connsiteY12" fmla="*/ 1773 h 143627"/>
                    <a:gd name="connsiteX13" fmla="*/ 85931 w 572800"/>
                    <a:gd name="connsiteY13" fmla="*/ 7930 h 143627"/>
                    <a:gd name="connsiteX14" fmla="*/ 3576 w 572800"/>
                    <a:gd name="connsiteY14" fmla="*/ 47468 h 143627"/>
                    <a:gd name="connsiteX0" fmla="*/ 3576 w 571874"/>
                    <a:gd name="connsiteY0" fmla="*/ 47468 h 144206"/>
                    <a:gd name="connsiteX1" fmla="*/ 20561 w 571874"/>
                    <a:gd name="connsiteY1" fmla="*/ 68694 h 144206"/>
                    <a:gd name="connsiteX2" fmla="*/ 72355 w 571874"/>
                    <a:gd name="connsiteY2" fmla="*/ 61712 h 144206"/>
                    <a:gd name="connsiteX3" fmla="*/ 147913 w 571874"/>
                    <a:gd name="connsiteY3" fmla="*/ 42662 h 144206"/>
                    <a:gd name="connsiteX4" fmla="*/ 288255 w 571874"/>
                    <a:gd name="connsiteY4" fmla="*/ 36312 h 144206"/>
                    <a:gd name="connsiteX5" fmla="*/ 415255 w 571874"/>
                    <a:gd name="connsiteY5" fmla="*/ 74412 h 144206"/>
                    <a:gd name="connsiteX6" fmla="*/ 535905 w 571874"/>
                    <a:gd name="connsiteY6" fmla="*/ 122037 h 144206"/>
                    <a:gd name="connsiteX7" fmla="*/ 570830 w 571874"/>
                    <a:gd name="connsiteY7" fmla="*/ 141087 h 144206"/>
                    <a:gd name="connsiteX8" fmla="*/ 505109 w 571874"/>
                    <a:gd name="connsiteY8" fmla="*/ 59081 h 144206"/>
                    <a:gd name="connsiteX9" fmla="*/ 390731 w 571874"/>
                    <a:gd name="connsiteY9" fmla="*/ 24577 h 144206"/>
                    <a:gd name="connsiteX10" fmla="*/ 325166 w 571874"/>
                    <a:gd name="connsiteY10" fmla="*/ 2159 h 144206"/>
                    <a:gd name="connsiteX11" fmla="*/ 227813 w 571874"/>
                    <a:gd name="connsiteY11" fmla="*/ 843 h 144206"/>
                    <a:gd name="connsiteX12" fmla="*/ 135777 w 571874"/>
                    <a:gd name="connsiteY12" fmla="*/ 1773 h 144206"/>
                    <a:gd name="connsiteX13" fmla="*/ 85931 w 571874"/>
                    <a:gd name="connsiteY13" fmla="*/ 7930 h 144206"/>
                    <a:gd name="connsiteX14" fmla="*/ 3576 w 571874"/>
                    <a:gd name="connsiteY14" fmla="*/ 47468 h 144206"/>
                    <a:gd name="connsiteX0" fmla="*/ 3576 w 596576"/>
                    <a:gd name="connsiteY0" fmla="*/ 47468 h 134558"/>
                    <a:gd name="connsiteX1" fmla="*/ 20561 w 596576"/>
                    <a:gd name="connsiteY1" fmla="*/ 68694 h 134558"/>
                    <a:gd name="connsiteX2" fmla="*/ 72355 w 596576"/>
                    <a:gd name="connsiteY2" fmla="*/ 61712 h 134558"/>
                    <a:gd name="connsiteX3" fmla="*/ 147913 w 596576"/>
                    <a:gd name="connsiteY3" fmla="*/ 42662 h 134558"/>
                    <a:gd name="connsiteX4" fmla="*/ 288255 w 596576"/>
                    <a:gd name="connsiteY4" fmla="*/ 36312 h 134558"/>
                    <a:gd name="connsiteX5" fmla="*/ 415255 w 596576"/>
                    <a:gd name="connsiteY5" fmla="*/ 74412 h 134558"/>
                    <a:gd name="connsiteX6" fmla="*/ 535905 w 596576"/>
                    <a:gd name="connsiteY6" fmla="*/ 122037 h 134558"/>
                    <a:gd name="connsiteX7" fmla="*/ 596074 w 596576"/>
                    <a:gd name="connsiteY7" fmla="*/ 129861 h 134558"/>
                    <a:gd name="connsiteX8" fmla="*/ 505109 w 596576"/>
                    <a:gd name="connsiteY8" fmla="*/ 59081 h 134558"/>
                    <a:gd name="connsiteX9" fmla="*/ 390731 w 596576"/>
                    <a:gd name="connsiteY9" fmla="*/ 24577 h 134558"/>
                    <a:gd name="connsiteX10" fmla="*/ 325166 w 596576"/>
                    <a:gd name="connsiteY10" fmla="*/ 2159 h 134558"/>
                    <a:gd name="connsiteX11" fmla="*/ 227813 w 596576"/>
                    <a:gd name="connsiteY11" fmla="*/ 843 h 134558"/>
                    <a:gd name="connsiteX12" fmla="*/ 135777 w 596576"/>
                    <a:gd name="connsiteY12" fmla="*/ 1773 h 134558"/>
                    <a:gd name="connsiteX13" fmla="*/ 85931 w 596576"/>
                    <a:gd name="connsiteY13" fmla="*/ 7930 h 134558"/>
                    <a:gd name="connsiteX14" fmla="*/ 3576 w 596576"/>
                    <a:gd name="connsiteY14" fmla="*/ 47468 h 134558"/>
                    <a:gd name="connsiteX0" fmla="*/ 3576 w 598269"/>
                    <a:gd name="connsiteY0" fmla="*/ 47468 h 130992"/>
                    <a:gd name="connsiteX1" fmla="*/ 20561 w 598269"/>
                    <a:gd name="connsiteY1" fmla="*/ 68694 h 130992"/>
                    <a:gd name="connsiteX2" fmla="*/ 72355 w 598269"/>
                    <a:gd name="connsiteY2" fmla="*/ 61712 h 130992"/>
                    <a:gd name="connsiteX3" fmla="*/ 147913 w 598269"/>
                    <a:gd name="connsiteY3" fmla="*/ 42662 h 130992"/>
                    <a:gd name="connsiteX4" fmla="*/ 288255 w 598269"/>
                    <a:gd name="connsiteY4" fmla="*/ 36312 h 130992"/>
                    <a:gd name="connsiteX5" fmla="*/ 415255 w 598269"/>
                    <a:gd name="connsiteY5" fmla="*/ 74412 h 130992"/>
                    <a:gd name="connsiteX6" fmla="*/ 556941 w 598269"/>
                    <a:gd name="connsiteY6" fmla="*/ 100706 h 130992"/>
                    <a:gd name="connsiteX7" fmla="*/ 596074 w 598269"/>
                    <a:gd name="connsiteY7" fmla="*/ 129861 h 130992"/>
                    <a:gd name="connsiteX8" fmla="*/ 505109 w 598269"/>
                    <a:gd name="connsiteY8" fmla="*/ 59081 h 130992"/>
                    <a:gd name="connsiteX9" fmla="*/ 390731 w 598269"/>
                    <a:gd name="connsiteY9" fmla="*/ 24577 h 130992"/>
                    <a:gd name="connsiteX10" fmla="*/ 325166 w 598269"/>
                    <a:gd name="connsiteY10" fmla="*/ 2159 h 130992"/>
                    <a:gd name="connsiteX11" fmla="*/ 227813 w 598269"/>
                    <a:gd name="connsiteY11" fmla="*/ 843 h 130992"/>
                    <a:gd name="connsiteX12" fmla="*/ 135777 w 598269"/>
                    <a:gd name="connsiteY12" fmla="*/ 1773 h 130992"/>
                    <a:gd name="connsiteX13" fmla="*/ 85931 w 598269"/>
                    <a:gd name="connsiteY13" fmla="*/ 7930 h 130992"/>
                    <a:gd name="connsiteX14" fmla="*/ 3576 w 598269"/>
                    <a:gd name="connsiteY14" fmla="*/ 47468 h 130992"/>
                    <a:gd name="connsiteX0" fmla="*/ 3576 w 598146"/>
                    <a:gd name="connsiteY0" fmla="*/ 47468 h 131058"/>
                    <a:gd name="connsiteX1" fmla="*/ 20561 w 598146"/>
                    <a:gd name="connsiteY1" fmla="*/ 68694 h 131058"/>
                    <a:gd name="connsiteX2" fmla="*/ 72355 w 598146"/>
                    <a:gd name="connsiteY2" fmla="*/ 61712 h 131058"/>
                    <a:gd name="connsiteX3" fmla="*/ 147913 w 598146"/>
                    <a:gd name="connsiteY3" fmla="*/ 42662 h 131058"/>
                    <a:gd name="connsiteX4" fmla="*/ 288255 w 598146"/>
                    <a:gd name="connsiteY4" fmla="*/ 36312 h 131058"/>
                    <a:gd name="connsiteX5" fmla="*/ 425773 w 598146"/>
                    <a:gd name="connsiteY5" fmla="*/ 63185 h 131058"/>
                    <a:gd name="connsiteX6" fmla="*/ 556941 w 598146"/>
                    <a:gd name="connsiteY6" fmla="*/ 100706 h 131058"/>
                    <a:gd name="connsiteX7" fmla="*/ 596074 w 598146"/>
                    <a:gd name="connsiteY7" fmla="*/ 129861 h 131058"/>
                    <a:gd name="connsiteX8" fmla="*/ 505109 w 598146"/>
                    <a:gd name="connsiteY8" fmla="*/ 59081 h 131058"/>
                    <a:gd name="connsiteX9" fmla="*/ 390731 w 598146"/>
                    <a:gd name="connsiteY9" fmla="*/ 24577 h 131058"/>
                    <a:gd name="connsiteX10" fmla="*/ 325166 w 598146"/>
                    <a:gd name="connsiteY10" fmla="*/ 2159 h 131058"/>
                    <a:gd name="connsiteX11" fmla="*/ 227813 w 598146"/>
                    <a:gd name="connsiteY11" fmla="*/ 843 h 131058"/>
                    <a:gd name="connsiteX12" fmla="*/ 135777 w 598146"/>
                    <a:gd name="connsiteY12" fmla="*/ 1773 h 131058"/>
                    <a:gd name="connsiteX13" fmla="*/ 85931 w 598146"/>
                    <a:gd name="connsiteY13" fmla="*/ 7930 h 131058"/>
                    <a:gd name="connsiteX14" fmla="*/ 3576 w 598146"/>
                    <a:gd name="connsiteY14" fmla="*/ 47468 h 131058"/>
                    <a:gd name="connsiteX0" fmla="*/ 3576 w 598146"/>
                    <a:gd name="connsiteY0" fmla="*/ 47389 h 130979"/>
                    <a:gd name="connsiteX1" fmla="*/ 20561 w 598146"/>
                    <a:gd name="connsiteY1" fmla="*/ 68615 h 130979"/>
                    <a:gd name="connsiteX2" fmla="*/ 72355 w 598146"/>
                    <a:gd name="connsiteY2" fmla="*/ 61633 h 130979"/>
                    <a:gd name="connsiteX3" fmla="*/ 147913 w 598146"/>
                    <a:gd name="connsiteY3" fmla="*/ 42583 h 130979"/>
                    <a:gd name="connsiteX4" fmla="*/ 288255 w 598146"/>
                    <a:gd name="connsiteY4" fmla="*/ 36233 h 130979"/>
                    <a:gd name="connsiteX5" fmla="*/ 425773 w 598146"/>
                    <a:gd name="connsiteY5" fmla="*/ 63106 h 130979"/>
                    <a:gd name="connsiteX6" fmla="*/ 556941 w 598146"/>
                    <a:gd name="connsiteY6" fmla="*/ 100627 h 130979"/>
                    <a:gd name="connsiteX7" fmla="*/ 596074 w 598146"/>
                    <a:gd name="connsiteY7" fmla="*/ 129782 h 130979"/>
                    <a:gd name="connsiteX8" fmla="*/ 505109 w 598146"/>
                    <a:gd name="connsiteY8" fmla="*/ 59002 h 130979"/>
                    <a:gd name="connsiteX9" fmla="*/ 411767 w 598146"/>
                    <a:gd name="connsiteY9" fmla="*/ 23375 h 130979"/>
                    <a:gd name="connsiteX10" fmla="*/ 325166 w 598146"/>
                    <a:gd name="connsiteY10" fmla="*/ 2080 h 130979"/>
                    <a:gd name="connsiteX11" fmla="*/ 227813 w 598146"/>
                    <a:gd name="connsiteY11" fmla="*/ 764 h 130979"/>
                    <a:gd name="connsiteX12" fmla="*/ 135777 w 598146"/>
                    <a:gd name="connsiteY12" fmla="*/ 1694 h 130979"/>
                    <a:gd name="connsiteX13" fmla="*/ 85931 w 598146"/>
                    <a:gd name="connsiteY13" fmla="*/ 7851 h 130979"/>
                    <a:gd name="connsiteX14" fmla="*/ 3576 w 598146"/>
                    <a:gd name="connsiteY14" fmla="*/ 47389 h 130979"/>
                    <a:gd name="connsiteX0" fmla="*/ 3576 w 597665"/>
                    <a:gd name="connsiteY0" fmla="*/ 47389 h 131078"/>
                    <a:gd name="connsiteX1" fmla="*/ 20561 w 597665"/>
                    <a:gd name="connsiteY1" fmla="*/ 68615 h 131078"/>
                    <a:gd name="connsiteX2" fmla="*/ 72355 w 597665"/>
                    <a:gd name="connsiteY2" fmla="*/ 61633 h 131078"/>
                    <a:gd name="connsiteX3" fmla="*/ 147913 w 597665"/>
                    <a:gd name="connsiteY3" fmla="*/ 42583 h 131078"/>
                    <a:gd name="connsiteX4" fmla="*/ 288255 w 597665"/>
                    <a:gd name="connsiteY4" fmla="*/ 36233 h 131078"/>
                    <a:gd name="connsiteX5" fmla="*/ 425773 w 597665"/>
                    <a:gd name="connsiteY5" fmla="*/ 63106 h 131078"/>
                    <a:gd name="connsiteX6" fmla="*/ 552734 w 597665"/>
                    <a:gd name="connsiteY6" fmla="*/ 101750 h 131078"/>
                    <a:gd name="connsiteX7" fmla="*/ 596074 w 597665"/>
                    <a:gd name="connsiteY7" fmla="*/ 129782 h 131078"/>
                    <a:gd name="connsiteX8" fmla="*/ 505109 w 597665"/>
                    <a:gd name="connsiteY8" fmla="*/ 59002 h 131078"/>
                    <a:gd name="connsiteX9" fmla="*/ 411767 w 597665"/>
                    <a:gd name="connsiteY9" fmla="*/ 23375 h 131078"/>
                    <a:gd name="connsiteX10" fmla="*/ 325166 w 597665"/>
                    <a:gd name="connsiteY10" fmla="*/ 2080 h 131078"/>
                    <a:gd name="connsiteX11" fmla="*/ 227813 w 597665"/>
                    <a:gd name="connsiteY11" fmla="*/ 764 h 131078"/>
                    <a:gd name="connsiteX12" fmla="*/ 135777 w 597665"/>
                    <a:gd name="connsiteY12" fmla="*/ 1694 h 131078"/>
                    <a:gd name="connsiteX13" fmla="*/ 85931 w 597665"/>
                    <a:gd name="connsiteY13" fmla="*/ 7851 h 131078"/>
                    <a:gd name="connsiteX14" fmla="*/ 3576 w 597665"/>
                    <a:gd name="connsiteY14" fmla="*/ 47389 h 131078"/>
                    <a:gd name="connsiteX0" fmla="*/ 3576 w 597336"/>
                    <a:gd name="connsiteY0" fmla="*/ 47389 h 131126"/>
                    <a:gd name="connsiteX1" fmla="*/ 20561 w 597336"/>
                    <a:gd name="connsiteY1" fmla="*/ 68615 h 131126"/>
                    <a:gd name="connsiteX2" fmla="*/ 72355 w 597336"/>
                    <a:gd name="connsiteY2" fmla="*/ 61633 h 131126"/>
                    <a:gd name="connsiteX3" fmla="*/ 147913 w 597336"/>
                    <a:gd name="connsiteY3" fmla="*/ 42583 h 131126"/>
                    <a:gd name="connsiteX4" fmla="*/ 288255 w 597336"/>
                    <a:gd name="connsiteY4" fmla="*/ 36233 h 131126"/>
                    <a:gd name="connsiteX5" fmla="*/ 425773 w 597336"/>
                    <a:gd name="connsiteY5" fmla="*/ 63106 h 131126"/>
                    <a:gd name="connsiteX6" fmla="*/ 552734 w 597336"/>
                    <a:gd name="connsiteY6" fmla="*/ 101750 h 131126"/>
                    <a:gd name="connsiteX7" fmla="*/ 596074 w 597336"/>
                    <a:gd name="connsiteY7" fmla="*/ 129782 h 131126"/>
                    <a:gd name="connsiteX8" fmla="*/ 505109 w 597336"/>
                    <a:gd name="connsiteY8" fmla="*/ 59002 h 131126"/>
                    <a:gd name="connsiteX9" fmla="*/ 411767 w 597336"/>
                    <a:gd name="connsiteY9" fmla="*/ 23375 h 131126"/>
                    <a:gd name="connsiteX10" fmla="*/ 325166 w 597336"/>
                    <a:gd name="connsiteY10" fmla="*/ 2080 h 131126"/>
                    <a:gd name="connsiteX11" fmla="*/ 227813 w 597336"/>
                    <a:gd name="connsiteY11" fmla="*/ 764 h 131126"/>
                    <a:gd name="connsiteX12" fmla="*/ 135777 w 597336"/>
                    <a:gd name="connsiteY12" fmla="*/ 1694 h 131126"/>
                    <a:gd name="connsiteX13" fmla="*/ 85931 w 597336"/>
                    <a:gd name="connsiteY13" fmla="*/ 7851 h 131126"/>
                    <a:gd name="connsiteX14" fmla="*/ 3576 w 597336"/>
                    <a:gd name="connsiteY14" fmla="*/ 47389 h 131126"/>
                    <a:gd name="connsiteX0" fmla="*/ 3576 w 597073"/>
                    <a:gd name="connsiteY0" fmla="*/ 47389 h 131352"/>
                    <a:gd name="connsiteX1" fmla="*/ 20561 w 597073"/>
                    <a:gd name="connsiteY1" fmla="*/ 68615 h 131352"/>
                    <a:gd name="connsiteX2" fmla="*/ 72355 w 597073"/>
                    <a:gd name="connsiteY2" fmla="*/ 61633 h 131352"/>
                    <a:gd name="connsiteX3" fmla="*/ 147913 w 597073"/>
                    <a:gd name="connsiteY3" fmla="*/ 42583 h 131352"/>
                    <a:gd name="connsiteX4" fmla="*/ 288255 w 597073"/>
                    <a:gd name="connsiteY4" fmla="*/ 36233 h 131352"/>
                    <a:gd name="connsiteX5" fmla="*/ 425773 w 597073"/>
                    <a:gd name="connsiteY5" fmla="*/ 63106 h 131352"/>
                    <a:gd name="connsiteX6" fmla="*/ 552734 w 597073"/>
                    <a:gd name="connsiteY6" fmla="*/ 101750 h 131352"/>
                    <a:gd name="connsiteX7" fmla="*/ 596074 w 597073"/>
                    <a:gd name="connsiteY7" fmla="*/ 129782 h 131352"/>
                    <a:gd name="connsiteX8" fmla="*/ 511420 w 597073"/>
                    <a:gd name="connsiteY8" fmla="*/ 54511 h 131352"/>
                    <a:gd name="connsiteX9" fmla="*/ 411767 w 597073"/>
                    <a:gd name="connsiteY9" fmla="*/ 23375 h 131352"/>
                    <a:gd name="connsiteX10" fmla="*/ 325166 w 597073"/>
                    <a:gd name="connsiteY10" fmla="*/ 2080 h 131352"/>
                    <a:gd name="connsiteX11" fmla="*/ 227813 w 597073"/>
                    <a:gd name="connsiteY11" fmla="*/ 764 h 131352"/>
                    <a:gd name="connsiteX12" fmla="*/ 135777 w 597073"/>
                    <a:gd name="connsiteY12" fmla="*/ 1694 h 131352"/>
                    <a:gd name="connsiteX13" fmla="*/ 85931 w 597073"/>
                    <a:gd name="connsiteY13" fmla="*/ 7851 h 131352"/>
                    <a:gd name="connsiteX14" fmla="*/ 3576 w 597073"/>
                    <a:gd name="connsiteY14" fmla="*/ 47389 h 131352"/>
                    <a:gd name="connsiteX0" fmla="*/ 3576 w 597073"/>
                    <a:gd name="connsiteY0" fmla="*/ 47389 h 131352"/>
                    <a:gd name="connsiteX1" fmla="*/ 20561 w 597073"/>
                    <a:gd name="connsiteY1" fmla="*/ 68615 h 131352"/>
                    <a:gd name="connsiteX2" fmla="*/ 72355 w 597073"/>
                    <a:gd name="connsiteY2" fmla="*/ 61633 h 131352"/>
                    <a:gd name="connsiteX3" fmla="*/ 147913 w 597073"/>
                    <a:gd name="connsiteY3" fmla="*/ 42583 h 131352"/>
                    <a:gd name="connsiteX4" fmla="*/ 288255 w 597073"/>
                    <a:gd name="connsiteY4" fmla="*/ 36233 h 131352"/>
                    <a:gd name="connsiteX5" fmla="*/ 425773 w 597073"/>
                    <a:gd name="connsiteY5" fmla="*/ 63106 h 131352"/>
                    <a:gd name="connsiteX6" fmla="*/ 552734 w 597073"/>
                    <a:gd name="connsiteY6" fmla="*/ 101750 h 131352"/>
                    <a:gd name="connsiteX7" fmla="*/ 596074 w 597073"/>
                    <a:gd name="connsiteY7" fmla="*/ 129782 h 131352"/>
                    <a:gd name="connsiteX8" fmla="*/ 511420 w 597073"/>
                    <a:gd name="connsiteY8" fmla="*/ 54511 h 131352"/>
                    <a:gd name="connsiteX9" fmla="*/ 418078 w 597073"/>
                    <a:gd name="connsiteY9" fmla="*/ 23375 h 131352"/>
                    <a:gd name="connsiteX10" fmla="*/ 325166 w 597073"/>
                    <a:gd name="connsiteY10" fmla="*/ 2080 h 131352"/>
                    <a:gd name="connsiteX11" fmla="*/ 227813 w 597073"/>
                    <a:gd name="connsiteY11" fmla="*/ 764 h 131352"/>
                    <a:gd name="connsiteX12" fmla="*/ 135777 w 597073"/>
                    <a:gd name="connsiteY12" fmla="*/ 1694 h 131352"/>
                    <a:gd name="connsiteX13" fmla="*/ 85931 w 597073"/>
                    <a:gd name="connsiteY13" fmla="*/ 7851 h 131352"/>
                    <a:gd name="connsiteX14" fmla="*/ 3576 w 597073"/>
                    <a:gd name="connsiteY14" fmla="*/ 47389 h 131352"/>
                    <a:gd name="connsiteX0" fmla="*/ 7076 w 600573"/>
                    <a:gd name="connsiteY0" fmla="*/ 47389 h 131352"/>
                    <a:gd name="connsiteX1" fmla="*/ 24061 w 600573"/>
                    <a:gd name="connsiteY1" fmla="*/ 68615 h 131352"/>
                    <a:gd name="connsiteX2" fmla="*/ 75855 w 600573"/>
                    <a:gd name="connsiteY2" fmla="*/ 61633 h 131352"/>
                    <a:gd name="connsiteX3" fmla="*/ 151413 w 600573"/>
                    <a:gd name="connsiteY3" fmla="*/ 42583 h 131352"/>
                    <a:gd name="connsiteX4" fmla="*/ 291755 w 600573"/>
                    <a:gd name="connsiteY4" fmla="*/ 36233 h 131352"/>
                    <a:gd name="connsiteX5" fmla="*/ 429273 w 600573"/>
                    <a:gd name="connsiteY5" fmla="*/ 63106 h 131352"/>
                    <a:gd name="connsiteX6" fmla="*/ 556234 w 600573"/>
                    <a:gd name="connsiteY6" fmla="*/ 101750 h 131352"/>
                    <a:gd name="connsiteX7" fmla="*/ 599574 w 600573"/>
                    <a:gd name="connsiteY7" fmla="*/ 129782 h 131352"/>
                    <a:gd name="connsiteX8" fmla="*/ 514920 w 600573"/>
                    <a:gd name="connsiteY8" fmla="*/ 54511 h 131352"/>
                    <a:gd name="connsiteX9" fmla="*/ 421578 w 600573"/>
                    <a:gd name="connsiteY9" fmla="*/ 23375 h 131352"/>
                    <a:gd name="connsiteX10" fmla="*/ 328666 w 600573"/>
                    <a:gd name="connsiteY10" fmla="*/ 2080 h 131352"/>
                    <a:gd name="connsiteX11" fmla="*/ 231313 w 600573"/>
                    <a:gd name="connsiteY11" fmla="*/ 764 h 131352"/>
                    <a:gd name="connsiteX12" fmla="*/ 139277 w 600573"/>
                    <a:gd name="connsiteY12" fmla="*/ 1694 h 131352"/>
                    <a:gd name="connsiteX13" fmla="*/ 7076 w 600573"/>
                    <a:gd name="connsiteY13" fmla="*/ 47389 h 131352"/>
                    <a:gd name="connsiteX0" fmla="*/ 7377 w 600874"/>
                    <a:gd name="connsiteY0" fmla="*/ 47776 h 131739"/>
                    <a:gd name="connsiteX1" fmla="*/ 24362 w 600874"/>
                    <a:gd name="connsiteY1" fmla="*/ 69002 h 131739"/>
                    <a:gd name="connsiteX2" fmla="*/ 76156 w 600874"/>
                    <a:gd name="connsiteY2" fmla="*/ 62020 h 131739"/>
                    <a:gd name="connsiteX3" fmla="*/ 151714 w 600874"/>
                    <a:gd name="connsiteY3" fmla="*/ 42970 h 131739"/>
                    <a:gd name="connsiteX4" fmla="*/ 292056 w 600874"/>
                    <a:gd name="connsiteY4" fmla="*/ 36620 h 131739"/>
                    <a:gd name="connsiteX5" fmla="*/ 429574 w 600874"/>
                    <a:gd name="connsiteY5" fmla="*/ 63493 h 131739"/>
                    <a:gd name="connsiteX6" fmla="*/ 556535 w 600874"/>
                    <a:gd name="connsiteY6" fmla="*/ 102137 h 131739"/>
                    <a:gd name="connsiteX7" fmla="*/ 599875 w 600874"/>
                    <a:gd name="connsiteY7" fmla="*/ 130169 h 131739"/>
                    <a:gd name="connsiteX8" fmla="*/ 515221 w 600874"/>
                    <a:gd name="connsiteY8" fmla="*/ 54898 h 131739"/>
                    <a:gd name="connsiteX9" fmla="*/ 421879 w 600874"/>
                    <a:gd name="connsiteY9" fmla="*/ 23762 h 131739"/>
                    <a:gd name="connsiteX10" fmla="*/ 328967 w 600874"/>
                    <a:gd name="connsiteY10" fmla="*/ 2467 h 131739"/>
                    <a:gd name="connsiteX11" fmla="*/ 231614 w 600874"/>
                    <a:gd name="connsiteY11" fmla="*/ 1151 h 131739"/>
                    <a:gd name="connsiteX12" fmla="*/ 143785 w 600874"/>
                    <a:gd name="connsiteY12" fmla="*/ 8817 h 131739"/>
                    <a:gd name="connsiteX13" fmla="*/ 7377 w 600874"/>
                    <a:gd name="connsiteY13" fmla="*/ 47776 h 131739"/>
                    <a:gd name="connsiteX0" fmla="*/ 7377 w 600874"/>
                    <a:gd name="connsiteY0" fmla="*/ 47776 h 131739"/>
                    <a:gd name="connsiteX1" fmla="*/ 24362 w 600874"/>
                    <a:gd name="connsiteY1" fmla="*/ 69002 h 131739"/>
                    <a:gd name="connsiteX2" fmla="*/ 76156 w 600874"/>
                    <a:gd name="connsiteY2" fmla="*/ 62020 h 131739"/>
                    <a:gd name="connsiteX3" fmla="*/ 151714 w 600874"/>
                    <a:gd name="connsiteY3" fmla="*/ 42970 h 131739"/>
                    <a:gd name="connsiteX4" fmla="*/ 292056 w 600874"/>
                    <a:gd name="connsiteY4" fmla="*/ 36620 h 131739"/>
                    <a:gd name="connsiteX5" fmla="*/ 429574 w 600874"/>
                    <a:gd name="connsiteY5" fmla="*/ 63493 h 131739"/>
                    <a:gd name="connsiteX6" fmla="*/ 556535 w 600874"/>
                    <a:gd name="connsiteY6" fmla="*/ 102137 h 131739"/>
                    <a:gd name="connsiteX7" fmla="*/ 599875 w 600874"/>
                    <a:gd name="connsiteY7" fmla="*/ 130169 h 131739"/>
                    <a:gd name="connsiteX8" fmla="*/ 515221 w 600874"/>
                    <a:gd name="connsiteY8" fmla="*/ 54898 h 131739"/>
                    <a:gd name="connsiteX9" fmla="*/ 421879 w 600874"/>
                    <a:gd name="connsiteY9" fmla="*/ 23762 h 131739"/>
                    <a:gd name="connsiteX10" fmla="*/ 328967 w 600874"/>
                    <a:gd name="connsiteY10" fmla="*/ 2467 h 131739"/>
                    <a:gd name="connsiteX11" fmla="*/ 231614 w 600874"/>
                    <a:gd name="connsiteY11" fmla="*/ 1151 h 131739"/>
                    <a:gd name="connsiteX12" fmla="*/ 143785 w 600874"/>
                    <a:gd name="connsiteY12" fmla="*/ 8817 h 131739"/>
                    <a:gd name="connsiteX13" fmla="*/ 7377 w 600874"/>
                    <a:gd name="connsiteY13" fmla="*/ 47776 h 131739"/>
                    <a:gd name="connsiteX0" fmla="*/ 7377 w 600874"/>
                    <a:gd name="connsiteY0" fmla="*/ 46653 h 130616"/>
                    <a:gd name="connsiteX1" fmla="*/ 24362 w 600874"/>
                    <a:gd name="connsiteY1" fmla="*/ 67879 h 130616"/>
                    <a:gd name="connsiteX2" fmla="*/ 76156 w 600874"/>
                    <a:gd name="connsiteY2" fmla="*/ 60897 h 130616"/>
                    <a:gd name="connsiteX3" fmla="*/ 151714 w 600874"/>
                    <a:gd name="connsiteY3" fmla="*/ 41847 h 130616"/>
                    <a:gd name="connsiteX4" fmla="*/ 292056 w 600874"/>
                    <a:gd name="connsiteY4" fmla="*/ 35497 h 130616"/>
                    <a:gd name="connsiteX5" fmla="*/ 429574 w 600874"/>
                    <a:gd name="connsiteY5" fmla="*/ 62370 h 130616"/>
                    <a:gd name="connsiteX6" fmla="*/ 556535 w 600874"/>
                    <a:gd name="connsiteY6" fmla="*/ 101014 h 130616"/>
                    <a:gd name="connsiteX7" fmla="*/ 599875 w 600874"/>
                    <a:gd name="connsiteY7" fmla="*/ 129046 h 130616"/>
                    <a:gd name="connsiteX8" fmla="*/ 515221 w 600874"/>
                    <a:gd name="connsiteY8" fmla="*/ 53775 h 130616"/>
                    <a:gd name="connsiteX9" fmla="*/ 421879 w 600874"/>
                    <a:gd name="connsiteY9" fmla="*/ 22639 h 130616"/>
                    <a:gd name="connsiteX10" fmla="*/ 335278 w 600874"/>
                    <a:gd name="connsiteY10" fmla="*/ 5835 h 130616"/>
                    <a:gd name="connsiteX11" fmla="*/ 231614 w 600874"/>
                    <a:gd name="connsiteY11" fmla="*/ 28 h 130616"/>
                    <a:gd name="connsiteX12" fmla="*/ 143785 w 600874"/>
                    <a:gd name="connsiteY12" fmla="*/ 7694 h 130616"/>
                    <a:gd name="connsiteX13" fmla="*/ 7377 w 600874"/>
                    <a:gd name="connsiteY13" fmla="*/ 46653 h 130616"/>
                    <a:gd name="connsiteX0" fmla="*/ 7377 w 600874"/>
                    <a:gd name="connsiteY0" fmla="*/ 46653 h 130616"/>
                    <a:gd name="connsiteX1" fmla="*/ 24362 w 600874"/>
                    <a:gd name="connsiteY1" fmla="*/ 67879 h 130616"/>
                    <a:gd name="connsiteX2" fmla="*/ 76156 w 600874"/>
                    <a:gd name="connsiteY2" fmla="*/ 60897 h 130616"/>
                    <a:gd name="connsiteX3" fmla="*/ 151714 w 600874"/>
                    <a:gd name="connsiteY3" fmla="*/ 41847 h 130616"/>
                    <a:gd name="connsiteX4" fmla="*/ 292056 w 600874"/>
                    <a:gd name="connsiteY4" fmla="*/ 35497 h 130616"/>
                    <a:gd name="connsiteX5" fmla="*/ 429574 w 600874"/>
                    <a:gd name="connsiteY5" fmla="*/ 62370 h 130616"/>
                    <a:gd name="connsiteX6" fmla="*/ 556535 w 600874"/>
                    <a:gd name="connsiteY6" fmla="*/ 101014 h 130616"/>
                    <a:gd name="connsiteX7" fmla="*/ 599875 w 600874"/>
                    <a:gd name="connsiteY7" fmla="*/ 129046 h 130616"/>
                    <a:gd name="connsiteX8" fmla="*/ 515221 w 600874"/>
                    <a:gd name="connsiteY8" fmla="*/ 53775 h 130616"/>
                    <a:gd name="connsiteX9" fmla="*/ 428190 w 600874"/>
                    <a:gd name="connsiteY9" fmla="*/ 22639 h 130616"/>
                    <a:gd name="connsiteX10" fmla="*/ 335278 w 600874"/>
                    <a:gd name="connsiteY10" fmla="*/ 5835 h 130616"/>
                    <a:gd name="connsiteX11" fmla="*/ 231614 w 600874"/>
                    <a:gd name="connsiteY11" fmla="*/ 28 h 130616"/>
                    <a:gd name="connsiteX12" fmla="*/ 143785 w 600874"/>
                    <a:gd name="connsiteY12" fmla="*/ 7694 h 130616"/>
                    <a:gd name="connsiteX13" fmla="*/ 7377 w 600874"/>
                    <a:gd name="connsiteY13" fmla="*/ 46653 h 130616"/>
                    <a:gd name="connsiteX0" fmla="*/ 6543 w 606351"/>
                    <a:gd name="connsiteY0" fmla="*/ 69106 h 130616"/>
                    <a:gd name="connsiteX1" fmla="*/ 29839 w 606351"/>
                    <a:gd name="connsiteY1" fmla="*/ 67879 h 130616"/>
                    <a:gd name="connsiteX2" fmla="*/ 81633 w 606351"/>
                    <a:gd name="connsiteY2" fmla="*/ 60897 h 130616"/>
                    <a:gd name="connsiteX3" fmla="*/ 157191 w 606351"/>
                    <a:gd name="connsiteY3" fmla="*/ 41847 h 130616"/>
                    <a:gd name="connsiteX4" fmla="*/ 297533 w 606351"/>
                    <a:gd name="connsiteY4" fmla="*/ 35497 h 130616"/>
                    <a:gd name="connsiteX5" fmla="*/ 435051 w 606351"/>
                    <a:gd name="connsiteY5" fmla="*/ 62370 h 130616"/>
                    <a:gd name="connsiteX6" fmla="*/ 562012 w 606351"/>
                    <a:gd name="connsiteY6" fmla="*/ 101014 h 130616"/>
                    <a:gd name="connsiteX7" fmla="*/ 605352 w 606351"/>
                    <a:gd name="connsiteY7" fmla="*/ 129046 h 130616"/>
                    <a:gd name="connsiteX8" fmla="*/ 520698 w 606351"/>
                    <a:gd name="connsiteY8" fmla="*/ 53775 h 130616"/>
                    <a:gd name="connsiteX9" fmla="*/ 433667 w 606351"/>
                    <a:gd name="connsiteY9" fmla="*/ 22639 h 130616"/>
                    <a:gd name="connsiteX10" fmla="*/ 340755 w 606351"/>
                    <a:gd name="connsiteY10" fmla="*/ 5835 h 130616"/>
                    <a:gd name="connsiteX11" fmla="*/ 237091 w 606351"/>
                    <a:gd name="connsiteY11" fmla="*/ 28 h 130616"/>
                    <a:gd name="connsiteX12" fmla="*/ 149262 w 606351"/>
                    <a:gd name="connsiteY12" fmla="*/ 7694 h 130616"/>
                    <a:gd name="connsiteX13" fmla="*/ 6543 w 606351"/>
                    <a:gd name="connsiteY13" fmla="*/ 69106 h 130616"/>
                    <a:gd name="connsiteX0" fmla="*/ 464 w 600272"/>
                    <a:gd name="connsiteY0" fmla="*/ 69106 h 130616"/>
                    <a:gd name="connsiteX1" fmla="*/ 23760 w 600272"/>
                    <a:gd name="connsiteY1" fmla="*/ 67879 h 130616"/>
                    <a:gd name="connsiteX2" fmla="*/ 75554 w 600272"/>
                    <a:gd name="connsiteY2" fmla="*/ 60897 h 130616"/>
                    <a:gd name="connsiteX3" fmla="*/ 151112 w 600272"/>
                    <a:gd name="connsiteY3" fmla="*/ 41847 h 130616"/>
                    <a:gd name="connsiteX4" fmla="*/ 291454 w 600272"/>
                    <a:gd name="connsiteY4" fmla="*/ 35497 h 130616"/>
                    <a:gd name="connsiteX5" fmla="*/ 428972 w 600272"/>
                    <a:gd name="connsiteY5" fmla="*/ 62370 h 130616"/>
                    <a:gd name="connsiteX6" fmla="*/ 555933 w 600272"/>
                    <a:gd name="connsiteY6" fmla="*/ 101014 h 130616"/>
                    <a:gd name="connsiteX7" fmla="*/ 599273 w 600272"/>
                    <a:gd name="connsiteY7" fmla="*/ 129046 h 130616"/>
                    <a:gd name="connsiteX8" fmla="*/ 514619 w 600272"/>
                    <a:gd name="connsiteY8" fmla="*/ 53775 h 130616"/>
                    <a:gd name="connsiteX9" fmla="*/ 427588 w 600272"/>
                    <a:gd name="connsiteY9" fmla="*/ 22639 h 130616"/>
                    <a:gd name="connsiteX10" fmla="*/ 334676 w 600272"/>
                    <a:gd name="connsiteY10" fmla="*/ 5835 h 130616"/>
                    <a:gd name="connsiteX11" fmla="*/ 231012 w 600272"/>
                    <a:gd name="connsiteY11" fmla="*/ 28 h 130616"/>
                    <a:gd name="connsiteX12" fmla="*/ 143183 w 600272"/>
                    <a:gd name="connsiteY12" fmla="*/ 7694 h 130616"/>
                    <a:gd name="connsiteX13" fmla="*/ 42972 w 600272"/>
                    <a:gd name="connsiteY13" fmla="*/ 31418 h 130616"/>
                    <a:gd name="connsiteX14" fmla="*/ 464 w 600272"/>
                    <a:gd name="connsiteY14" fmla="*/ 69106 h 130616"/>
                    <a:gd name="connsiteX0" fmla="*/ 473 w 600281"/>
                    <a:gd name="connsiteY0" fmla="*/ 69106 h 130616"/>
                    <a:gd name="connsiteX1" fmla="*/ 23769 w 600281"/>
                    <a:gd name="connsiteY1" fmla="*/ 67879 h 130616"/>
                    <a:gd name="connsiteX2" fmla="*/ 77667 w 600281"/>
                    <a:gd name="connsiteY2" fmla="*/ 57529 h 130616"/>
                    <a:gd name="connsiteX3" fmla="*/ 151121 w 600281"/>
                    <a:gd name="connsiteY3" fmla="*/ 41847 h 130616"/>
                    <a:gd name="connsiteX4" fmla="*/ 291463 w 600281"/>
                    <a:gd name="connsiteY4" fmla="*/ 35497 h 130616"/>
                    <a:gd name="connsiteX5" fmla="*/ 428981 w 600281"/>
                    <a:gd name="connsiteY5" fmla="*/ 62370 h 130616"/>
                    <a:gd name="connsiteX6" fmla="*/ 555942 w 600281"/>
                    <a:gd name="connsiteY6" fmla="*/ 101014 h 130616"/>
                    <a:gd name="connsiteX7" fmla="*/ 599282 w 600281"/>
                    <a:gd name="connsiteY7" fmla="*/ 129046 h 130616"/>
                    <a:gd name="connsiteX8" fmla="*/ 514628 w 600281"/>
                    <a:gd name="connsiteY8" fmla="*/ 53775 h 130616"/>
                    <a:gd name="connsiteX9" fmla="*/ 427597 w 600281"/>
                    <a:gd name="connsiteY9" fmla="*/ 22639 h 130616"/>
                    <a:gd name="connsiteX10" fmla="*/ 334685 w 600281"/>
                    <a:gd name="connsiteY10" fmla="*/ 5835 h 130616"/>
                    <a:gd name="connsiteX11" fmla="*/ 231021 w 600281"/>
                    <a:gd name="connsiteY11" fmla="*/ 28 h 130616"/>
                    <a:gd name="connsiteX12" fmla="*/ 143192 w 600281"/>
                    <a:gd name="connsiteY12" fmla="*/ 7694 h 130616"/>
                    <a:gd name="connsiteX13" fmla="*/ 42981 w 600281"/>
                    <a:gd name="connsiteY13" fmla="*/ 31418 h 130616"/>
                    <a:gd name="connsiteX14" fmla="*/ 473 w 600281"/>
                    <a:gd name="connsiteY14" fmla="*/ 69106 h 130616"/>
                    <a:gd name="connsiteX0" fmla="*/ 37 w 599845"/>
                    <a:gd name="connsiteY0" fmla="*/ 69106 h 130616"/>
                    <a:gd name="connsiteX1" fmla="*/ 35955 w 599845"/>
                    <a:gd name="connsiteY1" fmla="*/ 64511 h 130616"/>
                    <a:gd name="connsiteX2" fmla="*/ 77231 w 599845"/>
                    <a:gd name="connsiteY2" fmla="*/ 57529 h 130616"/>
                    <a:gd name="connsiteX3" fmla="*/ 150685 w 599845"/>
                    <a:gd name="connsiteY3" fmla="*/ 41847 h 130616"/>
                    <a:gd name="connsiteX4" fmla="*/ 291027 w 599845"/>
                    <a:gd name="connsiteY4" fmla="*/ 35497 h 130616"/>
                    <a:gd name="connsiteX5" fmla="*/ 428545 w 599845"/>
                    <a:gd name="connsiteY5" fmla="*/ 62370 h 130616"/>
                    <a:gd name="connsiteX6" fmla="*/ 555506 w 599845"/>
                    <a:gd name="connsiteY6" fmla="*/ 101014 h 130616"/>
                    <a:gd name="connsiteX7" fmla="*/ 598846 w 599845"/>
                    <a:gd name="connsiteY7" fmla="*/ 129046 h 130616"/>
                    <a:gd name="connsiteX8" fmla="*/ 514192 w 599845"/>
                    <a:gd name="connsiteY8" fmla="*/ 53775 h 130616"/>
                    <a:gd name="connsiteX9" fmla="*/ 427161 w 599845"/>
                    <a:gd name="connsiteY9" fmla="*/ 22639 h 130616"/>
                    <a:gd name="connsiteX10" fmla="*/ 334249 w 599845"/>
                    <a:gd name="connsiteY10" fmla="*/ 5835 h 130616"/>
                    <a:gd name="connsiteX11" fmla="*/ 230585 w 599845"/>
                    <a:gd name="connsiteY11" fmla="*/ 28 h 130616"/>
                    <a:gd name="connsiteX12" fmla="*/ 142756 w 599845"/>
                    <a:gd name="connsiteY12" fmla="*/ 7694 h 130616"/>
                    <a:gd name="connsiteX13" fmla="*/ 42545 w 599845"/>
                    <a:gd name="connsiteY13" fmla="*/ 31418 h 130616"/>
                    <a:gd name="connsiteX14" fmla="*/ 37 w 599845"/>
                    <a:gd name="connsiteY14" fmla="*/ 69106 h 130616"/>
                    <a:gd name="connsiteX0" fmla="*/ 37 w 599845"/>
                    <a:gd name="connsiteY0" fmla="*/ 69106 h 130616"/>
                    <a:gd name="connsiteX1" fmla="*/ 35955 w 599845"/>
                    <a:gd name="connsiteY1" fmla="*/ 64511 h 130616"/>
                    <a:gd name="connsiteX2" fmla="*/ 81438 w 599845"/>
                    <a:gd name="connsiteY2" fmla="*/ 51916 h 130616"/>
                    <a:gd name="connsiteX3" fmla="*/ 150685 w 599845"/>
                    <a:gd name="connsiteY3" fmla="*/ 41847 h 130616"/>
                    <a:gd name="connsiteX4" fmla="*/ 291027 w 599845"/>
                    <a:gd name="connsiteY4" fmla="*/ 35497 h 130616"/>
                    <a:gd name="connsiteX5" fmla="*/ 428545 w 599845"/>
                    <a:gd name="connsiteY5" fmla="*/ 62370 h 130616"/>
                    <a:gd name="connsiteX6" fmla="*/ 555506 w 599845"/>
                    <a:gd name="connsiteY6" fmla="*/ 101014 h 130616"/>
                    <a:gd name="connsiteX7" fmla="*/ 598846 w 599845"/>
                    <a:gd name="connsiteY7" fmla="*/ 129046 h 130616"/>
                    <a:gd name="connsiteX8" fmla="*/ 514192 w 599845"/>
                    <a:gd name="connsiteY8" fmla="*/ 53775 h 130616"/>
                    <a:gd name="connsiteX9" fmla="*/ 427161 w 599845"/>
                    <a:gd name="connsiteY9" fmla="*/ 22639 h 130616"/>
                    <a:gd name="connsiteX10" fmla="*/ 334249 w 599845"/>
                    <a:gd name="connsiteY10" fmla="*/ 5835 h 130616"/>
                    <a:gd name="connsiteX11" fmla="*/ 230585 w 599845"/>
                    <a:gd name="connsiteY11" fmla="*/ 28 h 130616"/>
                    <a:gd name="connsiteX12" fmla="*/ 142756 w 599845"/>
                    <a:gd name="connsiteY12" fmla="*/ 7694 h 130616"/>
                    <a:gd name="connsiteX13" fmla="*/ 42545 w 599845"/>
                    <a:gd name="connsiteY13" fmla="*/ 31418 h 130616"/>
                    <a:gd name="connsiteX14" fmla="*/ 37 w 599845"/>
                    <a:gd name="connsiteY14" fmla="*/ 69106 h 130616"/>
                    <a:gd name="connsiteX0" fmla="*/ 4 w 599812"/>
                    <a:gd name="connsiteY0" fmla="*/ 69106 h 130616"/>
                    <a:gd name="connsiteX1" fmla="*/ 44337 w 599812"/>
                    <a:gd name="connsiteY1" fmla="*/ 61143 h 130616"/>
                    <a:gd name="connsiteX2" fmla="*/ 81405 w 599812"/>
                    <a:gd name="connsiteY2" fmla="*/ 51916 h 130616"/>
                    <a:gd name="connsiteX3" fmla="*/ 150652 w 599812"/>
                    <a:gd name="connsiteY3" fmla="*/ 41847 h 130616"/>
                    <a:gd name="connsiteX4" fmla="*/ 290994 w 599812"/>
                    <a:gd name="connsiteY4" fmla="*/ 35497 h 130616"/>
                    <a:gd name="connsiteX5" fmla="*/ 428512 w 599812"/>
                    <a:gd name="connsiteY5" fmla="*/ 62370 h 130616"/>
                    <a:gd name="connsiteX6" fmla="*/ 555473 w 599812"/>
                    <a:gd name="connsiteY6" fmla="*/ 101014 h 130616"/>
                    <a:gd name="connsiteX7" fmla="*/ 598813 w 599812"/>
                    <a:gd name="connsiteY7" fmla="*/ 129046 h 130616"/>
                    <a:gd name="connsiteX8" fmla="*/ 514159 w 599812"/>
                    <a:gd name="connsiteY8" fmla="*/ 53775 h 130616"/>
                    <a:gd name="connsiteX9" fmla="*/ 427128 w 599812"/>
                    <a:gd name="connsiteY9" fmla="*/ 22639 h 130616"/>
                    <a:gd name="connsiteX10" fmla="*/ 334216 w 599812"/>
                    <a:gd name="connsiteY10" fmla="*/ 5835 h 130616"/>
                    <a:gd name="connsiteX11" fmla="*/ 230552 w 599812"/>
                    <a:gd name="connsiteY11" fmla="*/ 28 h 130616"/>
                    <a:gd name="connsiteX12" fmla="*/ 142723 w 599812"/>
                    <a:gd name="connsiteY12" fmla="*/ 7694 h 130616"/>
                    <a:gd name="connsiteX13" fmla="*/ 42512 w 599812"/>
                    <a:gd name="connsiteY13" fmla="*/ 31418 h 130616"/>
                    <a:gd name="connsiteX14" fmla="*/ 4 w 599812"/>
                    <a:gd name="connsiteY14" fmla="*/ 69106 h 130616"/>
                    <a:gd name="connsiteX0" fmla="*/ 6 w 593503"/>
                    <a:gd name="connsiteY0" fmla="*/ 63493 h 130616"/>
                    <a:gd name="connsiteX1" fmla="*/ 38028 w 593503"/>
                    <a:gd name="connsiteY1" fmla="*/ 61143 h 130616"/>
                    <a:gd name="connsiteX2" fmla="*/ 75096 w 593503"/>
                    <a:gd name="connsiteY2" fmla="*/ 51916 h 130616"/>
                    <a:gd name="connsiteX3" fmla="*/ 144343 w 593503"/>
                    <a:gd name="connsiteY3" fmla="*/ 41847 h 130616"/>
                    <a:gd name="connsiteX4" fmla="*/ 284685 w 593503"/>
                    <a:gd name="connsiteY4" fmla="*/ 35497 h 130616"/>
                    <a:gd name="connsiteX5" fmla="*/ 422203 w 593503"/>
                    <a:gd name="connsiteY5" fmla="*/ 62370 h 130616"/>
                    <a:gd name="connsiteX6" fmla="*/ 549164 w 593503"/>
                    <a:gd name="connsiteY6" fmla="*/ 101014 h 130616"/>
                    <a:gd name="connsiteX7" fmla="*/ 592504 w 593503"/>
                    <a:gd name="connsiteY7" fmla="*/ 129046 h 130616"/>
                    <a:gd name="connsiteX8" fmla="*/ 507850 w 593503"/>
                    <a:gd name="connsiteY8" fmla="*/ 53775 h 130616"/>
                    <a:gd name="connsiteX9" fmla="*/ 420819 w 593503"/>
                    <a:gd name="connsiteY9" fmla="*/ 22639 h 130616"/>
                    <a:gd name="connsiteX10" fmla="*/ 327907 w 593503"/>
                    <a:gd name="connsiteY10" fmla="*/ 5835 h 130616"/>
                    <a:gd name="connsiteX11" fmla="*/ 224243 w 593503"/>
                    <a:gd name="connsiteY11" fmla="*/ 28 h 130616"/>
                    <a:gd name="connsiteX12" fmla="*/ 136414 w 593503"/>
                    <a:gd name="connsiteY12" fmla="*/ 7694 h 130616"/>
                    <a:gd name="connsiteX13" fmla="*/ 36203 w 593503"/>
                    <a:gd name="connsiteY13" fmla="*/ 31418 h 130616"/>
                    <a:gd name="connsiteX14" fmla="*/ 6 w 593503"/>
                    <a:gd name="connsiteY14" fmla="*/ 63493 h 130616"/>
                    <a:gd name="connsiteX0" fmla="*/ 6 w 593503"/>
                    <a:gd name="connsiteY0" fmla="*/ 62384 h 129507"/>
                    <a:gd name="connsiteX1" fmla="*/ 38028 w 593503"/>
                    <a:gd name="connsiteY1" fmla="*/ 60034 h 129507"/>
                    <a:gd name="connsiteX2" fmla="*/ 75096 w 593503"/>
                    <a:gd name="connsiteY2" fmla="*/ 50807 h 129507"/>
                    <a:gd name="connsiteX3" fmla="*/ 144343 w 593503"/>
                    <a:gd name="connsiteY3" fmla="*/ 40738 h 129507"/>
                    <a:gd name="connsiteX4" fmla="*/ 284685 w 593503"/>
                    <a:gd name="connsiteY4" fmla="*/ 34388 h 129507"/>
                    <a:gd name="connsiteX5" fmla="*/ 422203 w 593503"/>
                    <a:gd name="connsiteY5" fmla="*/ 61261 h 129507"/>
                    <a:gd name="connsiteX6" fmla="*/ 549164 w 593503"/>
                    <a:gd name="connsiteY6" fmla="*/ 99905 h 129507"/>
                    <a:gd name="connsiteX7" fmla="*/ 592504 w 593503"/>
                    <a:gd name="connsiteY7" fmla="*/ 127937 h 129507"/>
                    <a:gd name="connsiteX8" fmla="*/ 507850 w 593503"/>
                    <a:gd name="connsiteY8" fmla="*/ 52666 h 129507"/>
                    <a:gd name="connsiteX9" fmla="*/ 420819 w 593503"/>
                    <a:gd name="connsiteY9" fmla="*/ 21530 h 129507"/>
                    <a:gd name="connsiteX10" fmla="*/ 327907 w 593503"/>
                    <a:gd name="connsiteY10" fmla="*/ 4726 h 129507"/>
                    <a:gd name="connsiteX11" fmla="*/ 230554 w 593503"/>
                    <a:gd name="connsiteY11" fmla="*/ 42 h 129507"/>
                    <a:gd name="connsiteX12" fmla="*/ 136414 w 593503"/>
                    <a:gd name="connsiteY12" fmla="*/ 6585 h 129507"/>
                    <a:gd name="connsiteX13" fmla="*/ 36203 w 593503"/>
                    <a:gd name="connsiteY13" fmla="*/ 30309 h 129507"/>
                    <a:gd name="connsiteX14" fmla="*/ 6 w 593503"/>
                    <a:gd name="connsiteY14" fmla="*/ 62384 h 12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3503" h="129507">
                      <a:moveTo>
                        <a:pt x="6" y="62384"/>
                      </a:moveTo>
                      <a:cubicBezTo>
                        <a:pt x="310" y="67338"/>
                        <a:pt x="25513" y="61964"/>
                        <a:pt x="38028" y="60034"/>
                      </a:cubicBezTo>
                      <a:cubicBezTo>
                        <a:pt x="50543" y="58105"/>
                        <a:pt x="57377" y="54023"/>
                        <a:pt x="75096" y="50807"/>
                      </a:cubicBezTo>
                      <a:cubicBezTo>
                        <a:pt x="92815" y="47591"/>
                        <a:pt x="109412" y="43474"/>
                        <a:pt x="144343" y="40738"/>
                      </a:cubicBezTo>
                      <a:cubicBezTo>
                        <a:pt x="179274" y="38002"/>
                        <a:pt x="238375" y="30967"/>
                        <a:pt x="284685" y="34388"/>
                      </a:cubicBezTo>
                      <a:cubicBezTo>
                        <a:pt x="330995" y="37809"/>
                        <a:pt x="378123" y="50342"/>
                        <a:pt x="422203" y="61261"/>
                      </a:cubicBezTo>
                      <a:cubicBezTo>
                        <a:pt x="466283" y="72180"/>
                        <a:pt x="529195" y="87669"/>
                        <a:pt x="549164" y="99905"/>
                      </a:cubicBezTo>
                      <a:cubicBezTo>
                        <a:pt x="569133" y="112141"/>
                        <a:pt x="599390" y="135810"/>
                        <a:pt x="592504" y="127937"/>
                      </a:cubicBezTo>
                      <a:cubicBezTo>
                        <a:pt x="585618" y="120064"/>
                        <a:pt x="536464" y="70401"/>
                        <a:pt x="507850" y="52666"/>
                      </a:cubicBezTo>
                      <a:cubicBezTo>
                        <a:pt x="479236" y="34931"/>
                        <a:pt x="450809" y="29520"/>
                        <a:pt x="420819" y="21530"/>
                      </a:cubicBezTo>
                      <a:cubicBezTo>
                        <a:pt x="390829" y="13540"/>
                        <a:pt x="359618" y="8307"/>
                        <a:pt x="327907" y="4726"/>
                      </a:cubicBezTo>
                      <a:cubicBezTo>
                        <a:pt x="296196" y="1145"/>
                        <a:pt x="262469" y="-268"/>
                        <a:pt x="230554" y="42"/>
                      </a:cubicBezTo>
                      <a:cubicBezTo>
                        <a:pt x="198639" y="352"/>
                        <a:pt x="164949" y="231"/>
                        <a:pt x="136414" y="6585"/>
                      </a:cubicBezTo>
                      <a:cubicBezTo>
                        <a:pt x="107879" y="12939"/>
                        <a:pt x="59989" y="20074"/>
                        <a:pt x="36203" y="30309"/>
                      </a:cubicBezTo>
                      <a:cubicBezTo>
                        <a:pt x="12417" y="40544"/>
                        <a:pt x="-298" y="57430"/>
                        <a:pt x="6" y="62384"/>
                      </a:cubicBezTo>
                      <a:close/>
                    </a:path>
                  </a:pathLst>
                </a:custGeom>
                <a:solidFill>
                  <a:schemeClr val="bg2"/>
                </a:solidFill>
                <a:ln>
                  <a:solidFill>
                    <a:schemeClr val="bg2">
                      <a:lumMod val="90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5" name="bottom teeth left">
                <a:extLst>
                  <a:ext uri="{FF2B5EF4-FFF2-40B4-BE49-F238E27FC236}">
                    <a16:creationId xmlns:a16="http://schemas.microsoft.com/office/drawing/2014/main" id="{09B66A14-DAC2-ADFE-448F-BD7B7DFDEFB9}"/>
                  </a:ext>
                </a:extLst>
              </p:cNvPr>
              <p:cNvGrpSpPr/>
              <p:nvPr/>
            </p:nvGrpSpPr>
            <p:grpSpPr>
              <a:xfrm>
                <a:off x="2276544" y="3699216"/>
                <a:ext cx="300441" cy="522571"/>
                <a:chOff x="1490764" y="3800383"/>
                <a:chExt cx="440585" cy="750808"/>
              </a:xfrm>
            </p:grpSpPr>
            <p:sp>
              <p:nvSpPr>
                <p:cNvPr id="40" name="Freeform: Shape 39">
                  <a:extLst>
                    <a:ext uri="{FF2B5EF4-FFF2-40B4-BE49-F238E27FC236}">
                      <a16:creationId xmlns:a16="http://schemas.microsoft.com/office/drawing/2014/main" id="{62272054-0F57-AA54-71A6-74D1C6E90803}"/>
                    </a:ext>
                  </a:extLst>
                </p:cNvPr>
                <p:cNvSpPr/>
                <p:nvPr/>
              </p:nvSpPr>
              <p:spPr>
                <a:xfrm>
                  <a:off x="1596611" y="3800383"/>
                  <a:ext cx="334738" cy="268590"/>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6182 h 106027"/>
                    <a:gd name="connsiteX1" fmla="*/ 90495 w 141636"/>
                    <a:gd name="connsiteY1" fmla="*/ 8564 h 106027"/>
                    <a:gd name="connsiteX2" fmla="*/ 119070 w 141636"/>
                    <a:gd name="connsiteY2" fmla="*/ 32376 h 106027"/>
                    <a:gd name="connsiteX3" fmla="*/ 140501 w 141636"/>
                    <a:gd name="connsiteY3" fmla="*/ 46664 h 106027"/>
                    <a:gd name="connsiteX4" fmla="*/ 138120 w 141636"/>
                    <a:gd name="connsiteY4" fmla="*/ 70476 h 106027"/>
                    <a:gd name="connsiteX5" fmla="*/ 133358 w 141636"/>
                    <a:gd name="connsiteY5" fmla="*/ 103814 h 106027"/>
                    <a:gd name="connsiteX6" fmla="*/ 111926 w 141636"/>
                    <a:gd name="connsiteY6" fmla="*/ 101432 h 106027"/>
                    <a:gd name="connsiteX7" fmla="*/ 69064 w 141636"/>
                    <a:gd name="connsiteY7" fmla="*/ 89526 h 106027"/>
                    <a:gd name="connsiteX8" fmla="*/ 16676 w 141636"/>
                    <a:gd name="connsiteY8" fmla="*/ 91907 h 106027"/>
                    <a:gd name="connsiteX9" fmla="*/ 7151 w 141636"/>
                    <a:gd name="connsiteY9" fmla="*/ 99051 h 106027"/>
                    <a:gd name="connsiteX10" fmla="*/ 8 w 141636"/>
                    <a:gd name="connsiteY10" fmla="*/ 87145 h 106027"/>
                    <a:gd name="connsiteX11" fmla="*/ 28583 w 141636"/>
                    <a:gd name="connsiteY11" fmla="*/ 6182 h 10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636" h="106027">
                      <a:moveTo>
                        <a:pt x="28583" y="6182"/>
                      </a:moveTo>
                      <a:cubicBezTo>
                        <a:pt x="43664" y="-6915"/>
                        <a:pt x="75414" y="4198"/>
                        <a:pt x="90495" y="8564"/>
                      </a:cubicBezTo>
                      <a:cubicBezTo>
                        <a:pt x="105576" y="12930"/>
                        <a:pt x="110736" y="26026"/>
                        <a:pt x="119070" y="32376"/>
                      </a:cubicBezTo>
                      <a:cubicBezTo>
                        <a:pt x="127404" y="38726"/>
                        <a:pt x="137326" y="40314"/>
                        <a:pt x="140501" y="46664"/>
                      </a:cubicBezTo>
                      <a:cubicBezTo>
                        <a:pt x="143676" y="53014"/>
                        <a:pt x="139310" y="60951"/>
                        <a:pt x="138120" y="70476"/>
                      </a:cubicBezTo>
                      <a:cubicBezTo>
                        <a:pt x="136930" y="80001"/>
                        <a:pt x="137724" y="98655"/>
                        <a:pt x="133358" y="103814"/>
                      </a:cubicBezTo>
                      <a:cubicBezTo>
                        <a:pt x="128992" y="108973"/>
                        <a:pt x="122642" y="103813"/>
                        <a:pt x="111926" y="101432"/>
                      </a:cubicBezTo>
                      <a:cubicBezTo>
                        <a:pt x="101210" y="99051"/>
                        <a:pt x="84939" y="91114"/>
                        <a:pt x="69064" y="89526"/>
                      </a:cubicBezTo>
                      <a:cubicBezTo>
                        <a:pt x="53189" y="87939"/>
                        <a:pt x="16676" y="91907"/>
                        <a:pt x="16676" y="91907"/>
                      </a:cubicBezTo>
                      <a:cubicBezTo>
                        <a:pt x="6357" y="93495"/>
                        <a:pt x="7151" y="99051"/>
                        <a:pt x="7151" y="99051"/>
                      </a:cubicBezTo>
                      <a:cubicBezTo>
                        <a:pt x="4373" y="98257"/>
                        <a:pt x="405" y="96273"/>
                        <a:pt x="8" y="87145"/>
                      </a:cubicBezTo>
                      <a:cubicBezTo>
                        <a:pt x="-389" y="78017"/>
                        <a:pt x="13502" y="19279"/>
                        <a:pt x="28583" y="6182"/>
                      </a:cubicBezTo>
                      <a:close/>
                    </a:path>
                  </a:pathLst>
                </a:custGeom>
                <a:solidFill>
                  <a:srgbClr val="ECECE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50" name="Group 1349">
                  <a:extLst>
                    <a:ext uri="{FF2B5EF4-FFF2-40B4-BE49-F238E27FC236}">
                      <a16:creationId xmlns:a16="http://schemas.microsoft.com/office/drawing/2014/main" id="{299335DA-4488-6131-F8DD-3FB520DF0FA1}"/>
                    </a:ext>
                  </a:extLst>
                </p:cNvPr>
                <p:cNvGrpSpPr/>
                <p:nvPr/>
              </p:nvGrpSpPr>
              <p:grpSpPr>
                <a:xfrm>
                  <a:off x="1560031" y="3986709"/>
                  <a:ext cx="365186" cy="246698"/>
                  <a:chOff x="1560031" y="3986709"/>
                  <a:chExt cx="365186" cy="246698"/>
                </a:xfrm>
              </p:grpSpPr>
              <p:sp>
                <p:nvSpPr>
                  <p:cNvPr id="42" name="Freeform: Shape 41">
                    <a:extLst>
                      <a:ext uri="{FF2B5EF4-FFF2-40B4-BE49-F238E27FC236}">
                        <a16:creationId xmlns:a16="http://schemas.microsoft.com/office/drawing/2014/main" id="{82CFE1E2-C55D-A2F6-F082-1A815DF76E6B}"/>
                      </a:ext>
                    </a:extLst>
                  </p:cNvPr>
                  <p:cNvSpPr/>
                  <p:nvPr/>
                </p:nvSpPr>
                <p:spPr>
                  <a:xfrm>
                    <a:off x="1560031" y="3986709"/>
                    <a:ext cx="365186" cy="246698"/>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14200 h 112680"/>
                      <a:gd name="connsiteX1" fmla="*/ 90495 w 141636"/>
                      <a:gd name="connsiteY1" fmla="*/ 2295 h 112680"/>
                      <a:gd name="connsiteX2" fmla="*/ 119070 w 141636"/>
                      <a:gd name="connsiteY2" fmla="*/ 40394 h 112680"/>
                      <a:gd name="connsiteX3" fmla="*/ 140501 w 141636"/>
                      <a:gd name="connsiteY3" fmla="*/ 54682 h 112680"/>
                      <a:gd name="connsiteX4" fmla="*/ 138120 w 141636"/>
                      <a:gd name="connsiteY4" fmla="*/ 78494 h 112680"/>
                      <a:gd name="connsiteX5" fmla="*/ 133358 w 141636"/>
                      <a:gd name="connsiteY5" fmla="*/ 111832 h 112680"/>
                      <a:gd name="connsiteX6" fmla="*/ 111926 w 141636"/>
                      <a:gd name="connsiteY6" fmla="*/ 102307 h 112680"/>
                      <a:gd name="connsiteX7" fmla="*/ 69064 w 141636"/>
                      <a:gd name="connsiteY7" fmla="*/ 97544 h 112680"/>
                      <a:gd name="connsiteX8" fmla="*/ 16676 w 141636"/>
                      <a:gd name="connsiteY8" fmla="*/ 99925 h 112680"/>
                      <a:gd name="connsiteX9" fmla="*/ 7151 w 141636"/>
                      <a:gd name="connsiteY9" fmla="*/ 107069 h 112680"/>
                      <a:gd name="connsiteX10" fmla="*/ 8 w 141636"/>
                      <a:gd name="connsiteY10" fmla="*/ 95163 h 112680"/>
                      <a:gd name="connsiteX11" fmla="*/ 28583 w 141636"/>
                      <a:gd name="connsiteY11" fmla="*/ 14200 h 112680"/>
                      <a:gd name="connsiteX0" fmla="*/ 28583 w 141104"/>
                      <a:gd name="connsiteY0" fmla="*/ 12262 h 110742"/>
                      <a:gd name="connsiteX1" fmla="*/ 90495 w 141104"/>
                      <a:gd name="connsiteY1" fmla="*/ 357 h 110742"/>
                      <a:gd name="connsiteX2" fmla="*/ 135739 w 141104"/>
                      <a:gd name="connsiteY2" fmla="*/ 12262 h 110742"/>
                      <a:gd name="connsiteX3" fmla="*/ 140501 w 141104"/>
                      <a:gd name="connsiteY3" fmla="*/ 52744 h 110742"/>
                      <a:gd name="connsiteX4" fmla="*/ 138120 w 141104"/>
                      <a:gd name="connsiteY4" fmla="*/ 76556 h 110742"/>
                      <a:gd name="connsiteX5" fmla="*/ 133358 w 141104"/>
                      <a:gd name="connsiteY5" fmla="*/ 109894 h 110742"/>
                      <a:gd name="connsiteX6" fmla="*/ 111926 w 141104"/>
                      <a:gd name="connsiteY6" fmla="*/ 100369 h 110742"/>
                      <a:gd name="connsiteX7" fmla="*/ 69064 w 141104"/>
                      <a:gd name="connsiteY7" fmla="*/ 95606 h 110742"/>
                      <a:gd name="connsiteX8" fmla="*/ 16676 w 141104"/>
                      <a:gd name="connsiteY8" fmla="*/ 97987 h 110742"/>
                      <a:gd name="connsiteX9" fmla="*/ 7151 w 141104"/>
                      <a:gd name="connsiteY9" fmla="*/ 105131 h 110742"/>
                      <a:gd name="connsiteX10" fmla="*/ 8 w 141104"/>
                      <a:gd name="connsiteY10" fmla="*/ 93225 h 110742"/>
                      <a:gd name="connsiteX11" fmla="*/ 28583 w 141104"/>
                      <a:gd name="connsiteY11" fmla="*/ 12262 h 110742"/>
                      <a:gd name="connsiteX0" fmla="*/ 28583 w 188128"/>
                      <a:gd name="connsiteY0" fmla="*/ 12262 h 110742"/>
                      <a:gd name="connsiteX1" fmla="*/ 90495 w 188128"/>
                      <a:gd name="connsiteY1" fmla="*/ 357 h 110742"/>
                      <a:gd name="connsiteX2" fmla="*/ 135739 w 188128"/>
                      <a:gd name="connsiteY2" fmla="*/ 12262 h 110742"/>
                      <a:gd name="connsiteX3" fmla="*/ 188126 w 188128"/>
                      <a:gd name="connsiteY3" fmla="*/ 59888 h 110742"/>
                      <a:gd name="connsiteX4" fmla="*/ 138120 w 188128"/>
                      <a:gd name="connsiteY4" fmla="*/ 76556 h 110742"/>
                      <a:gd name="connsiteX5" fmla="*/ 133358 w 188128"/>
                      <a:gd name="connsiteY5" fmla="*/ 109894 h 110742"/>
                      <a:gd name="connsiteX6" fmla="*/ 111926 w 188128"/>
                      <a:gd name="connsiteY6" fmla="*/ 100369 h 110742"/>
                      <a:gd name="connsiteX7" fmla="*/ 69064 w 188128"/>
                      <a:gd name="connsiteY7" fmla="*/ 95606 h 110742"/>
                      <a:gd name="connsiteX8" fmla="*/ 16676 w 188128"/>
                      <a:gd name="connsiteY8" fmla="*/ 97987 h 110742"/>
                      <a:gd name="connsiteX9" fmla="*/ 7151 w 188128"/>
                      <a:gd name="connsiteY9" fmla="*/ 105131 h 110742"/>
                      <a:gd name="connsiteX10" fmla="*/ 8 w 188128"/>
                      <a:gd name="connsiteY10" fmla="*/ 93225 h 110742"/>
                      <a:gd name="connsiteX11" fmla="*/ 28583 w 188128"/>
                      <a:gd name="connsiteY11" fmla="*/ 12262 h 110742"/>
                      <a:gd name="connsiteX0" fmla="*/ 28583 w 188865"/>
                      <a:gd name="connsiteY0" fmla="*/ 12262 h 112326"/>
                      <a:gd name="connsiteX1" fmla="*/ 90495 w 188865"/>
                      <a:gd name="connsiteY1" fmla="*/ 357 h 112326"/>
                      <a:gd name="connsiteX2" fmla="*/ 135739 w 188865"/>
                      <a:gd name="connsiteY2" fmla="*/ 12262 h 112326"/>
                      <a:gd name="connsiteX3" fmla="*/ 188126 w 188865"/>
                      <a:gd name="connsiteY3" fmla="*/ 59888 h 112326"/>
                      <a:gd name="connsiteX4" fmla="*/ 164314 w 188865"/>
                      <a:gd name="connsiteY4" fmla="*/ 107512 h 112326"/>
                      <a:gd name="connsiteX5" fmla="*/ 133358 w 188865"/>
                      <a:gd name="connsiteY5" fmla="*/ 109894 h 112326"/>
                      <a:gd name="connsiteX6" fmla="*/ 111926 w 188865"/>
                      <a:gd name="connsiteY6" fmla="*/ 100369 h 112326"/>
                      <a:gd name="connsiteX7" fmla="*/ 69064 w 188865"/>
                      <a:gd name="connsiteY7" fmla="*/ 95606 h 112326"/>
                      <a:gd name="connsiteX8" fmla="*/ 16676 w 188865"/>
                      <a:gd name="connsiteY8" fmla="*/ 97987 h 112326"/>
                      <a:gd name="connsiteX9" fmla="*/ 7151 w 188865"/>
                      <a:gd name="connsiteY9" fmla="*/ 105131 h 112326"/>
                      <a:gd name="connsiteX10" fmla="*/ 8 w 188865"/>
                      <a:gd name="connsiteY10" fmla="*/ 93225 h 112326"/>
                      <a:gd name="connsiteX11" fmla="*/ 28583 w 188865"/>
                      <a:gd name="connsiteY11" fmla="*/ 12262 h 112326"/>
                      <a:gd name="connsiteX0" fmla="*/ 28583 w 188865"/>
                      <a:gd name="connsiteY0" fmla="*/ 12262 h 112823"/>
                      <a:gd name="connsiteX1" fmla="*/ 90495 w 188865"/>
                      <a:gd name="connsiteY1" fmla="*/ 357 h 112823"/>
                      <a:gd name="connsiteX2" fmla="*/ 135739 w 188865"/>
                      <a:gd name="connsiteY2" fmla="*/ 12262 h 112823"/>
                      <a:gd name="connsiteX3" fmla="*/ 188126 w 188865"/>
                      <a:gd name="connsiteY3" fmla="*/ 52744 h 112823"/>
                      <a:gd name="connsiteX4" fmla="*/ 164314 w 188865"/>
                      <a:gd name="connsiteY4" fmla="*/ 107512 h 112823"/>
                      <a:gd name="connsiteX5" fmla="*/ 133358 w 188865"/>
                      <a:gd name="connsiteY5" fmla="*/ 109894 h 112823"/>
                      <a:gd name="connsiteX6" fmla="*/ 111926 w 188865"/>
                      <a:gd name="connsiteY6" fmla="*/ 100369 h 112823"/>
                      <a:gd name="connsiteX7" fmla="*/ 69064 w 188865"/>
                      <a:gd name="connsiteY7" fmla="*/ 95606 h 112823"/>
                      <a:gd name="connsiteX8" fmla="*/ 16676 w 188865"/>
                      <a:gd name="connsiteY8" fmla="*/ 97987 h 112823"/>
                      <a:gd name="connsiteX9" fmla="*/ 7151 w 188865"/>
                      <a:gd name="connsiteY9" fmla="*/ 105131 h 112823"/>
                      <a:gd name="connsiteX10" fmla="*/ 8 w 188865"/>
                      <a:gd name="connsiteY10" fmla="*/ 93225 h 112823"/>
                      <a:gd name="connsiteX11" fmla="*/ 28583 w 188865"/>
                      <a:gd name="connsiteY11" fmla="*/ 12262 h 112823"/>
                      <a:gd name="connsiteX0" fmla="*/ 28583 w 188865"/>
                      <a:gd name="connsiteY0" fmla="*/ 12262 h 112823"/>
                      <a:gd name="connsiteX1" fmla="*/ 90495 w 188865"/>
                      <a:gd name="connsiteY1" fmla="*/ 357 h 112823"/>
                      <a:gd name="connsiteX2" fmla="*/ 135739 w 188865"/>
                      <a:gd name="connsiteY2" fmla="*/ 12262 h 112823"/>
                      <a:gd name="connsiteX3" fmla="*/ 188126 w 188865"/>
                      <a:gd name="connsiteY3" fmla="*/ 52744 h 112823"/>
                      <a:gd name="connsiteX4" fmla="*/ 164314 w 188865"/>
                      <a:gd name="connsiteY4" fmla="*/ 107512 h 112823"/>
                      <a:gd name="connsiteX5" fmla="*/ 133358 w 188865"/>
                      <a:gd name="connsiteY5" fmla="*/ 109894 h 112823"/>
                      <a:gd name="connsiteX6" fmla="*/ 111926 w 188865"/>
                      <a:gd name="connsiteY6" fmla="*/ 100369 h 112823"/>
                      <a:gd name="connsiteX7" fmla="*/ 69064 w 188865"/>
                      <a:gd name="connsiteY7" fmla="*/ 95606 h 112823"/>
                      <a:gd name="connsiteX8" fmla="*/ 16676 w 188865"/>
                      <a:gd name="connsiteY8" fmla="*/ 97987 h 112823"/>
                      <a:gd name="connsiteX9" fmla="*/ 30964 w 188865"/>
                      <a:gd name="connsiteY9" fmla="*/ 107513 h 112823"/>
                      <a:gd name="connsiteX10" fmla="*/ 8 w 188865"/>
                      <a:gd name="connsiteY10" fmla="*/ 93225 h 112823"/>
                      <a:gd name="connsiteX11" fmla="*/ 28583 w 188865"/>
                      <a:gd name="connsiteY11" fmla="*/ 12262 h 112823"/>
                      <a:gd name="connsiteX0" fmla="*/ 14333 w 174615"/>
                      <a:gd name="connsiteY0" fmla="*/ 11905 h 112466"/>
                      <a:gd name="connsiteX1" fmla="*/ 76245 w 174615"/>
                      <a:gd name="connsiteY1" fmla="*/ 0 h 112466"/>
                      <a:gd name="connsiteX2" fmla="*/ 121489 w 174615"/>
                      <a:gd name="connsiteY2" fmla="*/ 11905 h 112466"/>
                      <a:gd name="connsiteX3" fmla="*/ 173876 w 174615"/>
                      <a:gd name="connsiteY3" fmla="*/ 52387 h 112466"/>
                      <a:gd name="connsiteX4" fmla="*/ 150064 w 174615"/>
                      <a:gd name="connsiteY4" fmla="*/ 107155 h 112466"/>
                      <a:gd name="connsiteX5" fmla="*/ 119108 w 174615"/>
                      <a:gd name="connsiteY5" fmla="*/ 109537 h 112466"/>
                      <a:gd name="connsiteX6" fmla="*/ 97676 w 174615"/>
                      <a:gd name="connsiteY6" fmla="*/ 100012 h 112466"/>
                      <a:gd name="connsiteX7" fmla="*/ 54814 w 174615"/>
                      <a:gd name="connsiteY7" fmla="*/ 95249 h 112466"/>
                      <a:gd name="connsiteX8" fmla="*/ 2426 w 174615"/>
                      <a:gd name="connsiteY8" fmla="*/ 97630 h 112466"/>
                      <a:gd name="connsiteX9" fmla="*/ 16714 w 174615"/>
                      <a:gd name="connsiteY9" fmla="*/ 107156 h 112466"/>
                      <a:gd name="connsiteX10" fmla="*/ 46 w 174615"/>
                      <a:gd name="connsiteY10" fmla="*/ 64293 h 112466"/>
                      <a:gd name="connsiteX11" fmla="*/ 14333 w 174615"/>
                      <a:gd name="connsiteY11" fmla="*/ 11905 h 112466"/>
                      <a:gd name="connsiteX0" fmla="*/ 14333 w 174615"/>
                      <a:gd name="connsiteY0" fmla="*/ 11905 h 112466"/>
                      <a:gd name="connsiteX1" fmla="*/ 76245 w 174615"/>
                      <a:gd name="connsiteY1" fmla="*/ 0 h 112466"/>
                      <a:gd name="connsiteX2" fmla="*/ 121489 w 174615"/>
                      <a:gd name="connsiteY2" fmla="*/ 11905 h 112466"/>
                      <a:gd name="connsiteX3" fmla="*/ 173876 w 174615"/>
                      <a:gd name="connsiteY3" fmla="*/ 52387 h 112466"/>
                      <a:gd name="connsiteX4" fmla="*/ 150064 w 174615"/>
                      <a:gd name="connsiteY4" fmla="*/ 107155 h 112466"/>
                      <a:gd name="connsiteX5" fmla="*/ 119108 w 174615"/>
                      <a:gd name="connsiteY5" fmla="*/ 109537 h 112466"/>
                      <a:gd name="connsiteX6" fmla="*/ 97676 w 174615"/>
                      <a:gd name="connsiteY6" fmla="*/ 100012 h 112466"/>
                      <a:gd name="connsiteX7" fmla="*/ 61958 w 174615"/>
                      <a:gd name="connsiteY7" fmla="*/ 95249 h 112466"/>
                      <a:gd name="connsiteX8" fmla="*/ 2426 w 174615"/>
                      <a:gd name="connsiteY8" fmla="*/ 97630 h 112466"/>
                      <a:gd name="connsiteX9" fmla="*/ 16714 w 174615"/>
                      <a:gd name="connsiteY9" fmla="*/ 107156 h 112466"/>
                      <a:gd name="connsiteX10" fmla="*/ 46 w 174615"/>
                      <a:gd name="connsiteY10" fmla="*/ 64293 h 112466"/>
                      <a:gd name="connsiteX11" fmla="*/ 14333 w 174615"/>
                      <a:gd name="connsiteY11" fmla="*/ 11905 h 112466"/>
                      <a:gd name="connsiteX0" fmla="*/ 13492 w 173774"/>
                      <a:gd name="connsiteY0" fmla="*/ 11905 h 112466"/>
                      <a:gd name="connsiteX1" fmla="*/ 75404 w 173774"/>
                      <a:gd name="connsiteY1" fmla="*/ 0 h 112466"/>
                      <a:gd name="connsiteX2" fmla="*/ 120648 w 173774"/>
                      <a:gd name="connsiteY2" fmla="*/ 11905 h 112466"/>
                      <a:gd name="connsiteX3" fmla="*/ 173035 w 173774"/>
                      <a:gd name="connsiteY3" fmla="*/ 52387 h 112466"/>
                      <a:gd name="connsiteX4" fmla="*/ 149223 w 173774"/>
                      <a:gd name="connsiteY4" fmla="*/ 107155 h 112466"/>
                      <a:gd name="connsiteX5" fmla="*/ 118267 w 173774"/>
                      <a:gd name="connsiteY5" fmla="*/ 109537 h 112466"/>
                      <a:gd name="connsiteX6" fmla="*/ 96835 w 173774"/>
                      <a:gd name="connsiteY6" fmla="*/ 100012 h 112466"/>
                      <a:gd name="connsiteX7" fmla="*/ 61117 w 173774"/>
                      <a:gd name="connsiteY7" fmla="*/ 95249 h 112466"/>
                      <a:gd name="connsiteX8" fmla="*/ 1585 w 173774"/>
                      <a:gd name="connsiteY8" fmla="*/ 97630 h 112466"/>
                      <a:gd name="connsiteX9" fmla="*/ 15873 w 173774"/>
                      <a:gd name="connsiteY9" fmla="*/ 107156 h 112466"/>
                      <a:gd name="connsiteX10" fmla="*/ 6348 w 173774"/>
                      <a:gd name="connsiteY10" fmla="*/ 64293 h 112466"/>
                      <a:gd name="connsiteX11" fmla="*/ 13492 w 173774"/>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8106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5481 w 175763"/>
                      <a:gd name="connsiteY0" fmla="*/ 11905 h 112466"/>
                      <a:gd name="connsiteX1" fmla="*/ 77393 w 175763"/>
                      <a:gd name="connsiteY1" fmla="*/ 0 h 112466"/>
                      <a:gd name="connsiteX2" fmla="*/ 122637 w 175763"/>
                      <a:gd name="connsiteY2" fmla="*/ 11905 h 112466"/>
                      <a:gd name="connsiteX3" fmla="*/ 175024 w 175763"/>
                      <a:gd name="connsiteY3" fmla="*/ 52387 h 112466"/>
                      <a:gd name="connsiteX4" fmla="*/ 151212 w 175763"/>
                      <a:gd name="connsiteY4" fmla="*/ 107155 h 112466"/>
                      <a:gd name="connsiteX5" fmla="*/ 120256 w 175763"/>
                      <a:gd name="connsiteY5" fmla="*/ 109537 h 112466"/>
                      <a:gd name="connsiteX6" fmla="*/ 98824 w 175763"/>
                      <a:gd name="connsiteY6" fmla="*/ 100012 h 112466"/>
                      <a:gd name="connsiteX7" fmla="*/ 65487 w 175763"/>
                      <a:gd name="connsiteY7" fmla="*/ 88106 h 112466"/>
                      <a:gd name="connsiteX8" fmla="*/ 3574 w 175763"/>
                      <a:gd name="connsiteY8" fmla="*/ 97630 h 112466"/>
                      <a:gd name="connsiteX9" fmla="*/ 8337 w 175763"/>
                      <a:gd name="connsiteY9" fmla="*/ 64293 h 112466"/>
                      <a:gd name="connsiteX10" fmla="*/ 15481 w 175763"/>
                      <a:gd name="connsiteY10" fmla="*/ 11905 h 112466"/>
                      <a:gd name="connsiteX0" fmla="*/ 15481 w 175763"/>
                      <a:gd name="connsiteY0" fmla="*/ 11905 h 112466"/>
                      <a:gd name="connsiteX1" fmla="*/ 77393 w 175763"/>
                      <a:gd name="connsiteY1" fmla="*/ 0 h 112466"/>
                      <a:gd name="connsiteX2" fmla="*/ 122637 w 175763"/>
                      <a:gd name="connsiteY2" fmla="*/ 11905 h 112466"/>
                      <a:gd name="connsiteX3" fmla="*/ 175024 w 175763"/>
                      <a:gd name="connsiteY3" fmla="*/ 52387 h 112466"/>
                      <a:gd name="connsiteX4" fmla="*/ 151212 w 175763"/>
                      <a:gd name="connsiteY4" fmla="*/ 107155 h 112466"/>
                      <a:gd name="connsiteX5" fmla="*/ 120256 w 175763"/>
                      <a:gd name="connsiteY5" fmla="*/ 109537 h 112466"/>
                      <a:gd name="connsiteX6" fmla="*/ 98824 w 175763"/>
                      <a:gd name="connsiteY6" fmla="*/ 100012 h 112466"/>
                      <a:gd name="connsiteX7" fmla="*/ 65487 w 175763"/>
                      <a:gd name="connsiteY7" fmla="*/ 88106 h 112466"/>
                      <a:gd name="connsiteX8" fmla="*/ 3574 w 175763"/>
                      <a:gd name="connsiteY8" fmla="*/ 97630 h 112466"/>
                      <a:gd name="connsiteX9" fmla="*/ 8337 w 175763"/>
                      <a:gd name="connsiteY9" fmla="*/ 64293 h 112466"/>
                      <a:gd name="connsiteX10" fmla="*/ 15481 w 175763"/>
                      <a:gd name="connsiteY10" fmla="*/ 11905 h 112466"/>
                      <a:gd name="connsiteX0" fmla="*/ 7957 w 168239"/>
                      <a:gd name="connsiteY0" fmla="*/ 11905 h 112466"/>
                      <a:gd name="connsiteX1" fmla="*/ 69869 w 168239"/>
                      <a:gd name="connsiteY1" fmla="*/ 0 h 112466"/>
                      <a:gd name="connsiteX2" fmla="*/ 115113 w 168239"/>
                      <a:gd name="connsiteY2" fmla="*/ 11905 h 112466"/>
                      <a:gd name="connsiteX3" fmla="*/ 167500 w 168239"/>
                      <a:gd name="connsiteY3" fmla="*/ 52387 h 112466"/>
                      <a:gd name="connsiteX4" fmla="*/ 143688 w 168239"/>
                      <a:gd name="connsiteY4" fmla="*/ 107155 h 112466"/>
                      <a:gd name="connsiteX5" fmla="*/ 112732 w 168239"/>
                      <a:gd name="connsiteY5" fmla="*/ 109537 h 112466"/>
                      <a:gd name="connsiteX6" fmla="*/ 91300 w 168239"/>
                      <a:gd name="connsiteY6" fmla="*/ 100012 h 112466"/>
                      <a:gd name="connsiteX7" fmla="*/ 57963 w 168239"/>
                      <a:gd name="connsiteY7" fmla="*/ 88106 h 112466"/>
                      <a:gd name="connsiteX8" fmla="*/ 7956 w 168239"/>
                      <a:gd name="connsiteY8" fmla="*/ 97630 h 112466"/>
                      <a:gd name="connsiteX9" fmla="*/ 813 w 168239"/>
                      <a:gd name="connsiteY9" fmla="*/ 64293 h 112466"/>
                      <a:gd name="connsiteX10" fmla="*/ 7957 w 168239"/>
                      <a:gd name="connsiteY10" fmla="*/ 11905 h 11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239" h="112466">
                        <a:moveTo>
                          <a:pt x="7957" y="11905"/>
                        </a:moveTo>
                        <a:cubicBezTo>
                          <a:pt x="19466" y="1190"/>
                          <a:pt x="52010" y="0"/>
                          <a:pt x="69869" y="0"/>
                        </a:cubicBezTo>
                        <a:cubicBezTo>
                          <a:pt x="87728" y="0"/>
                          <a:pt x="98841" y="3174"/>
                          <a:pt x="115113" y="11905"/>
                        </a:cubicBezTo>
                        <a:cubicBezTo>
                          <a:pt x="131385" y="20636"/>
                          <a:pt x="162738" y="36512"/>
                          <a:pt x="167500" y="52387"/>
                        </a:cubicBezTo>
                        <a:cubicBezTo>
                          <a:pt x="172262" y="68262"/>
                          <a:pt x="152816" y="97630"/>
                          <a:pt x="143688" y="107155"/>
                        </a:cubicBezTo>
                        <a:cubicBezTo>
                          <a:pt x="134560" y="116680"/>
                          <a:pt x="121463" y="110727"/>
                          <a:pt x="112732" y="109537"/>
                        </a:cubicBezTo>
                        <a:cubicBezTo>
                          <a:pt x="104001" y="108347"/>
                          <a:pt x="100428" y="103584"/>
                          <a:pt x="91300" y="100012"/>
                        </a:cubicBezTo>
                        <a:cubicBezTo>
                          <a:pt x="82172" y="96440"/>
                          <a:pt x="71854" y="88503"/>
                          <a:pt x="57963" y="88106"/>
                        </a:cubicBezTo>
                        <a:cubicBezTo>
                          <a:pt x="44072" y="87709"/>
                          <a:pt x="17481" y="101599"/>
                          <a:pt x="7956" y="97630"/>
                        </a:cubicBezTo>
                        <a:cubicBezTo>
                          <a:pt x="-1569" y="93661"/>
                          <a:pt x="813" y="78580"/>
                          <a:pt x="813" y="64293"/>
                        </a:cubicBezTo>
                        <a:cubicBezTo>
                          <a:pt x="813" y="50006"/>
                          <a:pt x="-3552" y="22620"/>
                          <a:pt x="7957" y="11905"/>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Freeform: Shape 1343">
                    <a:extLst>
                      <a:ext uri="{FF2B5EF4-FFF2-40B4-BE49-F238E27FC236}">
                        <a16:creationId xmlns:a16="http://schemas.microsoft.com/office/drawing/2014/main" id="{A7AD1F55-B60D-701F-267A-0F57424C81CE}"/>
                      </a:ext>
                    </a:extLst>
                  </p:cNvPr>
                  <p:cNvSpPr/>
                  <p:nvPr/>
                </p:nvSpPr>
                <p:spPr>
                  <a:xfrm>
                    <a:off x="1593031" y="4012405"/>
                    <a:ext cx="267588" cy="126179"/>
                  </a:xfrm>
                  <a:custGeom>
                    <a:avLst/>
                    <a:gdLst>
                      <a:gd name="connsiteX0" fmla="*/ 0 w 123276"/>
                      <a:gd name="connsiteY0" fmla="*/ 2520 h 45655"/>
                      <a:gd name="connsiteX1" fmla="*/ 57150 w 123276"/>
                      <a:gd name="connsiteY1" fmla="*/ 2520 h 45655"/>
                      <a:gd name="connsiteX2" fmla="*/ 50007 w 123276"/>
                      <a:gd name="connsiteY2" fmla="*/ 28714 h 45655"/>
                      <a:gd name="connsiteX3" fmla="*/ 61913 w 123276"/>
                      <a:gd name="connsiteY3" fmla="*/ 31095 h 45655"/>
                      <a:gd name="connsiteX4" fmla="*/ 61913 w 123276"/>
                      <a:gd name="connsiteY4" fmla="*/ 45382 h 45655"/>
                      <a:gd name="connsiteX5" fmla="*/ 61913 w 123276"/>
                      <a:gd name="connsiteY5" fmla="*/ 16807 h 45655"/>
                      <a:gd name="connsiteX6" fmla="*/ 85725 w 123276"/>
                      <a:gd name="connsiteY6" fmla="*/ 12045 h 45655"/>
                      <a:gd name="connsiteX7" fmla="*/ 102394 w 123276"/>
                      <a:gd name="connsiteY7" fmla="*/ 14426 h 45655"/>
                      <a:gd name="connsiteX8" fmla="*/ 121444 w 123276"/>
                      <a:gd name="connsiteY8" fmla="*/ 26332 h 45655"/>
                      <a:gd name="connsiteX9" fmla="*/ 121444 w 123276"/>
                      <a:gd name="connsiteY9" fmla="*/ 35857 h 45655"/>
                      <a:gd name="connsiteX0" fmla="*/ 0 w 123276"/>
                      <a:gd name="connsiteY0" fmla="*/ 2688 h 45922"/>
                      <a:gd name="connsiteX1" fmla="*/ 57150 w 123276"/>
                      <a:gd name="connsiteY1" fmla="*/ 2688 h 45922"/>
                      <a:gd name="connsiteX2" fmla="*/ 61913 w 123276"/>
                      <a:gd name="connsiteY2" fmla="*/ 31263 h 45922"/>
                      <a:gd name="connsiteX3" fmla="*/ 61913 w 123276"/>
                      <a:gd name="connsiteY3" fmla="*/ 45550 h 45922"/>
                      <a:gd name="connsiteX4" fmla="*/ 61913 w 123276"/>
                      <a:gd name="connsiteY4" fmla="*/ 16975 h 45922"/>
                      <a:gd name="connsiteX5" fmla="*/ 85725 w 123276"/>
                      <a:gd name="connsiteY5" fmla="*/ 12213 h 45922"/>
                      <a:gd name="connsiteX6" fmla="*/ 102394 w 123276"/>
                      <a:gd name="connsiteY6" fmla="*/ 14594 h 45922"/>
                      <a:gd name="connsiteX7" fmla="*/ 121444 w 123276"/>
                      <a:gd name="connsiteY7" fmla="*/ 26500 h 45922"/>
                      <a:gd name="connsiteX8" fmla="*/ 121444 w 123276"/>
                      <a:gd name="connsiteY8" fmla="*/ 36025 h 45922"/>
                      <a:gd name="connsiteX0" fmla="*/ 0 w 123276"/>
                      <a:gd name="connsiteY0" fmla="*/ 14289 h 57523"/>
                      <a:gd name="connsiteX1" fmla="*/ 23813 w 123276"/>
                      <a:gd name="connsiteY1" fmla="*/ 0 h 57523"/>
                      <a:gd name="connsiteX2" fmla="*/ 57150 w 123276"/>
                      <a:gd name="connsiteY2" fmla="*/ 14289 h 57523"/>
                      <a:gd name="connsiteX3" fmla="*/ 61913 w 123276"/>
                      <a:gd name="connsiteY3" fmla="*/ 42864 h 57523"/>
                      <a:gd name="connsiteX4" fmla="*/ 61913 w 123276"/>
                      <a:gd name="connsiteY4" fmla="*/ 57151 h 57523"/>
                      <a:gd name="connsiteX5" fmla="*/ 61913 w 123276"/>
                      <a:gd name="connsiteY5" fmla="*/ 28576 h 57523"/>
                      <a:gd name="connsiteX6" fmla="*/ 85725 w 123276"/>
                      <a:gd name="connsiteY6" fmla="*/ 23814 h 57523"/>
                      <a:gd name="connsiteX7" fmla="*/ 102394 w 123276"/>
                      <a:gd name="connsiteY7" fmla="*/ 26195 h 57523"/>
                      <a:gd name="connsiteX8" fmla="*/ 121444 w 123276"/>
                      <a:gd name="connsiteY8" fmla="*/ 38101 h 57523"/>
                      <a:gd name="connsiteX9" fmla="*/ 121444 w 123276"/>
                      <a:gd name="connsiteY9" fmla="*/ 47626 h 57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276" h="57523">
                        <a:moveTo>
                          <a:pt x="0" y="14289"/>
                        </a:moveTo>
                        <a:cubicBezTo>
                          <a:pt x="3969" y="14289"/>
                          <a:pt x="14288" y="0"/>
                          <a:pt x="23813" y="0"/>
                        </a:cubicBezTo>
                        <a:cubicBezTo>
                          <a:pt x="33338" y="0"/>
                          <a:pt x="50800" y="7145"/>
                          <a:pt x="57150" y="14289"/>
                        </a:cubicBezTo>
                        <a:cubicBezTo>
                          <a:pt x="63500" y="21433"/>
                          <a:pt x="61119" y="35720"/>
                          <a:pt x="61913" y="42864"/>
                        </a:cubicBezTo>
                        <a:cubicBezTo>
                          <a:pt x="62707" y="50008"/>
                          <a:pt x="61913" y="59532"/>
                          <a:pt x="61913" y="57151"/>
                        </a:cubicBezTo>
                        <a:cubicBezTo>
                          <a:pt x="61913" y="54770"/>
                          <a:pt x="57944" y="34132"/>
                          <a:pt x="61913" y="28576"/>
                        </a:cubicBezTo>
                        <a:cubicBezTo>
                          <a:pt x="65882" y="23020"/>
                          <a:pt x="78978" y="24211"/>
                          <a:pt x="85725" y="23814"/>
                        </a:cubicBezTo>
                        <a:cubicBezTo>
                          <a:pt x="92472" y="23417"/>
                          <a:pt x="96441" y="23814"/>
                          <a:pt x="102394" y="26195"/>
                        </a:cubicBezTo>
                        <a:cubicBezTo>
                          <a:pt x="108347" y="28576"/>
                          <a:pt x="121444" y="38101"/>
                          <a:pt x="121444" y="38101"/>
                        </a:cubicBezTo>
                        <a:cubicBezTo>
                          <a:pt x="124619" y="41673"/>
                          <a:pt x="123031" y="44649"/>
                          <a:pt x="121444" y="47626"/>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Freeform: Shape 1344">
                    <a:extLst>
                      <a:ext uri="{FF2B5EF4-FFF2-40B4-BE49-F238E27FC236}">
                        <a16:creationId xmlns:a16="http://schemas.microsoft.com/office/drawing/2014/main" id="{31BD2636-9F3B-15AD-3D16-91D58982BA93}"/>
                      </a:ext>
                    </a:extLst>
                  </p:cNvPr>
                  <p:cNvSpPr/>
                  <p:nvPr/>
                </p:nvSpPr>
                <p:spPr>
                  <a:xfrm>
                    <a:off x="1688704" y="4005021"/>
                    <a:ext cx="136929" cy="56004"/>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82" h="25531">
                        <a:moveTo>
                          <a:pt x="189" y="2693"/>
                        </a:moveTo>
                        <a:cubicBezTo>
                          <a:pt x="2186" y="381"/>
                          <a:pt x="18333" y="-1345"/>
                          <a:pt x="28255" y="1433"/>
                        </a:cubicBezTo>
                        <a:cubicBezTo>
                          <a:pt x="36238" y="2088"/>
                          <a:pt x="44670" y="3273"/>
                          <a:pt x="50280" y="7709"/>
                        </a:cubicBezTo>
                        <a:cubicBezTo>
                          <a:pt x="55890" y="12145"/>
                          <a:pt x="63925" y="19905"/>
                          <a:pt x="63011" y="22619"/>
                        </a:cubicBezTo>
                        <a:cubicBezTo>
                          <a:pt x="62097" y="25333"/>
                          <a:pt x="52036" y="23945"/>
                          <a:pt x="44795" y="23993"/>
                        </a:cubicBezTo>
                        <a:cubicBezTo>
                          <a:pt x="37554" y="24041"/>
                          <a:pt x="26511" y="26527"/>
                          <a:pt x="21757" y="25080"/>
                        </a:cubicBezTo>
                        <a:cubicBezTo>
                          <a:pt x="17003" y="23633"/>
                          <a:pt x="19866" y="18858"/>
                          <a:pt x="16271" y="15308"/>
                        </a:cubicBezTo>
                        <a:cubicBezTo>
                          <a:pt x="12676" y="11758"/>
                          <a:pt x="-1808" y="5005"/>
                          <a:pt x="189" y="269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Freeform: Shape 1347">
                    <a:extLst>
                      <a:ext uri="{FF2B5EF4-FFF2-40B4-BE49-F238E27FC236}">
                        <a16:creationId xmlns:a16="http://schemas.microsoft.com/office/drawing/2014/main" id="{07A77230-D7A0-27AE-F786-4CF74986959C}"/>
                      </a:ext>
                    </a:extLst>
                  </p:cNvPr>
                  <p:cNvSpPr/>
                  <p:nvPr/>
                </p:nvSpPr>
                <p:spPr>
                  <a:xfrm>
                    <a:off x="1742624" y="4076018"/>
                    <a:ext cx="80054" cy="38466"/>
                  </a:xfrm>
                  <a:custGeom>
                    <a:avLst/>
                    <a:gdLst>
                      <a:gd name="connsiteX0" fmla="*/ 394 w 76945"/>
                      <a:gd name="connsiteY0" fmla="*/ 19291 h 35538"/>
                      <a:gd name="connsiteX1" fmla="*/ 48019 w 76945"/>
                      <a:gd name="connsiteY1" fmla="*/ 241 h 35538"/>
                      <a:gd name="connsiteX2" fmla="*/ 76594 w 76945"/>
                      <a:gd name="connsiteY2" fmla="*/ 33579 h 35538"/>
                      <a:gd name="connsiteX3" fmla="*/ 394 w 76945"/>
                      <a:gd name="connsiteY3" fmla="*/ 19291 h 35538"/>
                      <a:gd name="connsiteX0" fmla="*/ 3544 w 80054"/>
                      <a:gd name="connsiteY0" fmla="*/ 22211 h 38466"/>
                      <a:gd name="connsiteX1" fmla="*/ 16505 w 80054"/>
                      <a:gd name="connsiteY1" fmla="*/ 2568 h 38466"/>
                      <a:gd name="connsiteX2" fmla="*/ 51169 w 80054"/>
                      <a:gd name="connsiteY2" fmla="*/ 3161 h 38466"/>
                      <a:gd name="connsiteX3" fmla="*/ 79744 w 80054"/>
                      <a:gd name="connsiteY3" fmla="*/ 36499 h 38466"/>
                      <a:gd name="connsiteX4" fmla="*/ 3544 w 80054"/>
                      <a:gd name="connsiteY4" fmla="*/ 22211 h 38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54" h="38466">
                        <a:moveTo>
                          <a:pt x="3544" y="22211"/>
                        </a:moveTo>
                        <a:cubicBezTo>
                          <a:pt x="-6996" y="16556"/>
                          <a:pt x="8567" y="5743"/>
                          <a:pt x="16505" y="2568"/>
                        </a:cubicBezTo>
                        <a:cubicBezTo>
                          <a:pt x="24443" y="-607"/>
                          <a:pt x="41423" y="-1303"/>
                          <a:pt x="51169" y="3161"/>
                        </a:cubicBezTo>
                        <a:cubicBezTo>
                          <a:pt x="60915" y="7625"/>
                          <a:pt x="82919" y="28958"/>
                          <a:pt x="79744" y="36499"/>
                        </a:cubicBezTo>
                        <a:cubicBezTo>
                          <a:pt x="76569" y="44040"/>
                          <a:pt x="14084" y="27866"/>
                          <a:pt x="3544" y="222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9" name="Freeform: Shape 1348">
                    <a:extLst>
                      <a:ext uri="{FF2B5EF4-FFF2-40B4-BE49-F238E27FC236}">
                        <a16:creationId xmlns:a16="http://schemas.microsoft.com/office/drawing/2014/main" id="{52D361F3-E984-E9E6-F001-B8FB85297C4D}"/>
                      </a:ext>
                    </a:extLst>
                  </p:cNvPr>
                  <p:cNvSpPr/>
                  <p:nvPr/>
                </p:nvSpPr>
                <p:spPr>
                  <a:xfrm>
                    <a:off x="1591313" y="4021695"/>
                    <a:ext cx="112527" cy="57420"/>
                  </a:xfrm>
                  <a:custGeom>
                    <a:avLst/>
                    <a:gdLst>
                      <a:gd name="connsiteX0" fmla="*/ 394 w 76945"/>
                      <a:gd name="connsiteY0" fmla="*/ 19291 h 35538"/>
                      <a:gd name="connsiteX1" fmla="*/ 48019 w 76945"/>
                      <a:gd name="connsiteY1" fmla="*/ 241 h 35538"/>
                      <a:gd name="connsiteX2" fmla="*/ 76594 w 76945"/>
                      <a:gd name="connsiteY2" fmla="*/ 33579 h 35538"/>
                      <a:gd name="connsiteX3" fmla="*/ 394 w 76945"/>
                      <a:gd name="connsiteY3" fmla="*/ 19291 h 35538"/>
                      <a:gd name="connsiteX0" fmla="*/ 3544 w 80054"/>
                      <a:gd name="connsiteY0" fmla="*/ 22211 h 38466"/>
                      <a:gd name="connsiteX1" fmla="*/ 16505 w 80054"/>
                      <a:gd name="connsiteY1" fmla="*/ 2568 h 38466"/>
                      <a:gd name="connsiteX2" fmla="*/ 51169 w 80054"/>
                      <a:gd name="connsiteY2" fmla="*/ 3161 h 38466"/>
                      <a:gd name="connsiteX3" fmla="*/ 79744 w 80054"/>
                      <a:gd name="connsiteY3" fmla="*/ 36499 h 38466"/>
                      <a:gd name="connsiteX4" fmla="*/ 3544 w 80054"/>
                      <a:gd name="connsiteY4" fmla="*/ 22211 h 38466"/>
                      <a:gd name="connsiteX0" fmla="*/ 3544 w 81429"/>
                      <a:gd name="connsiteY0" fmla="*/ 29685 h 44978"/>
                      <a:gd name="connsiteX1" fmla="*/ 16505 w 81429"/>
                      <a:gd name="connsiteY1" fmla="*/ 10042 h 44978"/>
                      <a:gd name="connsiteX2" fmla="*/ 53550 w 81429"/>
                      <a:gd name="connsiteY2" fmla="*/ 1110 h 44978"/>
                      <a:gd name="connsiteX3" fmla="*/ 79744 w 81429"/>
                      <a:gd name="connsiteY3" fmla="*/ 43973 h 44978"/>
                      <a:gd name="connsiteX4" fmla="*/ 3544 w 81429"/>
                      <a:gd name="connsiteY4" fmla="*/ 29685 h 44978"/>
                      <a:gd name="connsiteX0" fmla="*/ 4374 w 93702"/>
                      <a:gd name="connsiteY0" fmla="*/ 29685 h 40517"/>
                      <a:gd name="connsiteX1" fmla="*/ 17335 w 93702"/>
                      <a:gd name="connsiteY1" fmla="*/ 10042 h 40517"/>
                      <a:gd name="connsiteX2" fmla="*/ 54380 w 93702"/>
                      <a:gd name="connsiteY2" fmla="*/ 1110 h 40517"/>
                      <a:gd name="connsiteX3" fmla="*/ 92481 w 93702"/>
                      <a:gd name="connsiteY3" fmla="*/ 39211 h 40517"/>
                      <a:gd name="connsiteX4" fmla="*/ 4374 w 93702"/>
                      <a:gd name="connsiteY4" fmla="*/ 29685 h 40517"/>
                      <a:gd name="connsiteX0" fmla="*/ 974 w 89193"/>
                      <a:gd name="connsiteY0" fmla="*/ 29685 h 39417"/>
                      <a:gd name="connsiteX1" fmla="*/ 13935 w 89193"/>
                      <a:gd name="connsiteY1" fmla="*/ 10042 h 39417"/>
                      <a:gd name="connsiteX2" fmla="*/ 50980 w 89193"/>
                      <a:gd name="connsiteY2" fmla="*/ 1110 h 39417"/>
                      <a:gd name="connsiteX3" fmla="*/ 89081 w 89193"/>
                      <a:gd name="connsiteY3" fmla="*/ 39211 h 39417"/>
                      <a:gd name="connsiteX4" fmla="*/ 37828 w 89193"/>
                      <a:gd name="connsiteY4" fmla="*/ 16906 h 39417"/>
                      <a:gd name="connsiteX5" fmla="*/ 974 w 89193"/>
                      <a:gd name="connsiteY5" fmla="*/ 29685 h 39417"/>
                      <a:gd name="connsiteX0" fmla="*/ 1405 w 89536"/>
                      <a:gd name="connsiteY0" fmla="*/ 29685 h 43078"/>
                      <a:gd name="connsiteX1" fmla="*/ 14366 w 89536"/>
                      <a:gd name="connsiteY1" fmla="*/ 10042 h 43078"/>
                      <a:gd name="connsiteX2" fmla="*/ 51411 w 89536"/>
                      <a:gd name="connsiteY2" fmla="*/ 1110 h 43078"/>
                      <a:gd name="connsiteX3" fmla="*/ 89512 w 89536"/>
                      <a:gd name="connsiteY3" fmla="*/ 39211 h 43078"/>
                      <a:gd name="connsiteX4" fmla="*/ 45402 w 89536"/>
                      <a:gd name="connsiteY4" fmla="*/ 40718 h 43078"/>
                      <a:gd name="connsiteX5" fmla="*/ 1405 w 89536"/>
                      <a:gd name="connsiteY5" fmla="*/ 29685 h 43078"/>
                      <a:gd name="connsiteX0" fmla="*/ 532 w 112475"/>
                      <a:gd name="connsiteY0" fmla="*/ 43973 h 45447"/>
                      <a:gd name="connsiteX1" fmla="*/ 37305 w 112475"/>
                      <a:gd name="connsiteY1" fmla="*/ 10042 h 45447"/>
                      <a:gd name="connsiteX2" fmla="*/ 74350 w 112475"/>
                      <a:gd name="connsiteY2" fmla="*/ 1110 h 45447"/>
                      <a:gd name="connsiteX3" fmla="*/ 112451 w 112475"/>
                      <a:gd name="connsiteY3" fmla="*/ 39211 h 45447"/>
                      <a:gd name="connsiteX4" fmla="*/ 68341 w 112475"/>
                      <a:gd name="connsiteY4" fmla="*/ 40718 h 45447"/>
                      <a:gd name="connsiteX5" fmla="*/ 532 w 112475"/>
                      <a:gd name="connsiteY5" fmla="*/ 43973 h 45447"/>
                      <a:gd name="connsiteX0" fmla="*/ 5 w 111948"/>
                      <a:gd name="connsiteY0" fmla="*/ 43973 h 44486"/>
                      <a:gd name="connsiteX1" fmla="*/ 36778 w 111948"/>
                      <a:gd name="connsiteY1" fmla="*/ 10042 h 44486"/>
                      <a:gd name="connsiteX2" fmla="*/ 73823 w 111948"/>
                      <a:gd name="connsiteY2" fmla="*/ 1110 h 44486"/>
                      <a:gd name="connsiteX3" fmla="*/ 111924 w 111948"/>
                      <a:gd name="connsiteY3" fmla="*/ 39211 h 44486"/>
                      <a:gd name="connsiteX4" fmla="*/ 67814 w 111948"/>
                      <a:gd name="connsiteY4" fmla="*/ 40718 h 44486"/>
                      <a:gd name="connsiteX5" fmla="*/ 34479 w 111948"/>
                      <a:gd name="connsiteY5" fmla="*/ 31193 h 44486"/>
                      <a:gd name="connsiteX6" fmla="*/ 5 w 111948"/>
                      <a:gd name="connsiteY6" fmla="*/ 43973 h 44486"/>
                      <a:gd name="connsiteX0" fmla="*/ 5 w 111925"/>
                      <a:gd name="connsiteY0" fmla="*/ 43973 h 44486"/>
                      <a:gd name="connsiteX1" fmla="*/ 36778 w 111925"/>
                      <a:gd name="connsiteY1" fmla="*/ 10042 h 44486"/>
                      <a:gd name="connsiteX2" fmla="*/ 73823 w 111925"/>
                      <a:gd name="connsiteY2" fmla="*/ 1110 h 44486"/>
                      <a:gd name="connsiteX3" fmla="*/ 111924 w 111925"/>
                      <a:gd name="connsiteY3" fmla="*/ 39211 h 44486"/>
                      <a:gd name="connsiteX4" fmla="*/ 74958 w 111925"/>
                      <a:gd name="connsiteY4" fmla="*/ 43099 h 44486"/>
                      <a:gd name="connsiteX5" fmla="*/ 34479 w 111925"/>
                      <a:gd name="connsiteY5" fmla="*/ 31193 h 44486"/>
                      <a:gd name="connsiteX6" fmla="*/ 5 w 111925"/>
                      <a:gd name="connsiteY6" fmla="*/ 43973 h 44486"/>
                      <a:gd name="connsiteX0" fmla="*/ 607 w 112527"/>
                      <a:gd name="connsiteY0" fmla="*/ 43973 h 57420"/>
                      <a:gd name="connsiteX1" fmla="*/ 37380 w 112527"/>
                      <a:gd name="connsiteY1" fmla="*/ 10042 h 57420"/>
                      <a:gd name="connsiteX2" fmla="*/ 74425 w 112527"/>
                      <a:gd name="connsiteY2" fmla="*/ 1110 h 57420"/>
                      <a:gd name="connsiteX3" fmla="*/ 112526 w 112527"/>
                      <a:gd name="connsiteY3" fmla="*/ 39211 h 57420"/>
                      <a:gd name="connsiteX4" fmla="*/ 75560 w 112527"/>
                      <a:gd name="connsiteY4" fmla="*/ 43099 h 57420"/>
                      <a:gd name="connsiteX5" fmla="*/ 18412 w 112527"/>
                      <a:gd name="connsiteY5" fmla="*/ 57387 h 57420"/>
                      <a:gd name="connsiteX6" fmla="*/ 607 w 112527"/>
                      <a:gd name="connsiteY6" fmla="*/ 43973 h 57420"/>
                      <a:gd name="connsiteX0" fmla="*/ 607 w 112527"/>
                      <a:gd name="connsiteY0" fmla="*/ 43973 h 57420"/>
                      <a:gd name="connsiteX1" fmla="*/ 37380 w 112527"/>
                      <a:gd name="connsiteY1" fmla="*/ 10042 h 57420"/>
                      <a:gd name="connsiteX2" fmla="*/ 74425 w 112527"/>
                      <a:gd name="connsiteY2" fmla="*/ 1110 h 57420"/>
                      <a:gd name="connsiteX3" fmla="*/ 112526 w 112527"/>
                      <a:gd name="connsiteY3" fmla="*/ 39211 h 57420"/>
                      <a:gd name="connsiteX4" fmla="*/ 75560 w 112527"/>
                      <a:gd name="connsiteY4" fmla="*/ 26430 h 57420"/>
                      <a:gd name="connsiteX5" fmla="*/ 18412 w 112527"/>
                      <a:gd name="connsiteY5" fmla="*/ 57387 h 57420"/>
                      <a:gd name="connsiteX6" fmla="*/ 607 w 112527"/>
                      <a:gd name="connsiteY6" fmla="*/ 43973 h 5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527" h="57420">
                        <a:moveTo>
                          <a:pt x="607" y="43973"/>
                        </a:moveTo>
                        <a:cubicBezTo>
                          <a:pt x="3768" y="36082"/>
                          <a:pt x="29442" y="13217"/>
                          <a:pt x="37380" y="10042"/>
                        </a:cubicBezTo>
                        <a:cubicBezTo>
                          <a:pt x="45318" y="6867"/>
                          <a:pt x="64679" y="-3354"/>
                          <a:pt x="74425" y="1110"/>
                        </a:cubicBezTo>
                        <a:cubicBezTo>
                          <a:pt x="84171" y="5574"/>
                          <a:pt x="112337" y="34991"/>
                          <a:pt x="112526" y="39211"/>
                        </a:cubicBezTo>
                        <a:cubicBezTo>
                          <a:pt x="112715" y="43431"/>
                          <a:pt x="88467" y="26179"/>
                          <a:pt x="75560" y="26430"/>
                        </a:cubicBezTo>
                        <a:cubicBezTo>
                          <a:pt x="62653" y="26681"/>
                          <a:pt x="29713" y="56845"/>
                          <a:pt x="18412" y="57387"/>
                        </a:cubicBezTo>
                        <a:cubicBezTo>
                          <a:pt x="7111" y="57929"/>
                          <a:pt x="-2554" y="51864"/>
                          <a:pt x="607" y="4397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D1DC7CF5-CE9B-E1C3-37D8-3966FA4B82C5}"/>
                    </a:ext>
                  </a:extLst>
                </p:cNvPr>
                <p:cNvGrpSpPr/>
                <p:nvPr/>
              </p:nvGrpSpPr>
              <p:grpSpPr>
                <a:xfrm>
                  <a:off x="1516206" y="4164280"/>
                  <a:ext cx="352765" cy="253488"/>
                  <a:chOff x="2911739" y="4091025"/>
                  <a:chExt cx="127345" cy="100059"/>
                </a:xfrm>
                <a:solidFill>
                  <a:srgbClr val="F9F9F9"/>
                </a:solidFill>
              </p:grpSpPr>
              <p:sp>
                <p:nvSpPr>
                  <p:cNvPr id="43" name="Freeform: Shape 42">
                    <a:extLst>
                      <a:ext uri="{FF2B5EF4-FFF2-40B4-BE49-F238E27FC236}">
                        <a16:creationId xmlns:a16="http://schemas.microsoft.com/office/drawing/2014/main" id="{F8C57478-F24F-3398-5849-2824BB86FA26}"/>
                      </a:ext>
                    </a:extLst>
                  </p:cNvPr>
                  <p:cNvSpPr/>
                  <p:nvPr/>
                </p:nvSpPr>
                <p:spPr>
                  <a:xfrm>
                    <a:off x="2911739" y="4091025"/>
                    <a:ext cx="127345" cy="100059"/>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6182 h 106027"/>
                      <a:gd name="connsiteX1" fmla="*/ 90495 w 141636"/>
                      <a:gd name="connsiteY1" fmla="*/ 8564 h 106027"/>
                      <a:gd name="connsiteX2" fmla="*/ 119070 w 141636"/>
                      <a:gd name="connsiteY2" fmla="*/ 32376 h 106027"/>
                      <a:gd name="connsiteX3" fmla="*/ 140501 w 141636"/>
                      <a:gd name="connsiteY3" fmla="*/ 46664 h 106027"/>
                      <a:gd name="connsiteX4" fmla="*/ 138120 w 141636"/>
                      <a:gd name="connsiteY4" fmla="*/ 70476 h 106027"/>
                      <a:gd name="connsiteX5" fmla="*/ 133358 w 141636"/>
                      <a:gd name="connsiteY5" fmla="*/ 103814 h 106027"/>
                      <a:gd name="connsiteX6" fmla="*/ 111926 w 141636"/>
                      <a:gd name="connsiteY6" fmla="*/ 101432 h 106027"/>
                      <a:gd name="connsiteX7" fmla="*/ 69064 w 141636"/>
                      <a:gd name="connsiteY7" fmla="*/ 89526 h 106027"/>
                      <a:gd name="connsiteX8" fmla="*/ 16676 w 141636"/>
                      <a:gd name="connsiteY8" fmla="*/ 91907 h 106027"/>
                      <a:gd name="connsiteX9" fmla="*/ 7151 w 141636"/>
                      <a:gd name="connsiteY9" fmla="*/ 99051 h 106027"/>
                      <a:gd name="connsiteX10" fmla="*/ 8 w 141636"/>
                      <a:gd name="connsiteY10" fmla="*/ 87145 h 106027"/>
                      <a:gd name="connsiteX11" fmla="*/ 28583 w 141636"/>
                      <a:gd name="connsiteY11" fmla="*/ 6182 h 106027"/>
                      <a:gd name="connsiteX0" fmla="*/ 28583 w 141636"/>
                      <a:gd name="connsiteY0" fmla="*/ 5492 h 105337"/>
                      <a:gd name="connsiteX1" fmla="*/ 90495 w 141636"/>
                      <a:gd name="connsiteY1" fmla="*/ 7874 h 105337"/>
                      <a:gd name="connsiteX2" fmla="*/ 119070 w 141636"/>
                      <a:gd name="connsiteY2" fmla="*/ 12636 h 105337"/>
                      <a:gd name="connsiteX3" fmla="*/ 140501 w 141636"/>
                      <a:gd name="connsiteY3" fmla="*/ 45974 h 105337"/>
                      <a:gd name="connsiteX4" fmla="*/ 138120 w 141636"/>
                      <a:gd name="connsiteY4" fmla="*/ 69786 h 105337"/>
                      <a:gd name="connsiteX5" fmla="*/ 133358 w 141636"/>
                      <a:gd name="connsiteY5" fmla="*/ 103124 h 105337"/>
                      <a:gd name="connsiteX6" fmla="*/ 111926 w 141636"/>
                      <a:gd name="connsiteY6" fmla="*/ 100742 h 105337"/>
                      <a:gd name="connsiteX7" fmla="*/ 69064 w 141636"/>
                      <a:gd name="connsiteY7" fmla="*/ 88836 h 105337"/>
                      <a:gd name="connsiteX8" fmla="*/ 16676 w 141636"/>
                      <a:gd name="connsiteY8" fmla="*/ 91217 h 105337"/>
                      <a:gd name="connsiteX9" fmla="*/ 7151 w 141636"/>
                      <a:gd name="connsiteY9" fmla="*/ 98361 h 105337"/>
                      <a:gd name="connsiteX10" fmla="*/ 8 w 141636"/>
                      <a:gd name="connsiteY10" fmla="*/ 86455 h 105337"/>
                      <a:gd name="connsiteX11" fmla="*/ 28583 w 141636"/>
                      <a:gd name="connsiteY11" fmla="*/ 5492 h 105337"/>
                      <a:gd name="connsiteX0" fmla="*/ 28583 w 141636"/>
                      <a:gd name="connsiteY0" fmla="*/ 5492 h 105337"/>
                      <a:gd name="connsiteX1" fmla="*/ 90495 w 141636"/>
                      <a:gd name="connsiteY1" fmla="*/ 7874 h 105337"/>
                      <a:gd name="connsiteX2" fmla="*/ 119070 w 141636"/>
                      <a:gd name="connsiteY2" fmla="*/ 12636 h 105337"/>
                      <a:gd name="connsiteX3" fmla="*/ 140501 w 141636"/>
                      <a:gd name="connsiteY3" fmla="*/ 45974 h 105337"/>
                      <a:gd name="connsiteX4" fmla="*/ 138120 w 141636"/>
                      <a:gd name="connsiteY4" fmla="*/ 69786 h 105337"/>
                      <a:gd name="connsiteX5" fmla="*/ 133358 w 141636"/>
                      <a:gd name="connsiteY5" fmla="*/ 103124 h 105337"/>
                      <a:gd name="connsiteX6" fmla="*/ 111926 w 141636"/>
                      <a:gd name="connsiteY6" fmla="*/ 100742 h 105337"/>
                      <a:gd name="connsiteX7" fmla="*/ 69064 w 141636"/>
                      <a:gd name="connsiteY7" fmla="*/ 88836 h 105337"/>
                      <a:gd name="connsiteX8" fmla="*/ 16676 w 141636"/>
                      <a:gd name="connsiteY8" fmla="*/ 91217 h 105337"/>
                      <a:gd name="connsiteX9" fmla="*/ 7151 w 141636"/>
                      <a:gd name="connsiteY9" fmla="*/ 98361 h 105337"/>
                      <a:gd name="connsiteX10" fmla="*/ 8 w 141636"/>
                      <a:gd name="connsiteY10" fmla="*/ 86455 h 105337"/>
                      <a:gd name="connsiteX11" fmla="*/ 28583 w 141636"/>
                      <a:gd name="connsiteY11" fmla="*/ 5492 h 105337"/>
                      <a:gd name="connsiteX0" fmla="*/ 28583 w 142190"/>
                      <a:gd name="connsiteY0" fmla="*/ 5492 h 100782"/>
                      <a:gd name="connsiteX1" fmla="*/ 90495 w 142190"/>
                      <a:gd name="connsiteY1" fmla="*/ 7874 h 100782"/>
                      <a:gd name="connsiteX2" fmla="*/ 119070 w 142190"/>
                      <a:gd name="connsiteY2" fmla="*/ 12636 h 100782"/>
                      <a:gd name="connsiteX3" fmla="*/ 140501 w 142190"/>
                      <a:gd name="connsiteY3" fmla="*/ 45974 h 100782"/>
                      <a:gd name="connsiteX4" fmla="*/ 138120 w 142190"/>
                      <a:gd name="connsiteY4" fmla="*/ 69786 h 100782"/>
                      <a:gd name="connsiteX5" fmla="*/ 116690 w 142190"/>
                      <a:gd name="connsiteY5" fmla="*/ 84074 h 100782"/>
                      <a:gd name="connsiteX6" fmla="*/ 111926 w 142190"/>
                      <a:gd name="connsiteY6" fmla="*/ 100742 h 100782"/>
                      <a:gd name="connsiteX7" fmla="*/ 69064 w 142190"/>
                      <a:gd name="connsiteY7" fmla="*/ 88836 h 100782"/>
                      <a:gd name="connsiteX8" fmla="*/ 16676 w 142190"/>
                      <a:gd name="connsiteY8" fmla="*/ 91217 h 100782"/>
                      <a:gd name="connsiteX9" fmla="*/ 7151 w 142190"/>
                      <a:gd name="connsiteY9" fmla="*/ 98361 h 100782"/>
                      <a:gd name="connsiteX10" fmla="*/ 8 w 142190"/>
                      <a:gd name="connsiteY10" fmla="*/ 86455 h 100782"/>
                      <a:gd name="connsiteX11" fmla="*/ 28583 w 142190"/>
                      <a:gd name="connsiteY11" fmla="*/ 5492 h 100782"/>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8836 h 98361"/>
                      <a:gd name="connsiteX8" fmla="*/ 16676 w 142190"/>
                      <a:gd name="connsiteY8" fmla="*/ 91217 h 98361"/>
                      <a:gd name="connsiteX9" fmla="*/ 7151 w 142190"/>
                      <a:gd name="connsiteY9" fmla="*/ 98361 h 98361"/>
                      <a:gd name="connsiteX10" fmla="*/ 8 w 142190"/>
                      <a:gd name="connsiteY10" fmla="*/ 86455 h 98361"/>
                      <a:gd name="connsiteX11" fmla="*/ 28583 w 142190"/>
                      <a:gd name="connsiteY11" fmla="*/ 5492 h 98361"/>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1692 h 98361"/>
                      <a:gd name="connsiteX8" fmla="*/ 16676 w 142190"/>
                      <a:gd name="connsiteY8" fmla="*/ 91217 h 98361"/>
                      <a:gd name="connsiteX9" fmla="*/ 7151 w 142190"/>
                      <a:gd name="connsiteY9" fmla="*/ 98361 h 98361"/>
                      <a:gd name="connsiteX10" fmla="*/ 8 w 142190"/>
                      <a:gd name="connsiteY10" fmla="*/ 86455 h 98361"/>
                      <a:gd name="connsiteX11" fmla="*/ 28583 w 142190"/>
                      <a:gd name="connsiteY11" fmla="*/ 5492 h 98361"/>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1692 h 98361"/>
                      <a:gd name="connsiteX8" fmla="*/ 30963 w 142190"/>
                      <a:gd name="connsiteY8" fmla="*/ 74548 h 98361"/>
                      <a:gd name="connsiteX9" fmla="*/ 7151 w 142190"/>
                      <a:gd name="connsiteY9" fmla="*/ 98361 h 98361"/>
                      <a:gd name="connsiteX10" fmla="*/ 8 w 142190"/>
                      <a:gd name="connsiteY10" fmla="*/ 86455 h 98361"/>
                      <a:gd name="connsiteX11" fmla="*/ 28583 w 142190"/>
                      <a:gd name="connsiteY11" fmla="*/ 5492 h 98361"/>
                      <a:gd name="connsiteX0" fmla="*/ 21908 w 135515"/>
                      <a:gd name="connsiteY0" fmla="*/ 3212 h 96081"/>
                      <a:gd name="connsiteX1" fmla="*/ 83820 w 135515"/>
                      <a:gd name="connsiteY1" fmla="*/ 5594 h 96081"/>
                      <a:gd name="connsiteX2" fmla="*/ 112395 w 135515"/>
                      <a:gd name="connsiteY2" fmla="*/ 10356 h 96081"/>
                      <a:gd name="connsiteX3" fmla="*/ 133826 w 135515"/>
                      <a:gd name="connsiteY3" fmla="*/ 43694 h 96081"/>
                      <a:gd name="connsiteX4" fmla="*/ 131445 w 135515"/>
                      <a:gd name="connsiteY4" fmla="*/ 67506 h 96081"/>
                      <a:gd name="connsiteX5" fmla="*/ 110015 w 135515"/>
                      <a:gd name="connsiteY5" fmla="*/ 81794 h 96081"/>
                      <a:gd name="connsiteX6" fmla="*/ 86201 w 135515"/>
                      <a:gd name="connsiteY6" fmla="*/ 86555 h 96081"/>
                      <a:gd name="connsiteX7" fmla="*/ 62389 w 135515"/>
                      <a:gd name="connsiteY7" fmla="*/ 79412 h 96081"/>
                      <a:gd name="connsiteX8" fmla="*/ 24288 w 135515"/>
                      <a:gd name="connsiteY8" fmla="*/ 72268 h 96081"/>
                      <a:gd name="connsiteX9" fmla="*/ 476 w 135515"/>
                      <a:gd name="connsiteY9" fmla="*/ 96081 h 96081"/>
                      <a:gd name="connsiteX10" fmla="*/ 7620 w 135515"/>
                      <a:gd name="connsiteY10" fmla="*/ 53219 h 96081"/>
                      <a:gd name="connsiteX11" fmla="*/ 21908 w 135515"/>
                      <a:gd name="connsiteY11" fmla="*/ 3212 h 96081"/>
                      <a:gd name="connsiteX0" fmla="*/ 16227 w 129834"/>
                      <a:gd name="connsiteY0" fmla="*/ 3212 h 86605"/>
                      <a:gd name="connsiteX1" fmla="*/ 78139 w 129834"/>
                      <a:gd name="connsiteY1" fmla="*/ 5594 h 86605"/>
                      <a:gd name="connsiteX2" fmla="*/ 106714 w 129834"/>
                      <a:gd name="connsiteY2" fmla="*/ 10356 h 86605"/>
                      <a:gd name="connsiteX3" fmla="*/ 128145 w 129834"/>
                      <a:gd name="connsiteY3" fmla="*/ 43694 h 86605"/>
                      <a:gd name="connsiteX4" fmla="*/ 125764 w 129834"/>
                      <a:gd name="connsiteY4" fmla="*/ 67506 h 86605"/>
                      <a:gd name="connsiteX5" fmla="*/ 104334 w 129834"/>
                      <a:gd name="connsiteY5" fmla="*/ 81794 h 86605"/>
                      <a:gd name="connsiteX6" fmla="*/ 80520 w 129834"/>
                      <a:gd name="connsiteY6" fmla="*/ 86555 h 86605"/>
                      <a:gd name="connsiteX7" fmla="*/ 56708 w 129834"/>
                      <a:gd name="connsiteY7" fmla="*/ 79412 h 86605"/>
                      <a:gd name="connsiteX8" fmla="*/ 18607 w 129834"/>
                      <a:gd name="connsiteY8" fmla="*/ 72268 h 86605"/>
                      <a:gd name="connsiteX9" fmla="*/ 1938 w 129834"/>
                      <a:gd name="connsiteY9" fmla="*/ 79412 h 86605"/>
                      <a:gd name="connsiteX10" fmla="*/ 1939 w 129834"/>
                      <a:gd name="connsiteY10" fmla="*/ 53219 h 86605"/>
                      <a:gd name="connsiteX11" fmla="*/ 16227 w 129834"/>
                      <a:gd name="connsiteY11" fmla="*/ 3212 h 86605"/>
                      <a:gd name="connsiteX0" fmla="*/ 16227 w 129834"/>
                      <a:gd name="connsiteY0" fmla="*/ 3212 h 86605"/>
                      <a:gd name="connsiteX1" fmla="*/ 78139 w 129834"/>
                      <a:gd name="connsiteY1" fmla="*/ 5594 h 86605"/>
                      <a:gd name="connsiteX2" fmla="*/ 106714 w 129834"/>
                      <a:gd name="connsiteY2" fmla="*/ 10356 h 86605"/>
                      <a:gd name="connsiteX3" fmla="*/ 128145 w 129834"/>
                      <a:gd name="connsiteY3" fmla="*/ 43694 h 86605"/>
                      <a:gd name="connsiteX4" fmla="*/ 125764 w 129834"/>
                      <a:gd name="connsiteY4" fmla="*/ 67506 h 86605"/>
                      <a:gd name="connsiteX5" fmla="*/ 104334 w 129834"/>
                      <a:gd name="connsiteY5" fmla="*/ 81794 h 86605"/>
                      <a:gd name="connsiteX6" fmla="*/ 80520 w 129834"/>
                      <a:gd name="connsiteY6" fmla="*/ 86555 h 86605"/>
                      <a:gd name="connsiteX7" fmla="*/ 56708 w 129834"/>
                      <a:gd name="connsiteY7" fmla="*/ 79412 h 86605"/>
                      <a:gd name="connsiteX8" fmla="*/ 37657 w 129834"/>
                      <a:gd name="connsiteY8" fmla="*/ 84175 h 86605"/>
                      <a:gd name="connsiteX9" fmla="*/ 1938 w 129834"/>
                      <a:gd name="connsiteY9" fmla="*/ 79412 h 86605"/>
                      <a:gd name="connsiteX10" fmla="*/ 1939 w 129834"/>
                      <a:gd name="connsiteY10" fmla="*/ 53219 h 86605"/>
                      <a:gd name="connsiteX11" fmla="*/ 16227 w 129834"/>
                      <a:gd name="connsiteY11" fmla="*/ 3212 h 86605"/>
                      <a:gd name="connsiteX0" fmla="*/ 14301 w 127908"/>
                      <a:gd name="connsiteY0" fmla="*/ 3212 h 86605"/>
                      <a:gd name="connsiteX1" fmla="*/ 76213 w 127908"/>
                      <a:gd name="connsiteY1" fmla="*/ 5594 h 86605"/>
                      <a:gd name="connsiteX2" fmla="*/ 104788 w 127908"/>
                      <a:gd name="connsiteY2" fmla="*/ 10356 h 86605"/>
                      <a:gd name="connsiteX3" fmla="*/ 126219 w 127908"/>
                      <a:gd name="connsiteY3" fmla="*/ 43694 h 86605"/>
                      <a:gd name="connsiteX4" fmla="*/ 123838 w 127908"/>
                      <a:gd name="connsiteY4" fmla="*/ 67506 h 86605"/>
                      <a:gd name="connsiteX5" fmla="*/ 102408 w 127908"/>
                      <a:gd name="connsiteY5" fmla="*/ 81794 h 86605"/>
                      <a:gd name="connsiteX6" fmla="*/ 78594 w 127908"/>
                      <a:gd name="connsiteY6" fmla="*/ 86555 h 86605"/>
                      <a:gd name="connsiteX7" fmla="*/ 54782 w 127908"/>
                      <a:gd name="connsiteY7" fmla="*/ 79412 h 86605"/>
                      <a:gd name="connsiteX8" fmla="*/ 35731 w 127908"/>
                      <a:gd name="connsiteY8" fmla="*/ 84175 h 86605"/>
                      <a:gd name="connsiteX9" fmla="*/ 11918 w 127908"/>
                      <a:gd name="connsiteY9" fmla="*/ 72268 h 86605"/>
                      <a:gd name="connsiteX10" fmla="*/ 13 w 127908"/>
                      <a:gd name="connsiteY10" fmla="*/ 53219 h 86605"/>
                      <a:gd name="connsiteX11" fmla="*/ 14301 w 127908"/>
                      <a:gd name="connsiteY11" fmla="*/ 3212 h 86605"/>
                      <a:gd name="connsiteX0" fmla="*/ 14301 w 127908"/>
                      <a:gd name="connsiteY0" fmla="*/ 3212 h 86605"/>
                      <a:gd name="connsiteX1" fmla="*/ 76213 w 127908"/>
                      <a:gd name="connsiteY1" fmla="*/ 5594 h 86605"/>
                      <a:gd name="connsiteX2" fmla="*/ 104788 w 127908"/>
                      <a:gd name="connsiteY2" fmla="*/ 10356 h 86605"/>
                      <a:gd name="connsiteX3" fmla="*/ 126219 w 127908"/>
                      <a:gd name="connsiteY3" fmla="*/ 43694 h 86605"/>
                      <a:gd name="connsiteX4" fmla="*/ 123838 w 127908"/>
                      <a:gd name="connsiteY4" fmla="*/ 67506 h 86605"/>
                      <a:gd name="connsiteX5" fmla="*/ 102408 w 127908"/>
                      <a:gd name="connsiteY5" fmla="*/ 81794 h 86605"/>
                      <a:gd name="connsiteX6" fmla="*/ 78594 w 127908"/>
                      <a:gd name="connsiteY6" fmla="*/ 86555 h 86605"/>
                      <a:gd name="connsiteX7" fmla="*/ 54782 w 127908"/>
                      <a:gd name="connsiteY7" fmla="*/ 79412 h 86605"/>
                      <a:gd name="connsiteX8" fmla="*/ 38113 w 127908"/>
                      <a:gd name="connsiteY8" fmla="*/ 62743 h 86605"/>
                      <a:gd name="connsiteX9" fmla="*/ 11918 w 127908"/>
                      <a:gd name="connsiteY9" fmla="*/ 72268 h 86605"/>
                      <a:gd name="connsiteX10" fmla="*/ 13 w 127908"/>
                      <a:gd name="connsiteY10" fmla="*/ 53219 h 86605"/>
                      <a:gd name="connsiteX11" fmla="*/ 14301 w 127908"/>
                      <a:gd name="connsiteY11" fmla="*/ 3212 h 86605"/>
                      <a:gd name="connsiteX0" fmla="*/ 14301 w 127908"/>
                      <a:gd name="connsiteY0" fmla="*/ 3212 h 86836"/>
                      <a:gd name="connsiteX1" fmla="*/ 76213 w 127908"/>
                      <a:gd name="connsiteY1" fmla="*/ 5594 h 86836"/>
                      <a:gd name="connsiteX2" fmla="*/ 104788 w 127908"/>
                      <a:gd name="connsiteY2" fmla="*/ 10356 h 86836"/>
                      <a:gd name="connsiteX3" fmla="*/ 126219 w 127908"/>
                      <a:gd name="connsiteY3" fmla="*/ 43694 h 86836"/>
                      <a:gd name="connsiteX4" fmla="*/ 123838 w 127908"/>
                      <a:gd name="connsiteY4" fmla="*/ 67506 h 86836"/>
                      <a:gd name="connsiteX5" fmla="*/ 102408 w 127908"/>
                      <a:gd name="connsiteY5" fmla="*/ 81794 h 86836"/>
                      <a:gd name="connsiteX6" fmla="*/ 78594 w 127908"/>
                      <a:gd name="connsiteY6" fmla="*/ 86555 h 86836"/>
                      <a:gd name="connsiteX7" fmla="*/ 61926 w 127908"/>
                      <a:gd name="connsiteY7" fmla="*/ 74650 h 86836"/>
                      <a:gd name="connsiteX8" fmla="*/ 38113 w 127908"/>
                      <a:gd name="connsiteY8" fmla="*/ 62743 h 86836"/>
                      <a:gd name="connsiteX9" fmla="*/ 11918 w 127908"/>
                      <a:gd name="connsiteY9" fmla="*/ 72268 h 86836"/>
                      <a:gd name="connsiteX10" fmla="*/ 13 w 127908"/>
                      <a:gd name="connsiteY10" fmla="*/ 53219 h 86836"/>
                      <a:gd name="connsiteX11" fmla="*/ 14301 w 127908"/>
                      <a:gd name="connsiteY11" fmla="*/ 3212 h 86836"/>
                      <a:gd name="connsiteX0" fmla="*/ 14301 w 127908"/>
                      <a:gd name="connsiteY0" fmla="*/ 6274 h 89898"/>
                      <a:gd name="connsiteX1" fmla="*/ 76213 w 127908"/>
                      <a:gd name="connsiteY1" fmla="*/ 1512 h 89898"/>
                      <a:gd name="connsiteX2" fmla="*/ 104788 w 127908"/>
                      <a:gd name="connsiteY2" fmla="*/ 13418 h 89898"/>
                      <a:gd name="connsiteX3" fmla="*/ 126219 w 127908"/>
                      <a:gd name="connsiteY3" fmla="*/ 46756 h 89898"/>
                      <a:gd name="connsiteX4" fmla="*/ 123838 w 127908"/>
                      <a:gd name="connsiteY4" fmla="*/ 70568 h 89898"/>
                      <a:gd name="connsiteX5" fmla="*/ 102408 w 127908"/>
                      <a:gd name="connsiteY5" fmla="*/ 84856 h 89898"/>
                      <a:gd name="connsiteX6" fmla="*/ 78594 w 127908"/>
                      <a:gd name="connsiteY6" fmla="*/ 89617 h 89898"/>
                      <a:gd name="connsiteX7" fmla="*/ 61926 w 127908"/>
                      <a:gd name="connsiteY7" fmla="*/ 77712 h 89898"/>
                      <a:gd name="connsiteX8" fmla="*/ 38113 w 127908"/>
                      <a:gd name="connsiteY8" fmla="*/ 65805 h 89898"/>
                      <a:gd name="connsiteX9" fmla="*/ 11918 w 127908"/>
                      <a:gd name="connsiteY9" fmla="*/ 75330 h 89898"/>
                      <a:gd name="connsiteX10" fmla="*/ 13 w 127908"/>
                      <a:gd name="connsiteY10" fmla="*/ 56281 h 89898"/>
                      <a:gd name="connsiteX11" fmla="*/ 14301 w 127908"/>
                      <a:gd name="connsiteY11" fmla="*/ 6274 h 89898"/>
                      <a:gd name="connsiteX0" fmla="*/ 14301 w 127908"/>
                      <a:gd name="connsiteY0" fmla="*/ 14311 h 88410"/>
                      <a:gd name="connsiteX1" fmla="*/ 76213 w 127908"/>
                      <a:gd name="connsiteY1" fmla="*/ 24 h 88410"/>
                      <a:gd name="connsiteX2" fmla="*/ 104788 w 127908"/>
                      <a:gd name="connsiteY2" fmla="*/ 11930 h 88410"/>
                      <a:gd name="connsiteX3" fmla="*/ 126219 w 127908"/>
                      <a:gd name="connsiteY3" fmla="*/ 45268 h 88410"/>
                      <a:gd name="connsiteX4" fmla="*/ 123838 w 127908"/>
                      <a:gd name="connsiteY4" fmla="*/ 69080 h 88410"/>
                      <a:gd name="connsiteX5" fmla="*/ 102408 w 127908"/>
                      <a:gd name="connsiteY5" fmla="*/ 83368 h 88410"/>
                      <a:gd name="connsiteX6" fmla="*/ 78594 w 127908"/>
                      <a:gd name="connsiteY6" fmla="*/ 88129 h 88410"/>
                      <a:gd name="connsiteX7" fmla="*/ 61926 w 127908"/>
                      <a:gd name="connsiteY7" fmla="*/ 76224 h 88410"/>
                      <a:gd name="connsiteX8" fmla="*/ 38113 w 127908"/>
                      <a:gd name="connsiteY8" fmla="*/ 64317 h 88410"/>
                      <a:gd name="connsiteX9" fmla="*/ 11918 w 127908"/>
                      <a:gd name="connsiteY9" fmla="*/ 73842 h 88410"/>
                      <a:gd name="connsiteX10" fmla="*/ 13 w 127908"/>
                      <a:gd name="connsiteY10" fmla="*/ 54793 h 88410"/>
                      <a:gd name="connsiteX11" fmla="*/ 14301 w 127908"/>
                      <a:gd name="connsiteY11" fmla="*/ 14311 h 88410"/>
                      <a:gd name="connsiteX0" fmla="*/ 14301 w 127908"/>
                      <a:gd name="connsiteY0" fmla="*/ 14311 h 88410"/>
                      <a:gd name="connsiteX1" fmla="*/ 76213 w 127908"/>
                      <a:gd name="connsiteY1" fmla="*/ 24 h 88410"/>
                      <a:gd name="connsiteX2" fmla="*/ 104788 w 127908"/>
                      <a:gd name="connsiteY2" fmla="*/ 11930 h 88410"/>
                      <a:gd name="connsiteX3" fmla="*/ 126219 w 127908"/>
                      <a:gd name="connsiteY3" fmla="*/ 45268 h 88410"/>
                      <a:gd name="connsiteX4" fmla="*/ 123838 w 127908"/>
                      <a:gd name="connsiteY4" fmla="*/ 69080 h 88410"/>
                      <a:gd name="connsiteX5" fmla="*/ 102408 w 127908"/>
                      <a:gd name="connsiteY5" fmla="*/ 83368 h 88410"/>
                      <a:gd name="connsiteX6" fmla="*/ 78594 w 127908"/>
                      <a:gd name="connsiteY6" fmla="*/ 88129 h 88410"/>
                      <a:gd name="connsiteX7" fmla="*/ 61926 w 127908"/>
                      <a:gd name="connsiteY7" fmla="*/ 76224 h 88410"/>
                      <a:gd name="connsiteX8" fmla="*/ 38113 w 127908"/>
                      <a:gd name="connsiteY8" fmla="*/ 64317 h 88410"/>
                      <a:gd name="connsiteX9" fmla="*/ 11918 w 127908"/>
                      <a:gd name="connsiteY9" fmla="*/ 73842 h 88410"/>
                      <a:gd name="connsiteX10" fmla="*/ 13 w 127908"/>
                      <a:gd name="connsiteY10" fmla="*/ 42887 h 88410"/>
                      <a:gd name="connsiteX11" fmla="*/ 14301 w 127908"/>
                      <a:gd name="connsiteY11" fmla="*/ 14311 h 88410"/>
                      <a:gd name="connsiteX0" fmla="*/ 14333 w 127940"/>
                      <a:gd name="connsiteY0" fmla="*/ 14311 h 88410"/>
                      <a:gd name="connsiteX1" fmla="*/ 76245 w 127940"/>
                      <a:gd name="connsiteY1" fmla="*/ 24 h 88410"/>
                      <a:gd name="connsiteX2" fmla="*/ 104820 w 127940"/>
                      <a:gd name="connsiteY2" fmla="*/ 11930 h 88410"/>
                      <a:gd name="connsiteX3" fmla="*/ 126251 w 127940"/>
                      <a:gd name="connsiteY3" fmla="*/ 45268 h 88410"/>
                      <a:gd name="connsiteX4" fmla="*/ 123870 w 127940"/>
                      <a:gd name="connsiteY4" fmla="*/ 69080 h 88410"/>
                      <a:gd name="connsiteX5" fmla="*/ 102440 w 127940"/>
                      <a:gd name="connsiteY5" fmla="*/ 83368 h 88410"/>
                      <a:gd name="connsiteX6" fmla="*/ 78626 w 127940"/>
                      <a:gd name="connsiteY6" fmla="*/ 88129 h 88410"/>
                      <a:gd name="connsiteX7" fmla="*/ 61958 w 127940"/>
                      <a:gd name="connsiteY7" fmla="*/ 76224 h 88410"/>
                      <a:gd name="connsiteX8" fmla="*/ 38145 w 127940"/>
                      <a:gd name="connsiteY8" fmla="*/ 64317 h 88410"/>
                      <a:gd name="connsiteX9" fmla="*/ 16712 w 127940"/>
                      <a:gd name="connsiteY9" fmla="*/ 59554 h 88410"/>
                      <a:gd name="connsiteX10" fmla="*/ 45 w 127940"/>
                      <a:gd name="connsiteY10" fmla="*/ 42887 h 88410"/>
                      <a:gd name="connsiteX11" fmla="*/ 14333 w 127940"/>
                      <a:gd name="connsiteY11" fmla="*/ 14311 h 88410"/>
                      <a:gd name="connsiteX0" fmla="*/ 14333 w 127940"/>
                      <a:gd name="connsiteY0" fmla="*/ 14311 h 88410"/>
                      <a:gd name="connsiteX1" fmla="*/ 76245 w 127940"/>
                      <a:gd name="connsiteY1" fmla="*/ 24 h 88410"/>
                      <a:gd name="connsiteX2" fmla="*/ 104820 w 127940"/>
                      <a:gd name="connsiteY2" fmla="*/ 11930 h 88410"/>
                      <a:gd name="connsiteX3" fmla="*/ 126251 w 127940"/>
                      <a:gd name="connsiteY3" fmla="*/ 45268 h 88410"/>
                      <a:gd name="connsiteX4" fmla="*/ 123870 w 127940"/>
                      <a:gd name="connsiteY4" fmla="*/ 69080 h 88410"/>
                      <a:gd name="connsiteX5" fmla="*/ 102440 w 127940"/>
                      <a:gd name="connsiteY5" fmla="*/ 83368 h 88410"/>
                      <a:gd name="connsiteX6" fmla="*/ 78626 w 127940"/>
                      <a:gd name="connsiteY6" fmla="*/ 88129 h 88410"/>
                      <a:gd name="connsiteX7" fmla="*/ 61958 w 127940"/>
                      <a:gd name="connsiteY7" fmla="*/ 76224 h 88410"/>
                      <a:gd name="connsiteX8" fmla="*/ 38145 w 127940"/>
                      <a:gd name="connsiteY8" fmla="*/ 64317 h 88410"/>
                      <a:gd name="connsiteX9" fmla="*/ 16712 w 127940"/>
                      <a:gd name="connsiteY9" fmla="*/ 59554 h 88410"/>
                      <a:gd name="connsiteX10" fmla="*/ 45 w 127940"/>
                      <a:gd name="connsiteY10" fmla="*/ 42887 h 88410"/>
                      <a:gd name="connsiteX11" fmla="*/ 14333 w 127940"/>
                      <a:gd name="connsiteY11" fmla="*/ 14311 h 88410"/>
                      <a:gd name="connsiteX0" fmla="*/ 14333 w 127940"/>
                      <a:gd name="connsiteY0" fmla="*/ 14311 h 88855"/>
                      <a:gd name="connsiteX1" fmla="*/ 76245 w 127940"/>
                      <a:gd name="connsiteY1" fmla="*/ 24 h 88855"/>
                      <a:gd name="connsiteX2" fmla="*/ 104820 w 127940"/>
                      <a:gd name="connsiteY2" fmla="*/ 11930 h 88855"/>
                      <a:gd name="connsiteX3" fmla="*/ 126251 w 127940"/>
                      <a:gd name="connsiteY3" fmla="*/ 45268 h 88855"/>
                      <a:gd name="connsiteX4" fmla="*/ 123870 w 127940"/>
                      <a:gd name="connsiteY4" fmla="*/ 69080 h 88855"/>
                      <a:gd name="connsiteX5" fmla="*/ 102440 w 127940"/>
                      <a:gd name="connsiteY5" fmla="*/ 83368 h 88855"/>
                      <a:gd name="connsiteX6" fmla="*/ 78626 w 127940"/>
                      <a:gd name="connsiteY6" fmla="*/ 88129 h 88855"/>
                      <a:gd name="connsiteX7" fmla="*/ 61958 w 127940"/>
                      <a:gd name="connsiteY7" fmla="*/ 69081 h 88855"/>
                      <a:gd name="connsiteX8" fmla="*/ 38145 w 127940"/>
                      <a:gd name="connsiteY8" fmla="*/ 64317 h 88855"/>
                      <a:gd name="connsiteX9" fmla="*/ 16712 w 127940"/>
                      <a:gd name="connsiteY9" fmla="*/ 59554 h 88855"/>
                      <a:gd name="connsiteX10" fmla="*/ 45 w 127940"/>
                      <a:gd name="connsiteY10" fmla="*/ 42887 h 88855"/>
                      <a:gd name="connsiteX11" fmla="*/ 14333 w 127940"/>
                      <a:gd name="connsiteY11" fmla="*/ 14311 h 88855"/>
                      <a:gd name="connsiteX0" fmla="*/ 14302 w 127909"/>
                      <a:gd name="connsiteY0" fmla="*/ 17139 h 91683"/>
                      <a:gd name="connsiteX1" fmla="*/ 36251 w 127909"/>
                      <a:gd name="connsiteY1" fmla="*/ 1112 h 91683"/>
                      <a:gd name="connsiteX2" fmla="*/ 76214 w 127909"/>
                      <a:gd name="connsiteY2" fmla="*/ 2852 h 91683"/>
                      <a:gd name="connsiteX3" fmla="*/ 104789 w 127909"/>
                      <a:gd name="connsiteY3" fmla="*/ 14758 h 91683"/>
                      <a:gd name="connsiteX4" fmla="*/ 126220 w 127909"/>
                      <a:gd name="connsiteY4" fmla="*/ 48096 h 91683"/>
                      <a:gd name="connsiteX5" fmla="*/ 123839 w 127909"/>
                      <a:gd name="connsiteY5" fmla="*/ 71908 h 91683"/>
                      <a:gd name="connsiteX6" fmla="*/ 102409 w 127909"/>
                      <a:gd name="connsiteY6" fmla="*/ 86196 h 91683"/>
                      <a:gd name="connsiteX7" fmla="*/ 78595 w 127909"/>
                      <a:gd name="connsiteY7" fmla="*/ 90957 h 91683"/>
                      <a:gd name="connsiteX8" fmla="*/ 61927 w 127909"/>
                      <a:gd name="connsiteY8" fmla="*/ 71909 h 91683"/>
                      <a:gd name="connsiteX9" fmla="*/ 38114 w 127909"/>
                      <a:gd name="connsiteY9" fmla="*/ 67145 h 91683"/>
                      <a:gd name="connsiteX10" fmla="*/ 16681 w 127909"/>
                      <a:gd name="connsiteY10" fmla="*/ 62382 h 91683"/>
                      <a:gd name="connsiteX11" fmla="*/ 14 w 127909"/>
                      <a:gd name="connsiteY11" fmla="*/ 45715 h 91683"/>
                      <a:gd name="connsiteX12" fmla="*/ 14302 w 127909"/>
                      <a:gd name="connsiteY12" fmla="*/ 17139 h 91683"/>
                      <a:gd name="connsiteX0" fmla="*/ 14302 w 127909"/>
                      <a:gd name="connsiteY0" fmla="*/ 16183 h 90727"/>
                      <a:gd name="connsiteX1" fmla="*/ 36251 w 127909"/>
                      <a:gd name="connsiteY1" fmla="*/ 156 h 90727"/>
                      <a:gd name="connsiteX2" fmla="*/ 69070 w 127909"/>
                      <a:gd name="connsiteY2" fmla="*/ 25708 h 90727"/>
                      <a:gd name="connsiteX3" fmla="*/ 104789 w 127909"/>
                      <a:gd name="connsiteY3" fmla="*/ 13802 h 90727"/>
                      <a:gd name="connsiteX4" fmla="*/ 126220 w 127909"/>
                      <a:gd name="connsiteY4" fmla="*/ 47140 h 90727"/>
                      <a:gd name="connsiteX5" fmla="*/ 123839 w 127909"/>
                      <a:gd name="connsiteY5" fmla="*/ 70952 h 90727"/>
                      <a:gd name="connsiteX6" fmla="*/ 102409 w 127909"/>
                      <a:gd name="connsiteY6" fmla="*/ 85240 h 90727"/>
                      <a:gd name="connsiteX7" fmla="*/ 78595 w 127909"/>
                      <a:gd name="connsiteY7" fmla="*/ 90001 h 90727"/>
                      <a:gd name="connsiteX8" fmla="*/ 61927 w 127909"/>
                      <a:gd name="connsiteY8" fmla="*/ 70953 h 90727"/>
                      <a:gd name="connsiteX9" fmla="*/ 38114 w 127909"/>
                      <a:gd name="connsiteY9" fmla="*/ 66189 h 90727"/>
                      <a:gd name="connsiteX10" fmla="*/ 16681 w 127909"/>
                      <a:gd name="connsiteY10" fmla="*/ 61426 h 90727"/>
                      <a:gd name="connsiteX11" fmla="*/ 14 w 127909"/>
                      <a:gd name="connsiteY11" fmla="*/ 44759 h 90727"/>
                      <a:gd name="connsiteX12" fmla="*/ 14302 w 127909"/>
                      <a:gd name="connsiteY12" fmla="*/ 16183 h 90727"/>
                      <a:gd name="connsiteX0" fmla="*/ 14302 w 127909"/>
                      <a:gd name="connsiteY0" fmla="*/ 16610 h 91154"/>
                      <a:gd name="connsiteX1" fmla="*/ 36251 w 127909"/>
                      <a:gd name="connsiteY1" fmla="*/ 583 h 91154"/>
                      <a:gd name="connsiteX2" fmla="*/ 69070 w 127909"/>
                      <a:gd name="connsiteY2" fmla="*/ 26135 h 91154"/>
                      <a:gd name="connsiteX3" fmla="*/ 104789 w 127909"/>
                      <a:gd name="connsiteY3" fmla="*/ 14229 h 91154"/>
                      <a:gd name="connsiteX4" fmla="*/ 126220 w 127909"/>
                      <a:gd name="connsiteY4" fmla="*/ 47567 h 91154"/>
                      <a:gd name="connsiteX5" fmla="*/ 123839 w 127909"/>
                      <a:gd name="connsiteY5" fmla="*/ 71379 h 91154"/>
                      <a:gd name="connsiteX6" fmla="*/ 102409 w 127909"/>
                      <a:gd name="connsiteY6" fmla="*/ 85667 h 91154"/>
                      <a:gd name="connsiteX7" fmla="*/ 78595 w 127909"/>
                      <a:gd name="connsiteY7" fmla="*/ 90428 h 91154"/>
                      <a:gd name="connsiteX8" fmla="*/ 61927 w 127909"/>
                      <a:gd name="connsiteY8" fmla="*/ 71380 h 91154"/>
                      <a:gd name="connsiteX9" fmla="*/ 38114 w 127909"/>
                      <a:gd name="connsiteY9" fmla="*/ 66616 h 91154"/>
                      <a:gd name="connsiteX10" fmla="*/ 16681 w 127909"/>
                      <a:gd name="connsiteY10" fmla="*/ 61853 h 91154"/>
                      <a:gd name="connsiteX11" fmla="*/ 14 w 127909"/>
                      <a:gd name="connsiteY11" fmla="*/ 45186 h 91154"/>
                      <a:gd name="connsiteX12" fmla="*/ 14302 w 127909"/>
                      <a:gd name="connsiteY12" fmla="*/ 16610 h 91154"/>
                      <a:gd name="connsiteX0" fmla="*/ 14320 w 127927"/>
                      <a:gd name="connsiteY0" fmla="*/ 23298 h 97842"/>
                      <a:gd name="connsiteX1" fmla="*/ 69606 w 127927"/>
                      <a:gd name="connsiteY1" fmla="*/ 127 h 97842"/>
                      <a:gd name="connsiteX2" fmla="*/ 69088 w 127927"/>
                      <a:gd name="connsiteY2" fmla="*/ 32823 h 97842"/>
                      <a:gd name="connsiteX3" fmla="*/ 104807 w 127927"/>
                      <a:gd name="connsiteY3" fmla="*/ 20917 h 97842"/>
                      <a:gd name="connsiteX4" fmla="*/ 126238 w 127927"/>
                      <a:gd name="connsiteY4" fmla="*/ 54255 h 97842"/>
                      <a:gd name="connsiteX5" fmla="*/ 123857 w 127927"/>
                      <a:gd name="connsiteY5" fmla="*/ 78067 h 97842"/>
                      <a:gd name="connsiteX6" fmla="*/ 102427 w 127927"/>
                      <a:gd name="connsiteY6" fmla="*/ 92355 h 97842"/>
                      <a:gd name="connsiteX7" fmla="*/ 78613 w 127927"/>
                      <a:gd name="connsiteY7" fmla="*/ 97116 h 97842"/>
                      <a:gd name="connsiteX8" fmla="*/ 61945 w 127927"/>
                      <a:gd name="connsiteY8" fmla="*/ 78068 h 97842"/>
                      <a:gd name="connsiteX9" fmla="*/ 38132 w 127927"/>
                      <a:gd name="connsiteY9" fmla="*/ 73304 h 97842"/>
                      <a:gd name="connsiteX10" fmla="*/ 16699 w 127927"/>
                      <a:gd name="connsiteY10" fmla="*/ 68541 h 97842"/>
                      <a:gd name="connsiteX11" fmla="*/ 32 w 127927"/>
                      <a:gd name="connsiteY11" fmla="*/ 51874 h 97842"/>
                      <a:gd name="connsiteX12" fmla="*/ 14320 w 127927"/>
                      <a:gd name="connsiteY12" fmla="*/ 23298 h 97842"/>
                      <a:gd name="connsiteX0" fmla="*/ 14320 w 128980"/>
                      <a:gd name="connsiteY0" fmla="*/ 23291 h 97835"/>
                      <a:gd name="connsiteX1" fmla="*/ 69606 w 128980"/>
                      <a:gd name="connsiteY1" fmla="*/ 120 h 97835"/>
                      <a:gd name="connsiteX2" fmla="*/ 69088 w 128980"/>
                      <a:gd name="connsiteY2" fmla="*/ 32816 h 97835"/>
                      <a:gd name="connsiteX3" fmla="*/ 90520 w 128980"/>
                      <a:gd name="connsiteY3" fmla="*/ 6623 h 97835"/>
                      <a:gd name="connsiteX4" fmla="*/ 126238 w 128980"/>
                      <a:gd name="connsiteY4" fmla="*/ 54248 h 97835"/>
                      <a:gd name="connsiteX5" fmla="*/ 123857 w 128980"/>
                      <a:gd name="connsiteY5" fmla="*/ 78060 h 97835"/>
                      <a:gd name="connsiteX6" fmla="*/ 102427 w 128980"/>
                      <a:gd name="connsiteY6" fmla="*/ 92348 h 97835"/>
                      <a:gd name="connsiteX7" fmla="*/ 78613 w 128980"/>
                      <a:gd name="connsiteY7" fmla="*/ 97109 h 97835"/>
                      <a:gd name="connsiteX8" fmla="*/ 61945 w 128980"/>
                      <a:gd name="connsiteY8" fmla="*/ 78061 h 97835"/>
                      <a:gd name="connsiteX9" fmla="*/ 38132 w 128980"/>
                      <a:gd name="connsiteY9" fmla="*/ 73297 h 97835"/>
                      <a:gd name="connsiteX10" fmla="*/ 16699 w 128980"/>
                      <a:gd name="connsiteY10" fmla="*/ 68534 h 97835"/>
                      <a:gd name="connsiteX11" fmla="*/ 32 w 128980"/>
                      <a:gd name="connsiteY11" fmla="*/ 51867 h 97835"/>
                      <a:gd name="connsiteX12" fmla="*/ 14320 w 128980"/>
                      <a:gd name="connsiteY12" fmla="*/ 23291 h 97835"/>
                      <a:gd name="connsiteX0" fmla="*/ 14300 w 128960"/>
                      <a:gd name="connsiteY0" fmla="*/ 26067 h 100611"/>
                      <a:gd name="connsiteX1" fmla="*/ 29104 w 128960"/>
                      <a:gd name="connsiteY1" fmla="*/ 2896 h 100611"/>
                      <a:gd name="connsiteX2" fmla="*/ 69586 w 128960"/>
                      <a:gd name="connsiteY2" fmla="*/ 2896 h 100611"/>
                      <a:gd name="connsiteX3" fmla="*/ 69068 w 128960"/>
                      <a:gd name="connsiteY3" fmla="*/ 35592 h 100611"/>
                      <a:gd name="connsiteX4" fmla="*/ 90500 w 128960"/>
                      <a:gd name="connsiteY4" fmla="*/ 9399 h 100611"/>
                      <a:gd name="connsiteX5" fmla="*/ 126218 w 128960"/>
                      <a:gd name="connsiteY5" fmla="*/ 57024 h 100611"/>
                      <a:gd name="connsiteX6" fmla="*/ 123837 w 128960"/>
                      <a:gd name="connsiteY6" fmla="*/ 80836 h 100611"/>
                      <a:gd name="connsiteX7" fmla="*/ 102407 w 128960"/>
                      <a:gd name="connsiteY7" fmla="*/ 95124 h 100611"/>
                      <a:gd name="connsiteX8" fmla="*/ 78593 w 128960"/>
                      <a:gd name="connsiteY8" fmla="*/ 99885 h 100611"/>
                      <a:gd name="connsiteX9" fmla="*/ 61925 w 128960"/>
                      <a:gd name="connsiteY9" fmla="*/ 80837 h 100611"/>
                      <a:gd name="connsiteX10" fmla="*/ 38112 w 128960"/>
                      <a:gd name="connsiteY10" fmla="*/ 76073 h 100611"/>
                      <a:gd name="connsiteX11" fmla="*/ 16679 w 128960"/>
                      <a:gd name="connsiteY11" fmla="*/ 71310 h 100611"/>
                      <a:gd name="connsiteX12" fmla="*/ 12 w 128960"/>
                      <a:gd name="connsiteY12" fmla="*/ 54643 h 100611"/>
                      <a:gd name="connsiteX13" fmla="*/ 14300 w 128960"/>
                      <a:gd name="connsiteY13" fmla="*/ 26067 h 100611"/>
                      <a:gd name="connsiteX0" fmla="*/ 14300 w 128960"/>
                      <a:gd name="connsiteY0" fmla="*/ 26067 h 100611"/>
                      <a:gd name="connsiteX1" fmla="*/ 29104 w 128960"/>
                      <a:gd name="connsiteY1" fmla="*/ 2896 h 100611"/>
                      <a:gd name="connsiteX2" fmla="*/ 69586 w 128960"/>
                      <a:gd name="connsiteY2" fmla="*/ 2896 h 100611"/>
                      <a:gd name="connsiteX3" fmla="*/ 80974 w 128960"/>
                      <a:gd name="connsiteY3" fmla="*/ 42736 h 100611"/>
                      <a:gd name="connsiteX4" fmla="*/ 90500 w 128960"/>
                      <a:gd name="connsiteY4" fmla="*/ 9399 h 100611"/>
                      <a:gd name="connsiteX5" fmla="*/ 126218 w 128960"/>
                      <a:gd name="connsiteY5" fmla="*/ 57024 h 100611"/>
                      <a:gd name="connsiteX6" fmla="*/ 123837 w 128960"/>
                      <a:gd name="connsiteY6" fmla="*/ 80836 h 100611"/>
                      <a:gd name="connsiteX7" fmla="*/ 102407 w 128960"/>
                      <a:gd name="connsiteY7" fmla="*/ 95124 h 100611"/>
                      <a:gd name="connsiteX8" fmla="*/ 78593 w 128960"/>
                      <a:gd name="connsiteY8" fmla="*/ 99885 h 100611"/>
                      <a:gd name="connsiteX9" fmla="*/ 61925 w 128960"/>
                      <a:gd name="connsiteY9" fmla="*/ 80837 h 100611"/>
                      <a:gd name="connsiteX10" fmla="*/ 38112 w 128960"/>
                      <a:gd name="connsiteY10" fmla="*/ 76073 h 100611"/>
                      <a:gd name="connsiteX11" fmla="*/ 16679 w 128960"/>
                      <a:gd name="connsiteY11" fmla="*/ 71310 h 100611"/>
                      <a:gd name="connsiteX12" fmla="*/ 12 w 128960"/>
                      <a:gd name="connsiteY12" fmla="*/ 54643 h 100611"/>
                      <a:gd name="connsiteX13" fmla="*/ 14300 w 128960"/>
                      <a:gd name="connsiteY13" fmla="*/ 26067 h 100611"/>
                      <a:gd name="connsiteX0" fmla="*/ 14300 w 129840"/>
                      <a:gd name="connsiteY0" fmla="*/ 26067 h 100611"/>
                      <a:gd name="connsiteX1" fmla="*/ 29104 w 129840"/>
                      <a:gd name="connsiteY1" fmla="*/ 2896 h 100611"/>
                      <a:gd name="connsiteX2" fmla="*/ 69586 w 129840"/>
                      <a:gd name="connsiteY2" fmla="*/ 2896 h 100611"/>
                      <a:gd name="connsiteX3" fmla="*/ 80974 w 129840"/>
                      <a:gd name="connsiteY3" fmla="*/ 42736 h 100611"/>
                      <a:gd name="connsiteX4" fmla="*/ 78594 w 129840"/>
                      <a:gd name="connsiteY4" fmla="*/ 7017 h 100611"/>
                      <a:gd name="connsiteX5" fmla="*/ 126218 w 129840"/>
                      <a:gd name="connsiteY5" fmla="*/ 57024 h 100611"/>
                      <a:gd name="connsiteX6" fmla="*/ 123837 w 129840"/>
                      <a:gd name="connsiteY6" fmla="*/ 80836 h 100611"/>
                      <a:gd name="connsiteX7" fmla="*/ 102407 w 129840"/>
                      <a:gd name="connsiteY7" fmla="*/ 95124 h 100611"/>
                      <a:gd name="connsiteX8" fmla="*/ 78593 w 129840"/>
                      <a:gd name="connsiteY8" fmla="*/ 99885 h 100611"/>
                      <a:gd name="connsiteX9" fmla="*/ 61925 w 129840"/>
                      <a:gd name="connsiteY9" fmla="*/ 80837 h 100611"/>
                      <a:gd name="connsiteX10" fmla="*/ 38112 w 129840"/>
                      <a:gd name="connsiteY10" fmla="*/ 76073 h 100611"/>
                      <a:gd name="connsiteX11" fmla="*/ 16679 w 129840"/>
                      <a:gd name="connsiteY11" fmla="*/ 71310 h 100611"/>
                      <a:gd name="connsiteX12" fmla="*/ 12 w 129840"/>
                      <a:gd name="connsiteY12" fmla="*/ 54643 h 100611"/>
                      <a:gd name="connsiteX13" fmla="*/ 14300 w 129840"/>
                      <a:gd name="connsiteY13" fmla="*/ 26067 h 100611"/>
                      <a:gd name="connsiteX0" fmla="*/ 14300 w 127345"/>
                      <a:gd name="connsiteY0" fmla="*/ 26067 h 100611"/>
                      <a:gd name="connsiteX1" fmla="*/ 29104 w 127345"/>
                      <a:gd name="connsiteY1" fmla="*/ 2896 h 100611"/>
                      <a:gd name="connsiteX2" fmla="*/ 69586 w 127345"/>
                      <a:gd name="connsiteY2" fmla="*/ 2896 h 100611"/>
                      <a:gd name="connsiteX3" fmla="*/ 80974 w 127345"/>
                      <a:gd name="connsiteY3" fmla="*/ 42736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6067 h 100611"/>
                      <a:gd name="connsiteX1" fmla="*/ 29104 w 127345"/>
                      <a:gd name="connsiteY1" fmla="*/ 2896 h 100611"/>
                      <a:gd name="connsiteX2" fmla="*/ 69586 w 127345"/>
                      <a:gd name="connsiteY2" fmla="*/ 2896 h 100611"/>
                      <a:gd name="connsiteX3" fmla="*/ 79355 w 127345"/>
                      <a:gd name="connsiteY3" fmla="*/ 31300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6067 h 100611"/>
                      <a:gd name="connsiteX1" fmla="*/ 29104 w 127345"/>
                      <a:gd name="connsiteY1" fmla="*/ 2896 h 100611"/>
                      <a:gd name="connsiteX2" fmla="*/ 69586 w 127345"/>
                      <a:gd name="connsiteY2" fmla="*/ 2896 h 100611"/>
                      <a:gd name="connsiteX3" fmla="*/ 89071 w 127345"/>
                      <a:gd name="connsiteY3" fmla="*/ 32933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5515 h 100059"/>
                      <a:gd name="connsiteX1" fmla="*/ 29104 w 127345"/>
                      <a:gd name="connsiteY1" fmla="*/ 2344 h 100059"/>
                      <a:gd name="connsiteX2" fmla="*/ 69586 w 127345"/>
                      <a:gd name="connsiteY2" fmla="*/ 2344 h 100059"/>
                      <a:gd name="connsiteX3" fmla="*/ 74003 w 127345"/>
                      <a:gd name="connsiteY3" fmla="*/ 23445 h 100059"/>
                      <a:gd name="connsiteX4" fmla="*/ 89071 w 127345"/>
                      <a:gd name="connsiteY4" fmla="*/ 32381 h 100059"/>
                      <a:gd name="connsiteX5" fmla="*/ 78594 w 127345"/>
                      <a:gd name="connsiteY5" fmla="*/ 6465 h 100059"/>
                      <a:gd name="connsiteX6" fmla="*/ 112448 w 127345"/>
                      <a:gd name="connsiteY6" fmla="*/ 21394 h 100059"/>
                      <a:gd name="connsiteX7" fmla="*/ 126218 w 127345"/>
                      <a:gd name="connsiteY7" fmla="*/ 56472 h 100059"/>
                      <a:gd name="connsiteX8" fmla="*/ 123837 w 127345"/>
                      <a:gd name="connsiteY8" fmla="*/ 80284 h 100059"/>
                      <a:gd name="connsiteX9" fmla="*/ 102407 w 127345"/>
                      <a:gd name="connsiteY9" fmla="*/ 94572 h 100059"/>
                      <a:gd name="connsiteX10" fmla="*/ 78593 w 127345"/>
                      <a:gd name="connsiteY10" fmla="*/ 99333 h 100059"/>
                      <a:gd name="connsiteX11" fmla="*/ 61925 w 127345"/>
                      <a:gd name="connsiteY11" fmla="*/ 80285 h 100059"/>
                      <a:gd name="connsiteX12" fmla="*/ 38112 w 127345"/>
                      <a:gd name="connsiteY12" fmla="*/ 75521 h 100059"/>
                      <a:gd name="connsiteX13" fmla="*/ 16679 w 127345"/>
                      <a:gd name="connsiteY13" fmla="*/ 70758 h 100059"/>
                      <a:gd name="connsiteX14" fmla="*/ 12 w 127345"/>
                      <a:gd name="connsiteY14" fmla="*/ 54091 h 100059"/>
                      <a:gd name="connsiteX15" fmla="*/ 14300 w 127345"/>
                      <a:gd name="connsiteY15" fmla="*/ 25515 h 100059"/>
                      <a:gd name="connsiteX0" fmla="*/ 14300 w 127345"/>
                      <a:gd name="connsiteY0" fmla="*/ 25515 h 100059"/>
                      <a:gd name="connsiteX1" fmla="*/ 29104 w 127345"/>
                      <a:gd name="connsiteY1" fmla="*/ 2344 h 100059"/>
                      <a:gd name="connsiteX2" fmla="*/ 69586 w 127345"/>
                      <a:gd name="connsiteY2" fmla="*/ 2344 h 100059"/>
                      <a:gd name="connsiteX3" fmla="*/ 74003 w 127345"/>
                      <a:gd name="connsiteY3" fmla="*/ 23445 h 100059"/>
                      <a:gd name="connsiteX4" fmla="*/ 89071 w 127345"/>
                      <a:gd name="connsiteY4" fmla="*/ 32381 h 100059"/>
                      <a:gd name="connsiteX5" fmla="*/ 76432 w 127345"/>
                      <a:gd name="connsiteY5" fmla="*/ 20993 h 100059"/>
                      <a:gd name="connsiteX6" fmla="*/ 78594 w 127345"/>
                      <a:gd name="connsiteY6" fmla="*/ 6465 h 100059"/>
                      <a:gd name="connsiteX7" fmla="*/ 112448 w 127345"/>
                      <a:gd name="connsiteY7" fmla="*/ 21394 h 100059"/>
                      <a:gd name="connsiteX8" fmla="*/ 126218 w 127345"/>
                      <a:gd name="connsiteY8" fmla="*/ 56472 h 100059"/>
                      <a:gd name="connsiteX9" fmla="*/ 123837 w 127345"/>
                      <a:gd name="connsiteY9" fmla="*/ 80284 h 100059"/>
                      <a:gd name="connsiteX10" fmla="*/ 102407 w 127345"/>
                      <a:gd name="connsiteY10" fmla="*/ 94572 h 100059"/>
                      <a:gd name="connsiteX11" fmla="*/ 78593 w 127345"/>
                      <a:gd name="connsiteY11" fmla="*/ 99333 h 100059"/>
                      <a:gd name="connsiteX12" fmla="*/ 61925 w 127345"/>
                      <a:gd name="connsiteY12" fmla="*/ 80285 h 100059"/>
                      <a:gd name="connsiteX13" fmla="*/ 38112 w 127345"/>
                      <a:gd name="connsiteY13" fmla="*/ 75521 h 100059"/>
                      <a:gd name="connsiteX14" fmla="*/ 16679 w 127345"/>
                      <a:gd name="connsiteY14" fmla="*/ 70758 h 100059"/>
                      <a:gd name="connsiteX15" fmla="*/ 12 w 127345"/>
                      <a:gd name="connsiteY15" fmla="*/ 54091 h 100059"/>
                      <a:gd name="connsiteX16" fmla="*/ 14300 w 127345"/>
                      <a:gd name="connsiteY16" fmla="*/ 25515 h 10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345" h="100059">
                        <a:moveTo>
                          <a:pt x="14300" y="25515"/>
                        </a:moveTo>
                        <a:cubicBezTo>
                          <a:pt x="19149" y="16891"/>
                          <a:pt x="19890" y="6206"/>
                          <a:pt x="29104" y="2344"/>
                        </a:cubicBezTo>
                        <a:cubicBezTo>
                          <a:pt x="38318" y="-1518"/>
                          <a:pt x="61563" y="53"/>
                          <a:pt x="69586" y="2344"/>
                        </a:cubicBezTo>
                        <a:cubicBezTo>
                          <a:pt x="77609" y="4635"/>
                          <a:pt x="70756" y="18439"/>
                          <a:pt x="74003" y="23445"/>
                        </a:cubicBezTo>
                        <a:cubicBezTo>
                          <a:pt x="77251" y="28451"/>
                          <a:pt x="88666" y="32790"/>
                          <a:pt x="89071" y="32381"/>
                        </a:cubicBezTo>
                        <a:cubicBezTo>
                          <a:pt x="89476" y="31972"/>
                          <a:pt x="78178" y="25312"/>
                          <a:pt x="76432" y="20993"/>
                        </a:cubicBezTo>
                        <a:cubicBezTo>
                          <a:pt x="74686" y="16674"/>
                          <a:pt x="72591" y="6398"/>
                          <a:pt x="78594" y="6465"/>
                        </a:cubicBezTo>
                        <a:cubicBezTo>
                          <a:pt x="84597" y="6532"/>
                          <a:pt x="104511" y="13060"/>
                          <a:pt x="112448" y="21394"/>
                        </a:cubicBezTo>
                        <a:cubicBezTo>
                          <a:pt x="120385" y="29728"/>
                          <a:pt x="124320" y="46657"/>
                          <a:pt x="126218" y="56472"/>
                        </a:cubicBezTo>
                        <a:cubicBezTo>
                          <a:pt x="128116" y="66287"/>
                          <a:pt x="127806" y="73934"/>
                          <a:pt x="123837" y="80284"/>
                        </a:cubicBezTo>
                        <a:cubicBezTo>
                          <a:pt x="119869" y="86634"/>
                          <a:pt x="109948" y="91397"/>
                          <a:pt x="102407" y="94572"/>
                        </a:cubicBezTo>
                        <a:cubicBezTo>
                          <a:pt x="94866" y="97747"/>
                          <a:pt x="85340" y="101714"/>
                          <a:pt x="78593" y="99333"/>
                        </a:cubicBezTo>
                        <a:cubicBezTo>
                          <a:pt x="71846" y="96952"/>
                          <a:pt x="68672" y="84254"/>
                          <a:pt x="61925" y="80285"/>
                        </a:cubicBezTo>
                        <a:cubicBezTo>
                          <a:pt x="55178" y="76316"/>
                          <a:pt x="45653" y="77109"/>
                          <a:pt x="38112" y="75521"/>
                        </a:cubicBezTo>
                        <a:cubicBezTo>
                          <a:pt x="30571" y="73933"/>
                          <a:pt x="16679" y="70758"/>
                          <a:pt x="16679" y="70758"/>
                        </a:cubicBezTo>
                        <a:cubicBezTo>
                          <a:pt x="13901" y="69964"/>
                          <a:pt x="408" y="61631"/>
                          <a:pt x="12" y="54091"/>
                        </a:cubicBezTo>
                        <a:cubicBezTo>
                          <a:pt x="-384" y="46551"/>
                          <a:pt x="9451" y="34140"/>
                          <a:pt x="14300" y="25515"/>
                        </a:cubicBezTo>
                        <a:close/>
                      </a:path>
                    </a:pathLst>
                  </a:cu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172A5093-D8BC-54B6-C7F6-133DFB0EBB44}"/>
                      </a:ext>
                    </a:extLst>
                  </p:cNvPr>
                  <p:cNvSpPr/>
                  <p:nvPr/>
                </p:nvSpPr>
                <p:spPr>
                  <a:xfrm>
                    <a:off x="2963838" y="4120367"/>
                    <a:ext cx="34145" cy="20942"/>
                  </a:xfrm>
                  <a:custGeom>
                    <a:avLst/>
                    <a:gdLst>
                      <a:gd name="connsiteX0" fmla="*/ 0 w 71438"/>
                      <a:gd name="connsiteY0" fmla="*/ 0 h 26660"/>
                      <a:gd name="connsiteX1" fmla="*/ 42863 w 71438"/>
                      <a:gd name="connsiteY1" fmla="*/ 26194 h 26660"/>
                      <a:gd name="connsiteX2" fmla="*/ 71438 w 71438"/>
                      <a:gd name="connsiteY2" fmla="*/ 14288 h 26660"/>
                      <a:gd name="connsiteX0" fmla="*/ 0 w 71438"/>
                      <a:gd name="connsiteY0" fmla="*/ 0 h 17479"/>
                      <a:gd name="connsiteX1" fmla="*/ 39733 w 71438"/>
                      <a:gd name="connsiteY1" fmla="*/ 12309 h 17479"/>
                      <a:gd name="connsiteX2" fmla="*/ 71438 w 71438"/>
                      <a:gd name="connsiteY2" fmla="*/ 14288 h 17479"/>
                    </a:gdLst>
                    <a:ahLst/>
                    <a:cxnLst>
                      <a:cxn ang="0">
                        <a:pos x="connsiteX0" y="connsiteY0"/>
                      </a:cxn>
                      <a:cxn ang="0">
                        <a:pos x="connsiteX1" y="connsiteY1"/>
                      </a:cxn>
                      <a:cxn ang="0">
                        <a:pos x="connsiteX2" y="connsiteY2"/>
                      </a:cxn>
                    </a:cxnLst>
                    <a:rect l="l" t="t" r="r" b="b"/>
                    <a:pathLst>
                      <a:path w="71438" h="17479">
                        <a:moveTo>
                          <a:pt x="0" y="0"/>
                        </a:moveTo>
                        <a:cubicBezTo>
                          <a:pt x="15478" y="11906"/>
                          <a:pt x="27827" y="9928"/>
                          <a:pt x="39733" y="12309"/>
                        </a:cubicBezTo>
                        <a:cubicBezTo>
                          <a:pt x="51639" y="14690"/>
                          <a:pt x="63103" y="21431"/>
                          <a:pt x="71438" y="14288"/>
                        </a:cubicBezTo>
                      </a:path>
                    </a:pathLst>
                  </a:cu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51" name="Freeform: Shape 1350">
                  <a:extLst>
                    <a:ext uri="{FF2B5EF4-FFF2-40B4-BE49-F238E27FC236}">
                      <a16:creationId xmlns:a16="http://schemas.microsoft.com/office/drawing/2014/main" id="{75CEC933-95EE-0A0F-7348-48F307B7C7FB}"/>
                    </a:ext>
                  </a:extLst>
                </p:cNvPr>
                <p:cNvSpPr/>
                <p:nvPr/>
              </p:nvSpPr>
              <p:spPr>
                <a:xfrm rot="2339860" flipH="1" flipV="1">
                  <a:off x="1641982" y="4227400"/>
                  <a:ext cx="151774" cy="40769"/>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492" h="22767">
                      <a:moveTo>
                        <a:pt x="770" y="22733"/>
                      </a:moveTo>
                      <a:cubicBezTo>
                        <a:pt x="3472" y="21798"/>
                        <a:pt x="12949" y="683"/>
                        <a:pt x="22871" y="3461"/>
                      </a:cubicBezTo>
                      <a:cubicBezTo>
                        <a:pt x="30854" y="4116"/>
                        <a:pt x="35060" y="-2966"/>
                        <a:pt x="40670" y="1470"/>
                      </a:cubicBezTo>
                      <a:cubicBezTo>
                        <a:pt x="46280" y="5906"/>
                        <a:pt x="54450" y="14634"/>
                        <a:pt x="53401" y="16380"/>
                      </a:cubicBezTo>
                      <a:cubicBezTo>
                        <a:pt x="52352" y="18126"/>
                        <a:pt x="41618" y="11898"/>
                        <a:pt x="34377" y="11946"/>
                      </a:cubicBezTo>
                      <a:cubicBezTo>
                        <a:pt x="27136" y="11994"/>
                        <a:pt x="20162" y="16104"/>
                        <a:pt x="15408" y="14657"/>
                      </a:cubicBezTo>
                      <a:cubicBezTo>
                        <a:pt x="10654" y="13210"/>
                        <a:pt x="10256" y="12619"/>
                        <a:pt x="6661" y="9069"/>
                      </a:cubicBezTo>
                      <a:cubicBezTo>
                        <a:pt x="3066" y="5519"/>
                        <a:pt x="-1932" y="23668"/>
                        <a:pt x="770" y="2273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Freeform: Shape 1351">
                  <a:extLst>
                    <a:ext uri="{FF2B5EF4-FFF2-40B4-BE49-F238E27FC236}">
                      <a16:creationId xmlns:a16="http://schemas.microsoft.com/office/drawing/2014/main" id="{7F4C4D47-484B-E495-0797-A48EB302DBE1}"/>
                    </a:ext>
                  </a:extLst>
                </p:cNvPr>
                <p:cNvSpPr/>
                <p:nvPr/>
              </p:nvSpPr>
              <p:spPr>
                <a:xfrm>
                  <a:off x="1735808" y="3842353"/>
                  <a:ext cx="34588" cy="69745"/>
                </a:xfrm>
                <a:custGeom>
                  <a:avLst/>
                  <a:gdLst>
                    <a:gd name="connsiteX0" fmla="*/ 7144 w 16836"/>
                    <a:gd name="connsiteY0" fmla="*/ 0 h 87809"/>
                    <a:gd name="connsiteX1" fmla="*/ 16669 w 16836"/>
                    <a:gd name="connsiteY1" fmla="*/ 83344 h 87809"/>
                    <a:gd name="connsiteX2" fmla="*/ 0 w 16836"/>
                    <a:gd name="connsiteY2" fmla="*/ 69057 h 87809"/>
                    <a:gd name="connsiteX0" fmla="*/ 7144 w 12737"/>
                    <a:gd name="connsiteY0" fmla="*/ 0 h 72110"/>
                    <a:gd name="connsiteX1" fmla="*/ 12284 w 12737"/>
                    <a:gd name="connsiteY1" fmla="*/ 39027 h 72110"/>
                    <a:gd name="connsiteX2" fmla="*/ 0 w 12737"/>
                    <a:gd name="connsiteY2" fmla="*/ 69057 h 72110"/>
                  </a:gdLst>
                  <a:ahLst/>
                  <a:cxnLst>
                    <a:cxn ang="0">
                      <a:pos x="connsiteX0" y="connsiteY0"/>
                    </a:cxn>
                    <a:cxn ang="0">
                      <a:pos x="connsiteX1" y="connsiteY1"/>
                    </a:cxn>
                    <a:cxn ang="0">
                      <a:pos x="connsiteX2" y="connsiteY2"/>
                    </a:cxn>
                  </a:cxnLst>
                  <a:rect l="l" t="t" r="r" b="b"/>
                  <a:pathLst>
                    <a:path w="12737" h="72110">
                      <a:moveTo>
                        <a:pt x="7144" y="0"/>
                      </a:moveTo>
                      <a:cubicBezTo>
                        <a:pt x="12502" y="35917"/>
                        <a:pt x="13475" y="27518"/>
                        <a:pt x="12284" y="39027"/>
                      </a:cubicBezTo>
                      <a:cubicBezTo>
                        <a:pt x="11093" y="50536"/>
                        <a:pt x="7739" y="81955"/>
                        <a:pt x="0" y="69057"/>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Freeform: Shape 1358">
                  <a:extLst>
                    <a:ext uri="{FF2B5EF4-FFF2-40B4-BE49-F238E27FC236}">
                      <a16:creationId xmlns:a16="http://schemas.microsoft.com/office/drawing/2014/main" id="{DEF9F620-E085-AEF4-59B7-304444CF00E6}"/>
                    </a:ext>
                  </a:extLst>
                </p:cNvPr>
                <p:cNvSpPr/>
                <p:nvPr/>
              </p:nvSpPr>
              <p:spPr>
                <a:xfrm>
                  <a:off x="1669256" y="3907622"/>
                  <a:ext cx="143022" cy="81144"/>
                </a:xfrm>
                <a:custGeom>
                  <a:avLst/>
                  <a:gdLst>
                    <a:gd name="connsiteX0" fmla="*/ 0 w 143022"/>
                    <a:gd name="connsiteY0" fmla="*/ 23822 h 81144"/>
                    <a:gd name="connsiteX1" fmla="*/ 57150 w 143022"/>
                    <a:gd name="connsiteY1" fmla="*/ 9 h 81144"/>
                    <a:gd name="connsiteX2" fmla="*/ 114300 w 143022"/>
                    <a:gd name="connsiteY2" fmla="*/ 26203 h 81144"/>
                    <a:gd name="connsiteX3" fmla="*/ 142875 w 143022"/>
                    <a:gd name="connsiteY3" fmla="*/ 33347 h 81144"/>
                    <a:gd name="connsiteX4" fmla="*/ 126207 w 143022"/>
                    <a:gd name="connsiteY4" fmla="*/ 73828 h 81144"/>
                    <a:gd name="connsiteX5" fmla="*/ 116682 w 143022"/>
                    <a:gd name="connsiteY5" fmla="*/ 80972 h 8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022" h="81144">
                      <a:moveTo>
                        <a:pt x="0" y="23822"/>
                      </a:moveTo>
                      <a:cubicBezTo>
                        <a:pt x="19050" y="11717"/>
                        <a:pt x="38100" y="-388"/>
                        <a:pt x="57150" y="9"/>
                      </a:cubicBezTo>
                      <a:cubicBezTo>
                        <a:pt x="76200" y="406"/>
                        <a:pt x="100012" y="20647"/>
                        <a:pt x="114300" y="26203"/>
                      </a:cubicBezTo>
                      <a:cubicBezTo>
                        <a:pt x="128588" y="31759"/>
                        <a:pt x="140891" y="25410"/>
                        <a:pt x="142875" y="33347"/>
                      </a:cubicBezTo>
                      <a:cubicBezTo>
                        <a:pt x="144860" y="41285"/>
                        <a:pt x="126207" y="73828"/>
                        <a:pt x="126207" y="73828"/>
                      </a:cubicBezTo>
                      <a:cubicBezTo>
                        <a:pt x="121842" y="81765"/>
                        <a:pt x="119262" y="81368"/>
                        <a:pt x="116682" y="80972"/>
                      </a:cubicBezTo>
                    </a:path>
                  </a:pathLst>
                </a:custGeom>
                <a:ln w="31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60" name="Freeform: Shape 1359">
                  <a:extLst>
                    <a:ext uri="{FF2B5EF4-FFF2-40B4-BE49-F238E27FC236}">
                      <a16:creationId xmlns:a16="http://schemas.microsoft.com/office/drawing/2014/main" id="{69EA5917-92B0-C1A1-294A-6957AFC927A9}"/>
                    </a:ext>
                  </a:extLst>
                </p:cNvPr>
                <p:cNvSpPr/>
                <p:nvPr/>
              </p:nvSpPr>
              <p:spPr>
                <a:xfrm>
                  <a:off x="1642203" y="3818346"/>
                  <a:ext cx="108281" cy="87673"/>
                </a:xfrm>
                <a:custGeom>
                  <a:avLst/>
                  <a:gdLst>
                    <a:gd name="connsiteX0" fmla="*/ 55145 w 111922"/>
                    <a:gd name="connsiteY0" fmla="*/ 2648 h 74565"/>
                    <a:gd name="connsiteX1" fmla="*/ 107533 w 111922"/>
                    <a:gd name="connsiteY1" fmla="*/ 19317 h 74565"/>
                    <a:gd name="connsiteX2" fmla="*/ 102770 w 111922"/>
                    <a:gd name="connsiteY2" fmla="*/ 57417 h 74565"/>
                    <a:gd name="connsiteX3" fmla="*/ 52764 w 111922"/>
                    <a:gd name="connsiteY3" fmla="*/ 57417 h 74565"/>
                    <a:gd name="connsiteX4" fmla="*/ 376 w 111922"/>
                    <a:gd name="connsiteY4" fmla="*/ 74086 h 74565"/>
                    <a:gd name="connsiteX5" fmla="*/ 55145 w 111922"/>
                    <a:gd name="connsiteY5" fmla="*/ 2648 h 7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922" h="74565">
                      <a:moveTo>
                        <a:pt x="55145" y="2648"/>
                      </a:moveTo>
                      <a:cubicBezTo>
                        <a:pt x="73004" y="-6480"/>
                        <a:pt x="99595" y="10189"/>
                        <a:pt x="107533" y="19317"/>
                      </a:cubicBezTo>
                      <a:cubicBezTo>
                        <a:pt x="115471" y="28445"/>
                        <a:pt x="111898" y="51067"/>
                        <a:pt x="102770" y="57417"/>
                      </a:cubicBezTo>
                      <a:cubicBezTo>
                        <a:pt x="93642" y="63767"/>
                        <a:pt x="69830" y="54639"/>
                        <a:pt x="52764" y="57417"/>
                      </a:cubicBezTo>
                      <a:cubicBezTo>
                        <a:pt x="35698" y="60195"/>
                        <a:pt x="5138" y="77658"/>
                        <a:pt x="376" y="74086"/>
                      </a:cubicBezTo>
                      <a:cubicBezTo>
                        <a:pt x="-4386" y="70514"/>
                        <a:pt x="37286" y="11776"/>
                        <a:pt x="55145" y="2648"/>
                      </a:cubicBezTo>
                      <a:close/>
                    </a:path>
                  </a:pathLst>
                </a:cu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Freeform: Shape 1360">
                  <a:extLst>
                    <a:ext uri="{FF2B5EF4-FFF2-40B4-BE49-F238E27FC236}">
                      <a16:creationId xmlns:a16="http://schemas.microsoft.com/office/drawing/2014/main" id="{D9779A76-91DB-7D30-F199-3117DB8D1345}"/>
                    </a:ext>
                  </a:extLst>
                </p:cNvPr>
                <p:cNvSpPr/>
                <p:nvPr/>
              </p:nvSpPr>
              <p:spPr>
                <a:xfrm>
                  <a:off x="1640467" y="3930438"/>
                  <a:ext cx="138532" cy="44523"/>
                </a:xfrm>
                <a:custGeom>
                  <a:avLst/>
                  <a:gdLst>
                    <a:gd name="connsiteX0" fmla="*/ 55145 w 111922"/>
                    <a:gd name="connsiteY0" fmla="*/ 2648 h 74565"/>
                    <a:gd name="connsiteX1" fmla="*/ 107533 w 111922"/>
                    <a:gd name="connsiteY1" fmla="*/ 19317 h 74565"/>
                    <a:gd name="connsiteX2" fmla="*/ 102770 w 111922"/>
                    <a:gd name="connsiteY2" fmla="*/ 57417 h 74565"/>
                    <a:gd name="connsiteX3" fmla="*/ 52764 w 111922"/>
                    <a:gd name="connsiteY3" fmla="*/ 57417 h 74565"/>
                    <a:gd name="connsiteX4" fmla="*/ 376 w 111922"/>
                    <a:gd name="connsiteY4" fmla="*/ 74086 h 74565"/>
                    <a:gd name="connsiteX5" fmla="*/ 55145 w 111922"/>
                    <a:gd name="connsiteY5" fmla="*/ 2648 h 74565"/>
                    <a:gd name="connsiteX0" fmla="*/ 55189 w 138497"/>
                    <a:gd name="connsiteY0" fmla="*/ 5140 h 77057"/>
                    <a:gd name="connsiteX1" fmla="*/ 137113 w 138497"/>
                    <a:gd name="connsiteY1" fmla="*/ 11683 h 77057"/>
                    <a:gd name="connsiteX2" fmla="*/ 102814 w 138497"/>
                    <a:gd name="connsiteY2" fmla="*/ 59909 h 77057"/>
                    <a:gd name="connsiteX3" fmla="*/ 52808 w 138497"/>
                    <a:gd name="connsiteY3" fmla="*/ 59909 h 77057"/>
                    <a:gd name="connsiteX4" fmla="*/ 420 w 138497"/>
                    <a:gd name="connsiteY4" fmla="*/ 76578 h 77057"/>
                    <a:gd name="connsiteX5" fmla="*/ 55189 w 138497"/>
                    <a:gd name="connsiteY5" fmla="*/ 5140 h 77057"/>
                    <a:gd name="connsiteX0" fmla="*/ 55189 w 138982"/>
                    <a:gd name="connsiteY0" fmla="*/ 4322 h 76239"/>
                    <a:gd name="connsiteX1" fmla="*/ 137113 w 138982"/>
                    <a:gd name="connsiteY1" fmla="*/ 10865 h 76239"/>
                    <a:gd name="connsiteX2" fmla="*/ 107736 w 138982"/>
                    <a:gd name="connsiteY2" fmla="*/ 34789 h 76239"/>
                    <a:gd name="connsiteX3" fmla="*/ 52808 w 138982"/>
                    <a:gd name="connsiteY3" fmla="*/ 59091 h 76239"/>
                    <a:gd name="connsiteX4" fmla="*/ 420 w 138982"/>
                    <a:gd name="connsiteY4" fmla="*/ 75760 h 76239"/>
                    <a:gd name="connsiteX5" fmla="*/ 55189 w 138982"/>
                    <a:gd name="connsiteY5" fmla="*/ 4322 h 76239"/>
                    <a:gd name="connsiteX0" fmla="*/ 54773 w 138566"/>
                    <a:gd name="connsiteY0" fmla="*/ 4322 h 76416"/>
                    <a:gd name="connsiteX1" fmla="*/ 136697 w 138566"/>
                    <a:gd name="connsiteY1" fmla="*/ 10865 h 76416"/>
                    <a:gd name="connsiteX2" fmla="*/ 107320 w 138566"/>
                    <a:gd name="connsiteY2" fmla="*/ 34789 h 76416"/>
                    <a:gd name="connsiteX3" fmla="*/ 52392 w 138566"/>
                    <a:gd name="connsiteY3" fmla="*/ 40864 h 76416"/>
                    <a:gd name="connsiteX4" fmla="*/ 4 w 138566"/>
                    <a:gd name="connsiteY4" fmla="*/ 75760 h 76416"/>
                    <a:gd name="connsiteX5" fmla="*/ 54773 w 138566"/>
                    <a:gd name="connsiteY5" fmla="*/ 4322 h 76416"/>
                    <a:gd name="connsiteX0" fmla="*/ 59694 w 143487"/>
                    <a:gd name="connsiteY0" fmla="*/ 1268 h 38670"/>
                    <a:gd name="connsiteX1" fmla="*/ 141618 w 143487"/>
                    <a:gd name="connsiteY1" fmla="*/ 7811 h 38670"/>
                    <a:gd name="connsiteX2" fmla="*/ 112241 w 143487"/>
                    <a:gd name="connsiteY2" fmla="*/ 31735 h 38670"/>
                    <a:gd name="connsiteX3" fmla="*/ 57313 w 143487"/>
                    <a:gd name="connsiteY3" fmla="*/ 37810 h 38670"/>
                    <a:gd name="connsiteX4" fmla="*/ 2 w 143487"/>
                    <a:gd name="connsiteY4" fmla="*/ 30176 h 38670"/>
                    <a:gd name="connsiteX5" fmla="*/ 59694 w 143487"/>
                    <a:gd name="connsiteY5" fmla="*/ 1268 h 38670"/>
                    <a:gd name="connsiteX0" fmla="*/ 59704 w 143497"/>
                    <a:gd name="connsiteY0" fmla="*/ 1268 h 37859"/>
                    <a:gd name="connsiteX1" fmla="*/ 141628 w 143497"/>
                    <a:gd name="connsiteY1" fmla="*/ 7811 h 37859"/>
                    <a:gd name="connsiteX2" fmla="*/ 112251 w 143497"/>
                    <a:gd name="connsiteY2" fmla="*/ 31735 h 37859"/>
                    <a:gd name="connsiteX3" fmla="*/ 57323 w 143497"/>
                    <a:gd name="connsiteY3" fmla="*/ 37810 h 37859"/>
                    <a:gd name="connsiteX4" fmla="*/ 54370 w 143497"/>
                    <a:gd name="connsiteY4" fmla="*/ 25158 h 37859"/>
                    <a:gd name="connsiteX5" fmla="*/ 12 w 143497"/>
                    <a:gd name="connsiteY5" fmla="*/ 30176 h 37859"/>
                    <a:gd name="connsiteX6" fmla="*/ 59704 w 143497"/>
                    <a:gd name="connsiteY6" fmla="*/ 1268 h 37859"/>
                    <a:gd name="connsiteX0" fmla="*/ 59704 w 143190"/>
                    <a:gd name="connsiteY0" fmla="*/ 1268 h 37867"/>
                    <a:gd name="connsiteX1" fmla="*/ 141628 w 143190"/>
                    <a:gd name="connsiteY1" fmla="*/ 7811 h 37867"/>
                    <a:gd name="connsiteX2" fmla="*/ 112251 w 143190"/>
                    <a:gd name="connsiteY2" fmla="*/ 31735 h 37867"/>
                    <a:gd name="connsiteX3" fmla="*/ 96213 w 143190"/>
                    <a:gd name="connsiteY3" fmla="*/ 25159 h 37867"/>
                    <a:gd name="connsiteX4" fmla="*/ 57323 w 143190"/>
                    <a:gd name="connsiteY4" fmla="*/ 37810 h 37867"/>
                    <a:gd name="connsiteX5" fmla="*/ 54370 w 143190"/>
                    <a:gd name="connsiteY5" fmla="*/ 25158 h 37867"/>
                    <a:gd name="connsiteX6" fmla="*/ 12 w 143190"/>
                    <a:gd name="connsiteY6" fmla="*/ 30176 h 37867"/>
                    <a:gd name="connsiteX7" fmla="*/ 59704 w 143190"/>
                    <a:gd name="connsiteY7" fmla="*/ 1268 h 3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190" h="37867">
                      <a:moveTo>
                        <a:pt x="59704" y="1268"/>
                      </a:moveTo>
                      <a:cubicBezTo>
                        <a:pt x="83307" y="-2459"/>
                        <a:pt x="132870" y="2733"/>
                        <a:pt x="141628" y="7811"/>
                      </a:cubicBezTo>
                      <a:cubicBezTo>
                        <a:pt x="150386" y="12889"/>
                        <a:pt x="119820" y="28844"/>
                        <a:pt x="112251" y="31735"/>
                      </a:cubicBezTo>
                      <a:cubicBezTo>
                        <a:pt x="104682" y="34626"/>
                        <a:pt x="105368" y="24147"/>
                        <a:pt x="96213" y="25159"/>
                      </a:cubicBezTo>
                      <a:cubicBezTo>
                        <a:pt x="87058" y="26172"/>
                        <a:pt x="63066" y="38823"/>
                        <a:pt x="57323" y="37810"/>
                      </a:cubicBezTo>
                      <a:cubicBezTo>
                        <a:pt x="51580" y="36797"/>
                        <a:pt x="63922" y="26430"/>
                        <a:pt x="54370" y="25158"/>
                      </a:cubicBezTo>
                      <a:cubicBezTo>
                        <a:pt x="44818" y="23886"/>
                        <a:pt x="-877" y="34158"/>
                        <a:pt x="12" y="30176"/>
                      </a:cubicBezTo>
                      <a:cubicBezTo>
                        <a:pt x="901" y="26194"/>
                        <a:pt x="36101" y="4996"/>
                        <a:pt x="59704" y="1268"/>
                      </a:cubicBezTo>
                      <a:close/>
                    </a:path>
                  </a:pathLst>
                </a:cu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Freeform: Shape 1362">
                  <a:extLst>
                    <a:ext uri="{FF2B5EF4-FFF2-40B4-BE49-F238E27FC236}">
                      <a16:creationId xmlns:a16="http://schemas.microsoft.com/office/drawing/2014/main" id="{60E25E39-8EE0-79AE-3202-7FB924EEE8B9}"/>
                    </a:ext>
                  </a:extLst>
                </p:cNvPr>
                <p:cNvSpPr/>
                <p:nvPr/>
              </p:nvSpPr>
              <p:spPr>
                <a:xfrm>
                  <a:off x="1490764" y="4303015"/>
                  <a:ext cx="281325" cy="248176"/>
                </a:xfrm>
                <a:custGeom>
                  <a:avLst/>
                  <a:gdLst>
                    <a:gd name="connsiteX0" fmla="*/ 963 w 93013"/>
                    <a:gd name="connsiteY0" fmla="*/ 10943 h 63947"/>
                    <a:gd name="connsiteX1" fmla="*/ 55732 w 93013"/>
                    <a:gd name="connsiteY1" fmla="*/ 1418 h 63947"/>
                    <a:gd name="connsiteX2" fmla="*/ 55732 w 93013"/>
                    <a:gd name="connsiteY2" fmla="*/ 32374 h 63947"/>
                    <a:gd name="connsiteX3" fmla="*/ 62875 w 93013"/>
                    <a:gd name="connsiteY3" fmla="*/ 20468 h 63947"/>
                    <a:gd name="connsiteX4" fmla="*/ 89069 w 93013"/>
                    <a:gd name="connsiteY4" fmla="*/ 20468 h 63947"/>
                    <a:gd name="connsiteX5" fmla="*/ 91450 w 93013"/>
                    <a:gd name="connsiteY5" fmla="*/ 60949 h 63947"/>
                    <a:gd name="connsiteX6" fmla="*/ 74782 w 93013"/>
                    <a:gd name="connsiteY6" fmla="*/ 60949 h 63947"/>
                    <a:gd name="connsiteX7" fmla="*/ 24775 w 93013"/>
                    <a:gd name="connsiteY7" fmla="*/ 60949 h 63947"/>
                    <a:gd name="connsiteX8" fmla="*/ 963 w 93013"/>
                    <a:gd name="connsiteY8" fmla="*/ 10943 h 63947"/>
                    <a:gd name="connsiteX0" fmla="*/ 838 w 92888"/>
                    <a:gd name="connsiteY0" fmla="*/ 10943 h 63947"/>
                    <a:gd name="connsiteX1" fmla="*/ 52973 w 92888"/>
                    <a:gd name="connsiteY1" fmla="*/ 1418 h 63947"/>
                    <a:gd name="connsiteX2" fmla="*/ 55607 w 92888"/>
                    <a:gd name="connsiteY2" fmla="*/ 32374 h 63947"/>
                    <a:gd name="connsiteX3" fmla="*/ 62750 w 92888"/>
                    <a:gd name="connsiteY3" fmla="*/ 20468 h 63947"/>
                    <a:gd name="connsiteX4" fmla="*/ 88944 w 92888"/>
                    <a:gd name="connsiteY4" fmla="*/ 20468 h 63947"/>
                    <a:gd name="connsiteX5" fmla="*/ 91325 w 92888"/>
                    <a:gd name="connsiteY5" fmla="*/ 60949 h 63947"/>
                    <a:gd name="connsiteX6" fmla="*/ 74657 w 92888"/>
                    <a:gd name="connsiteY6" fmla="*/ 60949 h 63947"/>
                    <a:gd name="connsiteX7" fmla="*/ 24650 w 92888"/>
                    <a:gd name="connsiteY7" fmla="*/ 60949 h 63947"/>
                    <a:gd name="connsiteX8" fmla="*/ 838 w 92888"/>
                    <a:gd name="connsiteY8" fmla="*/ 10943 h 63947"/>
                    <a:gd name="connsiteX0" fmla="*/ 458 w 92508"/>
                    <a:gd name="connsiteY0" fmla="*/ 12041 h 65045"/>
                    <a:gd name="connsiteX1" fmla="*/ 43813 w 92508"/>
                    <a:gd name="connsiteY1" fmla="*/ 1250 h 65045"/>
                    <a:gd name="connsiteX2" fmla="*/ 55227 w 92508"/>
                    <a:gd name="connsiteY2" fmla="*/ 33472 h 65045"/>
                    <a:gd name="connsiteX3" fmla="*/ 62370 w 92508"/>
                    <a:gd name="connsiteY3" fmla="*/ 21566 h 65045"/>
                    <a:gd name="connsiteX4" fmla="*/ 88564 w 92508"/>
                    <a:gd name="connsiteY4" fmla="*/ 21566 h 65045"/>
                    <a:gd name="connsiteX5" fmla="*/ 90945 w 92508"/>
                    <a:gd name="connsiteY5" fmla="*/ 62047 h 65045"/>
                    <a:gd name="connsiteX6" fmla="*/ 74277 w 92508"/>
                    <a:gd name="connsiteY6" fmla="*/ 62047 h 65045"/>
                    <a:gd name="connsiteX7" fmla="*/ 24270 w 92508"/>
                    <a:gd name="connsiteY7" fmla="*/ 62047 h 65045"/>
                    <a:gd name="connsiteX8" fmla="*/ 458 w 92508"/>
                    <a:gd name="connsiteY8" fmla="*/ 12041 h 65045"/>
                    <a:gd name="connsiteX0" fmla="*/ 9300 w 101350"/>
                    <a:gd name="connsiteY0" fmla="*/ 11695 h 64699"/>
                    <a:gd name="connsiteX1" fmla="*/ 52655 w 101350"/>
                    <a:gd name="connsiteY1" fmla="*/ 904 h 64699"/>
                    <a:gd name="connsiteX2" fmla="*/ 64069 w 101350"/>
                    <a:gd name="connsiteY2" fmla="*/ 33126 h 64699"/>
                    <a:gd name="connsiteX3" fmla="*/ 71212 w 101350"/>
                    <a:gd name="connsiteY3" fmla="*/ 21220 h 64699"/>
                    <a:gd name="connsiteX4" fmla="*/ 97406 w 101350"/>
                    <a:gd name="connsiteY4" fmla="*/ 21220 h 64699"/>
                    <a:gd name="connsiteX5" fmla="*/ 99787 w 101350"/>
                    <a:gd name="connsiteY5" fmla="*/ 61701 h 64699"/>
                    <a:gd name="connsiteX6" fmla="*/ 83119 w 101350"/>
                    <a:gd name="connsiteY6" fmla="*/ 61701 h 64699"/>
                    <a:gd name="connsiteX7" fmla="*/ 33112 w 101350"/>
                    <a:gd name="connsiteY7" fmla="*/ 61701 h 64699"/>
                    <a:gd name="connsiteX8" fmla="*/ 1718 w 101350"/>
                    <a:gd name="connsiteY8" fmla="*/ 40713 h 64699"/>
                    <a:gd name="connsiteX9" fmla="*/ 9300 w 101350"/>
                    <a:gd name="connsiteY9" fmla="*/ 11695 h 64699"/>
                    <a:gd name="connsiteX0" fmla="*/ 9300 w 101350"/>
                    <a:gd name="connsiteY0" fmla="*/ 7690 h 65760"/>
                    <a:gd name="connsiteX1" fmla="*/ 52655 w 101350"/>
                    <a:gd name="connsiteY1" fmla="*/ 1965 h 65760"/>
                    <a:gd name="connsiteX2" fmla="*/ 64069 w 101350"/>
                    <a:gd name="connsiteY2" fmla="*/ 34187 h 65760"/>
                    <a:gd name="connsiteX3" fmla="*/ 71212 w 101350"/>
                    <a:gd name="connsiteY3" fmla="*/ 22281 h 65760"/>
                    <a:gd name="connsiteX4" fmla="*/ 97406 w 101350"/>
                    <a:gd name="connsiteY4" fmla="*/ 22281 h 65760"/>
                    <a:gd name="connsiteX5" fmla="*/ 99787 w 101350"/>
                    <a:gd name="connsiteY5" fmla="*/ 62762 h 65760"/>
                    <a:gd name="connsiteX6" fmla="*/ 83119 w 101350"/>
                    <a:gd name="connsiteY6" fmla="*/ 62762 h 65760"/>
                    <a:gd name="connsiteX7" fmla="*/ 33112 w 101350"/>
                    <a:gd name="connsiteY7" fmla="*/ 62762 h 65760"/>
                    <a:gd name="connsiteX8" fmla="*/ 1718 w 101350"/>
                    <a:gd name="connsiteY8" fmla="*/ 41774 h 65760"/>
                    <a:gd name="connsiteX9" fmla="*/ 9300 w 101350"/>
                    <a:gd name="connsiteY9" fmla="*/ 7690 h 65760"/>
                    <a:gd name="connsiteX0" fmla="*/ 9300 w 101782"/>
                    <a:gd name="connsiteY0" fmla="*/ 7690 h 65760"/>
                    <a:gd name="connsiteX1" fmla="*/ 52655 w 101782"/>
                    <a:gd name="connsiteY1" fmla="*/ 1965 h 65760"/>
                    <a:gd name="connsiteX2" fmla="*/ 64069 w 101782"/>
                    <a:gd name="connsiteY2" fmla="*/ 34187 h 65760"/>
                    <a:gd name="connsiteX3" fmla="*/ 63309 w 101782"/>
                    <a:gd name="connsiteY3" fmla="*/ 12148 h 65760"/>
                    <a:gd name="connsiteX4" fmla="*/ 97406 w 101782"/>
                    <a:gd name="connsiteY4" fmla="*/ 22281 h 65760"/>
                    <a:gd name="connsiteX5" fmla="*/ 99787 w 101782"/>
                    <a:gd name="connsiteY5" fmla="*/ 62762 h 65760"/>
                    <a:gd name="connsiteX6" fmla="*/ 83119 w 101782"/>
                    <a:gd name="connsiteY6" fmla="*/ 62762 h 65760"/>
                    <a:gd name="connsiteX7" fmla="*/ 33112 w 101782"/>
                    <a:gd name="connsiteY7" fmla="*/ 62762 h 65760"/>
                    <a:gd name="connsiteX8" fmla="*/ 1718 w 101782"/>
                    <a:gd name="connsiteY8" fmla="*/ 41774 h 65760"/>
                    <a:gd name="connsiteX9" fmla="*/ 9300 w 101782"/>
                    <a:gd name="connsiteY9" fmla="*/ 7690 h 65760"/>
                    <a:gd name="connsiteX0" fmla="*/ 9300 w 104014"/>
                    <a:gd name="connsiteY0" fmla="*/ 7690 h 65807"/>
                    <a:gd name="connsiteX1" fmla="*/ 52655 w 104014"/>
                    <a:gd name="connsiteY1" fmla="*/ 1965 h 65807"/>
                    <a:gd name="connsiteX2" fmla="*/ 64069 w 104014"/>
                    <a:gd name="connsiteY2" fmla="*/ 34187 h 65807"/>
                    <a:gd name="connsiteX3" fmla="*/ 63309 w 104014"/>
                    <a:gd name="connsiteY3" fmla="*/ 12148 h 65807"/>
                    <a:gd name="connsiteX4" fmla="*/ 100918 w 104014"/>
                    <a:gd name="connsiteY4" fmla="*/ 21648 h 65807"/>
                    <a:gd name="connsiteX5" fmla="*/ 99787 w 104014"/>
                    <a:gd name="connsiteY5" fmla="*/ 62762 h 65807"/>
                    <a:gd name="connsiteX6" fmla="*/ 83119 w 104014"/>
                    <a:gd name="connsiteY6" fmla="*/ 62762 h 65807"/>
                    <a:gd name="connsiteX7" fmla="*/ 33112 w 104014"/>
                    <a:gd name="connsiteY7" fmla="*/ 62762 h 65807"/>
                    <a:gd name="connsiteX8" fmla="*/ 1718 w 104014"/>
                    <a:gd name="connsiteY8" fmla="*/ 41774 h 65807"/>
                    <a:gd name="connsiteX9" fmla="*/ 9300 w 104014"/>
                    <a:gd name="connsiteY9" fmla="*/ 7690 h 65807"/>
                    <a:gd name="connsiteX0" fmla="*/ 9300 w 104424"/>
                    <a:gd name="connsiteY0" fmla="*/ 7690 h 67126"/>
                    <a:gd name="connsiteX1" fmla="*/ 52655 w 104424"/>
                    <a:gd name="connsiteY1" fmla="*/ 1965 h 67126"/>
                    <a:gd name="connsiteX2" fmla="*/ 64069 w 104424"/>
                    <a:gd name="connsiteY2" fmla="*/ 34187 h 67126"/>
                    <a:gd name="connsiteX3" fmla="*/ 63309 w 104424"/>
                    <a:gd name="connsiteY3" fmla="*/ 12148 h 67126"/>
                    <a:gd name="connsiteX4" fmla="*/ 100918 w 104424"/>
                    <a:gd name="connsiteY4" fmla="*/ 21648 h 67126"/>
                    <a:gd name="connsiteX5" fmla="*/ 99787 w 104424"/>
                    <a:gd name="connsiteY5" fmla="*/ 62762 h 67126"/>
                    <a:gd name="connsiteX6" fmla="*/ 74339 w 104424"/>
                    <a:gd name="connsiteY6" fmla="*/ 65929 h 67126"/>
                    <a:gd name="connsiteX7" fmla="*/ 33112 w 104424"/>
                    <a:gd name="connsiteY7" fmla="*/ 62762 h 67126"/>
                    <a:gd name="connsiteX8" fmla="*/ 1718 w 104424"/>
                    <a:gd name="connsiteY8" fmla="*/ 41774 h 67126"/>
                    <a:gd name="connsiteX9" fmla="*/ 9300 w 104424"/>
                    <a:gd name="connsiteY9" fmla="*/ 7690 h 67126"/>
                    <a:gd name="connsiteX0" fmla="*/ 9300 w 104057"/>
                    <a:gd name="connsiteY0" fmla="*/ 7690 h 66005"/>
                    <a:gd name="connsiteX1" fmla="*/ 52655 w 104057"/>
                    <a:gd name="connsiteY1" fmla="*/ 1965 h 66005"/>
                    <a:gd name="connsiteX2" fmla="*/ 64069 w 104057"/>
                    <a:gd name="connsiteY2" fmla="*/ 34187 h 66005"/>
                    <a:gd name="connsiteX3" fmla="*/ 63309 w 104057"/>
                    <a:gd name="connsiteY3" fmla="*/ 12148 h 66005"/>
                    <a:gd name="connsiteX4" fmla="*/ 100918 w 104057"/>
                    <a:gd name="connsiteY4" fmla="*/ 21648 h 66005"/>
                    <a:gd name="connsiteX5" fmla="*/ 98909 w 104057"/>
                    <a:gd name="connsiteY5" fmla="*/ 57062 h 66005"/>
                    <a:gd name="connsiteX6" fmla="*/ 74339 w 104057"/>
                    <a:gd name="connsiteY6" fmla="*/ 65929 h 66005"/>
                    <a:gd name="connsiteX7" fmla="*/ 33112 w 104057"/>
                    <a:gd name="connsiteY7" fmla="*/ 62762 h 66005"/>
                    <a:gd name="connsiteX8" fmla="*/ 1718 w 104057"/>
                    <a:gd name="connsiteY8" fmla="*/ 41774 h 66005"/>
                    <a:gd name="connsiteX9" fmla="*/ 9300 w 104057"/>
                    <a:gd name="connsiteY9" fmla="*/ 7690 h 66005"/>
                    <a:gd name="connsiteX0" fmla="*/ 9300 w 112609"/>
                    <a:gd name="connsiteY0" fmla="*/ 7690 h 66005"/>
                    <a:gd name="connsiteX1" fmla="*/ 52655 w 112609"/>
                    <a:gd name="connsiteY1" fmla="*/ 1965 h 66005"/>
                    <a:gd name="connsiteX2" fmla="*/ 64069 w 112609"/>
                    <a:gd name="connsiteY2" fmla="*/ 34187 h 66005"/>
                    <a:gd name="connsiteX3" fmla="*/ 63309 w 112609"/>
                    <a:gd name="connsiteY3" fmla="*/ 12148 h 66005"/>
                    <a:gd name="connsiteX4" fmla="*/ 100918 w 112609"/>
                    <a:gd name="connsiteY4" fmla="*/ 21648 h 66005"/>
                    <a:gd name="connsiteX5" fmla="*/ 111201 w 112609"/>
                    <a:gd name="connsiteY5" fmla="*/ 53896 h 66005"/>
                    <a:gd name="connsiteX6" fmla="*/ 74339 w 112609"/>
                    <a:gd name="connsiteY6" fmla="*/ 65929 h 66005"/>
                    <a:gd name="connsiteX7" fmla="*/ 33112 w 112609"/>
                    <a:gd name="connsiteY7" fmla="*/ 62762 h 66005"/>
                    <a:gd name="connsiteX8" fmla="*/ 1718 w 112609"/>
                    <a:gd name="connsiteY8" fmla="*/ 41774 h 66005"/>
                    <a:gd name="connsiteX9" fmla="*/ 9300 w 112609"/>
                    <a:gd name="connsiteY9" fmla="*/ 7690 h 66005"/>
                    <a:gd name="connsiteX0" fmla="*/ 9300 w 105782"/>
                    <a:gd name="connsiteY0" fmla="*/ 7690 h 66005"/>
                    <a:gd name="connsiteX1" fmla="*/ 52655 w 105782"/>
                    <a:gd name="connsiteY1" fmla="*/ 1965 h 66005"/>
                    <a:gd name="connsiteX2" fmla="*/ 64069 w 105782"/>
                    <a:gd name="connsiteY2" fmla="*/ 34187 h 66005"/>
                    <a:gd name="connsiteX3" fmla="*/ 63309 w 105782"/>
                    <a:gd name="connsiteY3" fmla="*/ 12148 h 66005"/>
                    <a:gd name="connsiteX4" fmla="*/ 100918 w 105782"/>
                    <a:gd name="connsiteY4" fmla="*/ 21648 h 66005"/>
                    <a:gd name="connsiteX5" fmla="*/ 102421 w 105782"/>
                    <a:gd name="connsiteY5" fmla="*/ 53896 h 66005"/>
                    <a:gd name="connsiteX6" fmla="*/ 74339 w 105782"/>
                    <a:gd name="connsiteY6" fmla="*/ 65929 h 66005"/>
                    <a:gd name="connsiteX7" fmla="*/ 33112 w 105782"/>
                    <a:gd name="connsiteY7" fmla="*/ 62762 h 66005"/>
                    <a:gd name="connsiteX8" fmla="*/ 1718 w 105782"/>
                    <a:gd name="connsiteY8" fmla="*/ 41774 h 66005"/>
                    <a:gd name="connsiteX9" fmla="*/ 9300 w 105782"/>
                    <a:gd name="connsiteY9" fmla="*/ 7690 h 66005"/>
                    <a:gd name="connsiteX0" fmla="*/ 9300 w 103730"/>
                    <a:gd name="connsiteY0" fmla="*/ 7690 h 66005"/>
                    <a:gd name="connsiteX1" fmla="*/ 52655 w 103730"/>
                    <a:gd name="connsiteY1" fmla="*/ 1965 h 66005"/>
                    <a:gd name="connsiteX2" fmla="*/ 64069 w 103730"/>
                    <a:gd name="connsiteY2" fmla="*/ 34187 h 66005"/>
                    <a:gd name="connsiteX3" fmla="*/ 63309 w 103730"/>
                    <a:gd name="connsiteY3" fmla="*/ 12148 h 66005"/>
                    <a:gd name="connsiteX4" fmla="*/ 100918 w 103730"/>
                    <a:gd name="connsiteY4" fmla="*/ 21648 h 66005"/>
                    <a:gd name="connsiteX5" fmla="*/ 98031 w 103730"/>
                    <a:gd name="connsiteY5" fmla="*/ 53896 h 66005"/>
                    <a:gd name="connsiteX6" fmla="*/ 74339 w 103730"/>
                    <a:gd name="connsiteY6" fmla="*/ 65929 h 66005"/>
                    <a:gd name="connsiteX7" fmla="*/ 33112 w 103730"/>
                    <a:gd name="connsiteY7" fmla="*/ 62762 h 66005"/>
                    <a:gd name="connsiteX8" fmla="*/ 1718 w 103730"/>
                    <a:gd name="connsiteY8" fmla="*/ 41774 h 66005"/>
                    <a:gd name="connsiteX9" fmla="*/ 9300 w 103730"/>
                    <a:gd name="connsiteY9" fmla="*/ 7690 h 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730" h="66005">
                      <a:moveTo>
                        <a:pt x="9300" y="7690"/>
                      </a:moveTo>
                      <a:cubicBezTo>
                        <a:pt x="17790" y="1055"/>
                        <a:pt x="43527" y="-2451"/>
                        <a:pt x="52655" y="1965"/>
                      </a:cubicBezTo>
                      <a:cubicBezTo>
                        <a:pt x="61783" y="6381"/>
                        <a:pt x="62293" y="32490"/>
                        <a:pt x="64069" y="34187"/>
                      </a:cubicBezTo>
                      <a:cubicBezTo>
                        <a:pt x="65845" y="35884"/>
                        <a:pt x="57168" y="14238"/>
                        <a:pt x="63309" y="12148"/>
                      </a:cubicBezTo>
                      <a:cubicBezTo>
                        <a:pt x="69450" y="10058"/>
                        <a:pt x="95131" y="14690"/>
                        <a:pt x="100918" y="21648"/>
                      </a:cubicBezTo>
                      <a:cubicBezTo>
                        <a:pt x="106705" y="28606"/>
                        <a:pt x="102461" y="46516"/>
                        <a:pt x="98031" y="53896"/>
                      </a:cubicBezTo>
                      <a:cubicBezTo>
                        <a:pt x="93601" y="61276"/>
                        <a:pt x="74339" y="65929"/>
                        <a:pt x="74339" y="65929"/>
                      </a:cubicBezTo>
                      <a:cubicBezTo>
                        <a:pt x="63227" y="65929"/>
                        <a:pt x="45215" y="66788"/>
                        <a:pt x="33112" y="62762"/>
                      </a:cubicBezTo>
                      <a:cubicBezTo>
                        <a:pt x="21009" y="58736"/>
                        <a:pt x="5687" y="50108"/>
                        <a:pt x="1718" y="41774"/>
                      </a:cubicBezTo>
                      <a:cubicBezTo>
                        <a:pt x="-2251" y="33440"/>
                        <a:pt x="810" y="14325"/>
                        <a:pt x="9300" y="7690"/>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Freeform: Shape 1364">
                  <a:extLst>
                    <a:ext uri="{FF2B5EF4-FFF2-40B4-BE49-F238E27FC236}">
                      <a16:creationId xmlns:a16="http://schemas.microsoft.com/office/drawing/2014/main" id="{E7FF19CF-5E61-5F08-4F34-F20C07076D4A}"/>
                    </a:ext>
                  </a:extLst>
                </p:cNvPr>
                <p:cNvSpPr/>
                <p:nvPr/>
              </p:nvSpPr>
              <p:spPr>
                <a:xfrm rot="2339860" flipH="1" flipV="1">
                  <a:off x="1577345" y="4340835"/>
                  <a:ext cx="149823" cy="109325"/>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 name="connsiteX0" fmla="*/ 323 w 53045"/>
                    <a:gd name="connsiteY0" fmla="*/ 50886 h 51932"/>
                    <a:gd name="connsiteX1" fmla="*/ 14967 w 53045"/>
                    <a:gd name="connsiteY1" fmla="*/ 117 h 51932"/>
                    <a:gd name="connsiteX2" fmla="*/ 40223 w 53045"/>
                    <a:gd name="connsiteY2" fmla="*/ 29623 h 51932"/>
                    <a:gd name="connsiteX3" fmla="*/ 52954 w 53045"/>
                    <a:gd name="connsiteY3" fmla="*/ 44533 h 51932"/>
                    <a:gd name="connsiteX4" fmla="*/ 33930 w 53045"/>
                    <a:gd name="connsiteY4" fmla="*/ 40099 h 51932"/>
                    <a:gd name="connsiteX5" fmla="*/ 14961 w 53045"/>
                    <a:gd name="connsiteY5" fmla="*/ 42810 h 51932"/>
                    <a:gd name="connsiteX6" fmla="*/ 6214 w 53045"/>
                    <a:gd name="connsiteY6" fmla="*/ 37222 h 51932"/>
                    <a:gd name="connsiteX7" fmla="*/ 323 w 53045"/>
                    <a:gd name="connsiteY7" fmla="*/ 50886 h 51932"/>
                    <a:gd name="connsiteX0" fmla="*/ 109 w 52831"/>
                    <a:gd name="connsiteY0" fmla="*/ 50891 h 53546"/>
                    <a:gd name="connsiteX1" fmla="*/ 14753 w 52831"/>
                    <a:gd name="connsiteY1" fmla="*/ 122 h 53546"/>
                    <a:gd name="connsiteX2" fmla="*/ 40009 w 52831"/>
                    <a:gd name="connsiteY2" fmla="*/ 29628 h 53546"/>
                    <a:gd name="connsiteX3" fmla="*/ 52740 w 52831"/>
                    <a:gd name="connsiteY3" fmla="*/ 44538 h 53546"/>
                    <a:gd name="connsiteX4" fmla="*/ 33716 w 52831"/>
                    <a:gd name="connsiteY4" fmla="*/ 40104 h 53546"/>
                    <a:gd name="connsiteX5" fmla="*/ 14747 w 52831"/>
                    <a:gd name="connsiteY5" fmla="*/ 42815 h 53546"/>
                    <a:gd name="connsiteX6" fmla="*/ 8797 w 52831"/>
                    <a:gd name="connsiteY6" fmla="*/ 49038 h 53546"/>
                    <a:gd name="connsiteX7" fmla="*/ 109 w 52831"/>
                    <a:gd name="connsiteY7" fmla="*/ 50891 h 53546"/>
                    <a:gd name="connsiteX0" fmla="*/ 109 w 52831"/>
                    <a:gd name="connsiteY0" fmla="*/ 50891 h 53546"/>
                    <a:gd name="connsiteX1" fmla="*/ 14753 w 52831"/>
                    <a:gd name="connsiteY1" fmla="*/ 122 h 53546"/>
                    <a:gd name="connsiteX2" fmla="*/ 40009 w 52831"/>
                    <a:gd name="connsiteY2" fmla="*/ 29628 h 53546"/>
                    <a:gd name="connsiteX3" fmla="*/ 52740 w 52831"/>
                    <a:gd name="connsiteY3" fmla="*/ 44538 h 53546"/>
                    <a:gd name="connsiteX4" fmla="*/ 33716 w 52831"/>
                    <a:gd name="connsiteY4" fmla="*/ 40104 h 53546"/>
                    <a:gd name="connsiteX5" fmla="*/ 14747 w 52831"/>
                    <a:gd name="connsiteY5" fmla="*/ 42815 h 53546"/>
                    <a:gd name="connsiteX6" fmla="*/ 8797 w 52831"/>
                    <a:gd name="connsiteY6" fmla="*/ 49038 h 53546"/>
                    <a:gd name="connsiteX7" fmla="*/ 109 w 52831"/>
                    <a:gd name="connsiteY7" fmla="*/ 50891 h 53546"/>
                    <a:gd name="connsiteX0" fmla="*/ 179 w 52901"/>
                    <a:gd name="connsiteY0" fmla="*/ 50808 h 51586"/>
                    <a:gd name="connsiteX1" fmla="*/ 16883 w 52901"/>
                    <a:gd name="connsiteY1" fmla="*/ 28877 h 51586"/>
                    <a:gd name="connsiteX2" fmla="*/ 14823 w 52901"/>
                    <a:gd name="connsiteY2" fmla="*/ 39 h 51586"/>
                    <a:gd name="connsiteX3" fmla="*/ 40079 w 52901"/>
                    <a:gd name="connsiteY3" fmla="*/ 29545 h 51586"/>
                    <a:gd name="connsiteX4" fmla="*/ 52810 w 52901"/>
                    <a:gd name="connsiteY4" fmla="*/ 44455 h 51586"/>
                    <a:gd name="connsiteX5" fmla="*/ 33786 w 52901"/>
                    <a:gd name="connsiteY5" fmla="*/ 40021 h 51586"/>
                    <a:gd name="connsiteX6" fmla="*/ 14817 w 52901"/>
                    <a:gd name="connsiteY6" fmla="*/ 42732 h 51586"/>
                    <a:gd name="connsiteX7" fmla="*/ 8867 w 52901"/>
                    <a:gd name="connsiteY7" fmla="*/ 48955 h 51586"/>
                    <a:gd name="connsiteX8" fmla="*/ 179 w 52901"/>
                    <a:gd name="connsiteY8" fmla="*/ 50808 h 51586"/>
                    <a:gd name="connsiteX0" fmla="*/ 179 w 52884"/>
                    <a:gd name="connsiteY0" fmla="*/ 50874 h 51652"/>
                    <a:gd name="connsiteX1" fmla="*/ 16883 w 52884"/>
                    <a:gd name="connsiteY1" fmla="*/ 28943 h 51652"/>
                    <a:gd name="connsiteX2" fmla="*/ 14823 w 52884"/>
                    <a:gd name="connsiteY2" fmla="*/ 105 h 51652"/>
                    <a:gd name="connsiteX3" fmla="*/ 24587 w 52884"/>
                    <a:gd name="connsiteY3" fmla="*/ 20771 h 51652"/>
                    <a:gd name="connsiteX4" fmla="*/ 40079 w 52884"/>
                    <a:gd name="connsiteY4" fmla="*/ 29611 h 51652"/>
                    <a:gd name="connsiteX5" fmla="*/ 52810 w 52884"/>
                    <a:gd name="connsiteY5" fmla="*/ 44521 h 51652"/>
                    <a:gd name="connsiteX6" fmla="*/ 33786 w 52884"/>
                    <a:gd name="connsiteY6" fmla="*/ 40087 h 51652"/>
                    <a:gd name="connsiteX7" fmla="*/ 14817 w 52884"/>
                    <a:gd name="connsiteY7" fmla="*/ 42798 h 51652"/>
                    <a:gd name="connsiteX8" fmla="*/ 8867 w 52884"/>
                    <a:gd name="connsiteY8" fmla="*/ 49021 h 51652"/>
                    <a:gd name="connsiteX9" fmla="*/ 179 w 52884"/>
                    <a:gd name="connsiteY9" fmla="*/ 50874 h 51652"/>
                    <a:gd name="connsiteX0" fmla="*/ 50 w 52755"/>
                    <a:gd name="connsiteY0" fmla="*/ 50874 h 64070"/>
                    <a:gd name="connsiteX1" fmla="*/ 16754 w 52755"/>
                    <a:gd name="connsiteY1" fmla="*/ 28943 h 64070"/>
                    <a:gd name="connsiteX2" fmla="*/ 14694 w 52755"/>
                    <a:gd name="connsiteY2" fmla="*/ 105 h 64070"/>
                    <a:gd name="connsiteX3" fmla="*/ 24458 w 52755"/>
                    <a:gd name="connsiteY3" fmla="*/ 20771 h 64070"/>
                    <a:gd name="connsiteX4" fmla="*/ 39950 w 52755"/>
                    <a:gd name="connsiteY4" fmla="*/ 29611 h 64070"/>
                    <a:gd name="connsiteX5" fmla="*/ 52681 w 52755"/>
                    <a:gd name="connsiteY5" fmla="*/ 44521 h 64070"/>
                    <a:gd name="connsiteX6" fmla="*/ 33657 w 52755"/>
                    <a:gd name="connsiteY6" fmla="*/ 40087 h 64070"/>
                    <a:gd name="connsiteX7" fmla="*/ 14688 w 52755"/>
                    <a:gd name="connsiteY7" fmla="*/ 42798 h 64070"/>
                    <a:gd name="connsiteX8" fmla="*/ 11939 w 52755"/>
                    <a:gd name="connsiteY8" fmla="*/ 63736 h 64070"/>
                    <a:gd name="connsiteX9" fmla="*/ 50 w 52755"/>
                    <a:gd name="connsiteY9" fmla="*/ 50874 h 64070"/>
                    <a:gd name="connsiteX0" fmla="*/ 99 w 52804"/>
                    <a:gd name="connsiteY0" fmla="*/ 50874 h 61011"/>
                    <a:gd name="connsiteX1" fmla="*/ 16803 w 52804"/>
                    <a:gd name="connsiteY1" fmla="*/ 28943 h 61011"/>
                    <a:gd name="connsiteX2" fmla="*/ 14743 w 52804"/>
                    <a:gd name="connsiteY2" fmla="*/ 105 h 61011"/>
                    <a:gd name="connsiteX3" fmla="*/ 24507 w 52804"/>
                    <a:gd name="connsiteY3" fmla="*/ 20771 h 61011"/>
                    <a:gd name="connsiteX4" fmla="*/ 39999 w 52804"/>
                    <a:gd name="connsiteY4" fmla="*/ 29611 h 61011"/>
                    <a:gd name="connsiteX5" fmla="*/ 52730 w 52804"/>
                    <a:gd name="connsiteY5" fmla="*/ 44521 h 61011"/>
                    <a:gd name="connsiteX6" fmla="*/ 33706 w 52804"/>
                    <a:gd name="connsiteY6" fmla="*/ 40087 h 61011"/>
                    <a:gd name="connsiteX7" fmla="*/ 14737 w 52804"/>
                    <a:gd name="connsiteY7" fmla="*/ 42798 h 61011"/>
                    <a:gd name="connsiteX8" fmla="*/ 10403 w 52804"/>
                    <a:gd name="connsiteY8" fmla="*/ 60636 h 61011"/>
                    <a:gd name="connsiteX9" fmla="*/ 99 w 52804"/>
                    <a:gd name="connsiteY9" fmla="*/ 50874 h 61011"/>
                    <a:gd name="connsiteX0" fmla="*/ 99 w 52804"/>
                    <a:gd name="connsiteY0" fmla="*/ 50874 h 61052"/>
                    <a:gd name="connsiteX1" fmla="*/ 16803 w 52804"/>
                    <a:gd name="connsiteY1" fmla="*/ 28943 h 61052"/>
                    <a:gd name="connsiteX2" fmla="*/ 14743 w 52804"/>
                    <a:gd name="connsiteY2" fmla="*/ 105 h 61052"/>
                    <a:gd name="connsiteX3" fmla="*/ 24507 w 52804"/>
                    <a:gd name="connsiteY3" fmla="*/ 20771 h 61052"/>
                    <a:gd name="connsiteX4" fmla="*/ 39999 w 52804"/>
                    <a:gd name="connsiteY4" fmla="*/ 29611 h 61052"/>
                    <a:gd name="connsiteX5" fmla="*/ 52730 w 52804"/>
                    <a:gd name="connsiteY5" fmla="*/ 44521 h 61052"/>
                    <a:gd name="connsiteX6" fmla="*/ 33706 w 52804"/>
                    <a:gd name="connsiteY6" fmla="*/ 40087 h 61052"/>
                    <a:gd name="connsiteX7" fmla="*/ 18154 w 52804"/>
                    <a:gd name="connsiteY7" fmla="*/ 45258 h 61052"/>
                    <a:gd name="connsiteX8" fmla="*/ 10403 w 52804"/>
                    <a:gd name="connsiteY8" fmla="*/ 60636 h 61052"/>
                    <a:gd name="connsiteX9" fmla="*/ 99 w 52804"/>
                    <a:gd name="connsiteY9" fmla="*/ 50874 h 61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04" h="61052">
                      <a:moveTo>
                        <a:pt x="99" y="50874"/>
                      </a:moveTo>
                      <a:cubicBezTo>
                        <a:pt x="1166" y="45592"/>
                        <a:pt x="14362" y="37404"/>
                        <a:pt x="16803" y="28943"/>
                      </a:cubicBezTo>
                      <a:cubicBezTo>
                        <a:pt x="19244" y="20482"/>
                        <a:pt x="12149" y="1721"/>
                        <a:pt x="14743" y="105"/>
                      </a:cubicBezTo>
                      <a:cubicBezTo>
                        <a:pt x="17337" y="-1511"/>
                        <a:pt x="20298" y="15853"/>
                        <a:pt x="24507" y="20771"/>
                      </a:cubicBezTo>
                      <a:cubicBezTo>
                        <a:pt x="28716" y="25689"/>
                        <a:pt x="36605" y="25398"/>
                        <a:pt x="39999" y="29611"/>
                      </a:cubicBezTo>
                      <a:cubicBezTo>
                        <a:pt x="43393" y="33824"/>
                        <a:pt x="53779" y="42775"/>
                        <a:pt x="52730" y="44521"/>
                      </a:cubicBezTo>
                      <a:cubicBezTo>
                        <a:pt x="51681" y="46267"/>
                        <a:pt x="40947" y="40039"/>
                        <a:pt x="33706" y="40087"/>
                      </a:cubicBezTo>
                      <a:cubicBezTo>
                        <a:pt x="26465" y="40135"/>
                        <a:pt x="22908" y="46705"/>
                        <a:pt x="18154" y="45258"/>
                      </a:cubicBezTo>
                      <a:cubicBezTo>
                        <a:pt x="13400" y="43811"/>
                        <a:pt x="13998" y="64186"/>
                        <a:pt x="10403" y="60636"/>
                      </a:cubicBezTo>
                      <a:cubicBezTo>
                        <a:pt x="6808" y="57086"/>
                        <a:pt x="-968" y="56156"/>
                        <a:pt x="99" y="5087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14" name="Freeform: Shape 1413">
                <a:extLst>
                  <a:ext uri="{FF2B5EF4-FFF2-40B4-BE49-F238E27FC236}">
                    <a16:creationId xmlns:a16="http://schemas.microsoft.com/office/drawing/2014/main" id="{F6D86902-6B2B-EA8E-B559-BACCC7CE93C1}"/>
                  </a:ext>
                </a:extLst>
              </p:cNvPr>
              <p:cNvSpPr/>
              <p:nvPr/>
            </p:nvSpPr>
            <p:spPr>
              <a:xfrm>
                <a:off x="2235015" y="4154199"/>
                <a:ext cx="111874" cy="177244"/>
              </a:xfrm>
              <a:custGeom>
                <a:avLst/>
                <a:gdLst>
                  <a:gd name="connsiteX0" fmla="*/ 20258 w 139334"/>
                  <a:gd name="connsiteY0" fmla="*/ 182078 h 233572"/>
                  <a:gd name="connsiteX1" fmla="*/ 1208 w 139334"/>
                  <a:gd name="connsiteY1" fmla="*/ 96353 h 233572"/>
                  <a:gd name="connsiteX2" fmla="*/ 51214 w 139334"/>
                  <a:gd name="connsiteY2" fmla="*/ 13009 h 233572"/>
                  <a:gd name="connsiteX3" fmla="*/ 63120 w 139334"/>
                  <a:gd name="connsiteY3" fmla="*/ 8247 h 233572"/>
                  <a:gd name="connsiteX4" fmla="*/ 98839 w 139334"/>
                  <a:gd name="connsiteY4" fmla="*/ 91590 h 233572"/>
                  <a:gd name="connsiteX5" fmla="*/ 139320 w 139334"/>
                  <a:gd name="connsiteY5" fmla="*/ 84447 h 233572"/>
                  <a:gd name="connsiteX6" fmla="*/ 103602 w 139334"/>
                  <a:gd name="connsiteY6" fmla="*/ 177315 h 233572"/>
                  <a:gd name="connsiteX7" fmla="*/ 108364 w 139334"/>
                  <a:gd name="connsiteY7" fmla="*/ 227322 h 233572"/>
                  <a:gd name="connsiteX8" fmla="*/ 72645 w 139334"/>
                  <a:gd name="connsiteY8" fmla="*/ 227322 h 233572"/>
                  <a:gd name="connsiteX9" fmla="*/ 20258 w 139334"/>
                  <a:gd name="connsiteY9" fmla="*/ 182078 h 233572"/>
                  <a:gd name="connsiteX0" fmla="*/ 20258 w 139520"/>
                  <a:gd name="connsiteY0" fmla="*/ 180124 h 231618"/>
                  <a:gd name="connsiteX1" fmla="*/ 1208 w 139520"/>
                  <a:gd name="connsiteY1" fmla="*/ 94399 h 231618"/>
                  <a:gd name="connsiteX2" fmla="*/ 51214 w 139520"/>
                  <a:gd name="connsiteY2" fmla="*/ 11055 h 231618"/>
                  <a:gd name="connsiteX3" fmla="*/ 63120 w 139520"/>
                  <a:gd name="connsiteY3" fmla="*/ 6293 h 231618"/>
                  <a:gd name="connsiteX4" fmla="*/ 115508 w 139520"/>
                  <a:gd name="connsiteY4" fmla="*/ 61061 h 231618"/>
                  <a:gd name="connsiteX5" fmla="*/ 139320 w 139520"/>
                  <a:gd name="connsiteY5" fmla="*/ 82493 h 231618"/>
                  <a:gd name="connsiteX6" fmla="*/ 103602 w 139520"/>
                  <a:gd name="connsiteY6" fmla="*/ 175361 h 231618"/>
                  <a:gd name="connsiteX7" fmla="*/ 108364 w 139520"/>
                  <a:gd name="connsiteY7" fmla="*/ 225368 h 231618"/>
                  <a:gd name="connsiteX8" fmla="*/ 72645 w 139520"/>
                  <a:gd name="connsiteY8" fmla="*/ 225368 h 231618"/>
                  <a:gd name="connsiteX9" fmla="*/ 20258 w 139520"/>
                  <a:gd name="connsiteY9" fmla="*/ 180124 h 231618"/>
                  <a:gd name="connsiteX0" fmla="*/ 22513 w 141775"/>
                  <a:gd name="connsiteY0" fmla="*/ 180686 h 232180"/>
                  <a:gd name="connsiteX1" fmla="*/ 1082 w 141775"/>
                  <a:gd name="connsiteY1" fmla="*/ 104486 h 232180"/>
                  <a:gd name="connsiteX2" fmla="*/ 53469 w 141775"/>
                  <a:gd name="connsiteY2" fmla="*/ 11617 h 232180"/>
                  <a:gd name="connsiteX3" fmla="*/ 65375 w 141775"/>
                  <a:gd name="connsiteY3" fmla="*/ 6855 h 232180"/>
                  <a:gd name="connsiteX4" fmla="*/ 117763 w 141775"/>
                  <a:gd name="connsiteY4" fmla="*/ 61623 h 232180"/>
                  <a:gd name="connsiteX5" fmla="*/ 141575 w 141775"/>
                  <a:gd name="connsiteY5" fmla="*/ 83055 h 232180"/>
                  <a:gd name="connsiteX6" fmla="*/ 105857 w 141775"/>
                  <a:gd name="connsiteY6" fmla="*/ 175923 h 232180"/>
                  <a:gd name="connsiteX7" fmla="*/ 110619 w 141775"/>
                  <a:gd name="connsiteY7" fmla="*/ 225930 h 232180"/>
                  <a:gd name="connsiteX8" fmla="*/ 74900 w 141775"/>
                  <a:gd name="connsiteY8" fmla="*/ 225930 h 232180"/>
                  <a:gd name="connsiteX9" fmla="*/ 22513 w 141775"/>
                  <a:gd name="connsiteY9" fmla="*/ 180686 h 232180"/>
                  <a:gd name="connsiteX0" fmla="*/ 24194 w 143456"/>
                  <a:gd name="connsiteY0" fmla="*/ 180686 h 232180"/>
                  <a:gd name="connsiteX1" fmla="*/ 2763 w 143456"/>
                  <a:gd name="connsiteY1" fmla="*/ 104486 h 232180"/>
                  <a:gd name="connsiteX2" fmla="*/ 55150 w 143456"/>
                  <a:gd name="connsiteY2" fmla="*/ 11617 h 232180"/>
                  <a:gd name="connsiteX3" fmla="*/ 67056 w 143456"/>
                  <a:gd name="connsiteY3" fmla="*/ 6855 h 232180"/>
                  <a:gd name="connsiteX4" fmla="*/ 119444 w 143456"/>
                  <a:gd name="connsiteY4" fmla="*/ 61623 h 232180"/>
                  <a:gd name="connsiteX5" fmla="*/ 143256 w 143456"/>
                  <a:gd name="connsiteY5" fmla="*/ 83055 h 232180"/>
                  <a:gd name="connsiteX6" fmla="*/ 107538 w 143456"/>
                  <a:gd name="connsiteY6" fmla="*/ 175923 h 232180"/>
                  <a:gd name="connsiteX7" fmla="*/ 112300 w 143456"/>
                  <a:gd name="connsiteY7" fmla="*/ 225930 h 232180"/>
                  <a:gd name="connsiteX8" fmla="*/ 76581 w 143456"/>
                  <a:gd name="connsiteY8" fmla="*/ 225930 h 232180"/>
                  <a:gd name="connsiteX9" fmla="*/ 24194 w 143456"/>
                  <a:gd name="connsiteY9" fmla="*/ 180686 h 232180"/>
                  <a:gd name="connsiteX0" fmla="*/ 28023 w 147285"/>
                  <a:gd name="connsiteY0" fmla="*/ 180686 h 232180"/>
                  <a:gd name="connsiteX1" fmla="*/ 6592 w 147285"/>
                  <a:gd name="connsiteY1" fmla="*/ 104486 h 232180"/>
                  <a:gd name="connsiteX2" fmla="*/ 58979 w 147285"/>
                  <a:gd name="connsiteY2" fmla="*/ 11617 h 232180"/>
                  <a:gd name="connsiteX3" fmla="*/ 70885 w 147285"/>
                  <a:gd name="connsiteY3" fmla="*/ 6855 h 232180"/>
                  <a:gd name="connsiteX4" fmla="*/ 123273 w 147285"/>
                  <a:gd name="connsiteY4" fmla="*/ 61623 h 232180"/>
                  <a:gd name="connsiteX5" fmla="*/ 147085 w 147285"/>
                  <a:gd name="connsiteY5" fmla="*/ 83055 h 232180"/>
                  <a:gd name="connsiteX6" fmla="*/ 111367 w 147285"/>
                  <a:gd name="connsiteY6" fmla="*/ 175923 h 232180"/>
                  <a:gd name="connsiteX7" fmla="*/ 116129 w 147285"/>
                  <a:gd name="connsiteY7" fmla="*/ 225930 h 232180"/>
                  <a:gd name="connsiteX8" fmla="*/ 80410 w 147285"/>
                  <a:gd name="connsiteY8" fmla="*/ 225930 h 232180"/>
                  <a:gd name="connsiteX9" fmla="*/ 28023 w 147285"/>
                  <a:gd name="connsiteY9" fmla="*/ 180686 h 232180"/>
                  <a:gd name="connsiteX0" fmla="*/ 28239 w 147501"/>
                  <a:gd name="connsiteY0" fmla="*/ 180686 h 228452"/>
                  <a:gd name="connsiteX1" fmla="*/ 6808 w 147501"/>
                  <a:gd name="connsiteY1" fmla="*/ 104486 h 228452"/>
                  <a:gd name="connsiteX2" fmla="*/ 59195 w 147501"/>
                  <a:gd name="connsiteY2" fmla="*/ 11617 h 228452"/>
                  <a:gd name="connsiteX3" fmla="*/ 71101 w 147501"/>
                  <a:gd name="connsiteY3" fmla="*/ 6855 h 228452"/>
                  <a:gd name="connsiteX4" fmla="*/ 123489 w 147501"/>
                  <a:gd name="connsiteY4" fmla="*/ 61623 h 228452"/>
                  <a:gd name="connsiteX5" fmla="*/ 147301 w 147501"/>
                  <a:gd name="connsiteY5" fmla="*/ 83055 h 228452"/>
                  <a:gd name="connsiteX6" fmla="*/ 111583 w 147501"/>
                  <a:gd name="connsiteY6" fmla="*/ 175923 h 228452"/>
                  <a:gd name="connsiteX7" fmla="*/ 116345 w 147501"/>
                  <a:gd name="connsiteY7" fmla="*/ 225930 h 228452"/>
                  <a:gd name="connsiteX8" fmla="*/ 90151 w 147501"/>
                  <a:gd name="connsiteY8" fmla="*/ 211642 h 228452"/>
                  <a:gd name="connsiteX9" fmla="*/ 28239 w 147501"/>
                  <a:gd name="connsiteY9" fmla="*/ 180686 h 228452"/>
                  <a:gd name="connsiteX0" fmla="*/ 28239 w 147501"/>
                  <a:gd name="connsiteY0" fmla="*/ 180686 h 224144"/>
                  <a:gd name="connsiteX1" fmla="*/ 6808 w 147501"/>
                  <a:gd name="connsiteY1" fmla="*/ 104486 h 224144"/>
                  <a:gd name="connsiteX2" fmla="*/ 59195 w 147501"/>
                  <a:gd name="connsiteY2" fmla="*/ 11617 h 224144"/>
                  <a:gd name="connsiteX3" fmla="*/ 71101 w 147501"/>
                  <a:gd name="connsiteY3" fmla="*/ 6855 h 224144"/>
                  <a:gd name="connsiteX4" fmla="*/ 123489 w 147501"/>
                  <a:gd name="connsiteY4" fmla="*/ 61623 h 224144"/>
                  <a:gd name="connsiteX5" fmla="*/ 147301 w 147501"/>
                  <a:gd name="connsiteY5" fmla="*/ 83055 h 224144"/>
                  <a:gd name="connsiteX6" fmla="*/ 111583 w 147501"/>
                  <a:gd name="connsiteY6" fmla="*/ 175923 h 224144"/>
                  <a:gd name="connsiteX7" fmla="*/ 130632 w 147501"/>
                  <a:gd name="connsiteY7" fmla="*/ 221168 h 224144"/>
                  <a:gd name="connsiteX8" fmla="*/ 90151 w 147501"/>
                  <a:gd name="connsiteY8" fmla="*/ 211642 h 224144"/>
                  <a:gd name="connsiteX9" fmla="*/ 28239 w 147501"/>
                  <a:gd name="connsiteY9" fmla="*/ 180686 h 224144"/>
                  <a:gd name="connsiteX0" fmla="*/ 28239 w 147327"/>
                  <a:gd name="connsiteY0" fmla="*/ 180686 h 224144"/>
                  <a:gd name="connsiteX1" fmla="*/ 6808 w 147327"/>
                  <a:gd name="connsiteY1" fmla="*/ 104486 h 224144"/>
                  <a:gd name="connsiteX2" fmla="*/ 59195 w 147327"/>
                  <a:gd name="connsiteY2" fmla="*/ 11617 h 224144"/>
                  <a:gd name="connsiteX3" fmla="*/ 71101 w 147327"/>
                  <a:gd name="connsiteY3" fmla="*/ 6855 h 224144"/>
                  <a:gd name="connsiteX4" fmla="*/ 123489 w 147327"/>
                  <a:gd name="connsiteY4" fmla="*/ 61623 h 224144"/>
                  <a:gd name="connsiteX5" fmla="*/ 147301 w 147327"/>
                  <a:gd name="connsiteY5" fmla="*/ 83055 h 224144"/>
                  <a:gd name="connsiteX6" fmla="*/ 128252 w 147327"/>
                  <a:gd name="connsiteY6" fmla="*/ 164017 h 224144"/>
                  <a:gd name="connsiteX7" fmla="*/ 130632 w 147327"/>
                  <a:gd name="connsiteY7" fmla="*/ 221168 h 224144"/>
                  <a:gd name="connsiteX8" fmla="*/ 90151 w 147327"/>
                  <a:gd name="connsiteY8" fmla="*/ 211642 h 224144"/>
                  <a:gd name="connsiteX9" fmla="*/ 28239 w 147327"/>
                  <a:gd name="connsiteY9" fmla="*/ 180686 h 22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27" h="224144">
                    <a:moveTo>
                      <a:pt x="28239" y="180686"/>
                    </a:moveTo>
                    <a:cubicBezTo>
                      <a:pt x="14349" y="162827"/>
                      <a:pt x="-12638" y="156477"/>
                      <a:pt x="6808" y="104486"/>
                    </a:cubicBezTo>
                    <a:cubicBezTo>
                      <a:pt x="26254" y="52495"/>
                      <a:pt x="48480" y="27889"/>
                      <a:pt x="59195" y="11617"/>
                    </a:cubicBezTo>
                    <a:cubicBezTo>
                      <a:pt x="69910" y="-4655"/>
                      <a:pt x="60385" y="-1479"/>
                      <a:pt x="71101" y="6855"/>
                    </a:cubicBezTo>
                    <a:cubicBezTo>
                      <a:pt x="81817" y="15189"/>
                      <a:pt x="110789" y="48923"/>
                      <a:pt x="123489" y="61623"/>
                    </a:cubicBezTo>
                    <a:cubicBezTo>
                      <a:pt x="136189" y="74323"/>
                      <a:pt x="146507" y="65989"/>
                      <a:pt x="147301" y="83055"/>
                    </a:cubicBezTo>
                    <a:cubicBezTo>
                      <a:pt x="148095" y="100121"/>
                      <a:pt x="131030" y="140998"/>
                      <a:pt x="128252" y="164017"/>
                    </a:cubicBezTo>
                    <a:cubicBezTo>
                      <a:pt x="125474" y="187036"/>
                      <a:pt x="135791" y="212834"/>
                      <a:pt x="130632" y="221168"/>
                    </a:cubicBezTo>
                    <a:cubicBezTo>
                      <a:pt x="125473" y="229502"/>
                      <a:pt x="107217" y="218389"/>
                      <a:pt x="90151" y="211642"/>
                    </a:cubicBezTo>
                    <a:cubicBezTo>
                      <a:pt x="73085" y="204895"/>
                      <a:pt x="42130" y="198545"/>
                      <a:pt x="28239" y="180686"/>
                    </a:cubicBezTo>
                    <a:close/>
                  </a:path>
                </a:pathLst>
              </a:custGeom>
              <a:solidFill>
                <a:srgbClr val="F0F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Freeform: Shape 1376">
                <a:extLst>
                  <a:ext uri="{FF2B5EF4-FFF2-40B4-BE49-F238E27FC236}">
                    <a16:creationId xmlns:a16="http://schemas.microsoft.com/office/drawing/2014/main" id="{C76B6881-A7AA-6710-B7C7-EF10D89A1917}"/>
                  </a:ext>
                </a:extLst>
              </p:cNvPr>
              <p:cNvSpPr/>
              <p:nvPr/>
            </p:nvSpPr>
            <p:spPr>
              <a:xfrm rot="207560">
                <a:off x="2310104" y="3871957"/>
                <a:ext cx="900765" cy="525150"/>
              </a:xfrm>
              <a:custGeom>
                <a:avLst/>
                <a:gdLst>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28950 w 580428"/>
                  <a:gd name="connsiteY52" fmla="*/ 200104 h 257276"/>
                  <a:gd name="connsiteX53" fmla="*/ 100375 w 580428"/>
                  <a:gd name="connsiteY53" fmla="*/ 181054 h 257276"/>
                  <a:gd name="connsiteX54" fmla="*/ 81325 w 580428"/>
                  <a:gd name="connsiteY54" fmla="*/ 188198 h 257276"/>
                  <a:gd name="connsiteX55" fmla="*/ 78944 w 580428"/>
                  <a:gd name="connsiteY55" fmla="*/ 226298 h 257276"/>
                  <a:gd name="connsiteX56" fmla="*/ 78944 w 580428"/>
                  <a:gd name="connsiteY56" fmla="*/ 185817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28950 w 580428"/>
                  <a:gd name="connsiteY52" fmla="*/ 200104 h 257276"/>
                  <a:gd name="connsiteX53" fmla="*/ 10037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0037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4675 w 580428"/>
                  <a:gd name="connsiteY47" fmla="*/ 245348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5638 w 580428"/>
                  <a:gd name="connsiteY47" fmla="*/ 251232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5638 w 580428"/>
                  <a:gd name="connsiteY47" fmla="*/ 251232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11408 w 580428"/>
                  <a:gd name="connsiteY30" fmla="*/ 15388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395650 w 580428"/>
                  <a:gd name="connsiteY30" fmla="*/ 162004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0501 w 580428"/>
                  <a:gd name="connsiteY55" fmla="*/ 186798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0501 w 580428"/>
                  <a:gd name="connsiteY55" fmla="*/ 186798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75092 w 580428"/>
                  <a:gd name="connsiteY53" fmla="*/ 237085 h 257276"/>
                  <a:gd name="connsiteX54" fmla="*/ 96279 w 580428"/>
                  <a:gd name="connsiteY54" fmla="*/ 187779 h 257276"/>
                  <a:gd name="connsiteX55" fmla="*/ 88469 w 580428"/>
                  <a:gd name="connsiteY55" fmla="*/ 181054 h 257276"/>
                  <a:gd name="connsiteX56" fmla="*/ 59894 w 580428"/>
                  <a:gd name="connsiteY56" fmla="*/ 166767 h 257276"/>
                  <a:gd name="connsiteX57" fmla="*/ 43225 w 580428"/>
                  <a:gd name="connsiteY57" fmla="*/ 164385 h 257276"/>
                  <a:gd name="connsiteX58" fmla="*/ 362 w 580428"/>
                  <a:gd name="connsiteY58"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5564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75727"/>
                  <a:gd name="connsiteY0" fmla="*/ 197904 h 257457"/>
                  <a:gd name="connsiteX1" fmla="*/ 71800 w 575727"/>
                  <a:gd name="connsiteY1" fmla="*/ 243148 h 257457"/>
                  <a:gd name="connsiteX2" fmla="*/ 198006 w 575727"/>
                  <a:gd name="connsiteY2" fmla="*/ 257435 h 257457"/>
                  <a:gd name="connsiteX3" fmla="*/ 278969 w 575727"/>
                  <a:gd name="connsiteY3" fmla="*/ 240766 h 257457"/>
                  <a:gd name="connsiteX4" fmla="*/ 309925 w 575727"/>
                  <a:gd name="connsiteY4" fmla="*/ 236004 h 257457"/>
                  <a:gd name="connsiteX5" fmla="*/ 388506 w 575727"/>
                  <a:gd name="connsiteY5" fmla="*/ 202666 h 257457"/>
                  <a:gd name="connsiteX6" fmla="*/ 402794 w 575727"/>
                  <a:gd name="connsiteY6" fmla="*/ 195745 h 257457"/>
                  <a:gd name="connsiteX7" fmla="*/ 452800 w 575727"/>
                  <a:gd name="connsiteY7" fmla="*/ 164566 h 257457"/>
                  <a:gd name="connsiteX8" fmla="*/ 471850 w 575727"/>
                  <a:gd name="connsiteY8" fmla="*/ 150279 h 257457"/>
                  <a:gd name="connsiteX9" fmla="*/ 514712 w 575727"/>
                  <a:gd name="connsiteY9" fmla="*/ 105035 h 257457"/>
                  <a:gd name="connsiteX10" fmla="*/ 555194 w 575727"/>
                  <a:gd name="connsiteY10" fmla="*/ 59791 h 257457"/>
                  <a:gd name="connsiteX11" fmla="*/ 569944 w 575727"/>
                  <a:gd name="connsiteY11" fmla="*/ 11944 h 257457"/>
                  <a:gd name="connsiteX12" fmla="*/ 574244 w 575727"/>
                  <a:gd name="connsiteY12" fmla="*/ 260 h 257457"/>
                  <a:gd name="connsiteX13" fmla="*/ 545669 w 575727"/>
                  <a:gd name="connsiteY13" fmla="*/ 19310 h 257457"/>
                  <a:gd name="connsiteX14" fmla="*/ 543287 w 575727"/>
                  <a:gd name="connsiteY14" fmla="*/ 38360 h 257457"/>
                  <a:gd name="connsiteX15" fmla="*/ 526619 w 575727"/>
                  <a:gd name="connsiteY15" fmla="*/ 47885 h 257457"/>
                  <a:gd name="connsiteX16" fmla="*/ 502806 w 575727"/>
                  <a:gd name="connsiteY16" fmla="*/ 50266 h 257457"/>
                  <a:gd name="connsiteX17" fmla="*/ 498044 w 575727"/>
                  <a:gd name="connsiteY17" fmla="*/ 69316 h 257457"/>
                  <a:gd name="connsiteX18" fmla="*/ 502806 w 575727"/>
                  <a:gd name="connsiteY18" fmla="*/ 85985 h 257457"/>
                  <a:gd name="connsiteX19" fmla="*/ 520491 w 575727"/>
                  <a:gd name="connsiteY19" fmla="*/ 91308 h 257457"/>
                  <a:gd name="connsiteX20" fmla="*/ 500425 w 575727"/>
                  <a:gd name="connsiteY20" fmla="*/ 85985 h 257457"/>
                  <a:gd name="connsiteX21" fmla="*/ 488519 w 575727"/>
                  <a:gd name="connsiteY21" fmla="*/ 105035 h 257457"/>
                  <a:gd name="connsiteX22" fmla="*/ 474231 w 575727"/>
                  <a:gd name="connsiteY22" fmla="*/ 116941 h 257457"/>
                  <a:gd name="connsiteX23" fmla="*/ 469416 w 575727"/>
                  <a:gd name="connsiteY23" fmla="*/ 131648 h 257457"/>
                  <a:gd name="connsiteX24" fmla="*/ 473776 w 575727"/>
                  <a:gd name="connsiteY24" fmla="*/ 142296 h 257457"/>
                  <a:gd name="connsiteX25" fmla="*/ 440894 w 575727"/>
                  <a:gd name="connsiteY25" fmla="*/ 128848 h 257457"/>
                  <a:gd name="connsiteX26" fmla="*/ 426606 w 575727"/>
                  <a:gd name="connsiteY26" fmla="*/ 124085 h 257457"/>
                  <a:gd name="connsiteX27" fmla="*/ 412319 w 575727"/>
                  <a:gd name="connsiteY27" fmla="*/ 140754 h 257457"/>
                  <a:gd name="connsiteX28" fmla="*/ 405175 w 575727"/>
                  <a:gd name="connsiteY28" fmla="*/ 157423 h 257457"/>
                  <a:gd name="connsiteX29" fmla="*/ 410445 w 575727"/>
                  <a:gd name="connsiteY29" fmla="*/ 166948 h 257457"/>
                  <a:gd name="connsiteX30" fmla="*/ 403355 w 575727"/>
                  <a:gd name="connsiteY30" fmla="*/ 158262 h 257457"/>
                  <a:gd name="connsiteX31" fmla="*/ 381362 w 575727"/>
                  <a:gd name="connsiteY31" fmla="*/ 171710 h 257457"/>
                  <a:gd name="connsiteX32" fmla="*/ 390887 w 575727"/>
                  <a:gd name="connsiteY32" fmla="*/ 190760 h 257457"/>
                  <a:gd name="connsiteX33" fmla="*/ 378981 w 575727"/>
                  <a:gd name="connsiteY33" fmla="*/ 178854 h 257457"/>
                  <a:gd name="connsiteX34" fmla="*/ 371382 w 575727"/>
                  <a:gd name="connsiteY34" fmla="*/ 168768 h 257457"/>
                  <a:gd name="connsiteX35" fmla="*/ 350406 w 575727"/>
                  <a:gd name="connsiteY35" fmla="*/ 171710 h 257457"/>
                  <a:gd name="connsiteX36" fmla="*/ 341844 w 575727"/>
                  <a:gd name="connsiteY36" fmla="*/ 171009 h 257457"/>
                  <a:gd name="connsiteX37" fmla="*/ 329430 w 575727"/>
                  <a:gd name="connsiteY37" fmla="*/ 171992 h 257457"/>
                  <a:gd name="connsiteX38" fmla="*/ 314687 w 575727"/>
                  <a:gd name="connsiteY38" fmla="*/ 176473 h 257457"/>
                  <a:gd name="connsiteX39" fmla="*/ 300400 w 575727"/>
                  <a:gd name="connsiteY39" fmla="*/ 202666 h 257457"/>
                  <a:gd name="connsiteX40" fmla="*/ 302781 w 575727"/>
                  <a:gd name="connsiteY40" fmla="*/ 233344 h 257457"/>
                  <a:gd name="connsiteX41" fmla="*/ 298019 w 575727"/>
                  <a:gd name="connsiteY41" fmla="*/ 193141 h 257457"/>
                  <a:gd name="connsiteX42" fmla="*/ 286112 w 575727"/>
                  <a:gd name="connsiteY42" fmla="*/ 178854 h 257457"/>
                  <a:gd name="connsiteX43" fmla="*/ 219437 w 575727"/>
                  <a:gd name="connsiteY43" fmla="*/ 193141 h 257457"/>
                  <a:gd name="connsiteX44" fmla="*/ 217110 w 575727"/>
                  <a:gd name="connsiteY44" fmla="*/ 209810 h 257457"/>
                  <a:gd name="connsiteX45" fmla="*/ 215638 w 575727"/>
                  <a:gd name="connsiteY45" fmla="*/ 251413 h 257457"/>
                  <a:gd name="connsiteX46" fmla="*/ 214675 w 575727"/>
                  <a:gd name="connsiteY46" fmla="*/ 197904 h 257457"/>
                  <a:gd name="connsiteX47" fmla="*/ 190862 w 575727"/>
                  <a:gd name="connsiteY47" fmla="*/ 195523 h 257457"/>
                  <a:gd name="connsiteX48" fmla="*/ 152762 w 575727"/>
                  <a:gd name="connsiteY48" fmla="*/ 188379 h 257457"/>
                  <a:gd name="connsiteX49" fmla="*/ 150381 w 575727"/>
                  <a:gd name="connsiteY49" fmla="*/ 216954 h 257457"/>
                  <a:gd name="connsiteX50" fmla="*/ 150381 w 575727"/>
                  <a:gd name="connsiteY50" fmla="*/ 251553 h 257457"/>
                  <a:gd name="connsiteX51" fmla="*/ 145323 w 575727"/>
                  <a:gd name="connsiteY51" fmla="*/ 188517 h 257457"/>
                  <a:gd name="connsiteX52" fmla="*/ 112895 w 575727"/>
                  <a:gd name="connsiteY52" fmla="*/ 181235 h 257457"/>
                  <a:gd name="connsiteX53" fmla="*/ 99299 w 575727"/>
                  <a:gd name="connsiteY53" fmla="*/ 189121 h 257457"/>
                  <a:gd name="connsiteX54" fmla="*/ 78944 w 575727"/>
                  <a:gd name="connsiteY54" fmla="*/ 229421 h 257457"/>
                  <a:gd name="connsiteX55" fmla="*/ 96279 w 575727"/>
                  <a:gd name="connsiteY55" fmla="*/ 187960 h 257457"/>
                  <a:gd name="connsiteX56" fmla="*/ 88469 w 575727"/>
                  <a:gd name="connsiteY56" fmla="*/ 181235 h 257457"/>
                  <a:gd name="connsiteX57" fmla="*/ 59894 w 575727"/>
                  <a:gd name="connsiteY57" fmla="*/ 166948 h 257457"/>
                  <a:gd name="connsiteX58" fmla="*/ 43225 w 575727"/>
                  <a:gd name="connsiteY58" fmla="*/ 164566 h 257457"/>
                  <a:gd name="connsiteX59" fmla="*/ 362 w 575727"/>
                  <a:gd name="connsiteY59" fmla="*/ 197904 h 257457"/>
                  <a:gd name="connsiteX0" fmla="*/ 362 w 575806"/>
                  <a:gd name="connsiteY0" fmla="*/ 197898 h 257451"/>
                  <a:gd name="connsiteX1" fmla="*/ 71800 w 575806"/>
                  <a:gd name="connsiteY1" fmla="*/ 243142 h 257451"/>
                  <a:gd name="connsiteX2" fmla="*/ 198006 w 575806"/>
                  <a:gd name="connsiteY2" fmla="*/ 257429 h 257451"/>
                  <a:gd name="connsiteX3" fmla="*/ 278969 w 575806"/>
                  <a:gd name="connsiteY3" fmla="*/ 240760 h 257451"/>
                  <a:gd name="connsiteX4" fmla="*/ 309925 w 575806"/>
                  <a:gd name="connsiteY4" fmla="*/ 235998 h 257451"/>
                  <a:gd name="connsiteX5" fmla="*/ 388506 w 575806"/>
                  <a:gd name="connsiteY5" fmla="*/ 202660 h 257451"/>
                  <a:gd name="connsiteX6" fmla="*/ 402794 w 575806"/>
                  <a:gd name="connsiteY6" fmla="*/ 195739 h 257451"/>
                  <a:gd name="connsiteX7" fmla="*/ 452800 w 575806"/>
                  <a:gd name="connsiteY7" fmla="*/ 164560 h 257451"/>
                  <a:gd name="connsiteX8" fmla="*/ 471850 w 575806"/>
                  <a:gd name="connsiteY8" fmla="*/ 150273 h 257451"/>
                  <a:gd name="connsiteX9" fmla="*/ 514712 w 575806"/>
                  <a:gd name="connsiteY9" fmla="*/ 105029 h 257451"/>
                  <a:gd name="connsiteX10" fmla="*/ 552174 w 575806"/>
                  <a:gd name="connsiteY10" fmla="*/ 58917 h 257451"/>
                  <a:gd name="connsiteX11" fmla="*/ 569944 w 575806"/>
                  <a:gd name="connsiteY11" fmla="*/ 11938 h 257451"/>
                  <a:gd name="connsiteX12" fmla="*/ 574244 w 575806"/>
                  <a:gd name="connsiteY12" fmla="*/ 254 h 257451"/>
                  <a:gd name="connsiteX13" fmla="*/ 545669 w 575806"/>
                  <a:gd name="connsiteY13" fmla="*/ 19304 h 257451"/>
                  <a:gd name="connsiteX14" fmla="*/ 543287 w 575806"/>
                  <a:gd name="connsiteY14" fmla="*/ 38354 h 257451"/>
                  <a:gd name="connsiteX15" fmla="*/ 526619 w 575806"/>
                  <a:gd name="connsiteY15" fmla="*/ 47879 h 257451"/>
                  <a:gd name="connsiteX16" fmla="*/ 502806 w 575806"/>
                  <a:gd name="connsiteY16" fmla="*/ 50260 h 257451"/>
                  <a:gd name="connsiteX17" fmla="*/ 498044 w 575806"/>
                  <a:gd name="connsiteY17" fmla="*/ 69310 h 257451"/>
                  <a:gd name="connsiteX18" fmla="*/ 502806 w 575806"/>
                  <a:gd name="connsiteY18" fmla="*/ 85979 h 257451"/>
                  <a:gd name="connsiteX19" fmla="*/ 520491 w 575806"/>
                  <a:gd name="connsiteY19" fmla="*/ 91302 h 257451"/>
                  <a:gd name="connsiteX20" fmla="*/ 500425 w 575806"/>
                  <a:gd name="connsiteY20" fmla="*/ 85979 h 257451"/>
                  <a:gd name="connsiteX21" fmla="*/ 488519 w 575806"/>
                  <a:gd name="connsiteY21" fmla="*/ 105029 h 257451"/>
                  <a:gd name="connsiteX22" fmla="*/ 474231 w 575806"/>
                  <a:gd name="connsiteY22" fmla="*/ 116935 h 257451"/>
                  <a:gd name="connsiteX23" fmla="*/ 469416 w 575806"/>
                  <a:gd name="connsiteY23" fmla="*/ 131642 h 257451"/>
                  <a:gd name="connsiteX24" fmla="*/ 473776 w 575806"/>
                  <a:gd name="connsiteY24" fmla="*/ 142290 h 257451"/>
                  <a:gd name="connsiteX25" fmla="*/ 440894 w 575806"/>
                  <a:gd name="connsiteY25" fmla="*/ 128842 h 257451"/>
                  <a:gd name="connsiteX26" fmla="*/ 426606 w 575806"/>
                  <a:gd name="connsiteY26" fmla="*/ 124079 h 257451"/>
                  <a:gd name="connsiteX27" fmla="*/ 412319 w 575806"/>
                  <a:gd name="connsiteY27" fmla="*/ 140748 h 257451"/>
                  <a:gd name="connsiteX28" fmla="*/ 405175 w 575806"/>
                  <a:gd name="connsiteY28" fmla="*/ 157417 h 257451"/>
                  <a:gd name="connsiteX29" fmla="*/ 410445 w 575806"/>
                  <a:gd name="connsiteY29" fmla="*/ 166942 h 257451"/>
                  <a:gd name="connsiteX30" fmla="*/ 403355 w 575806"/>
                  <a:gd name="connsiteY30" fmla="*/ 158256 h 257451"/>
                  <a:gd name="connsiteX31" fmla="*/ 381362 w 575806"/>
                  <a:gd name="connsiteY31" fmla="*/ 171704 h 257451"/>
                  <a:gd name="connsiteX32" fmla="*/ 390887 w 575806"/>
                  <a:gd name="connsiteY32" fmla="*/ 190754 h 257451"/>
                  <a:gd name="connsiteX33" fmla="*/ 378981 w 575806"/>
                  <a:gd name="connsiteY33" fmla="*/ 178848 h 257451"/>
                  <a:gd name="connsiteX34" fmla="*/ 371382 w 575806"/>
                  <a:gd name="connsiteY34" fmla="*/ 168762 h 257451"/>
                  <a:gd name="connsiteX35" fmla="*/ 350406 w 575806"/>
                  <a:gd name="connsiteY35" fmla="*/ 171704 h 257451"/>
                  <a:gd name="connsiteX36" fmla="*/ 341844 w 575806"/>
                  <a:gd name="connsiteY36" fmla="*/ 171003 h 257451"/>
                  <a:gd name="connsiteX37" fmla="*/ 329430 w 575806"/>
                  <a:gd name="connsiteY37" fmla="*/ 171986 h 257451"/>
                  <a:gd name="connsiteX38" fmla="*/ 314687 w 575806"/>
                  <a:gd name="connsiteY38" fmla="*/ 176467 h 257451"/>
                  <a:gd name="connsiteX39" fmla="*/ 300400 w 575806"/>
                  <a:gd name="connsiteY39" fmla="*/ 202660 h 257451"/>
                  <a:gd name="connsiteX40" fmla="*/ 302781 w 575806"/>
                  <a:gd name="connsiteY40" fmla="*/ 233338 h 257451"/>
                  <a:gd name="connsiteX41" fmla="*/ 298019 w 575806"/>
                  <a:gd name="connsiteY41" fmla="*/ 193135 h 257451"/>
                  <a:gd name="connsiteX42" fmla="*/ 286112 w 575806"/>
                  <a:gd name="connsiteY42" fmla="*/ 178848 h 257451"/>
                  <a:gd name="connsiteX43" fmla="*/ 219437 w 575806"/>
                  <a:gd name="connsiteY43" fmla="*/ 193135 h 257451"/>
                  <a:gd name="connsiteX44" fmla="*/ 217110 w 575806"/>
                  <a:gd name="connsiteY44" fmla="*/ 209804 h 257451"/>
                  <a:gd name="connsiteX45" fmla="*/ 215638 w 575806"/>
                  <a:gd name="connsiteY45" fmla="*/ 251407 h 257451"/>
                  <a:gd name="connsiteX46" fmla="*/ 214675 w 575806"/>
                  <a:gd name="connsiteY46" fmla="*/ 197898 h 257451"/>
                  <a:gd name="connsiteX47" fmla="*/ 190862 w 575806"/>
                  <a:gd name="connsiteY47" fmla="*/ 195517 h 257451"/>
                  <a:gd name="connsiteX48" fmla="*/ 152762 w 575806"/>
                  <a:gd name="connsiteY48" fmla="*/ 188373 h 257451"/>
                  <a:gd name="connsiteX49" fmla="*/ 150381 w 575806"/>
                  <a:gd name="connsiteY49" fmla="*/ 216948 h 257451"/>
                  <a:gd name="connsiteX50" fmla="*/ 150381 w 575806"/>
                  <a:gd name="connsiteY50" fmla="*/ 251547 h 257451"/>
                  <a:gd name="connsiteX51" fmla="*/ 145323 w 575806"/>
                  <a:gd name="connsiteY51" fmla="*/ 188511 h 257451"/>
                  <a:gd name="connsiteX52" fmla="*/ 112895 w 575806"/>
                  <a:gd name="connsiteY52" fmla="*/ 181229 h 257451"/>
                  <a:gd name="connsiteX53" fmla="*/ 99299 w 575806"/>
                  <a:gd name="connsiteY53" fmla="*/ 189115 h 257451"/>
                  <a:gd name="connsiteX54" fmla="*/ 78944 w 575806"/>
                  <a:gd name="connsiteY54" fmla="*/ 229415 h 257451"/>
                  <a:gd name="connsiteX55" fmla="*/ 96279 w 575806"/>
                  <a:gd name="connsiteY55" fmla="*/ 187954 h 257451"/>
                  <a:gd name="connsiteX56" fmla="*/ 88469 w 575806"/>
                  <a:gd name="connsiteY56" fmla="*/ 181229 h 257451"/>
                  <a:gd name="connsiteX57" fmla="*/ 59894 w 575806"/>
                  <a:gd name="connsiteY57" fmla="*/ 166942 h 257451"/>
                  <a:gd name="connsiteX58" fmla="*/ 43225 w 575806"/>
                  <a:gd name="connsiteY58" fmla="*/ 164560 h 257451"/>
                  <a:gd name="connsiteX59" fmla="*/ 362 w 575806"/>
                  <a:gd name="connsiteY59" fmla="*/ 197898 h 257451"/>
                  <a:gd name="connsiteX0" fmla="*/ 362 w 573436"/>
                  <a:gd name="connsiteY0" fmla="*/ 195467 h 255020"/>
                  <a:gd name="connsiteX1" fmla="*/ 71800 w 573436"/>
                  <a:gd name="connsiteY1" fmla="*/ 240711 h 255020"/>
                  <a:gd name="connsiteX2" fmla="*/ 198006 w 573436"/>
                  <a:gd name="connsiteY2" fmla="*/ 254998 h 255020"/>
                  <a:gd name="connsiteX3" fmla="*/ 278969 w 573436"/>
                  <a:gd name="connsiteY3" fmla="*/ 238329 h 255020"/>
                  <a:gd name="connsiteX4" fmla="*/ 309925 w 573436"/>
                  <a:gd name="connsiteY4" fmla="*/ 233567 h 255020"/>
                  <a:gd name="connsiteX5" fmla="*/ 388506 w 573436"/>
                  <a:gd name="connsiteY5" fmla="*/ 200229 h 255020"/>
                  <a:gd name="connsiteX6" fmla="*/ 402794 w 573436"/>
                  <a:gd name="connsiteY6" fmla="*/ 193308 h 255020"/>
                  <a:gd name="connsiteX7" fmla="*/ 452800 w 573436"/>
                  <a:gd name="connsiteY7" fmla="*/ 162129 h 255020"/>
                  <a:gd name="connsiteX8" fmla="*/ 471850 w 573436"/>
                  <a:gd name="connsiteY8" fmla="*/ 147842 h 255020"/>
                  <a:gd name="connsiteX9" fmla="*/ 514712 w 573436"/>
                  <a:gd name="connsiteY9" fmla="*/ 102598 h 255020"/>
                  <a:gd name="connsiteX10" fmla="*/ 552174 w 573436"/>
                  <a:gd name="connsiteY10" fmla="*/ 56486 h 255020"/>
                  <a:gd name="connsiteX11" fmla="*/ 569944 w 573436"/>
                  <a:gd name="connsiteY11" fmla="*/ 9507 h 255020"/>
                  <a:gd name="connsiteX12" fmla="*/ 571223 w 573436"/>
                  <a:gd name="connsiteY12" fmla="*/ 427 h 255020"/>
                  <a:gd name="connsiteX13" fmla="*/ 545669 w 573436"/>
                  <a:gd name="connsiteY13" fmla="*/ 16873 h 255020"/>
                  <a:gd name="connsiteX14" fmla="*/ 543287 w 573436"/>
                  <a:gd name="connsiteY14" fmla="*/ 35923 h 255020"/>
                  <a:gd name="connsiteX15" fmla="*/ 526619 w 573436"/>
                  <a:gd name="connsiteY15" fmla="*/ 45448 h 255020"/>
                  <a:gd name="connsiteX16" fmla="*/ 502806 w 573436"/>
                  <a:gd name="connsiteY16" fmla="*/ 47829 h 255020"/>
                  <a:gd name="connsiteX17" fmla="*/ 498044 w 573436"/>
                  <a:gd name="connsiteY17" fmla="*/ 66879 h 255020"/>
                  <a:gd name="connsiteX18" fmla="*/ 502806 w 573436"/>
                  <a:gd name="connsiteY18" fmla="*/ 83548 h 255020"/>
                  <a:gd name="connsiteX19" fmla="*/ 520491 w 573436"/>
                  <a:gd name="connsiteY19" fmla="*/ 88871 h 255020"/>
                  <a:gd name="connsiteX20" fmla="*/ 500425 w 573436"/>
                  <a:gd name="connsiteY20" fmla="*/ 83548 h 255020"/>
                  <a:gd name="connsiteX21" fmla="*/ 488519 w 573436"/>
                  <a:gd name="connsiteY21" fmla="*/ 102598 h 255020"/>
                  <a:gd name="connsiteX22" fmla="*/ 474231 w 573436"/>
                  <a:gd name="connsiteY22" fmla="*/ 114504 h 255020"/>
                  <a:gd name="connsiteX23" fmla="*/ 469416 w 573436"/>
                  <a:gd name="connsiteY23" fmla="*/ 129211 h 255020"/>
                  <a:gd name="connsiteX24" fmla="*/ 473776 w 573436"/>
                  <a:gd name="connsiteY24" fmla="*/ 139859 h 255020"/>
                  <a:gd name="connsiteX25" fmla="*/ 440894 w 573436"/>
                  <a:gd name="connsiteY25" fmla="*/ 126411 h 255020"/>
                  <a:gd name="connsiteX26" fmla="*/ 426606 w 573436"/>
                  <a:gd name="connsiteY26" fmla="*/ 121648 h 255020"/>
                  <a:gd name="connsiteX27" fmla="*/ 412319 w 573436"/>
                  <a:gd name="connsiteY27" fmla="*/ 138317 h 255020"/>
                  <a:gd name="connsiteX28" fmla="*/ 405175 w 573436"/>
                  <a:gd name="connsiteY28" fmla="*/ 154986 h 255020"/>
                  <a:gd name="connsiteX29" fmla="*/ 410445 w 573436"/>
                  <a:gd name="connsiteY29" fmla="*/ 164511 h 255020"/>
                  <a:gd name="connsiteX30" fmla="*/ 403355 w 573436"/>
                  <a:gd name="connsiteY30" fmla="*/ 155825 h 255020"/>
                  <a:gd name="connsiteX31" fmla="*/ 381362 w 573436"/>
                  <a:gd name="connsiteY31" fmla="*/ 169273 h 255020"/>
                  <a:gd name="connsiteX32" fmla="*/ 390887 w 573436"/>
                  <a:gd name="connsiteY32" fmla="*/ 188323 h 255020"/>
                  <a:gd name="connsiteX33" fmla="*/ 378981 w 573436"/>
                  <a:gd name="connsiteY33" fmla="*/ 176417 h 255020"/>
                  <a:gd name="connsiteX34" fmla="*/ 371382 w 573436"/>
                  <a:gd name="connsiteY34" fmla="*/ 166331 h 255020"/>
                  <a:gd name="connsiteX35" fmla="*/ 350406 w 573436"/>
                  <a:gd name="connsiteY35" fmla="*/ 169273 h 255020"/>
                  <a:gd name="connsiteX36" fmla="*/ 341844 w 573436"/>
                  <a:gd name="connsiteY36" fmla="*/ 168572 h 255020"/>
                  <a:gd name="connsiteX37" fmla="*/ 329430 w 573436"/>
                  <a:gd name="connsiteY37" fmla="*/ 169555 h 255020"/>
                  <a:gd name="connsiteX38" fmla="*/ 314687 w 573436"/>
                  <a:gd name="connsiteY38" fmla="*/ 174036 h 255020"/>
                  <a:gd name="connsiteX39" fmla="*/ 300400 w 573436"/>
                  <a:gd name="connsiteY39" fmla="*/ 200229 h 255020"/>
                  <a:gd name="connsiteX40" fmla="*/ 302781 w 573436"/>
                  <a:gd name="connsiteY40" fmla="*/ 230907 h 255020"/>
                  <a:gd name="connsiteX41" fmla="*/ 298019 w 573436"/>
                  <a:gd name="connsiteY41" fmla="*/ 190704 h 255020"/>
                  <a:gd name="connsiteX42" fmla="*/ 286112 w 573436"/>
                  <a:gd name="connsiteY42" fmla="*/ 176417 h 255020"/>
                  <a:gd name="connsiteX43" fmla="*/ 219437 w 573436"/>
                  <a:gd name="connsiteY43" fmla="*/ 190704 h 255020"/>
                  <a:gd name="connsiteX44" fmla="*/ 217110 w 573436"/>
                  <a:gd name="connsiteY44" fmla="*/ 207373 h 255020"/>
                  <a:gd name="connsiteX45" fmla="*/ 215638 w 573436"/>
                  <a:gd name="connsiteY45" fmla="*/ 248976 h 255020"/>
                  <a:gd name="connsiteX46" fmla="*/ 214675 w 573436"/>
                  <a:gd name="connsiteY46" fmla="*/ 195467 h 255020"/>
                  <a:gd name="connsiteX47" fmla="*/ 190862 w 573436"/>
                  <a:gd name="connsiteY47" fmla="*/ 193086 h 255020"/>
                  <a:gd name="connsiteX48" fmla="*/ 152762 w 573436"/>
                  <a:gd name="connsiteY48" fmla="*/ 185942 h 255020"/>
                  <a:gd name="connsiteX49" fmla="*/ 150381 w 573436"/>
                  <a:gd name="connsiteY49" fmla="*/ 214517 h 255020"/>
                  <a:gd name="connsiteX50" fmla="*/ 150381 w 573436"/>
                  <a:gd name="connsiteY50" fmla="*/ 249116 h 255020"/>
                  <a:gd name="connsiteX51" fmla="*/ 145323 w 573436"/>
                  <a:gd name="connsiteY51" fmla="*/ 186080 h 255020"/>
                  <a:gd name="connsiteX52" fmla="*/ 112895 w 573436"/>
                  <a:gd name="connsiteY52" fmla="*/ 178798 h 255020"/>
                  <a:gd name="connsiteX53" fmla="*/ 99299 w 573436"/>
                  <a:gd name="connsiteY53" fmla="*/ 186684 h 255020"/>
                  <a:gd name="connsiteX54" fmla="*/ 78944 w 573436"/>
                  <a:gd name="connsiteY54" fmla="*/ 226984 h 255020"/>
                  <a:gd name="connsiteX55" fmla="*/ 96279 w 573436"/>
                  <a:gd name="connsiteY55" fmla="*/ 185523 h 255020"/>
                  <a:gd name="connsiteX56" fmla="*/ 88469 w 573436"/>
                  <a:gd name="connsiteY56" fmla="*/ 178798 h 255020"/>
                  <a:gd name="connsiteX57" fmla="*/ 59894 w 573436"/>
                  <a:gd name="connsiteY57" fmla="*/ 164511 h 255020"/>
                  <a:gd name="connsiteX58" fmla="*/ 43225 w 573436"/>
                  <a:gd name="connsiteY58" fmla="*/ 162129 h 255020"/>
                  <a:gd name="connsiteX59" fmla="*/ 362 w 573436"/>
                  <a:gd name="connsiteY59" fmla="*/ 195467 h 255020"/>
                  <a:gd name="connsiteX0" fmla="*/ 362 w 572159"/>
                  <a:gd name="connsiteY0" fmla="*/ 193285 h 252838"/>
                  <a:gd name="connsiteX1" fmla="*/ 71800 w 572159"/>
                  <a:gd name="connsiteY1" fmla="*/ 238529 h 252838"/>
                  <a:gd name="connsiteX2" fmla="*/ 198006 w 572159"/>
                  <a:gd name="connsiteY2" fmla="*/ 252816 h 252838"/>
                  <a:gd name="connsiteX3" fmla="*/ 278969 w 572159"/>
                  <a:gd name="connsiteY3" fmla="*/ 236147 h 252838"/>
                  <a:gd name="connsiteX4" fmla="*/ 309925 w 572159"/>
                  <a:gd name="connsiteY4" fmla="*/ 231385 h 252838"/>
                  <a:gd name="connsiteX5" fmla="*/ 388506 w 572159"/>
                  <a:gd name="connsiteY5" fmla="*/ 198047 h 252838"/>
                  <a:gd name="connsiteX6" fmla="*/ 402794 w 572159"/>
                  <a:gd name="connsiteY6" fmla="*/ 191126 h 252838"/>
                  <a:gd name="connsiteX7" fmla="*/ 452800 w 572159"/>
                  <a:gd name="connsiteY7" fmla="*/ 159947 h 252838"/>
                  <a:gd name="connsiteX8" fmla="*/ 471850 w 572159"/>
                  <a:gd name="connsiteY8" fmla="*/ 145660 h 252838"/>
                  <a:gd name="connsiteX9" fmla="*/ 514712 w 572159"/>
                  <a:gd name="connsiteY9" fmla="*/ 100416 h 252838"/>
                  <a:gd name="connsiteX10" fmla="*/ 552174 w 572159"/>
                  <a:gd name="connsiteY10" fmla="*/ 54304 h 252838"/>
                  <a:gd name="connsiteX11" fmla="*/ 569944 w 572159"/>
                  <a:gd name="connsiteY11" fmla="*/ 7325 h 252838"/>
                  <a:gd name="connsiteX12" fmla="*/ 569209 w 572159"/>
                  <a:gd name="connsiteY12" fmla="*/ 849 h 252838"/>
                  <a:gd name="connsiteX13" fmla="*/ 545669 w 572159"/>
                  <a:gd name="connsiteY13" fmla="*/ 14691 h 252838"/>
                  <a:gd name="connsiteX14" fmla="*/ 543287 w 572159"/>
                  <a:gd name="connsiteY14" fmla="*/ 33741 h 252838"/>
                  <a:gd name="connsiteX15" fmla="*/ 526619 w 572159"/>
                  <a:gd name="connsiteY15" fmla="*/ 43266 h 252838"/>
                  <a:gd name="connsiteX16" fmla="*/ 502806 w 572159"/>
                  <a:gd name="connsiteY16" fmla="*/ 45647 h 252838"/>
                  <a:gd name="connsiteX17" fmla="*/ 498044 w 572159"/>
                  <a:gd name="connsiteY17" fmla="*/ 64697 h 252838"/>
                  <a:gd name="connsiteX18" fmla="*/ 502806 w 572159"/>
                  <a:gd name="connsiteY18" fmla="*/ 81366 h 252838"/>
                  <a:gd name="connsiteX19" fmla="*/ 520491 w 572159"/>
                  <a:gd name="connsiteY19" fmla="*/ 86689 h 252838"/>
                  <a:gd name="connsiteX20" fmla="*/ 500425 w 572159"/>
                  <a:gd name="connsiteY20" fmla="*/ 81366 h 252838"/>
                  <a:gd name="connsiteX21" fmla="*/ 488519 w 572159"/>
                  <a:gd name="connsiteY21" fmla="*/ 100416 h 252838"/>
                  <a:gd name="connsiteX22" fmla="*/ 474231 w 572159"/>
                  <a:gd name="connsiteY22" fmla="*/ 112322 h 252838"/>
                  <a:gd name="connsiteX23" fmla="*/ 469416 w 572159"/>
                  <a:gd name="connsiteY23" fmla="*/ 127029 h 252838"/>
                  <a:gd name="connsiteX24" fmla="*/ 473776 w 572159"/>
                  <a:gd name="connsiteY24" fmla="*/ 137677 h 252838"/>
                  <a:gd name="connsiteX25" fmla="*/ 440894 w 572159"/>
                  <a:gd name="connsiteY25" fmla="*/ 124229 h 252838"/>
                  <a:gd name="connsiteX26" fmla="*/ 426606 w 572159"/>
                  <a:gd name="connsiteY26" fmla="*/ 119466 h 252838"/>
                  <a:gd name="connsiteX27" fmla="*/ 412319 w 572159"/>
                  <a:gd name="connsiteY27" fmla="*/ 136135 h 252838"/>
                  <a:gd name="connsiteX28" fmla="*/ 405175 w 572159"/>
                  <a:gd name="connsiteY28" fmla="*/ 152804 h 252838"/>
                  <a:gd name="connsiteX29" fmla="*/ 410445 w 572159"/>
                  <a:gd name="connsiteY29" fmla="*/ 162329 h 252838"/>
                  <a:gd name="connsiteX30" fmla="*/ 403355 w 572159"/>
                  <a:gd name="connsiteY30" fmla="*/ 153643 h 252838"/>
                  <a:gd name="connsiteX31" fmla="*/ 381362 w 572159"/>
                  <a:gd name="connsiteY31" fmla="*/ 167091 h 252838"/>
                  <a:gd name="connsiteX32" fmla="*/ 390887 w 572159"/>
                  <a:gd name="connsiteY32" fmla="*/ 186141 h 252838"/>
                  <a:gd name="connsiteX33" fmla="*/ 378981 w 572159"/>
                  <a:gd name="connsiteY33" fmla="*/ 174235 h 252838"/>
                  <a:gd name="connsiteX34" fmla="*/ 371382 w 572159"/>
                  <a:gd name="connsiteY34" fmla="*/ 164149 h 252838"/>
                  <a:gd name="connsiteX35" fmla="*/ 350406 w 572159"/>
                  <a:gd name="connsiteY35" fmla="*/ 167091 h 252838"/>
                  <a:gd name="connsiteX36" fmla="*/ 341844 w 572159"/>
                  <a:gd name="connsiteY36" fmla="*/ 166390 h 252838"/>
                  <a:gd name="connsiteX37" fmla="*/ 329430 w 572159"/>
                  <a:gd name="connsiteY37" fmla="*/ 167373 h 252838"/>
                  <a:gd name="connsiteX38" fmla="*/ 314687 w 572159"/>
                  <a:gd name="connsiteY38" fmla="*/ 171854 h 252838"/>
                  <a:gd name="connsiteX39" fmla="*/ 300400 w 572159"/>
                  <a:gd name="connsiteY39" fmla="*/ 198047 h 252838"/>
                  <a:gd name="connsiteX40" fmla="*/ 302781 w 572159"/>
                  <a:gd name="connsiteY40" fmla="*/ 228725 h 252838"/>
                  <a:gd name="connsiteX41" fmla="*/ 298019 w 572159"/>
                  <a:gd name="connsiteY41" fmla="*/ 188522 h 252838"/>
                  <a:gd name="connsiteX42" fmla="*/ 286112 w 572159"/>
                  <a:gd name="connsiteY42" fmla="*/ 174235 h 252838"/>
                  <a:gd name="connsiteX43" fmla="*/ 219437 w 572159"/>
                  <a:gd name="connsiteY43" fmla="*/ 188522 h 252838"/>
                  <a:gd name="connsiteX44" fmla="*/ 217110 w 572159"/>
                  <a:gd name="connsiteY44" fmla="*/ 205191 h 252838"/>
                  <a:gd name="connsiteX45" fmla="*/ 215638 w 572159"/>
                  <a:gd name="connsiteY45" fmla="*/ 246794 h 252838"/>
                  <a:gd name="connsiteX46" fmla="*/ 214675 w 572159"/>
                  <a:gd name="connsiteY46" fmla="*/ 193285 h 252838"/>
                  <a:gd name="connsiteX47" fmla="*/ 190862 w 572159"/>
                  <a:gd name="connsiteY47" fmla="*/ 190904 h 252838"/>
                  <a:gd name="connsiteX48" fmla="*/ 152762 w 572159"/>
                  <a:gd name="connsiteY48" fmla="*/ 183760 h 252838"/>
                  <a:gd name="connsiteX49" fmla="*/ 150381 w 572159"/>
                  <a:gd name="connsiteY49" fmla="*/ 212335 h 252838"/>
                  <a:gd name="connsiteX50" fmla="*/ 150381 w 572159"/>
                  <a:gd name="connsiteY50" fmla="*/ 246934 h 252838"/>
                  <a:gd name="connsiteX51" fmla="*/ 145323 w 572159"/>
                  <a:gd name="connsiteY51" fmla="*/ 183898 h 252838"/>
                  <a:gd name="connsiteX52" fmla="*/ 112895 w 572159"/>
                  <a:gd name="connsiteY52" fmla="*/ 176616 h 252838"/>
                  <a:gd name="connsiteX53" fmla="*/ 99299 w 572159"/>
                  <a:gd name="connsiteY53" fmla="*/ 184502 h 252838"/>
                  <a:gd name="connsiteX54" fmla="*/ 78944 w 572159"/>
                  <a:gd name="connsiteY54" fmla="*/ 224802 h 252838"/>
                  <a:gd name="connsiteX55" fmla="*/ 96279 w 572159"/>
                  <a:gd name="connsiteY55" fmla="*/ 183341 h 252838"/>
                  <a:gd name="connsiteX56" fmla="*/ 88469 w 572159"/>
                  <a:gd name="connsiteY56" fmla="*/ 176616 h 252838"/>
                  <a:gd name="connsiteX57" fmla="*/ 59894 w 572159"/>
                  <a:gd name="connsiteY57" fmla="*/ 162329 h 252838"/>
                  <a:gd name="connsiteX58" fmla="*/ 43225 w 572159"/>
                  <a:gd name="connsiteY58" fmla="*/ 159947 h 252838"/>
                  <a:gd name="connsiteX59" fmla="*/ 362 w 572159"/>
                  <a:gd name="connsiteY59" fmla="*/ 193285 h 252838"/>
                  <a:gd name="connsiteX0" fmla="*/ 362 w 572159"/>
                  <a:gd name="connsiteY0" fmla="*/ 193285 h 252838"/>
                  <a:gd name="connsiteX1" fmla="*/ 71800 w 572159"/>
                  <a:gd name="connsiteY1" fmla="*/ 238529 h 252838"/>
                  <a:gd name="connsiteX2" fmla="*/ 198006 w 572159"/>
                  <a:gd name="connsiteY2" fmla="*/ 252816 h 252838"/>
                  <a:gd name="connsiteX3" fmla="*/ 278969 w 572159"/>
                  <a:gd name="connsiteY3" fmla="*/ 236147 h 252838"/>
                  <a:gd name="connsiteX4" fmla="*/ 309925 w 572159"/>
                  <a:gd name="connsiteY4" fmla="*/ 231385 h 252838"/>
                  <a:gd name="connsiteX5" fmla="*/ 388506 w 572159"/>
                  <a:gd name="connsiteY5" fmla="*/ 198047 h 252838"/>
                  <a:gd name="connsiteX6" fmla="*/ 402794 w 572159"/>
                  <a:gd name="connsiteY6" fmla="*/ 191126 h 252838"/>
                  <a:gd name="connsiteX7" fmla="*/ 452800 w 572159"/>
                  <a:gd name="connsiteY7" fmla="*/ 159947 h 252838"/>
                  <a:gd name="connsiteX8" fmla="*/ 471850 w 572159"/>
                  <a:gd name="connsiteY8" fmla="*/ 145660 h 252838"/>
                  <a:gd name="connsiteX9" fmla="*/ 514712 w 572159"/>
                  <a:gd name="connsiteY9" fmla="*/ 100416 h 252838"/>
                  <a:gd name="connsiteX10" fmla="*/ 552174 w 572159"/>
                  <a:gd name="connsiteY10" fmla="*/ 54304 h 252838"/>
                  <a:gd name="connsiteX11" fmla="*/ 569944 w 572159"/>
                  <a:gd name="connsiteY11" fmla="*/ 7325 h 252838"/>
                  <a:gd name="connsiteX12" fmla="*/ 569209 w 572159"/>
                  <a:gd name="connsiteY12" fmla="*/ 849 h 252838"/>
                  <a:gd name="connsiteX13" fmla="*/ 545669 w 572159"/>
                  <a:gd name="connsiteY13" fmla="*/ 14691 h 252838"/>
                  <a:gd name="connsiteX14" fmla="*/ 543287 w 572159"/>
                  <a:gd name="connsiteY14" fmla="*/ 33741 h 252838"/>
                  <a:gd name="connsiteX15" fmla="*/ 526619 w 572159"/>
                  <a:gd name="connsiteY15" fmla="*/ 43266 h 252838"/>
                  <a:gd name="connsiteX16" fmla="*/ 502806 w 572159"/>
                  <a:gd name="connsiteY16" fmla="*/ 45647 h 252838"/>
                  <a:gd name="connsiteX17" fmla="*/ 498044 w 572159"/>
                  <a:gd name="connsiteY17" fmla="*/ 64697 h 252838"/>
                  <a:gd name="connsiteX18" fmla="*/ 502806 w 572159"/>
                  <a:gd name="connsiteY18" fmla="*/ 81366 h 252838"/>
                  <a:gd name="connsiteX19" fmla="*/ 520491 w 572159"/>
                  <a:gd name="connsiteY19" fmla="*/ 86689 h 252838"/>
                  <a:gd name="connsiteX20" fmla="*/ 500425 w 572159"/>
                  <a:gd name="connsiteY20" fmla="*/ 81366 h 252838"/>
                  <a:gd name="connsiteX21" fmla="*/ 488519 w 572159"/>
                  <a:gd name="connsiteY21" fmla="*/ 100416 h 252838"/>
                  <a:gd name="connsiteX22" fmla="*/ 474231 w 572159"/>
                  <a:gd name="connsiteY22" fmla="*/ 112322 h 252838"/>
                  <a:gd name="connsiteX23" fmla="*/ 469416 w 572159"/>
                  <a:gd name="connsiteY23" fmla="*/ 127029 h 252838"/>
                  <a:gd name="connsiteX24" fmla="*/ 473776 w 572159"/>
                  <a:gd name="connsiteY24" fmla="*/ 137677 h 252838"/>
                  <a:gd name="connsiteX25" fmla="*/ 440894 w 572159"/>
                  <a:gd name="connsiteY25" fmla="*/ 124229 h 252838"/>
                  <a:gd name="connsiteX26" fmla="*/ 426606 w 572159"/>
                  <a:gd name="connsiteY26" fmla="*/ 119466 h 252838"/>
                  <a:gd name="connsiteX27" fmla="*/ 412319 w 572159"/>
                  <a:gd name="connsiteY27" fmla="*/ 136135 h 252838"/>
                  <a:gd name="connsiteX28" fmla="*/ 405175 w 572159"/>
                  <a:gd name="connsiteY28" fmla="*/ 152804 h 252838"/>
                  <a:gd name="connsiteX29" fmla="*/ 410445 w 572159"/>
                  <a:gd name="connsiteY29" fmla="*/ 162329 h 252838"/>
                  <a:gd name="connsiteX30" fmla="*/ 403355 w 572159"/>
                  <a:gd name="connsiteY30" fmla="*/ 153643 h 252838"/>
                  <a:gd name="connsiteX31" fmla="*/ 381362 w 572159"/>
                  <a:gd name="connsiteY31" fmla="*/ 167091 h 252838"/>
                  <a:gd name="connsiteX32" fmla="*/ 390887 w 572159"/>
                  <a:gd name="connsiteY32" fmla="*/ 186141 h 252838"/>
                  <a:gd name="connsiteX33" fmla="*/ 378981 w 572159"/>
                  <a:gd name="connsiteY33" fmla="*/ 174235 h 252838"/>
                  <a:gd name="connsiteX34" fmla="*/ 371382 w 572159"/>
                  <a:gd name="connsiteY34" fmla="*/ 164149 h 252838"/>
                  <a:gd name="connsiteX35" fmla="*/ 350406 w 572159"/>
                  <a:gd name="connsiteY35" fmla="*/ 167091 h 252838"/>
                  <a:gd name="connsiteX36" fmla="*/ 341844 w 572159"/>
                  <a:gd name="connsiteY36" fmla="*/ 166390 h 252838"/>
                  <a:gd name="connsiteX37" fmla="*/ 329430 w 572159"/>
                  <a:gd name="connsiteY37" fmla="*/ 167373 h 252838"/>
                  <a:gd name="connsiteX38" fmla="*/ 314687 w 572159"/>
                  <a:gd name="connsiteY38" fmla="*/ 171854 h 252838"/>
                  <a:gd name="connsiteX39" fmla="*/ 300400 w 572159"/>
                  <a:gd name="connsiteY39" fmla="*/ 198047 h 252838"/>
                  <a:gd name="connsiteX40" fmla="*/ 302781 w 572159"/>
                  <a:gd name="connsiteY40" fmla="*/ 228725 h 252838"/>
                  <a:gd name="connsiteX41" fmla="*/ 298019 w 572159"/>
                  <a:gd name="connsiteY41" fmla="*/ 188522 h 252838"/>
                  <a:gd name="connsiteX42" fmla="*/ 286112 w 572159"/>
                  <a:gd name="connsiteY42" fmla="*/ 174235 h 252838"/>
                  <a:gd name="connsiteX43" fmla="*/ 219437 w 572159"/>
                  <a:gd name="connsiteY43" fmla="*/ 188522 h 252838"/>
                  <a:gd name="connsiteX44" fmla="*/ 217110 w 572159"/>
                  <a:gd name="connsiteY44" fmla="*/ 205191 h 252838"/>
                  <a:gd name="connsiteX45" fmla="*/ 215638 w 572159"/>
                  <a:gd name="connsiteY45" fmla="*/ 246794 h 252838"/>
                  <a:gd name="connsiteX46" fmla="*/ 214675 w 572159"/>
                  <a:gd name="connsiteY46" fmla="*/ 193285 h 252838"/>
                  <a:gd name="connsiteX47" fmla="*/ 190862 w 572159"/>
                  <a:gd name="connsiteY47" fmla="*/ 190904 h 252838"/>
                  <a:gd name="connsiteX48" fmla="*/ 152762 w 572159"/>
                  <a:gd name="connsiteY48" fmla="*/ 183760 h 252838"/>
                  <a:gd name="connsiteX49" fmla="*/ 150381 w 572159"/>
                  <a:gd name="connsiteY49" fmla="*/ 212335 h 252838"/>
                  <a:gd name="connsiteX50" fmla="*/ 150381 w 572159"/>
                  <a:gd name="connsiteY50" fmla="*/ 246934 h 252838"/>
                  <a:gd name="connsiteX51" fmla="*/ 145323 w 572159"/>
                  <a:gd name="connsiteY51" fmla="*/ 183898 h 252838"/>
                  <a:gd name="connsiteX52" fmla="*/ 112895 w 572159"/>
                  <a:gd name="connsiteY52" fmla="*/ 176616 h 252838"/>
                  <a:gd name="connsiteX53" fmla="*/ 99299 w 572159"/>
                  <a:gd name="connsiteY53" fmla="*/ 184502 h 252838"/>
                  <a:gd name="connsiteX54" fmla="*/ 78944 w 572159"/>
                  <a:gd name="connsiteY54" fmla="*/ 224802 h 252838"/>
                  <a:gd name="connsiteX55" fmla="*/ 96279 w 572159"/>
                  <a:gd name="connsiteY55" fmla="*/ 183341 h 252838"/>
                  <a:gd name="connsiteX56" fmla="*/ 88469 w 572159"/>
                  <a:gd name="connsiteY56" fmla="*/ 176616 h 252838"/>
                  <a:gd name="connsiteX57" fmla="*/ 59894 w 572159"/>
                  <a:gd name="connsiteY57" fmla="*/ 162329 h 252838"/>
                  <a:gd name="connsiteX58" fmla="*/ 43225 w 572159"/>
                  <a:gd name="connsiteY58" fmla="*/ 159947 h 252838"/>
                  <a:gd name="connsiteX59" fmla="*/ 362 w 572159"/>
                  <a:gd name="connsiteY59" fmla="*/ 193285 h 252838"/>
                  <a:gd name="connsiteX0" fmla="*/ 382 w 576283"/>
                  <a:gd name="connsiteY0" fmla="*/ 197626 h 252836"/>
                  <a:gd name="connsiteX1" fmla="*/ 75924 w 576283"/>
                  <a:gd name="connsiteY1" fmla="*/ 238529 h 252836"/>
                  <a:gd name="connsiteX2" fmla="*/ 202130 w 576283"/>
                  <a:gd name="connsiteY2" fmla="*/ 252816 h 252836"/>
                  <a:gd name="connsiteX3" fmla="*/ 283093 w 576283"/>
                  <a:gd name="connsiteY3" fmla="*/ 236147 h 252836"/>
                  <a:gd name="connsiteX4" fmla="*/ 314049 w 576283"/>
                  <a:gd name="connsiteY4" fmla="*/ 231385 h 252836"/>
                  <a:gd name="connsiteX5" fmla="*/ 392630 w 576283"/>
                  <a:gd name="connsiteY5" fmla="*/ 198047 h 252836"/>
                  <a:gd name="connsiteX6" fmla="*/ 406918 w 576283"/>
                  <a:gd name="connsiteY6" fmla="*/ 191126 h 252836"/>
                  <a:gd name="connsiteX7" fmla="*/ 456924 w 576283"/>
                  <a:gd name="connsiteY7" fmla="*/ 159947 h 252836"/>
                  <a:gd name="connsiteX8" fmla="*/ 475974 w 576283"/>
                  <a:gd name="connsiteY8" fmla="*/ 145660 h 252836"/>
                  <a:gd name="connsiteX9" fmla="*/ 518836 w 576283"/>
                  <a:gd name="connsiteY9" fmla="*/ 100416 h 252836"/>
                  <a:gd name="connsiteX10" fmla="*/ 556298 w 576283"/>
                  <a:gd name="connsiteY10" fmla="*/ 54304 h 252836"/>
                  <a:gd name="connsiteX11" fmla="*/ 574068 w 576283"/>
                  <a:gd name="connsiteY11" fmla="*/ 7325 h 252836"/>
                  <a:gd name="connsiteX12" fmla="*/ 573333 w 576283"/>
                  <a:gd name="connsiteY12" fmla="*/ 849 h 252836"/>
                  <a:gd name="connsiteX13" fmla="*/ 549793 w 576283"/>
                  <a:gd name="connsiteY13" fmla="*/ 14691 h 252836"/>
                  <a:gd name="connsiteX14" fmla="*/ 547411 w 576283"/>
                  <a:gd name="connsiteY14" fmla="*/ 33741 h 252836"/>
                  <a:gd name="connsiteX15" fmla="*/ 530743 w 576283"/>
                  <a:gd name="connsiteY15" fmla="*/ 43266 h 252836"/>
                  <a:gd name="connsiteX16" fmla="*/ 506930 w 576283"/>
                  <a:gd name="connsiteY16" fmla="*/ 45647 h 252836"/>
                  <a:gd name="connsiteX17" fmla="*/ 502168 w 576283"/>
                  <a:gd name="connsiteY17" fmla="*/ 64697 h 252836"/>
                  <a:gd name="connsiteX18" fmla="*/ 506930 w 576283"/>
                  <a:gd name="connsiteY18" fmla="*/ 81366 h 252836"/>
                  <a:gd name="connsiteX19" fmla="*/ 524615 w 576283"/>
                  <a:gd name="connsiteY19" fmla="*/ 86689 h 252836"/>
                  <a:gd name="connsiteX20" fmla="*/ 504549 w 576283"/>
                  <a:gd name="connsiteY20" fmla="*/ 81366 h 252836"/>
                  <a:gd name="connsiteX21" fmla="*/ 492643 w 576283"/>
                  <a:gd name="connsiteY21" fmla="*/ 100416 h 252836"/>
                  <a:gd name="connsiteX22" fmla="*/ 478355 w 576283"/>
                  <a:gd name="connsiteY22" fmla="*/ 112322 h 252836"/>
                  <a:gd name="connsiteX23" fmla="*/ 473540 w 576283"/>
                  <a:gd name="connsiteY23" fmla="*/ 127029 h 252836"/>
                  <a:gd name="connsiteX24" fmla="*/ 477900 w 576283"/>
                  <a:gd name="connsiteY24" fmla="*/ 137677 h 252836"/>
                  <a:gd name="connsiteX25" fmla="*/ 445018 w 576283"/>
                  <a:gd name="connsiteY25" fmla="*/ 124229 h 252836"/>
                  <a:gd name="connsiteX26" fmla="*/ 430730 w 576283"/>
                  <a:gd name="connsiteY26" fmla="*/ 119466 h 252836"/>
                  <a:gd name="connsiteX27" fmla="*/ 416443 w 576283"/>
                  <a:gd name="connsiteY27" fmla="*/ 136135 h 252836"/>
                  <a:gd name="connsiteX28" fmla="*/ 409299 w 576283"/>
                  <a:gd name="connsiteY28" fmla="*/ 152804 h 252836"/>
                  <a:gd name="connsiteX29" fmla="*/ 414569 w 576283"/>
                  <a:gd name="connsiteY29" fmla="*/ 162329 h 252836"/>
                  <a:gd name="connsiteX30" fmla="*/ 407479 w 576283"/>
                  <a:gd name="connsiteY30" fmla="*/ 153643 h 252836"/>
                  <a:gd name="connsiteX31" fmla="*/ 385486 w 576283"/>
                  <a:gd name="connsiteY31" fmla="*/ 167091 h 252836"/>
                  <a:gd name="connsiteX32" fmla="*/ 395011 w 576283"/>
                  <a:gd name="connsiteY32" fmla="*/ 186141 h 252836"/>
                  <a:gd name="connsiteX33" fmla="*/ 383105 w 576283"/>
                  <a:gd name="connsiteY33" fmla="*/ 174235 h 252836"/>
                  <a:gd name="connsiteX34" fmla="*/ 375506 w 576283"/>
                  <a:gd name="connsiteY34" fmla="*/ 164149 h 252836"/>
                  <a:gd name="connsiteX35" fmla="*/ 354530 w 576283"/>
                  <a:gd name="connsiteY35" fmla="*/ 167091 h 252836"/>
                  <a:gd name="connsiteX36" fmla="*/ 345968 w 576283"/>
                  <a:gd name="connsiteY36" fmla="*/ 166390 h 252836"/>
                  <a:gd name="connsiteX37" fmla="*/ 333554 w 576283"/>
                  <a:gd name="connsiteY37" fmla="*/ 167373 h 252836"/>
                  <a:gd name="connsiteX38" fmla="*/ 318811 w 576283"/>
                  <a:gd name="connsiteY38" fmla="*/ 171854 h 252836"/>
                  <a:gd name="connsiteX39" fmla="*/ 304524 w 576283"/>
                  <a:gd name="connsiteY39" fmla="*/ 198047 h 252836"/>
                  <a:gd name="connsiteX40" fmla="*/ 306905 w 576283"/>
                  <a:gd name="connsiteY40" fmla="*/ 228725 h 252836"/>
                  <a:gd name="connsiteX41" fmla="*/ 302143 w 576283"/>
                  <a:gd name="connsiteY41" fmla="*/ 188522 h 252836"/>
                  <a:gd name="connsiteX42" fmla="*/ 290236 w 576283"/>
                  <a:gd name="connsiteY42" fmla="*/ 174235 h 252836"/>
                  <a:gd name="connsiteX43" fmla="*/ 223561 w 576283"/>
                  <a:gd name="connsiteY43" fmla="*/ 188522 h 252836"/>
                  <a:gd name="connsiteX44" fmla="*/ 221234 w 576283"/>
                  <a:gd name="connsiteY44" fmla="*/ 205191 h 252836"/>
                  <a:gd name="connsiteX45" fmla="*/ 219762 w 576283"/>
                  <a:gd name="connsiteY45" fmla="*/ 246794 h 252836"/>
                  <a:gd name="connsiteX46" fmla="*/ 218799 w 576283"/>
                  <a:gd name="connsiteY46" fmla="*/ 193285 h 252836"/>
                  <a:gd name="connsiteX47" fmla="*/ 194986 w 576283"/>
                  <a:gd name="connsiteY47" fmla="*/ 190904 h 252836"/>
                  <a:gd name="connsiteX48" fmla="*/ 156886 w 576283"/>
                  <a:gd name="connsiteY48" fmla="*/ 183760 h 252836"/>
                  <a:gd name="connsiteX49" fmla="*/ 154505 w 576283"/>
                  <a:gd name="connsiteY49" fmla="*/ 212335 h 252836"/>
                  <a:gd name="connsiteX50" fmla="*/ 154505 w 576283"/>
                  <a:gd name="connsiteY50" fmla="*/ 246934 h 252836"/>
                  <a:gd name="connsiteX51" fmla="*/ 149447 w 576283"/>
                  <a:gd name="connsiteY51" fmla="*/ 183898 h 252836"/>
                  <a:gd name="connsiteX52" fmla="*/ 117019 w 576283"/>
                  <a:gd name="connsiteY52" fmla="*/ 176616 h 252836"/>
                  <a:gd name="connsiteX53" fmla="*/ 103423 w 576283"/>
                  <a:gd name="connsiteY53" fmla="*/ 184502 h 252836"/>
                  <a:gd name="connsiteX54" fmla="*/ 83068 w 576283"/>
                  <a:gd name="connsiteY54" fmla="*/ 224802 h 252836"/>
                  <a:gd name="connsiteX55" fmla="*/ 100403 w 576283"/>
                  <a:gd name="connsiteY55" fmla="*/ 183341 h 252836"/>
                  <a:gd name="connsiteX56" fmla="*/ 92593 w 576283"/>
                  <a:gd name="connsiteY56" fmla="*/ 176616 h 252836"/>
                  <a:gd name="connsiteX57" fmla="*/ 64018 w 576283"/>
                  <a:gd name="connsiteY57" fmla="*/ 162329 h 252836"/>
                  <a:gd name="connsiteX58" fmla="*/ 47349 w 576283"/>
                  <a:gd name="connsiteY58" fmla="*/ 159947 h 252836"/>
                  <a:gd name="connsiteX59" fmla="*/ 382 w 576283"/>
                  <a:gd name="connsiteY59" fmla="*/ 197626 h 252836"/>
                  <a:gd name="connsiteX0" fmla="*/ 1144 w 577045"/>
                  <a:gd name="connsiteY0" fmla="*/ 197626 h 252836"/>
                  <a:gd name="connsiteX1" fmla="*/ 76686 w 577045"/>
                  <a:gd name="connsiteY1" fmla="*/ 238529 h 252836"/>
                  <a:gd name="connsiteX2" fmla="*/ 202892 w 577045"/>
                  <a:gd name="connsiteY2" fmla="*/ 252816 h 252836"/>
                  <a:gd name="connsiteX3" fmla="*/ 283855 w 577045"/>
                  <a:gd name="connsiteY3" fmla="*/ 236147 h 252836"/>
                  <a:gd name="connsiteX4" fmla="*/ 314811 w 577045"/>
                  <a:gd name="connsiteY4" fmla="*/ 231385 h 252836"/>
                  <a:gd name="connsiteX5" fmla="*/ 393392 w 577045"/>
                  <a:gd name="connsiteY5" fmla="*/ 198047 h 252836"/>
                  <a:gd name="connsiteX6" fmla="*/ 407680 w 577045"/>
                  <a:gd name="connsiteY6" fmla="*/ 191126 h 252836"/>
                  <a:gd name="connsiteX7" fmla="*/ 457686 w 577045"/>
                  <a:gd name="connsiteY7" fmla="*/ 159947 h 252836"/>
                  <a:gd name="connsiteX8" fmla="*/ 476736 w 577045"/>
                  <a:gd name="connsiteY8" fmla="*/ 145660 h 252836"/>
                  <a:gd name="connsiteX9" fmla="*/ 519598 w 577045"/>
                  <a:gd name="connsiteY9" fmla="*/ 100416 h 252836"/>
                  <a:gd name="connsiteX10" fmla="*/ 557060 w 577045"/>
                  <a:gd name="connsiteY10" fmla="*/ 54304 h 252836"/>
                  <a:gd name="connsiteX11" fmla="*/ 574830 w 577045"/>
                  <a:gd name="connsiteY11" fmla="*/ 7325 h 252836"/>
                  <a:gd name="connsiteX12" fmla="*/ 574095 w 577045"/>
                  <a:gd name="connsiteY12" fmla="*/ 849 h 252836"/>
                  <a:gd name="connsiteX13" fmla="*/ 550555 w 577045"/>
                  <a:gd name="connsiteY13" fmla="*/ 14691 h 252836"/>
                  <a:gd name="connsiteX14" fmla="*/ 548173 w 577045"/>
                  <a:gd name="connsiteY14" fmla="*/ 33741 h 252836"/>
                  <a:gd name="connsiteX15" fmla="*/ 531505 w 577045"/>
                  <a:gd name="connsiteY15" fmla="*/ 43266 h 252836"/>
                  <a:gd name="connsiteX16" fmla="*/ 507692 w 577045"/>
                  <a:gd name="connsiteY16" fmla="*/ 45647 h 252836"/>
                  <a:gd name="connsiteX17" fmla="*/ 502930 w 577045"/>
                  <a:gd name="connsiteY17" fmla="*/ 64697 h 252836"/>
                  <a:gd name="connsiteX18" fmla="*/ 507692 w 577045"/>
                  <a:gd name="connsiteY18" fmla="*/ 81366 h 252836"/>
                  <a:gd name="connsiteX19" fmla="*/ 525377 w 577045"/>
                  <a:gd name="connsiteY19" fmla="*/ 86689 h 252836"/>
                  <a:gd name="connsiteX20" fmla="*/ 505311 w 577045"/>
                  <a:gd name="connsiteY20" fmla="*/ 81366 h 252836"/>
                  <a:gd name="connsiteX21" fmla="*/ 493405 w 577045"/>
                  <a:gd name="connsiteY21" fmla="*/ 100416 h 252836"/>
                  <a:gd name="connsiteX22" fmla="*/ 479117 w 577045"/>
                  <a:gd name="connsiteY22" fmla="*/ 112322 h 252836"/>
                  <a:gd name="connsiteX23" fmla="*/ 474302 w 577045"/>
                  <a:gd name="connsiteY23" fmla="*/ 127029 h 252836"/>
                  <a:gd name="connsiteX24" fmla="*/ 478662 w 577045"/>
                  <a:gd name="connsiteY24" fmla="*/ 137677 h 252836"/>
                  <a:gd name="connsiteX25" fmla="*/ 445780 w 577045"/>
                  <a:gd name="connsiteY25" fmla="*/ 124229 h 252836"/>
                  <a:gd name="connsiteX26" fmla="*/ 431492 w 577045"/>
                  <a:gd name="connsiteY26" fmla="*/ 119466 h 252836"/>
                  <a:gd name="connsiteX27" fmla="*/ 417205 w 577045"/>
                  <a:gd name="connsiteY27" fmla="*/ 136135 h 252836"/>
                  <a:gd name="connsiteX28" fmla="*/ 410061 w 577045"/>
                  <a:gd name="connsiteY28" fmla="*/ 152804 h 252836"/>
                  <a:gd name="connsiteX29" fmla="*/ 415331 w 577045"/>
                  <a:gd name="connsiteY29" fmla="*/ 162329 h 252836"/>
                  <a:gd name="connsiteX30" fmla="*/ 408241 w 577045"/>
                  <a:gd name="connsiteY30" fmla="*/ 153643 h 252836"/>
                  <a:gd name="connsiteX31" fmla="*/ 386248 w 577045"/>
                  <a:gd name="connsiteY31" fmla="*/ 167091 h 252836"/>
                  <a:gd name="connsiteX32" fmla="*/ 395773 w 577045"/>
                  <a:gd name="connsiteY32" fmla="*/ 186141 h 252836"/>
                  <a:gd name="connsiteX33" fmla="*/ 383867 w 577045"/>
                  <a:gd name="connsiteY33" fmla="*/ 174235 h 252836"/>
                  <a:gd name="connsiteX34" fmla="*/ 376268 w 577045"/>
                  <a:gd name="connsiteY34" fmla="*/ 164149 h 252836"/>
                  <a:gd name="connsiteX35" fmla="*/ 355292 w 577045"/>
                  <a:gd name="connsiteY35" fmla="*/ 167091 h 252836"/>
                  <a:gd name="connsiteX36" fmla="*/ 346730 w 577045"/>
                  <a:gd name="connsiteY36" fmla="*/ 166390 h 252836"/>
                  <a:gd name="connsiteX37" fmla="*/ 334316 w 577045"/>
                  <a:gd name="connsiteY37" fmla="*/ 167373 h 252836"/>
                  <a:gd name="connsiteX38" fmla="*/ 319573 w 577045"/>
                  <a:gd name="connsiteY38" fmla="*/ 171854 h 252836"/>
                  <a:gd name="connsiteX39" fmla="*/ 305286 w 577045"/>
                  <a:gd name="connsiteY39" fmla="*/ 198047 h 252836"/>
                  <a:gd name="connsiteX40" fmla="*/ 307667 w 577045"/>
                  <a:gd name="connsiteY40" fmla="*/ 228725 h 252836"/>
                  <a:gd name="connsiteX41" fmla="*/ 302905 w 577045"/>
                  <a:gd name="connsiteY41" fmla="*/ 188522 h 252836"/>
                  <a:gd name="connsiteX42" fmla="*/ 290998 w 577045"/>
                  <a:gd name="connsiteY42" fmla="*/ 174235 h 252836"/>
                  <a:gd name="connsiteX43" fmla="*/ 224323 w 577045"/>
                  <a:gd name="connsiteY43" fmla="*/ 188522 h 252836"/>
                  <a:gd name="connsiteX44" fmla="*/ 221996 w 577045"/>
                  <a:gd name="connsiteY44" fmla="*/ 205191 h 252836"/>
                  <a:gd name="connsiteX45" fmla="*/ 220524 w 577045"/>
                  <a:gd name="connsiteY45" fmla="*/ 246794 h 252836"/>
                  <a:gd name="connsiteX46" fmla="*/ 219561 w 577045"/>
                  <a:gd name="connsiteY46" fmla="*/ 193285 h 252836"/>
                  <a:gd name="connsiteX47" fmla="*/ 195748 w 577045"/>
                  <a:gd name="connsiteY47" fmla="*/ 190904 h 252836"/>
                  <a:gd name="connsiteX48" fmla="*/ 157648 w 577045"/>
                  <a:gd name="connsiteY48" fmla="*/ 183760 h 252836"/>
                  <a:gd name="connsiteX49" fmla="*/ 155267 w 577045"/>
                  <a:gd name="connsiteY49" fmla="*/ 212335 h 252836"/>
                  <a:gd name="connsiteX50" fmla="*/ 155267 w 577045"/>
                  <a:gd name="connsiteY50" fmla="*/ 246934 h 252836"/>
                  <a:gd name="connsiteX51" fmla="*/ 150209 w 577045"/>
                  <a:gd name="connsiteY51" fmla="*/ 183898 h 252836"/>
                  <a:gd name="connsiteX52" fmla="*/ 117781 w 577045"/>
                  <a:gd name="connsiteY52" fmla="*/ 176616 h 252836"/>
                  <a:gd name="connsiteX53" fmla="*/ 104185 w 577045"/>
                  <a:gd name="connsiteY53" fmla="*/ 184502 h 252836"/>
                  <a:gd name="connsiteX54" fmla="*/ 83830 w 577045"/>
                  <a:gd name="connsiteY54" fmla="*/ 224802 h 252836"/>
                  <a:gd name="connsiteX55" fmla="*/ 101165 w 577045"/>
                  <a:gd name="connsiteY55" fmla="*/ 183341 h 252836"/>
                  <a:gd name="connsiteX56" fmla="*/ 93355 w 577045"/>
                  <a:gd name="connsiteY56" fmla="*/ 176616 h 252836"/>
                  <a:gd name="connsiteX57" fmla="*/ 64780 w 577045"/>
                  <a:gd name="connsiteY57" fmla="*/ 162329 h 252836"/>
                  <a:gd name="connsiteX58" fmla="*/ 48111 w 577045"/>
                  <a:gd name="connsiteY58" fmla="*/ 159947 h 252836"/>
                  <a:gd name="connsiteX59" fmla="*/ 1144 w 577045"/>
                  <a:gd name="connsiteY59" fmla="*/ 197626 h 252836"/>
                  <a:gd name="connsiteX0" fmla="*/ 1144 w 577045"/>
                  <a:gd name="connsiteY0" fmla="*/ 197626 h 252836"/>
                  <a:gd name="connsiteX1" fmla="*/ 76686 w 577045"/>
                  <a:gd name="connsiteY1" fmla="*/ 238529 h 252836"/>
                  <a:gd name="connsiteX2" fmla="*/ 202892 w 577045"/>
                  <a:gd name="connsiteY2" fmla="*/ 252816 h 252836"/>
                  <a:gd name="connsiteX3" fmla="*/ 283855 w 577045"/>
                  <a:gd name="connsiteY3" fmla="*/ 236147 h 252836"/>
                  <a:gd name="connsiteX4" fmla="*/ 314811 w 577045"/>
                  <a:gd name="connsiteY4" fmla="*/ 231385 h 252836"/>
                  <a:gd name="connsiteX5" fmla="*/ 393392 w 577045"/>
                  <a:gd name="connsiteY5" fmla="*/ 198047 h 252836"/>
                  <a:gd name="connsiteX6" fmla="*/ 407680 w 577045"/>
                  <a:gd name="connsiteY6" fmla="*/ 191126 h 252836"/>
                  <a:gd name="connsiteX7" fmla="*/ 457686 w 577045"/>
                  <a:gd name="connsiteY7" fmla="*/ 159947 h 252836"/>
                  <a:gd name="connsiteX8" fmla="*/ 476736 w 577045"/>
                  <a:gd name="connsiteY8" fmla="*/ 145660 h 252836"/>
                  <a:gd name="connsiteX9" fmla="*/ 519598 w 577045"/>
                  <a:gd name="connsiteY9" fmla="*/ 100416 h 252836"/>
                  <a:gd name="connsiteX10" fmla="*/ 557060 w 577045"/>
                  <a:gd name="connsiteY10" fmla="*/ 54304 h 252836"/>
                  <a:gd name="connsiteX11" fmla="*/ 574830 w 577045"/>
                  <a:gd name="connsiteY11" fmla="*/ 7325 h 252836"/>
                  <a:gd name="connsiteX12" fmla="*/ 574095 w 577045"/>
                  <a:gd name="connsiteY12" fmla="*/ 849 h 252836"/>
                  <a:gd name="connsiteX13" fmla="*/ 550555 w 577045"/>
                  <a:gd name="connsiteY13" fmla="*/ 14691 h 252836"/>
                  <a:gd name="connsiteX14" fmla="*/ 548173 w 577045"/>
                  <a:gd name="connsiteY14" fmla="*/ 33741 h 252836"/>
                  <a:gd name="connsiteX15" fmla="*/ 531505 w 577045"/>
                  <a:gd name="connsiteY15" fmla="*/ 43266 h 252836"/>
                  <a:gd name="connsiteX16" fmla="*/ 507692 w 577045"/>
                  <a:gd name="connsiteY16" fmla="*/ 45647 h 252836"/>
                  <a:gd name="connsiteX17" fmla="*/ 502930 w 577045"/>
                  <a:gd name="connsiteY17" fmla="*/ 64697 h 252836"/>
                  <a:gd name="connsiteX18" fmla="*/ 507692 w 577045"/>
                  <a:gd name="connsiteY18" fmla="*/ 81366 h 252836"/>
                  <a:gd name="connsiteX19" fmla="*/ 525377 w 577045"/>
                  <a:gd name="connsiteY19" fmla="*/ 86689 h 252836"/>
                  <a:gd name="connsiteX20" fmla="*/ 505311 w 577045"/>
                  <a:gd name="connsiteY20" fmla="*/ 81366 h 252836"/>
                  <a:gd name="connsiteX21" fmla="*/ 493405 w 577045"/>
                  <a:gd name="connsiteY21" fmla="*/ 100416 h 252836"/>
                  <a:gd name="connsiteX22" fmla="*/ 479117 w 577045"/>
                  <a:gd name="connsiteY22" fmla="*/ 112322 h 252836"/>
                  <a:gd name="connsiteX23" fmla="*/ 474302 w 577045"/>
                  <a:gd name="connsiteY23" fmla="*/ 127029 h 252836"/>
                  <a:gd name="connsiteX24" fmla="*/ 478662 w 577045"/>
                  <a:gd name="connsiteY24" fmla="*/ 137677 h 252836"/>
                  <a:gd name="connsiteX25" fmla="*/ 445780 w 577045"/>
                  <a:gd name="connsiteY25" fmla="*/ 124229 h 252836"/>
                  <a:gd name="connsiteX26" fmla="*/ 431492 w 577045"/>
                  <a:gd name="connsiteY26" fmla="*/ 119466 h 252836"/>
                  <a:gd name="connsiteX27" fmla="*/ 417205 w 577045"/>
                  <a:gd name="connsiteY27" fmla="*/ 136135 h 252836"/>
                  <a:gd name="connsiteX28" fmla="*/ 410061 w 577045"/>
                  <a:gd name="connsiteY28" fmla="*/ 152804 h 252836"/>
                  <a:gd name="connsiteX29" fmla="*/ 415331 w 577045"/>
                  <a:gd name="connsiteY29" fmla="*/ 162329 h 252836"/>
                  <a:gd name="connsiteX30" fmla="*/ 408241 w 577045"/>
                  <a:gd name="connsiteY30" fmla="*/ 153643 h 252836"/>
                  <a:gd name="connsiteX31" fmla="*/ 386248 w 577045"/>
                  <a:gd name="connsiteY31" fmla="*/ 167091 h 252836"/>
                  <a:gd name="connsiteX32" fmla="*/ 395773 w 577045"/>
                  <a:gd name="connsiteY32" fmla="*/ 186141 h 252836"/>
                  <a:gd name="connsiteX33" fmla="*/ 383867 w 577045"/>
                  <a:gd name="connsiteY33" fmla="*/ 174235 h 252836"/>
                  <a:gd name="connsiteX34" fmla="*/ 376268 w 577045"/>
                  <a:gd name="connsiteY34" fmla="*/ 164149 h 252836"/>
                  <a:gd name="connsiteX35" fmla="*/ 355292 w 577045"/>
                  <a:gd name="connsiteY35" fmla="*/ 167091 h 252836"/>
                  <a:gd name="connsiteX36" fmla="*/ 346730 w 577045"/>
                  <a:gd name="connsiteY36" fmla="*/ 166390 h 252836"/>
                  <a:gd name="connsiteX37" fmla="*/ 334316 w 577045"/>
                  <a:gd name="connsiteY37" fmla="*/ 167373 h 252836"/>
                  <a:gd name="connsiteX38" fmla="*/ 319573 w 577045"/>
                  <a:gd name="connsiteY38" fmla="*/ 171854 h 252836"/>
                  <a:gd name="connsiteX39" fmla="*/ 305286 w 577045"/>
                  <a:gd name="connsiteY39" fmla="*/ 198047 h 252836"/>
                  <a:gd name="connsiteX40" fmla="*/ 307667 w 577045"/>
                  <a:gd name="connsiteY40" fmla="*/ 228725 h 252836"/>
                  <a:gd name="connsiteX41" fmla="*/ 302905 w 577045"/>
                  <a:gd name="connsiteY41" fmla="*/ 188522 h 252836"/>
                  <a:gd name="connsiteX42" fmla="*/ 290998 w 577045"/>
                  <a:gd name="connsiteY42" fmla="*/ 174235 h 252836"/>
                  <a:gd name="connsiteX43" fmla="*/ 224323 w 577045"/>
                  <a:gd name="connsiteY43" fmla="*/ 188522 h 252836"/>
                  <a:gd name="connsiteX44" fmla="*/ 221996 w 577045"/>
                  <a:gd name="connsiteY44" fmla="*/ 205191 h 252836"/>
                  <a:gd name="connsiteX45" fmla="*/ 220524 w 577045"/>
                  <a:gd name="connsiteY45" fmla="*/ 246794 h 252836"/>
                  <a:gd name="connsiteX46" fmla="*/ 219561 w 577045"/>
                  <a:gd name="connsiteY46" fmla="*/ 193285 h 252836"/>
                  <a:gd name="connsiteX47" fmla="*/ 195748 w 577045"/>
                  <a:gd name="connsiteY47" fmla="*/ 190904 h 252836"/>
                  <a:gd name="connsiteX48" fmla="*/ 157648 w 577045"/>
                  <a:gd name="connsiteY48" fmla="*/ 183760 h 252836"/>
                  <a:gd name="connsiteX49" fmla="*/ 155267 w 577045"/>
                  <a:gd name="connsiteY49" fmla="*/ 212335 h 252836"/>
                  <a:gd name="connsiteX50" fmla="*/ 155267 w 577045"/>
                  <a:gd name="connsiteY50" fmla="*/ 246934 h 252836"/>
                  <a:gd name="connsiteX51" fmla="*/ 150209 w 577045"/>
                  <a:gd name="connsiteY51" fmla="*/ 183898 h 252836"/>
                  <a:gd name="connsiteX52" fmla="*/ 117781 w 577045"/>
                  <a:gd name="connsiteY52" fmla="*/ 176616 h 252836"/>
                  <a:gd name="connsiteX53" fmla="*/ 104185 w 577045"/>
                  <a:gd name="connsiteY53" fmla="*/ 184502 h 252836"/>
                  <a:gd name="connsiteX54" fmla="*/ 83830 w 577045"/>
                  <a:gd name="connsiteY54" fmla="*/ 224802 h 252836"/>
                  <a:gd name="connsiteX55" fmla="*/ 101165 w 577045"/>
                  <a:gd name="connsiteY55" fmla="*/ 183341 h 252836"/>
                  <a:gd name="connsiteX56" fmla="*/ 93355 w 577045"/>
                  <a:gd name="connsiteY56" fmla="*/ 176616 h 252836"/>
                  <a:gd name="connsiteX57" fmla="*/ 64780 w 577045"/>
                  <a:gd name="connsiteY57" fmla="*/ 162329 h 252836"/>
                  <a:gd name="connsiteX58" fmla="*/ 48111 w 577045"/>
                  <a:gd name="connsiteY58" fmla="*/ 159947 h 252836"/>
                  <a:gd name="connsiteX59" fmla="*/ 1144 w 577045"/>
                  <a:gd name="connsiteY59" fmla="*/ 197626 h 252836"/>
                  <a:gd name="connsiteX0" fmla="*/ 0 w 575901"/>
                  <a:gd name="connsiteY0" fmla="*/ 197626 h 252836"/>
                  <a:gd name="connsiteX1" fmla="*/ 75542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36"/>
                  <a:gd name="connsiteX1" fmla="*/ 75542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36"/>
                  <a:gd name="connsiteX1" fmla="*/ 78620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28"/>
                  <a:gd name="connsiteX1" fmla="*/ 78620 w 575901"/>
                  <a:gd name="connsiteY1" fmla="*/ 238529 h 252828"/>
                  <a:gd name="connsiteX2" fmla="*/ 201748 w 575901"/>
                  <a:gd name="connsiteY2" fmla="*/ 252816 h 252828"/>
                  <a:gd name="connsiteX3" fmla="*/ 282711 w 575901"/>
                  <a:gd name="connsiteY3" fmla="*/ 236147 h 252828"/>
                  <a:gd name="connsiteX4" fmla="*/ 313667 w 575901"/>
                  <a:gd name="connsiteY4" fmla="*/ 231385 h 252828"/>
                  <a:gd name="connsiteX5" fmla="*/ 392248 w 575901"/>
                  <a:gd name="connsiteY5" fmla="*/ 198047 h 252828"/>
                  <a:gd name="connsiteX6" fmla="*/ 406536 w 575901"/>
                  <a:gd name="connsiteY6" fmla="*/ 191126 h 252828"/>
                  <a:gd name="connsiteX7" fmla="*/ 456542 w 575901"/>
                  <a:gd name="connsiteY7" fmla="*/ 159947 h 252828"/>
                  <a:gd name="connsiteX8" fmla="*/ 475592 w 575901"/>
                  <a:gd name="connsiteY8" fmla="*/ 145660 h 252828"/>
                  <a:gd name="connsiteX9" fmla="*/ 518454 w 575901"/>
                  <a:gd name="connsiteY9" fmla="*/ 100416 h 252828"/>
                  <a:gd name="connsiteX10" fmla="*/ 555916 w 575901"/>
                  <a:gd name="connsiteY10" fmla="*/ 54304 h 252828"/>
                  <a:gd name="connsiteX11" fmla="*/ 573686 w 575901"/>
                  <a:gd name="connsiteY11" fmla="*/ 7325 h 252828"/>
                  <a:gd name="connsiteX12" fmla="*/ 572951 w 575901"/>
                  <a:gd name="connsiteY12" fmla="*/ 849 h 252828"/>
                  <a:gd name="connsiteX13" fmla="*/ 549411 w 575901"/>
                  <a:gd name="connsiteY13" fmla="*/ 14691 h 252828"/>
                  <a:gd name="connsiteX14" fmla="*/ 547029 w 575901"/>
                  <a:gd name="connsiteY14" fmla="*/ 33741 h 252828"/>
                  <a:gd name="connsiteX15" fmla="*/ 530361 w 575901"/>
                  <a:gd name="connsiteY15" fmla="*/ 43266 h 252828"/>
                  <a:gd name="connsiteX16" fmla="*/ 506548 w 575901"/>
                  <a:gd name="connsiteY16" fmla="*/ 45647 h 252828"/>
                  <a:gd name="connsiteX17" fmla="*/ 501786 w 575901"/>
                  <a:gd name="connsiteY17" fmla="*/ 64697 h 252828"/>
                  <a:gd name="connsiteX18" fmla="*/ 506548 w 575901"/>
                  <a:gd name="connsiteY18" fmla="*/ 81366 h 252828"/>
                  <a:gd name="connsiteX19" fmla="*/ 524233 w 575901"/>
                  <a:gd name="connsiteY19" fmla="*/ 86689 h 252828"/>
                  <a:gd name="connsiteX20" fmla="*/ 504167 w 575901"/>
                  <a:gd name="connsiteY20" fmla="*/ 81366 h 252828"/>
                  <a:gd name="connsiteX21" fmla="*/ 492261 w 575901"/>
                  <a:gd name="connsiteY21" fmla="*/ 100416 h 252828"/>
                  <a:gd name="connsiteX22" fmla="*/ 477973 w 575901"/>
                  <a:gd name="connsiteY22" fmla="*/ 112322 h 252828"/>
                  <a:gd name="connsiteX23" fmla="*/ 473158 w 575901"/>
                  <a:gd name="connsiteY23" fmla="*/ 127029 h 252828"/>
                  <a:gd name="connsiteX24" fmla="*/ 477518 w 575901"/>
                  <a:gd name="connsiteY24" fmla="*/ 137677 h 252828"/>
                  <a:gd name="connsiteX25" fmla="*/ 444636 w 575901"/>
                  <a:gd name="connsiteY25" fmla="*/ 124229 h 252828"/>
                  <a:gd name="connsiteX26" fmla="*/ 430348 w 575901"/>
                  <a:gd name="connsiteY26" fmla="*/ 119466 h 252828"/>
                  <a:gd name="connsiteX27" fmla="*/ 416061 w 575901"/>
                  <a:gd name="connsiteY27" fmla="*/ 136135 h 252828"/>
                  <a:gd name="connsiteX28" fmla="*/ 408917 w 575901"/>
                  <a:gd name="connsiteY28" fmla="*/ 152804 h 252828"/>
                  <a:gd name="connsiteX29" fmla="*/ 414187 w 575901"/>
                  <a:gd name="connsiteY29" fmla="*/ 162329 h 252828"/>
                  <a:gd name="connsiteX30" fmla="*/ 407097 w 575901"/>
                  <a:gd name="connsiteY30" fmla="*/ 153643 h 252828"/>
                  <a:gd name="connsiteX31" fmla="*/ 385104 w 575901"/>
                  <a:gd name="connsiteY31" fmla="*/ 167091 h 252828"/>
                  <a:gd name="connsiteX32" fmla="*/ 394629 w 575901"/>
                  <a:gd name="connsiteY32" fmla="*/ 186141 h 252828"/>
                  <a:gd name="connsiteX33" fmla="*/ 382723 w 575901"/>
                  <a:gd name="connsiteY33" fmla="*/ 174235 h 252828"/>
                  <a:gd name="connsiteX34" fmla="*/ 375124 w 575901"/>
                  <a:gd name="connsiteY34" fmla="*/ 164149 h 252828"/>
                  <a:gd name="connsiteX35" fmla="*/ 354148 w 575901"/>
                  <a:gd name="connsiteY35" fmla="*/ 167091 h 252828"/>
                  <a:gd name="connsiteX36" fmla="*/ 345586 w 575901"/>
                  <a:gd name="connsiteY36" fmla="*/ 166390 h 252828"/>
                  <a:gd name="connsiteX37" fmla="*/ 333172 w 575901"/>
                  <a:gd name="connsiteY37" fmla="*/ 167373 h 252828"/>
                  <a:gd name="connsiteX38" fmla="*/ 318429 w 575901"/>
                  <a:gd name="connsiteY38" fmla="*/ 171854 h 252828"/>
                  <a:gd name="connsiteX39" fmla="*/ 304142 w 575901"/>
                  <a:gd name="connsiteY39" fmla="*/ 198047 h 252828"/>
                  <a:gd name="connsiteX40" fmla="*/ 306523 w 575901"/>
                  <a:gd name="connsiteY40" fmla="*/ 228725 h 252828"/>
                  <a:gd name="connsiteX41" fmla="*/ 301761 w 575901"/>
                  <a:gd name="connsiteY41" fmla="*/ 188522 h 252828"/>
                  <a:gd name="connsiteX42" fmla="*/ 289854 w 575901"/>
                  <a:gd name="connsiteY42" fmla="*/ 174235 h 252828"/>
                  <a:gd name="connsiteX43" fmla="*/ 223179 w 575901"/>
                  <a:gd name="connsiteY43" fmla="*/ 188522 h 252828"/>
                  <a:gd name="connsiteX44" fmla="*/ 220852 w 575901"/>
                  <a:gd name="connsiteY44" fmla="*/ 205191 h 252828"/>
                  <a:gd name="connsiteX45" fmla="*/ 219380 w 575901"/>
                  <a:gd name="connsiteY45" fmla="*/ 246794 h 252828"/>
                  <a:gd name="connsiteX46" fmla="*/ 218417 w 575901"/>
                  <a:gd name="connsiteY46" fmla="*/ 193285 h 252828"/>
                  <a:gd name="connsiteX47" fmla="*/ 194604 w 575901"/>
                  <a:gd name="connsiteY47" fmla="*/ 190904 h 252828"/>
                  <a:gd name="connsiteX48" fmla="*/ 156504 w 575901"/>
                  <a:gd name="connsiteY48" fmla="*/ 183760 h 252828"/>
                  <a:gd name="connsiteX49" fmla="*/ 154123 w 575901"/>
                  <a:gd name="connsiteY49" fmla="*/ 212335 h 252828"/>
                  <a:gd name="connsiteX50" fmla="*/ 154123 w 575901"/>
                  <a:gd name="connsiteY50" fmla="*/ 246934 h 252828"/>
                  <a:gd name="connsiteX51" fmla="*/ 149065 w 575901"/>
                  <a:gd name="connsiteY51" fmla="*/ 183898 h 252828"/>
                  <a:gd name="connsiteX52" fmla="*/ 116637 w 575901"/>
                  <a:gd name="connsiteY52" fmla="*/ 176616 h 252828"/>
                  <a:gd name="connsiteX53" fmla="*/ 103041 w 575901"/>
                  <a:gd name="connsiteY53" fmla="*/ 184502 h 252828"/>
                  <a:gd name="connsiteX54" fmla="*/ 82686 w 575901"/>
                  <a:gd name="connsiteY54" fmla="*/ 224802 h 252828"/>
                  <a:gd name="connsiteX55" fmla="*/ 100021 w 575901"/>
                  <a:gd name="connsiteY55" fmla="*/ 183341 h 252828"/>
                  <a:gd name="connsiteX56" fmla="*/ 92211 w 575901"/>
                  <a:gd name="connsiteY56" fmla="*/ 176616 h 252828"/>
                  <a:gd name="connsiteX57" fmla="*/ 63636 w 575901"/>
                  <a:gd name="connsiteY57" fmla="*/ 162329 h 252828"/>
                  <a:gd name="connsiteX58" fmla="*/ 46967 w 575901"/>
                  <a:gd name="connsiteY58" fmla="*/ 159947 h 252828"/>
                  <a:gd name="connsiteX59" fmla="*/ 0 w 575901"/>
                  <a:gd name="connsiteY59" fmla="*/ 197626 h 252828"/>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1080"/>
                  <a:gd name="connsiteX1" fmla="*/ 78620 w 575901"/>
                  <a:gd name="connsiteY1" fmla="*/ 235925 h 251080"/>
                  <a:gd name="connsiteX2" fmla="*/ 201748 w 575901"/>
                  <a:gd name="connsiteY2" fmla="*/ 251080 h 251080"/>
                  <a:gd name="connsiteX3" fmla="*/ 282711 w 575901"/>
                  <a:gd name="connsiteY3" fmla="*/ 236147 h 251080"/>
                  <a:gd name="connsiteX4" fmla="*/ 313667 w 575901"/>
                  <a:gd name="connsiteY4" fmla="*/ 231385 h 251080"/>
                  <a:gd name="connsiteX5" fmla="*/ 392248 w 575901"/>
                  <a:gd name="connsiteY5" fmla="*/ 198047 h 251080"/>
                  <a:gd name="connsiteX6" fmla="*/ 406536 w 575901"/>
                  <a:gd name="connsiteY6" fmla="*/ 191126 h 251080"/>
                  <a:gd name="connsiteX7" fmla="*/ 456542 w 575901"/>
                  <a:gd name="connsiteY7" fmla="*/ 159947 h 251080"/>
                  <a:gd name="connsiteX8" fmla="*/ 475592 w 575901"/>
                  <a:gd name="connsiteY8" fmla="*/ 145660 h 251080"/>
                  <a:gd name="connsiteX9" fmla="*/ 518454 w 575901"/>
                  <a:gd name="connsiteY9" fmla="*/ 100416 h 251080"/>
                  <a:gd name="connsiteX10" fmla="*/ 555916 w 575901"/>
                  <a:gd name="connsiteY10" fmla="*/ 54304 h 251080"/>
                  <a:gd name="connsiteX11" fmla="*/ 573686 w 575901"/>
                  <a:gd name="connsiteY11" fmla="*/ 7325 h 251080"/>
                  <a:gd name="connsiteX12" fmla="*/ 572951 w 575901"/>
                  <a:gd name="connsiteY12" fmla="*/ 849 h 251080"/>
                  <a:gd name="connsiteX13" fmla="*/ 549411 w 575901"/>
                  <a:gd name="connsiteY13" fmla="*/ 14691 h 251080"/>
                  <a:gd name="connsiteX14" fmla="*/ 547029 w 575901"/>
                  <a:gd name="connsiteY14" fmla="*/ 33741 h 251080"/>
                  <a:gd name="connsiteX15" fmla="*/ 530361 w 575901"/>
                  <a:gd name="connsiteY15" fmla="*/ 43266 h 251080"/>
                  <a:gd name="connsiteX16" fmla="*/ 506548 w 575901"/>
                  <a:gd name="connsiteY16" fmla="*/ 45647 h 251080"/>
                  <a:gd name="connsiteX17" fmla="*/ 501786 w 575901"/>
                  <a:gd name="connsiteY17" fmla="*/ 64697 h 251080"/>
                  <a:gd name="connsiteX18" fmla="*/ 506548 w 575901"/>
                  <a:gd name="connsiteY18" fmla="*/ 81366 h 251080"/>
                  <a:gd name="connsiteX19" fmla="*/ 524233 w 575901"/>
                  <a:gd name="connsiteY19" fmla="*/ 86689 h 251080"/>
                  <a:gd name="connsiteX20" fmla="*/ 504167 w 575901"/>
                  <a:gd name="connsiteY20" fmla="*/ 81366 h 251080"/>
                  <a:gd name="connsiteX21" fmla="*/ 492261 w 575901"/>
                  <a:gd name="connsiteY21" fmla="*/ 100416 h 251080"/>
                  <a:gd name="connsiteX22" fmla="*/ 477973 w 575901"/>
                  <a:gd name="connsiteY22" fmla="*/ 112322 h 251080"/>
                  <a:gd name="connsiteX23" fmla="*/ 473158 w 575901"/>
                  <a:gd name="connsiteY23" fmla="*/ 127029 h 251080"/>
                  <a:gd name="connsiteX24" fmla="*/ 477518 w 575901"/>
                  <a:gd name="connsiteY24" fmla="*/ 137677 h 251080"/>
                  <a:gd name="connsiteX25" fmla="*/ 444636 w 575901"/>
                  <a:gd name="connsiteY25" fmla="*/ 124229 h 251080"/>
                  <a:gd name="connsiteX26" fmla="*/ 430348 w 575901"/>
                  <a:gd name="connsiteY26" fmla="*/ 119466 h 251080"/>
                  <a:gd name="connsiteX27" fmla="*/ 416061 w 575901"/>
                  <a:gd name="connsiteY27" fmla="*/ 136135 h 251080"/>
                  <a:gd name="connsiteX28" fmla="*/ 408917 w 575901"/>
                  <a:gd name="connsiteY28" fmla="*/ 152804 h 251080"/>
                  <a:gd name="connsiteX29" fmla="*/ 414187 w 575901"/>
                  <a:gd name="connsiteY29" fmla="*/ 162329 h 251080"/>
                  <a:gd name="connsiteX30" fmla="*/ 407097 w 575901"/>
                  <a:gd name="connsiteY30" fmla="*/ 153643 h 251080"/>
                  <a:gd name="connsiteX31" fmla="*/ 385104 w 575901"/>
                  <a:gd name="connsiteY31" fmla="*/ 167091 h 251080"/>
                  <a:gd name="connsiteX32" fmla="*/ 394629 w 575901"/>
                  <a:gd name="connsiteY32" fmla="*/ 186141 h 251080"/>
                  <a:gd name="connsiteX33" fmla="*/ 382723 w 575901"/>
                  <a:gd name="connsiteY33" fmla="*/ 174235 h 251080"/>
                  <a:gd name="connsiteX34" fmla="*/ 375124 w 575901"/>
                  <a:gd name="connsiteY34" fmla="*/ 164149 h 251080"/>
                  <a:gd name="connsiteX35" fmla="*/ 354148 w 575901"/>
                  <a:gd name="connsiteY35" fmla="*/ 167091 h 251080"/>
                  <a:gd name="connsiteX36" fmla="*/ 345586 w 575901"/>
                  <a:gd name="connsiteY36" fmla="*/ 166390 h 251080"/>
                  <a:gd name="connsiteX37" fmla="*/ 333172 w 575901"/>
                  <a:gd name="connsiteY37" fmla="*/ 167373 h 251080"/>
                  <a:gd name="connsiteX38" fmla="*/ 318429 w 575901"/>
                  <a:gd name="connsiteY38" fmla="*/ 171854 h 251080"/>
                  <a:gd name="connsiteX39" fmla="*/ 304142 w 575901"/>
                  <a:gd name="connsiteY39" fmla="*/ 198047 h 251080"/>
                  <a:gd name="connsiteX40" fmla="*/ 306523 w 575901"/>
                  <a:gd name="connsiteY40" fmla="*/ 228725 h 251080"/>
                  <a:gd name="connsiteX41" fmla="*/ 301761 w 575901"/>
                  <a:gd name="connsiteY41" fmla="*/ 188522 h 251080"/>
                  <a:gd name="connsiteX42" fmla="*/ 289854 w 575901"/>
                  <a:gd name="connsiteY42" fmla="*/ 174235 h 251080"/>
                  <a:gd name="connsiteX43" fmla="*/ 223179 w 575901"/>
                  <a:gd name="connsiteY43" fmla="*/ 188522 h 251080"/>
                  <a:gd name="connsiteX44" fmla="*/ 220852 w 575901"/>
                  <a:gd name="connsiteY44" fmla="*/ 205191 h 251080"/>
                  <a:gd name="connsiteX45" fmla="*/ 219380 w 575901"/>
                  <a:gd name="connsiteY45" fmla="*/ 246794 h 251080"/>
                  <a:gd name="connsiteX46" fmla="*/ 218417 w 575901"/>
                  <a:gd name="connsiteY46" fmla="*/ 193285 h 251080"/>
                  <a:gd name="connsiteX47" fmla="*/ 194604 w 575901"/>
                  <a:gd name="connsiteY47" fmla="*/ 190904 h 251080"/>
                  <a:gd name="connsiteX48" fmla="*/ 156504 w 575901"/>
                  <a:gd name="connsiteY48" fmla="*/ 183760 h 251080"/>
                  <a:gd name="connsiteX49" fmla="*/ 154123 w 575901"/>
                  <a:gd name="connsiteY49" fmla="*/ 212335 h 251080"/>
                  <a:gd name="connsiteX50" fmla="*/ 154123 w 575901"/>
                  <a:gd name="connsiteY50" fmla="*/ 246934 h 251080"/>
                  <a:gd name="connsiteX51" fmla="*/ 149065 w 575901"/>
                  <a:gd name="connsiteY51" fmla="*/ 183898 h 251080"/>
                  <a:gd name="connsiteX52" fmla="*/ 116637 w 575901"/>
                  <a:gd name="connsiteY52" fmla="*/ 176616 h 251080"/>
                  <a:gd name="connsiteX53" fmla="*/ 103041 w 575901"/>
                  <a:gd name="connsiteY53" fmla="*/ 184502 h 251080"/>
                  <a:gd name="connsiteX54" fmla="*/ 82686 w 575901"/>
                  <a:gd name="connsiteY54" fmla="*/ 224802 h 251080"/>
                  <a:gd name="connsiteX55" fmla="*/ 100021 w 575901"/>
                  <a:gd name="connsiteY55" fmla="*/ 183341 h 251080"/>
                  <a:gd name="connsiteX56" fmla="*/ 92211 w 575901"/>
                  <a:gd name="connsiteY56" fmla="*/ 176616 h 251080"/>
                  <a:gd name="connsiteX57" fmla="*/ 63636 w 575901"/>
                  <a:gd name="connsiteY57" fmla="*/ 162329 h 251080"/>
                  <a:gd name="connsiteX58" fmla="*/ 46967 w 575901"/>
                  <a:gd name="connsiteY58" fmla="*/ 159947 h 251080"/>
                  <a:gd name="connsiteX59" fmla="*/ 0 w 575901"/>
                  <a:gd name="connsiteY59" fmla="*/ 197626 h 251080"/>
                  <a:gd name="connsiteX0" fmla="*/ 0 w 575901"/>
                  <a:gd name="connsiteY0" fmla="*/ 197626 h 247456"/>
                  <a:gd name="connsiteX1" fmla="*/ 78620 w 575901"/>
                  <a:gd name="connsiteY1" fmla="*/ 235925 h 247456"/>
                  <a:gd name="connsiteX2" fmla="*/ 201748 w 575901"/>
                  <a:gd name="connsiteY2" fmla="*/ 245872 h 247456"/>
                  <a:gd name="connsiteX3" fmla="*/ 282711 w 575901"/>
                  <a:gd name="connsiteY3" fmla="*/ 236147 h 247456"/>
                  <a:gd name="connsiteX4" fmla="*/ 313667 w 575901"/>
                  <a:gd name="connsiteY4" fmla="*/ 231385 h 247456"/>
                  <a:gd name="connsiteX5" fmla="*/ 392248 w 575901"/>
                  <a:gd name="connsiteY5" fmla="*/ 198047 h 247456"/>
                  <a:gd name="connsiteX6" fmla="*/ 406536 w 575901"/>
                  <a:gd name="connsiteY6" fmla="*/ 191126 h 247456"/>
                  <a:gd name="connsiteX7" fmla="*/ 456542 w 575901"/>
                  <a:gd name="connsiteY7" fmla="*/ 159947 h 247456"/>
                  <a:gd name="connsiteX8" fmla="*/ 475592 w 575901"/>
                  <a:gd name="connsiteY8" fmla="*/ 145660 h 247456"/>
                  <a:gd name="connsiteX9" fmla="*/ 518454 w 575901"/>
                  <a:gd name="connsiteY9" fmla="*/ 100416 h 247456"/>
                  <a:gd name="connsiteX10" fmla="*/ 555916 w 575901"/>
                  <a:gd name="connsiteY10" fmla="*/ 54304 h 247456"/>
                  <a:gd name="connsiteX11" fmla="*/ 573686 w 575901"/>
                  <a:gd name="connsiteY11" fmla="*/ 7325 h 247456"/>
                  <a:gd name="connsiteX12" fmla="*/ 572951 w 575901"/>
                  <a:gd name="connsiteY12" fmla="*/ 849 h 247456"/>
                  <a:gd name="connsiteX13" fmla="*/ 549411 w 575901"/>
                  <a:gd name="connsiteY13" fmla="*/ 14691 h 247456"/>
                  <a:gd name="connsiteX14" fmla="*/ 547029 w 575901"/>
                  <a:gd name="connsiteY14" fmla="*/ 33741 h 247456"/>
                  <a:gd name="connsiteX15" fmla="*/ 530361 w 575901"/>
                  <a:gd name="connsiteY15" fmla="*/ 43266 h 247456"/>
                  <a:gd name="connsiteX16" fmla="*/ 506548 w 575901"/>
                  <a:gd name="connsiteY16" fmla="*/ 45647 h 247456"/>
                  <a:gd name="connsiteX17" fmla="*/ 501786 w 575901"/>
                  <a:gd name="connsiteY17" fmla="*/ 64697 h 247456"/>
                  <a:gd name="connsiteX18" fmla="*/ 506548 w 575901"/>
                  <a:gd name="connsiteY18" fmla="*/ 81366 h 247456"/>
                  <a:gd name="connsiteX19" fmla="*/ 524233 w 575901"/>
                  <a:gd name="connsiteY19" fmla="*/ 86689 h 247456"/>
                  <a:gd name="connsiteX20" fmla="*/ 504167 w 575901"/>
                  <a:gd name="connsiteY20" fmla="*/ 81366 h 247456"/>
                  <a:gd name="connsiteX21" fmla="*/ 492261 w 575901"/>
                  <a:gd name="connsiteY21" fmla="*/ 100416 h 247456"/>
                  <a:gd name="connsiteX22" fmla="*/ 477973 w 575901"/>
                  <a:gd name="connsiteY22" fmla="*/ 112322 h 247456"/>
                  <a:gd name="connsiteX23" fmla="*/ 473158 w 575901"/>
                  <a:gd name="connsiteY23" fmla="*/ 127029 h 247456"/>
                  <a:gd name="connsiteX24" fmla="*/ 477518 w 575901"/>
                  <a:gd name="connsiteY24" fmla="*/ 137677 h 247456"/>
                  <a:gd name="connsiteX25" fmla="*/ 444636 w 575901"/>
                  <a:gd name="connsiteY25" fmla="*/ 124229 h 247456"/>
                  <a:gd name="connsiteX26" fmla="*/ 430348 w 575901"/>
                  <a:gd name="connsiteY26" fmla="*/ 119466 h 247456"/>
                  <a:gd name="connsiteX27" fmla="*/ 416061 w 575901"/>
                  <a:gd name="connsiteY27" fmla="*/ 136135 h 247456"/>
                  <a:gd name="connsiteX28" fmla="*/ 408917 w 575901"/>
                  <a:gd name="connsiteY28" fmla="*/ 152804 h 247456"/>
                  <a:gd name="connsiteX29" fmla="*/ 414187 w 575901"/>
                  <a:gd name="connsiteY29" fmla="*/ 162329 h 247456"/>
                  <a:gd name="connsiteX30" fmla="*/ 407097 w 575901"/>
                  <a:gd name="connsiteY30" fmla="*/ 153643 h 247456"/>
                  <a:gd name="connsiteX31" fmla="*/ 385104 w 575901"/>
                  <a:gd name="connsiteY31" fmla="*/ 167091 h 247456"/>
                  <a:gd name="connsiteX32" fmla="*/ 394629 w 575901"/>
                  <a:gd name="connsiteY32" fmla="*/ 186141 h 247456"/>
                  <a:gd name="connsiteX33" fmla="*/ 382723 w 575901"/>
                  <a:gd name="connsiteY33" fmla="*/ 174235 h 247456"/>
                  <a:gd name="connsiteX34" fmla="*/ 375124 w 575901"/>
                  <a:gd name="connsiteY34" fmla="*/ 164149 h 247456"/>
                  <a:gd name="connsiteX35" fmla="*/ 354148 w 575901"/>
                  <a:gd name="connsiteY35" fmla="*/ 167091 h 247456"/>
                  <a:gd name="connsiteX36" fmla="*/ 345586 w 575901"/>
                  <a:gd name="connsiteY36" fmla="*/ 166390 h 247456"/>
                  <a:gd name="connsiteX37" fmla="*/ 333172 w 575901"/>
                  <a:gd name="connsiteY37" fmla="*/ 167373 h 247456"/>
                  <a:gd name="connsiteX38" fmla="*/ 318429 w 575901"/>
                  <a:gd name="connsiteY38" fmla="*/ 171854 h 247456"/>
                  <a:gd name="connsiteX39" fmla="*/ 304142 w 575901"/>
                  <a:gd name="connsiteY39" fmla="*/ 198047 h 247456"/>
                  <a:gd name="connsiteX40" fmla="*/ 306523 w 575901"/>
                  <a:gd name="connsiteY40" fmla="*/ 228725 h 247456"/>
                  <a:gd name="connsiteX41" fmla="*/ 301761 w 575901"/>
                  <a:gd name="connsiteY41" fmla="*/ 188522 h 247456"/>
                  <a:gd name="connsiteX42" fmla="*/ 289854 w 575901"/>
                  <a:gd name="connsiteY42" fmla="*/ 174235 h 247456"/>
                  <a:gd name="connsiteX43" fmla="*/ 223179 w 575901"/>
                  <a:gd name="connsiteY43" fmla="*/ 188522 h 247456"/>
                  <a:gd name="connsiteX44" fmla="*/ 220852 w 575901"/>
                  <a:gd name="connsiteY44" fmla="*/ 205191 h 247456"/>
                  <a:gd name="connsiteX45" fmla="*/ 219380 w 575901"/>
                  <a:gd name="connsiteY45" fmla="*/ 246794 h 247456"/>
                  <a:gd name="connsiteX46" fmla="*/ 218417 w 575901"/>
                  <a:gd name="connsiteY46" fmla="*/ 193285 h 247456"/>
                  <a:gd name="connsiteX47" fmla="*/ 194604 w 575901"/>
                  <a:gd name="connsiteY47" fmla="*/ 190904 h 247456"/>
                  <a:gd name="connsiteX48" fmla="*/ 156504 w 575901"/>
                  <a:gd name="connsiteY48" fmla="*/ 183760 h 247456"/>
                  <a:gd name="connsiteX49" fmla="*/ 154123 w 575901"/>
                  <a:gd name="connsiteY49" fmla="*/ 212335 h 247456"/>
                  <a:gd name="connsiteX50" fmla="*/ 154123 w 575901"/>
                  <a:gd name="connsiteY50" fmla="*/ 246934 h 247456"/>
                  <a:gd name="connsiteX51" fmla="*/ 149065 w 575901"/>
                  <a:gd name="connsiteY51" fmla="*/ 183898 h 247456"/>
                  <a:gd name="connsiteX52" fmla="*/ 116637 w 575901"/>
                  <a:gd name="connsiteY52" fmla="*/ 176616 h 247456"/>
                  <a:gd name="connsiteX53" fmla="*/ 103041 w 575901"/>
                  <a:gd name="connsiteY53" fmla="*/ 184502 h 247456"/>
                  <a:gd name="connsiteX54" fmla="*/ 82686 w 575901"/>
                  <a:gd name="connsiteY54" fmla="*/ 224802 h 247456"/>
                  <a:gd name="connsiteX55" fmla="*/ 100021 w 575901"/>
                  <a:gd name="connsiteY55" fmla="*/ 183341 h 247456"/>
                  <a:gd name="connsiteX56" fmla="*/ 92211 w 575901"/>
                  <a:gd name="connsiteY56" fmla="*/ 176616 h 247456"/>
                  <a:gd name="connsiteX57" fmla="*/ 63636 w 575901"/>
                  <a:gd name="connsiteY57" fmla="*/ 162329 h 247456"/>
                  <a:gd name="connsiteX58" fmla="*/ 46967 w 575901"/>
                  <a:gd name="connsiteY58" fmla="*/ 159947 h 247456"/>
                  <a:gd name="connsiteX59" fmla="*/ 0 w 575901"/>
                  <a:gd name="connsiteY59" fmla="*/ 197626 h 247456"/>
                  <a:gd name="connsiteX0" fmla="*/ 0 w 575901"/>
                  <a:gd name="connsiteY0" fmla="*/ 197626 h 248476"/>
                  <a:gd name="connsiteX1" fmla="*/ 78620 w 575901"/>
                  <a:gd name="connsiteY1" fmla="*/ 235925 h 248476"/>
                  <a:gd name="connsiteX2" fmla="*/ 200722 w 575901"/>
                  <a:gd name="connsiteY2" fmla="*/ 248476 h 248476"/>
                  <a:gd name="connsiteX3" fmla="*/ 282711 w 575901"/>
                  <a:gd name="connsiteY3" fmla="*/ 236147 h 248476"/>
                  <a:gd name="connsiteX4" fmla="*/ 313667 w 575901"/>
                  <a:gd name="connsiteY4" fmla="*/ 231385 h 248476"/>
                  <a:gd name="connsiteX5" fmla="*/ 392248 w 575901"/>
                  <a:gd name="connsiteY5" fmla="*/ 198047 h 248476"/>
                  <a:gd name="connsiteX6" fmla="*/ 406536 w 575901"/>
                  <a:gd name="connsiteY6" fmla="*/ 191126 h 248476"/>
                  <a:gd name="connsiteX7" fmla="*/ 456542 w 575901"/>
                  <a:gd name="connsiteY7" fmla="*/ 159947 h 248476"/>
                  <a:gd name="connsiteX8" fmla="*/ 475592 w 575901"/>
                  <a:gd name="connsiteY8" fmla="*/ 145660 h 248476"/>
                  <a:gd name="connsiteX9" fmla="*/ 518454 w 575901"/>
                  <a:gd name="connsiteY9" fmla="*/ 100416 h 248476"/>
                  <a:gd name="connsiteX10" fmla="*/ 555916 w 575901"/>
                  <a:gd name="connsiteY10" fmla="*/ 54304 h 248476"/>
                  <a:gd name="connsiteX11" fmla="*/ 573686 w 575901"/>
                  <a:gd name="connsiteY11" fmla="*/ 7325 h 248476"/>
                  <a:gd name="connsiteX12" fmla="*/ 572951 w 575901"/>
                  <a:gd name="connsiteY12" fmla="*/ 849 h 248476"/>
                  <a:gd name="connsiteX13" fmla="*/ 549411 w 575901"/>
                  <a:gd name="connsiteY13" fmla="*/ 14691 h 248476"/>
                  <a:gd name="connsiteX14" fmla="*/ 547029 w 575901"/>
                  <a:gd name="connsiteY14" fmla="*/ 33741 h 248476"/>
                  <a:gd name="connsiteX15" fmla="*/ 530361 w 575901"/>
                  <a:gd name="connsiteY15" fmla="*/ 43266 h 248476"/>
                  <a:gd name="connsiteX16" fmla="*/ 506548 w 575901"/>
                  <a:gd name="connsiteY16" fmla="*/ 45647 h 248476"/>
                  <a:gd name="connsiteX17" fmla="*/ 501786 w 575901"/>
                  <a:gd name="connsiteY17" fmla="*/ 64697 h 248476"/>
                  <a:gd name="connsiteX18" fmla="*/ 506548 w 575901"/>
                  <a:gd name="connsiteY18" fmla="*/ 81366 h 248476"/>
                  <a:gd name="connsiteX19" fmla="*/ 524233 w 575901"/>
                  <a:gd name="connsiteY19" fmla="*/ 86689 h 248476"/>
                  <a:gd name="connsiteX20" fmla="*/ 504167 w 575901"/>
                  <a:gd name="connsiteY20" fmla="*/ 81366 h 248476"/>
                  <a:gd name="connsiteX21" fmla="*/ 492261 w 575901"/>
                  <a:gd name="connsiteY21" fmla="*/ 100416 h 248476"/>
                  <a:gd name="connsiteX22" fmla="*/ 477973 w 575901"/>
                  <a:gd name="connsiteY22" fmla="*/ 112322 h 248476"/>
                  <a:gd name="connsiteX23" fmla="*/ 473158 w 575901"/>
                  <a:gd name="connsiteY23" fmla="*/ 127029 h 248476"/>
                  <a:gd name="connsiteX24" fmla="*/ 477518 w 575901"/>
                  <a:gd name="connsiteY24" fmla="*/ 137677 h 248476"/>
                  <a:gd name="connsiteX25" fmla="*/ 444636 w 575901"/>
                  <a:gd name="connsiteY25" fmla="*/ 124229 h 248476"/>
                  <a:gd name="connsiteX26" fmla="*/ 430348 w 575901"/>
                  <a:gd name="connsiteY26" fmla="*/ 119466 h 248476"/>
                  <a:gd name="connsiteX27" fmla="*/ 416061 w 575901"/>
                  <a:gd name="connsiteY27" fmla="*/ 136135 h 248476"/>
                  <a:gd name="connsiteX28" fmla="*/ 408917 w 575901"/>
                  <a:gd name="connsiteY28" fmla="*/ 152804 h 248476"/>
                  <a:gd name="connsiteX29" fmla="*/ 414187 w 575901"/>
                  <a:gd name="connsiteY29" fmla="*/ 162329 h 248476"/>
                  <a:gd name="connsiteX30" fmla="*/ 407097 w 575901"/>
                  <a:gd name="connsiteY30" fmla="*/ 153643 h 248476"/>
                  <a:gd name="connsiteX31" fmla="*/ 385104 w 575901"/>
                  <a:gd name="connsiteY31" fmla="*/ 167091 h 248476"/>
                  <a:gd name="connsiteX32" fmla="*/ 394629 w 575901"/>
                  <a:gd name="connsiteY32" fmla="*/ 186141 h 248476"/>
                  <a:gd name="connsiteX33" fmla="*/ 382723 w 575901"/>
                  <a:gd name="connsiteY33" fmla="*/ 174235 h 248476"/>
                  <a:gd name="connsiteX34" fmla="*/ 375124 w 575901"/>
                  <a:gd name="connsiteY34" fmla="*/ 164149 h 248476"/>
                  <a:gd name="connsiteX35" fmla="*/ 354148 w 575901"/>
                  <a:gd name="connsiteY35" fmla="*/ 167091 h 248476"/>
                  <a:gd name="connsiteX36" fmla="*/ 345586 w 575901"/>
                  <a:gd name="connsiteY36" fmla="*/ 166390 h 248476"/>
                  <a:gd name="connsiteX37" fmla="*/ 333172 w 575901"/>
                  <a:gd name="connsiteY37" fmla="*/ 167373 h 248476"/>
                  <a:gd name="connsiteX38" fmla="*/ 318429 w 575901"/>
                  <a:gd name="connsiteY38" fmla="*/ 171854 h 248476"/>
                  <a:gd name="connsiteX39" fmla="*/ 304142 w 575901"/>
                  <a:gd name="connsiteY39" fmla="*/ 198047 h 248476"/>
                  <a:gd name="connsiteX40" fmla="*/ 306523 w 575901"/>
                  <a:gd name="connsiteY40" fmla="*/ 228725 h 248476"/>
                  <a:gd name="connsiteX41" fmla="*/ 301761 w 575901"/>
                  <a:gd name="connsiteY41" fmla="*/ 188522 h 248476"/>
                  <a:gd name="connsiteX42" fmla="*/ 289854 w 575901"/>
                  <a:gd name="connsiteY42" fmla="*/ 174235 h 248476"/>
                  <a:gd name="connsiteX43" fmla="*/ 223179 w 575901"/>
                  <a:gd name="connsiteY43" fmla="*/ 188522 h 248476"/>
                  <a:gd name="connsiteX44" fmla="*/ 220852 w 575901"/>
                  <a:gd name="connsiteY44" fmla="*/ 205191 h 248476"/>
                  <a:gd name="connsiteX45" fmla="*/ 219380 w 575901"/>
                  <a:gd name="connsiteY45" fmla="*/ 246794 h 248476"/>
                  <a:gd name="connsiteX46" fmla="*/ 218417 w 575901"/>
                  <a:gd name="connsiteY46" fmla="*/ 193285 h 248476"/>
                  <a:gd name="connsiteX47" fmla="*/ 194604 w 575901"/>
                  <a:gd name="connsiteY47" fmla="*/ 190904 h 248476"/>
                  <a:gd name="connsiteX48" fmla="*/ 156504 w 575901"/>
                  <a:gd name="connsiteY48" fmla="*/ 183760 h 248476"/>
                  <a:gd name="connsiteX49" fmla="*/ 154123 w 575901"/>
                  <a:gd name="connsiteY49" fmla="*/ 212335 h 248476"/>
                  <a:gd name="connsiteX50" fmla="*/ 154123 w 575901"/>
                  <a:gd name="connsiteY50" fmla="*/ 246934 h 248476"/>
                  <a:gd name="connsiteX51" fmla="*/ 149065 w 575901"/>
                  <a:gd name="connsiteY51" fmla="*/ 183898 h 248476"/>
                  <a:gd name="connsiteX52" fmla="*/ 116637 w 575901"/>
                  <a:gd name="connsiteY52" fmla="*/ 176616 h 248476"/>
                  <a:gd name="connsiteX53" fmla="*/ 103041 w 575901"/>
                  <a:gd name="connsiteY53" fmla="*/ 184502 h 248476"/>
                  <a:gd name="connsiteX54" fmla="*/ 82686 w 575901"/>
                  <a:gd name="connsiteY54" fmla="*/ 224802 h 248476"/>
                  <a:gd name="connsiteX55" fmla="*/ 100021 w 575901"/>
                  <a:gd name="connsiteY55" fmla="*/ 183341 h 248476"/>
                  <a:gd name="connsiteX56" fmla="*/ 92211 w 575901"/>
                  <a:gd name="connsiteY56" fmla="*/ 176616 h 248476"/>
                  <a:gd name="connsiteX57" fmla="*/ 63636 w 575901"/>
                  <a:gd name="connsiteY57" fmla="*/ 162329 h 248476"/>
                  <a:gd name="connsiteX58" fmla="*/ 46967 w 575901"/>
                  <a:gd name="connsiteY58" fmla="*/ 159947 h 248476"/>
                  <a:gd name="connsiteX59" fmla="*/ 0 w 575901"/>
                  <a:gd name="connsiteY59" fmla="*/ 197626 h 248476"/>
                  <a:gd name="connsiteX0" fmla="*/ 0 w 575901"/>
                  <a:gd name="connsiteY0" fmla="*/ 197626 h 249344"/>
                  <a:gd name="connsiteX1" fmla="*/ 78620 w 575901"/>
                  <a:gd name="connsiteY1" fmla="*/ 235925 h 249344"/>
                  <a:gd name="connsiteX2" fmla="*/ 199696 w 575901"/>
                  <a:gd name="connsiteY2" fmla="*/ 249344 h 249344"/>
                  <a:gd name="connsiteX3" fmla="*/ 282711 w 575901"/>
                  <a:gd name="connsiteY3" fmla="*/ 236147 h 249344"/>
                  <a:gd name="connsiteX4" fmla="*/ 313667 w 575901"/>
                  <a:gd name="connsiteY4" fmla="*/ 231385 h 249344"/>
                  <a:gd name="connsiteX5" fmla="*/ 392248 w 575901"/>
                  <a:gd name="connsiteY5" fmla="*/ 198047 h 249344"/>
                  <a:gd name="connsiteX6" fmla="*/ 406536 w 575901"/>
                  <a:gd name="connsiteY6" fmla="*/ 191126 h 249344"/>
                  <a:gd name="connsiteX7" fmla="*/ 456542 w 575901"/>
                  <a:gd name="connsiteY7" fmla="*/ 159947 h 249344"/>
                  <a:gd name="connsiteX8" fmla="*/ 475592 w 575901"/>
                  <a:gd name="connsiteY8" fmla="*/ 145660 h 249344"/>
                  <a:gd name="connsiteX9" fmla="*/ 518454 w 575901"/>
                  <a:gd name="connsiteY9" fmla="*/ 100416 h 249344"/>
                  <a:gd name="connsiteX10" fmla="*/ 555916 w 575901"/>
                  <a:gd name="connsiteY10" fmla="*/ 54304 h 249344"/>
                  <a:gd name="connsiteX11" fmla="*/ 573686 w 575901"/>
                  <a:gd name="connsiteY11" fmla="*/ 7325 h 249344"/>
                  <a:gd name="connsiteX12" fmla="*/ 572951 w 575901"/>
                  <a:gd name="connsiteY12" fmla="*/ 849 h 249344"/>
                  <a:gd name="connsiteX13" fmla="*/ 549411 w 575901"/>
                  <a:gd name="connsiteY13" fmla="*/ 14691 h 249344"/>
                  <a:gd name="connsiteX14" fmla="*/ 547029 w 575901"/>
                  <a:gd name="connsiteY14" fmla="*/ 33741 h 249344"/>
                  <a:gd name="connsiteX15" fmla="*/ 530361 w 575901"/>
                  <a:gd name="connsiteY15" fmla="*/ 43266 h 249344"/>
                  <a:gd name="connsiteX16" fmla="*/ 506548 w 575901"/>
                  <a:gd name="connsiteY16" fmla="*/ 45647 h 249344"/>
                  <a:gd name="connsiteX17" fmla="*/ 501786 w 575901"/>
                  <a:gd name="connsiteY17" fmla="*/ 64697 h 249344"/>
                  <a:gd name="connsiteX18" fmla="*/ 506548 w 575901"/>
                  <a:gd name="connsiteY18" fmla="*/ 81366 h 249344"/>
                  <a:gd name="connsiteX19" fmla="*/ 524233 w 575901"/>
                  <a:gd name="connsiteY19" fmla="*/ 86689 h 249344"/>
                  <a:gd name="connsiteX20" fmla="*/ 504167 w 575901"/>
                  <a:gd name="connsiteY20" fmla="*/ 81366 h 249344"/>
                  <a:gd name="connsiteX21" fmla="*/ 492261 w 575901"/>
                  <a:gd name="connsiteY21" fmla="*/ 100416 h 249344"/>
                  <a:gd name="connsiteX22" fmla="*/ 477973 w 575901"/>
                  <a:gd name="connsiteY22" fmla="*/ 112322 h 249344"/>
                  <a:gd name="connsiteX23" fmla="*/ 473158 w 575901"/>
                  <a:gd name="connsiteY23" fmla="*/ 127029 h 249344"/>
                  <a:gd name="connsiteX24" fmla="*/ 477518 w 575901"/>
                  <a:gd name="connsiteY24" fmla="*/ 137677 h 249344"/>
                  <a:gd name="connsiteX25" fmla="*/ 444636 w 575901"/>
                  <a:gd name="connsiteY25" fmla="*/ 124229 h 249344"/>
                  <a:gd name="connsiteX26" fmla="*/ 430348 w 575901"/>
                  <a:gd name="connsiteY26" fmla="*/ 119466 h 249344"/>
                  <a:gd name="connsiteX27" fmla="*/ 416061 w 575901"/>
                  <a:gd name="connsiteY27" fmla="*/ 136135 h 249344"/>
                  <a:gd name="connsiteX28" fmla="*/ 408917 w 575901"/>
                  <a:gd name="connsiteY28" fmla="*/ 152804 h 249344"/>
                  <a:gd name="connsiteX29" fmla="*/ 414187 w 575901"/>
                  <a:gd name="connsiteY29" fmla="*/ 162329 h 249344"/>
                  <a:gd name="connsiteX30" fmla="*/ 407097 w 575901"/>
                  <a:gd name="connsiteY30" fmla="*/ 153643 h 249344"/>
                  <a:gd name="connsiteX31" fmla="*/ 385104 w 575901"/>
                  <a:gd name="connsiteY31" fmla="*/ 167091 h 249344"/>
                  <a:gd name="connsiteX32" fmla="*/ 394629 w 575901"/>
                  <a:gd name="connsiteY32" fmla="*/ 186141 h 249344"/>
                  <a:gd name="connsiteX33" fmla="*/ 382723 w 575901"/>
                  <a:gd name="connsiteY33" fmla="*/ 174235 h 249344"/>
                  <a:gd name="connsiteX34" fmla="*/ 375124 w 575901"/>
                  <a:gd name="connsiteY34" fmla="*/ 164149 h 249344"/>
                  <a:gd name="connsiteX35" fmla="*/ 354148 w 575901"/>
                  <a:gd name="connsiteY35" fmla="*/ 167091 h 249344"/>
                  <a:gd name="connsiteX36" fmla="*/ 345586 w 575901"/>
                  <a:gd name="connsiteY36" fmla="*/ 166390 h 249344"/>
                  <a:gd name="connsiteX37" fmla="*/ 333172 w 575901"/>
                  <a:gd name="connsiteY37" fmla="*/ 167373 h 249344"/>
                  <a:gd name="connsiteX38" fmla="*/ 318429 w 575901"/>
                  <a:gd name="connsiteY38" fmla="*/ 171854 h 249344"/>
                  <a:gd name="connsiteX39" fmla="*/ 304142 w 575901"/>
                  <a:gd name="connsiteY39" fmla="*/ 198047 h 249344"/>
                  <a:gd name="connsiteX40" fmla="*/ 306523 w 575901"/>
                  <a:gd name="connsiteY40" fmla="*/ 228725 h 249344"/>
                  <a:gd name="connsiteX41" fmla="*/ 301761 w 575901"/>
                  <a:gd name="connsiteY41" fmla="*/ 188522 h 249344"/>
                  <a:gd name="connsiteX42" fmla="*/ 289854 w 575901"/>
                  <a:gd name="connsiteY42" fmla="*/ 174235 h 249344"/>
                  <a:gd name="connsiteX43" fmla="*/ 223179 w 575901"/>
                  <a:gd name="connsiteY43" fmla="*/ 188522 h 249344"/>
                  <a:gd name="connsiteX44" fmla="*/ 220852 w 575901"/>
                  <a:gd name="connsiteY44" fmla="*/ 205191 h 249344"/>
                  <a:gd name="connsiteX45" fmla="*/ 219380 w 575901"/>
                  <a:gd name="connsiteY45" fmla="*/ 246794 h 249344"/>
                  <a:gd name="connsiteX46" fmla="*/ 218417 w 575901"/>
                  <a:gd name="connsiteY46" fmla="*/ 193285 h 249344"/>
                  <a:gd name="connsiteX47" fmla="*/ 194604 w 575901"/>
                  <a:gd name="connsiteY47" fmla="*/ 190904 h 249344"/>
                  <a:gd name="connsiteX48" fmla="*/ 156504 w 575901"/>
                  <a:gd name="connsiteY48" fmla="*/ 183760 h 249344"/>
                  <a:gd name="connsiteX49" fmla="*/ 154123 w 575901"/>
                  <a:gd name="connsiteY49" fmla="*/ 212335 h 249344"/>
                  <a:gd name="connsiteX50" fmla="*/ 154123 w 575901"/>
                  <a:gd name="connsiteY50" fmla="*/ 246934 h 249344"/>
                  <a:gd name="connsiteX51" fmla="*/ 149065 w 575901"/>
                  <a:gd name="connsiteY51" fmla="*/ 183898 h 249344"/>
                  <a:gd name="connsiteX52" fmla="*/ 116637 w 575901"/>
                  <a:gd name="connsiteY52" fmla="*/ 176616 h 249344"/>
                  <a:gd name="connsiteX53" fmla="*/ 103041 w 575901"/>
                  <a:gd name="connsiteY53" fmla="*/ 184502 h 249344"/>
                  <a:gd name="connsiteX54" fmla="*/ 82686 w 575901"/>
                  <a:gd name="connsiteY54" fmla="*/ 224802 h 249344"/>
                  <a:gd name="connsiteX55" fmla="*/ 100021 w 575901"/>
                  <a:gd name="connsiteY55" fmla="*/ 183341 h 249344"/>
                  <a:gd name="connsiteX56" fmla="*/ 92211 w 575901"/>
                  <a:gd name="connsiteY56" fmla="*/ 176616 h 249344"/>
                  <a:gd name="connsiteX57" fmla="*/ 63636 w 575901"/>
                  <a:gd name="connsiteY57" fmla="*/ 162329 h 249344"/>
                  <a:gd name="connsiteX58" fmla="*/ 46967 w 575901"/>
                  <a:gd name="connsiteY58" fmla="*/ 159947 h 249344"/>
                  <a:gd name="connsiteX59" fmla="*/ 0 w 575901"/>
                  <a:gd name="connsiteY59" fmla="*/ 197626 h 249344"/>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3667 w 575901"/>
                  <a:gd name="connsiteY4" fmla="*/ 231385 h 249345"/>
                  <a:gd name="connsiteX5" fmla="*/ 392248 w 575901"/>
                  <a:gd name="connsiteY5" fmla="*/ 198047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047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21532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7791"/>
                  <a:gd name="connsiteY0" fmla="*/ 196955 h 248674"/>
                  <a:gd name="connsiteX1" fmla="*/ 78620 w 577791"/>
                  <a:gd name="connsiteY1" fmla="*/ 235254 h 248674"/>
                  <a:gd name="connsiteX2" fmla="*/ 199696 w 577791"/>
                  <a:gd name="connsiteY2" fmla="*/ 248673 h 248674"/>
                  <a:gd name="connsiteX3" fmla="*/ 284763 w 577791"/>
                  <a:gd name="connsiteY3" fmla="*/ 234608 h 248674"/>
                  <a:gd name="connsiteX4" fmla="*/ 319823 w 577791"/>
                  <a:gd name="connsiteY4" fmla="*/ 224638 h 248674"/>
                  <a:gd name="connsiteX5" fmla="*/ 392248 w 577791"/>
                  <a:gd name="connsiteY5" fmla="*/ 198244 h 248674"/>
                  <a:gd name="connsiteX6" fmla="*/ 410640 w 577791"/>
                  <a:gd name="connsiteY6" fmla="*/ 192191 h 248674"/>
                  <a:gd name="connsiteX7" fmla="*/ 462698 w 577791"/>
                  <a:gd name="connsiteY7" fmla="*/ 159276 h 248674"/>
                  <a:gd name="connsiteX8" fmla="*/ 478669 w 577791"/>
                  <a:gd name="connsiteY8" fmla="*/ 144989 h 248674"/>
                  <a:gd name="connsiteX9" fmla="*/ 521532 w 577791"/>
                  <a:gd name="connsiteY9" fmla="*/ 99745 h 248674"/>
                  <a:gd name="connsiteX10" fmla="*/ 555916 w 577791"/>
                  <a:gd name="connsiteY10" fmla="*/ 53633 h 248674"/>
                  <a:gd name="connsiteX11" fmla="*/ 576926 w 577791"/>
                  <a:gd name="connsiteY11" fmla="*/ 13575 h 248674"/>
                  <a:gd name="connsiteX12" fmla="*/ 573686 w 577791"/>
                  <a:gd name="connsiteY12" fmla="*/ 6654 h 248674"/>
                  <a:gd name="connsiteX13" fmla="*/ 572951 w 577791"/>
                  <a:gd name="connsiteY13" fmla="*/ 178 h 248674"/>
                  <a:gd name="connsiteX14" fmla="*/ 549411 w 577791"/>
                  <a:gd name="connsiteY14" fmla="*/ 14020 h 248674"/>
                  <a:gd name="connsiteX15" fmla="*/ 547029 w 577791"/>
                  <a:gd name="connsiteY15" fmla="*/ 33070 h 248674"/>
                  <a:gd name="connsiteX16" fmla="*/ 530361 w 577791"/>
                  <a:gd name="connsiteY16" fmla="*/ 42595 h 248674"/>
                  <a:gd name="connsiteX17" fmla="*/ 506548 w 577791"/>
                  <a:gd name="connsiteY17" fmla="*/ 44976 h 248674"/>
                  <a:gd name="connsiteX18" fmla="*/ 501786 w 577791"/>
                  <a:gd name="connsiteY18" fmla="*/ 64026 h 248674"/>
                  <a:gd name="connsiteX19" fmla="*/ 506548 w 577791"/>
                  <a:gd name="connsiteY19" fmla="*/ 80695 h 248674"/>
                  <a:gd name="connsiteX20" fmla="*/ 524233 w 577791"/>
                  <a:gd name="connsiteY20" fmla="*/ 86018 h 248674"/>
                  <a:gd name="connsiteX21" fmla="*/ 504167 w 577791"/>
                  <a:gd name="connsiteY21" fmla="*/ 80695 h 248674"/>
                  <a:gd name="connsiteX22" fmla="*/ 492261 w 577791"/>
                  <a:gd name="connsiteY22" fmla="*/ 99745 h 248674"/>
                  <a:gd name="connsiteX23" fmla="*/ 477973 w 577791"/>
                  <a:gd name="connsiteY23" fmla="*/ 111651 h 248674"/>
                  <a:gd name="connsiteX24" fmla="*/ 473158 w 577791"/>
                  <a:gd name="connsiteY24" fmla="*/ 126358 h 248674"/>
                  <a:gd name="connsiteX25" fmla="*/ 477518 w 577791"/>
                  <a:gd name="connsiteY25" fmla="*/ 137006 h 248674"/>
                  <a:gd name="connsiteX26" fmla="*/ 444636 w 577791"/>
                  <a:gd name="connsiteY26" fmla="*/ 123558 h 248674"/>
                  <a:gd name="connsiteX27" fmla="*/ 430348 w 577791"/>
                  <a:gd name="connsiteY27" fmla="*/ 118795 h 248674"/>
                  <a:gd name="connsiteX28" fmla="*/ 416061 w 577791"/>
                  <a:gd name="connsiteY28" fmla="*/ 135464 h 248674"/>
                  <a:gd name="connsiteX29" fmla="*/ 408917 w 577791"/>
                  <a:gd name="connsiteY29" fmla="*/ 152133 h 248674"/>
                  <a:gd name="connsiteX30" fmla="*/ 414187 w 577791"/>
                  <a:gd name="connsiteY30" fmla="*/ 161658 h 248674"/>
                  <a:gd name="connsiteX31" fmla="*/ 407097 w 577791"/>
                  <a:gd name="connsiteY31" fmla="*/ 152972 h 248674"/>
                  <a:gd name="connsiteX32" fmla="*/ 385104 w 577791"/>
                  <a:gd name="connsiteY32" fmla="*/ 166420 h 248674"/>
                  <a:gd name="connsiteX33" fmla="*/ 394629 w 577791"/>
                  <a:gd name="connsiteY33" fmla="*/ 185470 h 248674"/>
                  <a:gd name="connsiteX34" fmla="*/ 382723 w 577791"/>
                  <a:gd name="connsiteY34" fmla="*/ 173564 h 248674"/>
                  <a:gd name="connsiteX35" fmla="*/ 375124 w 577791"/>
                  <a:gd name="connsiteY35" fmla="*/ 163478 h 248674"/>
                  <a:gd name="connsiteX36" fmla="*/ 354148 w 577791"/>
                  <a:gd name="connsiteY36" fmla="*/ 166420 h 248674"/>
                  <a:gd name="connsiteX37" fmla="*/ 345586 w 577791"/>
                  <a:gd name="connsiteY37" fmla="*/ 165719 h 248674"/>
                  <a:gd name="connsiteX38" fmla="*/ 333172 w 577791"/>
                  <a:gd name="connsiteY38" fmla="*/ 166702 h 248674"/>
                  <a:gd name="connsiteX39" fmla="*/ 318429 w 577791"/>
                  <a:gd name="connsiteY39" fmla="*/ 171183 h 248674"/>
                  <a:gd name="connsiteX40" fmla="*/ 304142 w 577791"/>
                  <a:gd name="connsiteY40" fmla="*/ 197376 h 248674"/>
                  <a:gd name="connsiteX41" fmla="*/ 306523 w 577791"/>
                  <a:gd name="connsiteY41" fmla="*/ 228054 h 248674"/>
                  <a:gd name="connsiteX42" fmla="*/ 301761 w 577791"/>
                  <a:gd name="connsiteY42" fmla="*/ 187851 h 248674"/>
                  <a:gd name="connsiteX43" fmla="*/ 289854 w 577791"/>
                  <a:gd name="connsiteY43" fmla="*/ 173564 h 248674"/>
                  <a:gd name="connsiteX44" fmla="*/ 223179 w 577791"/>
                  <a:gd name="connsiteY44" fmla="*/ 187851 h 248674"/>
                  <a:gd name="connsiteX45" fmla="*/ 220852 w 577791"/>
                  <a:gd name="connsiteY45" fmla="*/ 204520 h 248674"/>
                  <a:gd name="connsiteX46" fmla="*/ 219380 w 577791"/>
                  <a:gd name="connsiteY46" fmla="*/ 246123 h 248674"/>
                  <a:gd name="connsiteX47" fmla="*/ 218417 w 577791"/>
                  <a:gd name="connsiteY47" fmla="*/ 192614 h 248674"/>
                  <a:gd name="connsiteX48" fmla="*/ 194604 w 577791"/>
                  <a:gd name="connsiteY48" fmla="*/ 190233 h 248674"/>
                  <a:gd name="connsiteX49" fmla="*/ 156504 w 577791"/>
                  <a:gd name="connsiteY49" fmla="*/ 183089 h 248674"/>
                  <a:gd name="connsiteX50" fmla="*/ 154123 w 577791"/>
                  <a:gd name="connsiteY50" fmla="*/ 211664 h 248674"/>
                  <a:gd name="connsiteX51" fmla="*/ 154123 w 577791"/>
                  <a:gd name="connsiteY51" fmla="*/ 246263 h 248674"/>
                  <a:gd name="connsiteX52" fmla="*/ 149065 w 577791"/>
                  <a:gd name="connsiteY52" fmla="*/ 183227 h 248674"/>
                  <a:gd name="connsiteX53" fmla="*/ 116637 w 577791"/>
                  <a:gd name="connsiteY53" fmla="*/ 175945 h 248674"/>
                  <a:gd name="connsiteX54" fmla="*/ 103041 w 577791"/>
                  <a:gd name="connsiteY54" fmla="*/ 183831 h 248674"/>
                  <a:gd name="connsiteX55" fmla="*/ 82686 w 577791"/>
                  <a:gd name="connsiteY55" fmla="*/ 224131 h 248674"/>
                  <a:gd name="connsiteX56" fmla="*/ 100021 w 577791"/>
                  <a:gd name="connsiteY56" fmla="*/ 182670 h 248674"/>
                  <a:gd name="connsiteX57" fmla="*/ 92211 w 577791"/>
                  <a:gd name="connsiteY57" fmla="*/ 175945 h 248674"/>
                  <a:gd name="connsiteX58" fmla="*/ 63636 w 577791"/>
                  <a:gd name="connsiteY58" fmla="*/ 161658 h 248674"/>
                  <a:gd name="connsiteX59" fmla="*/ 46967 w 577791"/>
                  <a:gd name="connsiteY59" fmla="*/ 159276 h 248674"/>
                  <a:gd name="connsiteX60" fmla="*/ 0 w 577791"/>
                  <a:gd name="connsiteY60" fmla="*/ 196955 h 248674"/>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92248 w 577931"/>
                  <a:gd name="connsiteY5" fmla="*/ 191600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92248 w 577931"/>
                  <a:gd name="connsiteY5" fmla="*/ 191600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5776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3724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8957"/>
                  <a:gd name="connsiteY0" fmla="*/ 191179 h 242030"/>
                  <a:gd name="connsiteX1" fmla="*/ 79646 w 578957"/>
                  <a:gd name="connsiteY1" fmla="*/ 228610 h 242030"/>
                  <a:gd name="connsiteX2" fmla="*/ 200722 w 578957"/>
                  <a:gd name="connsiteY2" fmla="*/ 242029 h 242030"/>
                  <a:gd name="connsiteX3" fmla="*/ 285789 w 578957"/>
                  <a:gd name="connsiteY3" fmla="*/ 227964 h 242030"/>
                  <a:gd name="connsiteX4" fmla="*/ 320849 w 578957"/>
                  <a:gd name="connsiteY4" fmla="*/ 217994 h 242030"/>
                  <a:gd name="connsiteX5" fmla="*/ 375834 w 578957"/>
                  <a:gd name="connsiteY5" fmla="*/ 201148 h 242030"/>
                  <a:gd name="connsiteX6" fmla="*/ 430132 w 578957"/>
                  <a:gd name="connsiteY6" fmla="*/ 175131 h 242030"/>
                  <a:gd name="connsiteX7" fmla="*/ 464750 w 578957"/>
                  <a:gd name="connsiteY7" fmla="*/ 152632 h 242030"/>
                  <a:gd name="connsiteX8" fmla="*/ 479695 w 578957"/>
                  <a:gd name="connsiteY8" fmla="*/ 138345 h 242030"/>
                  <a:gd name="connsiteX9" fmla="*/ 522558 w 578957"/>
                  <a:gd name="connsiteY9" fmla="*/ 93101 h 242030"/>
                  <a:gd name="connsiteX10" fmla="*/ 556942 w 578957"/>
                  <a:gd name="connsiteY10" fmla="*/ 46989 h 242030"/>
                  <a:gd name="connsiteX11" fmla="*/ 577952 w 578957"/>
                  <a:gd name="connsiteY11" fmla="*/ 6931 h 242030"/>
                  <a:gd name="connsiteX12" fmla="*/ 574712 w 578957"/>
                  <a:gd name="connsiteY12" fmla="*/ 10 h 242030"/>
                  <a:gd name="connsiteX13" fmla="*/ 566796 w 578957"/>
                  <a:gd name="connsiteY13" fmla="*/ 6554 h 242030"/>
                  <a:gd name="connsiteX14" fmla="*/ 550437 w 578957"/>
                  <a:gd name="connsiteY14" fmla="*/ 7376 h 242030"/>
                  <a:gd name="connsiteX15" fmla="*/ 548055 w 578957"/>
                  <a:gd name="connsiteY15" fmla="*/ 26426 h 242030"/>
                  <a:gd name="connsiteX16" fmla="*/ 531387 w 578957"/>
                  <a:gd name="connsiteY16" fmla="*/ 35951 h 242030"/>
                  <a:gd name="connsiteX17" fmla="*/ 507574 w 578957"/>
                  <a:gd name="connsiteY17" fmla="*/ 38332 h 242030"/>
                  <a:gd name="connsiteX18" fmla="*/ 502812 w 578957"/>
                  <a:gd name="connsiteY18" fmla="*/ 57382 h 242030"/>
                  <a:gd name="connsiteX19" fmla="*/ 507574 w 578957"/>
                  <a:gd name="connsiteY19" fmla="*/ 74051 h 242030"/>
                  <a:gd name="connsiteX20" fmla="*/ 525259 w 578957"/>
                  <a:gd name="connsiteY20" fmla="*/ 79374 h 242030"/>
                  <a:gd name="connsiteX21" fmla="*/ 505193 w 578957"/>
                  <a:gd name="connsiteY21" fmla="*/ 74051 h 242030"/>
                  <a:gd name="connsiteX22" fmla="*/ 493287 w 578957"/>
                  <a:gd name="connsiteY22" fmla="*/ 93101 h 242030"/>
                  <a:gd name="connsiteX23" fmla="*/ 478999 w 578957"/>
                  <a:gd name="connsiteY23" fmla="*/ 105007 h 242030"/>
                  <a:gd name="connsiteX24" fmla="*/ 474184 w 578957"/>
                  <a:gd name="connsiteY24" fmla="*/ 119714 h 242030"/>
                  <a:gd name="connsiteX25" fmla="*/ 478544 w 578957"/>
                  <a:gd name="connsiteY25" fmla="*/ 130362 h 242030"/>
                  <a:gd name="connsiteX26" fmla="*/ 445662 w 578957"/>
                  <a:gd name="connsiteY26" fmla="*/ 116914 h 242030"/>
                  <a:gd name="connsiteX27" fmla="*/ 431374 w 578957"/>
                  <a:gd name="connsiteY27" fmla="*/ 112151 h 242030"/>
                  <a:gd name="connsiteX28" fmla="*/ 417087 w 578957"/>
                  <a:gd name="connsiteY28" fmla="*/ 128820 h 242030"/>
                  <a:gd name="connsiteX29" fmla="*/ 409943 w 578957"/>
                  <a:gd name="connsiteY29" fmla="*/ 145489 h 242030"/>
                  <a:gd name="connsiteX30" fmla="*/ 415213 w 578957"/>
                  <a:gd name="connsiteY30" fmla="*/ 155014 h 242030"/>
                  <a:gd name="connsiteX31" fmla="*/ 408123 w 578957"/>
                  <a:gd name="connsiteY31" fmla="*/ 146328 h 242030"/>
                  <a:gd name="connsiteX32" fmla="*/ 386130 w 578957"/>
                  <a:gd name="connsiteY32" fmla="*/ 159776 h 242030"/>
                  <a:gd name="connsiteX33" fmla="*/ 395655 w 578957"/>
                  <a:gd name="connsiteY33" fmla="*/ 178826 h 242030"/>
                  <a:gd name="connsiteX34" fmla="*/ 383749 w 578957"/>
                  <a:gd name="connsiteY34" fmla="*/ 166920 h 242030"/>
                  <a:gd name="connsiteX35" fmla="*/ 376150 w 578957"/>
                  <a:gd name="connsiteY35" fmla="*/ 156834 h 242030"/>
                  <a:gd name="connsiteX36" fmla="*/ 355174 w 578957"/>
                  <a:gd name="connsiteY36" fmla="*/ 159776 h 242030"/>
                  <a:gd name="connsiteX37" fmla="*/ 346612 w 578957"/>
                  <a:gd name="connsiteY37" fmla="*/ 159075 h 242030"/>
                  <a:gd name="connsiteX38" fmla="*/ 334198 w 578957"/>
                  <a:gd name="connsiteY38" fmla="*/ 160058 h 242030"/>
                  <a:gd name="connsiteX39" fmla="*/ 319455 w 578957"/>
                  <a:gd name="connsiteY39" fmla="*/ 164539 h 242030"/>
                  <a:gd name="connsiteX40" fmla="*/ 305168 w 578957"/>
                  <a:gd name="connsiteY40" fmla="*/ 190732 h 242030"/>
                  <a:gd name="connsiteX41" fmla="*/ 307549 w 578957"/>
                  <a:gd name="connsiteY41" fmla="*/ 221410 h 242030"/>
                  <a:gd name="connsiteX42" fmla="*/ 302787 w 578957"/>
                  <a:gd name="connsiteY42" fmla="*/ 181207 h 242030"/>
                  <a:gd name="connsiteX43" fmla="*/ 290880 w 578957"/>
                  <a:gd name="connsiteY43" fmla="*/ 166920 h 242030"/>
                  <a:gd name="connsiteX44" fmla="*/ 224205 w 578957"/>
                  <a:gd name="connsiteY44" fmla="*/ 181207 h 242030"/>
                  <a:gd name="connsiteX45" fmla="*/ 221878 w 578957"/>
                  <a:gd name="connsiteY45" fmla="*/ 197876 h 242030"/>
                  <a:gd name="connsiteX46" fmla="*/ 220406 w 578957"/>
                  <a:gd name="connsiteY46" fmla="*/ 239479 h 242030"/>
                  <a:gd name="connsiteX47" fmla="*/ 219443 w 578957"/>
                  <a:gd name="connsiteY47" fmla="*/ 185970 h 242030"/>
                  <a:gd name="connsiteX48" fmla="*/ 195630 w 578957"/>
                  <a:gd name="connsiteY48" fmla="*/ 183589 h 242030"/>
                  <a:gd name="connsiteX49" fmla="*/ 157530 w 578957"/>
                  <a:gd name="connsiteY49" fmla="*/ 176445 h 242030"/>
                  <a:gd name="connsiteX50" fmla="*/ 155149 w 578957"/>
                  <a:gd name="connsiteY50" fmla="*/ 205020 h 242030"/>
                  <a:gd name="connsiteX51" fmla="*/ 155149 w 578957"/>
                  <a:gd name="connsiteY51" fmla="*/ 239619 h 242030"/>
                  <a:gd name="connsiteX52" fmla="*/ 150091 w 578957"/>
                  <a:gd name="connsiteY52" fmla="*/ 176583 h 242030"/>
                  <a:gd name="connsiteX53" fmla="*/ 117663 w 578957"/>
                  <a:gd name="connsiteY53" fmla="*/ 169301 h 242030"/>
                  <a:gd name="connsiteX54" fmla="*/ 104067 w 578957"/>
                  <a:gd name="connsiteY54" fmla="*/ 177187 h 242030"/>
                  <a:gd name="connsiteX55" fmla="*/ 83712 w 578957"/>
                  <a:gd name="connsiteY55" fmla="*/ 217487 h 242030"/>
                  <a:gd name="connsiteX56" fmla="*/ 101047 w 578957"/>
                  <a:gd name="connsiteY56" fmla="*/ 176026 h 242030"/>
                  <a:gd name="connsiteX57" fmla="*/ 93237 w 578957"/>
                  <a:gd name="connsiteY57" fmla="*/ 169301 h 242030"/>
                  <a:gd name="connsiteX58" fmla="*/ 64662 w 578957"/>
                  <a:gd name="connsiteY58" fmla="*/ 155014 h 242030"/>
                  <a:gd name="connsiteX59" fmla="*/ 47993 w 578957"/>
                  <a:gd name="connsiteY59" fmla="*/ 152632 h 242030"/>
                  <a:gd name="connsiteX60" fmla="*/ 0 w 578957"/>
                  <a:gd name="connsiteY60" fmla="*/ 191179 h 242030"/>
                  <a:gd name="connsiteX0" fmla="*/ 0 w 564138"/>
                  <a:gd name="connsiteY0" fmla="*/ 207879 h 242030"/>
                  <a:gd name="connsiteX1" fmla="*/ 64827 w 564138"/>
                  <a:gd name="connsiteY1" fmla="*/ 228610 h 242030"/>
                  <a:gd name="connsiteX2" fmla="*/ 185903 w 564138"/>
                  <a:gd name="connsiteY2" fmla="*/ 242029 h 242030"/>
                  <a:gd name="connsiteX3" fmla="*/ 270970 w 564138"/>
                  <a:gd name="connsiteY3" fmla="*/ 227964 h 242030"/>
                  <a:gd name="connsiteX4" fmla="*/ 306030 w 564138"/>
                  <a:gd name="connsiteY4" fmla="*/ 217994 h 242030"/>
                  <a:gd name="connsiteX5" fmla="*/ 361015 w 564138"/>
                  <a:gd name="connsiteY5" fmla="*/ 201148 h 242030"/>
                  <a:gd name="connsiteX6" fmla="*/ 415313 w 564138"/>
                  <a:gd name="connsiteY6" fmla="*/ 175131 h 242030"/>
                  <a:gd name="connsiteX7" fmla="*/ 449931 w 564138"/>
                  <a:gd name="connsiteY7" fmla="*/ 152632 h 242030"/>
                  <a:gd name="connsiteX8" fmla="*/ 464876 w 564138"/>
                  <a:gd name="connsiteY8" fmla="*/ 138345 h 242030"/>
                  <a:gd name="connsiteX9" fmla="*/ 507739 w 564138"/>
                  <a:gd name="connsiteY9" fmla="*/ 93101 h 242030"/>
                  <a:gd name="connsiteX10" fmla="*/ 542123 w 564138"/>
                  <a:gd name="connsiteY10" fmla="*/ 46989 h 242030"/>
                  <a:gd name="connsiteX11" fmla="*/ 563133 w 564138"/>
                  <a:gd name="connsiteY11" fmla="*/ 6931 h 242030"/>
                  <a:gd name="connsiteX12" fmla="*/ 559893 w 564138"/>
                  <a:gd name="connsiteY12" fmla="*/ 10 h 242030"/>
                  <a:gd name="connsiteX13" fmla="*/ 551977 w 564138"/>
                  <a:gd name="connsiteY13" fmla="*/ 6554 h 242030"/>
                  <a:gd name="connsiteX14" fmla="*/ 535618 w 564138"/>
                  <a:gd name="connsiteY14" fmla="*/ 7376 h 242030"/>
                  <a:gd name="connsiteX15" fmla="*/ 533236 w 564138"/>
                  <a:gd name="connsiteY15" fmla="*/ 26426 h 242030"/>
                  <a:gd name="connsiteX16" fmla="*/ 516568 w 564138"/>
                  <a:gd name="connsiteY16" fmla="*/ 35951 h 242030"/>
                  <a:gd name="connsiteX17" fmla="*/ 492755 w 564138"/>
                  <a:gd name="connsiteY17" fmla="*/ 38332 h 242030"/>
                  <a:gd name="connsiteX18" fmla="*/ 487993 w 564138"/>
                  <a:gd name="connsiteY18" fmla="*/ 57382 h 242030"/>
                  <a:gd name="connsiteX19" fmla="*/ 492755 w 564138"/>
                  <a:gd name="connsiteY19" fmla="*/ 74051 h 242030"/>
                  <a:gd name="connsiteX20" fmla="*/ 510440 w 564138"/>
                  <a:gd name="connsiteY20" fmla="*/ 79374 h 242030"/>
                  <a:gd name="connsiteX21" fmla="*/ 490374 w 564138"/>
                  <a:gd name="connsiteY21" fmla="*/ 74051 h 242030"/>
                  <a:gd name="connsiteX22" fmla="*/ 478468 w 564138"/>
                  <a:gd name="connsiteY22" fmla="*/ 93101 h 242030"/>
                  <a:gd name="connsiteX23" fmla="*/ 464180 w 564138"/>
                  <a:gd name="connsiteY23" fmla="*/ 105007 h 242030"/>
                  <a:gd name="connsiteX24" fmla="*/ 459365 w 564138"/>
                  <a:gd name="connsiteY24" fmla="*/ 119714 h 242030"/>
                  <a:gd name="connsiteX25" fmla="*/ 463725 w 564138"/>
                  <a:gd name="connsiteY25" fmla="*/ 130362 h 242030"/>
                  <a:gd name="connsiteX26" fmla="*/ 430843 w 564138"/>
                  <a:gd name="connsiteY26" fmla="*/ 116914 h 242030"/>
                  <a:gd name="connsiteX27" fmla="*/ 416555 w 564138"/>
                  <a:gd name="connsiteY27" fmla="*/ 112151 h 242030"/>
                  <a:gd name="connsiteX28" fmla="*/ 402268 w 564138"/>
                  <a:gd name="connsiteY28" fmla="*/ 128820 h 242030"/>
                  <a:gd name="connsiteX29" fmla="*/ 395124 w 564138"/>
                  <a:gd name="connsiteY29" fmla="*/ 145489 h 242030"/>
                  <a:gd name="connsiteX30" fmla="*/ 400394 w 564138"/>
                  <a:gd name="connsiteY30" fmla="*/ 155014 h 242030"/>
                  <a:gd name="connsiteX31" fmla="*/ 393304 w 564138"/>
                  <a:gd name="connsiteY31" fmla="*/ 146328 h 242030"/>
                  <a:gd name="connsiteX32" fmla="*/ 371311 w 564138"/>
                  <a:gd name="connsiteY32" fmla="*/ 159776 h 242030"/>
                  <a:gd name="connsiteX33" fmla="*/ 380836 w 564138"/>
                  <a:gd name="connsiteY33" fmla="*/ 178826 h 242030"/>
                  <a:gd name="connsiteX34" fmla="*/ 368930 w 564138"/>
                  <a:gd name="connsiteY34" fmla="*/ 166920 h 242030"/>
                  <a:gd name="connsiteX35" fmla="*/ 361331 w 564138"/>
                  <a:gd name="connsiteY35" fmla="*/ 156834 h 242030"/>
                  <a:gd name="connsiteX36" fmla="*/ 340355 w 564138"/>
                  <a:gd name="connsiteY36" fmla="*/ 159776 h 242030"/>
                  <a:gd name="connsiteX37" fmla="*/ 331793 w 564138"/>
                  <a:gd name="connsiteY37" fmla="*/ 159075 h 242030"/>
                  <a:gd name="connsiteX38" fmla="*/ 319379 w 564138"/>
                  <a:gd name="connsiteY38" fmla="*/ 160058 h 242030"/>
                  <a:gd name="connsiteX39" fmla="*/ 304636 w 564138"/>
                  <a:gd name="connsiteY39" fmla="*/ 164539 h 242030"/>
                  <a:gd name="connsiteX40" fmla="*/ 290349 w 564138"/>
                  <a:gd name="connsiteY40" fmla="*/ 190732 h 242030"/>
                  <a:gd name="connsiteX41" fmla="*/ 292730 w 564138"/>
                  <a:gd name="connsiteY41" fmla="*/ 221410 h 242030"/>
                  <a:gd name="connsiteX42" fmla="*/ 287968 w 564138"/>
                  <a:gd name="connsiteY42" fmla="*/ 181207 h 242030"/>
                  <a:gd name="connsiteX43" fmla="*/ 276061 w 564138"/>
                  <a:gd name="connsiteY43" fmla="*/ 166920 h 242030"/>
                  <a:gd name="connsiteX44" fmla="*/ 209386 w 564138"/>
                  <a:gd name="connsiteY44" fmla="*/ 181207 h 242030"/>
                  <a:gd name="connsiteX45" fmla="*/ 207059 w 564138"/>
                  <a:gd name="connsiteY45" fmla="*/ 197876 h 242030"/>
                  <a:gd name="connsiteX46" fmla="*/ 205587 w 564138"/>
                  <a:gd name="connsiteY46" fmla="*/ 239479 h 242030"/>
                  <a:gd name="connsiteX47" fmla="*/ 204624 w 564138"/>
                  <a:gd name="connsiteY47" fmla="*/ 185970 h 242030"/>
                  <a:gd name="connsiteX48" fmla="*/ 180811 w 564138"/>
                  <a:gd name="connsiteY48" fmla="*/ 183589 h 242030"/>
                  <a:gd name="connsiteX49" fmla="*/ 142711 w 564138"/>
                  <a:gd name="connsiteY49" fmla="*/ 176445 h 242030"/>
                  <a:gd name="connsiteX50" fmla="*/ 140330 w 564138"/>
                  <a:gd name="connsiteY50" fmla="*/ 205020 h 242030"/>
                  <a:gd name="connsiteX51" fmla="*/ 140330 w 564138"/>
                  <a:gd name="connsiteY51" fmla="*/ 239619 h 242030"/>
                  <a:gd name="connsiteX52" fmla="*/ 135272 w 564138"/>
                  <a:gd name="connsiteY52" fmla="*/ 176583 h 242030"/>
                  <a:gd name="connsiteX53" fmla="*/ 102844 w 564138"/>
                  <a:gd name="connsiteY53" fmla="*/ 169301 h 242030"/>
                  <a:gd name="connsiteX54" fmla="*/ 89248 w 564138"/>
                  <a:gd name="connsiteY54" fmla="*/ 177187 h 242030"/>
                  <a:gd name="connsiteX55" fmla="*/ 68893 w 564138"/>
                  <a:gd name="connsiteY55" fmla="*/ 217487 h 242030"/>
                  <a:gd name="connsiteX56" fmla="*/ 86228 w 564138"/>
                  <a:gd name="connsiteY56" fmla="*/ 176026 h 242030"/>
                  <a:gd name="connsiteX57" fmla="*/ 78418 w 564138"/>
                  <a:gd name="connsiteY57" fmla="*/ 169301 h 242030"/>
                  <a:gd name="connsiteX58" fmla="*/ 49843 w 564138"/>
                  <a:gd name="connsiteY58" fmla="*/ 155014 h 242030"/>
                  <a:gd name="connsiteX59" fmla="*/ 33174 w 564138"/>
                  <a:gd name="connsiteY59" fmla="*/ 152632 h 242030"/>
                  <a:gd name="connsiteX60" fmla="*/ 0 w 564138"/>
                  <a:gd name="connsiteY60" fmla="*/ 207879 h 242030"/>
                  <a:gd name="connsiteX0" fmla="*/ 0 w 552919"/>
                  <a:gd name="connsiteY0" fmla="*/ 207355 h 242030"/>
                  <a:gd name="connsiteX1" fmla="*/ 53608 w 552919"/>
                  <a:gd name="connsiteY1" fmla="*/ 228610 h 242030"/>
                  <a:gd name="connsiteX2" fmla="*/ 174684 w 552919"/>
                  <a:gd name="connsiteY2" fmla="*/ 242029 h 242030"/>
                  <a:gd name="connsiteX3" fmla="*/ 259751 w 552919"/>
                  <a:gd name="connsiteY3" fmla="*/ 227964 h 242030"/>
                  <a:gd name="connsiteX4" fmla="*/ 294811 w 552919"/>
                  <a:gd name="connsiteY4" fmla="*/ 217994 h 242030"/>
                  <a:gd name="connsiteX5" fmla="*/ 349796 w 552919"/>
                  <a:gd name="connsiteY5" fmla="*/ 201148 h 242030"/>
                  <a:gd name="connsiteX6" fmla="*/ 404094 w 552919"/>
                  <a:gd name="connsiteY6" fmla="*/ 175131 h 242030"/>
                  <a:gd name="connsiteX7" fmla="*/ 438712 w 552919"/>
                  <a:gd name="connsiteY7" fmla="*/ 152632 h 242030"/>
                  <a:gd name="connsiteX8" fmla="*/ 453657 w 552919"/>
                  <a:gd name="connsiteY8" fmla="*/ 138345 h 242030"/>
                  <a:gd name="connsiteX9" fmla="*/ 496520 w 552919"/>
                  <a:gd name="connsiteY9" fmla="*/ 93101 h 242030"/>
                  <a:gd name="connsiteX10" fmla="*/ 530904 w 552919"/>
                  <a:gd name="connsiteY10" fmla="*/ 46989 h 242030"/>
                  <a:gd name="connsiteX11" fmla="*/ 551914 w 552919"/>
                  <a:gd name="connsiteY11" fmla="*/ 6931 h 242030"/>
                  <a:gd name="connsiteX12" fmla="*/ 548674 w 552919"/>
                  <a:gd name="connsiteY12" fmla="*/ 10 h 242030"/>
                  <a:gd name="connsiteX13" fmla="*/ 540758 w 552919"/>
                  <a:gd name="connsiteY13" fmla="*/ 6554 h 242030"/>
                  <a:gd name="connsiteX14" fmla="*/ 524399 w 552919"/>
                  <a:gd name="connsiteY14" fmla="*/ 7376 h 242030"/>
                  <a:gd name="connsiteX15" fmla="*/ 522017 w 552919"/>
                  <a:gd name="connsiteY15" fmla="*/ 26426 h 242030"/>
                  <a:gd name="connsiteX16" fmla="*/ 505349 w 552919"/>
                  <a:gd name="connsiteY16" fmla="*/ 35951 h 242030"/>
                  <a:gd name="connsiteX17" fmla="*/ 481536 w 552919"/>
                  <a:gd name="connsiteY17" fmla="*/ 38332 h 242030"/>
                  <a:gd name="connsiteX18" fmla="*/ 476774 w 552919"/>
                  <a:gd name="connsiteY18" fmla="*/ 57382 h 242030"/>
                  <a:gd name="connsiteX19" fmla="*/ 481536 w 552919"/>
                  <a:gd name="connsiteY19" fmla="*/ 74051 h 242030"/>
                  <a:gd name="connsiteX20" fmla="*/ 499221 w 552919"/>
                  <a:gd name="connsiteY20" fmla="*/ 79374 h 242030"/>
                  <a:gd name="connsiteX21" fmla="*/ 479155 w 552919"/>
                  <a:gd name="connsiteY21" fmla="*/ 74051 h 242030"/>
                  <a:gd name="connsiteX22" fmla="*/ 467249 w 552919"/>
                  <a:gd name="connsiteY22" fmla="*/ 93101 h 242030"/>
                  <a:gd name="connsiteX23" fmla="*/ 452961 w 552919"/>
                  <a:gd name="connsiteY23" fmla="*/ 105007 h 242030"/>
                  <a:gd name="connsiteX24" fmla="*/ 448146 w 552919"/>
                  <a:gd name="connsiteY24" fmla="*/ 119714 h 242030"/>
                  <a:gd name="connsiteX25" fmla="*/ 452506 w 552919"/>
                  <a:gd name="connsiteY25" fmla="*/ 130362 h 242030"/>
                  <a:gd name="connsiteX26" fmla="*/ 419624 w 552919"/>
                  <a:gd name="connsiteY26" fmla="*/ 116914 h 242030"/>
                  <a:gd name="connsiteX27" fmla="*/ 405336 w 552919"/>
                  <a:gd name="connsiteY27" fmla="*/ 112151 h 242030"/>
                  <a:gd name="connsiteX28" fmla="*/ 391049 w 552919"/>
                  <a:gd name="connsiteY28" fmla="*/ 128820 h 242030"/>
                  <a:gd name="connsiteX29" fmla="*/ 383905 w 552919"/>
                  <a:gd name="connsiteY29" fmla="*/ 145489 h 242030"/>
                  <a:gd name="connsiteX30" fmla="*/ 389175 w 552919"/>
                  <a:gd name="connsiteY30" fmla="*/ 155014 h 242030"/>
                  <a:gd name="connsiteX31" fmla="*/ 382085 w 552919"/>
                  <a:gd name="connsiteY31" fmla="*/ 146328 h 242030"/>
                  <a:gd name="connsiteX32" fmla="*/ 360092 w 552919"/>
                  <a:gd name="connsiteY32" fmla="*/ 159776 h 242030"/>
                  <a:gd name="connsiteX33" fmla="*/ 369617 w 552919"/>
                  <a:gd name="connsiteY33" fmla="*/ 178826 h 242030"/>
                  <a:gd name="connsiteX34" fmla="*/ 357711 w 552919"/>
                  <a:gd name="connsiteY34" fmla="*/ 166920 h 242030"/>
                  <a:gd name="connsiteX35" fmla="*/ 350112 w 552919"/>
                  <a:gd name="connsiteY35" fmla="*/ 156834 h 242030"/>
                  <a:gd name="connsiteX36" fmla="*/ 329136 w 552919"/>
                  <a:gd name="connsiteY36" fmla="*/ 159776 h 242030"/>
                  <a:gd name="connsiteX37" fmla="*/ 320574 w 552919"/>
                  <a:gd name="connsiteY37" fmla="*/ 159075 h 242030"/>
                  <a:gd name="connsiteX38" fmla="*/ 308160 w 552919"/>
                  <a:gd name="connsiteY38" fmla="*/ 160058 h 242030"/>
                  <a:gd name="connsiteX39" fmla="*/ 293417 w 552919"/>
                  <a:gd name="connsiteY39" fmla="*/ 164539 h 242030"/>
                  <a:gd name="connsiteX40" fmla="*/ 279130 w 552919"/>
                  <a:gd name="connsiteY40" fmla="*/ 190732 h 242030"/>
                  <a:gd name="connsiteX41" fmla="*/ 281511 w 552919"/>
                  <a:gd name="connsiteY41" fmla="*/ 221410 h 242030"/>
                  <a:gd name="connsiteX42" fmla="*/ 276749 w 552919"/>
                  <a:gd name="connsiteY42" fmla="*/ 181207 h 242030"/>
                  <a:gd name="connsiteX43" fmla="*/ 264842 w 552919"/>
                  <a:gd name="connsiteY43" fmla="*/ 166920 h 242030"/>
                  <a:gd name="connsiteX44" fmla="*/ 198167 w 552919"/>
                  <a:gd name="connsiteY44" fmla="*/ 181207 h 242030"/>
                  <a:gd name="connsiteX45" fmla="*/ 195840 w 552919"/>
                  <a:gd name="connsiteY45" fmla="*/ 197876 h 242030"/>
                  <a:gd name="connsiteX46" fmla="*/ 194368 w 552919"/>
                  <a:gd name="connsiteY46" fmla="*/ 239479 h 242030"/>
                  <a:gd name="connsiteX47" fmla="*/ 193405 w 552919"/>
                  <a:gd name="connsiteY47" fmla="*/ 185970 h 242030"/>
                  <a:gd name="connsiteX48" fmla="*/ 169592 w 552919"/>
                  <a:gd name="connsiteY48" fmla="*/ 183589 h 242030"/>
                  <a:gd name="connsiteX49" fmla="*/ 131492 w 552919"/>
                  <a:gd name="connsiteY49" fmla="*/ 176445 h 242030"/>
                  <a:gd name="connsiteX50" fmla="*/ 129111 w 552919"/>
                  <a:gd name="connsiteY50" fmla="*/ 205020 h 242030"/>
                  <a:gd name="connsiteX51" fmla="*/ 129111 w 552919"/>
                  <a:gd name="connsiteY51" fmla="*/ 239619 h 242030"/>
                  <a:gd name="connsiteX52" fmla="*/ 124053 w 552919"/>
                  <a:gd name="connsiteY52" fmla="*/ 176583 h 242030"/>
                  <a:gd name="connsiteX53" fmla="*/ 91625 w 552919"/>
                  <a:gd name="connsiteY53" fmla="*/ 169301 h 242030"/>
                  <a:gd name="connsiteX54" fmla="*/ 78029 w 552919"/>
                  <a:gd name="connsiteY54" fmla="*/ 177187 h 242030"/>
                  <a:gd name="connsiteX55" fmla="*/ 57674 w 552919"/>
                  <a:gd name="connsiteY55" fmla="*/ 217487 h 242030"/>
                  <a:gd name="connsiteX56" fmla="*/ 75009 w 552919"/>
                  <a:gd name="connsiteY56" fmla="*/ 176026 h 242030"/>
                  <a:gd name="connsiteX57" fmla="*/ 67199 w 552919"/>
                  <a:gd name="connsiteY57" fmla="*/ 169301 h 242030"/>
                  <a:gd name="connsiteX58" fmla="*/ 38624 w 552919"/>
                  <a:gd name="connsiteY58" fmla="*/ 155014 h 242030"/>
                  <a:gd name="connsiteX59" fmla="*/ 21955 w 552919"/>
                  <a:gd name="connsiteY59" fmla="*/ 152632 h 242030"/>
                  <a:gd name="connsiteX60" fmla="*/ 0 w 552919"/>
                  <a:gd name="connsiteY60" fmla="*/ 207355 h 242030"/>
                  <a:gd name="connsiteX0" fmla="*/ 147 w 553066"/>
                  <a:gd name="connsiteY0" fmla="*/ 207355 h 242030"/>
                  <a:gd name="connsiteX1" fmla="*/ 53755 w 553066"/>
                  <a:gd name="connsiteY1" fmla="*/ 228610 h 242030"/>
                  <a:gd name="connsiteX2" fmla="*/ 174831 w 553066"/>
                  <a:gd name="connsiteY2" fmla="*/ 242029 h 242030"/>
                  <a:gd name="connsiteX3" fmla="*/ 259898 w 553066"/>
                  <a:gd name="connsiteY3" fmla="*/ 227964 h 242030"/>
                  <a:gd name="connsiteX4" fmla="*/ 294958 w 553066"/>
                  <a:gd name="connsiteY4" fmla="*/ 217994 h 242030"/>
                  <a:gd name="connsiteX5" fmla="*/ 349943 w 553066"/>
                  <a:gd name="connsiteY5" fmla="*/ 201148 h 242030"/>
                  <a:gd name="connsiteX6" fmla="*/ 404241 w 553066"/>
                  <a:gd name="connsiteY6" fmla="*/ 175131 h 242030"/>
                  <a:gd name="connsiteX7" fmla="*/ 438859 w 553066"/>
                  <a:gd name="connsiteY7" fmla="*/ 152632 h 242030"/>
                  <a:gd name="connsiteX8" fmla="*/ 453804 w 553066"/>
                  <a:gd name="connsiteY8" fmla="*/ 138345 h 242030"/>
                  <a:gd name="connsiteX9" fmla="*/ 496667 w 553066"/>
                  <a:gd name="connsiteY9" fmla="*/ 93101 h 242030"/>
                  <a:gd name="connsiteX10" fmla="*/ 531051 w 553066"/>
                  <a:gd name="connsiteY10" fmla="*/ 46989 h 242030"/>
                  <a:gd name="connsiteX11" fmla="*/ 552061 w 553066"/>
                  <a:gd name="connsiteY11" fmla="*/ 6931 h 242030"/>
                  <a:gd name="connsiteX12" fmla="*/ 548821 w 553066"/>
                  <a:gd name="connsiteY12" fmla="*/ 10 h 242030"/>
                  <a:gd name="connsiteX13" fmla="*/ 540905 w 553066"/>
                  <a:gd name="connsiteY13" fmla="*/ 6554 h 242030"/>
                  <a:gd name="connsiteX14" fmla="*/ 524546 w 553066"/>
                  <a:gd name="connsiteY14" fmla="*/ 7376 h 242030"/>
                  <a:gd name="connsiteX15" fmla="*/ 522164 w 553066"/>
                  <a:gd name="connsiteY15" fmla="*/ 26426 h 242030"/>
                  <a:gd name="connsiteX16" fmla="*/ 505496 w 553066"/>
                  <a:gd name="connsiteY16" fmla="*/ 35951 h 242030"/>
                  <a:gd name="connsiteX17" fmla="*/ 481683 w 553066"/>
                  <a:gd name="connsiteY17" fmla="*/ 38332 h 242030"/>
                  <a:gd name="connsiteX18" fmla="*/ 476921 w 553066"/>
                  <a:gd name="connsiteY18" fmla="*/ 57382 h 242030"/>
                  <a:gd name="connsiteX19" fmla="*/ 481683 w 553066"/>
                  <a:gd name="connsiteY19" fmla="*/ 74051 h 242030"/>
                  <a:gd name="connsiteX20" fmla="*/ 499368 w 553066"/>
                  <a:gd name="connsiteY20" fmla="*/ 79374 h 242030"/>
                  <a:gd name="connsiteX21" fmla="*/ 479302 w 553066"/>
                  <a:gd name="connsiteY21" fmla="*/ 74051 h 242030"/>
                  <a:gd name="connsiteX22" fmla="*/ 467396 w 553066"/>
                  <a:gd name="connsiteY22" fmla="*/ 93101 h 242030"/>
                  <a:gd name="connsiteX23" fmla="*/ 453108 w 553066"/>
                  <a:gd name="connsiteY23" fmla="*/ 105007 h 242030"/>
                  <a:gd name="connsiteX24" fmla="*/ 448293 w 553066"/>
                  <a:gd name="connsiteY24" fmla="*/ 119714 h 242030"/>
                  <a:gd name="connsiteX25" fmla="*/ 452653 w 553066"/>
                  <a:gd name="connsiteY25" fmla="*/ 130362 h 242030"/>
                  <a:gd name="connsiteX26" fmla="*/ 419771 w 553066"/>
                  <a:gd name="connsiteY26" fmla="*/ 116914 h 242030"/>
                  <a:gd name="connsiteX27" fmla="*/ 405483 w 553066"/>
                  <a:gd name="connsiteY27" fmla="*/ 112151 h 242030"/>
                  <a:gd name="connsiteX28" fmla="*/ 391196 w 553066"/>
                  <a:gd name="connsiteY28" fmla="*/ 128820 h 242030"/>
                  <a:gd name="connsiteX29" fmla="*/ 384052 w 553066"/>
                  <a:gd name="connsiteY29" fmla="*/ 145489 h 242030"/>
                  <a:gd name="connsiteX30" fmla="*/ 389322 w 553066"/>
                  <a:gd name="connsiteY30" fmla="*/ 155014 h 242030"/>
                  <a:gd name="connsiteX31" fmla="*/ 382232 w 553066"/>
                  <a:gd name="connsiteY31" fmla="*/ 146328 h 242030"/>
                  <a:gd name="connsiteX32" fmla="*/ 360239 w 553066"/>
                  <a:gd name="connsiteY32" fmla="*/ 159776 h 242030"/>
                  <a:gd name="connsiteX33" fmla="*/ 369764 w 553066"/>
                  <a:gd name="connsiteY33" fmla="*/ 178826 h 242030"/>
                  <a:gd name="connsiteX34" fmla="*/ 357858 w 553066"/>
                  <a:gd name="connsiteY34" fmla="*/ 166920 h 242030"/>
                  <a:gd name="connsiteX35" fmla="*/ 350259 w 553066"/>
                  <a:gd name="connsiteY35" fmla="*/ 156834 h 242030"/>
                  <a:gd name="connsiteX36" fmla="*/ 329283 w 553066"/>
                  <a:gd name="connsiteY36" fmla="*/ 159776 h 242030"/>
                  <a:gd name="connsiteX37" fmla="*/ 320721 w 553066"/>
                  <a:gd name="connsiteY37" fmla="*/ 159075 h 242030"/>
                  <a:gd name="connsiteX38" fmla="*/ 308307 w 553066"/>
                  <a:gd name="connsiteY38" fmla="*/ 160058 h 242030"/>
                  <a:gd name="connsiteX39" fmla="*/ 293564 w 553066"/>
                  <a:gd name="connsiteY39" fmla="*/ 164539 h 242030"/>
                  <a:gd name="connsiteX40" fmla="*/ 279277 w 553066"/>
                  <a:gd name="connsiteY40" fmla="*/ 190732 h 242030"/>
                  <a:gd name="connsiteX41" fmla="*/ 281658 w 553066"/>
                  <a:gd name="connsiteY41" fmla="*/ 221410 h 242030"/>
                  <a:gd name="connsiteX42" fmla="*/ 276896 w 553066"/>
                  <a:gd name="connsiteY42" fmla="*/ 181207 h 242030"/>
                  <a:gd name="connsiteX43" fmla="*/ 264989 w 553066"/>
                  <a:gd name="connsiteY43" fmla="*/ 166920 h 242030"/>
                  <a:gd name="connsiteX44" fmla="*/ 198314 w 553066"/>
                  <a:gd name="connsiteY44" fmla="*/ 181207 h 242030"/>
                  <a:gd name="connsiteX45" fmla="*/ 195987 w 553066"/>
                  <a:gd name="connsiteY45" fmla="*/ 197876 h 242030"/>
                  <a:gd name="connsiteX46" fmla="*/ 194515 w 553066"/>
                  <a:gd name="connsiteY46" fmla="*/ 239479 h 242030"/>
                  <a:gd name="connsiteX47" fmla="*/ 193552 w 553066"/>
                  <a:gd name="connsiteY47" fmla="*/ 185970 h 242030"/>
                  <a:gd name="connsiteX48" fmla="*/ 169739 w 553066"/>
                  <a:gd name="connsiteY48" fmla="*/ 183589 h 242030"/>
                  <a:gd name="connsiteX49" fmla="*/ 131639 w 553066"/>
                  <a:gd name="connsiteY49" fmla="*/ 176445 h 242030"/>
                  <a:gd name="connsiteX50" fmla="*/ 129258 w 553066"/>
                  <a:gd name="connsiteY50" fmla="*/ 205020 h 242030"/>
                  <a:gd name="connsiteX51" fmla="*/ 129258 w 553066"/>
                  <a:gd name="connsiteY51" fmla="*/ 239619 h 242030"/>
                  <a:gd name="connsiteX52" fmla="*/ 124200 w 553066"/>
                  <a:gd name="connsiteY52" fmla="*/ 176583 h 242030"/>
                  <a:gd name="connsiteX53" fmla="*/ 91772 w 553066"/>
                  <a:gd name="connsiteY53" fmla="*/ 169301 h 242030"/>
                  <a:gd name="connsiteX54" fmla="*/ 78176 w 553066"/>
                  <a:gd name="connsiteY54" fmla="*/ 177187 h 242030"/>
                  <a:gd name="connsiteX55" fmla="*/ 57821 w 553066"/>
                  <a:gd name="connsiteY55" fmla="*/ 217487 h 242030"/>
                  <a:gd name="connsiteX56" fmla="*/ 75156 w 553066"/>
                  <a:gd name="connsiteY56" fmla="*/ 176026 h 242030"/>
                  <a:gd name="connsiteX57" fmla="*/ 67346 w 553066"/>
                  <a:gd name="connsiteY57" fmla="*/ 169301 h 242030"/>
                  <a:gd name="connsiteX58" fmla="*/ 38771 w 553066"/>
                  <a:gd name="connsiteY58" fmla="*/ 155014 h 242030"/>
                  <a:gd name="connsiteX59" fmla="*/ 147 w 553066"/>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91987 w 553281"/>
                  <a:gd name="connsiteY53" fmla="*/ 169301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561 w 553281"/>
                  <a:gd name="connsiteY57" fmla="*/ 169301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91987 w 553281"/>
                  <a:gd name="connsiteY53" fmla="*/ 169301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89947 w 553281"/>
                  <a:gd name="connsiteY53" fmla="*/ 172005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89947 w 553281"/>
                  <a:gd name="connsiteY53" fmla="*/ 172005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264 w 558115"/>
                  <a:gd name="connsiteY0" fmla="*/ 216281 h 242029"/>
                  <a:gd name="connsiteX1" fmla="*/ 58804 w 558115"/>
                  <a:gd name="connsiteY1" fmla="*/ 228610 h 242029"/>
                  <a:gd name="connsiteX2" fmla="*/ 179880 w 558115"/>
                  <a:gd name="connsiteY2" fmla="*/ 242029 h 242029"/>
                  <a:gd name="connsiteX3" fmla="*/ 264947 w 558115"/>
                  <a:gd name="connsiteY3" fmla="*/ 227964 h 242029"/>
                  <a:gd name="connsiteX4" fmla="*/ 300007 w 558115"/>
                  <a:gd name="connsiteY4" fmla="*/ 217994 h 242029"/>
                  <a:gd name="connsiteX5" fmla="*/ 354992 w 558115"/>
                  <a:gd name="connsiteY5" fmla="*/ 201148 h 242029"/>
                  <a:gd name="connsiteX6" fmla="*/ 409290 w 558115"/>
                  <a:gd name="connsiteY6" fmla="*/ 175131 h 242029"/>
                  <a:gd name="connsiteX7" fmla="*/ 443908 w 558115"/>
                  <a:gd name="connsiteY7" fmla="*/ 152632 h 242029"/>
                  <a:gd name="connsiteX8" fmla="*/ 458853 w 558115"/>
                  <a:gd name="connsiteY8" fmla="*/ 138345 h 242029"/>
                  <a:gd name="connsiteX9" fmla="*/ 501716 w 558115"/>
                  <a:gd name="connsiteY9" fmla="*/ 93101 h 242029"/>
                  <a:gd name="connsiteX10" fmla="*/ 536100 w 558115"/>
                  <a:gd name="connsiteY10" fmla="*/ 46989 h 242029"/>
                  <a:gd name="connsiteX11" fmla="*/ 557110 w 558115"/>
                  <a:gd name="connsiteY11" fmla="*/ 6931 h 242029"/>
                  <a:gd name="connsiteX12" fmla="*/ 553870 w 558115"/>
                  <a:gd name="connsiteY12" fmla="*/ 10 h 242029"/>
                  <a:gd name="connsiteX13" fmla="*/ 545954 w 558115"/>
                  <a:gd name="connsiteY13" fmla="*/ 6554 h 242029"/>
                  <a:gd name="connsiteX14" fmla="*/ 529595 w 558115"/>
                  <a:gd name="connsiteY14" fmla="*/ 7376 h 242029"/>
                  <a:gd name="connsiteX15" fmla="*/ 527213 w 558115"/>
                  <a:gd name="connsiteY15" fmla="*/ 26426 h 242029"/>
                  <a:gd name="connsiteX16" fmla="*/ 510545 w 558115"/>
                  <a:gd name="connsiteY16" fmla="*/ 35951 h 242029"/>
                  <a:gd name="connsiteX17" fmla="*/ 486732 w 558115"/>
                  <a:gd name="connsiteY17" fmla="*/ 38332 h 242029"/>
                  <a:gd name="connsiteX18" fmla="*/ 481970 w 558115"/>
                  <a:gd name="connsiteY18" fmla="*/ 57382 h 242029"/>
                  <a:gd name="connsiteX19" fmla="*/ 486732 w 558115"/>
                  <a:gd name="connsiteY19" fmla="*/ 74051 h 242029"/>
                  <a:gd name="connsiteX20" fmla="*/ 504417 w 558115"/>
                  <a:gd name="connsiteY20" fmla="*/ 79374 h 242029"/>
                  <a:gd name="connsiteX21" fmla="*/ 484351 w 558115"/>
                  <a:gd name="connsiteY21" fmla="*/ 74051 h 242029"/>
                  <a:gd name="connsiteX22" fmla="*/ 472445 w 558115"/>
                  <a:gd name="connsiteY22" fmla="*/ 93101 h 242029"/>
                  <a:gd name="connsiteX23" fmla="*/ 458157 w 558115"/>
                  <a:gd name="connsiteY23" fmla="*/ 105007 h 242029"/>
                  <a:gd name="connsiteX24" fmla="*/ 453342 w 558115"/>
                  <a:gd name="connsiteY24" fmla="*/ 119714 h 242029"/>
                  <a:gd name="connsiteX25" fmla="*/ 457702 w 558115"/>
                  <a:gd name="connsiteY25" fmla="*/ 130362 h 242029"/>
                  <a:gd name="connsiteX26" fmla="*/ 424820 w 558115"/>
                  <a:gd name="connsiteY26" fmla="*/ 116914 h 242029"/>
                  <a:gd name="connsiteX27" fmla="*/ 410532 w 558115"/>
                  <a:gd name="connsiteY27" fmla="*/ 112151 h 242029"/>
                  <a:gd name="connsiteX28" fmla="*/ 396245 w 558115"/>
                  <a:gd name="connsiteY28" fmla="*/ 128820 h 242029"/>
                  <a:gd name="connsiteX29" fmla="*/ 389101 w 558115"/>
                  <a:gd name="connsiteY29" fmla="*/ 145489 h 242029"/>
                  <a:gd name="connsiteX30" fmla="*/ 394371 w 558115"/>
                  <a:gd name="connsiteY30" fmla="*/ 155014 h 242029"/>
                  <a:gd name="connsiteX31" fmla="*/ 387281 w 558115"/>
                  <a:gd name="connsiteY31" fmla="*/ 146328 h 242029"/>
                  <a:gd name="connsiteX32" fmla="*/ 365288 w 558115"/>
                  <a:gd name="connsiteY32" fmla="*/ 159776 h 242029"/>
                  <a:gd name="connsiteX33" fmla="*/ 374813 w 558115"/>
                  <a:gd name="connsiteY33" fmla="*/ 178826 h 242029"/>
                  <a:gd name="connsiteX34" fmla="*/ 362907 w 558115"/>
                  <a:gd name="connsiteY34" fmla="*/ 166920 h 242029"/>
                  <a:gd name="connsiteX35" fmla="*/ 355308 w 558115"/>
                  <a:gd name="connsiteY35" fmla="*/ 156834 h 242029"/>
                  <a:gd name="connsiteX36" fmla="*/ 334332 w 558115"/>
                  <a:gd name="connsiteY36" fmla="*/ 159776 h 242029"/>
                  <a:gd name="connsiteX37" fmla="*/ 325770 w 558115"/>
                  <a:gd name="connsiteY37" fmla="*/ 159075 h 242029"/>
                  <a:gd name="connsiteX38" fmla="*/ 313356 w 558115"/>
                  <a:gd name="connsiteY38" fmla="*/ 160058 h 242029"/>
                  <a:gd name="connsiteX39" fmla="*/ 298613 w 558115"/>
                  <a:gd name="connsiteY39" fmla="*/ 164539 h 242029"/>
                  <a:gd name="connsiteX40" fmla="*/ 284326 w 558115"/>
                  <a:gd name="connsiteY40" fmla="*/ 190732 h 242029"/>
                  <a:gd name="connsiteX41" fmla="*/ 286707 w 558115"/>
                  <a:gd name="connsiteY41" fmla="*/ 221410 h 242029"/>
                  <a:gd name="connsiteX42" fmla="*/ 281945 w 558115"/>
                  <a:gd name="connsiteY42" fmla="*/ 181207 h 242029"/>
                  <a:gd name="connsiteX43" fmla="*/ 270038 w 558115"/>
                  <a:gd name="connsiteY43" fmla="*/ 166920 h 242029"/>
                  <a:gd name="connsiteX44" fmla="*/ 203363 w 558115"/>
                  <a:gd name="connsiteY44" fmla="*/ 181207 h 242029"/>
                  <a:gd name="connsiteX45" fmla="*/ 201036 w 558115"/>
                  <a:gd name="connsiteY45" fmla="*/ 197876 h 242029"/>
                  <a:gd name="connsiteX46" fmla="*/ 199564 w 558115"/>
                  <a:gd name="connsiteY46" fmla="*/ 239479 h 242029"/>
                  <a:gd name="connsiteX47" fmla="*/ 198601 w 558115"/>
                  <a:gd name="connsiteY47" fmla="*/ 185970 h 242029"/>
                  <a:gd name="connsiteX48" fmla="*/ 174788 w 558115"/>
                  <a:gd name="connsiteY48" fmla="*/ 183589 h 242029"/>
                  <a:gd name="connsiteX49" fmla="*/ 136688 w 558115"/>
                  <a:gd name="connsiteY49" fmla="*/ 176445 h 242029"/>
                  <a:gd name="connsiteX50" fmla="*/ 134307 w 558115"/>
                  <a:gd name="connsiteY50" fmla="*/ 205020 h 242029"/>
                  <a:gd name="connsiteX51" fmla="*/ 134307 w 558115"/>
                  <a:gd name="connsiteY51" fmla="*/ 239619 h 242029"/>
                  <a:gd name="connsiteX52" fmla="*/ 129249 w 558115"/>
                  <a:gd name="connsiteY52" fmla="*/ 176583 h 242029"/>
                  <a:gd name="connsiteX53" fmla="*/ 94781 w 558115"/>
                  <a:gd name="connsiteY53" fmla="*/ 172005 h 242029"/>
                  <a:gd name="connsiteX54" fmla="*/ 83225 w 558115"/>
                  <a:gd name="connsiteY54" fmla="*/ 177187 h 242029"/>
                  <a:gd name="connsiteX55" fmla="*/ 62870 w 558115"/>
                  <a:gd name="connsiteY55" fmla="*/ 217487 h 242029"/>
                  <a:gd name="connsiteX56" fmla="*/ 80205 w 558115"/>
                  <a:gd name="connsiteY56" fmla="*/ 176026 h 242029"/>
                  <a:gd name="connsiteX57" fmla="*/ 72598 w 558115"/>
                  <a:gd name="connsiteY57" fmla="*/ 171900 h 242029"/>
                  <a:gd name="connsiteX58" fmla="*/ 24711 w 558115"/>
                  <a:gd name="connsiteY58" fmla="*/ 169820 h 242029"/>
                  <a:gd name="connsiteX59" fmla="*/ 264 w 558115"/>
                  <a:gd name="connsiteY59" fmla="*/ 216281 h 242029"/>
                  <a:gd name="connsiteX0" fmla="*/ 264 w 558115"/>
                  <a:gd name="connsiteY0" fmla="*/ 216281 h 242029"/>
                  <a:gd name="connsiteX1" fmla="*/ 58804 w 558115"/>
                  <a:gd name="connsiteY1" fmla="*/ 228610 h 242029"/>
                  <a:gd name="connsiteX2" fmla="*/ 179880 w 558115"/>
                  <a:gd name="connsiteY2" fmla="*/ 242029 h 242029"/>
                  <a:gd name="connsiteX3" fmla="*/ 264947 w 558115"/>
                  <a:gd name="connsiteY3" fmla="*/ 227964 h 242029"/>
                  <a:gd name="connsiteX4" fmla="*/ 300007 w 558115"/>
                  <a:gd name="connsiteY4" fmla="*/ 217994 h 242029"/>
                  <a:gd name="connsiteX5" fmla="*/ 354992 w 558115"/>
                  <a:gd name="connsiteY5" fmla="*/ 201148 h 242029"/>
                  <a:gd name="connsiteX6" fmla="*/ 409290 w 558115"/>
                  <a:gd name="connsiteY6" fmla="*/ 175131 h 242029"/>
                  <a:gd name="connsiteX7" fmla="*/ 443908 w 558115"/>
                  <a:gd name="connsiteY7" fmla="*/ 152632 h 242029"/>
                  <a:gd name="connsiteX8" fmla="*/ 458853 w 558115"/>
                  <a:gd name="connsiteY8" fmla="*/ 138345 h 242029"/>
                  <a:gd name="connsiteX9" fmla="*/ 501716 w 558115"/>
                  <a:gd name="connsiteY9" fmla="*/ 93101 h 242029"/>
                  <a:gd name="connsiteX10" fmla="*/ 536100 w 558115"/>
                  <a:gd name="connsiteY10" fmla="*/ 46989 h 242029"/>
                  <a:gd name="connsiteX11" fmla="*/ 557110 w 558115"/>
                  <a:gd name="connsiteY11" fmla="*/ 6931 h 242029"/>
                  <a:gd name="connsiteX12" fmla="*/ 553870 w 558115"/>
                  <a:gd name="connsiteY12" fmla="*/ 10 h 242029"/>
                  <a:gd name="connsiteX13" fmla="*/ 545954 w 558115"/>
                  <a:gd name="connsiteY13" fmla="*/ 6554 h 242029"/>
                  <a:gd name="connsiteX14" fmla="*/ 529595 w 558115"/>
                  <a:gd name="connsiteY14" fmla="*/ 7376 h 242029"/>
                  <a:gd name="connsiteX15" fmla="*/ 527213 w 558115"/>
                  <a:gd name="connsiteY15" fmla="*/ 26426 h 242029"/>
                  <a:gd name="connsiteX16" fmla="*/ 510545 w 558115"/>
                  <a:gd name="connsiteY16" fmla="*/ 35951 h 242029"/>
                  <a:gd name="connsiteX17" fmla="*/ 486732 w 558115"/>
                  <a:gd name="connsiteY17" fmla="*/ 38332 h 242029"/>
                  <a:gd name="connsiteX18" fmla="*/ 481970 w 558115"/>
                  <a:gd name="connsiteY18" fmla="*/ 57382 h 242029"/>
                  <a:gd name="connsiteX19" fmla="*/ 486732 w 558115"/>
                  <a:gd name="connsiteY19" fmla="*/ 74051 h 242029"/>
                  <a:gd name="connsiteX20" fmla="*/ 504417 w 558115"/>
                  <a:gd name="connsiteY20" fmla="*/ 79374 h 242029"/>
                  <a:gd name="connsiteX21" fmla="*/ 484351 w 558115"/>
                  <a:gd name="connsiteY21" fmla="*/ 74051 h 242029"/>
                  <a:gd name="connsiteX22" fmla="*/ 472445 w 558115"/>
                  <a:gd name="connsiteY22" fmla="*/ 93101 h 242029"/>
                  <a:gd name="connsiteX23" fmla="*/ 458157 w 558115"/>
                  <a:gd name="connsiteY23" fmla="*/ 105007 h 242029"/>
                  <a:gd name="connsiteX24" fmla="*/ 453342 w 558115"/>
                  <a:gd name="connsiteY24" fmla="*/ 119714 h 242029"/>
                  <a:gd name="connsiteX25" fmla="*/ 457702 w 558115"/>
                  <a:gd name="connsiteY25" fmla="*/ 130362 h 242029"/>
                  <a:gd name="connsiteX26" fmla="*/ 424820 w 558115"/>
                  <a:gd name="connsiteY26" fmla="*/ 116914 h 242029"/>
                  <a:gd name="connsiteX27" fmla="*/ 410532 w 558115"/>
                  <a:gd name="connsiteY27" fmla="*/ 112151 h 242029"/>
                  <a:gd name="connsiteX28" fmla="*/ 396245 w 558115"/>
                  <a:gd name="connsiteY28" fmla="*/ 128820 h 242029"/>
                  <a:gd name="connsiteX29" fmla="*/ 389101 w 558115"/>
                  <a:gd name="connsiteY29" fmla="*/ 145489 h 242029"/>
                  <a:gd name="connsiteX30" fmla="*/ 394371 w 558115"/>
                  <a:gd name="connsiteY30" fmla="*/ 155014 h 242029"/>
                  <a:gd name="connsiteX31" fmla="*/ 387281 w 558115"/>
                  <a:gd name="connsiteY31" fmla="*/ 146328 h 242029"/>
                  <a:gd name="connsiteX32" fmla="*/ 365288 w 558115"/>
                  <a:gd name="connsiteY32" fmla="*/ 159776 h 242029"/>
                  <a:gd name="connsiteX33" fmla="*/ 374813 w 558115"/>
                  <a:gd name="connsiteY33" fmla="*/ 178826 h 242029"/>
                  <a:gd name="connsiteX34" fmla="*/ 362907 w 558115"/>
                  <a:gd name="connsiteY34" fmla="*/ 166920 h 242029"/>
                  <a:gd name="connsiteX35" fmla="*/ 355308 w 558115"/>
                  <a:gd name="connsiteY35" fmla="*/ 156834 h 242029"/>
                  <a:gd name="connsiteX36" fmla="*/ 334332 w 558115"/>
                  <a:gd name="connsiteY36" fmla="*/ 159776 h 242029"/>
                  <a:gd name="connsiteX37" fmla="*/ 325770 w 558115"/>
                  <a:gd name="connsiteY37" fmla="*/ 159075 h 242029"/>
                  <a:gd name="connsiteX38" fmla="*/ 313356 w 558115"/>
                  <a:gd name="connsiteY38" fmla="*/ 160058 h 242029"/>
                  <a:gd name="connsiteX39" fmla="*/ 298613 w 558115"/>
                  <a:gd name="connsiteY39" fmla="*/ 164539 h 242029"/>
                  <a:gd name="connsiteX40" fmla="*/ 284326 w 558115"/>
                  <a:gd name="connsiteY40" fmla="*/ 190732 h 242029"/>
                  <a:gd name="connsiteX41" fmla="*/ 286707 w 558115"/>
                  <a:gd name="connsiteY41" fmla="*/ 221410 h 242029"/>
                  <a:gd name="connsiteX42" fmla="*/ 281945 w 558115"/>
                  <a:gd name="connsiteY42" fmla="*/ 181207 h 242029"/>
                  <a:gd name="connsiteX43" fmla="*/ 270038 w 558115"/>
                  <a:gd name="connsiteY43" fmla="*/ 166920 h 242029"/>
                  <a:gd name="connsiteX44" fmla="*/ 203363 w 558115"/>
                  <a:gd name="connsiteY44" fmla="*/ 181207 h 242029"/>
                  <a:gd name="connsiteX45" fmla="*/ 201036 w 558115"/>
                  <a:gd name="connsiteY45" fmla="*/ 197876 h 242029"/>
                  <a:gd name="connsiteX46" fmla="*/ 199564 w 558115"/>
                  <a:gd name="connsiteY46" fmla="*/ 239479 h 242029"/>
                  <a:gd name="connsiteX47" fmla="*/ 198601 w 558115"/>
                  <a:gd name="connsiteY47" fmla="*/ 185970 h 242029"/>
                  <a:gd name="connsiteX48" fmla="*/ 174788 w 558115"/>
                  <a:gd name="connsiteY48" fmla="*/ 183589 h 242029"/>
                  <a:gd name="connsiteX49" fmla="*/ 136688 w 558115"/>
                  <a:gd name="connsiteY49" fmla="*/ 176445 h 242029"/>
                  <a:gd name="connsiteX50" fmla="*/ 134307 w 558115"/>
                  <a:gd name="connsiteY50" fmla="*/ 205020 h 242029"/>
                  <a:gd name="connsiteX51" fmla="*/ 134307 w 558115"/>
                  <a:gd name="connsiteY51" fmla="*/ 239619 h 242029"/>
                  <a:gd name="connsiteX52" fmla="*/ 129249 w 558115"/>
                  <a:gd name="connsiteY52" fmla="*/ 176583 h 242029"/>
                  <a:gd name="connsiteX53" fmla="*/ 94781 w 558115"/>
                  <a:gd name="connsiteY53" fmla="*/ 172005 h 242029"/>
                  <a:gd name="connsiteX54" fmla="*/ 83225 w 558115"/>
                  <a:gd name="connsiteY54" fmla="*/ 177187 h 242029"/>
                  <a:gd name="connsiteX55" fmla="*/ 62870 w 558115"/>
                  <a:gd name="connsiteY55" fmla="*/ 217487 h 242029"/>
                  <a:gd name="connsiteX56" fmla="*/ 80205 w 558115"/>
                  <a:gd name="connsiteY56" fmla="*/ 176026 h 242029"/>
                  <a:gd name="connsiteX57" fmla="*/ 72598 w 558115"/>
                  <a:gd name="connsiteY57" fmla="*/ 171900 h 242029"/>
                  <a:gd name="connsiteX58" fmla="*/ 24711 w 558115"/>
                  <a:gd name="connsiteY58" fmla="*/ 169820 h 242029"/>
                  <a:gd name="connsiteX59" fmla="*/ 264 w 558115"/>
                  <a:gd name="connsiteY59" fmla="*/ 216281 h 242029"/>
                  <a:gd name="connsiteX0" fmla="*/ 4379 w 562230"/>
                  <a:gd name="connsiteY0" fmla="*/ 216281 h 242029"/>
                  <a:gd name="connsiteX1" fmla="*/ 62919 w 562230"/>
                  <a:gd name="connsiteY1" fmla="*/ 228610 h 242029"/>
                  <a:gd name="connsiteX2" fmla="*/ 183995 w 562230"/>
                  <a:gd name="connsiteY2" fmla="*/ 242029 h 242029"/>
                  <a:gd name="connsiteX3" fmla="*/ 269062 w 562230"/>
                  <a:gd name="connsiteY3" fmla="*/ 227964 h 242029"/>
                  <a:gd name="connsiteX4" fmla="*/ 304122 w 562230"/>
                  <a:gd name="connsiteY4" fmla="*/ 217994 h 242029"/>
                  <a:gd name="connsiteX5" fmla="*/ 359107 w 562230"/>
                  <a:gd name="connsiteY5" fmla="*/ 201148 h 242029"/>
                  <a:gd name="connsiteX6" fmla="*/ 413405 w 562230"/>
                  <a:gd name="connsiteY6" fmla="*/ 175131 h 242029"/>
                  <a:gd name="connsiteX7" fmla="*/ 448023 w 562230"/>
                  <a:gd name="connsiteY7" fmla="*/ 152632 h 242029"/>
                  <a:gd name="connsiteX8" fmla="*/ 462968 w 562230"/>
                  <a:gd name="connsiteY8" fmla="*/ 138345 h 242029"/>
                  <a:gd name="connsiteX9" fmla="*/ 505831 w 562230"/>
                  <a:gd name="connsiteY9" fmla="*/ 93101 h 242029"/>
                  <a:gd name="connsiteX10" fmla="*/ 540215 w 562230"/>
                  <a:gd name="connsiteY10" fmla="*/ 46989 h 242029"/>
                  <a:gd name="connsiteX11" fmla="*/ 561225 w 562230"/>
                  <a:gd name="connsiteY11" fmla="*/ 6931 h 242029"/>
                  <a:gd name="connsiteX12" fmla="*/ 557985 w 562230"/>
                  <a:gd name="connsiteY12" fmla="*/ 10 h 242029"/>
                  <a:gd name="connsiteX13" fmla="*/ 550069 w 562230"/>
                  <a:gd name="connsiteY13" fmla="*/ 6554 h 242029"/>
                  <a:gd name="connsiteX14" fmla="*/ 533710 w 562230"/>
                  <a:gd name="connsiteY14" fmla="*/ 7376 h 242029"/>
                  <a:gd name="connsiteX15" fmla="*/ 531328 w 562230"/>
                  <a:gd name="connsiteY15" fmla="*/ 26426 h 242029"/>
                  <a:gd name="connsiteX16" fmla="*/ 514660 w 562230"/>
                  <a:gd name="connsiteY16" fmla="*/ 35951 h 242029"/>
                  <a:gd name="connsiteX17" fmla="*/ 490847 w 562230"/>
                  <a:gd name="connsiteY17" fmla="*/ 38332 h 242029"/>
                  <a:gd name="connsiteX18" fmla="*/ 486085 w 562230"/>
                  <a:gd name="connsiteY18" fmla="*/ 57382 h 242029"/>
                  <a:gd name="connsiteX19" fmla="*/ 490847 w 562230"/>
                  <a:gd name="connsiteY19" fmla="*/ 74051 h 242029"/>
                  <a:gd name="connsiteX20" fmla="*/ 508532 w 562230"/>
                  <a:gd name="connsiteY20" fmla="*/ 79374 h 242029"/>
                  <a:gd name="connsiteX21" fmla="*/ 488466 w 562230"/>
                  <a:gd name="connsiteY21" fmla="*/ 74051 h 242029"/>
                  <a:gd name="connsiteX22" fmla="*/ 476560 w 562230"/>
                  <a:gd name="connsiteY22" fmla="*/ 93101 h 242029"/>
                  <a:gd name="connsiteX23" fmla="*/ 462272 w 562230"/>
                  <a:gd name="connsiteY23" fmla="*/ 105007 h 242029"/>
                  <a:gd name="connsiteX24" fmla="*/ 457457 w 562230"/>
                  <a:gd name="connsiteY24" fmla="*/ 119714 h 242029"/>
                  <a:gd name="connsiteX25" fmla="*/ 461817 w 562230"/>
                  <a:gd name="connsiteY25" fmla="*/ 130362 h 242029"/>
                  <a:gd name="connsiteX26" fmla="*/ 428935 w 562230"/>
                  <a:gd name="connsiteY26" fmla="*/ 116914 h 242029"/>
                  <a:gd name="connsiteX27" fmla="*/ 414647 w 562230"/>
                  <a:gd name="connsiteY27" fmla="*/ 112151 h 242029"/>
                  <a:gd name="connsiteX28" fmla="*/ 400360 w 562230"/>
                  <a:gd name="connsiteY28" fmla="*/ 128820 h 242029"/>
                  <a:gd name="connsiteX29" fmla="*/ 393216 w 562230"/>
                  <a:gd name="connsiteY29" fmla="*/ 145489 h 242029"/>
                  <a:gd name="connsiteX30" fmla="*/ 398486 w 562230"/>
                  <a:gd name="connsiteY30" fmla="*/ 155014 h 242029"/>
                  <a:gd name="connsiteX31" fmla="*/ 391396 w 562230"/>
                  <a:gd name="connsiteY31" fmla="*/ 146328 h 242029"/>
                  <a:gd name="connsiteX32" fmla="*/ 369403 w 562230"/>
                  <a:gd name="connsiteY32" fmla="*/ 159776 h 242029"/>
                  <a:gd name="connsiteX33" fmla="*/ 378928 w 562230"/>
                  <a:gd name="connsiteY33" fmla="*/ 178826 h 242029"/>
                  <a:gd name="connsiteX34" fmla="*/ 367022 w 562230"/>
                  <a:gd name="connsiteY34" fmla="*/ 166920 h 242029"/>
                  <a:gd name="connsiteX35" fmla="*/ 359423 w 562230"/>
                  <a:gd name="connsiteY35" fmla="*/ 156834 h 242029"/>
                  <a:gd name="connsiteX36" fmla="*/ 338447 w 562230"/>
                  <a:gd name="connsiteY36" fmla="*/ 159776 h 242029"/>
                  <a:gd name="connsiteX37" fmla="*/ 329885 w 562230"/>
                  <a:gd name="connsiteY37" fmla="*/ 159075 h 242029"/>
                  <a:gd name="connsiteX38" fmla="*/ 317471 w 562230"/>
                  <a:gd name="connsiteY38" fmla="*/ 160058 h 242029"/>
                  <a:gd name="connsiteX39" fmla="*/ 302728 w 562230"/>
                  <a:gd name="connsiteY39" fmla="*/ 164539 h 242029"/>
                  <a:gd name="connsiteX40" fmla="*/ 288441 w 562230"/>
                  <a:gd name="connsiteY40" fmla="*/ 190732 h 242029"/>
                  <a:gd name="connsiteX41" fmla="*/ 290822 w 562230"/>
                  <a:gd name="connsiteY41" fmla="*/ 221410 h 242029"/>
                  <a:gd name="connsiteX42" fmla="*/ 286060 w 562230"/>
                  <a:gd name="connsiteY42" fmla="*/ 181207 h 242029"/>
                  <a:gd name="connsiteX43" fmla="*/ 274153 w 562230"/>
                  <a:gd name="connsiteY43" fmla="*/ 166920 h 242029"/>
                  <a:gd name="connsiteX44" fmla="*/ 207478 w 562230"/>
                  <a:gd name="connsiteY44" fmla="*/ 181207 h 242029"/>
                  <a:gd name="connsiteX45" fmla="*/ 205151 w 562230"/>
                  <a:gd name="connsiteY45" fmla="*/ 197876 h 242029"/>
                  <a:gd name="connsiteX46" fmla="*/ 203679 w 562230"/>
                  <a:gd name="connsiteY46" fmla="*/ 239479 h 242029"/>
                  <a:gd name="connsiteX47" fmla="*/ 202716 w 562230"/>
                  <a:gd name="connsiteY47" fmla="*/ 185970 h 242029"/>
                  <a:gd name="connsiteX48" fmla="*/ 178903 w 562230"/>
                  <a:gd name="connsiteY48" fmla="*/ 183589 h 242029"/>
                  <a:gd name="connsiteX49" fmla="*/ 140803 w 562230"/>
                  <a:gd name="connsiteY49" fmla="*/ 176445 h 242029"/>
                  <a:gd name="connsiteX50" fmla="*/ 138422 w 562230"/>
                  <a:gd name="connsiteY50" fmla="*/ 205020 h 242029"/>
                  <a:gd name="connsiteX51" fmla="*/ 138422 w 562230"/>
                  <a:gd name="connsiteY51" fmla="*/ 239619 h 242029"/>
                  <a:gd name="connsiteX52" fmla="*/ 133364 w 562230"/>
                  <a:gd name="connsiteY52" fmla="*/ 176583 h 242029"/>
                  <a:gd name="connsiteX53" fmla="*/ 98896 w 562230"/>
                  <a:gd name="connsiteY53" fmla="*/ 172005 h 242029"/>
                  <a:gd name="connsiteX54" fmla="*/ 87340 w 562230"/>
                  <a:gd name="connsiteY54" fmla="*/ 177187 h 242029"/>
                  <a:gd name="connsiteX55" fmla="*/ 66985 w 562230"/>
                  <a:gd name="connsiteY55" fmla="*/ 217487 h 242029"/>
                  <a:gd name="connsiteX56" fmla="*/ 84320 w 562230"/>
                  <a:gd name="connsiteY56" fmla="*/ 176026 h 242029"/>
                  <a:gd name="connsiteX57" fmla="*/ 76713 w 562230"/>
                  <a:gd name="connsiteY57" fmla="*/ 171900 h 242029"/>
                  <a:gd name="connsiteX58" fmla="*/ 28826 w 562230"/>
                  <a:gd name="connsiteY58" fmla="*/ 169820 h 242029"/>
                  <a:gd name="connsiteX59" fmla="*/ 5633 w 562230"/>
                  <a:gd name="connsiteY59" fmla="*/ 178614 h 242029"/>
                  <a:gd name="connsiteX60" fmla="*/ 4379 w 562230"/>
                  <a:gd name="connsiteY60" fmla="*/ 216281 h 242029"/>
                  <a:gd name="connsiteX0" fmla="*/ 4379 w 562230"/>
                  <a:gd name="connsiteY0" fmla="*/ 216281 h 242029"/>
                  <a:gd name="connsiteX1" fmla="*/ 62919 w 562230"/>
                  <a:gd name="connsiteY1" fmla="*/ 228610 h 242029"/>
                  <a:gd name="connsiteX2" fmla="*/ 183995 w 562230"/>
                  <a:gd name="connsiteY2" fmla="*/ 242029 h 242029"/>
                  <a:gd name="connsiteX3" fmla="*/ 269062 w 562230"/>
                  <a:gd name="connsiteY3" fmla="*/ 227964 h 242029"/>
                  <a:gd name="connsiteX4" fmla="*/ 304122 w 562230"/>
                  <a:gd name="connsiteY4" fmla="*/ 217994 h 242029"/>
                  <a:gd name="connsiteX5" fmla="*/ 359107 w 562230"/>
                  <a:gd name="connsiteY5" fmla="*/ 201148 h 242029"/>
                  <a:gd name="connsiteX6" fmla="*/ 413405 w 562230"/>
                  <a:gd name="connsiteY6" fmla="*/ 175131 h 242029"/>
                  <a:gd name="connsiteX7" fmla="*/ 448023 w 562230"/>
                  <a:gd name="connsiteY7" fmla="*/ 152632 h 242029"/>
                  <a:gd name="connsiteX8" fmla="*/ 462968 w 562230"/>
                  <a:gd name="connsiteY8" fmla="*/ 138345 h 242029"/>
                  <a:gd name="connsiteX9" fmla="*/ 505831 w 562230"/>
                  <a:gd name="connsiteY9" fmla="*/ 93101 h 242029"/>
                  <a:gd name="connsiteX10" fmla="*/ 540215 w 562230"/>
                  <a:gd name="connsiteY10" fmla="*/ 46989 h 242029"/>
                  <a:gd name="connsiteX11" fmla="*/ 561225 w 562230"/>
                  <a:gd name="connsiteY11" fmla="*/ 6931 h 242029"/>
                  <a:gd name="connsiteX12" fmla="*/ 557985 w 562230"/>
                  <a:gd name="connsiteY12" fmla="*/ 10 h 242029"/>
                  <a:gd name="connsiteX13" fmla="*/ 550069 w 562230"/>
                  <a:gd name="connsiteY13" fmla="*/ 6554 h 242029"/>
                  <a:gd name="connsiteX14" fmla="*/ 533710 w 562230"/>
                  <a:gd name="connsiteY14" fmla="*/ 7376 h 242029"/>
                  <a:gd name="connsiteX15" fmla="*/ 531328 w 562230"/>
                  <a:gd name="connsiteY15" fmla="*/ 26426 h 242029"/>
                  <a:gd name="connsiteX16" fmla="*/ 514660 w 562230"/>
                  <a:gd name="connsiteY16" fmla="*/ 35951 h 242029"/>
                  <a:gd name="connsiteX17" fmla="*/ 490847 w 562230"/>
                  <a:gd name="connsiteY17" fmla="*/ 38332 h 242029"/>
                  <a:gd name="connsiteX18" fmla="*/ 486085 w 562230"/>
                  <a:gd name="connsiteY18" fmla="*/ 57382 h 242029"/>
                  <a:gd name="connsiteX19" fmla="*/ 490847 w 562230"/>
                  <a:gd name="connsiteY19" fmla="*/ 74051 h 242029"/>
                  <a:gd name="connsiteX20" fmla="*/ 508532 w 562230"/>
                  <a:gd name="connsiteY20" fmla="*/ 79374 h 242029"/>
                  <a:gd name="connsiteX21" fmla="*/ 488466 w 562230"/>
                  <a:gd name="connsiteY21" fmla="*/ 74051 h 242029"/>
                  <a:gd name="connsiteX22" fmla="*/ 476560 w 562230"/>
                  <a:gd name="connsiteY22" fmla="*/ 93101 h 242029"/>
                  <a:gd name="connsiteX23" fmla="*/ 462272 w 562230"/>
                  <a:gd name="connsiteY23" fmla="*/ 105007 h 242029"/>
                  <a:gd name="connsiteX24" fmla="*/ 457457 w 562230"/>
                  <a:gd name="connsiteY24" fmla="*/ 119714 h 242029"/>
                  <a:gd name="connsiteX25" fmla="*/ 461817 w 562230"/>
                  <a:gd name="connsiteY25" fmla="*/ 130362 h 242029"/>
                  <a:gd name="connsiteX26" fmla="*/ 428935 w 562230"/>
                  <a:gd name="connsiteY26" fmla="*/ 116914 h 242029"/>
                  <a:gd name="connsiteX27" fmla="*/ 414647 w 562230"/>
                  <a:gd name="connsiteY27" fmla="*/ 112151 h 242029"/>
                  <a:gd name="connsiteX28" fmla="*/ 400360 w 562230"/>
                  <a:gd name="connsiteY28" fmla="*/ 128820 h 242029"/>
                  <a:gd name="connsiteX29" fmla="*/ 393216 w 562230"/>
                  <a:gd name="connsiteY29" fmla="*/ 145489 h 242029"/>
                  <a:gd name="connsiteX30" fmla="*/ 398486 w 562230"/>
                  <a:gd name="connsiteY30" fmla="*/ 155014 h 242029"/>
                  <a:gd name="connsiteX31" fmla="*/ 391396 w 562230"/>
                  <a:gd name="connsiteY31" fmla="*/ 146328 h 242029"/>
                  <a:gd name="connsiteX32" fmla="*/ 369403 w 562230"/>
                  <a:gd name="connsiteY32" fmla="*/ 159776 h 242029"/>
                  <a:gd name="connsiteX33" fmla="*/ 378928 w 562230"/>
                  <a:gd name="connsiteY33" fmla="*/ 178826 h 242029"/>
                  <a:gd name="connsiteX34" fmla="*/ 367022 w 562230"/>
                  <a:gd name="connsiteY34" fmla="*/ 166920 h 242029"/>
                  <a:gd name="connsiteX35" fmla="*/ 359423 w 562230"/>
                  <a:gd name="connsiteY35" fmla="*/ 156834 h 242029"/>
                  <a:gd name="connsiteX36" fmla="*/ 338447 w 562230"/>
                  <a:gd name="connsiteY36" fmla="*/ 159776 h 242029"/>
                  <a:gd name="connsiteX37" fmla="*/ 329885 w 562230"/>
                  <a:gd name="connsiteY37" fmla="*/ 159075 h 242029"/>
                  <a:gd name="connsiteX38" fmla="*/ 317471 w 562230"/>
                  <a:gd name="connsiteY38" fmla="*/ 160058 h 242029"/>
                  <a:gd name="connsiteX39" fmla="*/ 302728 w 562230"/>
                  <a:gd name="connsiteY39" fmla="*/ 164539 h 242029"/>
                  <a:gd name="connsiteX40" fmla="*/ 288441 w 562230"/>
                  <a:gd name="connsiteY40" fmla="*/ 190732 h 242029"/>
                  <a:gd name="connsiteX41" fmla="*/ 290822 w 562230"/>
                  <a:gd name="connsiteY41" fmla="*/ 221410 h 242029"/>
                  <a:gd name="connsiteX42" fmla="*/ 286060 w 562230"/>
                  <a:gd name="connsiteY42" fmla="*/ 181207 h 242029"/>
                  <a:gd name="connsiteX43" fmla="*/ 274153 w 562230"/>
                  <a:gd name="connsiteY43" fmla="*/ 166920 h 242029"/>
                  <a:gd name="connsiteX44" fmla="*/ 207478 w 562230"/>
                  <a:gd name="connsiteY44" fmla="*/ 181207 h 242029"/>
                  <a:gd name="connsiteX45" fmla="*/ 205151 w 562230"/>
                  <a:gd name="connsiteY45" fmla="*/ 197876 h 242029"/>
                  <a:gd name="connsiteX46" fmla="*/ 203679 w 562230"/>
                  <a:gd name="connsiteY46" fmla="*/ 239479 h 242029"/>
                  <a:gd name="connsiteX47" fmla="*/ 202716 w 562230"/>
                  <a:gd name="connsiteY47" fmla="*/ 185970 h 242029"/>
                  <a:gd name="connsiteX48" fmla="*/ 178903 w 562230"/>
                  <a:gd name="connsiteY48" fmla="*/ 183589 h 242029"/>
                  <a:gd name="connsiteX49" fmla="*/ 140803 w 562230"/>
                  <a:gd name="connsiteY49" fmla="*/ 176445 h 242029"/>
                  <a:gd name="connsiteX50" fmla="*/ 138422 w 562230"/>
                  <a:gd name="connsiteY50" fmla="*/ 205020 h 242029"/>
                  <a:gd name="connsiteX51" fmla="*/ 138422 w 562230"/>
                  <a:gd name="connsiteY51" fmla="*/ 239619 h 242029"/>
                  <a:gd name="connsiteX52" fmla="*/ 133364 w 562230"/>
                  <a:gd name="connsiteY52" fmla="*/ 176583 h 242029"/>
                  <a:gd name="connsiteX53" fmla="*/ 98896 w 562230"/>
                  <a:gd name="connsiteY53" fmla="*/ 172005 h 242029"/>
                  <a:gd name="connsiteX54" fmla="*/ 87340 w 562230"/>
                  <a:gd name="connsiteY54" fmla="*/ 177187 h 242029"/>
                  <a:gd name="connsiteX55" fmla="*/ 66985 w 562230"/>
                  <a:gd name="connsiteY55" fmla="*/ 217487 h 242029"/>
                  <a:gd name="connsiteX56" fmla="*/ 84320 w 562230"/>
                  <a:gd name="connsiteY56" fmla="*/ 176026 h 242029"/>
                  <a:gd name="connsiteX57" fmla="*/ 76713 w 562230"/>
                  <a:gd name="connsiteY57" fmla="*/ 171900 h 242029"/>
                  <a:gd name="connsiteX58" fmla="*/ 28826 w 562230"/>
                  <a:gd name="connsiteY58" fmla="*/ 169820 h 242029"/>
                  <a:gd name="connsiteX59" fmla="*/ 5633 w 562230"/>
                  <a:gd name="connsiteY59" fmla="*/ 178614 h 242029"/>
                  <a:gd name="connsiteX60" fmla="*/ 4379 w 562230"/>
                  <a:gd name="connsiteY60" fmla="*/ 216281 h 242029"/>
                  <a:gd name="connsiteX0" fmla="*/ 780 w 558631"/>
                  <a:gd name="connsiteY0" fmla="*/ 216281 h 242029"/>
                  <a:gd name="connsiteX1" fmla="*/ 59320 w 558631"/>
                  <a:gd name="connsiteY1" fmla="*/ 228610 h 242029"/>
                  <a:gd name="connsiteX2" fmla="*/ 180396 w 558631"/>
                  <a:gd name="connsiteY2" fmla="*/ 242029 h 242029"/>
                  <a:gd name="connsiteX3" fmla="*/ 265463 w 558631"/>
                  <a:gd name="connsiteY3" fmla="*/ 227964 h 242029"/>
                  <a:gd name="connsiteX4" fmla="*/ 300523 w 558631"/>
                  <a:gd name="connsiteY4" fmla="*/ 217994 h 242029"/>
                  <a:gd name="connsiteX5" fmla="*/ 355508 w 558631"/>
                  <a:gd name="connsiteY5" fmla="*/ 201148 h 242029"/>
                  <a:gd name="connsiteX6" fmla="*/ 409806 w 558631"/>
                  <a:gd name="connsiteY6" fmla="*/ 175131 h 242029"/>
                  <a:gd name="connsiteX7" fmla="*/ 444424 w 558631"/>
                  <a:gd name="connsiteY7" fmla="*/ 152632 h 242029"/>
                  <a:gd name="connsiteX8" fmla="*/ 459369 w 558631"/>
                  <a:gd name="connsiteY8" fmla="*/ 138345 h 242029"/>
                  <a:gd name="connsiteX9" fmla="*/ 502232 w 558631"/>
                  <a:gd name="connsiteY9" fmla="*/ 93101 h 242029"/>
                  <a:gd name="connsiteX10" fmla="*/ 536616 w 558631"/>
                  <a:gd name="connsiteY10" fmla="*/ 46989 h 242029"/>
                  <a:gd name="connsiteX11" fmla="*/ 557626 w 558631"/>
                  <a:gd name="connsiteY11" fmla="*/ 6931 h 242029"/>
                  <a:gd name="connsiteX12" fmla="*/ 554386 w 558631"/>
                  <a:gd name="connsiteY12" fmla="*/ 10 h 242029"/>
                  <a:gd name="connsiteX13" fmla="*/ 546470 w 558631"/>
                  <a:gd name="connsiteY13" fmla="*/ 6554 h 242029"/>
                  <a:gd name="connsiteX14" fmla="*/ 530111 w 558631"/>
                  <a:gd name="connsiteY14" fmla="*/ 7376 h 242029"/>
                  <a:gd name="connsiteX15" fmla="*/ 527729 w 558631"/>
                  <a:gd name="connsiteY15" fmla="*/ 26426 h 242029"/>
                  <a:gd name="connsiteX16" fmla="*/ 511061 w 558631"/>
                  <a:gd name="connsiteY16" fmla="*/ 35951 h 242029"/>
                  <a:gd name="connsiteX17" fmla="*/ 487248 w 558631"/>
                  <a:gd name="connsiteY17" fmla="*/ 38332 h 242029"/>
                  <a:gd name="connsiteX18" fmla="*/ 482486 w 558631"/>
                  <a:gd name="connsiteY18" fmla="*/ 57382 h 242029"/>
                  <a:gd name="connsiteX19" fmla="*/ 487248 w 558631"/>
                  <a:gd name="connsiteY19" fmla="*/ 74051 h 242029"/>
                  <a:gd name="connsiteX20" fmla="*/ 504933 w 558631"/>
                  <a:gd name="connsiteY20" fmla="*/ 79374 h 242029"/>
                  <a:gd name="connsiteX21" fmla="*/ 484867 w 558631"/>
                  <a:gd name="connsiteY21" fmla="*/ 74051 h 242029"/>
                  <a:gd name="connsiteX22" fmla="*/ 472961 w 558631"/>
                  <a:gd name="connsiteY22" fmla="*/ 93101 h 242029"/>
                  <a:gd name="connsiteX23" fmla="*/ 458673 w 558631"/>
                  <a:gd name="connsiteY23" fmla="*/ 105007 h 242029"/>
                  <a:gd name="connsiteX24" fmla="*/ 453858 w 558631"/>
                  <a:gd name="connsiteY24" fmla="*/ 119714 h 242029"/>
                  <a:gd name="connsiteX25" fmla="*/ 458218 w 558631"/>
                  <a:gd name="connsiteY25" fmla="*/ 130362 h 242029"/>
                  <a:gd name="connsiteX26" fmla="*/ 425336 w 558631"/>
                  <a:gd name="connsiteY26" fmla="*/ 116914 h 242029"/>
                  <a:gd name="connsiteX27" fmla="*/ 411048 w 558631"/>
                  <a:gd name="connsiteY27" fmla="*/ 112151 h 242029"/>
                  <a:gd name="connsiteX28" fmla="*/ 396761 w 558631"/>
                  <a:gd name="connsiteY28" fmla="*/ 128820 h 242029"/>
                  <a:gd name="connsiteX29" fmla="*/ 389617 w 558631"/>
                  <a:gd name="connsiteY29" fmla="*/ 145489 h 242029"/>
                  <a:gd name="connsiteX30" fmla="*/ 394887 w 558631"/>
                  <a:gd name="connsiteY30" fmla="*/ 155014 h 242029"/>
                  <a:gd name="connsiteX31" fmla="*/ 387797 w 558631"/>
                  <a:gd name="connsiteY31" fmla="*/ 146328 h 242029"/>
                  <a:gd name="connsiteX32" fmla="*/ 365804 w 558631"/>
                  <a:gd name="connsiteY32" fmla="*/ 159776 h 242029"/>
                  <a:gd name="connsiteX33" fmla="*/ 375329 w 558631"/>
                  <a:gd name="connsiteY33" fmla="*/ 178826 h 242029"/>
                  <a:gd name="connsiteX34" fmla="*/ 363423 w 558631"/>
                  <a:gd name="connsiteY34" fmla="*/ 166920 h 242029"/>
                  <a:gd name="connsiteX35" fmla="*/ 355824 w 558631"/>
                  <a:gd name="connsiteY35" fmla="*/ 156834 h 242029"/>
                  <a:gd name="connsiteX36" fmla="*/ 334848 w 558631"/>
                  <a:gd name="connsiteY36" fmla="*/ 159776 h 242029"/>
                  <a:gd name="connsiteX37" fmla="*/ 326286 w 558631"/>
                  <a:gd name="connsiteY37" fmla="*/ 159075 h 242029"/>
                  <a:gd name="connsiteX38" fmla="*/ 313872 w 558631"/>
                  <a:gd name="connsiteY38" fmla="*/ 160058 h 242029"/>
                  <a:gd name="connsiteX39" fmla="*/ 299129 w 558631"/>
                  <a:gd name="connsiteY39" fmla="*/ 164539 h 242029"/>
                  <a:gd name="connsiteX40" fmla="*/ 284842 w 558631"/>
                  <a:gd name="connsiteY40" fmla="*/ 190732 h 242029"/>
                  <a:gd name="connsiteX41" fmla="*/ 287223 w 558631"/>
                  <a:gd name="connsiteY41" fmla="*/ 221410 h 242029"/>
                  <a:gd name="connsiteX42" fmla="*/ 282461 w 558631"/>
                  <a:gd name="connsiteY42" fmla="*/ 181207 h 242029"/>
                  <a:gd name="connsiteX43" fmla="*/ 270554 w 558631"/>
                  <a:gd name="connsiteY43" fmla="*/ 166920 h 242029"/>
                  <a:gd name="connsiteX44" fmla="*/ 203879 w 558631"/>
                  <a:gd name="connsiteY44" fmla="*/ 181207 h 242029"/>
                  <a:gd name="connsiteX45" fmla="*/ 201552 w 558631"/>
                  <a:gd name="connsiteY45" fmla="*/ 197876 h 242029"/>
                  <a:gd name="connsiteX46" fmla="*/ 200080 w 558631"/>
                  <a:gd name="connsiteY46" fmla="*/ 239479 h 242029"/>
                  <a:gd name="connsiteX47" fmla="*/ 199117 w 558631"/>
                  <a:gd name="connsiteY47" fmla="*/ 185970 h 242029"/>
                  <a:gd name="connsiteX48" fmla="*/ 175304 w 558631"/>
                  <a:gd name="connsiteY48" fmla="*/ 183589 h 242029"/>
                  <a:gd name="connsiteX49" fmla="*/ 137204 w 558631"/>
                  <a:gd name="connsiteY49" fmla="*/ 176445 h 242029"/>
                  <a:gd name="connsiteX50" fmla="*/ 134823 w 558631"/>
                  <a:gd name="connsiteY50" fmla="*/ 205020 h 242029"/>
                  <a:gd name="connsiteX51" fmla="*/ 134823 w 558631"/>
                  <a:gd name="connsiteY51" fmla="*/ 239619 h 242029"/>
                  <a:gd name="connsiteX52" fmla="*/ 129765 w 558631"/>
                  <a:gd name="connsiteY52" fmla="*/ 176583 h 242029"/>
                  <a:gd name="connsiteX53" fmla="*/ 95297 w 558631"/>
                  <a:gd name="connsiteY53" fmla="*/ 172005 h 242029"/>
                  <a:gd name="connsiteX54" fmla="*/ 83741 w 558631"/>
                  <a:gd name="connsiteY54" fmla="*/ 177187 h 242029"/>
                  <a:gd name="connsiteX55" fmla="*/ 63386 w 558631"/>
                  <a:gd name="connsiteY55" fmla="*/ 217487 h 242029"/>
                  <a:gd name="connsiteX56" fmla="*/ 80721 w 558631"/>
                  <a:gd name="connsiteY56" fmla="*/ 176026 h 242029"/>
                  <a:gd name="connsiteX57" fmla="*/ 73114 w 558631"/>
                  <a:gd name="connsiteY57" fmla="*/ 171900 h 242029"/>
                  <a:gd name="connsiteX58" fmla="*/ 25227 w 558631"/>
                  <a:gd name="connsiteY58" fmla="*/ 169820 h 242029"/>
                  <a:gd name="connsiteX59" fmla="*/ 2034 w 558631"/>
                  <a:gd name="connsiteY59" fmla="*/ 178614 h 242029"/>
                  <a:gd name="connsiteX60" fmla="*/ 780 w 558631"/>
                  <a:gd name="connsiteY60" fmla="*/ 216281 h 242029"/>
                  <a:gd name="connsiteX0" fmla="*/ 780 w 558631"/>
                  <a:gd name="connsiteY0" fmla="*/ 216281 h 242029"/>
                  <a:gd name="connsiteX1" fmla="*/ 59320 w 558631"/>
                  <a:gd name="connsiteY1" fmla="*/ 228610 h 242029"/>
                  <a:gd name="connsiteX2" fmla="*/ 180396 w 558631"/>
                  <a:gd name="connsiteY2" fmla="*/ 242029 h 242029"/>
                  <a:gd name="connsiteX3" fmla="*/ 265463 w 558631"/>
                  <a:gd name="connsiteY3" fmla="*/ 227964 h 242029"/>
                  <a:gd name="connsiteX4" fmla="*/ 300523 w 558631"/>
                  <a:gd name="connsiteY4" fmla="*/ 217994 h 242029"/>
                  <a:gd name="connsiteX5" fmla="*/ 355508 w 558631"/>
                  <a:gd name="connsiteY5" fmla="*/ 201148 h 242029"/>
                  <a:gd name="connsiteX6" fmla="*/ 409806 w 558631"/>
                  <a:gd name="connsiteY6" fmla="*/ 175131 h 242029"/>
                  <a:gd name="connsiteX7" fmla="*/ 444424 w 558631"/>
                  <a:gd name="connsiteY7" fmla="*/ 152632 h 242029"/>
                  <a:gd name="connsiteX8" fmla="*/ 459369 w 558631"/>
                  <a:gd name="connsiteY8" fmla="*/ 138345 h 242029"/>
                  <a:gd name="connsiteX9" fmla="*/ 502232 w 558631"/>
                  <a:gd name="connsiteY9" fmla="*/ 93101 h 242029"/>
                  <a:gd name="connsiteX10" fmla="*/ 536616 w 558631"/>
                  <a:gd name="connsiteY10" fmla="*/ 46989 h 242029"/>
                  <a:gd name="connsiteX11" fmla="*/ 557626 w 558631"/>
                  <a:gd name="connsiteY11" fmla="*/ 6931 h 242029"/>
                  <a:gd name="connsiteX12" fmla="*/ 554386 w 558631"/>
                  <a:gd name="connsiteY12" fmla="*/ 10 h 242029"/>
                  <a:gd name="connsiteX13" fmla="*/ 546470 w 558631"/>
                  <a:gd name="connsiteY13" fmla="*/ 6554 h 242029"/>
                  <a:gd name="connsiteX14" fmla="*/ 530111 w 558631"/>
                  <a:gd name="connsiteY14" fmla="*/ 7376 h 242029"/>
                  <a:gd name="connsiteX15" fmla="*/ 527729 w 558631"/>
                  <a:gd name="connsiteY15" fmla="*/ 26426 h 242029"/>
                  <a:gd name="connsiteX16" fmla="*/ 511061 w 558631"/>
                  <a:gd name="connsiteY16" fmla="*/ 35951 h 242029"/>
                  <a:gd name="connsiteX17" fmla="*/ 487248 w 558631"/>
                  <a:gd name="connsiteY17" fmla="*/ 38332 h 242029"/>
                  <a:gd name="connsiteX18" fmla="*/ 482486 w 558631"/>
                  <a:gd name="connsiteY18" fmla="*/ 57382 h 242029"/>
                  <a:gd name="connsiteX19" fmla="*/ 487248 w 558631"/>
                  <a:gd name="connsiteY19" fmla="*/ 74051 h 242029"/>
                  <a:gd name="connsiteX20" fmla="*/ 504933 w 558631"/>
                  <a:gd name="connsiteY20" fmla="*/ 79374 h 242029"/>
                  <a:gd name="connsiteX21" fmla="*/ 484867 w 558631"/>
                  <a:gd name="connsiteY21" fmla="*/ 74051 h 242029"/>
                  <a:gd name="connsiteX22" fmla="*/ 472961 w 558631"/>
                  <a:gd name="connsiteY22" fmla="*/ 93101 h 242029"/>
                  <a:gd name="connsiteX23" fmla="*/ 458673 w 558631"/>
                  <a:gd name="connsiteY23" fmla="*/ 105007 h 242029"/>
                  <a:gd name="connsiteX24" fmla="*/ 453858 w 558631"/>
                  <a:gd name="connsiteY24" fmla="*/ 119714 h 242029"/>
                  <a:gd name="connsiteX25" fmla="*/ 458218 w 558631"/>
                  <a:gd name="connsiteY25" fmla="*/ 130362 h 242029"/>
                  <a:gd name="connsiteX26" fmla="*/ 425336 w 558631"/>
                  <a:gd name="connsiteY26" fmla="*/ 116914 h 242029"/>
                  <a:gd name="connsiteX27" fmla="*/ 411048 w 558631"/>
                  <a:gd name="connsiteY27" fmla="*/ 112151 h 242029"/>
                  <a:gd name="connsiteX28" fmla="*/ 396761 w 558631"/>
                  <a:gd name="connsiteY28" fmla="*/ 128820 h 242029"/>
                  <a:gd name="connsiteX29" fmla="*/ 389617 w 558631"/>
                  <a:gd name="connsiteY29" fmla="*/ 145489 h 242029"/>
                  <a:gd name="connsiteX30" fmla="*/ 394887 w 558631"/>
                  <a:gd name="connsiteY30" fmla="*/ 155014 h 242029"/>
                  <a:gd name="connsiteX31" fmla="*/ 387797 w 558631"/>
                  <a:gd name="connsiteY31" fmla="*/ 146328 h 242029"/>
                  <a:gd name="connsiteX32" fmla="*/ 365804 w 558631"/>
                  <a:gd name="connsiteY32" fmla="*/ 159776 h 242029"/>
                  <a:gd name="connsiteX33" fmla="*/ 375329 w 558631"/>
                  <a:gd name="connsiteY33" fmla="*/ 178826 h 242029"/>
                  <a:gd name="connsiteX34" fmla="*/ 363423 w 558631"/>
                  <a:gd name="connsiteY34" fmla="*/ 166920 h 242029"/>
                  <a:gd name="connsiteX35" fmla="*/ 355824 w 558631"/>
                  <a:gd name="connsiteY35" fmla="*/ 156834 h 242029"/>
                  <a:gd name="connsiteX36" fmla="*/ 334848 w 558631"/>
                  <a:gd name="connsiteY36" fmla="*/ 159776 h 242029"/>
                  <a:gd name="connsiteX37" fmla="*/ 326286 w 558631"/>
                  <a:gd name="connsiteY37" fmla="*/ 159075 h 242029"/>
                  <a:gd name="connsiteX38" fmla="*/ 313872 w 558631"/>
                  <a:gd name="connsiteY38" fmla="*/ 160058 h 242029"/>
                  <a:gd name="connsiteX39" fmla="*/ 299129 w 558631"/>
                  <a:gd name="connsiteY39" fmla="*/ 164539 h 242029"/>
                  <a:gd name="connsiteX40" fmla="*/ 284842 w 558631"/>
                  <a:gd name="connsiteY40" fmla="*/ 190732 h 242029"/>
                  <a:gd name="connsiteX41" fmla="*/ 287223 w 558631"/>
                  <a:gd name="connsiteY41" fmla="*/ 221410 h 242029"/>
                  <a:gd name="connsiteX42" fmla="*/ 282461 w 558631"/>
                  <a:gd name="connsiteY42" fmla="*/ 181207 h 242029"/>
                  <a:gd name="connsiteX43" fmla="*/ 270554 w 558631"/>
                  <a:gd name="connsiteY43" fmla="*/ 166920 h 242029"/>
                  <a:gd name="connsiteX44" fmla="*/ 203879 w 558631"/>
                  <a:gd name="connsiteY44" fmla="*/ 181207 h 242029"/>
                  <a:gd name="connsiteX45" fmla="*/ 201552 w 558631"/>
                  <a:gd name="connsiteY45" fmla="*/ 197876 h 242029"/>
                  <a:gd name="connsiteX46" fmla="*/ 200080 w 558631"/>
                  <a:gd name="connsiteY46" fmla="*/ 239479 h 242029"/>
                  <a:gd name="connsiteX47" fmla="*/ 199117 w 558631"/>
                  <a:gd name="connsiteY47" fmla="*/ 185970 h 242029"/>
                  <a:gd name="connsiteX48" fmla="*/ 175304 w 558631"/>
                  <a:gd name="connsiteY48" fmla="*/ 183589 h 242029"/>
                  <a:gd name="connsiteX49" fmla="*/ 137204 w 558631"/>
                  <a:gd name="connsiteY49" fmla="*/ 176445 h 242029"/>
                  <a:gd name="connsiteX50" fmla="*/ 134823 w 558631"/>
                  <a:gd name="connsiteY50" fmla="*/ 205020 h 242029"/>
                  <a:gd name="connsiteX51" fmla="*/ 134823 w 558631"/>
                  <a:gd name="connsiteY51" fmla="*/ 239619 h 242029"/>
                  <a:gd name="connsiteX52" fmla="*/ 129765 w 558631"/>
                  <a:gd name="connsiteY52" fmla="*/ 176583 h 242029"/>
                  <a:gd name="connsiteX53" fmla="*/ 95297 w 558631"/>
                  <a:gd name="connsiteY53" fmla="*/ 172005 h 242029"/>
                  <a:gd name="connsiteX54" fmla="*/ 83741 w 558631"/>
                  <a:gd name="connsiteY54" fmla="*/ 177187 h 242029"/>
                  <a:gd name="connsiteX55" fmla="*/ 63386 w 558631"/>
                  <a:gd name="connsiteY55" fmla="*/ 217487 h 242029"/>
                  <a:gd name="connsiteX56" fmla="*/ 80721 w 558631"/>
                  <a:gd name="connsiteY56" fmla="*/ 176026 h 242029"/>
                  <a:gd name="connsiteX57" fmla="*/ 73114 w 558631"/>
                  <a:gd name="connsiteY57" fmla="*/ 171900 h 242029"/>
                  <a:gd name="connsiteX58" fmla="*/ 25227 w 558631"/>
                  <a:gd name="connsiteY58" fmla="*/ 169820 h 242029"/>
                  <a:gd name="connsiteX59" fmla="*/ 2034 w 558631"/>
                  <a:gd name="connsiteY59" fmla="*/ 178614 h 242029"/>
                  <a:gd name="connsiteX60" fmla="*/ 780 w 55863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188 w 557851"/>
                  <a:gd name="connsiteY52" fmla="*/ 179182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188 w 557851"/>
                  <a:gd name="connsiteY52" fmla="*/ 179182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80212 w 557851"/>
                  <a:gd name="connsiteY56" fmla="*/ 179492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62606 w 557851"/>
                  <a:gd name="connsiteY54" fmla="*/ 217487 h 242029"/>
                  <a:gd name="connsiteX55" fmla="*/ 78375 w 557851"/>
                  <a:gd name="connsiteY55" fmla="*/ 184796 h 242029"/>
                  <a:gd name="connsiteX56" fmla="*/ 72334 w 557851"/>
                  <a:gd name="connsiteY56" fmla="*/ 171900 h 242029"/>
                  <a:gd name="connsiteX57" fmla="*/ 24447 w 557851"/>
                  <a:gd name="connsiteY57" fmla="*/ 169820 h 242029"/>
                  <a:gd name="connsiteX58" fmla="*/ 5606 w 557851"/>
                  <a:gd name="connsiteY58" fmla="*/ 176672 h 242029"/>
                  <a:gd name="connsiteX59" fmla="*/ 0 w 557851"/>
                  <a:gd name="connsiteY59"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9342 w 557851"/>
                  <a:gd name="connsiteY53" fmla="*/ 17612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9342 w 557851"/>
                  <a:gd name="connsiteY53" fmla="*/ 17612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9891"/>
                  <a:gd name="connsiteY0" fmla="*/ 218985 h 242029"/>
                  <a:gd name="connsiteX1" fmla="*/ 60580 w 559891"/>
                  <a:gd name="connsiteY1" fmla="*/ 228610 h 242029"/>
                  <a:gd name="connsiteX2" fmla="*/ 181656 w 559891"/>
                  <a:gd name="connsiteY2" fmla="*/ 242029 h 242029"/>
                  <a:gd name="connsiteX3" fmla="*/ 266723 w 559891"/>
                  <a:gd name="connsiteY3" fmla="*/ 227964 h 242029"/>
                  <a:gd name="connsiteX4" fmla="*/ 301783 w 559891"/>
                  <a:gd name="connsiteY4" fmla="*/ 217994 h 242029"/>
                  <a:gd name="connsiteX5" fmla="*/ 356768 w 559891"/>
                  <a:gd name="connsiteY5" fmla="*/ 201148 h 242029"/>
                  <a:gd name="connsiteX6" fmla="*/ 411066 w 559891"/>
                  <a:gd name="connsiteY6" fmla="*/ 175131 h 242029"/>
                  <a:gd name="connsiteX7" fmla="*/ 445684 w 559891"/>
                  <a:gd name="connsiteY7" fmla="*/ 152632 h 242029"/>
                  <a:gd name="connsiteX8" fmla="*/ 460629 w 559891"/>
                  <a:gd name="connsiteY8" fmla="*/ 138345 h 242029"/>
                  <a:gd name="connsiteX9" fmla="*/ 503492 w 559891"/>
                  <a:gd name="connsiteY9" fmla="*/ 93101 h 242029"/>
                  <a:gd name="connsiteX10" fmla="*/ 537876 w 559891"/>
                  <a:gd name="connsiteY10" fmla="*/ 46989 h 242029"/>
                  <a:gd name="connsiteX11" fmla="*/ 558886 w 559891"/>
                  <a:gd name="connsiteY11" fmla="*/ 6931 h 242029"/>
                  <a:gd name="connsiteX12" fmla="*/ 555646 w 559891"/>
                  <a:gd name="connsiteY12" fmla="*/ 10 h 242029"/>
                  <a:gd name="connsiteX13" fmla="*/ 547730 w 559891"/>
                  <a:gd name="connsiteY13" fmla="*/ 6554 h 242029"/>
                  <a:gd name="connsiteX14" fmla="*/ 531371 w 559891"/>
                  <a:gd name="connsiteY14" fmla="*/ 7376 h 242029"/>
                  <a:gd name="connsiteX15" fmla="*/ 528989 w 559891"/>
                  <a:gd name="connsiteY15" fmla="*/ 26426 h 242029"/>
                  <a:gd name="connsiteX16" fmla="*/ 512321 w 559891"/>
                  <a:gd name="connsiteY16" fmla="*/ 35951 h 242029"/>
                  <a:gd name="connsiteX17" fmla="*/ 488508 w 559891"/>
                  <a:gd name="connsiteY17" fmla="*/ 38332 h 242029"/>
                  <a:gd name="connsiteX18" fmla="*/ 483746 w 559891"/>
                  <a:gd name="connsiteY18" fmla="*/ 57382 h 242029"/>
                  <a:gd name="connsiteX19" fmla="*/ 488508 w 559891"/>
                  <a:gd name="connsiteY19" fmla="*/ 74051 h 242029"/>
                  <a:gd name="connsiteX20" fmla="*/ 506193 w 559891"/>
                  <a:gd name="connsiteY20" fmla="*/ 79374 h 242029"/>
                  <a:gd name="connsiteX21" fmla="*/ 486127 w 559891"/>
                  <a:gd name="connsiteY21" fmla="*/ 74051 h 242029"/>
                  <a:gd name="connsiteX22" fmla="*/ 474221 w 559891"/>
                  <a:gd name="connsiteY22" fmla="*/ 93101 h 242029"/>
                  <a:gd name="connsiteX23" fmla="*/ 459933 w 559891"/>
                  <a:gd name="connsiteY23" fmla="*/ 105007 h 242029"/>
                  <a:gd name="connsiteX24" fmla="*/ 455118 w 559891"/>
                  <a:gd name="connsiteY24" fmla="*/ 119714 h 242029"/>
                  <a:gd name="connsiteX25" fmla="*/ 459478 w 559891"/>
                  <a:gd name="connsiteY25" fmla="*/ 130362 h 242029"/>
                  <a:gd name="connsiteX26" fmla="*/ 426596 w 559891"/>
                  <a:gd name="connsiteY26" fmla="*/ 116914 h 242029"/>
                  <a:gd name="connsiteX27" fmla="*/ 412308 w 559891"/>
                  <a:gd name="connsiteY27" fmla="*/ 112151 h 242029"/>
                  <a:gd name="connsiteX28" fmla="*/ 398021 w 559891"/>
                  <a:gd name="connsiteY28" fmla="*/ 128820 h 242029"/>
                  <a:gd name="connsiteX29" fmla="*/ 390877 w 559891"/>
                  <a:gd name="connsiteY29" fmla="*/ 145489 h 242029"/>
                  <a:gd name="connsiteX30" fmla="*/ 396147 w 559891"/>
                  <a:gd name="connsiteY30" fmla="*/ 155014 h 242029"/>
                  <a:gd name="connsiteX31" fmla="*/ 389057 w 559891"/>
                  <a:gd name="connsiteY31" fmla="*/ 146328 h 242029"/>
                  <a:gd name="connsiteX32" fmla="*/ 367064 w 559891"/>
                  <a:gd name="connsiteY32" fmla="*/ 159776 h 242029"/>
                  <a:gd name="connsiteX33" fmla="*/ 376589 w 559891"/>
                  <a:gd name="connsiteY33" fmla="*/ 178826 h 242029"/>
                  <a:gd name="connsiteX34" fmla="*/ 364683 w 559891"/>
                  <a:gd name="connsiteY34" fmla="*/ 166920 h 242029"/>
                  <a:gd name="connsiteX35" fmla="*/ 357084 w 559891"/>
                  <a:gd name="connsiteY35" fmla="*/ 156834 h 242029"/>
                  <a:gd name="connsiteX36" fmla="*/ 336108 w 559891"/>
                  <a:gd name="connsiteY36" fmla="*/ 159776 h 242029"/>
                  <a:gd name="connsiteX37" fmla="*/ 327546 w 559891"/>
                  <a:gd name="connsiteY37" fmla="*/ 159075 h 242029"/>
                  <a:gd name="connsiteX38" fmla="*/ 315132 w 559891"/>
                  <a:gd name="connsiteY38" fmla="*/ 160058 h 242029"/>
                  <a:gd name="connsiteX39" fmla="*/ 300389 w 559891"/>
                  <a:gd name="connsiteY39" fmla="*/ 164539 h 242029"/>
                  <a:gd name="connsiteX40" fmla="*/ 286102 w 559891"/>
                  <a:gd name="connsiteY40" fmla="*/ 190732 h 242029"/>
                  <a:gd name="connsiteX41" fmla="*/ 288483 w 559891"/>
                  <a:gd name="connsiteY41" fmla="*/ 221410 h 242029"/>
                  <a:gd name="connsiteX42" fmla="*/ 283721 w 559891"/>
                  <a:gd name="connsiteY42" fmla="*/ 181207 h 242029"/>
                  <a:gd name="connsiteX43" fmla="*/ 271814 w 559891"/>
                  <a:gd name="connsiteY43" fmla="*/ 166920 h 242029"/>
                  <a:gd name="connsiteX44" fmla="*/ 205139 w 559891"/>
                  <a:gd name="connsiteY44" fmla="*/ 181207 h 242029"/>
                  <a:gd name="connsiteX45" fmla="*/ 202812 w 559891"/>
                  <a:gd name="connsiteY45" fmla="*/ 197876 h 242029"/>
                  <a:gd name="connsiteX46" fmla="*/ 201340 w 559891"/>
                  <a:gd name="connsiteY46" fmla="*/ 239479 h 242029"/>
                  <a:gd name="connsiteX47" fmla="*/ 200377 w 559891"/>
                  <a:gd name="connsiteY47" fmla="*/ 185970 h 242029"/>
                  <a:gd name="connsiteX48" fmla="*/ 176564 w 559891"/>
                  <a:gd name="connsiteY48" fmla="*/ 183589 h 242029"/>
                  <a:gd name="connsiteX49" fmla="*/ 138464 w 559891"/>
                  <a:gd name="connsiteY49" fmla="*/ 176445 h 242029"/>
                  <a:gd name="connsiteX50" fmla="*/ 136083 w 559891"/>
                  <a:gd name="connsiteY50" fmla="*/ 205020 h 242029"/>
                  <a:gd name="connsiteX51" fmla="*/ 136083 w 559891"/>
                  <a:gd name="connsiteY51" fmla="*/ 239619 h 242029"/>
                  <a:gd name="connsiteX52" fmla="*/ 131431 w 559891"/>
                  <a:gd name="connsiteY52" fmla="*/ 181781 h 242029"/>
                  <a:gd name="connsiteX53" fmla="*/ 101382 w 559891"/>
                  <a:gd name="connsiteY53" fmla="*/ 176128 h 242029"/>
                  <a:gd name="connsiteX54" fmla="*/ 83151 w 559891"/>
                  <a:gd name="connsiteY54" fmla="*/ 177495 h 242029"/>
                  <a:gd name="connsiteX55" fmla="*/ 64646 w 559891"/>
                  <a:gd name="connsiteY55" fmla="*/ 217487 h 242029"/>
                  <a:gd name="connsiteX56" fmla="*/ 80415 w 559891"/>
                  <a:gd name="connsiteY56" fmla="*/ 184796 h 242029"/>
                  <a:gd name="connsiteX57" fmla="*/ 74374 w 559891"/>
                  <a:gd name="connsiteY57" fmla="*/ 171900 h 242029"/>
                  <a:gd name="connsiteX58" fmla="*/ 26487 w 559891"/>
                  <a:gd name="connsiteY58" fmla="*/ 169820 h 242029"/>
                  <a:gd name="connsiteX59" fmla="*/ 7646 w 559891"/>
                  <a:gd name="connsiteY59" fmla="*/ 176672 h 242029"/>
                  <a:gd name="connsiteX60" fmla="*/ 0 w 559891"/>
                  <a:gd name="connsiteY60" fmla="*/ 218985 h 242029"/>
                  <a:gd name="connsiteX0" fmla="*/ 0 w 559891"/>
                  <a:gd name="connsiteY0" fmla="*/ 218985 h 242105"/>
                  <a:gd name="connsiteX1" fmla="*/ 60919 w 559891"/>
                  <a:gd name="connsiteY1" fmla="*/ 232942 h 242105"/>
                  <a:gd name="connsiteX2" fmla="*/ 181656 w 559891"/>
                  <a:gd name="connsiteY2" fmla="*/ 242029 h 242105"/>
                  <a:gd name="connsiteX3" fmla="*/ 266723 w 559891"/>
                  <a:gd name="connsiteY3" fmla="*/ 227964 h 242105"/>
                  <a:gd name="connsiteX4" fmla="*/ 301783 w 559891"/>
                  <a:gd name="connsiteY4" fmla="*/ 217994 h 242105"/>
                  <a:gd name="connsiteX5" fmla="*/ 356768 w 559891"/>
                  <a:gd name="connsiteY5" fmla="*/ 201148 h 242105"/>
                  <a:gd name="connsiteX6" fmla="*/ 411066 w 559891"/>
                  <a:gd name="connsiteY6" fmla="*/ 175131 h 242105"/>
                  <a:gd name="connsiteX7" fmla="*/ 445684 w 559891"/>
                  <a:gd name="connsiteY7" fmla="*/ 152632 h 242105"/>
                  <a:gd name="connsiteX8" fmla="*/ 460629 w 559891"/>
                  <a:gd name="connsiteY8" fmla="*/ 138345 h 242105"/>
                  <a:gd name="connsiteX9" fmla="*/ 503492 w 559891"/>
                  <a:gd name="connsiteY9" fmla="*/ 93101 h 242105"/>
                  <a:gd name="connsiteX10" fmla="*/ 537876 w 559891"/>
                  <a:gd name="connsiteY10" fmla="*/ 46989 h 242105"/>
                  <a:gd name="connsiteX11" fmla="*/ 558886 w 559891"/>
                  <a:gd name="connsiteY11" fmla="*/ 6931 h 242105"/>
                  <a:gd name="connsiteX12" fmla="*/ 555646 w 559891"/>
                  <a:gd name="connsiteY12" fmla="*/ 10 h 242105"/>
                  <a:gd name="connsiteX13" fmla="*/ 547730 w 559891"/>
                  <a:gd name="connsiteY13" fmla="*/ 6554 h 242105"/>
                  <a:gd name="connsiteX14" fmla="*/ 531371 w 559891"/>
                  <a:gd name="connsiteY14" fmla="*/ 7376 h 242105"/>
                  <a:gd name="connsiteX15" fmla="*/ 528989 w 559891"/>
                  <a:gd name="connsiteY15" fmla="*/ 26426 h 242105"/>
                  <a:gd name="connsiteX16" fmla="*/ 512321 w 559891"/>
                  <a:gd name="connsiteY16" fmla="*/ 35951 h 242105"/>
                  <a:gd name="connsiteX17" fmla="*/ 488508 w 559891"/>
                  <a:gd name="connsiteY17" fmla="*/ 38332 h 242105"/>
                  <a:gd name="connsiteX18" fmla="*/ 483746 w 559891"/>
                  <a:gd name="connsiteY18" fmla="*/ 57382 h 242105"/>
                  <a:gd name="connsiteX19" fmla="*/ 488508 w 559891"/>
                  <a:gd name="connsiteY19" fmla="*/ 74051 h 242105"/>
                  <a:gd name="connsiteX20" fmla="*/ 506193 w 559891"/>
                  <a:gd name="connsiteY20" fmla="*/ 79374 h 242105"/>
                  <a:gd name="connsiteX21" fmla="*/ 486127 w 559891"/>
                  <a:gd name="connsiteY21" fmla="*/ 74051 h 242105"/>
                  <a:gd name="connsiteX22" fmla="*/ 474221 w 559891"/>
                  <a:gd name="connsiteY22" fmla="*/ 93101 h 242105"/>
                  <a:gd name="connsiteX23" fmla="*/ 459933 w 559891"/>
                  <a:gd name="connsiteY23" fmla="*/ 105007 h 242105"/>
                  <a:gd name="connsiteX24" fmla="*/ 455118 w 559891"/>
                  <a:gd name="connsiteY24" fmla="*/ 119714 h 242105"/>
                  <a:gd name="connsiteX25" fmla="*/ 459478 w 559891"/>
                  <a:gd name="connsiteY25" fmla="*/ 130362 h 242105"/>
                  <a:gd name="connsiteX26" fmla="*/ 426596 w 559891"/>
                  <a:gd name="connsiteY26" fmla="*/ 116914 h 242105"/>
                  <a:gd name="connsiteX27" fmla="*/ 412308 w 559891"/>
                  <a:gd name="connsiteY27" fmla="*/ 112151 h 242105"/>
                  <a:gd name="connsiteX28" fmla="*/ 398021 w 559891"/>
                  <a:gd name="connsiteY28" fmla="*/ 128820 h 242105"/>
                  <a:gd name="connsiteX29" fmla="*/ 390877 w 559891"/>
                  <a:gd name="connsiteY29" fmla="*/ 145489 h 242105"/>
                  <a:gd name="connsiteX30" fmla="*/ 396147 w 559891"/>
                  <a:gd name="connsiteY30" fmla="*/ 155014 h 242105"/>
                  <a:gd name="connsiteX31" fmla="*/ 389057 w 559891"/>
                  <a:gd name="connsiteY31" fmla="*/ 146328 h 242105"/>
                  <a:gd name="connsiteX32" fmla="*/ 367064 w 559891"/>
                  <a:gd name="connsiteY32" fmla="*/ 159776 h 242105"/>
                  <a:gd name="connsiteX33" fmla="*/ 376589 w 559891"/>
                  <a:gd name="connsiteY33" fmla="*/ 178826 h 242105"/>
                  <a:gd name="connsiteX34" fmla="*/ 364683 w 559891"/>
                  <a:gd name="connsiteY34" fmla="*/ 166920 h 242105"/>
                  <a:gd name="connsiteX35" fmla="*/ 357084 w 559891"/>
                  <a:gd name="connsiteY35" fmla="*/ 156834 h 242105"/>
                  <a:gd name="connsiteX36" fmla="*/ 336108 w 559891"/>
                  <a:gd name="connsiteY36" fmla="*/ 159776 h 242105"/>
                  <a:gd name="connsiteX37" fmla="*/ 327546 w 559891"/>
                  <a:gd name="connsiteY37" fmla="*/ 159075 h 242105"/>
                  <a:gd name="connsiteX38" fmla="*/ 315132 w 559891"/>
                  <a:gd name="connsiteY38" fmla="*/ 160058 h 242105"/>
                  <a:gd name="connsiteX39" fmla="*/ 300389 w 559891"/>
                  <a:gd name="connsiteY39" fmla="*/ 164539 h 242105"/>
                  <a:gd name="connsiteX40" fmla="*/ 286102 w 559891"/>
                  <a:gd name="connsiteY40" fmla="*/ 190732 h 242105"/>
                  <a:gd name="connsiteX41" fmla="*/ 288483 w 559891"/>
                  <a:gd name="connsiteY41" fmla="*/ 221410 h 242105"/>
                  <a:gd name="connsiteX42" fmla="*/ 283721 w 559891"/>
                  <a:gd name="connsiteY42" fmla="*/ 181207 h 242105"/>
                  <a:gd name="connsiteX43" fmla="*/ 271814 w 559891"/>
                  <a:gd name="connsiteY43" fmla="*/ 166920 h 242105"/>
                  <a:gd name="connsiteX44" fmla="*/ 205139 w 559891"/>
                  <a:gd name="connsiteY44" fmla="*/ 181207 h 242105"/>
                  <a:gd name="connsiteX45" fmla="*/ 202812 w 559891"/>
                  <a:gd name="connsiteY45" fmla="*/ 197876 h 242105"/>
                  <a:gd name="connsiteX46" fmla="*/ 201340 w 559891"/>
                  <a:gd name="connsiteY46" fmla="*/ 239479 h 242105"/>
                  <a:gd name="connsiteX47" fmla="*/ 200377 w 559891"/>
                  <a:gd name="connsiteY47" fmla="*/ 185970 h 242105"/>
                  <a:gd name="connsiteX48" fmla="*/ 176564 w 559891"/>
                  <a:gd name="connsiteY48" fmla="*/ 183589 h 242105"/>
                  <a:gd name="connsiteX49" fmla="*/ 138464 w 559891"/>
                  <a:gd name="connsiteY49" fmla="*/ 176445 h 242105"/>
                  <a:gd name="connsiteX50" fmla="*/ 136083 w 559891"/>
                  <a:gd name="connsiteY50" fmla="*/ 205020 h 242105"/>
                  <a:gd name="connsiteX51" fmla="*/ 136083 w 559891"/>
                  <a:gd name="connsiteY51" fmla="*/ 239619 h 242105"/>
                  <a:gd name="connsiteX52" fmla="*/ 131431 w 559891"/>
                  <a:gd name="connsiteY52" fmla="*/ 181781 h 242105"/>
                  <a:gd name="connsiteX53" fmla="*/ 101382 w 559891"/>
                  <a:gd name="connsiteY53" fmla="*/ 176128 h 242105"/>
                  <a:gd name="connsiteX54" fmla="*/ 83151 w 559891"/>
                  <a:gd name="connsiteY54" fmla="*/ 177495 h 242105"/>
                  <a:gd name="connsiteX55" fmla="*/ 64646 w 559891"/>
                  <a:gd name="connsiteY55" fmla="*/ 217487 h 242105"/>
                  <a:gd name="connsiteX56" fmla="*/ 80415 w 559891"/>
                  <a:gd name="connsiteY56" fmla="*/ 184796 h 242105"/>
                  <a:gd name="connsiteX57" fmla="*/ 74374 w 559891"/>
                  <a:gd name="connsiteY57" fmla="*/ 171900 h 242105"/>
                  <a:gd name="connsiteX58" fmla="*/ 26487 w 559891"/>
                  <a:gd name="connsiteY58" fmla="*/ 169820 h 242105"/>
                  <a:gd name="connsiteX59" fmla="*/ 7646 w 559891"/>
                  <a:gd name="connsiteY59" fmla="*/ 176672 h 242105"/>
                  <a:gd name="connsiteX60" fmla="*/ 0 w 559891"/>
                  <a:gd name="connsiteY60" fmla="*/ 218985 h 242105"/>
                  <a:gd name="connsiteX0" fmla="*/ 0 w 559891"/>
                  <a:gd name="connsiteY0" fmla="*/ 218985 h 242105"/>
                  <a:gd name="connsiteX1" fmla="*/ 60919 w 559891"/>
                  <a:gd name="connsiteY1" fmla="*/ 232942 h 242105"/>
                  <a:gd name="connsiteX2" fmla="*/ 181656 w 559891"/>
                  <a:gd name="connsiteY2" fmla="*/ 242029 h 242105"/>
                  <a:gd name="connsiteX3" fmla="*/ 266723 w 559891"/>
                  <a:gd name="connsiteY3" fmla="*/ 227964 h 242105"/>
                  <a:gd name="connsiteX4" fmla="*/ 301783 w 559891"/>
                  <a:gd name="connsiteY4" fmla="*/ 217994 h 242105"/>
                  <a:gd name="connsiteX5" fmla="*/ 356768 w 559891"/>
                  <a:gd name="connsiteY5" fmla="*/ 201148 h 242105"/>
                  <a:gd name="connsiteX6" fmla="*/ 411066 w 559891"/>
                  <a:gd name="connsiteY6" fmla="*/ 175131 h 242105"/>
                  <a:gd name="connsiteX7" fmla="*/ 445684 w 559891"/>
                  <a:gd name="connsiteY7" fmla="*/ 152632 h 242105"/>
                  <a:gd name="connsiteX8" fmla="*/ 460629 w 559891"/>
                  <a:gd name="connsiteY8" fmla="*/ 138345 h 242105"/>
                  <a:gd name="connsiteX9" fmla="*/ 503492 w 559891"/>
                  <a:gd name="connsiteY9" fmla="*/ 93101 h 242105"/>
                  <a:gd name="connsiteX10" fmla="*/ 537876 w 559891"/>
                  <a:gd name="connsiteY10" fmla="*/ 46989 h 242105"/>
                  <a:gd name="connsiteX11" fmla="*/ 558886 w 559891"/>
                  <a:gd name="connsiteY11" fmla="*/ 6931 h 242105"/>
                  <a:gd name="connsiteX12" fmla="*/ 555646 w 559891"/>
                  <a:gd name="connsiteY12" fmla="*/ 10 h 242105"/>
                  <a:gd name="connsiteX13" fmla="*/ 547730 w 559891"/>
                  <a:gd name="connsiteY13" fmla="*/ 6554 h 242105"/>
                  <a:gd name="connsiteX14" fmla="*/ 531371 w 559891"/>
                  <a:gd name="connsiteY14" fmla="*/ 7376 h 242105"/>
                  <a:gd name="connsiteX15" fmla="*/ 528989 w 559891"/>
                  <a:gd name="connsiteY15" fmla="*/ 26426 h 242105"/>
                  <a:gd name="connsiteX16" fmla="*/ 512321 w 559891"/>
                  <a:gd name="connsiteY16" fmla="*/ 35951 h 242105"/>
                  <a:gd name="connsiteX17" fmla="*/ 488508 w 559891"/>
                  <a:gd name="connsiteY17" fmla="*/ 38332 h 242105"/>
                  <a:gd name="connsiteX18" fmla="*/ 483746 w 559891"/>
                  <a:gd name="connsiteY18" fmla="*/ 57382 h 242105"/>
                  <a:gd name="connsiteX19" fmla="*/ 488508 w 559891"/>
                  <a:gd name="connsiteY19" fmla="*/ 74051 h 242105"/>
                  <a:gd name="connsiteX20" fmla="*/ 506193 w 559891"/>
                  <a:gd name="connsiteY20" fmla="*/ 79374 h 242105"/>
                  <a:gd name="connsiteX21" fmla="*/ 486127 w 559891"/>
                  <a:gd name="connsiteY21" fmla="*/ 74051 h 242105"/>
                  <a:gd name="connsiteX22" fmla="*/ 474221 w 559891"/>
                  <a:gd name="connsiteY22" fmla="*/ 93101 h 242105"/>
                  <a:gd name="connsiteX23" fmla="*/ 459933 w 559891"/>
                  <a:gd name="connsiteY23" fmla="*/ 105007 h 242105"/>
                  <a:gd name="connsiteX24" fmla="*/ 455118 w 559891"/>
                  <a:gd name="connsiteY24" fmla="*/ 119714 h 242105"/>
                  <a:gd name="connsiteX25" fmla="*/ 459478 w 559891"/>
                  <a:gd name="connsiteY25" fmla="*/ 130362 h 242105"/>
                  <a:gd name="connsiteX26" fmla="*/ 426596 w 559891"/>
                  <a:gd name="connsiteY26" fmla="*/ 116914 h 242105"/>
                  <a:gd name="connsiteX27" fmla="*/ 412308 w 559891"/>
                  <a:gd name="connsiteY27" fmla="*/ 112151 h 242105"/>
                  <a:gd name="connsiteX28" fmla="*/ 398021 w 559891"/>
                  <a:gd name="connsiteY28" fmla="*/ 128820 h 242105"/>
                  <a:gd name="connsiteX29" fmla="*/ 390877 w 559891"/>
                  <a:gd name="connsiteY29" fmla="*/ 145489 h 242105"/>
                  <a:gd name="connsiteX30" fmla="*/ 396147 w 559891"/>
                  <a:gd name="connsiteY30" fmla="*/ 155014 h 242105"/>
                  <a:gd name="connsiteX31" fmla="*/ 389057 w 559891"/>
                  <a:gd name="connsiteY31" fmla="*/ 146328 h 242105"/>
                  <a:gd name="connsiteX32" fmla="*/ 367064 w 559891"/>
                  <a:gd name="connsiteY32" fmla="*/ 159776 h 242105"/>
                  <a:gd name="connsiteX33" fmla="*/ 376589 w 559891"/>
                  <a:gd name="connsiteY33" fmla="*/ 178826 h 242105"/>
                  <a:gd name="connsiteX34" fmla="*/ 364683 w 559891"/>
                  <a:gd name="connsiteY34" fmla="*/ 166920 h 242105"/>
                  <a:gd name="connsiteX35" fmla="*/ 357084 w 559891"/>
                  <a:gd name="connsiteY35" fmla="*/ 156834 h 242105"/>
                  <a:gd name="connsiteX36" fmla="*/ 336108 w 559891"/>
                  <a:gd name="connsiteY36" fmla="*/ 159776 h 242105"/>
                  <a:gd name="connsiteX37" fmla="*/ 327546 w 559891"/>
                  <a:gd name="connsiteY37" fmla="*/ 159075 h 242105"/>
                  <a:gd name="connsiteX38" fmla="*/ 315132 w 559891"/>
                  <a:gd name="connsiteY38" fmla="*/ 160058 h 242105"/>
                  <a:gd name="connsiteX39" fmla="*/ 300389 w 559891"/>
                  <a:gd name="connsiteY39" fmla="*/ 164539 h 242105"/>
                  <a:gd name="connsiteX40" fmla="*/ 286102 w 559891"/>
                  <a:gd name="connsiteY40" fmla="*/ 190732 h 242105"/>
                  <a:gd name="connsiteX41" fmla="*/ 288483 w 559891"/>
                  <a:gd name="connsiteY41" fmla="*/ 221410 h 242105"/>
                  <a:gd name="connsiteX42" fmla="*/ 283721 w 559891"/>
                  <a:gd name="connsiteY42" fmla="*/ 181207 h 242105"/>
                  <a:gd name="connsiteX43" fmla="*/ 271814 w 559891"/>
                  <a:gd name="connsiteY43" fmla="*/ 166920 h 242105"/>
                  <a:gd name="connsiteX44" fmla="*/ 205139 w 559891"/>
                  <a:gd name="connsiteY44" fmla="*/ 181207 h 242105"/>
                  <a:gd name="connsiteX45" fmla="*/ 202812 w 559891"/>
                  <a:gd name="connsiteY45" fmla="*/ 197876 h 242105"/>
                  <a:gd name="connsiteX46" fmla="*/ 201340 w 559891"/>
                  <a:gd name="connsiteY46" fmla="*/ 239479 h 242105"/>
                  <a:gd name="connsiteX47" fmla="*/ 200377 w 559891"/>
                  <a:gd name="connsiteY47" fmla="*/ 185970 h 242105"/>
                  <a:gd name="connsiteX48" fmla="*/ 176564 w 559891"/>
                  <a:gd name="connsiteY48" fmla="*/ 183589 h 242105"/>
                  <a:gd name="connsiteX49" fmla="*/ 138464 w 559891"/>
                  <a:gd name="connsiteY49" fmla="*/ 176445 h 242105"/>
                  <a:gd name="connsiteX50" fmla="*/ 136083 w 559891"/>
                  <a:gd name="connsiteY50" fmla="*/ 205020 h 242105"/>
                  <a:gd name="connsiteX51" fmla="*/ 136083 w 559891"/>
                  <a:gd name="connsiteY51" fmla="*/ 239619 h 242105"/>
                  <a:gd name="connsiteX52" fmla="*/ 131431 w 559891"/>
                  <a:gd name="connsiteY52" fmla="*/ 181781 h 242105"/>
                  <a:gd name="connsiteX53" fmla="*/ 101382 w 559891"/>
                  <a:gd name="connsiteY53" fmla="*/ 176128 h 242105"/>
                  <a:gd name="connsiteX54" fmla="*/ 83151 w 559891"/>
                  <a:gd name="connsiteY54" fmla="*/ 177495 h 242105"/>
                  <a:gd name="connsiteX55" fmla="*/ 64646 w 559891"/>
                  <a:gd name="connsiteY55" fmla="*/ 217487 h 242105"/>
                  <a:gd name="connsiteX56" fmla="*/ 80415 w 559891"/>
                  <a:gd name="connsiteY56" fmla="*/ 184796 h 242105"/>
                  <a:gd name="connsiteX57" fmla="*/ 74374 w 559891"/>
                  <a:gd name="connsiteY57" fmla="*/ 171900 h 242105"/>
                  <a:gd name="connsiteX58" fmla="*/ 26487 w 559891"/>
                  <a:gd name="connsiteY58" fmla="*/ 169820 h 242105"/>
                  <a:gd name="connsiteX59" fmla="*/ 7646 w 559891"/>
                  <a:gd name="connsiteY59" fmla="*/ 176672 h 242105"/>
                  <a:gd name="connsiteX60" fmla="*/ 0 w 559891"/>
                  <a:gd name="connsiteY60" fmla="*/ 218985 h 242105"/>
                  <a:gd name="connsiteX0" fmla="*/ 0 w 559891"/>
                  <a:gd name="connsiteY0" fmla="*/ 218985 h 242082"/>
                  <a:gd name="connsiteX1" fmla="*/ 60919 w 559891"/>
                  <a:gd name="connsiteY1" fmla="*/ 232942 h 242082"/>
                  <a:gd name="connsiteX2" fmla="*/ 181656 w 559891"/>
                  <a:gd name="connsiteY2" fmla="*/ 242029 h 242082"/>
                  <a:gd name="connsiteX3" fmla="*/ 265669 w 559891"/>
                  <a:gd name="connsiteY3" fmla="*/ 228882 h 242082"/>
                  <a:gd name="connsiteX4" fmla="*/ 301783 w 559891"/>
                  <a:gd name="connsiteY4" fmla="*/ 217994 h 242082"/>
                  <a:gd name="connsiteX5" fmla="*/ 356768 w 559891"/>
                  <a:gd name="connsiteY5" fmla="*/ 201148 h 242082"/>
                  <a:gd name="connsiteX6" fmla="*/ 411066 w 559891"/>
                  <a:gd name="connsiteY6" fmla="*/ 175131 h 242082"/>
                  <a:gd name="connsiteX7" fmla="*/ 445684 w 559891"/>
                  <a:gd name="connsiteY7" fmla="*/ 152632 h 242082"/>
                  <a:gd name="connsiteX8" fmla="*/ 460629 w 559891"/>
                  <a:gd name="connsiteY8" fmla="*/ 138345 h 242082"/>
                  <a:gd name="connsiteX9" fmla="*/ 503492 w 559891"/>
                  <a:gd name="connsiteY9" fmla="*/ 93101 h 242082"/>
                  <a:gd name="connsiteX10" fmla="*/ 537876 w 559891"/>
                  <a:gd name="connsiteY10" fmla="*/ 46989 h 242082"/>
                  <a:gd name="connsiteX11" fmla="*/ 558886 w 559891"/>
                  <a:gd name="connsiteY11" fmla="*/ 6931 h 242082"/>
                  <a:gd name="connsiteX12" fmla="*/ 555646 w 559891"/>
                  <a:gd name="connsiteY12" fmla="*/ 10 h 242082"/>
                  <a:gd name="connsiteX13" fmla="*/ 547730 w 559891"/>
                  <a:gd name="connsiteY13" fmla="*/ 6554 h 242082"/>
                  <a:gd name="connsiteX14" fmla="*/ 531371 w 559891"/>
                  <a:gd name="connsiteY14" fmla="*/ 7376 h 242082"/>
                  <a:gd name="connsiteX15" fmla="*/ 528989 w 559891"/>
                  <a:gd name="connsiteY15" fmla="*/ 26426 h 242082"/>
                  <a:gd name="connsiteX16" fmla="*/ 512321 w 559891"/>
                  <a:gd name="connsiteY16" fmla="*/ 35951 h 242082"/>
                  <a:gd name="connsiteX17" fmla="*/ 488508 w 559891"/>
                  <a:gd name="connsiteY17" fmla="*/ 38332 h 242082"/>
                  <a:gd name="connsiteX18" fmla="*/ 483746 w 559891"/>
                  <a:gd name="connsiteY18" fmla="*/ 57382 h 242082"/>
                  <a:gd name="connsiteX19" fmla="*/ 488508 w 559891"/>
                  <a:gd name="connsiteY19" fmla="*/ 74051 h 242082"/>
                  <a:gd name="connsiteX20" fmla="*/ 506193 w 559891"/>
                  <a:gd name="connsiteY20" fmla="*/ 79374 h 242082"/>
                  <a:gd name="connsiteX21" fmla="*/ 486127 w 559891"/>
                  <a:gd name="connsiteY21" fmla="*/ 74051 h 242082"/>
                  <a:gd name="connsiteX22" fmla="*/ 474221 w 559891"/>
                  <a:gd name="connsiteY22" fmla="*/ 93101 h 242082"/>
                  <a:gd name="connsiteX23" fmla="*/ 459933 w 559891"/>
                  <a:gd name="connsiteY23" fmla="*/ 105007 h 242082"/>
                  <a:gd name="connsiteX24" fmla="*/ 455118 w 559891"/>
                  <a:gd name="connsiteY24" fmla="*/ 119714 h 242082"/>
                  <a:gd name="connsiteX25" fmla="*/ 459478 w 559891"/>
                  <a:gd name="connsiteY25" fmla="*/ 130362 h 242082"/>
                  <a:gd name="connsiteX26" fmla="*/ 426596 w 559891"/>
                  <a:gd name="connsiteY26" fmla="*/ 116914 h 242082"/>
                  <a:gd name="connsiteX27" fmla="*/ 412308 w 559891"/>
                  <a:gd name="connsiteY27" fmla="*/ 112151 h 242082"/>
                  <a:gd name="connsiteX28" fmla="*/ 398021 w 559891"/>
                  <a:gd name="connsiteY28" fmla="*/ 128820 h 242082"/>
                  <a:gd name="connsiteX29" fmla="*/ 390877 w 559891"/>
                  <a:gd name="connsiteY29" fmla="*/ 145489 h 242082"/>
                  <a:gd name="connsiteX30" fmla="*/ 396147 w 559891"/>
                  <a:gd name="connsiteY30" fmla="*/ 155014 h 242082"/>
                  <a:gd name="connsiteX31" fmla="*/ 389057 w 559891"/>
                  <a:gd name="connsiteY31" fmla="*/ 146328 h 242082"/>
                  <a:gd name="connsiteX32" fmla="*/ 367064 w 559891"/>
                  <a:gd name="connsiteY32" fmla="*/ 159776 h 242082"/>
                  <a:gd name="connsiteX33" fmla="*/ 376589 w 559891"/>
                  <a:gd name="connsiteY33" fmla="*/ 178826 h 242082"/>
                  <a:gd name="connsiteX34" fmla="*/ 364683 w 559891"/>
                  <a:gd name="connsiteY34" fmla="*/ 166920 h 242082"/>
                  <a:gd name="connsiteX35" fmla="*/ 357084 w 559891"/>
                  <a:gd name="connsiteY35" fmla="*/ 156834 h 242082"/>
                  <a:gd name="connsiteX36" fmla="*/ 336108 w 559891"/>
                  <a:gd name="connsiteY36" fmla="*/ 159776 h 242082"/>
                  <a:gd name="connsiteX37" fmla="*/ 327546 w 559891"/>
                  <a:gd name="connsiteY37" fmla="*/ 159075 h 242082"/>
                  <a:gd name="connsiteX38" fmla="*/ 315132 w 559891"/>
                  <a:gd name="connsiteY38" fmla="*/ 160058 h 242082"/>
                  <a:gd name="connsiteX39" fmla="*/ 300389 w 559891"/>
                  <a:gd name="connsiteY39" fmla="*/ 164539 h 242082"/>
                  <a:gd name="connsiteX40" fmla="*/ 286102 w 559891"/>
                  <a:gd name="connsiteY40" fmla="*/ 190732 h 242082"/>
                  <a:gd name="connsiteX41" fmla="*/ 288483 w 559891"/>
                  <a:gd name="connsiteY41" fmla="*/ 221410 h 242082"/>
                  <a:gd name="connsiteX42" fmla="*/ 283721 w 559891"/>
                  <a:gd name="connsiteY42" fmla="*/ 181207 h 242082"/>
                  <a:gd name="connsiteX43" fmla="*/ 271814 w 559891"/>
                  <a:gd name="connsiteY43" fmla="*/ 166920 h 242082"/>
                  <a:gd name="connsiteX44" fmla="*/ 205139 w 559891"/>
                  <a:gd name="connsiteY44" fmla="*/ 181207 h 242082"/>
                  <a:gd name="connsiteX45" fmla="*/ 202812 w 559891"/>
                  <a:gd name="connsiteY45" fmla="*/ 197876 h 242082"/>
                  <a:gd name="connsiteX46" fmla="*/ 201340 w 559891"/>
                  <a:gd name="connsiteY46" fmla="*/ 239479 h 242082"/>
                  <a:gd name="connsiteX47" fmla="*/ 200377 w 559891"/>
                  <a:gd name="connsiteY47" fmla="*/ 185970 h 242082"/>
                  <a:gd name="connsiteX48" fmla="*/ 176564 w 559891"/>
                  <a:gd name="connsiteY48" fmla="*/ 183589 h 242082"/>
                  <a:gd name="connsiteX49" fmla="*/ 138464 w 559891"/>
                  <a:gd name="connsiteY49" fmla="*/ 176445 h 242082"/>
                  <a:gd name="connsiteX50" fmla="*/ 136083 w 559891"/>
                  <a:gd name="connsiteY50" fmla="*/ 205020 h 242082"/>
                  <a:gd name="connsiteX51" fmla="*/ 136083 w 559891"/>
                  <a:gd name="connsiteY51" fmla="*/ 239619 h 242082"/>
                  <a:gd name="connsiteX52" fmla="*/ 131431 w 559891"/>
                  <a:gd name="connsiteY52" fmla="*/ 181781 h 242082"/>
                  <a:gd name="connsiteX53" fmla="*/ 101382 w 559891"/>
                  <a:gd name="connsiteY53" fmla="*/ 176128 h 242082"/>
                  <a:gd name="connsiteX54" fmla="*/ 83151 w 559891"/>
                  <a:gd name="connsiteY54" fmla="*/ 177495 h 242082"/>
                  <a:gd name="connsiteX55" fmla="*/ 64646 w 559891"/>
                  <a:gd name="connsiteY55" fmla="*/ 217487 h 242082"/>
                  <a:gd name="connsiteX56" fmla="*/ 80415 w 559891"/>
                  <a:gd name="connsiteY56" fmla="*/ 184796 h 242082"/>
                  <a:gd name="connsiteX57" fmla="*/ 74374 w 559891"/>
                  <a:gd name="connsiteY57" fmla="*/ 171900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2"/>
                  <a:gd name="connsiteX1" fmla="*/ 60919 w 559891"/>
                  <a:gd name="connsiteY1" fmla="*/ 232942 h 242082"/>
                  <a:gd name="connsiteX2" fmla="*/ 181656 w 559891"/>
                  <a:gd name="connsiteY2" fmla="*/ 242029 h 242082"/>
                  <a:gd name="connsiteX3" fmla="*/ 265669 w 559891"/>
                  <a:gd name="connsiteY3" fmla="*/ 228882 h 242082"/>
                  <a:gd name="connsiteX4" fmla="*/ 301783 w 559891"/>
                  <a:gd name="connsiteY4" fmla="*/ 217994 h 242082"/>
                  <a:gd name="connsiteX5" fmla="*/ 356768 w 559891"/>
                  <a:gd name="connsiteY5" fmla="*/ 201148 h 242082"/>
                  <a:gd name="connsiteX6" fmla="*/ 411066 w 559891"/>
                  <a:gd name="connsiteY6" fmla="*/ 175131 h 242082"/>
                  <a:gd name="connsiteX7" fmla="*/ 445684 w 559891"/>
                  <a:gd name="connsiteY7" fmla="*/ 152632 h 242082"/>
                  <a:gd name="connsiteX8" fmla="*/ 460629 w 559891"/>
                  <a:gd name="connsiteY8" fmla="*/ 138345 h 242082"/>
                  <a:gd name="connsiteX9" fmla="*/ 503492 w 559891"/>
                  <a:gd name="connsiteY9" fmla="*/ 93101 h 242082"/>
                  <a:gd name="connsiteX10" fmla="*/ 537876 w 559891"/>
                  <a:gd name="connsiteY10" fmla="*/ 46989 h 242082"/>
                  <a:gd name="connsiteX11" fmla="*/ 558886 w 559891"/>
                  <a:gd name="connsiteY11" fmla="*/ 6931 h 242082"/>
                  <a:gd name="connsiteX12" fmla="*/ 555646 w 559891"/>
                  <a:gd name="connsiteY12" fmla="*/ 10 h 242082"/>
                  <a:gd name="connsiteX13" fmla="*/ 547730 w 559891"/>
                  <a:gd name="connsiteY13" fmla="*/ 6554 h 242082"/>
                  <a:gd name="connsiteX14" fmla="*/ 531371 w 559891"/>
                  <a:gd name="connsiteY14" fmla="*/ 7376 h 242082"/>
                  <a:gd name="connsiteX15" fmla="*/ 528989 w 559891"/>
                  <a:gd name="connsiteY15" fmla="*/ 26426 h 242082"/>
                  <a:gd name="connsiteX16" fmla="*/ 512321 w 559891"/>
                  <a:gd name="connsiteY16" fmla="*/ 35951 h 242082"/>
                  <a:gd name="connsiteX17" fmla="*/ 488508 w 559891"/>
                  <a:gd name="connsiteY17" fmla="*/ 38332 h 242082"/>
                  <a:gd name="connsiteX18" fmla="*/ 483746 w 559891"/>
                  <a:gd name="connsiteY18" fmla="*/ 57382 h 242082"/>
                  <a:gd name="connsiteX19" fmla="*/ 488508 w 559891"/>
                  <a:gd name="connsiteY19" fmla="*/ 74051 h 242082"/>
                  <a:gd name="connsiteX20" fmla="*/ 506193 w 559891"/>
                  <a:gd name="connsiteY20" fmla="*/ 79374 h 242082"/>
                  <a:gd name="connsiteX21" fmla="*/ 486127 w 559891"/>
                  <a:gd name="connsiteY21" fmla="*/ 74051 h 242082"/>
                  <a:gd name="connsiteX22" fmla="*/ 474221 w 559891"/>
                  <a:gd name="connsiteY22" fmla="*/ 93101 h 242082"/>
                  <a:gd name="connsiteX23" fmla="*/ 459933 w 559891"/>
                  <a:gd name="connsiteY23" fmla="*/ 105007 h 242082"/>
                  <a:gd name="connsiteX24" fmla="*/ 455118 w 559891"/>
                  <a:gd name="connsiteY24" fmla="*/ 119714 h 242082"/>
                  <a:gd name="connsiteX25" fmla="*/ 459478 w 559891"/>
                  <a:gd name="connsiteY25" fmla="*/ 130362 h 242082"/>
                  <a:gd name="connsiteX26" fmla="*/ 426596 w 559891"/>
                  <a:gd name="connsiteY26" fmla="*/ 116914 h 242082"/>
                  <a:gd name="connsiteX27" fmla="*/ 412308 w 559891"/>
                  <a:gd name="connsiteY27" fmla="*/ 112151 h 242082"/>
                  <a:gd name="connsiteX28" fmla="*/ 398021 w 559891"/>
                  <a:gd name="connsiteY28" fmla="*/ 128820 h 242082"/>
                  <a:gd name="connsiteX29" fmla="*/ 390877 w 559891"/>
                  <a:gd name="connsiteY29" fmla="*/ 145489 h 242082"/>
                  <a:gd name="connsiteX30" fmla="*/ 396147 w 559891"/>
                  <a:gd name="connsiteY30" fmla="*/ 155014 h 242082"/>
                  <a:gd name="connsiteX31" fmla="*/ 389057 w 559891"/>
                  <a:gd name="connsiteY31" fmla="*/ 146328 h 242082"/>
                  <a:gd name="connsiteX32" fmla="*/ 367064 w 559891"/>
                  <a:gd name="connsiteY32" fmla="*/ 159776 h 242082"/>
                  <a:gd name="connsiteX33" fmla="*/ 376589 w 559891"/>
                  <a:gd name="connsiteY33" fmla="*/ 178826 h 242082"/>
                  <a:gd name="connsiteX34" fmla="*/ 364683 w 559891"/>
                  <a:gd name="connsiteY34" fmla="*/ 166920 h 242082"/>
                  <a:gd name="connsiteX35" fmla="*/ 357084 w 559891"/>
                  <a:gd name="connsiteY35" fmla="*/ 156834 h 242082"/>
                  <a:gd name="connsiteX36" fmla="*/ 336108 w 559891"/>
                  <a:gd name="connsiteY36" fmla="*/ 159776 h 242082"/>
                  <a:gd name="connsiteX37" fmla="*/ 327546 w 559891"/>
                  <a:gd name="connsiteY37" fmla="*/ 159075 h 242082"/>
                  <a:gd name="connsiteX38" fmla="*/ 315132 w 559891"/>
                  <a:gd name="connsiteY38" fmla="*/ 160058 h 242082"/>
                  <a:gd name="connsiteX39" fmla="*/ 300389 w 559891"/>
                  <a:gd name="connsiteY39" fmla="*/ 164539 h 242082"/>
                  <a:gd name="connsiteX40" fmla="*/ 286102 w 559891"/>
                  <a:gd name="connsiteY40" fmla="*/ 190732 h 242082"/>
                  <a:gd name="connsiteX41" fmla="*/ 288483 w 559891"/>
                  <a:gd name="connsiteY41" fmla="*/ 221410 h 242082"/>
                  <a:gd name="connsiteX42" fmla="*/ 283721 w 559891"/>
                  <a:gd name="connsiteY42" fmla="*/ 181207 h 242082"/>
                  <a:gd name="connsiteX43" fmla="*/ 271814 w 559891"/>
                  <a:gd name="connsiteY43" fmla="*/ 166920 h 242082"/>
                  <a:gd name="connsiteX44" fmla="*/ 205139 w 559891"/>
                  <a:gd name="connsiteY44" fmla="*/ 181207 h 242082"/>
                  <a:gd name="connsiteX45" fmla="*/ 202812 w 559891"/>
                  <a:gd name="connsiteY45" fmla="*/ 197876 h 242082"/>
                  <a:gd name="connsiteX46" fmla="*/ 201340 w 559891"/>
                  <a:gd name="connsiteY46" fmla="*/ 239479 h 242082"/>
                  <a:gd name="connsiteX47" fmla="*/ 200377 w 559891"/>
                  <a:gd name="connsiteY47" fmla="*/ 185970 h 242082"/>
                  <a:gd name="connsiteX48" fmla="*/ 176564 w 559891"/>
                  <a:gd name="connsiteY48" fmla="*/ 183589 h 242082"/>
                  <a:gd name="connsiteX49" fmla="*/ 138464 w 559891"/>
                  <a:gd name="connsiteY49" fmla="*/ 176445 h 242082"/>
                  <a:gd name="connsiteX50" fmla="*/ 136083 w 559891"/>
                  <a:gd name="connsiteY50" fmla="*/ 205020 h 242082"/>
                  <a:gd name="connsiteX51" fmla="*/ 136083 w 559891"/>
                  <a:gd name="connsiteY51" fmla="*/ 239619 h 242082"/>
                  <a:gd name="connsiteX52" fmla="*/ 131431 w 559891"/>
                  <a:gd name="connsiteY52" fmla="*/ 181781 h 242082"/>
                  <a:gd name="connsiteX53" fmla="*/ 101382 w 559891"/>
                  <a:gd name="connsiteY53" fmla="*/ 176128 h 242082"/>
                  <a:gd name="connsiteX54" fmla="*/ 83151 w 559891"/>
                  <a:gd name="connsiteY54" fmla="*/ 177495 h 242082"/>
                  <a:gd name="connsiteX55" fmla="*/ 64646 w 559891"/>
                  <a:gd name="connsiteY55" fmla="*/ 217487 h 242082"/>
                  <a:gd name="connsiteX56" fmla="*/ 80415 w 559891"/>
                  <a:gd name="connsiteY56" fmla="*/ 184796 h 242082"/>
                  <a:gd name="connsiteX57" fmla="*/ 74374 w 559891"/>
                  <a:gd name="connsiteY57" fmla="*/ 171900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91"/>
                  <a:gd name="connsiteX1" fmla="*/ 60919 w 559891"/>
                  <a:gd name="connsiteY1" fmla="*/ 232942 h 242091"/>
                  <a:gd name="connsiteX2" fmla="*/ 181656 w 559891"/>
                  <a:gd name="connsiteY2" fmla="*/ 242029 h 242091"/>
                  <a:gd name="connsiteX3" fmla="*/ 265669 w 559891"/>
                  <a:gd name="connsiteY3" fmla="*/ 228882 h 242091"/>
                  <a:gd name="connsiteX4" fmla="*/ 301783 w 559891"/>
                  <a:gd name="connsiteY4" fmla="*/ 217994 h 242091"/>
                  <a:gd name="connsiteX5" fmla="*/ 356768 w 559891"/>
                  <a:gd name="connsiteY5" fmla="*/ 201148 h 242091"/>
                  <a:gd name="connsiteX6" fmla="*/ 411066 w 559891"/>
                  <a:gd name="connsiteY6" fmla="*/ 175131 h 242091"/>
                  <a:gd name="connsiteX7" fmla="*/ 445684 w 559891"/>
                  <a:gd name="connsiteY7" fmla="*/ 152632 h 242091"/>
                  <a:gd name="connsiteX8" fmla="*/ 460629 w 559891"/>
                  <a:gd name="connsiteY8" fmla="*/ 138345 h 242091"/>
                  <a:gd name="connsiteX9" fmla="*/ 503492 w 559891"/>
                  <a:gd name="connsiteY9" fmla="*/ 93101 h 242091"/>
                  <a:gd name="connsiteX10" fmla="*/ 537876 w 559891"/>
                  <a:gd name="connsiteY10" fmla="*/ 46989 h 242091"/>
                  <a:gd name="connsiteX11" fmla="*/ 558886 w 559891"/>
                  <a:gd name="connsiteY11" fmla="*/ 6931 h 242091"/>
                  <a:gd name="connsiteX12" fmla="*/ 555646 w 559891"/>
                  <a:gd name="connsiteY12" fmla="*/ 10 h 242091"/>
                  <a:gd name="connsiteX13" fmla="*/ 547730 w 559891"/>
                  <a:gd name="connsiteY13" fmla="*/ 6554 h 242091"/>
                  <a:gd name="connsiteX14" fmla="*/ 531371 w 559891"/>
                  <a:gd name="connsiteY14" fmla="*/ 7376 h 242091"/>
                  <a:gd name="connsiteX15" fmla="*/ 528989 w 559891"/>
                  <a:gd name="connsiteY15" fmla="*/ 26426 h 242091"/>
                  <a:gd name="connsiteX16" fmla="*/ 512321 w 559891"/>
                  <a:gd name="connsiteY16" fmla="*/ 35951 h 242091"/>
                  <a:gd name="connsiteX17" fmla="*/ 488508 w 559891"/>
                  <a:gd name="connsiteY17" fmla="*/ 38332 h 242091"/>
                  <a:gd name="connsiteX18" fmla="*/ 483746 w 559891"/>
                  <a:gd name="connsiteY18" fmla="*/ 57382 h 242091"/>
                  <a:gd name="connsiteX19" fmla="*/ 488508 w 559891"/>
                  <a:gd name="connsiteY19" fmla="*/ 74051 h 242091"/>
                  <a:gd name="connsiteX20" fmla="*/ 506193 w 559891"/>
                  <a:gd name="connsiteY20" fmla="*/ 79374 h 242091"/>
                  <a:gd name="connsiteX21" fmla="*/ 486127 w 559891"/>
                  <a:gd name="connsiteY21" fmla="*/ 74051 h 242091"/>
                  <a:gd name="connsiteX22" fmla="*/ 474221 w 559891"/>
                  <a:gd name="connsiteY22" fmla="*/ 93101 h 242091"/>
                  <a:gd name="connsiteX23" fmla="*/ 459933 w 559891"/>
                  <a:gd name="connsiteY23" fmla="*/ 105007 h 242091"/>
                  <a:gd name="connsiteX24" fmla="*/ 455118 w 559891"/>
                  <a:gd name="connsiteY24" fmla="*/ 119714 h 242091"/>
                  <a:gd name="connsiteX25" fmla="*/ 459478 w 559891"/>
                  <a:gd name="connsiteY25" fmla="*/ 130362 h 242091"/>
                  <a:gd name="connsiteX26" fmla="*/ 426596 w 559891"/>
                  <a:gd name="connsiteY26" fmla="*/ 116914 h 242091"/>
                  <a:gd name="connsiteX27" fmla="*/ 412308 w 559891"/>
                  <a:gd name="connsiteY27" fmla="*/ 112151 h 242091"/>
                  <a:gd name="connsiteX28" fmla="*/ 398021 w 559891"/>
                  <a:gd name="connsiteY28" fmla="*/ 128820 h 242091"/>
                  <a:gd name="connsiteX29" fmla="*/ 390877 w 559891"/>
                  <a:gd name="connsiteY29" fmla="*/ 145489 h 242091"/>
                  <a:gd name="connsiteX30" fmla="*/ 396147 w 559891"/>
                  <a:gd name="connsiteY30" fmla="*/ 155014 h 242091"/>
                  <a:gd name="connsiteX31" fmla="*/ 389057 w 559891"/>
                  <a:gd name="connsiteY31" fmla="*/ 146328 h 242091"/>
                  <a:gd name="connsiteX32" fmla="*/ 367064 w 559891"/>
                  <a:gd name="connsiteY32" fmla="*/ 159776 h 242091"/>
                  <a:gd name="connsiteX33" fmla="*/ 376589 w 559891"/>
                  <a:gd name="connsiteY33" fmla="*/ 178826 h 242091"/>
                  <a:gd name="connsiteX34" fmla="*/ 364683 w 559891"/>
                  <a:gd name="connsiteY34" fmla="*/ 166920 h 242091"/>
                  <a:gd name="connsiteX35" fmla="*/ 357084 w 559891"/>
                  <a:gd name="connsiteY35" fmla="*/ 156834 h 242091"/>
                  <a:gd name="connsiteX36" fmla="*/ 336108 w 559891"/>
                  <a:gd name="connsiteY36" fmla="*/ 159776 h 242091"/>
                  <a:gd name="connsiteX37" fmla="*/ 327546 w 559891"/>
                  <a:gd name="connsiteY37" fmla="*/ 159075 h 242091"/>
                  <a:gd name="connsiteX38" fmla="*/ 315132 w 559891"/>
                  <a:gd name="connsiteY38" fmla="*/ 160058 h 242091"/>
                  <a:gd name="connsiteX39" fmla="*/ 300389 w 559891"/>
                  <a:gd name="connsiteY39" fmla="*/ 164539 h 242091"/>
                  <a:gd name="connsiteX40" fmla="*/ 286102 w 559891"/>
                  <a:gd name="connsiteY40" fmla="*/ 190732 h 242091"/>
                  <a:gd name="connsiteX41" fmla="*/ 288483 w 559891"/>
                  <a:gd name="connsiteY41" fmla="*/ 221410 h 242091"/>
                  <a:gd name="connsiteX42" fmla="*/ 283721 w 559891"/>
                  <a:gd name="connsiteY42" fmla="*/ 181207 h 242091"/>
                  <a:gd name="connsiteX43" fmla="*/ 271814 w 559891"/>
                  <a:gd name="connsiteY43" fmla="*/ 166920 h 242091"/>
                  <a:gd name="connsiteX44" fmla="*/ 205139 w 559891"/>
                  <a:gd name="connsiteY44" fmla="*/ 181207 h 242091"/>
                  <a:gd name="connsiteX45" fmla="*/ 202812 w 559891"/>
                  <a:gd name="connsiteY45" fmla="*/ 197876 h 242091"/>
                  <a:gd name="connsiteX46" fmla="*/ 201340 w 559891"/>
                  <a:gd name="connsiteY46" fmla="*/ 239479 h 242091"/>
                  <a:gd name="connsiteX47" fmla="*/ 200377 w 559891"/>
                  <a:gd name="connsiteY47" fmla="*/ 185970 h 242091"/>
                  <a:gd name="connsiteX48" fmla="*/ 176564 w 559891"/>
                  <a:gd name="connsiteY48" fmla="*/ 183589 h 242091"/>
                  <a:gd name="connsiteX49" fmla="*/ 138464 w 559891"/>
                  <a:gd name="connsiteY49" fmla="*/ 176445 h 242091"/>
                  <a:gd name="connsiteX50" fmla="*/ 136083 w 559891"/>
                  <a:gd name="connsiteY50" fmla="*/ 205020 h 242091"/>
                  <a:gd name="connsiteX51" fmla="*/ 136083 w 559891"/>
                  <a:gd name="connsiteY51" fmla="*/ 239619 h 242091"/>
                  <a:gd name="connsiteX52" fmla="*/ 131431 w 559891"/>
                  <a:gd name="connsiteY52" fmla="*/ 181781 h 242091"/>
                  <a:gd name="connsiteX53" fmla="*/ 101382 w 559891"/>
                  <a:gd name="connsiteY53" fmla="*/ 176128 h 242091"/>
                  <a:gd name="connsiteX54" fmla="*/ 83151 w 559891"/>
                  <a:gd name="connsiteY54" fmla="*/ 177495 h 242091"/>
                  <a:gd name="connsiteX55" fmla="*/ 64646 w 559891"/>
                  <a:gd name="connsiteY55" fmla="*/ 217487 h 242091"/>
                  <a:gd name="connsiteX56" fmla="*/ 80415 w 559891"/>
                  <a:gd name="connsiteY56" fmla="*/ 184796 h 242091"/>
                  <a:gd name="connsiteX57" fmla="*/ 74374 w 559891"/>
                  <a:gd name="connsiteY57" fmla="*/ 171900 h 242091"/>
                  <a:gd name="connsiteX58" fmla="*/ 26487 w 559891"/>
                  <a:gd name="connsiteY58" fmla="*/ 169820 h 242091"/>
                  <a:gd name="connsiteX59" fmla="*/ 7646 w 559891"/>
                  <a:gd name="connsiteY59" fmla="*/ 176672 h 242091"/>
                  <a:gd name="connsiteX60" fmla="*/ 0 w 559891"/>
                  <a:gd name="connsiteY60" fmla="*/ 218985 h 242091"/>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4646 w 559891"/>
                  <a:gd name="connsiteY55" fmla="*/ 217487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75167 w 559891"/>
                  <a:gd name="connsiteY55" fmla="*/ 219215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80415 w 559891"/>
                  <a:gd name="connsiteY56" fmla="*/ 184796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56584 w 559891"/>
                  <a:gd name="connsiteY55" fmla="*/ 227747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56584 w 559891"/>
                  <a:gd name="connsiteY55" fmla="*/ 227747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1016 w 559891"/>
                  <a:gd name="connsiteY55" fmla="*/ 227548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1016 w 559891"/>
                  <a:gd name="connsiteY55" fmla="*/ 227548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034"/>
                  <a:gd name="connsiteX1" fmla="*/ 61053 w 559891"/>
                  <a:gd name="connsiteY1" fmla="*/ 230278 h 242034"/>
                  <a:gd name="connsiteX2" fmla="*/ 181656 w 559891"/>
                  <a:gd name="connsiteY2" fmla="*/ 242029 h 242034"/>
                  <a:gd name="connsiteX3" fmla="*/ 265669 w 559891"/>
                  <a:gd name="connsiteY3" fmla="*/ 228882 h 242034"/>
                  <a:gd name="connsiteX4" fmla="*/ 301783 w 559891"/>
                  <a:gd name="connsiteY4" fmla="*/ 217994 h 242034"/>
                  <a:gd name="connsiteX5" fmla="*/ 356768 w 559891"/>
                  <a:gd name="connsiteY5" fmla="*/ 201148 h 242034"/>
                  <a:gd name="connsiteX6" fmla="*/ 411066 w 559891"/>
                  <a:gd name="connsiteY6" fmla="*/ 175131 h 242034"/>
                  <a:gd name="connsiteX7" fmla="*/ 445684 w 559891"/>
                  <a:gd name="connsiteY7" fmla="*/ 152632 h 242034"/>
                  <a:gd name="connsiteX8" fmla="*/ 460629 w 559891"/>
                  <a:gd name="connsiteY8" fmla="*/ 138345 h 242034"/>
                  <a:gd name="connsiteX9" fmla="*/ 503492 w 559891"/>
                  <a:gd name="connsiteY9" fmla="*/ 93101 h 242034"/>
                  <a:gd name="connsiteX10" fmla="*/ 537876 w 559891"/>
                  <a:gd name="connsiteY10" fmla="*/ 46989 h 242034"/>
                  <a:gd name="connsiteX11" fmla="*/ 558886 w 559891"/>
                  <a:gd name="connsiteY11" fmla="*/ 6931 h 242034"/>
                  <a:gd name="connsiteX12" fmla="*/ 555646 w 559891"/>
                  <a:gd name="connsiteY12" fmla="*/ 10 h 242034"/>
                  <a:gd name="connsiteX13" fmla="*/ 547730 w 559891"/>
                  <a:gd name="connsiteY13" fmla="*/ 6554 h 242034"/>
                  <a:gd name="connsiteX14" fmla="*/ 531371 w 559891"/>
                  <a:gd name="connsiteY14" fmla="*/ 7376 h 242034"/>
                  <a:gd name="connsiteX15" fmla="*/ 528989 w 559891"/>
                  <a:gd name="connsiteY15" fmla="*/ 26426 h 242034"/>
                  <a:gd name="connsiteX16" fmla="*/ 512321 w 559891"/>
                  <a:gd name="connsiteY16" fmla="*/ 35951 h 242034"/>
                  <a:gd name="connsiteX17" fmla="*/ 488508 w 559891"/>
                  <a:gd name="connsiteY17" fmla="*/ 38332 h 242034"/>
                  <a:gd name="connsiteX18" fmla="*/ 483746 w 559891"/>
                  <a:gd name="connsiteY18" fmla="*/ 57382 h 242034"/>
                  <a:gd name="connsiteX19" fmla="*/ 488508 w 559891"/>
                  <a:gd name="connsiteY19" fmla="*/ 74051 h 242034"/>
                  <a:gd name="connsiteX20" fmla="*/ 506193 w 559891"/>
                  <a:gd name="connsiteY20" fmla="*/ 79374 h 242034"/>
                  <a:gd name="connsiteX21" fmla="*/ 486127 w 559891"/>
                  <a:gd name="connsiteY21" fmla="*/ 74051 h 242034"/>
                  <a:gd name="connsiteX22" fmla="*/ 474221 w 559891"/>
                  <a:gd name="connsiteY22" fmla="*/ 93101 h 242034"/>
                  <a:gd name="connsiteX23" fmla="*/ 459933 w 559891"/>
                  <a:gd name="connsiteY23" fmla="*/ 105007 h 242034"/>
                  <a:gd name="connsiteX24" fmla="*/ 455118 w 559891"/>
                  <a:gd name="connsiteY24" fmla="*/ 119714 h 242034"/>
                  <a:gd name="connsiteX25" fmla="*/ 459478 w 559891"/>
                  <a:gd name="connsiteY25" fmla="*/ 130362 h 242034"/>
                  <a:gd name="connsiteX26" fmla="*/ 426596 w 559891"/>
                  <a:gd name="connsiteY26" fmla="*/ 116914 h 242034"/>
                  <a:gd name="connsiteX27" fmla="*/ 412308 w 559891"/>
                  <a:gd name="connsiteY27" fmla="*/ 112151 h 242034"/>
                  <a:gd name="connsiteX28" fmla="*/ 398021 w 559891"/>
                  <a:gd name="connsiteY28" fmla="*/ 128820 h 242034"/>
                  <a:gd name="connsiteX29" fmla="*/ 390877 w 559891"/>
                  <a:gd name="connsiteY29" fmla="*/ 145489 h 242034"/>
                  <a:gd name="connsiteX30" fmla="*/ 396147 w 559891"/>
                  <a:gd name="connsiteY30" fmla="*/ 155014 h 242034"/>
                  <a:gd name="connsiteX31" fmla="*/ 389057 w 559891"/>
                  <a:gd name="connsiteY31" fmla="*/ 146328 h 242034"/>
                  <a:gd name="connsiteX32" fmla="*/ 367064 w 559891"/>
                  <a:gd name="connsiteY32" fmla="*/ 159776 h 242034"/>
                  <a:gd name="connsiteX33" fmla="*/ 376589 w 559891"/>
                  <a:gd name="connsiteY33" fmla="*/ 178826 h 242034"/>
                  <a:gd name="connsiteX34" fmla="*/ 364683 w 559891"/>
                  <a:gd name="connsiteY34" fmla="*/ 166920 h 242034"/>
                  <a:gd name="connsiteX35" fmla="*/ 357084 w 559891"/>
                  <a:gd name="connsiteY35" fmla="*/ 156834 h 242034"/>
                  <a:gd name="connsiteX36" fmla="*/ 336108 w 559891"/>
                  <a:gd name="connsiteY36" fmla="*/ 159776 h 242034"/>
                  <a:gd name="connsiteX37" fmla="*/ 327546 w 559891"/>
                  <a:gd name="connsiteY37" fmla="*/ 159075 h 242034"/>
                  <a:gd name="connsiteX38" fmla="*/ 315132 w 559891"/>
                  <a:gd name="connsiteY38" fmla="*/ 160058 h 242034"/>
                  <a:gd name="connsiteX39" fmla="*/ 300389 w 559891"/>
                  <a:gd name="connsiteY39" fmla="*/ 164539 h 242034"/>
                  <a:gd name="connsiteX40" fmla="*/ 286102 w 559891"/>
                  <a:gd name="connsiteY40" fmla="*/ 190732 h 242034"/>
                  <a:gd name="connsiteX41" fmla="*/ 288483 w 559891"/>
                  <a:gd name="connsiteY41" fmla="*/ 221410 h 242034"/>
                  <a:gd name="connsiteX42" fmla="*/ 283721 w 559891"/>
                  <a:gd name="connsiteY42" fmla="*/ 181207 h 242034"/>
                  <a:gd name="connsiteX43" fmla="*/ 271814 w 559891"/>
                  <a:gd name="connsiteY43" fmla="*/ 166920 h 242034"/>
                  <a:gd name="connsiteX44" fmla="*/ 205139 w 559891"/>
                  <a:gd name="connsiteY44" fmla="*/ 181207 h 242034"/>
                  <a:gd name="connsiteX45" fmla="*/ 202812 w 559891"/>
                  <a:gd name="connsiteY45" fmla="*/ 197876 h 242034"/>
                  <a:gd name="connsiteX46" fmla="*/ 201340 w 559891"/>
                  <a:gd name="connsiteY46" fmla="*/ 239479 h 242034"/>
                  <a:gd name="connsiteX47" fmla="*/ 200377 w 559891"/>
                  <a:gd name="connsiteY47" fmla="*/ 185970 h 242034"/>
                  <a:gd name="connsiteX48" fmla="*/ 176564 w 559891"/>
                  <a:gd name="connsiteY48" fmla="*/ 183589 h 242034"/>
                  <a:gd name="connsiteX49" fmla="*/ 138464 w 559891"/>
                  <a:gd name="connsiteY49" fmla="*/ 176445 h 242034"/>
                  <a:gd name="connsiteX50" fmla="*/ 136083 w 559891"/>
                  <a:gd name="connsiteY50" fmla="*/ 205020 h 242034"/>
                  <a:gd name="connsiteX51" fmla="*/ 136083 w 559891"/>
                  <a:gd name="connsiteY51" fmla="*/ 239619 h 242034"/>
                  <a:gd name="connsiteX52" fmla="*/ 131431 w 559891"/>
                  <a:gd name="connsiteY52" fmla="*/ 181781 h 242034"/>
                  <a:gd name="connsiteX53" fmla="*/ 101382 w 559891"/>
                  <a:gd name="connsiteY53" fmla="*/ 176128 h 242034"/>
                  <a:gd name="connsiteX54" fmla="*/ 83151 w 559891"/>
                  <a:gd name="connsiteY54" fmla="*/ 177495 h 242034"/>
                  <a:gd name="connsiteX55" fmla="*/ 61016 w 559891"/>
                  <a:gd name="connsiteY55" fmla="*/ 227548 h 242034"/>
                  <a:gd name="connsiteX56" fmla="*/ 71550 w 559891"/>
                  <a:gd name="connsiteY56" fmla="*/ 185193 h 242034"/>
                  <a:gd name="connsiteX57" fmla="*/ 63943 w 559891"/>
                  <a:gd name="connsiteY57" fmla="*/ 171268 h 242034"/>
                  <a:gd name="connsiteX58" fmla="*/ 26487 w 559891"/>
                  <a:gd name="connsiteY58" fmla="*/ 169820 h 242034"/>
                  <a:gd name="connsiteX59" fmla="*/ 7646 w 559891"/>
                  <a:gd name="connsiteY59" fmla="*/ 176672 h 242034"/>
                  <a:gd name="connsiteX60" fmla="*/ 0 w 559891"/>
                  <a:gd name="connsiteY60" fmla="*/ 218985 h 242034"/>
                  <a:gd name="connsiteX0" fmla="*/ 0 w 559891"/>
                  <a:gd name="connsiteY0" fmla="*/ 218985 h 242034"/>
                  <a:gd name="connsiteX1" fmla="*/ 61053 w 559891"/>
                  <a:gd name="connsiteY1" fmla="*/ 230278 h 242034"/>
                  <a:gd name="connsiteX2" fmla="*/ 181656 w 559891"/>
                  <a:gd name="connsiteY2" fmla="*/ 242029 h 242034"/>
                  <a:gd name="connsiteX3" fmla="*/ 265669 w 559891"/>
                  <a:gd name="connsiteY3" fmla="*/ 228882 h 242034"/>
                  <a:gd name="connsiteX4" fmla="*/ 301783 w 559891"/>
                  <a:gd name="connsiteY4" fmla="*/ 217994 h 242034"/>
                  <a:gd name="connsiteX5" fmla="*/ 356768 w 559891"/>
                  <a:gd name="connsiteY5" fmla="*/ 201148 h 242034"/>
                  <a:gd name="connsiteX6" fmla="*/ 411066 w 559891"/>
                  <a:gd name="connsiteY6" fmla="*/ 175131 h 242034"/>
                  <a:gd name="connsiteX7" fmla="*/ 445684 w 559891"/>
                  <a:gd name="connsiteY7" fmla="*/ 152632 h 242034"/>
                  <a:gd name="connsiteX8" fmla="*/ 460629 w 559891"/>
                  <a:gd name="connsiteY8" fmla="*/ 138345 h 242034"/>
                  <a:gd name="connsiteX9" fmla="*/ 503492 w 559891"/>
                  <a:gd name="connsiteY9" fmla="*/ 93101 h 242034"/>
                  <a:gd name="connsiteX10" fmla="*/ 537876 w 559891"/>
                  <a:gd name="connsiteY10" fmla="*/ 46989 h 242034"/>
                  <a:gd name="connsiteX11" fmla="*/ 558886 w 559891"/>
                  <a:gd name="connsiteY11" fmla="*/ 6931 h 242034"/>
                  <a:gd name="connsiteX12" fmla="*/ 555646 w 559891"/>
                  <a:gd name="connsiteY12" fmla="*/ 10 h 242034"/>
                  <a:gd name="connsiteX13" fmla="*/ 547730 w 559891"/>
                  <a:gd name="connsiteY13" fmla="*/ 6554 h 242034"/>
                  <a:gd name="connsiteX14" fmla="*/ 531371 w 559891"/>
                  <a:gd name="connsiteY14" fmla="*/ 7376 h 242034"/>
                  <a:gd name="connsiteX15" fmla="*/ 528989 w 559891"/>
                  <a:gd name="connsiteY15" fmla="*/ 26426 h 242034"/>
                  <a:gd name="connsiteX16" fmla="*/ 512321 w 559891"/>
                  <a:gd name="connsiteY16" fmla="*/ 35951 h 242034"/>
                  <a:gd name="connsiteX17" fmla="*/ 488508 w 559891"/>
                  <a:gd name="connsiteY17" fmla="*/ 38332 h 242034"/>
                  <a:gd name="connsiteX18" fmla="*/ 483746 w 559891"/>
                  <a:gd name="connsiteY18" fmla="*/ 57382 h 242034"/>
                  <a:gd name="connsiteX19" fmla="*/ 488508 w 559891"/>
                  <a:gd name="connsiteY19" fmla="*/ 74051 h 242034"/>
                  <a:gd name="connsiteX20" fmla="*/ 506193 w 559891"/>
                  <a:gd name="connsiteY20" fmla="*/ 79374 h 242034"/>
                  <a:gd name="connsiteX21" fmla="*/ 486127 w 559891"/>
                  <a:gd name="connsiteY21" fmla="*/ 74051 h 242034"/>
                  <a:gd name="connsiteX22" fmla="*/ 474221 w 559891"/>
                  <a:gd name="connsiteY22" fmla="*/ 93101 h 242034"/>
                  <a:gd name="connsiteX23" fmla="*/ 459933 w 559891"/>
                  <a:gd name="connsiteY23" fmla="*/ 105007 h 242034"/>
                  <a:gd name="connsiteX24" fmla="*/ 455118 w 559891"/>
                  <a:gd name="connsiteY24" fmla="*/ 119714 h 242034"/>
                  <a:gd name="connsiteX25" fmla="*/ 459478 w 559891"/>
                  <a:gd name="connsiteY25" fmla="*/ 130362 h 242034"/>
                  <a:gd name="connsiteX26" fmla="*/ 426596 w 559891"/>
                  <a:gd name="connsiteY26" fmla="*/ 116914 h 242034"/>
                  <a:gd name="connsiteX27" fmla="*/ 412308 w 559891"/>
                  <a:gd name="connsiteY27" fmla="*/ 112151 h 242034"/>
                  <a:gd name="connsiteX28" fmla="*/ 398021 w 559891"/>
                  <a:gd name="connsiteY28" fmla="*/ 128820 h 242034"/>
                  <a:gd name="connsiteX29" fmla="*/ 390877 w 559891"/>
                  <a:gd name="connsiteY29" fmla="*/ 145489 h 242034"/>
                  <a:gd name="connsiteX30" fmla="*/ 396147 w 559891"/>
                  <a:gd name="connsiteY30" fmla="*/ 155014 h 242034"/>
                  <a:gd name="connsiteX31" fmla="*/ 389057 w 559891"/>
                  <a:gd name="connsiteY31" fmla="*/ 146328 h 242034"/>
                  <a:gd name="connsiteX32" fmla="*/ 367064 w 559891"/>
                  <a:gd name="connsiteY32" fmla="*/ 159776 h 242034"/>
                  <a:gd name="connsiteX33" fmla="*/ 376589 w 559891"/>
                  <a:gd name="connsiteY33" fmla="*/ 178826 h 242034"/>
                  <a:gd name="connsiteX34" fmla="*/ 364683 w 559891"/>
                  <a:gd name="connsiteY34" fmla="*/ 166920 h 242034"/>
                  <a:gd name="connsiteX35" fmla="*/ 357084 w 559891"/>
                  <a:gd name="connsiteY35" fmla="*/ 156834 h 242034"/>
                  <a:gd name="connsiteX36" fmla="*/ 336108 w 559891"/>
                  <a:gd name="connsiteY36" fmla="*/ 159776 h 242034"/>
                  <a:gd name="connsiteX37" fmla="*/ 327546 w 559891"/>
                  <a:gd name="connsiteY37" fmla="*/ 159075 h 242034"/>
                  <a:gd name="connsiteX38" fmla="*/ 315132 w 559891"/>
                  <a:gd name="connsiteY38" fmla="*/ 160058 h 242034"/>
                  <a:gd name="connsiteX39" fmla="*/ 300389 w 559891"/>
                  <a:gd name="connsiteY39" fmla="*/ 164539 h 242034"/>
                  <a:gd name="connsiteX40" fmla="*/ 286102 w 559891"/>
                  <a:gd name="connsiteY40" fmla="*/ 190732 h 242034"/>
                  <a:gd name="connsiteX41" fmla="*/ 288483 w 559891"/>
                  <a:gd name="connsiteY41" fmla="*/ 221410 h 242034"/>
                  <a:gd name="connsiteX42" fmla="*/ 283721 w 559891"/>
                  <a:gd name="connsiteY42" fmla="*/ 181207 h 242034"/>
                  <a:gd name="connsiteX43" fmla="*/ 271814 w 559891"/>
                  <a:gd name="connsiteY43" fmla="*/ 166920 h 242034"/>
                  <a:gd name="connsiteX44" fmla="*/ 205139 w 559891"/>
                  <a:gd name="connsiteY44" fmla="*/ 181207 h 242034"/>
                  <a:gd name="connsiteX45" fmla="*/ 202812 w 559891"/>
                  <a:gd name="connsiteY45" fmla="*/ 197876 h 242034"/>
                  <a:gd name="connsiteX46" fmla="*/ 201340 w 559891"/>
                  <a:gd name="connsiteY46" fmla="*/ 239479 h 242034"/>
                  <a:gd name="connsiteX47" fmla="*/ 200377 w 559891"/>
                  <a:gd name="connsiteY47" fmla="*/ 185970 h 242034"/>
                  <a:gd name="connsiteX48" fmla="*/ 176564 w 559891"/>
                  <a:gd name="connsiteY48" fmla="*/ 183589 h 242034"/>
                  <a:gd name="connsiteX49" fmla="*/ 138464 w 559891"/>
                  <a:gd name="connsiteY49" fmla="*/ 176445 h 242034"/>
                  <a:gd name="connsiteX50" fmla="*/ 136083 w 559891"/>
                  <a:gd name="connsiteY50" fmla="*/ 205020 h 242034"/>
                  <a:gd name="connsiteX51" fmla="*/ 136083 w 559891"/>
                  <a:gd name="connsiteY51" fmla="*/ 239619 h 242034"/>
                  <a:gd name="connsiteX52" fmla="*/ 131431 w 559891"/>
                  <a:gd name="connsiteY52" fmla="*/ 181781 h 242034"/>
                  <a:gd name="connsiteX53" fmla="*/ 101382 w 559891"/>
                  <a:gd name="connsiteY53" fmla="*/ 176128 h 242034"/>
                  <a:gd name="connsiteX54" fmla="*/ 83151 w 559891"/>
                  <a:gd name="connsiteY54" fmla="*/ 177495 h 242034"/>
                  <a:gd name="connsiteX55" fmla="*/ 61373 w 559891"/>
                  <a:gd name="connsiteY55" fmla="*/ 231931 h 242034"/>
                  <a:gd name="connsiteX56" fmla="*/ 71550 w 559891"/>
                  <a:gd name="connsiteY56" fmla="*/ 185193 h 242034"/>
                  <a:gd name="connsiteX57" fmla="*/ 63943 w 559891"/>
                  <a:gd name="connsiteY57" fmla="*/ 171268 h 242034"/>
                  <a:gd name="connsiteX58" fmla="*/ 26487 w 559891"/>
                  <a:gd name="connsiteY58" fmla="*/ 169820 h 242034"/>
                  <a:gd name="connsiteX59" fmla="*/ 7646 w 559891"/>
                  <a:gd name="connsiteY59" fmla="*/ 176672 h 242034"/>
                  <a:gd name="connsiteX60" fmla="*/ 0 w 559891"/>
                  <a:gd name="connsiteY60" fmla="*/ 218985 h 242034"/>
                  <a:gd name="connsiteX0" fmla="*/ 0 w 559891"/>
                  <a:gd name="connsiteY0" fmla="*/ 218985 h 242032"/>
                  <a:gd name="connsiteX1" fmla="*/ 43979 w 559891"/>
                  <a:gd name="connsiteY1" fmla="*/ 232482 h 242032"/>
                  <a:gd name="connsiteX2" fmla="*/ 61053 w 559891"/>
                  <a:gd name="connsiteY2" fmla="*/ 230278 h 242032"/>
                  <a:gd name="connsiteX3" fmla="*/ 181656 w 559891"/>
                  <a:gd name="connsiteY3" fmla="*/ 242029 h 242032"/>
                  <a:gd name="connsiteX4" fmla="*/ 265669 w 559891"/>
                  <a:gd name="connsiteY4" fmla="*/ 228882 h 242032"/>
                  <a:gd name="connsiteX5" fmla="*/ 301783 w 559891"/>
                  <a:gd name="connsiteY5" fmla="*/ 217994 h 242032"/>
                  <a:gd name="connsiteX6" fmla="*/ 356768 w 559891"/>
                  <a:gd name="connsiteY6" fmla="*/ 201148 h 242032"/>
                  <a:gd name="connsiteX7" fmla="*/ 411066 w 559891"/>
                  <a:gd name="connsiteY7" fmla="*/ 175131 h 242032"/>
                  <a:gd name="connsiteX8" fmla="*/ 445684 w 559891"/>
                  <a:gd name="connsiteY8" fmla="*/ 152632 h 242032"/>
                  <a:gd name="connsiteX9" fmla="*/ 460629 w 559891"/>
                  <a:gd name="connsiteY9" fmla="*/ 138345 h 242032"/>
                  <a:gd name="connsiteX10" fmla="*/ 503492 w 559891"/>
                  <a:gd name="connsiteY10" fmla="*/ 93101 h 242032"/>
                  <a:gd name="connsiteX11" fmla="*/ 537876 w 559891"/>
                  <a:gd name="connsiteY11" fmla="*/ 46989 h 242032"/>
                  <a:gd name="connsiteX12" fmla="*/ 558886 w 559891"/>
                  <a:gd name="connsiteY12" fmla="*/ 6931 h 242032"/>
                  <a:gd name="connsiteX13" fmla="*/ 555646 w 559891"/>
                  <a:gd name="connsiteY13" fmla="*/ 10 h 242032"/>
                  <a:gd name="connsiteX14" fmla="*/ 547730 w 559891"/>
                  <a:gd name="connsiteY14" fmla="*/ 6554 h 242032"/>
                  <a:gd name="connsiteX15" fmla="*/ 531371 w 559891"/>
                  <a:gd name="connsiteY15" fmla="*/ 7376 h 242032"/>
                  <a:gd name="connsiteX16" fmla="*/ 528989 w 559891"/>
                  <a:gd name="connsiteY16" fmla="*/ 26426 h 242032"/>
                  <a:gd name="connsiteX17" fmla="*/ 512321 w 559891"/>
                  <a:gd name="connsiteY17" fmla="*/ 35951 h 242032"/>
                  <a:gd name="connsiteX18" fmla="*/ 488508 w 559891"/>
                  <a:gd name="connsiteY18" fmla="*/ 38332 h 242032"/>
                  <a:gd name="connsiteX19" fmla="*/ 483746 w 559891"/>
                  <a:gd name="connsiteY19" fmla="*/ 57382 h 242032"/>
                  <a:gd name="connsiteX20" fmla="*/ 488508 w 559891"/>
                  <a:gd name="connsiteY20" fmla="*/ 74051 h 242032"/>
                  <a:gd name="connsiteX21" fmla="*/ 506193 w 559891"/>
                  <a:gd name="connsiteY21" fmla="*/ 79374 h 242032"/>
                  <a:gd name="connsiteX22" fmla="*/ 486127 w 559891"/>
                  <a:gd name="connsiteY22" fmla="*/ 74051 h 242032"/>
                  <a:gd name="connsiteX23" fmla="*/ 474221 w 559891"/>
                  <a:gd name="connsiteY23" fmla="*/ 93101 h 242032"/>
                  <a:gd name="connsiteX24" fmla="*/ 459933 w 559891"/>
                  <a:gd name="connsiteY24" fmla="*/ 105007 h 242032"/>
                  <a:gd name="connsiteX25" fmla="*/ 455118 w 559891"/>
                  <a:gd name="connsiteY25" fmla="*/ 119714 h 242032"/>
                  <a:gd name="connsiteX26" fmla="*/ 459478 w 559891"/>
                  <a:gd name="connsiteY26" fmla="*/ 130362 h 242032"/>
                  <a:gd name="connsiteX27" fmla="*/ 426596 w 559891"/>
                  <a:gd name="connsiteY27" fmla="*/ 116914 h 242032"/>
                  <a:gd name="connsiteX28" fmla="*/ 412308 w 559891"/>
                  <a:gd name="connsiteY28" fmla="*/ 112151 h 242032"/>
                  <a:gd name="connsiteX29" fmla="*/ 398021 w 559891"/>
                  <a:gd name="connsiteY29" fmla="*/ 128820 h 242032"/>
                  <a:gd name="connsiteX30" fmla="*/ 390877 w 559891"/>
                  <a:gd name="connsiteY30" fmla="*/ 145489 h 242032"/>
                  <a:gd name="connsiteX31" fmla="*/ 396147 w 559891"/>
                  <a:gd name="connsiteY31" fmla="*/ 155014 h 242032"/>
                  <a:gd name="connsiteX32" fmla="*/ 389057 w 559891"/>
                  <a:gd name="connsiteY32" fmla="*/ 146328 h 242032"/>
                  <a:gd name="connsiteX33" fmla="*/ 367064 w 559891"/>
                  <a:gd name="connsiteY33" fmla="*/ 159776 h 242032"/>
                  <a:gd name="connsiteX34" fmla="*/ 376589 w 559891"/>
                  <a:gd name="connsiteY34" fmla="*/ 178826 h 242032"/>
                  <a:gd name="connsiteX35" fmla="*/ 364683 w 559891"/>
                  <a:gd name="connsiteY35" fmla="*/ 166920 h 242032"/>
                  <a:gd name="connsiteX36" fmla="*/ 357084 w 559891"/>
                  <a:gd name="connsiteY36" fmla="*/ 156834 h 242032"/>
                  <a:gd name="connsiteX37" fmla="*/ 336108 w 559891"/>
                  <a:gd name="connsiteY37" fmla="*/ 159776 h 242032"/>
                  <a:gd name="connsiteX38" fmla="*/ 327546 w 559891"/>
                  <a:gd name="connsiteY38" fmla="*/ 159075 h 242032"/>
                  <a:gd name="connsiteX39" fmla="*/ 315132 w 559891"/>
                  <a:gd name="connsiteY39" fmla="*/ 160058 h 242032"/>
                  <a:gd name="connsiteX40" fmla="*/ 300389 w 559891"/>
                  <a:gd name="connsiteY40" fmla="*/ 164539 h 242032"/>
                  <a:gd name="connsiteX41" fmla="*/ 286102 w 559891"/>
                  <a:gd name="connsiteY41" fmla="*/ 190732 h 242032"/>
                  <a:gd name="connsiteX42" fmla="*/ 288483 w 559891"/>
                  <a:gd name="connsiteY42" fmla="*/ 221410 h 242032"/>
                  <a:gd name="connsiteX43" fmla="*/ 283721 w 559891"/>
                  <a:gd name="connsiteY43" fmla="*/ 181207 h 242032"/>
                  <a:gd name="connsiteX44" fmla="*/ 271814 w 559891"/>
                  <a:gd name="connsiteY44" fmla="*/ 166920 h 242032"/>
                  <a:gd name="connsiteX45" fmla="*/ 205139 w 559891"/>
                  <a:gd name="connsiteY45" fmla="*/ 181207 h 242032"/>
                  <a:gd name="connsiteX46" fmla="*/ 202812 w 559891"/>
                  <a:gd name="connsiteY46" fmla="*/ 197876 h 242032"/>
                  <a:gd name="connsiteX47" fmla="*/ 201340 w 559891"/>
                  <a:gd name="connsiteY47" fmla="*/ 239479 h 242032"/>
                  <a:gd name="connsiteX48" fmla="*/ 200377 w 559891"/>
                  <a:gd name="connsiteY48" fmla="*/ 185970 h 242032"/>
                  <a:gd name="connsiteX49" fmla="*/ 176564 w 559891"/>
                  <a:gd name="connsiteY49" fmla="*/ 183589 h 242032"/>
                  <a:gd name="connsiteX50" fmla="*/ 138464 w 559891"/>
                  <a:gd name="connsiteY50" fmla="*/ 176445 h 242032"/>
                  <a:gd name="connsiteX51" fmla="*/ 136083 w 559891"/>
                  <a:gd name="connsiteY51" fmla="*/ 205020 h 242032"/>
                  <a:gd name="connsiteX52" fmla="*/ 136083 w 559891"/>
                  <a:gd name="connsiteY52" fmla="*/ 239619 h 242032"/>
                  <a:gd name="connsiteX53" fmla="*/ 131431 w 559891"/>
                  <a:gd name="connsiteY53" fmla="*/ 181781 h 242032"/>
                  <a:gd name="connsiteX54" fmla="*/ 101382 w 559891"/>
                  <a:gd name="connsiteY54" fmla="*/ 176128 h 242032"/>
                  <a:gd name="connsiteX55" fmla="*/ 83151 w 559891"/>
                  <a:gd name="connsiteY55" fmla="*/ 177495 h 242032"/>
                  <a:gd name="connsiteX56" fmla="*/ 61373 w 559891"/>
                  <a:gd name="connsiteY56" fmla="*/ 231931 h 242032"/>
                  <a:gd name="connsiteX57" fmla="*/ 71550 w 559891"/>
                  <a:gd name="connsiteY57" fmla="*/ 185193 h 242032"/>
                  <a:gd name="connsiteX58" fmla="*/ 63943 w 559891"/>
                  <a:gd name="connsiteY58" fmla="*/ 171268 h 242032"/>
                  <a:gd name="connsiteX59" fmla="*/ 26487 w 559891"/>
                  <a:gd name="connsiteY59" fmla="*/ 169820 h 242032"/>
                  <a:gd name="connsiteX60" fmla="*/ 7646 w 559891"/>
                  <a:gd name="connsiteY60" fmla="*/ 176672 h 242032"/>
                  <a:gd name="connsiteX61" fmla="*/ 0 w 559891"/>
                  <a:gd name="connsiteY61" fmla="*/ 218985 h 242032"/>
                  <a:gd name="connsiteX0" fmla="*/ 0 w 559891"/>
                  <a:gd name="connsiteY0" fmla="*/ 218985 h 242032"/>
                  <a:gd name="connsiteX1" fmla="*/ 43979 w 559891"/>
                  <a:gd name="connsiteY1" fmla="*/ 232482 h 242032"/>
                  <a:gd name="connsiteX2" fmla="*/ 61053 w 559891"/>
                  <a:gd name="connsiteY2" fmla="*/ 230278 h 242032"/>
                  <a:gd name="connsiteX3" fmla="*/ 181656 w 559891"/>
                  <a:gd name="connsiteY3" fmla="*/ 242029 h 242032"/>
                  <a:gd name="connsiteX4" fmla="*/ 265669 w 559891"/>
                  <a:gd name="connsiteY4" fmla="*/ 228882 h 242032"/>
                  <a:gd name="connsiteX5" fmla="*/ 301783 w 559891"/>
                  <a:gd name="connsiteY5" fmla="*/ 217994 h 242032"/>
                  <a:gd name="connsiteX6" fmla="*/ 356768 w 559891"/>
                  <a:gd name="connsiteY6" fmla="*/ 201148 h 242032"/>
                  <a:gd name="connsiteX7" fmla="*/ 411066 w 559891"/>
                  <a:gd name="connsiteY7" fmla="*/ 175131 h 242032"/>
                  <a:gd name="connsiteX8" fmla="*/ 445684 w 559891"/>
                  <a:gd name="connsiteY8" fmla="*/ 152632 h 242032"/>
                  <a:gd name="connsiteX9" fmla="*/ 460629 w 559891"/>
                  <a:gd name="connsiteY9" fmla="*/ 138345 h 242032"/>
                  <a:gd name="connsiteX10" fmla="*/ 503492 w 559891"/>
                  <a:gd name="connsiteY10" fmla="*/ 93101 h 242032"/>
                  <a:gd name="connsiteX11" fmla="*/ 537876 w 559891"/>
                  <a:gd name="connsiteY11" fmla="*/ 46989 h 242032"/>
                  <a:gd name="connsiteX12" fmla="*/ 558886 w 559891"/>
                  <a:gd name="connsiteY12" fmla="*/ 6931 h 242032"/>
                  <a:gd name="connsiteX13" fmla="*/ 555646 w 559891"/>
                  <a:gd name="connsiteY13" fmla="*/ 10 h 242032"/>
                  <a:gd name="connsiteX14" fmla="*/ 547730 w 559891"/>
                  <a:gd name="connsiteY14" fmla="*/ 6554 h 242032"/>
                  <a:gd name="connsiteX15" fmla="*/ 531371 w 559891"/>
                  <a:gd name="connsiteY15" fmla="*/ 7376 h 242032"/>
                  <a:gd name="connsiteX16" fmla="*/ 528989 w 559891"/>
                  <a:gd name="connsiteY16" fmla="*/ 26426 h 242032"/>
                  <a:gd name="connsiteX17" fmla="*/ 512321 w 559891"/>
                  <a:gd name="connsiteY17" fmla="*/ 35951 h 242032"/>
                  <a:gd name="connsiteX18" fmla="*/ 488508 w 559891"/>
                  <a:gd name="connsiteY18" fmla="*/ 38332 h 242032"/>
                  <a:gd name="connsiteX19" fmla="*/ 483746 w 559891"/>
                  <a:gd name="connsiteY19" fmla="*/ 57382 h 242032"/>
                  <a:gd name="connsiteX20" fmla="*/ 488508 w 559891"/>
                  <a:gd name="connsiteY20" fmla="*/ 74051 h 242032"/>
                  <a:gd name="connsiteX21" fmla="*/ 506193 w 559891"/>
                  <a:gd name="connsiteY21" fmla="*/ 79374 h 242032"/>
                  <a:gd name="connsiteX22" fmla="*/ 486127 w 559891"/>
                  <a:gd name="connsiteY22" fmla="*/ 74051 h 242032"/>
                  <a:gd name="connsiteX23" fmla="*/ 474221 w 559891"/>
                  <a:gd name="connsiteY23" fmla="*/ 93101 h 242032"/>
                  <a:gd name="connsiteX24" fmla="*/ 459933 w 559891"/>
                  <a:gd name="connsiteY24" fmla="*/ 105007 h 242032"/>
                  <a:gd name="connsiteX25" fmla="*/ 455118 w 559891"/>
                  <a:gd name="connsiteY25" fmla="*/ 119714 h 242032"/>
                  <a:gd name="connsiteX26" fmla="*/ 459478 w 559891"/>
                  <a:gd name="connsiteY26" fmla="*/ 130362 h 242032"/>
                  <a:gd name="connsiteX27" fmla="*/ 426596 w 559891"/>
                  <a:gd name="connsiteY27" fmla="*/ 116914 h 242032"/>
                  <a:gd name="connsiteX28" fmla="*/ 412308 w 559891"/>
                  <a:gd name="connsiteY28" fmla="*/ 112151 h 242032"/>
                  <a:gd name="connsiteX29" fmla="*/ 398021 w 559891"/>
                  <a:gd name="connsiteY29" fmla="*/ 128820 h 242032"/>
                  <a:gd name="connsiteX30" fmla="*/ 390877 w 559891"/>
                  <a:gd name="connsiteY30" fmla="*/ 145489 h 242032"/>
                  <a:gd name="connsiteX31" fmla="*/ 396147 w 559891"/>
                  <a:gd name="connsiteY31" fmla="*/ 155014 h 242032"/>
                  <a:gd name="connsiteX32" fmla="*/ 389057 w 559891"/>
                  <a:gd name="connsiteY32" fmla="*/ 146328 h 242032"/>
                  <a:gd name="connsiteX33" fmla="*/ 367064 w 559891"/>
                  <a:gd name="connsiteY33" fmla="*/ 159776 h 242032"/>
                  <a:gd name="connsiteX34" fmla="*/ 376589 w 559891"/>
                  <a:gd name="connsiteY34" fmla="*/ 178826 h 242032"/>
                  <a:gd name="connsiteX35" fmla="*/ 364683 w 559891"/>
                  <a:gd name="connsiteY35" fmla="*/ 166920 h 242032"/>
                  <a:gd name="connsiteX36" fmla="*/ 357084 w 559891"/>
                  <a:gd name="connsiteY36" fmla="*/ 156834 h 242032"/>
                  <a:gd name="connsiteX37" fmla="*/ 336108 w 559891"/>
                  <a:gd name="connsiteY37" fmla="*/ 159776 h 242032"/>
                  <a:gd name="connsiteX38" fmla="*/ 327546 w 559891"/>
                  <a:gd name="connsiteY38" fmla="*/ 159075 h 242032"/>
                  <a:gd name="connsiteX39" fmla="*/ 315132 w 559891"/>
                  <a:gd name="connsiteY39" fmla="*/ 160058 h 242032"/>
                  <a:gd name="connsiteX40" fmla="*/ 300389 w 559891"/>
                  <a:gd name="connsiteY40" fmla="*/ 164539 h 242032"/>
                  <a:gd name="connsiteX41" fmla="*/ 286102 w 559891"/>
                  <a:gd name="connsiteY41" fmla="*/ 190732 h 242032"/>
                  <a:gd name="connsiteX42" fmla="*/ 288483 w 559891"/>
                  <a:gd name="connsiteY42" fmla="*/ 221410 h 242032"/>
                  <a:gd name="connsiteX43" fmla="*/ 283721 w 559891"/>
                  <a:gd name="connsiteY43" fmla="*/ 181207 h 242032"/>
                  <a:gd name="connsiteX44" fmla="*/ 271814 w 559891"/>
                  <a:gd name="connsiteY44" fmla="*/ 166920 h 242032"/>
                  <a:gd name="connsiteX45" fmla="*/ 205139 w 559891"/>
                  <a:gd name="connsiteY45" fmla="*/ 181207 h 242032"/>
                  <a:gd name="connsiteX46" fmla="*/ 202812 w 559891"/>
                  <a:gd name="connsiteY46" fmla="*/ 197876 h 242032"/>
                  <a:gd name="connsiteX47" fmla="*/ 201340 w 559891"/>
                  <a:gd name="connsiteY47" fmla="*/ 239479 h 242032"/>
                  <a:gd name="connsiteX48" fmla="*/ 200377 w 559891"/>
                  <a:gd name="connsiteY48" fmla="*/ 185970 h 242032"/>
                  <a:gd name="connsiteX49" fmla="*/ 176564 w 559891"/>
                  <a:gd name="connsiteY49" fmla="*/ 183589 h 242032"/>
                  <a:gd name="connsiteX50" fmla="*/ 138464 w 559891"/>
                  <a:gd name="connsiteY50" fmla="*/ 176445 h 242032"/>
                  <a:gd name="connsiteX51" fmla="*/ 136083 w 559891"/>
                  <a:gd name="connsiteY51" fmla="*/ 205020 h 242032"/>
                  <a:gd name="connsiteX52" fmla="*/ 136083 w 559891"/>
                  <a:gd name="connsiteY52" fmla="*/ 239619 h 242032"/>
                  <a:gd name="connsiteX53" fmla="*/ 131431 w 559891"/>
                  <a:gd name="connsiteY53" fmla="*/ 181781 h 242032"/>
                  <a:gd name="connsiteX54" fmla="*/ 101382 w 559891"/>
                  <a:gd name="connsiteY54" fmla="*/ 176128 h 242032"/>
                  <a:gd name="connsiteX55" fmla="*/ 83151 w 559891"/>
                  <a:gd name="connsiteY55" fmla="*/ 177495 h 242032"/>
                  <a:gd name="connsiteX56" fmla="*/ 71550 w 559891"/>
                  <a:gd name="connsiteY56" fmla="*/ 185193 h 242032"/>
                  <a:gd name="connsiteX57" fmla="*/ 63943 w 559891"/>
                  <a:gd name="connsiteY57" fmla="*/ 171268 h 242032"/>
                  <a:gd name="connsiteX58" fmla="*/ 26487 w 559891"/>
                  <a:gd name="connsiteY58" fmla="*/ 169820 h 242032"/>
                  <a:gd name="connsiteX59" fmla="*/ 7646 w 559891"/>
                  <a:gd name="connsiteY59" fmla="*/ 176672 h 242032"/>
                  <a:gd name="connsiteX60" fmla="*/ 0 w 559891"/>
                  <a:gd name="connsiteY60" fmla="*/ 218985 h 242032"/>
                  <a:gd name="connsiteX0" fmla="*/ 0 w 559891"/>
                  <a:gd name="connsiteY0" fmla="*/ 218985 h 242082"/>
                  <a:gd name="connsiteX1" fmla="*/ 43979 w 559891"/>
                  <a:gd name="connsiteY1" fmla="*/ 232482 h 242082"/>
                  <a:gd name="connsiteX2" fmla="*/ 62798 w 559891"/>
                  <a:gd name="connsiteY2" fmla="*/ 233498 h 242082"/>
                  <a:gd name="connsiteX3" fmla="*/ 181656 w 559891"/>
                  <a:gd name="connsiteY3" fmla="*/ 242029 h 242082"/>
                  <a:gd name="connsiteX4" fmla="*/ 265669 w 559891"/>
                  <a:gd name="connsiteY4" fmla="*/ 228882 h 242082"/>
                  <a:gd name="connsiteX5" fmla="*/ 301783 w 559891"/>
                  <a:gd name="connsiteY5" fmla="*/ 217994 h 242082"/>
                  <a:gd name="connsiteX6" fmla="*/ 356768 w 559891"/>
                  <a:gd name="connsiteY6" fmla="*/ 201148 h 242082"/>
                  <a:gd name="connsiteX7" fmla="*/ 411066 w 559891"/>
                  <a:gd name="connsiteY7" fmla="*/ 175131 h 242082"/>
                  <a:gd name="connsiteX8" fmla="*/ 445684 w 559891"/>
                  <a:gd name="connsiteY8" fmla="*/ 152632 h 242082"/>
                  <a:gd name="connsiteX9" fmla="*/ 460629 w 559891"/>
                  <a:gd name="connsiteY9" fmla="*/ 138345 h 242082"/>
                  <a:gd name="connsiteX10" fmla="*/ 503492 w 559891"/>
                  <a:gd name="connsiteY10" fmla="*/ 93101 h 242082"/>
                  <a:gd name="connsiteX11" fmla="*/ 537876 w 559891"/>
                  <a:gd name="connsiteY11" fmla="*/ 46989 h 242082"/>
                  <a:gd name="connsiteX12" fmla="*/ 558886 w 559891"/>
                  <a:gd name="connsiteY12" fmla="*/ 6931 h 242082"/>
                  <a:gd name="connsiteX13" fmla="*/ 555646 w 559891"/>
                  <a:gd name="connsiteY13" fmla="*/ 10 h 242082"/>
                  <a:gd name="connsiteX14" fmla="*/ 547730 w 559891"/>
                  <a:gd name="connsiteY14" fmla="*/ 6554 h 242082"/>
                  <a:gd name="connsiteX15" fmla="*/ 531371 w 559891"/>
                  <a:gd name="connsiteY15" fmla="*/ 7376 h 242082"/>
                  <a:gd name="connsiteX16" fmla="*/ 528989 w 559891"/>
                  <a:gd name="connsiteY16" fmla="*/ 26426 h 242082"/>
                  <a:gd name="connsiteX17" fmla="*/ 512321 w 559891"/>
                  <a:gd name="connsiteY17" fmla="*/ 35951 h 242082"/>
                  <a:gd name="connsiteX18" fmla="*/ 488508 w 559891"/>
                  <a:gd name="connsiteY18" fmla="*/ 38332 h 242082"/>
                  <a:gd name="connsiteX19" fmla="*/ 483746 w 559891"/>
                  <a:gd name="connsiteY19" fmla="*/ 57382 h 242082"/>
                  <a:gd name="connsiteX20" fmla="*/ 488508 w 559891"/>
                  <a:gd name="connsiteY20" fmla="*/ 74051 h 242082"/>
                  <a:gd name="connsiteX21" fmla="*/ 506193 w 559891"/>
                  <a:gd name="connsiteY21" fmla="*/ 79374 h 242082"/>
                  <a:gd name="connsiteX22" fmla="*/ 486127 w 559891"/>
                  <a:gd name="connsiteY22" fmla="*/ 74051 h 242082"/>
                  <a:gd name="connsiteX23" fmla="*/ 474221 w 559891"/>
                  <a:gd name="connsiteY23" fmla="*/ 93101 h 242082"/>
                  <a:gd name="connsiteX24" fmla="*/ 459933 w 559891"/>
                  <a:gd name="connsiteY24" fmla="*/ 105007 h 242082"/>
                  <a:gd name="connsiteX25" fmla="*/ 455118 w 559891"/>
                  <a:gd name="connsiteY25" fmla="*/ 119714 h 242082"/>
                  <a:gd name="connsiteX26" fmla="*/ 459478 w 559891"/>
                  <a:gd name="connsiteY26" fmla="*/ 130362 h 242082"/>
                  <a:gd name="connsiteX27" fmla="*/ 426596 w 559891"/>
                  <a:gd name="connsiteY27" fmla="*/ 116914 h 242082"/>
                  <a:gd name="connsiteX28" fmla="*/ 412308 w 559891"/>
                  <a:gd name="connsiteY28" fmla="*/ 112151 h 242082"/>
                  <a:gd name="connsiteX29" fmla="*/ 398021 w 559891"/>
                  <a:gd name="connsiteY29" fmla="*/ 128820 h 242082"/>
                  <a:gd name="connsiteX30" fmla="*/ 390877 w 559891"/>
                  <a:gd name="connsiteY30" fmla="*/ 145489 h 242082"/>
                  <a:gd name="connsiteX31" fmla="*/ 396147 w 559891"/>
                  <a:gd name="connsiteY31" fmla="*/ 155014 h 242082"/>
                  <a:gd name="connsiteX32" fmla="*/ 389057 w 559891"/>
                  <a:gd name="connsiteY32" fmla="*/ 146328 h 242082"/>
                  <a:gd name="connsiteX33" fmla="*/ 367064 w 559891"/>
                  <a:gd name="connsiteY33" fmla="*/ 159776 h 242082"/>
                  <a:gd name="connsiteX34" fmla="*/ 376589 w 559891"/>
                  <a:gd name="connsiteY34" fmla="*/ 178826 h 242082"/>
                  <a:gd name="connsiteX35" fmla="*/ 364683 w 559891"/>
                  <a:gd name="connsiteY35" fmla="*/ 166920 h 242082"/>
                  <a:gd name="connsiteX36" fmla="*/ 357084 w 559891"/>
                  <a:gd name="connsiteY36" fmla="*/ 156834 h 242082"/>
                  <a:gd name="connsiteX37" fmla="*/ 336108 w 559891"/>
                  <a:gd name="connsiteY37" fmla="*/ 159776 h 242082"/>
                  <a:gd name="connsiteX38" fmla="*/ 327546 w 559891"/>
                  <a:gd name="connsiteY38" fmla="*/ 159075 h 242082"/>
                  <a:gd name="connsiteX39" fmla="*/ 315132 w 559891"/>
                  <a:gd name="connsiteY39" fmla="*/ 160058 h 242082"/>
                  <a:gd name="connsiteX40" fmla="*/ 300389 w 559891"/>
                  <a:gd name="connsiteY40" fmla="*/ 164539 h 242082"/>
                  <a:gd name="connsiteX41" fmla="*/ 286102 w 559891"/>
                  <a:gd name="connsiteY41" fmla="*/ 190732 h 242082"/>
                  <a:gd name="connsiteX42" fmla="*/ 288483 w 559891"/>
                  <a:gd name="connsiteY42" fmla="*/ 221410 h 242082"/>
                  <a:gd name="connsiteX43" fmla="*/ 283721 w 559891"/>
                  <a:gd name="connsiteY43" fmla="*/ 181207 h 242082"/>
                  <a:gd name="connsiteX44" fmla="*/ 271814 w 559891"/>
                  <a:gd name="connsiteY44" fmla="*/ 166920 h 242082"/>
                  <a:gd name="connsiteX45" fmla="*/ 205139 w 559891"/>
                  <a:gd name="connsiteY45" fmla="*/ 181207 h 242082"/>
                  <a:gd name="connsiteX46" fmla="*/ 202812 w 559891"/>
                  <a:gd name="connsiteY46" fmla="*/ 197876 h 242082"/>
                  <a:gd name="connsiteX47" fmla="*/ 201340 w 559891"/>
                  <a:gd name="connsiteY47" fmla="*/ 239479 h 242082"/>
                  <a:gd name="connsiteX48" fmla="*/ 200377 w 559891"/>
                  <a:gd name="connsiteY48" fmla="*/ 185970 h 242082"/>
                  <a:gd name="connsiteX49" fmla="*/ 176564 w 559891"/>
                  <a:gd name="connsiteY49" fmla="*/ 183589 h 242082"/>
                  <a:gd name="connsiteX50" fmla="*/ 138464 w 559891"/>
                  <a:gd name="connsiteY50" fmla="*/ 176445 h 242082"/>
                  <a:gd name="connsiteX51" fmla="*/ 136083 w 559891"/>
                  <a:gd name="connsiteY51" fmla="*/ 205020 h 242082"/>
                  <a:gd name="connsiteX52" fmla="*/ 136083 w 559891"/>
                  <a:gd name="connsiteY52" fmla="*/ 239619 h 242082"/>
                  <a:gd name="connsiteX53" fmla="*/ 131431 w 559891"/>
                  <a:gd name="connsiteY53" fmla="*/ 181781 h 242082"/>
                  <a:gd name="connsiteX54" fmla="*/ 101382 w 559891"/>
                  <a:gd name="connsiteY54" fmla="*/ 176128 h 242082"/>
                  <a:gd name="connsiteX55" fmla="*/ 83151 w 559891"/>
                  <a:gd name="connsiteY55" fmla="*/ 177495 h 242082"/>
                  <a:gd name="connsiteX56" fmla="*/ 71550 w 559891"/>
                  <a:gd name="connsiteY56" fmla="*/ 185193 h 242082"/>
                  <a:gd name="connsiteX57" fmla="*/ 63943 w 559891"/>
                  <a:gd name="connsiteY57" fmla="*/ 171268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2"/>
                  <a:gd name="connsiteX1" fmla="*/ 43979 w 559891"/>
                  <a:gd name="connsiteY1" fmla="*/ 232482 h 242082"/>
                  <a:gd name="connsiteX2" fmla="*/ 62798 w 559891"/>
                  <a:gd name="connsiteY2" fmla="*/ 233498 h 242082"/>
                  <a:gd name="connsiteX3" fmla="*/ 181656 w 559891"/>
                  <a:gd name="connsiteY3" fmla="*/ 242029 h 242082"/>
                  <a:gd name="connsiteX4" fmla="*/ 265669 w 559891"/>
                  <a:gd name="connsiteY4" fmla="*/ 228882 h 242082"/>
                  <a:gd name="connsiteX5" fmla="*/ 301783 w 559891"/>
                  <a:gd name="connsiteY5" fmla="*/ 217994 h 242082"/>
                  <a:gd name="connsiteX6" fmla="*/ 356768 w 559891"/>
                  <a:gd name="connsiteY6" fmla="*/ 201148 h 242082"/>
                  <a:gd name="connsiteX7" fmla="*/ 411066 w 559891"/>
                  <a:gd name="connsiteY7" fmla="*/ 175131 h 242082"/>
                  <a:gd name="connsiteX8" fmla="*/ 445684 w 559891"/>
                  <a:gd name="connsiteY8" fmla="*/ 152632 h 242082"/>
                  <a:gd name="connsiteX9" fmla="*/ 460629 w 559891"/>
                  <a:gd name="connsiteY9" fmla="*/ 138345 h 242082"/>
                  <a:gd name="connsiteX10" fmla="*/ 503492 w 559891"/>
                  <a:gd name="connsiteY10" fmla="*/ 93101 h 242082"/>
                  <a:gd name="connsiteX11" fmla="*/ 537876 w 559891"/>
                  <a:gd name="connsiteY11" fmla="*/ 46989 h 242082"/>
                  <a:gd name="connsiteX12" fmla="*/ 558886 w 559891"/>
                  <a:gd name="connsiteY12" fmla="*/ 6931 h 242082"/>
                  <a:gd name="connsiteX13" fmla="*/ 555646 w 559891"/>
                  <a:gd name="connsiteY13" fmla="*/ 10 h 242082"/>
                  <a:gd name="connsiteX14" fmla="*/ 547730 w 559891"/>
                  <a:gd name="connsiteY14" fmla="*/ 6554 h 242082"/>
                  <a:gd name="connsiteX15" fmla="*/ 531371 w 559891"/>
                  <a:gd name="connsiteY15" fmla="*/ 7376 h 242082"/>
                  <a:gd name="connsiteX16" fmla="*/ 528989 w 559891"/>
                  <a:gd name="connsiteY16" fmla="*/ 26426 h 242082"/>
                  <a:gd name="connsiteX17" fmla="*/ 512321 w 559891"/>
                  <a:gd name="connsiteY17" fmla="*/ 35951 h 242082"/>
                  <a:gd name="connsiteX18" fmla="*/ 488508 w 559891"/>
                  <a:gd name="connsiteY18" fmla="*/ 38332 h 242082"/>
                  <a:gd name="connsiteX19" fmla="*/ 483746 w 559891"/>
                  <a:gd name="connsiteY19" fmla="*/ 57382 h 242082"/>
                  <a:gd name="connsiteX20" fmla="*/ 488508 w 559891"/>
                  <a:gd name="connsiteY20" fmla="*/ 74051 h 242082"/>
                  <a:gd name="connsiteX21" fmla="*/ 506193 w 559891"/>
                  <a:gd name="connsiteY21" fmla="*/ 79374 h 242082"/>
                  <a:gd name="connsiteX22" fmla="*/ 486127 w 559891"/>
                  <a:gd name="connsiteY22" fmla="*/ 74051 h 242082"/>
                  <a:gd name="connsiteX23" fmla="*/ 474221 w 559891"/>
                  <a:gd name="connsiteY23" fmla="*/ 93101 h 242082"/>
                  <a:gd name="connsiteX24" fmla="*/ 459933 w 559891"/>
                  <a:gd name="connsiteY24" fmla="*/ 105007 h 242082"/>
                  <a:gd name="connsiteX25" fmla="*/ 455118 w 559891"/>
                  <a:gd name="connsiteY25" fmla="*/ 119714 h 242082"/>
                  <a:gd name="connsiteX26" fmla="*/ 459478 w 559891"/>
                  <a:gd name="connsiteY26" fmla="*/ 130362 h 242082"/>
                  <a:gd name="connsiteX27" fmla="*/ 426596 w 559891"/>
                  <a:gd name="connsiteY27" fmla="*/ 116914 h 242082"/>
                  <a:gd name="connsiteX28" fmla="*/ 412308 w 559891"/>
                  <a:gd name="connsiteY28" fmla="*/ 112151 h 242082"/>
                  <a:gd name="connsiteX29" fmla="*/ 398021 w 559891"/>
                  <a:gd name="connsiteY29" fmla="*/ 128820 h 242082"/>
                  <a:gd name="connsiteX30" fmla="*/ 390877 w 559891"/>
                  <a:gd name="connsiteY30" fmla="*/ 145489 h 242082"/>
                  <a:gd name="connsiteX31" fmla="*/ 396147 w 559891"/>
                  <a:gd name="connsiteY31" fmla="*/ 155014 h 242082"/>
                  <a:gd name="connsiteX32" fmla="*/ 389057 w 559891"/>
                  <a:gd name="connsiteY32" fmla="*/ 146328 h 242082"/>
                  <a:gd name="connsiteX33" fmla="*/ 367064 w 559891"/>
                  <a:gd name="connsiteY33" fmla="*/ 159776 h 242082"/>
                  <a:gd name="connsiteX34" fmla="*/ 376589 w 559891"/>
                  <a:gd name="connsiteY34" fmla="*/ 178826 h 242082"/>
                  <a:gd name="connsiteX35" fmla="*/ 364683 w 559891"/>
                  <a:gd name="connsiteY35" fmla="*/ 166920 h 242082"/>
                  <a:gd name="connsiteX36" fmla="*/ 357084 w 559891"/>
                  <a:gd name="connsiteY36" fmla="*/ 156834 h 242082"/>
                  <a:gd name="connsiteX37" fmla="*/ 336108 w 559891"/>
                  <a:gd name="connsiteY37" fmla="*/ 159776 h 242082"/>
                  <a:gd name="connsiteX38" fmla="*/ 327546 w 559891"/>
                  <a:gd name="connsiteY38" fmla="*/ 159075 h 242082"/>
                  <a:gd name="connsiteX39" fmla="*/ 315132 w 559891"/>
                  <a:gd name="connsiteY39" fmla="*/ 160058 h 242082"/>
                  <a:gd name="connsiteX40" fmla="*/ 300389 w 559891"/>
                  <a:gd name="connsiteY40" fmla="*/ 164539 h 242082"/>
                  <a:gd name="connsiteX41" fmla="*/ 286102 w 559891"/>
                  <a:gd name="connsiteY41" fmla="*/ 190732 h 242082"/>
                  <a:gd name="connsiteX42" fmla="*/ 288483 w 559891"/>
                  <a:gd name="connsiteY42" fmla="*/ 221410 h 242082"/>
                  <a:gd name="connsiteX43" fmla="*/ 283721 w 559891"/>
                  <a:gd name="connsiteY43" fmla="*/ 181207 h 242082"/>
                  <a:gd name="connsiteX44" fmla="*/ 271814 w 559891"/>
                  <a:gd name="connsiteY44" fmla="*/ 166920 h 242082"/>
                  <a:gd name="connsiteX45" fmla="*/ 205139 w 559891"/>
                  <a:gd name="connsiteY45" fmla="*/ 181207 h 242082"/>
                  <a:gd name="connsiteX46" fmla="*/ 202812 w 559891"/>
                  <a:gd name="connsiteY46" fmla="*/ 197876 h 242082"/>
                  <a:gd name="connsiteX47" fmla="*/ 201340 w 559891"/>
                  <a:gd name="connsiteY47" fmla="*/ 239479 h 242082"/>
                  <a:gd name="connsiteX48" fmla="*/ 200377 w 559891"/>
                  <a:gd name="connsiteY48" fmla="*/ 185970 h 242082"/>
                  <a:gd name="connsiteX49" fmla="*/ 176564 w 559891"/>
                  <a:gd name="connsiteY49" fmla="*/ 183589 h 242082"/>
                  <a:gd name="connsiteX50" fmla="*/ 138464 w 559891"/>
                  <a:gd name="connsiteY50" fmla="*/ 176445 h 242082"/>
                  <a:gd name="connsiteX51" fmla="*/ 136083 w 559891"/>
                  <a:gd name="connsiteY51" fmla="*/ 205020 h 242082"/>
                  <a:gd name="connsiteX52" fmla="*/ 136083 w 559891"/>
                  <a:gd name="connsiteY52" fmla="*/ 239619 h 242082"/>
                  <a:gd name="connsiteX53" fmla="*/ 131431 w 559891"/>
                  <a:gd name="connsiteY53" fmla="*/ 181781 h 242082"/>
                  <a:gd name="connsiteX54" fmla="*/ 101382 w 559891"/>
                  <a:gd name="connsiteY54" fmla="*/ 176128 h 242082"/>
                  <a:gd name="connsiteX55" fmla="*/ 83151 w 559891"/>
                  <a:gd name="connsiteY55" fmla="*/ 177495 h 242082"/>
                  <a:gd name="connsiteX56" fmla="*/ 71550 w 559891"/>
                  <a:gd name="connsiteY56" fmla="*/ 185193 h 242082"/>
                  <a:gd name="connsiteX57" fmla="*/ 63943 w 559891"/>
                  <a:gd name="connsiteY57" fmla="*/ 171268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71550 w 559891"/>
                  <a:gd name="connsiteY56" fmla="*/ 185193 h 242086"/>
                  <a:gd name="connsiteX57" fmla="*/ 63943 w 559891"/>
                  <a:gd name="connsiteY57" fmla="*/ 17126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63943 w 559891"/>
                  <a:gd name="connsiteY57" fmla="*/ 17126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70389 w 559891"/>
                  <a:gd name="connsiteY57" fmla="*/ 177579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65956 w 559891"/>
                  <a:gd name="connsiteY57" fmla="*/ 17777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77241 w 559891"/>
                  <a:gd name="connsiteY55" fmla="*/ 177760 h 242086"/>
                  <a:gd name="connsiteX56" fmla="*/ 67110 w 559891"/>
                  <a:gd name="connsiteY56" fmla="*/ 221684 h 242086"/>
                  <a:gd name="connsiteX57" fmla="*/ 65956 w 559891"/>
                  <a:gd name="connsiteY57" fmla="*/ 177778 h 242086"/>
                  <a:gd name="connsiteX58" fmla="*/ 26487 w 559891"/>
                  <a:gd name="connsiteY58" fmla="*/ 169820 h 242086"/>
                  <a:gd name="connsiteX59" fmla="*/ 7646 w 559891"/>
                  <a:gd name="connsiteY59" fmla="*/ 176672 h 242086"/>
                  <a:gd name="connsiteX60" fmla="*/ 0 w 559891"/>
                  <a:gd name="connsiteY60" fmla="*/ 218985 h 24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59891" h="242086">
                    <a:moveTo>
                      <a:pt x="0" y="218985"/>
                    </a:moveTo>
                    <a:cubicBezTo>
                      <a:pt x="6011" y="227739"/>
                      <a:pt x="33535" y="227313"/>
                      <a:pt x="43711" y="229195"/>
                    </a:cubicBezTo>
                    <a:cubicBezTo>
                      <a:pt x="53887" y="231077"/>
                      <a:pt x="39807" y="231359"/>
                      <a:pt x="62798" y="233498"/>
                    </a:cubicBezTo>
                    <a:cubicBezTo>
                      <a:pt x="85789" y="235637"/>
                      <a:pt x="147844" y="242798"/>
                      <a:pt x="181656" y="242029"/>
                    </a:cubicBezTo>
                    <a:cubicBezTo>
                      <a:pt x="215468" y="241260"/>
                      <a:pt x="245648" y="232888"/>
                      <a:pt x="265669" y="228882"/>
                    </a:cubicBezTo>
                    <a:cubicBezTo>
                      <a:pt x="285690" y="224876"/>
                      <a:pt x="286600" y="222616"/>
                      <a:pt x="301783" y="217994"/>
                    </a:cubicBezTo>
                    <a:cubicBezTo>
                      <a:pt x="316966" y="213372"/>
                      <a:pt x="338554" y="208292"/>
                      <a:pt x="356768" y="201148"/>
                    </a:cubicBezTo>
                    <a:cubicBezTo>
                      <a:pt x="374982" y="194004"/>
                      <a:pt x="396247" y="183217"/>
                      <a:pt x="411066" y="175131"/>
                    </a:cubicBezTo>
                    <a:cubicBezTo>
                      <a:pt x="425885" y="167045"/>
                      <a:pt x="437424" y="158763"/>
                      <a:pt x="445684" y="152632"/>
                    </a:cubicBezTo>
                    <a:cubicBezTo>
                      <a:pt x="453944" y="146501"/>
                      <a:pt x="450994" y="148267"/>
                      <a:pt x="460629" y="138345"/>
                    </a:cubicBezTo>
                    <a:cubicBezTo>
                      <a:pt x="470264" y="128423"/>
                      <a:pt x="490618" y="108327"/>
                      <a:pt x="503492" y="93101"/>
                    </a:cubicBezTo>
                    <a:cubicBezTo>
                      <a:pt x="516367" y="77875"/>
                      <a:pt x="528644" y="61351"/>
                      <a:pt x="537876" y="46989"/>
                    </a:cubicBezTo>
                    <a:cubicBezTo>
                      <a:pt x="547108" y="32627"/>
                      <a:pt x="555924" y="14761"/>
                      <a:pt x="558886" y="6931"/>
                    </a:cubicBezTo>
                    <a:cubicBezTo>
                      <a:pt x="561848" y="-899"/>
                      <a:pt x="557505" y="73"/>
                      <a:pt x="555646" y="10"/>
                    </a:cubicBezTo>
                    <a:cubicBezTo>
                      <a:pt x="553787" y="-53"/>
                      <a:pt x="551776" y="5326"/>
                      <a:pt x="547730" y="6554"/>
                    </a:cubicBezTo>
                    <a:cubicBezTo>
                      <a:pt x="543684" y="7782"/>
                      <a:pt x="534494" y="4064"/>
                      <a:pt x="531371" y="7376"/>
                    </a:cubicBezTo>
                    <a:cubicBezTo>
                      <a:pt x="528248" y="10688"/>
                      <a:pt x="532164" y="21664"/>
                      <a:pt x="528989" y="26426"/>
                    </a:cubicBezTo>
                    <a:cubicBezTo>
                      <a:pt x="525814" y="31188"/>
                      <a:pt x="519068" y="33967"/>
                      <a:pt x="512321" y="35951"/>
                    </a:cubicBezTo>
                    <a:cubicBezTo>
                      <a:pt x="505574" y="37935"/>
                      <a:pt x="493270" y="34760"/>
                      <a:pt x="488508" y="38332"/>
                    </a:cubicBezTo>
                    <a:cubicBezTo>
                      <a:pt x="483746" y="41904"/>
                      <a:pt x="483746" y="51429"/>
                      <a:pt x="483746" y="57382"/>
                    </a:cubicBezTo>
                    <a:cubicBezTo>
                      <a:pt x="483746" y="63335"/>
                      <a:pt x="484767" y="70386"/>
                      <a:pt x="488508" y="74051"/>
                    </a:cubicBezTo>
                    <a:cubicBezTo>
                      <a:pt x="492249" y="77716"/>
                      <a:pt x="506590" y="79374"/>
                      <a:pt x="506193" y="79374"/>
                    </a:cubicBezTo>
                    <a:cubicBezTo>
                      <a:pt x="505796" y="79374"/>
                      <a:pt x="491456" y="71763"/>
                      <a:pt x="486127" y="74051"/>
                    </a:cubicBezTo>
                    <a:cubicBezTo>
                      <a:pt x="480798" y="76339"/>
                      <a:pt x="478587" y="87942"/>
                      <a:pt x="474221" y="93101"/>
                    </a:cubicBezTo>
                    <a:cubicBezTo>
                      <a:pt x="469855" y="98260"/>
                      <a:pt x="463117" y="100571"/>
                      <a:pt x="459933" y="105007"/>
                    </a:cubicBezTo>
                    <a:cubicBezTo>
                      <a:pt x="456749" y="109443"/>
                      <a:pt x="455194" y="115488"/>
                      <a:pt x="455118" y="119714"/>
                    </a:cubicBezTo>
                    <a:cubicBezTo>
                      <a:pt x="455042" y="123940"/>
                      <a:pt x="464232" y="130829"/>
                      <a:pt x="459478" y="130362"/>
                    </a:cubicBezTo>
                    <a:cubicBezTo>
                      <a:pt x="454724" y="129895"/>
                      <a:pt x="434458" y="119949"/>
                      <a:pt x="426596" y="116914"/>
                    </a:cubicBezTo>
                    <a:cubicBezTo>
                      <a:pt x="418734" y="113879"/>
                      <a:pt x="417071" y="110167"/>
                      <a:pt x="412308" y="112151"/>
                    </a:cubicBezTo>
                    <a:cubicBezTo>
                      <a:pt x="407546" y="114135"/>
                      <a:pt x="401593" y="123264"/>
                      <a:pt x="398021" y="128820"/>
                    </a:cubicBezTo>
                    <a:cubicBezTo>
                      <a:pt x="394449" y="134376"/>
                      <a:pt x="391189" y="141123"/>
                      <a:pt x="390877" y="145489"/>
                    </a:cubicBezTo>
                    <a:cubicBezTo>
                      <a:pt x="390565" y="149855"/>
                      <a:pt x="396450" y="154874"/>
                      <a:pt x="396147" y="155014"/>
                    </a:cubicBezTo>
                    <a:cubicBezTo>
                      <a:pt x="395844" y="155154"/>
                      <a:pt x="393904" y="145534"/>
                      <a:pt x="389057" y="146328"/>
                    </a:cubicBezTo>
                    <a:cubicBezTo>
                      <a:pt x="384210" y="147122"/>
                      <a:pt x="369142" y="154360"/>
                      <a:pt x="367064" y="159776"/>
                    </a:cubicBezTo>
                    <a:cubicBezTo>
                      <a:pt x="364986" y="165192"/>
                      <a:pt x="376986" y="177635"/>
                      <a:pt x="376589" y="178826"/>
                    </a:cubicBezTo>
                    <a:cubicBezTo>
                      <a:pt x="376192" y="180017"/>
                      <a:pt x="367934" y="170585"/>
                      <a:pt x="364683" y="166920"/>
                    </a:cubicBezTo>
                    <a:cubicBezTo>
                      <a:pt x="361432" y="163255"/>
                      <a:pt x="361846" y="158025"/>
                      <a:pt x="357084" y="156834"/>
                    </a:cubicBezTo>
                    <a:cubicBezTo>
                      <a:pt x="352322" y="155643"/>
                      <a:pt x="341031" y="159403"/>
                      <a:pt x="336108" y="159776"/>
                    </a:cubicBezTo>
                    <a:cubicBezTo>
                      <a:pt x="331185" y="160149"/>
                      <a:pt x="331042" y="159028"/>
                      <a:pt x="327546" y="159075"/>
                    </a:cubicBezTo>
                    <a:cubicBezTo>
                      <a:pt x="324050" y="159122"/>
                      <a:pt x="319658" y="159147"/>
                      <a:pt x="315132" y="160058"/>
                    </a:cubicBezTo>
                    <a:cubicBezTo>
                      <a:pt x="310606" y="160969"/>
                      <a:pt x="305227" y="159427"/>
                      <a:pt x="300389" y="164539"/>
                    </a:cubicBezTo>
                    <a:cubicBezTo>
                      <a:pt x="295551" y="169651"/>
                      <a:pt x="288086" y="181254"/>
                      <a:pt x="286102" y="190732"/>
                    </a:cubicBezTo>
                    <a:cubicBezTo>
                      <a:pt x="284118" y="200210"/>
                      <a:pt x="288880" y="222997"/>
                      <a:pt x="288483" y="221410"/>
                    </a:cubicBezTo>
                    <a:cubicBezTo>
                      <a:pt x="288086" y="219823"/>
                      <a:pt x="286499" y="190289"/>
                      <a:pt x="283721" y="181207"/>
                    </a:cubicBezTo>
                    <a:cubicBezTo>
                      <a:pt x="280943" y="172125"/>
                      <a:pt x="284911" y="166920"/>
                      <a:pt x="271814" y="166920"/>
                    </a:cubicBezTo>
                    <a:cubicBezTo>
                      <a:pt x="258717" y="166920"/>
                      <a:pt x="216639" y="176048"/>
                      <a:pt x="205139" y="181207"/>
                    </a:cubicBezTo>
                    <a:cubicBezTo>
                      <a:pt x="193639" y="186366"/>
                      <a:pt x="203445" y="188164"/>
                      <a:pt x="202812" y="197876"/>
                    </a:cubicBezTo>
                    <a:cubicBezTo>
                      <a:pt x="202179" y="207588"/>
                      <a:pt x="201746" y="241463"/>
                      <a:pt x="201340" y="239479"/>
                    </a:cubicBezTo>
                    <a:cubicBezTo>
                      <a:pt x="200934" y="237495"/>
                      <a:pt x="204506" y="195285"/>
                      <a:pt x="200377" y="185970"/>
                    </a:cubicBezTo>
                    <a:cubicBezTo>
                      <a:pt x="196248" y="176655"/>
                      <a:pt x="186883" y="185176"/>
                      <a:pt x="176564" y="183589"/>
                    </a:cubicBezTo>
                    <a:cubicBezTo>
                      <a:pt x="166245" y="182001"/>
                      <a:pt x="145211" y="172873"/>
                      <a:pt x="138464" y="176445"/>
                    </a:cubicBezTo>
                    <a:cubicBezTo>
                      <a:pt x="131717" y="180017"/>
                      <a:pt x="136480" y="194491"/>
                      <a:pt x="136083" y="205020"/>
                    </a:cubicBezTo>
                    <a:cubicBezTo>
                      <a:pt x="135686" y="215549"/>
                      <a:pt x="136858" y="243492"/>
                      <a:pt x="136083" y="239619"/>
                    </a:cubicBezTo>
                    <a:cubicBezTo>
                      <a:pt x="135308" y="235746"/>
                      <a:pt x="137214" y="192363"/>
                      <a:pt x="131431" y="181781"/>
                    </a:cubicBezTo>
                    <a:cubicBezTo>
                      <a:pt x="125648" y="171199"/>
                      <a:pt x="110414" y="176798"/>
                      <a:pt x="101382" y="176128"/>
                    </a:cubicBezTo>
                    <a:cubicBezTo>
                      <a:pt x="92350" y="175458"/>
                      <a:pt x="82953" y="170167"/>
                      <a:pt x="77241" y="177760"/>
                    </a:cubicBezTo>
                    <a:cubicBezTo>
                      <a:pt x="71529" y="185353"/>
                      <a:pt x="70311" y="222722"/>
                      <a:pt x="67110" y="221684"/>
                    </a:cubicBezTo>
                    <a:cubicBezTo>
                      <a:pt x="63909" y="220646"/>
                      <a:pt x="72726" y="186422"/>
                      <a:pt x="65956" y="177778"/>
                    </a:cubicBezTo>
                    <a:cubicBezTo>
                      <a:pt x="59186" y="169134"/>
                      <a:pt x="39926" y="172251"/>
                      <a:pt x="26487" y="169820"/>
                    </a:cubicBezTo>
                    <a:cubicBezTo>
                      <a:pt x="15767" y="173350"/>
                      <a:pt x="11721" y="168928"/>
                      <a:pt x="7646" y="176672"/>
                    </a:cubicBezTo>
                    <a:cubicBezTo>
                      <a:pt x="3571" y="184416"/>
                      <a:pt x="591" y="198729"/>
                      <a:pt x="0" y="218985"/>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1" name="Freeform: Shape 1390">
                <a:extLst>
                  <a:ext uri="{FF2B5EF4-FFF2-40B4-BE49-F238E27FC236}">
                    <a16:creationId xmlns:a16="http://schemas.microsoft.com/office/drawing/2014/main" id="{4620F151-300D-AF97-8E1B-84F238C956B5}"/>
                  </a:ext>
                </a:extLst>
              </p:cNvPr>
              <p:cNvSpPr/>
              <p:nvPr/>
            </p:nvSpPr>
            <p:spPr>
              <a:xfrm rot="7275208">
                <a:off x="2769370" y="4244448"/>
                <a:ext cx="144028" cy="110870"/>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 name="connsiteX0" fmla="*/ 7564 w 85876"/>
                  <a:gd name="connsiteY0" fmla="*/ 33396 h 38363"/>
                  <a:gd name="connsiteX1" fmla="*/ 9077 w 85876"/>
                  <a:gd name="connsiteY1" fmla="*/ 21078 h 38363"/>
                  <a:gd name="connsiteX2" fmla="*/ 17493 w 85876"/>
                  <a:gd name="connsiteY2" fmla="*/ 269 h 38363"/>
                  <a:gd name="connsiteX3" fmla="*/ 52030 w 85876"/>
                  <a:gd name="connsiteY3" fmla="*/ 14413 h 38363"/>
                  <a:gd name="connsiteX4" fmla="*/ 80709 w 85876"/>
                  <a:gd name="connsiteY4" fmla="*/ 21163 h 38363"/>
                  <a:gd name="connsiteX5" fmla="*/ 79573 w 85876"/>
                  <a:gd name="connsiteY5" fmla="*/ 37346 h 38363"/>
                  <a:gd name="connsiteX6" fmla="*/ 7564 w 85876"/>
                  <a:gd name="connsiteY6" fmla="*/ 33396 h 38363"/>
                  <a:gd name="connsiteX0" fmla="*/ 4505 w 82817"/>
                  <a:gd name="connsiteY0" fmla="*/ 33396 h 38363"/>
                  <a:gd name="connsiteX1" fmla="*/ 19742 w 82817"/>
                  <a:gd name="connsiteY1" fmla="*/ 24309 h 38363"/>
                  <a:gd name="connsiteX2" fmla="*/ 14434 w 82817"/>
                  <a:gd name="connsiteY2" fmla="*/ 269 h 38363"/>
                  <a:gd name="connsiteX3" fmla="*/ 48971 w 82817"/>
                  <a:gd name="connsiteY3" fmla="*/ 14413 h 38363"/>
                  <a:gd name="connsiteX4" fmla="*/ 77650 w 82817"/>
                  <a:gd name="connsiteY4" fmla="*/ 21163 h 38363"/>
                  <a:gd name="connsiteX5" fmla="*/ 76514 w 82817"/>
                  <a:gd name="connsiteY5" fmla="*/ 37346 h 38363"/>
                  <a:gd name="connsiteX6" fmla="*/ 4505 w 82817"/>
                  <a:gd name="connsiteY6" fmla="*/ 33396 h 38363"/>
                  <a:gd name="connsiteX0" fmla="*/ 4505 w 81503"/>
                  <a:gd name="connsiteY0" fmla="*/ 33396 h 42520"/>
                  <a:gd name="connsiteX1" fmla="*/ 19742 w 81503"/>
                  <a:gd name="connsiteY1" fmla="*/ 24309 h 42520"/>
                  <a:gd name="connsiteX2" fmla="*/ 14434 w 81503"/>
                  <a:gd name="connsiteY2" fmla="*/ 269 h 42520"/>
                  <a:gd name="connsiteX3" fmla="*/ 48971 w 81503"/>
                  <a:gd name="connsiteY3" fmla="*/ 14413 h 42520"/>
                  <a:gd name="connsiteX4" fmla="*/ 77650 w 81503"/>
                  <a:gd name="connsiteY4" fmla="*/ 21163 h 42520"/>
                  <a:gd name="connsiteX5" fmla="*/ 76514 w 81503"/>
                  <a:gd name="connsiteY5" fmla="*/ 37346 h 42520"/>
                  <a:gd name="connsiteX6" fmla="*/ 22738 w 81503"/>
                  <a:gd name="connsiteY6" fmla="*/ 42403 h 42520"/>
                  <a:gd name="connsiteX7" fmla="*/ 4505 w 81503"/>
                  <a:gd name="connsiteY7" fmla="*/ 33396 h 42520"/>
                  <a:gd name="connsiteX0" fmla="*/ 11210 w 88208"/>
                  <a:gd name="connsiteY0" fmla="*/ 33396 h 42520"/>
                  <a:gd name="connsiteX1" fmla="*/ 5020 w 88208"/>
                  <a:gd name="connsiteY1" fmla="*/ 19716 h 42520"/>
                  <a:gd name="connsiteX2" fmla="*/ 21139 w 88208"/>
                  <a:gd name="connsiteY2" fmla="*/ 269 h 42520"/>
                  <a:gd name="connsiteX3" fmla="*/ 55676 w 88208"/>
                  <a:gd name="connsiteY3" fmla="*/ 14413 h 42520"/>
                  <a:gd name="connsiteX4" fmla="*/ 84355 w 88208"/>
                  <a:gd name="connsiteY4" fmla="*/ 21163 h 42520"/>
                  <a:gd name="connsiteX5" fmla="*/ 83219 w 88208"/>
                  <a:gd name="connsiteY5" fmla="*/ 37346 h 42520"/>
                  <a:gd name="connsiteX6" fmla="*/ 29443 w 88208"/>
                  <a:gd name="connsiteY6" fmla="*/ 42403 h 42520"/>
                  <a:gd name="connsiteX7" fmla="*/ 11210 w 88208"/>
                  <a:gd name="connsiteY7" fmla="*/ 33396 h 42520"/>
                  <a:gd name="connsiteX0" fmla="*/ 11210 w 88208"/>
                  <a:gd name="connsiteY0" fmla="*/ 33396 h 42520"/>
                  <a:gd name="connsiteX1" fmla="*/ 5020 w 88208"/>
                  <a:gd name="connsiteY1" fmla="*/ 19716 h 42520"/>
                  <a:gd name="connsiteX2" fmla="*/ 21139 w 88208"/>
                  <a:gd name="connsiteY2" fmla="*/ 269 h 42520"/>
                  <a:gd name="connsiteX3" fmla="*/ 55676 w 88208"/>
                  <a:gd name="connsiteY3" fmla="*/ 14413 h 42520"/>
                  <a:gd name="connsiteX4" fmla="*/ 84355 w 88208"/>
                  <a:gd name="connsiteY4" fmla="*/ 21163 h 42520"/>
                  <a:gd name="connsiteX5" fmla="*/ 83219 w 88208"/>
                  <a:gd name="connsiteY5" fmla="*/ 37346 h 42520"/>
                  <a:gd name="connsiteX6" fmla="*/ 29444 w 88208"/>
                  <a:gd name="connsiteY6" fmla="*/ 42403 h 42520"/>
                  <a:gd name="connsiteX7" fmla="*/ 11210 w 88208"/>
                  <a:gd name="connsiteY7" fmla="*/ 33396 h 42520"/>
                  <a:gd name="connsiteX0" fmla="*/ 11210 w 88208"/>
                  <a:gd name="connsiteY0" fmla="*/ 20857 h 29981"/>
                  <a:gd name="connsiteX1" fmla="*/ 5020 w 88208"/>
                  <a:gd name="connsiteY1" fmla="*/ 7177 h 29981"/>
                  <a:gd name="connsiteX2" fmla="*/ 30183 w 88208"/>
                  <a:gd name="connsiteY2" fmla="*/ 2186 h 29981"/>
                  <a:gd name="connsiteX3" fmla="*/ 55676 w 88208"/>
                  <a:gd name="connsiteY3" fmla="*/ 1874 h 29981"/>
                  <a:gd name="connsiteX4" fmla="*/ 84355 w 88208"/>
                  <a:gd name="connsiteY4" fmla="*/ 8624 h 29981"/>
                  <a:gd name="connsiteX5" fmla="*/ 83219 w 88208"/>
                  <a:gd name="connsiteY5" fmla="*/ 24807 h 29981"/>
                  <a:gd name="connsiteX6" fmla="*/ 29444 w 88208"/>
                  <a:gd name="connsiteY6" fmla="*/ 29864 h 29981"/>
                  <a:gd name="connsiteX7" fmla="*/ 11210 w 88208"/>
                  <a:gd name="connsiteY7" fmla="*/ 20857 h 29981"/>
                  <a:gd name="connsiteX0" fmla="*/ 11210 w 88208"/>
                  <a:gd name="connsiteY0" fmla="*/ 43395 h 52519"/>
                  <a:gd name="connsiteX1" fmla="*/ 5020 w 88208"/>
                  <a:gd name="connsiteY1" fmla="*/ 29715 h 52519"/>
                  <a:gd name="connsiteX2" fmla="*/ 30183 w 88208"/>
                  <a:gd name="connsiteY2" fmla="*/ 24724 h 52519"/>
                  <a:gd name="connsiteX3" fmla="*/ 46267 w 88208"/>
                  <a:gd name="connsiteY3" fmla="*/ 248 h 52519"/>
                  <a:gd name="connsiteX4" fmla="*/ 84355 w 88208"/>
                  <a:gd name="connsiteY4" fmla="*/ 31162 h 52519"/>
                  <a:gd name="connsiteX5" fmla="*/ 83219 w 88208"/>
                  <a:gd name="connsiteY5" fmla="*/ 47345 h 52519"/>
                  <a:gd name="connsiteX6" fmla="*/ 29444 w 88208"/>
                  <a:gd name="connsiteY6" fmla="*/ 52402 h 52519"/>
                  <a:gd name="connsiteX7" fmla="*/ 11210 w 88208"/>
                  <a:gd name="connsiteY7" fmla="*/ 43395 h 52519"/>
                  <a:gd name="connsiteX0" fmla="*/ 11210 w 101615"/>
                  <a:gd name="connsiteY0" fmla="*/ 43395 h 52538"/>
                  <a:gd name="connsiteX1" fmla="*/ 5020 w 101615"/>
                  <a:gd name="connsiteY1" fmla="*/ 29715 h 52538"/>
                  <a:gd name="connsiteX2" fmla="*/ 30183 w 101615"/>
                  <a:gd name="connsiteY2" fmla="*/ 24724 h 52538"/>
                  <a:gd name="connsiteX3" fmla="*/ 46267 w 101615"/>
                  <a:gd name="connsiteY3" fmla="*/ 248 h 52538"/>
                  <a:gd name="connsiteX4" fmla="*/ 101260 w 101615"/>
                  <a:gd name="connsiteY4" fmla="*/ 28527 h 52538"/>
                  <a:gd name="connsiteX5" fmla="*/ 83219 w 101615"/>
                  <a:gd name="connsiteY5" fmla="*/ 47345 h 52538"/>
                  <a:gd name="connsiteX6" fmla="*/ 29444 w 101615"/>
                  <a:gd name="connsiteY6" fmla="*/ 52402 h 52538"/>
                  <a:gd name="connsiteX7" fmla="*/ 11210 w 101615"/>
                  <a:gd name="connsiteY7" fmla="*/ 43395 h 52538"/>
                  <a:gd name="connsiteX0" fmla="*/ 11210 w 101348"/>
                  <a:gd name="connsiteY0" fmla="*/ 43395 h 52420"/>
                  <a:gd name="connsiteX1" fmla="*/ 5020 w 101348"/>
                  <a:gd name="connsiteY1" fmla="*/ 29715 h 52420"/>
                  <a:gd name="connsiteX2" fmla="*/ 30183 w 101348"/>
                  <a:gd name="connsiteY2" fmla="*/ 24724 h 52420"/>
                  <a:gd name="connsiteX3" fmla="*/ 46267 w 101348"/>
                  <a:gd name="connsiteY3" fmla="*/ 248 h 52420"/>
                  <a:gd name="connsiteX4" fmla="*/ 101260 w 101348"/>
                  <a:gd name="connsiteY4" fmla="*/ 28527 h 52420"/>
                  <a:gd name="connsiteX5" fmla="*/ 52042 w 101348"/>
                  <a:gd name="connsiteY5" fmla="*/ 32189 h 52420"/>
                  <a:gd name="connsiteX6" fmla="*/ 29444 w 101348"/>
                  <a:gd name="connsiteY6" fmla="*/ 52402 h 52420"/>
                  <a:gd name="connsiteX7" fmla="*/ 11210 w 101348"/>
                  <a:gd name="connsiteY7" fmla="*/ 43395 h 52420"/>
                  <a:gd name="connsiteX0" fmla="*/ 11210 w 101327"/>
                  <a:gd name="connsiteY0" fmla="*/ 43395 h 52420"/>
                  <a:gd name="connsiteX1" fmla="*/ 5020 w 101327"/>
                  <a:gd name="connsiteY1" fmla="*/ 29715 h 52420"/>
                  <a:gd name="connsiteX2" fmla="*/ 30183 w 101327"/>
                  <a:gd name="connsiteY2" fmla="*/ 24724 h 52420"/>
                  <a:gd name="connsiteX3" fmla="*/ 46267 w 101327"/>
                  <a:gd name="connsiteY3" fmla="*/ 248 h 52420"/>
                  <a:gd name="connsiteX4" fmla="*/ 101260 w 101327"/>
                  <a:gd name="connsiteY4" fmla="*/ 28527 h 52420"/>
                  <a:gd name="connsiteX5" fmla="*/ 39294 w 101327"/>
                  <a:gd name="connsiteY5" fmla="*/ 32345 h 52420"/>
                  <a:gd name="connsiteX6" fmla="*/ 29444 w 101327"/>
                  <a:gd name="connsiteY6" fmla="*/ 52402 h 52420"/>
                  <a:gd name="connsiteX7" fmla="*/ 11210 w 101327"/>
                  <a:gd name="connsiteY7" fmla="*/ 43395 h 52420"/>
                  <a:gd name="connsiteX0" fmla="*/ 11210 w 101327"/>
                  <a:gd name="connsiteY0" fmla="*/ 43376 h 52401"/>
                  <a:gd name="connsiteX1" fmla="*/ 5020 w 101327"/>
                  <a:gd name="connsiteY1" fmla="*/ 29696 h 52401"/>
                  <a:gd name="connsiteX2" fmla="*/ 34524 w 101327"/>
                  <a:gd name="connsiteY2" fmla="*/ 27079 h 52401"/>
                  <a:gd name="connsiteX3" fmla="*/ 46267 w 101327"/>
                  <a:gd name="connsiteY3" fmla="*/ 229 h 52401"/>
                  <a:gd name="connsiteX4" fmla="*/ 101260 w 101327"/>
                  <a:gd name="connsiteY4" fmla="*/ 28508 h 52401"/>
                  <a:gd name="connsiteX5" fmla="*/ 39294 w 101327"/>
                  <a:gd name="connsiteY5" fmla="*/ 32326 h 52401"/>
                  <a:gd name="connsiteX6" fmla="*/ 29444 w 101327"/>
                  <a:gd name="connsiteY6" fmla="*/ 52383 h 52401"/>
                  <a:gd name="connsiteX7" fmla="*/ 11210 w 101327"/>
                  <a:gd name="connsiteY7" fmla="*/ 43376 h 52401"/>
                  <a:gd name="connsiteX0" fmla="*/ 11210 w 112566"/>
                  <a:gd name="connsiteY0" fmla="*/ 43376 h 52400"/>
                  <a:gd name="connsiteX1" fmla="*/ 5020 w 112566"/>
                  <a:gd name="connsiteY1" fmla="*/ 29696 h 52400"/>
                  <a:gd name="connsiteX2" fmla="*/ 34524 w 112566"/>
                  <a:gd name="connsiteY2" fmla="*/ 27079 h 52400"/>
                  <a:gd name="connsiteX3" fmla="*/ 46267 w 112566"/>
                  <a:gd name="connsiteY3" fmla="*/ 229 h 52400"/>
                  <a:gd name="connsiteX4" fmla="*/ 112509 w 112566"/>
                  <a:gd name="connsiteY4" fmla="*/ 33712 h 52400"/>
                  <a:gd name="connsiteX5" fmla="*/ 39294 w 112566"/>
                  <a:gd name="connsiteY5" fmla="*/ 32326 h 52400"/>
                  <a:gd name="connsiteX6" fmla="*/ 29444 w 112566"/>
                  <a:gd name="connsiteY6" fmla="*/ 52383 h 52400"/>
                  <a:gd name="connsiteX7" fmla="*/ 11210 w 112566"/>
                  <a:gd name="connsiteY7" fmla="*/ 43376 h 52400"/>
                  <a:gd name="connsiteX0" fmla="*/ 11210 w 135232"/>
                  <a:gd name="connsiteY0" fmla="*/ 43376 h 52398"/>
                  <a:gd name="connsiteX1" fmla="*/ 5020 w 135232"/>
                  <a:gd name="connsiteY1" fmla="*/ 29696 h 52398"/>
                  <a:gd name="connsiteX2" fmla="*/ 34524 w 135232"/>
                  <a:gd name="connsiteY2" fmla="*/ 27079 h 52398"/>
                  <a:gd name="connsiteX3" fmla="*/ 46267 w 135232"/>
                  <a:gd name="connsiteY3" fmla="*/ 229 h 52398"/>
                  <a:gd name="connsiteX4" fmla="*/ 135188 w 135232"/>
                  <a:gd name="connsiteY4" fmla="*/ 48973 h 52398"/>
                  <a:gd name="connsiteX5" fmla="*/ 39294 w 135232"/>
                  <a:gd name="connsiteY5" fmla="*/ 32326 h 52398"/>
                  <a:gd name="connsiteX6" fmla="*/ 29444 w 135232"/>
                  <a:gd name="connsiteY6" fmla="*/ 52383 h 52398"/>
                  <a:gd name="connsiteX7" fmla="*/ 11210 w 135232"/>
                  <a:gd name="connsiteY7" fmla="*/ 43376 h 52398"/>
                  <a:gd name="connsiteX0" fmla="*/ 11210 w 138650"/>
                  <a:gd name="connsiteY0" fmla="*/ 43376 h 61002"/>
                  <a:gd name="connsiteX1" fmla="*/ 5020 w 138650"/>
                  <a:gd name="connsiteY1" fmla="*/ 29696 h 61002"/>
                  <a:gd name="connsiteX2" fmla="*/ 34524 w 138650"/>
                  <a:gd name="connsiteY2" fmla="*/ 27079 h 61002"/>
                  <a:gd name="connsiteX3" fmla="*/ 46267 w 138650"/>
                  <a:gd name="connsiteY3" fmla="*/ 229 h 61002"/>
                  <a:gd name="connsiteX4" fmla="*/ 135188 w 138650"/>
                  <a:gd name="connsiteY4" fmla="*/ 48973 h 61002"/>
                  <a:gd name="connsiteX5" fmla="*/ 110972 w 138650"/>
                  <a:gd name="connsiteY5" fmla="*/ 60314 h 61002"/>
                  <a:gd name="connsiteX6" fmla="*/ 39294 w 138650"/>
                  <a:gd name="connsiteY6" fmla="*/ 32326 h 61002"/>
                  <a:gd name="connsiteX7" fmla="*/ 29444 w 138650"/>
                  <a:gd name="connsiteY7" fmla="*/ 52383 h 61002"/>
                  <a:gd name="connsiteX8" fmla="*/ 11210 w 138650"/>
                  <a:gd name="connsiteY8" fmla="*/ 43376 h 61002"/>
                  <a:gd name="connsiteX0" fmla="*/ 11210 w 147214"/>
                  <a:gd name="connsiteY0" fmla="*/ 43376 h 61074"/>
                  <a:gd name="connsiteX1" fmla="*/ 5020 w 147214"/>
                  <a:gd name="connsiteY1" fmla="*/ 29696 h 61074"/>
                  <a:gd name="connsiteX2" fmla="*/ 34524 w 147214"/>
                  <a:gd name="connsiteY2" fmla="*/ 27079 h 61074"/>
                  <a:gd name="connsiteX3" fmla="*/ 46267 w 147214"/>
                  <a:gd name="connsiteY3" fmla="*/ 229 h 61074"/>
                  <a:gd name="connsiteX4" fmla="*/ 144572 w 147214"/>
                  <a:gd name="connsiteY4" fmla="*/ 49829 h 61074"/>
                  <a:gd name="connsiteX5" fmla="*/ 110972 w 147214"/>
                  <a:gd name="connsiteY5" fmla="*/ 60314 h 61074"/>
                  <a:gd name="connsiteX6" fmla="*/ 39294 w 147214"/>
                  <a:gd name="connsiteY6" fmla="*/ 32326 h 61074"/>
                  <a:gd name="connsiteX7" fmla="*/ 29444 w 147214"/>
                  <a:gd name="connsiteY7" fmla="*/ 52383 h 61074"/>
                  <a:gd name="connsiteX8" fmla="*/ 11210 w 147214"/>
                  <a:gd name="connsiteY8" fmla="*/ 43376 h 61074"/>
                  <a:gd name="connsiteX0" fmla="*/ 11210 w 147214"/>
                  <a:gd name="connsiteY0" fmla="*/ 61831 h 79529"/>
                  <a:gd name="connsiteX1" fmla="*/ 5020 w 147214"/>
                  <a:gd name="connsiteY1" fmla="*/ 48151 h 79529"/>
                  <a:gd name="connsiteX2" fmla="*/ 34524 w 147214"/>
                  <a:gd name="connsiteY2" fmla="*/ 45534 h 79529"/>
                  <a:gd name="connsiteX3" fmla="*/ 14113 w 147214"/>
                  <a:gd name="connsiteY3" fmla="*/ 140 h 79529"/>
                  <a:gd name="connsiteX4" fmla="*/ 144572 w 147214"/>
                  <a:gd name="connsiteY4" fmla="*/ 68284 h 79529"/>
                  <a:gd name="connsiteX5" fmla="*/ 110972 w 147214"/>
                  <a:gd name="connsiteY5" fmla="*/ 78769 h 79529"/>
                  <a:gd name="connsiteX6" fmla="*/ 39294 w 147214"/>
                  <a:gd name="connsiteY6" fmla="*/ 50781 h 79529"/>
                  <a:gd name="connsiteX7" fmla="*/ 29444 w 147214"/>
                  <a:gd name="connsiteY7" fmla="*/ 70838 h 79529"/>
                  <a:gd name="connsiteX8" fmla="*/ 11210 w 147214"/>
                  <a:gd name="connsiteY8" fmla="*/ 61831 h 79529"/>
                  <a:gd name="connsiteX0" fmla="*/ 11210 w 147214"/>
                  <a:gd name="connsiteY0" fmla="*/ 62698 h 80396"/>
                  <a:gd name="connsiteX1" fmla="*/ 5020 w 147214"/>
                  <a:gd name="connsiteY1" fmla="*/ 49018 h 80396"/>
                  <a:gd name="connsiteX2" fmla="*/ 34524 w 147214"/>
                  <a:gd name="connsiteY2" fmla="*/ 46401 h 80396"/>
                  <a:gd name="connsiteX3" fmla="*/ 41072 w 147214"/>
                  <a:gd name="connsiteY3" fmla="*/ 29506 h 80396"/>
                  <a:gd name="connsiteX4" fmla="*/ 14113 w 147214"/>
                  <a:gd name="connsiteY4" fmla="*/ 1007 h 80396"/>
                  <a:gd name="connsiteX5" fmla="*/ 144572 w 147214"/>
                  <a:gd name="connsiteY5" fmla="*/ 69151 h 80396"/>
                  <a:gd name="connsiteX6" fmla="*/ 110972 w 147214"/>
                  <a:gd name="connsiteY6" fmla="*/ 79636 h 80396"/>
                  <a:gd name="connsiteX7" fmla="*/ 39294 w 147214"/>
                  <a:gd name="connsiteY7" fmla="*/ 51648 h 80396"/>
                  <a:gd name="connsiteX8" fmla="*/ 29444 w 147214"/>
                  <a:gd name="connsiteY8" fmla="*/ 71705 h 80396"/>
                  <a:gd name="connsiteX9" fmla="*/ 11210 w 147214"/>
                  <a:gd name="connsiteY9" fmla="*/ 62698 h 80396"/>
                  <a:gd name="connsiteX0" fmla="*/ 11210 w 147214"/>
                  <a:gd name="connsiteY0" fmla="*/ 60741 h 78439"/>
                  <a:gd name="connsiteX1" fmla="*/ 5020 w 147214"/>
                  <a:gd name="connsiteY1" fmla="*/ 47061 h 78439"/>
                  <a:gd name="connsiteX2" fmla="*/ 34524 w 147214"/>
                  <a:gd name="connsiteY2" fmla="*/ 44444 h 78439"/>
                  <a:gd name="connsiteX3" fmla="*/ 41072 w 147214"/>
                  <a:gd name="connsiteY3" fmla="*/ 27549 h 78439"/>
                  <a:gd name="connsiteX4" fmla="*/ 7387 w 147214"/>
                  <a:gd name="connsiteY4" fmla="*/ 1075 h 78439"/>
                  <a:gd name="connsiteX5" fmla="*/ 144572 w 147214"/>
                  <a:gd name="connsiteY5" fmla="*/ 67194 h 78439"/>
                  <a:gd name="connsiteX6" fmla="*/ 110972 w 147214"/>
                  <a:gd name="connsiteY6" fmla="*/ 77679 h 78439"/>
                  <a:gd name="connsiteX7" fmla="*/ 39294 w 147214"/>
                  <a:gd name="connsiteY7" fmla="*/ 49691 h 78439"/>
                  <a:gd name="connsiteX8" fmla="*/ 29444 w 147214"/>
                  <a:gd name="connsiteY8" fmla="*/ 69748 h 78439"/>
                  <a:gd name="connsiteX9" fmla="*/ 11210 w 147214"/>
                  <a:gd name="connsiteY9" fmla="*/ 60741 h 78439"/>
                  <a:gd name="connsiteX0" fmla="*/ 11210 w 147214"/>
                  <a:gd name="connsiteY0" fmla="*/ 60632 h 78330"/>
                  <a:gd name="connsiteX1" fmla="*/ 5020 w 147214"/>
                  <a:gd name="connsiteY1" fmla="*/ 46952 h 78330"/>
                  <a:gd name="connsiteX2" fmla="*/ 34524 w 147214"/>
                  <a:gd name="connsiteY2" fmla="*/ 44335 h 78330"/>
                  <a:gd name="connsiteX3" fmla="*/ 37800 w 147214"/>
                  <a:gd name="connsiteY3" fmla="*/ 30879 h 78330"/>
                  <a:gd name="connsiteX4" fmla="*/ 7387 w 147214"/>
                  <a:gd name="connsiteY4" fmla="*/ 966 h 78330"/>
                  <a:gd name="connsiteX5" fmla="*/ 144572 w 147214"/>
                  <a:gd name="connsiteY5" fmla="*/ 67085 h 78330"/>
                  <a:gd name="connsiteX6" fmla="*/ 110972 w 147214"/>
                  <a:gd name="connsiteY6" fmla="*/ 77570 h 78330"/>
                  <a:gd name="connsiteX7" fmla="*/ 39294 w 147214"/>
                  <a:gd name="connsiteY7" fmla="*/ 49582 h 78330"/>
                  <a:gd name="connsiteX8" fmla="*/ 29444 w 147214"/>
                  <a:gd name="connsiteY8" fmla="*/ 69639 h 78330"/>
                  <a:gd name="connsiteX9" fmla="*/ 11210 w 147214"/>
                  <a:gd name="connsiteY9" fmla="*/ 60632 h 78330"/>
                  <a:gd name="connsiteX0" fmla="*/ 11210 w 146625"/>
                  <a:gd name="connsiteY0" fmla="*/ 60632 h 75909"/>
                  <a:gd name="connsiteX1" fmla="*/ 5020 w 146625"/>
                  <a:gd name="connsiteY1" fmla="*/ 46952 h 75909"/>
                  <a:gd name="connsiteX2" fmla="*/ 34524 w 146625"/>
                  <a:gd name="connsiteY2" fmla="*/ 44335 h 75909"/>
                  <a:gd name="connsiteX3" fmla="*/ 37800 w 146625"/>
                  <a:gd name="connsiteY3" fmla="*/ 30879 h 75909"/>
                  <a:gd name="connsiteX4" fmla="*/ 7387 w 146625"/>
                  <a:gd name="connsiteY4" fmla="*/ 966 h 75909"/>
                  <a:gd name="connsiteX5" fmla="*/ 144572 w 146625"/>
                  <a:gd name="connsiteY5" fmla="*/ 67085 h 75909"/>
                  <a:gd name="connsiteX6" fmla="*/ 99815 w 146625"/>
                  <a:gd name="connsiteY6" fmla="*/ 74794 h 75909"/>
                  <a:gd name="connsiteX7" fmla="*/ 39294 w 146625"/>
                  <a:gd name="connsiteY7" fmla="*/ 49582 h 75909"/>
                  <a:gd name="connsiteX8" fmla="*/ 29444 w 146625"/>
                  <a:gd name="connsiteY8" fmla="*/ 69639 h 75909"/>
                  <a:gd name="connsiteX9" fmla="*/ 11210 w 146625"/>
                  <a:gd name="connsiteY9" fmla="*/ 60632 h 75909"/>
                  <a:gd name="connsiteX0" fmla="*/ 11210 w 146493"/>
                  <a:gd name="connsiteY0" fmla="*/ 60632 h 74794"/>
                  <a:gd name="connsiteX1" fmla="*/ 5020 w 146493"/>
                  <a:gd name="connsiteY1" fmla="*/ 46952 h 74794"/>
                  <a:gd name="connsiteX2" fmla="*/ 34524 w 146493"/>
                  <a:gd name="connsiteY2" fmla="*/ 44335 h 74794"/>
                  <a:gd name="connsiteX3" fmla="*/ 37800 w 146493"/>
                  <a:gd name="connsiteY3" fmla="*/ 30879 h 74794"/>
                  <a:gd name="connsiteX4" fmla="*/ 7387 w 146493"/>
                  <a:gd name="connsiteY4" fmla="*/ 966 h 74794"/>
                  <a:gd name="connsiteX5" fmla="*/ 144572 w 146493"/>
                  <a:gd name="connsiteY5" fmla="*/ 67085 h 74794"/>
                  <a:gd name="connsiteX6" fmla="*/ 99815 w 146493"/>
                  <a:gd name="connsiteY6" fmla="*/ 74794 h 74794"/>
                  <a:gd name="connsiteX7" fmla="*/ 39294 w 146493"/>
                  <a:gd name="connsiteY7" fmla="*/ 49582 h 74794"/>
                  <a:gd name="connsiteX8" fmla="*/ 29444 w 146493"/>
                  <a:gd name="connsiteY8" fmla="*/ 69639 h 74794"/>
                  <a:gd name="connsiteX9" fmla="*/ 11210 w 146493"/>
                  <a:gd name="connsiteY9" fmla="*/ 60632 h 74794"/>
                  <a:gd name="connsiteX0" fmla="*/ 11210 w 144572"/>
                  <a:gd name="connsiteY0" fmla="*/ 60632 h 74794"/>
                  <a:gd name="connsiteX1" fmla="*/ 5020 w 144572"/>
                  <a:gd name="connsiteY1" fmla="*/ 46952 h 74794"/>
                  <a:gd name="connsiteX2" fmla="*/ 34524 w 144572"/>
                  <a:gd name="connsiteY2" fmla="*/ 44335 h 74794"/>
                  <a:gd name="connsiteX3" fmla="*/ 37800 w 144572"/>
                  <a:gd name="connsiteY3" fmla="*/ 30879 h 74794"/>
                  <a:gd name="connsiteX4" fmla="*/ 7387 w 144572"/>
                  <a:gd name="connsiteY4" fmla="*/ 966 h 74794"/>
                  <a:gd name="connsiteX5" fmla="*/ 144572 w 144572"/>
                  <a:gd name="connsiteY5" fmla="*/ 67085 h 74794"/>
                  <a:gd name="connsiteX6" fmla="*/ 99815 w 144572"/>
                  <a:gd name="connsiteY6" fmla="*/ 74794 h 74794"/>
                  <a:gd name="connsiteX7" fmla="*/ 39294 w 144572"/>
                  <a:gd name="connsiteY7" fmla="*/ 49582 h 74794"/>
                  <a:gd name="connsiteX8" fmla="*/ 29444 w 144572"/>
                  <a:gd name="connsiteY8" fmla="*/ 69639 h 74794"/>
                  <a:gd name="connsiteX9" fmla="*/ 11210 w 144572"/>
                  <a:gd name="connsiteY9" fmla="*/ 60632 h 74794"/>
                  <a:gd name="connsiteX0" fmla="*/ 11210 w 144572"/>
                  <a:gd name="connsiteY0" fmla="*/ 60632 h 77675"/>
                  <a:gd name="connsiteX1" fmla="*/ 5020 w 144572"/>
                  <a:gd name="connsiteY1" fmla="*/ 46952 h 77675"/>
                  <a:gd name="connsiteX2" fmla="*/ 34524 w 144572"/>
                  <a:gd name="connsiteY2" fmla="*/ 44335 h 77675"/>
                  <a:gd name="connsiteX3" fmla="*/ 37800 w 144572"/>
                  <a:gd name="connsiteY3" fmla="*/ 30879 h 77675"/>
                  <a:gd name="connsiteX4" fmla="*/ 7387 w 144572"/>
                  <a:gd name="connsiteY4" fmla="*/ 966 h 77675"/>
                  <a:gd name="connsiteX5" fmla="*/ 144572 w 144572"/>
                  <a:gd name="connsiteY5" fmla="*/ 67085 h 77675"/>
                  <a:gd name="connsiteX6" fmla="*/ 102474 w 144572"/>
                  <a:gd name="connsiteY6" fmla="*/ 77675 h 77675"/>
                  <a:gd name="connsiteX7" fmla="*/ 39294 w 144572"/>
                  <a:gd name="connsiteY7" fmla="*/ 49582 h 77675"/>
                  <a:gd name="connsiteX8" fmla="*/ 29444 w 144572"/>
                  <a:gd name="connsiteY8" fmla="*/ 69639 h 77675"/>
                  <a:gd name="connsiteX9" fmla="*/ 11210 w 144572"/>
                  <a:gd name="connsiteY9" fmla="*/ 60632 h 77675"/>
                  <a:gd name="connsiteX0" fmla="*/ 11210 w 144572"/>
                  <a:gd name="connsiteY0" fmla="*/ 60632 h 77675"/>
                  <a:gd name="connsiteX1" fmla="*/ 5020 w 144572"/>
                  <a:gd name="connsiteY1" fmla="*/ 46952 h 77675"/>
                  <a:gd name="connsiteX2" fmla="*/ 34524 w 144572"/>
                  <a:gd name="connsiteY2" fmla="*/ 44335 h 77675"/>
                  <a:gd name="connsiteX3" fmla="*/ 37800 w 144572"/>
                  <a:gd name="connsiteY3" fmla="*/ 30879 h 77675"/>
                  <a:gd name="connsiteX4" fmla="*/ 7387 w 144572"/>
                  <a:gd name="connsiteY4" fmla="*/ 966 h 77675"/>
                  <a:gd name="connsiteX5" fmla="*/ 144572 w 144572"/>
                  <a:gd name="connsiteY5" fmla="*/ 67085 h 77675"/>
                  <a:gd name="connsiteX6" fmla="*/ 102474 w 144572"/>
                  <a:gd name="connsiteY6" fmla="*/ 77675 h 77675"/>
                  <a:gd name="connsiteX7" fmla="*/ 39294 w 144572"/>
                  <a:gd name="connsiteY7" fmla="*/ 49582 h 77675"/>
                  <a:gd name="connsiteX8" fmla="*/ 21832 w 144572"/>
                  <a:gd name="connsiteY8" fmla="*/ 70703 h 77675"/>
                  <a:gd name="connsiteX9" fmla="*/ 11210 w 144572"/>
                  <a:gd name="connsiteY9" fmla="*/ 60632 h 77675"/>
                  <a:gd name="connsiteX0" fmla="*/ 14693 w 143011"/>
                  <a:gd name="connsiteY0" fmla="*/ 59113 h 77675"/>
                  <a:gd name="connsiteX1" fmla="*/ 3459 w 143011"/>
                  <a:gd name="connsiteY1" fmla="*/ 46952 h 77675"/>
                  <a:gd name="connsiteX2" fmla="*/ 32963 w 143011"/>
                  <a:gd name="connsiteY2" fmla="*/ 44335 h 77675"/>
                  <a:gd name="connsiteX3" fmla="*/ 36239 w 143011"/>
                  <a:gd name="connsiteY3" fmla="*/ 30879 h 77675"/>
                  <a:gd name="connsiteX4" fmla="*/ 5826 w 143011"/>
                  <a:gd name="connsiteY4" fmla="*/ 966 h 77675"/>
                  <a:gd name="connsiteX5" fmla="*/ 143011 w 143011"/>
                  <a:gd name="connsiteY5" fmla="*/ 67085 h 77675"/>
                  <a:gd name="connsiteX6" fmla="*/ 100913 w 143011"/>
                  <a:gd name="connsiteY6" fmla="*/ 77675 h 77675"/>
                  <a:gd name="connsiteX7" fmla="*/ 37733 w 143011"/>
                  <a:gd name="connsiteY7" fmla="*/ 49582 h 77675"/>
                  <a:gd name="connsiteX8" fmla="*/ 20271 w 143011"/>
                  <a:gd name="connsiteY8" fmla="*/ 70703 h 77675"/>
                  <a:gd name="connsiteX9" fmla="*/ 14693 w 143011"/>
                  <a:gd name="connsiteY9" fmla="*/ 59113 h 77675"/>
                  <a:gd name="connsiteX0" fmla="*/ 24831 w 153149"/>
                  <a:gd name="connsiteY0" fmla="*/ 59113 h 77675"/>
                  <a:gd name="connsiteX1" fmla="*/ 1828 w 153149"/>
                  <a:gd name="connsiteY1" fmla="*/ 50495 h 77675"/>
                  <a:gd name="connsiteX2" fmla="*/ 43101 w 153149"/>
                  <a:gd name="connsiteY2" fmla="*/ 44335 h 77675"/>
                  <a:gd name="connsiteX3" fmla="*/ 46377 w 153149"/>
                  <a:gd name="connsiteY3" fmla="*/ 30879 h 77675"/>
                  <a:gd name="connsiteX4" fmla="*/ 15964 w 153149"/>
                  <a:gd name="connsiteY4" fmla="*/ 966 h 77675"/>
                  <a:gd name="connsiteX5" fmla="*/ 153149 w 153149"/>
                  <a:gd name="connsiteY5" fmla="*/ 67085 h 77675"/>
                  <a:gd name="connsiteX6" fmla="*/ 111051 w 153149"/>
                  <a:gd name="connsiteY6" fmla="*/ 77675 h 77675"/>
                  <a:gd name="connsiteX7" fmla="*/ 47871 w 153149"/>
                  <a:gd name="connsiteY7" fmla="*/ 49582 h 77675"/>
                  <a:gd name="connsiteX8" fmla="*/ 30409 w 153149"/>
                  <a:gd name="connsiteY8" fmla="*/ 70703 h 77675"/>
                  <a:gd name="connsiteX9" fmla="*/ 24831 w 153149"/>
                  <a:gd name="connsiteY9"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47871 w 153149"/>
                  <a:gd name="connsiteY8" fmla="*/ 49582 h 77675"/>
                  <a:gd name="connsiteX9" fmla="*/ 30409 w 153149"/>
                  <a:gd name="connsiteY9" fmla="*/ 70703 h 77675"/>
                  <a:gd name="connsiteX10" fmla="*/ 24831 w 153149"/>
                  <a:gd name="connsiteY10"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78072 w 153149"/>
                  <a:gd name="connsiteY8" fmla="*/ 61351 h 77675"/>
                  <a:gd name="connsiteX9" fmla="*/ 30409 w 153149"/>
                  <a:gd name="connsiteY9" fmla="*/ 70703 h 77675"/>
                  <a:gd name="connsiteX10" fmla="*/ 24831 w 153149"/>
                  <a:gd name="connsiteY10"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78072 w 153149"/>
                  <a:gd name="connsiteY8" fmla="*/ 61351 h 77675"/>
                  <a:gd name="connsiteX9" fmla="*/ 30409 w 153149"/>
                  <a:gd name="connsiteY9" fmla="*/ 70703 h 77675"/>
                  <a:gd name="connsiteX10" fmla="*/ 24831 w 153149"/>
                  <a:gd name="connsiteY10" fmla="*/ 59113 h 7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149" h="77675">
                    <a:moveTo>
                      <a:pt x="24831" y="59113"/>
                    </a:moveTo>
                    <a:cubicBezTo>
                      <a:pt x="11030" y="54565"/>
                      <a:pt x="-5584" y="51504"/>
                      <a:pt x="1828" y="50495"/>
                    </a:cubicBezTo>
                    <a:cubicBezTo>
                      <a:pt x="2102" y="48015"/>
                      <a:pt x="24026" y="50062"/>
                      <a:pt x="30905" y="49035"/>
                    </a:cubicBezTo>
                    <a:cubicBezTo>
                      <a:pt x="37784" y="48008"/>
                      <a:pt x="39784" y="46561"/>
                      <a:pt x="43101" y="44335"/>
                    </a:cubicBezTo>
                    <a:cubicBezTo>
                      <a:pt x="46985" y="41109"/>
                      <a:pt x="49779" y="38445"/>
                      <a:pt x="46377" y="30879"/>
                    </a:cubicBezTo>
                    <a:cubicBezTo>
                      <a:pt x="42975" y="23313"/>
                      <a:pt x="-3410" y="-5615"/>
                      <a:pt x="15964" y="966"/>
                    </a:cubicBezTo>
                    <a:cubicBezTo>
                      <a:pt x="35338" y="7547"/>
                      <a:pt x="141585" y="58942"/>
                      <a:pt x="153149" y="67085"/>
                    </a:cubicBezTo>
                    <a:cubicBezTo>
                      <a:pt x="149307" y="72503"/>
                      <a:pt x="123487" y="76608"/>
                      <a:pt x="111051" y="77675"/>
                    </a:cubicBezTo>
                    <a:cubicBezTo>
                      <a:pt x="95069" y="74901"/>
                      <a:pt x="91512" y="62513"/>
                      <a:pt x="78072" y="61351"/>
                    </a:cubicBezTo>
                    <a:cubicBezTo>
                      <a:pt x="64632" y="60189"/>
                      <a:pt x="42410" y="71361"/>
                      <a:pt x="30409" y="70703"/>
                    </a:cubicBezTo>
                    <a:cubicBezTo>
                      <a:pt x="18408" y="70045"/>
                      <a:pt x="25993" y="60907"/>
                      <a:pt x="24831" y="59113"/>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Freeform: Shape 1398">
                <a:extLst>
                  <a:ext uri="{FF2B5EF4-FFF2-40B4-BE49-F238E27FC236}">
                    <a16:creationId xmlns:a16="http://schemas.microsoft.com/office/drawing/2014/main" id="{CFB5F37E-1A95-F4A4-C5E3-63976A887F37}"/>
                  </a:ext>
                </a:extLst>
              </p:cNvPr>
              <p:cNvSpPr/>
              <p:nvPr/>
            </p:nvSpPr>
            <p:spPr>
              <a:xfrm rot="207560">
                <a:off x="2631279" y="4235994"/>
                <a:ext cx="119521" cy="139353"/>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747" h="122569">
                    <a:moveTo>
                      <a:pt x="12462" y="116689"/>
                    </a:moveTo>
                    <a:cubicBezTo>
                      <a:pt x="1746" y="103830"/>
                      <a:pt x="-1428" y="44061"/>
                      <a:pt x="556" y="28583"/>
                    </a:cubicBezTo>
                    <a:cubicBezTo>
                      <a:pt x="2540" y="13105"/>
                      <a:pt x="11271" y="25804"/>
                      <a:pt x="24368" y="23820"/>
                    </a:cubicBezTo>
                    <a:cubicBezTo>
                      <a:pt x="37465" y="21836"/>
                      <a:pt x="62468" y="20646"/>
                      <a:pt x="79137" y="16677"/>
                    </a:cubicBezTo>
                    <a:cubicBezTo>
                      <a:pt x="95806" y="12708"/>
                      <a:pt x="114459" y="-389"/>
                      <a:pt x="124381" y="8"/>
                    </a:cubicBezTo>
                    <a:cubicBezTo>
                      <a:pt x="134303" y="405"/>
                      <a:pt x="139462" y="13105"/>
                      <a:pt x="138668" y="19058"/>
                    </a:cubicBezTo>
                    <a:cubicBezTo>
                      <a:pt x="137874" y="25011"/>
                      <a:pt x="131127" y="32155"/>
                      <a:pt x="119618" y="35727"/>
                    </a:cubicBezTo>
                    <a:cubicBezTo>
                      <a:pt x="108109" y="39299"/>
                      <a:pt x="81518" y="36520"/>
                      <a:pt x="69612" y="40489"/>
                    </a:cubicBezTo>
                    <a:cubicBezTo>
                      <a:pt x="57706" y="44458"/>
                      <a:pt x="48975" y="45648"/>
                      <a:pt x="48181" y="59539"/>
                    </a:cubicBezTo>
                    <a:cubicBezTo>
                      <a:pt x="47387" y="73430"/>
                      <a:pt x="65644" y="92242"/>
                      <a:pt x="64850" y="105736"/>
                    </a:cubicBezTo>
                    <a:cubicBezTo>
                      <a:pt x="64056" y="119230"/>
                      <a:pt x="23178" y="129548"/>
                      <a:pt x="12462" y="11668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Freeform: Shape 1399">
                <a:extLst>
                  <a:ext uri="{FF2B5EF4-FFF2-40B4-BE49-F238E27FC236}">
                    <a16:creationId xmlns:a16="http://schemas.microsoft.com/office/drawing/2014/main" id="{91D365BF-65E4-404F-9A22-C462F5F847EE}"/>
                  </a:ext>
                </a:extLst>
              </p:cNvPr>
              <p:cNvSpPr/>
              <p:nvPr/>
            </p:nvSpPr>
            <p:spPr>
              <a:xfrm rot="16839570">
                <a:off x="2532043" y="4251649"/>
                <a:ext cx="80340" cy="84297"/>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0541 w 67929"/>
                  <a:gd name="connsiteY0" fmla="*/ 71718 h 75435"/>
                  <a:gd name="connsiteX1" fmla="*/ 2947 w 67929"/>
                  <a:gd name="connsiteY1" fmla="*/ 37948 h 75435"/>
                  <a:gd name="connsiteX2" fmla="*/ 5586 w 67929"/>
                  <a:gd name="connsiteY2" fmla="*/ 3900 h 75435"/>
                  <a:gd name="connsiteX3" fmla="*/ 64205 w 67929"/>
                  <a:gd name="connsiteY3" fmla="*/ 1337 h 75435"/>
                  <a:gd name="connsiteX4" fmla="*/ 60796 w 67929"/>
                  <a:gd name="connsiteY4" fmla="*/ 9192 h 75435"/>
                  <a:gd name="connsiteX5" fmla="*/ 51425 w 67929"/>
                  <a:gd name="connsiteY5" fmla="*/ 34545 h 75435"/>
                  <a:gd name="connsiteX6" fmla="*/ 64506 w 67929"/>
                  <a:gd name="connsiteY6" fmla="*/ 70394 h 75435"/>
                  <a:gd name="connsiteX7" fmla="*/ 10541 w 67929"/>
                  <a:gd name="connsiteY7" fmla="*/ 71718 h 7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929" h="75435">
                    <a:moveTo>
                      <a:pt x="10541" y="71718"/>
                    </a:moveTo>
                    <a:cubicBezTo>
                      <a:pt x="281" y="66310"/>
                      <a:pt x="3773" y="49251"/>
                      <a:pt x="2947" y="37948"/>
                    </a:cubicBezTo>
                    <a:cubicBezTo>
                      <a:pt x="2121" y="26645"/>
                      <a:pt x="-4624" y="10002"/>
                      <a:pt x="5586" y="3900"/>
                    </a:cubicBezTo>
                    <a:cubicBezTo>
                      <a:pt x="15796" y="-2202"/>
                      <a:pt x="55003" y="455"/>
                      <a:pt x="64205" y="1337"/>
                    </a:cubicBezTo>
                    <a:cubicBezTo>
                      <a:pt x="73407" y="2219"/>
                      <a:pt x="62926" y="3657"/>
                      <a:pt x="60796" y="9192"/>
                    </a:cubicBezTo>
                    <a:cubicBezTo>
                      <a:pt x="58666" y="14727"/>
                      <a:pt x="52219" y="20654"/>
                      <a:pt x="51425" y="34545"/>
                    </a:cubicBezTo>
                    <a:cubicBezTo>
                      <a:pt x="50631" y="48436"/>
                      <a:pt x="71320" y="64199"/>
                      <a:pt x="64506" y="70394"/>
                    </a:cubicBezTo>
                    <a:cubicBezTo>
                      <a:pt x="57692" y="76589"/>
                      <a:pt x="20801" y="77126"/>
                      <a:pt x="10541" y="71718"/>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2" name="Freeform: Shape 1401">
                <a:extLst>
                  <a:ext uri="{FF2B5EF4-FFF2-40B4-BE49-F238E27FC236}">
                    <a16:creationId xmlns:a16="http://schemas.microsoft.com/office/drawing/2014/main" id="{F83D99FC-5D11-CA14-521E-5316ABB7204F}"/>
                  </a:ext>
                </a:extLst>
              </p:cNvPr>
              <p:cNvSpPr/>
              <p:nvPr/>
            </p:nvSpPr>
            <p:spPr>
              <a:xfrm rot="16839570">
                <a:off x="2345070" y="4215613"/>
                <a:ext cx="39969" cy="68721"/>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317 w 110848"/>
                  <a:gd name="connsiteY0" fmla="*/ 45800 h 70699"/>
                  <a:gd name="connsiteX1" fmla="*/ 43296 w 110848"/>
                  <a:gd name="connsiteY1" fmla="*/ 37948 h 70699"/>
                  <a:gd name="connsiteX2" fmla="*/ 45935 w 110848"/>
                  <a:gd name="connsiteY2" fmla="*/ 3900 h 70699"/>
                  <a:gd name="connsiteX3" fmla="*/ 104554 w 110848"/>
                  <a:gd name="connsiteY3" fmla="*/ 1337 h 70699"/>
                  <a:gd name="connsiteX4" fmla="*/ 101145 w 110848"/>
                  <a:gd name="connsiteY4" fmla="*/ 9192 h 70699"/>
                  <a:gd name="connsiteX5" fmla="*/ 99569 w 110848"/>
                  <a:gd name="connsiteY5" fmla="*/ 26798 h 70699"/>
                  <a:gd name="connsiteX6" fmla="*/ 104855 w 110848"/>
                  <a:gd name="connsiteY6" fmla="*/ 70394 h 70699"/>
                  <a:gd name="connsiteX7" fmla="*/ 1317 w 110848"/>
                  <a:gd name="connsiteY7" fmla="*/ 45800 h 70699"/>
                  <a:gd name="connsiteX0" fmla="*/ 453 w 107185"/>
                  <a:gd name="connsiteY0" fmla="*/ 45800 h 55583"/>
                  <a:gd name="connsiteX1" fmla="*/ 42432 w 107185"/>
                  <a:gd name="connsiteY1" fmla="*/ 37948 h 55583"/>
                  <a:gd name="connsiteX2" fmla="*/ 45071 w 107185"/>
                  <a:gd name="connsiteY2" fmla="*/ 3900 h 55583"/>
                  <a:gd name="connsiteX3" fmla="*/ 103690 w 107185"/>
                  <a:gd name="connsiteY3" fmla="*/ 1337 h 55583"/>
                  <a:gd name="connsiteX4" fmla="*/ 100281 w 107185"/>
                  <a:gd name="connsiteY4" fmla="*/ 9192 h 55583"/>
                  <a:gd name="connsiteX5" fmla="*/ 98705 w 107185"/>
                  <a:gd name="connsiteY5" fmla="*/ 26798 h 55583"/>
                  <a:gd name="connsiteX6" fmla="*/ 76078 w 107185"/>
                  <a:gd name="connsiteY6" fmla="*/ 54944 h 55583"/>
                  <a:gd name="connsiteX7" fmla="*/ 453 w 107185"/>
                  <a:gd name="connsiteY7" fmla="*/ 45800 h 55583"/>
                  <a:gd name="connsiteX0" fmla="*/ 453 w 107185"/>
                  <a:gd name="connsiteY0" fmla="*/ 44688 h 54471"/>
                  <a:gd name="connsiteX1" fmla="*/ 42432 w 107185"/>
                  <a:gd name="connsiteY1" fmla="*/ 36836 h 54471"/>
                  <a:gd name="connsiteX2" fmla="*/ 60739 w 107185"/>
                  <a:gd name="connsiteY2" fmla="*/ 9549 h 54471"/>
                  <a:gd name="connsiteX3" fmla="*/ 45071 w 107185"/>
                  <a:gd name="connsiteY3" fmla="*/ 2788 h 54471"/>
                  <a:gd name="connsiteX4" fmla="*/ 103690 w 107185"/>
                  <a:gd name="connsiteY4" fmla="*/ 225 h 54471"/>
                  <a:gd name="connsiteX5" fmla="*/ 100281 w 107185"/>
                  <a:gd name="connsiteY5" fmla="*/ 8080 h 54471"/>
                  <a:gd name="connsiteX6" fmla="*/ 98705 w 107185"/>
                  <a:gd name="connsiteY6" fmla="*/ 25686 h 54471"/>
                  <a:gd name="connsiteX7" fmla="*/ 76078 w 107185"/>
                  <a:gd name="connsiteY7" fmla="*/ 53832 h 54471"/>
                  <a:gd name="connsiteX8" fmla="*/ 453 w 107185"/>
                  <a:gd name="connsiteY8" fmla="*/ 44688 h 54471"/>
                  <a:gd name="connsiteX0" fmla="*/ 3212 w 109944"/>
                  <a:gd name="connsiteY0" fmla="*/ 44688 h 67910"/>
                  <a:gd name="connsiteX1" fmla="*/ 45191 w 109944"/>
                  <a:gd name="connsiteY1" fmla="*/ 36836 h 67910"/>
                  <a:gd name="connsiteX2" fmla="*/ 63498 w 109944"/>
                  <a:gd name="connsiteY2" fmla="*/ 9549 h 67910"/>
                  <a:gd name="connsiteX3" fmla="*/ 47830 w 109944"/>
                  <a:gd name="connsiteY3" fmla="*/ 2788 h 67910"/>
                  <a:gd name="connsiteX4" fmla="*/ 106449 w 109944"/>
                  <a:gd name="connsiteY4" fmla="*/ 225 h 67910"/>
                  <a:gd name="connsiteX5" fmla="*/ 103040 w 109944"/>
                  <a:gd name="connsiteY5" fmla="*/ 8080 h 67910"/>
                  <a:gd name="connsiteX6" fmla="*/ 101464 w 109944"/>
                  <a:gd name="connsiteY6" fmla="*/ 25686 h 67910"/>
                  <a:gd name="connsiteX7" fmla="*/ 78837 w 109944"/>
                  <a:gd name="connsiteY7" fmla="*/ 53832 h 67910"/>
                  <a:gd name="connsiteX8" fmla="*/ 11392 w 109944"/>
                  <a:gd name="connsiteY8" fmla="*/ 67730 h 67910"/>
                  <a:gd name="connsiteX9" fmla="*/ 3212 w 109944"/>
                  <a:gd name="connsiteY9" fmla="*/ 44688 h 67910"/>
                  <a:gd name="connsiteX0" fmla="*/ 3212 w 109944"/>
                  <a:gd name="connsiteY0" fmla="*/ 44688 h 67893"/>
                  <a:gd name="connsiteX1" fmla="*/ 45191 w 109944"/>
                  <a:gd name="connsiteY1" fmla="*/ 36836 h 67893"/>
                  <a:gd name="connsiteX2" fmla="*/ 63498 w 109944"/>
                  <a:gd name="connsiteY2" fmla="*/ 9549 h 67893"/>
                  <a:gd name="connsiteX3" fmla="*/ 47830 w 109944"/>
                  <a:gd name="connsiteY3" fmla="*/ 2788 h 67893"/>
                  <a:gd name="connsiteX4" fmla="*/ 106449 w 109944"/>
                  <a:gd name="connsiteY4" fmla="*/ 225 h 67893"/>
                  <a:gd name="connsiteX5" fmla="*/ 103040 w 109944"/>
                  <a:gd name="connsiteY5" fmla="*/ 8080 h 67893"/>
                  <a:gd name="connsiteX6" fmla="*/ 101464 w 109944"/>
                  <a:gd name="connsiteY6" fmla="*/ 25686 h 67893"/>
                  <a:gd name="connsiteX7" fmla="*/ 89544 w 109944"/>
                  <a:gd name="connsiteY7" fmla="*/ 52789 h 67893"/>
                  <a:gd name="connsiteX8" fmla="*/ 11392 w 109944"/>
                  <a:gd name="connsiteY8" fmla="*/ 67730 h 67893"/>
                  <a:gd name="connsiteX9" fmla="*/ 3212 w 109944"/>
                  <a:gd name="connsiteY9" fmla="*/ 44688 h 67893"/>
                  <a:gd name="connsiteX0" fmla="*/ 6436 w 106030"/>
                  <a:gd name="connsiteY0" fmla="*/ 43993 h 67893"/>
                  <a:gd name="connsiteX1" fmla="*/ 41277 w 106030"/>
                  <a:gd name="connsiteY1" fmla="*/ 36836 h 67893"/>
                  <a:gd name="connsiteX2" fmla="*/ 59584 w 106030"/>
                  <a:gd name="connsiteY2" fmla="*/ 9549 h 67893"/>
                  <a:gd name="connsiteX3" fmla="*/ 43916 w 106030"/>
                  <a:gd name="connsiteY3" fmla="*/ 2788 h 67893"/>
                  <a:gd name="connsiteX4" fmla="*/ 102535 w 106030"/>
                  <a:gd name="connsiteY4" fmla="*/ 225 h 67893"/>
                  <a:gd name="connsiteX5" fmla="*/ 99126 w 106030"/>
                  <a:gd name="connsiteY5" fmla="*/ 8080 h 67893"/>
                  <a:gd name="connsiteX6" fmla="*/ 97550 w 106030"/>
                  <a:gd name="connsiteY6" fmla="*/ 25686 h 67893"/>
                  <a:gd name="connsiteX7" fmla="*/ 85630 w 106030"/>
                  <a:gd name="connsiteY7" fmla="*/ 52789 h 67893"/>
                  <a:gd name="connsiteX8" fmla="*/ 7478 w 106030"/>
                  <a:gd name="connsiteY8" fmla="*/ 67730 h 67893"/>
                  <a:gd name="connsiteX9" fmla="*/ 6436 w 106030"/>
                  <a:gd name="connsiteY9" fmla="*/ 43993 h 67893"/>
                  <a:gd name="connsiteX0" fmla="*/ 6436 w 106030"/>
                  <a:gd name="connsiteY0" fmla="*/ 43993 h 81144"/>
                  <a:gd name="connsiteX1" fmla="*/ 41277 w 106030"/>
                  <a:gd name="connsiteY1" fmla="*/ 36836 h 81144"/>
                  <a:gd name="connsiteX2" fmla="*/ 59584 w 106030"/>
                  <a:gd name="connsiteY2" fmla="*/ 9549 h 81144"/>
                  <a:gd name="connsiteX3" fmla="*/ 43916 w 106030"/>
                  <a:gd name="connsiteY3" fmla="*/ 2788 h 81144"/>
                  <a:gd name="connsiteX4" fmla="*/ 102535 w 106030"/>
                  <a:gd name="connsiteY4" fmla="*/ 225 h 81144"/>
                  <a:gd name="connsiteX5" fmla="*/ 99126 w 106030"/>
                  <a:gd name="connsiteY5" fmla="*/ 8080 h 81144"/>
                  <a:gd name="connsiteX6" fmla="*/ 97550 w 106030"/>
                  <a:gd name="connsiteY6" fmla="*/ 25686 h 81144"/>
                  <a:gd name="connsiteX7" fmla="*/ 55556 w 106030"/>
                  <a:gd name="connsiteY7" fmla="*/ 79476 h 81144"/>
                  <a:gd name="connsiteX8" fmla="*/ 7478 w 106030"/>
                  <a:gd name="connsiteY8" fmla="*/ 67730 h 81144"/>
                  <a:gd name="connsiteX9" fmla="*/ 6436 w 106030"/>
                  <a:gd name="connsiteY9" fmla="*/ 43993 h 81144"/>
                  <a:gd name="connsiteX0" fmla="*/ 6436 w 105225"/>
                  <a:gd name="connsiteY0" fmla="*/ 44769 h 81920"/>
                  <a:gd name="connsiteX1" fmla="*/ 41277 w 105225"/>
                  <a:gd name="connsiteY1" fmla="*/ 37612 h 81920"/>
                  <a:gd name="connsiteX2" fmla="*/ 59584 w 105225"/>
                  <a:gd name="connsiteY2" fmla="*/ 10325 h 81920"/>
                  <a:gd name="connsiteX3" fmla="*/ 43916 w 105225"/>
                  <a:gd name="connsiteY3" fmla="*/ 3564 h 81920"/>
                  <a:gd name="connsiteX4" fmla="*/ 102535 w 105225"/>
                  <a:gd name="connsiteY4" fmla="*/ 1001 h 81920"/>
                  <a:gd name="connsiteX5" fmla="*/ 95576 w 105225"/>
                  <a:gd name="connsiteY5" fmla="*/ 20382 h 81920"/>
                  <a:gd name="connsiteX6" fmla="*/ 97550 w 105225"/>
                  <a:gd name="connsiteY6" fmla="*/ 26462 h 81920"/>
                  <a:gd name="connsiteX7" fmla="*/ 55556 w 105225"/>
                  <a:gd name="connsiteY7" fmla="*/ 80252 h 81920"/>
                  <a:gd name="connsiteX8" fmla="*/ 7478 w 105225"/>
                  <a:gd name="connsiteY8" fmla="*/ 68506 h 81920"/>
                  <a:gd name="connsiteX9" fmla="*/ 6436 w 105225"/>
                  <a:gd name="connsiteY9" fmla="*/ 44769 h 81920"/>
                  <a:gd name="connsiteX0" fmla="*/ 6436 w 100362"/>
                  <a:gd name="connsiteY0" fmla="*/ 41691 h 78842"/>
                  <a:gd name="connsiteX1" fmla="*/ 41277 w 100362"/>
                  <a:gd name="connsiteY1" fmla="*/ 34534 h 78842"/>
                  <a:gd name="connsiteX2" fmla="*/ 59584 w 100362"/>
                  <a:gd name="connsiteY2" fmla="*/ 7247 h 78842"/>
                  <a:gd name="connsiteX3" fmla="*/ 43916 w 100362"/>
                  <a:gd name="connsiteY3" fmla="*/ 486 h 78842"/>
                  <a:gd name="connsiteX4" fmla="*/ 95576 w 100362"/>
                  <a:gd name="connsiteY4" fmla="*/ 17304 h 78842"/>
                  <a:gd name="connsiteX5" fmla="*/ 97550 w 100362"/>
                  <a:gd name="connsiteY5" fmla="*/ 23384 h 78842"/>
                  <a:gd name="connsiteX6" fmla="*/ 55556 w 100362"/>
                  <a:gd name="connsiteY6" fmla="*/ 77174 h 78842"/>
                  <a:gd name="connsiteX7" fmla="*/ 7478 w 100362"/>
                  <a:gd name="connsiteY7" fmla="*/ 65428 h 78842"/>
                  <a:gd name="connsiteX8" fmla="*/ 6436 w 100362"/>
                  <a:gd name="connsiteY8" fmla="*/ 41691 h 78842"/>
                  <a:gd name="connsiteX0" fmla="*/ 6436 w 99264"/>
                  <a:gd name="connsiteY0" fmla="*/ 34948 h 72099"/>
                  <a:gd name="connsiteX1" fmla="*/ 41277 w 99264"/>
                  <a:gd name="connsiteY1" fmla="*/ 27791 h 72099"/>
                  <a:gd name="connsiteX2" fmla="*/ 59584 w 99264"/>
                  <a:gd name="connsiteY2" fmla="*/ 504 h 72099"/>
                  <a:gd name="connsiteX3" fmla="*/ 95576 w 99264"/>
                  <a:gd name="connsiteY3" fmla="*/ 10561 h 72099"/>
                  <a:gd name="connsiteX4" fmla="*/ 97550 w 99264"/>
                  <a:gd name="connsiteY4" fmla="*/ 16641 h 72099"/>
                  <a:gd name="connsiteX5" fmla="*/ 55556 w 99264"/>
                  <a:gd name="connsiteY5" fmla="*/ 70431 h 72099"/>
                  <a:gd name="connsiteX6" fmla="*/ 7478 w 99264"/>
                  <a:gd name="connsiteY6" fmla="*/ 58685 h 72099"/>
                  <a:gd name="connsiteX7" fmla="*/ 6436 w 99264"/>
                  <a:gd name="connsiteY7" fmla="*/ 34948 h 72099"/>
                  <a:gd name="connsiteX0" fmla="*/ 6436 w 99343"/>
                  <a:gd name="connsiteY0" fmla="*/ 52726 h 89877"/>
                  <a:gd name="connsiteX1" fmla="*/ 41277 w 99343"/>
                  <a:gd name="connsiteY1" fmla="*/ 45569 h 89877"/>
                  <a:gd name="connsiteX2" fmla="*/ 58437 w 99343"/>
                  <a:gd name="connsiteY2" fmla="*/ 226 h 89877"/>
                  <a:gd name="connsiteX3" fmla="*/ 95576 w 99343"/>
                  <a:gd name="connsiteY3" fmla="*/ 28339 h 89877"/>
                  <a:gd name="connsiteX4" fmla="*/ 97550 w 99343"/>
                  <a:gd name="connsiteY4" fmla="*/ 34419 h 89877"/>
                  <a:gd name="connsiteX5" fmla="*/ 55556 w 99343"/>
                  <a:gd name="connsiteY5" fmla="*/ 88209 h 89877"/>
                  <a:gd name="connsiteX6" fmla="*/ 7478 w 99343"/>
                  <a:gd name="connsiteY6" fmla="*/ 76463 h 89877"/>
                  <a:gd name="connsiteX7" fmla="*/ 6436 w 99343"/>
                  <a:gd name="connsiteY7" fmla="*/ 52726 h 89877"/>
                  <a:gd name="connsiteX0" fmla="*/ 6436 w 99343"/>
                  <a:gd name="connsiteY0" fmla="*/ 52726 h 90186"/>
                  <a:gd name="connsiteX1" fmla="*/ 41277 w 99343"/>
                  <a:gd name="connsiteY1" fmla="*/ 45569 h 90186"/>
                  <a:gd name="connsiteX2" fmla="*/ 58437 w 99343"/>
                  <a:gd name="connsiteY2" fmla="*/ 226 h 90186"/>
                  <a:gd name="connsiteX3" fmla="*/ 95576 w 99343"/>
                  <a:gd name="connsiteY3" fmla="*/ 28339 h 90186"/>
                  <a:gd name="connsiteX4" fmla="*/ 97550 w 99343"/>
                  <a:gd name="connsiteY4" fmla="*/ 34419 h 90186"/>
                  <a:gd name="connsiteX5" fmla="*/ 66489 w 99343"/>
                  <a:gd name="connsiteY5" fmla="*/ 88542 h 90186"/>
                  <a:gd name="connsiteX6" fmla="*/ 7478 w 99343"/>
                  <a:gd name="connsiteY6" fmla="*/ 76463 h 90186"/>
                  <a:gd name="connsiteX7" fmla="*/ 6436 w 99343"/>
                  <a:gd name="connsiteY7" fmla="*/ 52726 h 90186"/>
                  <a:gd name="connsiteX0" fmla="*/ 408 w 92273"/>
                  <a:gd name="connsiteY0" fmla="*/ 76463 h 90671"/>
                  <a:gd name="connsiteX1" fmla="*/ 34207 w 92273"/>
                  <a:gd name="connsiteY1" fmla="*/ 45569 h 90671"/>
                  <a:gd name="connsiteX2" fmla="*/ 51367 w 92273"/>
                  <a:gd name="connsiteY2" fmla="*/ 226 h 90671"/>
                  <a:gd name="connsiteX3" fmla="*/ 88506 w 92273"/>
                  <a:gd name="connsiteY3" fmla="*/ 28339 h 90671"/>
                  <a:gd name="connsiteX4" fmla="*/ 90480 w 92273"/>
                  <a:gd name="connsiteY4" fmla="*/ 34419 h 90671"/>
                  <a:gd name="connsiteX5" fmla="*/ 59419 w 92273"/>
                  <a:gd name="connsiteY5" fmla="*/ 88542 h 90671"/>
                  <a:gd name="connsiteX6" fmla="*/ 408 w 92273"/>
                  <a:gd name="connsiteY6" fmla="*/ 76463 h 90671"/>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75" h="90936">
                    <a:moveTo>
                      <a:pt x="737" y="77824"/>
                    </a:moveTo>
                    <a:cubicBezTo>
                      <a:pt x="-3465" y="70662"/>
                      <a:pt x="11316" y="58275"/>
                      <a:pt x="19809" y="45569"/>
                    </a:cubicBezTo>
                    <a:cubicBezTo>
                      <a:pt x="28302" y="32863"/>
                      <a:pt x="27919" y="3098"/>
                      <a:pt x="36969" y="226"/>
                    </a:cubicBezTo>
                    <a:cubicBezTo>
                      <a:pt x="46019" y="-2646"/>
                      <a:pt x="67589" y="22640"/>
                      <a:pt x="74108" y="28339"/>
                    </a:cubicBezTo>
                    <a:cubicBezTo>
                      <a:pt x="80627" y="34038"/>
                      <a:pt x="76876" y="20528"/>
                      <a:pt x="76082" y="34419"/>
                    </a:cubicBezTo>
                    <a:cubicBezTo>
                      <a:pt x="75288" y="48310"/>
                      <a:pt x="57578" y="81308"/>
                      <a:pt x="45021" y="88542"/>
                    </a:cubicBezTo>
                    <a:cubicBezTo>
                      <a:pt x="32464" y="95776"/>
                      <a:pt x="4939" y="84986"/>
                      <a:pt x="737" y="77824"/>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Freeform: Shape 1402">
                <a:extLst>
                  <a:ext uri="{FF2B5EF4-FFF2-40B4-BE49-F238E27FC236}">
                    <a16:creationId xmlns:a16="http://schemas.microsoft.com/office/drawing/2014/main" id="{4FF33DD8-7F66-ABBF-E1C8-BFBF24830D8F}"/>
                  </a:ext>
                </a:extLst>
              </p:cNvPr>
              <p:cNvSpPr/>
              <p:nvPr/>
            </p:nvSpPr>
            <p:spPr>
              <a:xfrm rot="2547420" flipH="1" flipV="1">
                <a:off x="2435901" y="4283213"/>
                <a:ext cx="77256" cy="50228"/>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 name="connsiteX0" fmla="*/ 770 w 53469"/>
                  <a:gd name="connsiteY0" fmla="*/ 22733 h 22767"/>
                  <a:gd name="connsiteX1" fmla="*/ 22871 w 53469"/>
                  <a:gd name="connsiteY1" fmla="*/ 3461 h 22767"/>
                  <a:gd name="connsiteX2" fmla="*/ 40670 w 53469"/>
                  <a:gd name="connsiteY2" fmla="*/ 1470 h 22767"/>
                  <a:gd name="connsiteX3" fmla="*/ 53401 w 53469"/>
                  <a:gd name="connsiteY3" fmla="*/ 16380 h 22767"/>
                  <a:gd name="connsiteX4" fmla="*/ 35309 w 53469"/>
                  <a:gd name="connsiteY4" fmla="*/ 15883 h 22767"/>
                  <a:gd name="connsiteX5" fmla="*/ 15408 w 53469"/>
                  <a:gd name="connsiteY5" fmla="*/ 14657 h 22767"/>
                  <a:gd name="connsiteX6" fmla="*/ 6661 w 53469"/>
                  <a:gd name="connsiteY6" fmla="*/ 9069 h 22767"/>
                  <a:gd name="connsiteX7" fmla="*/ 770 w 53469"/>
                  <a:gd name="connsiteY7" fmla="*/ 22733 h 22767"/>
                  <a:gd name="connsiteX0" fmla="*/ 186 w 46994"/>
                  <a:gd name="connsiteY0" fmla="*/ 9366 h 17620"/>
                  <a:gd name="connsiteX1" fmla="*/ 16396 w 46994"/>
                  <a:gd name="connsiteY1" fmla="*/ 3758 h 17620"/>
                  <a:gd name="connsiteX2" fmla="*/ 34195 w 46994"/>
                  <a:gd name="connsiteY2" fmla="*/ 1767 h 17620"/>
                  <a:gd name="connsiteX3" fmla="*/ 46926 w 46994"/>
                  <a:gd name="connsiteY3" fmla="*/ 16677 h 17620"/>
                  <a:gd name="connsiteX4" fmla="*/ 28834 w 46994"/>
                  <a:gd name="connsiteY4" fmla="*/ 16180 h 17620"/>
                  <a:gd name="connsiteX5" fmla="*/ 8933 w 46994"/>
                  <a:gd name="connsiteY5" fmla="*/ 14954 h 17620"/>
                  <a:gd name="connsiteX6" fmla="*/ 186 w 46994"/>
                  <a:gd name="connsiteY6" fmla="*/ 9366 h 17620"/>
                  <a:gd name="connsiteX0" fmla="*/ 186 w 50453"/>
                  <a:gd name="connsiteY0" fmla="*/ 9571 h 16417"/>
                  <a:gd name="connsiteX1" fmla="*/ 16396 w 50453"/>
                  <a:gd name="connsiteY1" fmla="*/ 3963 h 16417"/>
                  <a:gd name="connsiteX2" fmla="*/ 34195 w 50453"/>
                  <a:gd name="connsiteY2" fmla="*/ 1972 h 16417"/>
                  <a:gd name="connsiteX3" fmla="*/ 50404 w 50453"/>
                  <a:gd name="connsiteY3" fmla="*/ 442 h 16417"/>
                  <a:gd name="connsiteX4" fmla="*/ 28834 w 50453"/>
                  <a:gd name="connsiteY4" fmla="*/ 16385 h 16417"/>
                  <a:gd name="connsiteX5" fmla="*/ 8933 w 50453"/>
                  <a:gd name="connsiteY5" fmla="*/ 15159 h 16417"/>
                  <a:gd name="connsiteX6" fmla="*/ 186 w 50453"/>
                  <a:gd name="connsiteY6" fmla="*/ 9571 h 16417"/>
                  <a:gd name="connsiteX0" fmla="*/ 186 w 50935"/>
                  <a:gd name="connsiteY0" fmla="*/ 18449 h 25295"/>
                  <a:gd name="connsiteX1" fmla="*/ 16396 w 50935"/>
                  <a:gd name="connsiteY1" fmla="*/ 12841 h 25295"/>
                  <a:gd name="connsiteX2" fmla="*/ 42022 w 50935"/>
                  <a:gd name="connsiteY2" fmla="*/ 808 h 25295"/>
                  <a:gd name="connsiteX3" fmla="*/ 50404 w 50935"/>
                  <a:gd name="connsiteY3" fmla="*/ 9320 h 25295"/>
                  <a:gd name="connsiteX4" fmla="*/ 28834 w 50935"/>
                  <a:gd name="connsiteY4" fmla="*/ 25263 h 25295"/>
                  <a:gd name="connsiteX5" fmla="*/ 8933 w 50935"/>
                  <a:gd name="connsiteY5" fmla="*/ 24037 h 25295"/>
                  <a:gd name="connsiteX6" fmla="*/ 186 w 50935"/>
                  <a:gd name="connsiteY6" fmla="*/ 18449 h 25295"/>
                  <a:gd name="connsiteX0" fmla="*/ 186 w 51082"/>
                  <a:gd name="connsiteY0" fmla="*/ 18449 h 26740"/>
                  <a:gd name="connsiteX1" fmla="*/ 16396 w 51082"/>
                  <a:gd name="connsiteY1" fmla="*/ 12841 h 26740"/>
                  <a:gd name="connsiteX2" fmla="*/ 42022 w 51082"/>
                  <a:gd name="connsiteY2" fmla="*/ 808 h 26740"/>
                  <a:gd name="connsiteX3" fmla="*/ 50404 w 51082"/>
                  <a:gd name="connsiteY3" fmla="*/ 9320 h 26740"/>
                  <a:gd name="connsiteX4" fmla="*/ 26349 w 51082"/>
                  <a:gd name="connsiteY4" fmla="*/ 26739 h 26740"/>
                  <a:gd name="connsiteX5" fmla="*/ 8933 w 51082"/>
                  <a:gd name="connsiteY5" fmla="*/ 24037 h 26740"/>
                  <a:gd name="connsiteX6" fmla="*/ 186 w 51082"/>
                  <a:gd name="connsiteY6" fmla="*/ 18449 h 26740"/>
                  <a:gd name="connsiteX0" fmla="*/ 186 w 51082"/>
                  <a:gd name="connsiteY0" fmla="*/ 18449 h 26740"/>
                  <a:gd name="connsiteX1" fmla="*/ 16396 w 51082"/>
                  <a:gd name="connsiteY1" fmla="*/ 12841 h 26740"/>
                  <a:gd name="connsiteX2" fmla="*/ 42022 w 51082"/>
                  <a:gd name="connsiteY2" fmla="*/ 808 h 26740"/>
                  <a:gd name="connsiteX3" fmla="*/ 50404 w 51082"/>
                  <a:gd name="connsiteY3" fmla="*/ 9320 h 26740"/>
                  <a:gd name="connsiteX4" fmla="*/ 26349 w 51082"/>
                  <a:gd name="connsiteY4" fmla="*/ 26739 h 26740"/>
                  <a:gd name="connsiteX5" fmla="*/ 8933 w 51082"/>
                  <a:gd name="connsiteY5" fmla="*/ 24037 h 26740"/>
                  <a:gd name="connsiteX6" fmla="*/ 186 w 51082"/>
                  <a:gd name="connsiteY6" fmla="*/ 18449 h 26740"/>
                  <a:gd name="connsiteX0" fmla="*/ 179 w 51075"/>
                  <a:gd name="connsiteY0" fmla="*/ 18449 h 29163"/>
                  <a:gd name="connsiteX1" fmla="*/ 16389 w 51075"/>
                  <a:gd name="connsiteY1" fmla="*/ 12841 h 29163"/>
                  <a:gd name="connsiteX2" fmla="*/ 42015 w 51075"/>
                  <a:gd name="connsiteY2" fmla="*/ 808 h 29163"/>
                  <a:gd name="connsiteX3" fmla="*/ 50397 w 51075"/>
                  <a:gd name="connsiteY3" fmla="*/ 9320 h 29163"/>
                  <a:gd name="connsiteX4" fmla="*/ 26342 w 51075"/>
                  <a:gd name="connsiteY4" fmla="*/ 26739 h 29163"/>
                  <a:gd name="connsiteX5" fmla="*/ 9206 w 51075"/>
                  <a:gd name="connsiteY5" fmla="*/ 28811 h 29163"/>
                  <a:gd name="connsiteX6" fmla="*/ 179 w 51075"/>
                  <a:gd name="connsiteY6" fmla="*/ 18449 h 29163"/>
                  <a:gd name="connsiteX0" fmla="*/ 179 w 51075"/>
                  <a:gd name="connsiteY0" fmla="*/ 18221 h 28935"/>
                  <a:gd name="connsiteX1" fmla="*/ 20086 w 51075"/>
                  <a:gd name="connsiteY1" fmla="*/ 19848 h 28935"/>
                  <a:gd name="connsiteX2" fmla="*/ 42015 w 51075"/>
                  <a:gd name="connsiteY2" fmla="*/ 580 h 28935"/>
                  <a:gd name="connsiteX3" fmla="*/ 50397 w 51075"/>
                  <a:gd name="connsiteY3" fmla="*/ 9092 h 28935"/>
                  <a:gd name="connsiteX4" fmla="*/ 26342 w 51075"/>
                  <a:gd name="connsiteY4" fmla="*/ 26511 h 28935"/>
                  <a:gd name="connsiteX5" fmla="*/ 9206 w 51075"/>
                  <a:gd name="connsiteY5" fmla="*/ 28583 h 28935"/>
                  <a:gd name="connsiteX6" fmla="*/ 179 w 51075"/>
                  <a:gd name="connsiteY6" fmla="*/ 18221 h 28935"/>
                  <a:gd name="connsiteX0" fmla="*/ 179 w 52261"/>
                  <a:gd name="connsiteY0" fmla="*/ 19281 h 29995"/>
                  <a:gd name="connsiteX1" fmla="*/ 20086 w 52261"/>
                  <a:gd name="connsiteY1" fmla="*/ 20908 h 29995"/>
                  <a:gd name="connsiteX2" fmla="*/ 46861 w 52261"/>
                  <a:gd name="connsiteY2" fmla="*/ 556 h 29995"/>
                  <a:gd name="connsiteX3" fmla="*/ 50397 w 52261"/>
                  <a:gd name="connsiteY3" fmla="*/ 10152 h 29995"/>
                  <a:gd name="connsiteX4" fmla="*/ 26342 w 52261"/>
                  <a:gd name="connsiteY4" fmla="*/ 27571 h 29995"/>
                  <a:gd name="connsiteX5" fmla="*/ 9206 w 52261"/>
                  <a:gd name="connsiteY5" fmla="*/ 29643 h 29995"/>
                  <a:gd name="connsiteX6" fmla="*/ 179 w 52261"/>
                  <a:gd name="connsiteY6" fmla="*/ 19281 h 29995"/>
                  <a:gd name="connsiteX0" fmla="*/ 157 w 52239"/>
                  <a:gd name="connsiteY0" fmla="*/ 19281 h 33768"/>
                  <a:gd name="connsiteX1" fmla="*/ 20064 w 52239"/>
                  <a:gd name="connsiteY1" fmla="*/ 20908 h 33768"/>
                  <a:gd name="connsiteX2" fmla="*/ 46839 w 52239"/>
                  <a:gd name="connsiteY2" fmla="*/ 556 h 33768"/>
                  <a:gd name="connsiteX3" fmla="*/ 50375 w 52239"/>
                  <a:gd name="connsiteY3" fmla="*/ 10152 h 33768"/>
                  <a:gd name="connsiteX4" fmla="*/ 26320 w 52239"/>
                  <a:gd name="connsiteY4" fmla="*/ 27571 h 33768"/>
                  <a:gd name="connsiteX5" fmla="*/ 10116 w 52239"/>
                  <a:gd name="connsiteY5" fmla="*/ 33581 h 33768"/>
                  <a:gd name="connsiteX6" fmla="*/ 157 w 52239"/>
                  <a:gd name="connsiteY6" fmla="*/ 19281 h 33768"/>
                  <a:gd name="connsiteX0" fmla="*/ 157 w 52305"/>
                  <a:gd name="connsiteY0" fmla="*/ 19281 h 33992"/>
                  <a:gd name="connsiteX1" fmla="*/ 20064 w 52305"/>
                  <a:gd name="connsiteY1" fmla="*/ 20908 h 33992"/>
                  <a:gd name="connsiteX2" fmla="*/ 46839 w 52305"/>
                  <a:gd name="connsiteY2" fmla="*/ 556 h 33992"/>
                  <a:gd name="connsiteX3" fmla="*/ 50375 w 52305"/>
                  <a:gd name="connsiteY3" fmla="*/ 10152 h 33992"/>
                  <a:gd name="connsiteX4" fmla="*/ 25419 w 52305"/>
                  <a:gd name="connsiteY4" fmla="*/ 32148 h 33992"/>
                  <a:gd name="connsiteX5" fmla="*/ 10116 w 52305"/>
                  <a:gd name="connsiteY5" fmla="*/ 33581 h 33992"/>
                  <a:gd name="connsiteX6" fmla="*/ 157 w 52305"/>
                  <a:gd name="connsiteY6" fmla="*/ 19281 h 33992"/>
                  <a:gd name="connsiteX0" fmla="*/ 158 w 52306"/>
                  <a:gd name="connsiteY0" fmla="*/ 19281 h 35728"/>
                  <a:gd name="connsiteX1" fmla="*/ 20065 w 52306"/>
                  <a:gd name="connsiteY1" fmla="*/ 20908 h 35728"/>
                  <a:gd name="connsiteX2" fmla="*/ 46840 w 52306"/>
                  <a:gd name="connsiteY2" fmla="*/ 556 h 35728"/>
                  <a:gd name="connsiteX3" fmla="*/ 50376 w 52306"/>
                  <a:gd name="connsiteY3" fmla="*/ 10152 h 35728"/>
                  <a:gd name="connsiteX4" fmla="*/ 25420 w 52306"/>
                  <a:gd name="connsiteY4" fmla="*/ 32148 h 35728"/>
                  <a:gd name="connsiteX5" fmla="*/ 9993 w 52306"/>
                  <a:gd name="connsiteY5" fmla="*/ 35452 h 35728"/>
                  <a:gd name="connsiteX6" fmla="*/ 158 w 52306"/>
                  <a:gd name="connsiteY6" fmla="*/ 19281 h 3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06" h="35728">
                    <a:moveTo>
                      <a:pt x="158" y="19281"/>
                    </a:moveTo>
                    <a:cubicBezTo>
                      <a:pt x="1402" y="17415"/>
                      <a:pt x="14397" y="22175"/>
                      <a:pt x="20065" y="20908"/>
                    </a:cubicBezTo>
                    <a:cubicBezTo>
                      <a:pt x="25733" y="19642"/>
                      <a:pt x="41230" y="-3880"/>
                      <a:pt x="46840" y="556"/>
                    </a:cubicBezTo>
                    <a:cubicBezTo>
                      <a:pt x="52450" y="4992"/>
                      <a:pt x="53946" y="4887"/>
                      <a:pt x="50376" y="10152"/>
                    </a:cubicBezTo>
                    <a:cubicBezTo>
                      <a:pt x="46806" y="15417"/>
                      <a:pt x="32661" y="32100"/>
                      <a:pt x="25420" y="32148"/>
                    </a:cubicBezTo>
                    <a:cubicBezTo>
                      <a:pt x="18179" y="32196"/>
                      <a:pt x="14747" y="36899"/>
                      <a:pt x="9993" y="35452"/>
                    </a:cubicBezTo>
                    <a:cubicBezTo>
                      <a:pt x="5239" y="34005"/>
                      <a:pt x="-1086" y="21147"/>
                      <a:pt x="158" y="19281"/>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 name="Freeform: Shape 1392">
                <a:extLst>
                  <a:ext uri="{FF2B5EF4-FFF2-40B4-BE49-F238E27FC236}">
                    <a16:creationId xmlns:a16="http://schemas.microsoft.com/office/drawing/2014/main" id="{C2DFA9E8-1B7B-6E0C-BC4B-225BA2B90F3B}"/>
                  </a:ext>
                </a:extLst>
              </p:cNvPr>
              <p:cNvSpPr/>
              <p:nvPr/>
            </p:nvSpPr>
            <p:spPr>
              <a:xfrm rot="11007560">
                <a:off x="2963842" y="4135328"/>
                <a:ext cx="74953" cy="80790"/>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 name="connsiteX0" fmla="*/ 32166 w 74352"/>
                  <a:gd name="connsiteY0" fmla="*/ 25245 h 38469"/>
                  <a:gd name="connsiteX1" fmla="*/ 2528 w 74352"/>
                  <a:gd name="connsiteY1" fmla="*/ 21078 h 38469"/>
                  <a:gd name="connsiteX2" fmla="*/ 10944 w 74352"/>
                  <a:gd name="connsiteY2" fmla="*/ 269 h 38469"/>
                  <a:gd name="connsiteX3" fmla="*/ 45481 w 74352"/>
                  <a:gd name="connsiteY3" fmla="*/ 14413 h 38469"/>
                  <a:gd name="connsiteX4" fmla="*/ 74160 w 74352"/>
                  <a:gd name="connsiteY4" fmla="*/ 21163 h 38469"/>
                  <a:gd name="connsiteX5" fmla="*/ 52117 w 74352"/>
                  <a:gd name="connsiteY5" fmla="*/ 38432 h 38469"/>
                  <a:gd name="connsiteX6" fmla="*/ 32166 w 74352"/>
                  <a:gd name="connsiteY6" fmla="*/ 25245 h 38469"/>
                  <a:gd name="connsiteX0" fmla="*/ 20762 w 74373"/>
                  <a:gd name="connsiteY0" fmla="*/ 30673 h 38769"/>
                  <a:gd name="connsiteX1" fmla="*/ 2528 w 74373"/>
                  <a:gd name="connsiteY1" fmla="*/ 21078 h 38769"/>
                  <a:gd name="connsiteX2" fmla="*/ 10944 w 74373"/>
                  <a:gd name="connsiteY2" fmla="*/ 269 h 38769"/>
                  <a:gd name="connsiteX3" fmla="*/ 45481 w 74373"/>
                  <a:gd name="connsiteY3" fmla="*/ 14413 h 38769"/>
                  <a:gd name="connsiteX4" fmla="*/ 74160 w 74373"/>
                  <a:gd name="connsiteY4" fmla="*/ 21163 h 38769"/>
                  <a:gd name="connsiteX5" fmla="*/ 52117 w 74373"/>
                  <a:gd name="connsiteY5" fmla="*/ 38432 h 38769"/>
                  <a:gd name="connsiteX6" fmla="*/ 20762 w 74373"/>
                  <a:gd name="connsiteY6" fmla="*/ 30673 h 38769"/>
                  <a:gd name="connsiteX0" fmla="*/ 40219 w 93830"/>
                  <a:gd name="connsiteY0" fmla="*/ 30673 h 38769"/>
                  <a:gd name="connsiteX1" fmla="*/ 1077 w 93830"/>
                  <a:gd name="connsiteY1" fmla="*/ 21078 h 38769"/>
                  <a:gd name="connsiteX2" fmla="*/ 30401 w 93830"/>
                  <a:gd name="connsiteY2" fmla="*/ 269 h 38769"/>
                  <a:gd name="connsiteX3" fmla="*/ 64938 w 93830"/>
                  <a:gd name="connsiteY3" fmla="*/ 14413 h 38769"/>
                  <a:gd name="connsiteX4" fmla="*/ 93617 w 93830"/>
                  <a:gd name="connsiteY4" fmla="*/ 21163 h 38769"/>
                  <a:gd name="connsiteX5" fmla="*/ 71574 w 93830"/>
                  <a:gd name="connsiteY5" fmla="*/ 38432 h 38769"/>
                  <a:gd name="connsiteX6" fmla="*/ 40219 w 93830"/>
                  <a:gd name="connsiteY6" fmla="*/ 30673 h 38769"/>
                  <a:gd name="connsiteX0" fmla="*/ 40219 w 93830"/>
                  <a:gd name="connsiteY0" fmla="*/ 23340 h 31436"/>
                  <a:gd name="connsiteX1" fmla="*/ 1077 w 93830"/>
                  <a:gd name="connsiteY1" fmla="*/ 13745 h 31436"/>
                  <a:gd name="connsiteX2" fmla="*/ 32302 w 93830"/>
                  <a:gd name="connsiteY2" fmla="*/ 535 h 31436"/>
                  <a:gd name="connsiteX3" fmla="*/ 64938 w 93830"/>
                  <a:gd name="connsiteY3" fmla="*/ 7080 h 31436"/>
                  <a:gd name="connsiteX4" fmla="*/ 93617 w 93830"/>
                  <a:gd name="connsiteY4" fmla="*/ 13830 h 31436"/>
                  <a:gd name="connsiteX5" fmla="*/ 71574 w 93830"/>
                  <a:gd name="connsiteY5" fmla="*/ 31099 h 31436"/>
                  <a:gd name="connsiteX6" fmla="*/ 40219 w 93830"/>
                  <a:gd name="connsiteY6" fmla="*/ 23340 h 31436"/>
                  <a:gd name="connsiteX0" fmla="*/ 40219 w 93830"/>
                  <a:gd name="connsiteY0" fmla="*/ 23340 h 31150"/>
                  <a:gd name="connsiteX1" fmla="*/ 1077 w 93830"/>
                  <a:gd name="connsiteY1" fmla="*/ 13745 h 31150"/>
                  <a:gd name="connsiteX2" fmla="*/ 32302 w 93830"/>
                  <a:gd name="connsiteY2" fmla="*/ 535 h 31150"/>
                  <a:gd name="connsiteX3" fmla="*/ 64938 w 93830"/>
                  <a:gd name="connsiteY3" fmla="*/ 7080 h 31150"/>
                  <a:gd name="connsiteX4" fmla="*/ 93617 w 93830"/>
                  <a:gd name="connsiteY4" fmla="*/ 20343 h 31150"/>
                  <a:gd name="connsiteX5" fmla="*/ 71574 w 93830"/>
                  <a:gd name="connsiteY5" fmla="*/ 31099 h 31150"/>
                  <a:gd name="connsiteX6" fmla="*/ 40219 w 93830"/>
                  <a:gd name="connsiteY6" fmla="*/ 23340 h 31150"/>
                  <a:gd name="connsiteX0" fmla="*/ 40219 w 93890"/>
                  <a:gd name="connsiteY0" fmla="*/ 23340 h 35464"/>
                  <a:gd name="connsiteX1" fmla="*/ 1077 w 93890"/>
                  <a:gd name="connsiteY1" fmla="*/ 13745 h 35464"/>
                  <a:gd name="connsiteX2" fmla="*/ 32302 w 93890"/>
                  <a:gd name="connsiteY2" fmla="*/ 535 h 35464"/>
                  <a:gd name="connsiteX3" fmla="*/ 64938 w 93890"/>
                  <a:gd name="connsiteY3" fmla="*/ 7080 h 35464"/>
                  <a:gd name="connsiteX4" fmla="*/ 93617 w 93890"/>
                  <a:gd name="connsiteY4" fmla="*/ 20343 h 35464"/>
                  <a:gd name="connsiteX5" fmla="*/ 75376 w 93890"/>
                  <a:gd name="connsiteY5" fmla="*/ 35441 h 35464"/>
                  <a:gd name="connsiteX6" fmla="*/ 40219 w 93890"/>
                  <a:gd name="connsiteY6" fmla="*/ 23340 h 35464"/>
                  <a:gd name="connsiteX0" fmla="*/ 40219 w 93890"/>
                  <a:gd name="connsiteY0" fmla="*/ 23275 h 35399"/>
                  <a:gd name="connsiteX1" fmla="*/ 1077 w 93890"/>
                  <a:gd name="connsiteY1" fmla="*/ 13680 h 35399"/>
                  <a:gd name="connsiteX2" fmla="*/ 32302 w 93890"/>
                  <a:gd name="connsiteY2" fmla="*/ 470 h 35399"/>
                  <a:gd name="connsiteX3" fmla="*/ 59236 w 93890"/>
                  <a:gd name="connsiteY3" fmla="*/ 8101 h 35399"/>
                  <a:gd name="connsiteX4" fmla="*/ 93617 w 93890"/>
                  <a:gd name="connsiteY4" fmla="*/ 20278 h 35399"/>
                  <a:gd name="connsiteX5" fmla="*/ 75376 w 93890"/>
                  <a:gd name="connsiteY5" fmla="*/ 35376 h 35399"/>
                  <a:gd name="connsiteX6" fmla="*/ 40219 w 93890"/>
                  <a:gd name="connsiteY6" fmla="*/ 23275 h 35399"/>
                  <a:gd name="connsiteX0" fmla="*/ 55121 w 108792"/>
                  <a:gd name="connsiteY0" fmla="*/ 23275 h 35399"/>
                  <a:gd name="connsiteX1" fmla="*/ 773 w 108792"/>
                  <a:gd name="connsiteY1" fmla="*/ 13680 h 35399"/>
                  <a:gd name="connsiteX2" fmla="*/ 47204 w 108792"/>
                  <a:gd name="connsiteY2" fmla="*/ 470 h 35399"/>
                  <a:gd name="connsiteX3" fmla="*/ 74138 w 108792"/>
                  <a:gd name="connsiteY3" fmla="*/ 8101 h 35399"/>
                  <a:gd name="connsiteX4" fmla="*/ 108519 w 108792"/>
                  <a:gd name="connsiteY4" fmla="*/ 20278 h 35399"/>
                  <a:gd name="connsiteX5" fmla="*/ 90278 w 108792"/>
                  <a:gd name="connsiteY5" fmla="*/ 35376 h 35399"/>
                  <a:gd name="connsiteX6" fmla="*/ 55121 w 108792"/>
                  <a:gd name="connsiteY6" fmla="*/ 23275 h 35399"/>
                  <a:gd name="connsiteX0" fmla="*/ 55121 w 108792"/>
                  <a:gd name="connsiteY0" fmla="*/ 26532 h 35520"/>
                  <a:gd name="connsiteX1" fmla="*/ 773 w 108792"/>
                  <a:gd name="connsiteY1" fmla="*/ 13680 h 35520"/>
                  <a:gd name="connsiteX2" fmla="*/ 47204 w 108792"/>
                  <a:gd name="connsiteY2" fmla="*/ 470 h 35520"/>
                  <a:gd name="connsiteX3" fmla="*/ 74138 w 108792"/>
                  <a:gd name="connsiteY3" fmla="*/ 8101 h 35520"/>
                  <a:gd name="connsiteX4" fmla="*/ 108519 w 108792"/>
                  <a:gd name="connsiteY4" fmla="*/ 20278 h 35520"/>
                  <a:gd name="connsiteX5" fmla="*/ 90278 w 108792"/>
                  <a:gd name="connsiteY5" fmla="*/ 35376 h 35520"/>
                  <a:gd name="connsiteX6" fmla="*/ 55121 w 108792"/>
                  <a:gd name="connsiteY6" fmla="*/ 26532 h 35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92" h="35520">
                    <a:moveTo>
                      <a:pt x="55121" y="26532"/>
                    </a:moveTo>
                    <a:cubicBezTo>
                      <a:pt x="41320" y="21984"/>
                      <a:pt x="-6639" y="14689"/>
                      <a:pt x="773" y="13680"/>
                    </a:cubicBezTo>
                    <a:cubicBezTo>
                      <a:pt x="-1669" y="12256"/>
                      <a:pt x="31918" y="1873"/>
                      <a:pt x="47204" y="470"/>
                    </a:cubicBezTo>
                    <a:cubicBezTo>
                      <a:pt x="55026" y="-1863"/>
                      <a:pt x="64045" y="5099"/>
                      <a:pt x="74138" y="8101"/>
                    </a:cubicBezTo>
                    <a:cubicBezTo>
                      <a:pt x="84231" y="11103"/>
                      <a:pt x="106318" y="15941"/>
                      <a:pt x="108519" y="20278"/>
                    </a:cubicBezTo>
                    <a:cubicBezTo>
                      <a:pt x="110720" y="24615"/>
                      <a:pt x="99178" y="34334"/>
                      <a:pt x="90278" y="35376"/>
                    </a:cubicBezTo>
                    <a:cubicBezTo>
                      <a:pt x="81378" y="36418"/>
                      <a:pt x="62992" y="31638"/>
                      <a:pt x="55121" y="26532"/>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2" name="Freeform: Shape 1381">
                <a:extLst>
                  <a:ext uri="{FF2B5EF4-FFF2-40B4-BE49-F238E27FC236}">
                    <a16:creationId xmlns:a16="http://schemas.microsoft.com/office/drawing/2014/main" id="{2D903D96-4CA1-1969-7BAC-E0B4678258B0}"/>
                  </a:ext>
                </a:extLst>
              </p:cNvPr>
              <p:cNvSpPr/>
              <p:nvPr/>
            </p:nvSpPr>
            <p:spPr>
              <a:xfrm rot="7275208">
                <a:off x="2904954" y="4200703"/>
                <a:ext cx="73557" cy="63368"/>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03" h="37388">
                    <a:moveTo>
                      <a:pt x="32166" y="25245"/>
                    </a:moveTo>
                    <a:cubicBezTo>
                      <a:pt x="18365" y="20697"/>
                      <a:pt x="-4884" y="22087"/>
                      <a:pt x="2528" y="21078"/>
                    </a:cubicBezTo>
                    <a:cubicBezTo>
                      <a:pt x="86" y="19654"/>
                      <a:pt x="-4342" y="1672"/>
                      <a:pt x="10944" y="269"/>
                    </a:cubicBezTo>
                    <a:cubicBezTo>
                      <a:pt x="18766" y="-2064"/>
                      <a:pt x="35388" y="11411"/>
                      <a:pt x="45481" y="14413"/>
                    </a:cubicBezTo>
                    <a:cubicBezTo>
                      <a:pt x="55574" y="17415"/>
                      <a:pt x="71959" y="16826"/>
                      <a:pt x="74160" y="21163"/>
                    </a:cubicBezTo>
                    <a:cubicBezTo>
                      <a:pt x="76361" y="25500"/>
                      <a:pt x="80023" y="36666"/>
                      <a:pt x="73024" y="37346"/>
                    </a:cubicBezTo>
                    <a:cubicBezTo>
                      <a:pt x="66025" y="38026"/>
                      <a:pt x="40037" y="30351"/>
                      <a:pt x="32166" y="25245"/>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1" name="Freeform: Shape 1380">
                <a:extLst>
                  <a:ext uri="{FF2B5EF4-FFF2-40B4-BE49-F238E27FC236}">
                    <a16:creationId xmlns:a16="http://schemas.microsoft.com/office/drawing/2014/main" id="{5A2F98C1-E361-1899-A8CF-6F8E531CAA18}"/>
                  </a:ext>
                </a:extLst>
              </p:cNvPr>
              <p:cNvSpPr/>
              <p:nvPr/>
            </p:nvSpPr>
            <p:spPr>
              <a:xfrm rot="7275208">
                <a:off x="3029023" y="4117761"/>
                <a:ext cx="80752" cy="34717"/>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88" h="22062">
                    <a:moveTo>
                      <a:pt x="9766" y="18560"/>
                    </a:moveTo>
                    <a:cubicBezTo>
                      <a:pt x="1895" y="13454"/>
                      <a:pt x="-4018" y="1035"/>
                      <a:pt x="3394" y="26"/>
                    </a:cubicBezTo>
                    <a:cubicBezTo>
                      <a:pt x="12273" y="-257"/>
                      <a:pt x="40742" y="1853"/>
                      <a:pt x="46352" y="6289"/>
                    </a:cubicBezTo>
                    <a:cubicBezTo>
                      <a:pt x="51962" y="10725"/>
                      <a:pt x="38475" y="18156"/>
                      <a:pt x="32377" y="20201"/>
                    </a:cubicBezTo>
                    <a:cubicBezTo>
                      <a:pt x="26279" y="22246"/>
                      <a:pt x="17637" y="23666"/>
                      <a:pt x="9766" y="1856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Freeform: Shape 1378">
                <a:extLst>
                  <a:ext uri="{FF2B5EF4-FFF2-40B4-BE49-F238E27FC236}">
                    <a16:creationId xmlns:a16="http://schemas.microsoft.com/office/drawing/2014/main" id="{FF34927D-3003-A71C-6EB5-D25ED8888B22}"/>
                  </a:ext>
                </a:extLst>
              </p:cNvPr>
              <p:cNvSpPr/>
              <p:nvPr/>
            </p:nvSpPr>
            <p:spPr>
              <a:xfrm rot="7275208">
                <a:off x="3088153" y="3977979"/>
                <a:ext cx="145284" cy="39817"/>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56" h="29449">
                    <a:moveTo>
                      <a:pt x="22" y="19875"/>
                    </a:moveTo>
                    <a:cubicBezTo>
                      <a:pt x="708" y="17428"/>
                      <a:pt x="13351" y="-2514"/>
                      <a:pt x="23273" y="264"/>
                    </a:cubicBezTo>
                    <a:cubicBezTo>
                      <a:pt x="31256" y="919"/>
                      <a:pt x="66824" y="8813"/>
                      <a:pt x="72434" y="13249"/>
                    </a:cubicBezTo>
                    <a:cubicBezTo>
                      <a:pt x="78044" y="17685"/>
                      <a:pt x="81029" y="26442"/>
                      <a:pt x="76325" y="27861"/>
                    </a:cubicBezTo>
                    <a:cubicBezTo>
                      <a:pt x="71621" y="29280"/>
                      <a:pt x="50963" y="22541"/>
                      <a:pt x="44207" y="21761"/>
                    </a:cubicBezTo>
                    <a:cubicBezTo>
                      <a:pt x="37451" y="20981"/>
                      <a:pt x="41725" y="29266"/>
                      <a:pt x="37885" y="29447"/>
                    </a:cubicBezTo>
                    <a:cubicBezTo>
                      <a:pt x="34045" y="29628"/>
                      <a:pt x="30733" y="20676"/>
                      <a:pt x="27962" y="19304"/>
                    </a:cubicBezTo>
                    <a:cubicBezTo>
                      <a:pt x="25191" y="17932"/>
                      <a:pt x="22753" y="18495"/>
                      <a:pt x="19158" y="14945"/>
                    </a:cubicBezTo>
                    <a:cubicBezTo>
                      <a:pt x="15563" y="11395"/>
                      <a:pt x="-664" y="22322"/>
                      <a:pt x="22" y="19875"/>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Freeform: Shape 1414">
                <a:extLst>
                  <a:ext uri="{FF2B5EF4-FFF2-40B4-BE49-F238E27FC236}">
                    <a16:creationId xmlns:a16="http://schemas.microsoft.com/office/drawing/2014/main" id="{0299E306-B767-3C65-7D60-365F86E3C48D}"/>
                  </a:ext>
                </a:extLst>
              </p:cNvPr>
              <p:cNvSpPr/>
              <p:nvPr/>
            </p:nvSpPr>
            <p:spPr>
              <a:xfrm rot="16839570">
                <a:off x="2228951" y="4208000"/>
                <a:ext cx="115512" cy="52144"/>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317 w 110848"/>
                  <a:gd name="connsiteY0" fmla="*/ 45800 h 70699"/>
                  <a:gd name="connsiteX1" fmla="*/ 43296 w 110848"/>
                  <a:gd name="connsiteY1" fmla="*/ 37948 h 70699"/>
                  <a:gd name="connsiteX2" fmla="*/ 45935 w 110848"/>
                  <a:gd name="connsiteY2" fmla="*/ 3900 h 70699"/>
                  <a:gd name="connsiteX3" fmla="*/ 104554 w 110848"/>
                  <a:gd name="connsiteY3" fmla="*/ 1337 h 70699"/>
                  <a:gd name="connsiteX4" fmla="*/ 101145 w 110848"/>
                  <a:gd name="connsiteY4" fmla="*/ 9192 h 70699"/>
                  <a:gd name="connsiteX5" fmla="*/ 99569 w 110848"/>
                  <a:gd name="connsiteY5" fmla="*/ 26798 h 70699"/>
                  <a:gd name="connsiteX6" fmla="*/ 104855 w 110848"/>
                  <a:gd name="connsiteY6" fmla="*/ 70394 h 70699"/>
                  <a:gd name="connsiteX7" fmla="*/ 1317 w 110848"/>
                  <a:gd name="connsiteY7" fmla="*/ 45800 h 70699"/>
                  <a:gd name="connsiteX0" fmla="*/ 453 w 107185"/>
                  <a:gd name="connsiteY0" fmla="*/ 45800 h 55583"/>
                  <a:gd name="connsiteX1" fmla="*/ 42432 w 107185"/>
                  <a:gd name="connsiteY1" fmla="*/ 37948 h 55583"/>
                  <a:gd name="connsiteX2" fmla="*/ 45071 w 107185"/>
                  <a:gd name="connsiteY2" fmla="*/ 3900 h 55583"/>
                  <a:gd name="connsiteX3" fmla="*/ 103690 w 107185"/>
                  <a:gd name="connsiteY3" fmla="*/ 1337 h 55583"/>
                  <a:gd name="connsiteX4" fmla="*/ 100281 w 107185"/>
                  <a:gd name="connsiteY4" fmla="*/ 9192 h 55583"/>
                  <a:gd name="connsiteX5" fmla="*/ 98705 w 107185"/>
                  <a:gd name="connsiteY5" fmla="*/ 26798 h 55583"/>
                  <a:gd name="connsiteX6" fmla="*/ 76078 w 107185"/>
                  <a:gd name="connsiteY6" fmla="*/ 54944 h 55583"/>
                  <a:gd name="connsiteX7" fmla="*/ 453 w 107185"/>
                  <a:gd name="connsiteY7" fmla="*/ 45800 h 55583"/>
                  <a:gd name="connsiteX0" fmla="*/ 453 w 107185"/>
                  <a:gd name="connsiteY0" fmla="*/ 44688 h 54471"/>
                  <a:gd name="connsiteX1" fmla="*/ 42432 w 107185"/>
                  <a:gd name="connsiteY1" fmla="*/ 36836 h 54471"/>
                  <a:gd name="connsiteX2" fmla="*/ 60739 w 107185"/>
                  <a:gd name="connsiteY2" fmla="*/ 9549 h 54471"/>
                  <a:gd name="connsiteX3" fmla="*/ 45071 w 107185"/>
                  <a:gd name="connsiteY3" fmla="*/ 2788 h 54471"/>
                  <a:gd name="connsiteX4" fmla="*/ 103690 w 107185"/>
                  <a:gd name="connsiteY4" fmla="*/ 225 h 54471"/>
                  <a:gd name="connsiteX5" fmla="*/ 100281 w 107185"/>
                  <a:gd name="connsiteY5" fmla="*/ 8080 h 54471"/>
                  <a:gd name="connsiteX6" fmla="*/ 98705 w 107185"/>
                  <a:gd name="connsiteY6" fmla="*/ 25686 h 54471"/>
                  <a:gd name="connsiteX7" fmla="*/ 76078 w 107185"/>
                  <a:gd name="connsiteY7" fmla="*/ 53832 h 54471"/>
                  <a:gd name="connsiteX8" fmla="*/ 453 w 107185"/>
                  <a:gd name="connsiteY8" fmla="*/ 44688 h 54471"/>
                  <a:gd name="connsiteX0" fmla="*/ 3212 w 109944"/>
                  <a:gd name="connsiteY0" fmla="*/ 44688 h 67910"/>
                  <a:gd name="connsiteX1" fmla="*/ 45191 w 109944"/>
                  <a:gd name="connsiteY1" fmla="*/ 36836 h 67910"/>
                  <a:gd name="connsiteX2" fmla="*/ 63498 w 109944"/>
                  <a:gd name="connsiteY2" fmla="*/ 9549 h 67910"/>
                  <a:gd name="connsiteX3" fmla="*/ 47830 w 109944"/>
                  <a:gd name="connsiteY3" fmla="*/ 2788 h 67910"/>
                  <a:gd name="connsiteX4" fmla="*/ 106449 w 109944"/>
                  <a:gd name="connsiteY4" fmla="*/ 225 h 67910"/>
                  <a:gd name="connsiteX5" fmla="*/ 103040 w 109944"/>
                  <a:gd name="connsiteY5" fmla="*/ 8080 h 67910"/>
                  <a:gd name="connsiteX6" fmla="*/ 101464 w 109944"/>
                  <a:gd name="connsiteY6" fmla="*/ 25686 h 67910"/>
                  <a:gd name="connsiteX7" fmla="*/ 78837 w 109944"/>
                  <a:gd name="connsiteY7" fmla="*/ 53832 h 67910"/>
                  <a:gd name="connsiteX8" fmla="*/ 11392 w 109944"/>
                  <a:gd name="connsiteY8" fmla="*/ 67730 h 67910"/>
                  <a:gd name="connsiteX9" fmla="*/ 3212 w 109944"/>
                  <a:gd name="connsiteY9" fmla="*/ 44688 h 67910"/>
                  <a:gd name="connsiteX0" fmla="*/ 3212 w 109944"/>
                  <a:gd name="connsiteY0" fmla="*/ 44688 h 67893"/>
                  <a:gd name="connsiteX1" fmla="*/ 45191 w 109944"/>
                  <a:gd name="connsiteY1" fmla="*/ 36836 h 67893"/>
                  <a:gd name="connsiteX2" fmla="*/ 63498 w 109944"/>
                  <a:gd name="connsiteY2" fmla="*/ 9549 h 67893"/>
                  <a:gd name="connsiteX3" fmla="*/ 47830 w 109944"/>
                  <a:gd name="connsiteY3" fmla="*/ 2788 h 67893"/>
                  <a:gd name="connsiteX4" fmla="*/ 106449 w 109944"/>
                  <a:gd name="connsiteY4" fmla="*/ 225 h 67893"/>
                  <a:gd name="connsiteX5" fmla="*/ 103040 w 109944"/>
                  <a:gd name="connsiteY5" fmla="*/ 8080 h 67893"/>
                  <a:gd name="connsiteX6" fmla="*/ 101464 w 109944"/>
                  <a:gd name="connsiteY6" fmla="*/ 25686 h 67893"/>
                  <a:gd name="connsiteX7" fmla="*/ 89544 w 109944"/>
                  <a:gd name="connsiteY7" fmla="*/ 52789 h 67893"/>
                  <a:gd name="connsiteX8" fmla="*/ 11392 w 109944"/>
                  <a:gd name="connsiteY8" fmla="*/ 67730 h 67893"/>
                  <a:gd name="connsiteX9" fmla="*/ 3212 w 109944"/>
                  <a:gd name="connsiteY9" fmla="*/ 44688 h 67893"/>
                  <a:gd name="connsiteX0" fmla="*/ 6436 w 106030"/>
                  <a:gd name="connsiteY0" fmla="*/ 43993 h 67893"/>
                  <a:gd name="connsiteX1" fmla="*/ 41277 w 106030"/>
                  <a:gd name="connsiteY1" fmla="*/ 36836 h 67893"/>
                  <a:gd name="connsiteX2" fmla="*/ 59584 w 106030"/>
                  <a:gd name="connsiteY2" fmla="*/ 9549 h 67893"/>
                  <a:gd name="connsiteX3" fmla="*/ 43916 w 106030"/>
                  <a:gd name="connsiteY3" fmla="*/ 2788 h 67893"/>
                  <a:gd name="connsiteX4" fmla="*/ 102535 w 106030"/>
                  <a:gd name="connsiteY4" fmla="*/ 225 h 67893"/>
                  <a:gd name="connsiteX5" fmla="*/ 99126 w 106030"/>
                  <a:gd name="connsiteY5" fmla="*/ 8080 h 67893"/>
                  <a:gd name="connsiteX6" fmla="*/ 97550 w 106030"/>
                  <a:gd name="connsiteY6" fmla="*/ 25686 h 67893"/>
                  <a:gd name="connsiteX7" fmla="*/ 85630 w 106030"/>
                  <a:gd name="connsiteY7" fmla="*/ 52789 h 67893"/>
                  <a:gd name="connsiteX8" fmla="*/ 7478 w 106030"/>
                  <a:gd name="connsiteY8" fmla="*/ 67730 h 67893"/>
                  <a:gd name="connsiteX9" fmla="*/ 6436 w 106030"/>
                  <a:gd name="connsiteY9" fmla="*/ 43993 h 67893"/>
                  <a:gd name="connsiteX0" fmla="*/ 6436 w 106030"/>
                  <a:gd name="connsiteY0" fmla="*/ 43993 h 81144"/>
                  <a:gd name="connsiteX1" fmla="*/ 41277 w 106030"/>
                  <a:gd name="connsiteY1" fmla="*/ 36836 h 81144"/>
                  <a:gd name="connsiteX2" fmla="*/ 59584 w 106030"/>
                  <a:gd name="connsiteY2" fmla="*/ 9549 h 81144"/>
                  <a:gd name="connsiteX3" fmla="*/ 43916 w 106030"/>
                  <a:gd name="connsiteY3" fmla="*/ 2788 h 81144"/>
                  <a:gd name="connsiteX4" fmla="*/ 102535 w 106030"/>
                  <a:gd name="connsiteY4" fmla="*/ 225 h 81144"/>
                  <a:gd name="connsiteX5" fmla="*/ 99126 w 106030"/>
                  <a:gd name="connsiteY5" fmla="*/ 8080 h 81144"/>
                  <a:gd name="connsiteX6" fmla="*/ 97550 w 106030"/>
                  <a:gd name="connsiteY6" fmla="*/ 25686 h 81144"/>
                  <a:gd name="connsiteX7" fmla="*/ 55556 w 106030"/>
                  <a:gd name="connsiteY7" fmla="*/ 79476 h 81144"/>
                  <a:gd name="connsiteX8" fmla="*/ 7478 w 106030"/>
                  <a:gd name="connsiteY8" fmla="*/ 67730 h 81144"/>
                  <a:gd name="connsiteX9" fmla="*/ 6436 w 106030"/>
                  <a:gd name="connsiteY9" fmla="*/ 43993 h 81144"/>
                  <a:gd name="connsiteX0" fmla="*/ 6436 w 105225"/>
                  <a:gd name="connsiteY0" fmla="*/ 44769 h 81920"/>
                  <a:gd name="connsiteX1" fmla="*/ 41277 w 105225"/>
                  <a:gd name="connsiteY1" fmla="*/ 37612 h 81920"/>
                  <a:gd name="connsiteX2" fmla="*/ 59584 w 105225"/>
                  <a:gd name="connsiteY2" fmla="*/ 10325 h 81920"/>
                  <a:gd name="connsiteX3" fmla="*/ 43916 w 105225"/>
                  <a:gd name="connsiteY3" fmla="*/ 3564 h 81920"/>
                  <a:gd name="connsiteX4" fmla="*/ 102535 w 105225"/>
                  <a:gd name="connsiteY4" fmla="*/ 1001 h 81920"/>
                  <a:gd name="connsiteX5" fmla="*/ 95576 w 105225"/>
                  <a:gd name="connsiteY5" fmla="*/ 20382 h 81920"/>
                  <a:gd name="connsiteX6" fmla="*/ 97550 w 105225"/>
                  <a:gd name="connsiteY6" fmla="*/ 26462 h 81920"/>
                  <a:gd name="connsiteX7" fmla="*/ 55556 w 105225"/>
                  <a:gd name="connsiteY7" fmla="*/ 80252 h 81920"/>
                  <a:gd name="connsiteX8" fmla="*/ 7478 w 105225"/>
                  <a:gd name="connsiteY8" fmla="*/ 68506 h 81920"/>
                  <a:gd name="connsiteX9" fmla="*/ 6436 w 105225"/>
                  <a:gd name="connsiteY9" fmla="*/ 44769 h 81920"/>
                  <a:gd name="connsiteX0" fmla="*/ 6436 w 100362"/>
                  <a:gd name="connsiteY0" fmla="*/ 41691 h 78842"/>
                  <a:gd name="connsiteX1" fmla="*/ 41277 w 100362"/>
                  <a:gd name="connsiteY1" fmla="*/ 34534 h 78842"/>
                  <a:gd name="connsiteX2" fmla="*/ 59584 w 100362"/>
                  <a:gd name="connsiteY2" fmla="*/ 7247 h 78842"/>
                  <a:gd name="connsiteX3" fmla="*/ 43916 w 100362"/>
                  <a:gd name="connsiteY3" fmla="*/ 486 h 78842"/>
                  <a:gd name="connsiteX4" fmla="*/ 95576 w 100362"/>
                  <a:gd name="connsiteY4" fmla="*/ 17304 h 78842"/>
                  <a:gd name="connsiteX5" fmla="*/ 97550 w 100362"/>
                  <a:gd name="connsiteY5" fmla="*/ 23384 h 78842"/>
                  <a:gd name="connsiteX6" fmla="*/ 55556 w 100362"/>
                  <a:gd name="connsiteY6" fmla="*/ 77174 h 78842"/>
                  <a:gd name="connsiteX7" fmla="*/ 7478 w 100362"/>
                  <a:gd name="connsiteY7" fmla="*/ 65428 h 78842"/>
                  <a:gd name="connsiteX8" fmla="*/ 6436 w 100362"/>
                  <a:gd name="connsiteY8" fmla="*/ 41691 h 78842"/>
                  <a:gd name="connsiteX0" fmla="*/ 6436 w 99264"/>
                  <a:gd name="connsiteY0" fmla="*/ 34948 h 72099"/>
                  <a:gd name="connsiteX1" fmla="*/ 41277 w 99264"/>
                  <a:gd name="connsiteY1" fmla="*/ 27791 h 72099"/>
                  <a:gd name="connsiteX2" fmla="*/ 59584 w 99264"/>
                  <a:gd name="connsiteY2" fmla="*/ 504 h 72099"/>
                  <a:gd name="connsiteX3" fmla="*/ 95576 w 99264"/>
                  <a:gd name="connsiteY3" fmla="*/ 10561 h 72099"/>
                  <a:gd name="connsiteX4" fmla="*/ 97550 w 99264"/>
                  <a:gd name="connsiteY4" fmla="*/ 16641 h 72099"/>
                  <a:gd name="connsiteX5" fmla="*/ 55556 w 99264"/>
                  <a:gd name="connsiteY5" fmla="*/ 70431 h 72099"/>
                  <a:gd name="connsiteX6" fmla="*/ 7478 w 99264"/>
                  <a:gd name="connsiteY6" fmla="*/ 58685 h 72099"/>
                  <a:gd name="connsiteX7" fmla="*/ 6436 w 99264"/>
                  <a:gd name="connsiteY7" fmla="*/ 34948 h 72099"/>
                  <a:gd name="connsiteX0" fmla="*/ 6436 w 99343"/>
                  <a:gd name="connsiteY0" fmla="*/ 52726 h 89877"/>
                  <a:gd name="connsiteX1" fmla="*/ 41277 w 99343"/>
                  <a:gd name="connsiteY1" fmla="*/ 45569 h 89877"/>
                  <a:gd name="connsiteX2" fmla="*/ 58437 w 99343"/>
                  <a:gd name="connsiteY2" fmla="*/ 226 h 89877"/>
                  <a:gd name="connsiteX3" fmla="*/ 95576 w 99343"/>
                  <a:gd name="connsiteY3" fmla="*/ 28339 h 89877"/>
                  <a:gd name="connsiteX4" fmla="*/ 97550 w 99343"/>
                  <a:gd name="connsiteY4" fmla="*/ 34419 h 89877"/>
                  <a:gd name="connsiteX5" fmla="*/ 55556 w 99343"/>
                  <a:gd name="connsiteY5" fmla="*/ 88209 h 89877"/>
                  <a:gd name="connsiteX6" fmla="*/ 7478 w 99343"/>
                  <a:gd name="connsiteY6" fmla="*/ 76463 h 89877"/>
                  <a:gd name="connsiteX7" fmla="*/ 6436 w 99343"/>
                  <a:gd name="connsiteY7" fmla="*/ 52726 h 89877"/>
                  <a:gd name="connsiteX0" fmla="*/ 6436 w 99343"/>
                  <a:gd name="connsiteY0" fmla="*/ 52726 h 90186"/>
                  <a:gd name="connsiteX1" fmla="*/ 41277 w 99343"/>
                  <a:gd name="connsiteY1" fmla="*/ 45569 h 90186"/>
                  <a:gd name="connsiteX2" fmla="*/ 58437 w 99343"/>
                  <a:gd name="connsiteY2" fmla="*/ 226 h 90186"/>
                  <a:gd name="connsiteX3" fmla="*/ 95576 w 99343"/>
                  <a:gd name="connsiteY3" fmla="*/ 28339 h 90186"/>
                  <a:gd name="connsiteX4" fmla="*/ 97550 w 99343"/>
                  <a:gd name="connsiteY4" fmla="*/ 34419 h 90186"/>
                  <a:gd name="connsiteX5" fmla="*/ 66489 w 99343"/>
                  <a:gd name="connsiteY5" fmla="*/ 88542 h 90186"/>
                  <a:gd name="connsiteX6" fmla="*/ 7478 w 99343"/>
                  <a:gd name="connsiteY6" fmla="*/ 76463 h 90186"/>
                  <a:gd name="connsiteX7" fmla="*/ 6436 w 99343"/>
                  <a:gd name="connsiteY7" fmla="*/ 52726 h 90186"/>
                  <a:gd name="connsiteX0" fmla="*/ 408 w 92273"/>
                  <a:gd name="connsiteY0" fmla="*/ 76463 h 90671"/>
                  <a:gd name="connsiteX1" fmla="*/ 34207 w 92273"/>
                  <a:gd name="connsiteY1" fmla="*/ 45569 h 90671"/>
                  <a:gd name="connsiteX2" fmla="*/ 51367 w 92273"/>
                  <a:gd name="connsiteY2" fmla="*/ 226 h 90671"/>
                  <a:gd name="connsiteX3" fmla="*/ 88506 w 92273"/>
                  <a:gd name="connsiteY3" fmla="*/ 28339 h 90671"/>
                  <a:gd name="connsiteX4" fmla="*/ 90480 w 92273"/>
                  <a:gd name="connsiteY4" fmla="*/ 34419 h 90671"/>
                  <a:gd name="connsiteX5" fmla="*/ 59419 w 92273"/>
                  <a:gd name="connsiteY5" fmla="*/ 88542 h 90671"/>
                  <a:gd name="connsiteX6" fmla="*/ 408 w 92273"/>
                  <a:gd name="connsiteY6" fmla="*/ 76463 h 90671"/>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97844"/>
                  <a:gd name="connsiteY0" fmla="*/ 77822 h 91109"/>
                  <a:gd name="connsiteX1" fmla="*/ 19809 w 97844"/>
                  <a:gd name="connsiteY1" fmla="*/ 45567 h 91109"/>
                  <a:gd name="connsiteX2" fmla="*/ 36969 w 97844"/>
                  <a:gd name="connsiteY2" fmla="*/ 224 h 91109"/>
                  <a:gd name="connsiteX3" fmla="*/ 74108 w 97844"/>
                  <a:gd name="connsiteY3" fmla="*/ 28337 h 91109"/>
                  <a:gd name="connsiteX4" fmla="*/ 97812 w 97844"/>
                  <a:gd name="connsiteY4" fmla="*/ 31894 h 91109"/>
                  <a:gd name="connsiteX5" fmla="*/ 45021 w 97844"/>
                  <a:gd name="connsiteY5" fmla="*/ 88540 h 91109"/>
                  <a:gd name="connsiteX6" fmla="*/ 737 w 97844"/>
                  <a:gd name="connsiteY6" fmla="*/ 77822 h 91109"/>
                  <a:gd name="connsiteX0" fmla="*/ 737 w 97844"/>
                  <a:gd name="connsiteY0" fmla="*/ 71767 h 85053"/>
                  <a:gd name="connsiteX1" fmla="*/ 19809 w 97844"/>
                  <a:gd name="connsiteY1" fmla="*/ 39512 h 85053"/>
                  <a:gd name="connsiteX2" fmla="*/ 35617 w 97844"/>
                  <a:gd name="connsiteY2" fmla="*/ 274 h 85053"/>
                  <a:gd name="connsiteX3" fmla="*/ 74108 w 97844"/>
                  <a:gd name="connsiteY3" fmla="*/ 22282 h 85053"/>
                  <a:gd name="connsiteX4" fmla="*/ 97812 w 97844"/>
                  <a:gd name="connsiteY4" fmla="*/ 25839 h 85053"/>
                  <a:gd name="connsiteX5" fmla="*/ 45021 w 97844"/>
                  <a:gd name="connsiteY5" fmla="*/ 82485 h 85053"/>
                  <a:gd name="connsiteX6" fmla="*/ 737 w 97844"/>
                  <a:gd name="connsiteY6" fmla="*/ 71767 h 85053"/>
                  <a:gd name="connsiteX0" fmla="*/ 737 w 97844"/>
                  <a:gd name="connsiteY0" fmla="*/ 71767 h 74549"/>
                  <a:gd name="connsiteX1" fmla="*/ 19809 w 97844"/>
                  <a:gd name="connsiteY1" fmla="*/ 39512 h 74549"/>
                  <a:gd name="connsiteX2" fmla="*/ 35617 w 97844"/>
                  <a:gd name="connsiteY2" fmla="*/ 274 h 74549"/>
                  <a:gd name="connsiteX3" fmla="*/ 74108 w 97844"/>
                  <a:gd name="connsiteY3" fmla="*/ 22282 h 74549"/>
                  <a:gd name="connsiteX4" fmla="*/ 97812 w 97844"/>
                  <a:gd name="connsiteY4" fmla="*/ 25839 h 74549"/>
                  <a:gd name="connsiteX5" fmla="*/ 23072 w 97844"/>
                  <a:gd name="connsiteY5" fmla="*/ 63225 h 74549"/>
                  <a:gd name="connsiteX6" fmla="*/ 737 w 97844"/>
                  <a:gd name="connsiteY6" fmla="*/ 71767 h 74549"/>
                  <a:gd name="connsiteX0" fmla="*/ 1138 w 98245"/>
                  <a:gd name="connsiteY0" fmla="*/ 71767 h 74549"/>
                  <a:gd name="connsiteX1" fmla="*/ 13599 w 98245"/>
                  <a:gd name="connsiteY1" fmla="*/ 28384 h 74549"/>
                  <a:gd name="connsiteX2" fmla="*/ 36018 w 98245"/>
                  <a:gd name="connsiteY2" fmla="*/ 274 h 74549"/>
                  <a:gd name="connsiteX3" fmla="*/ 74509 w 98245"/>
                  <a:gd name="connsiteY3" fmla="*/ 22282 h 74549"/>
                  <a:gd name="connsiteX4" fmla="*/ 98213 w 98245"/>
                  <a:gd name="connsiteY4" fmla="*/ 25839 h 74549"/>
                  <a:gd name="connsiteX5" fmla="*/ 23473 w 98245"/>
                  <a:gd name="connsiteY5" fmla="*/ 63225 h 74549"/>
                  <a:gd name="connsiteX6" fmla="*/ 1138 w 98245"/>
                  <a:gd name="connsiteY6" fmla="*/ 71767 h 74549"/>
                  <a:gd name="connsiteX0" fmla="*/ 157 w 170457"/>
                  <a:gd name="connsiteY0" fmla="*/ 42593 h 63543"/>
                  <a:gd name="connsiteX1" fmla="*/ 85811 w 170457"/>
                  <a:gd name="connsiteY1" fmla="*/ 28384 h 63543"/>
                  <a:gd name="connsiteX2" fmla="*/ 108230 w 170457"/>
                  <a:gd name="connsiteY2" fmla="*/ 274 h 63543"/>
                  <a:gd name="connsiteX3" fmla="*/ 146721 w 170457"/>
                  <a:gd name="connsiteY3" fmla="*/ 22282 h 63543"/>
                  <a:gd name="connsiteX4" fmla="*/ 170425 w 170457"/>
                  <a:gd name="connsiteY4" fmla="*/ 25839 h 63543"/>
                  <a:gd name="connsiteX5" fmla="*/ 95685 w 170457"/>
                  <a:gd name="connsiteY5" fmla="*/ 63225 h 63543"/>
                  <a:gd name="connsiteX6" fmla="*/ 157 w 170457"/>
                  <a:gd name="connsiteY6" fmla="*/ 42593 h 63543"/>
                  <a:gd name="connsiteX0" fmla="*/ 157 w 170457"/>
                  <a:gd name="connsiteY0" fmla="*/ 42593 h 51277"/>
                  <a:gd name="connsiteX1" fmla="*/ 85811 w 170457"/>
                  <a:gd name="connsiteY1" fmla="*/ 28384 h 51277"/>
                  <a:gd name="connsiteX2" fmla="*/ 108230 w 170457"/>
                  <a:gd name="connsiteY2" fmla="*/ 274 h 51277"/>
                  <a:gd name="connsiteX3" fmla="*/ 146721 w 170457"/>
                  <a:gd name="connsiteY3" fmla="*/ 22282 h 51277"/>
                  <a:gd name="connsiteX4" fmla="*/ 170425 w 170457"/>
                  <a:gd name="connsiteY4" fmla="*/ 25839 h 51277"/>
                  <a:gd name="connsiteX5" fmla="*/ 104596 w 170457"/>
                  <a:gd name="connsiteY5" fmla="*/ 50294 h 51277"/>
                  <a:gd name="connsiteX6" fmla="*/ 157 w 170457"/>
                  <a:gd name="connsiteY6" fmla="*/ 42593 h 51277"/>
                  <a:gd name="connsiteX0" fmla="*/ 126 w 190806"/>
                  <a:gd name="connsiteY0" fmla="*/ 39011 h 50736"/>
                  <a:gd name="connsiteX1" fmla="*/ 106160 w 190806"/>
                  <a:gd name="connsiteY1" fmla="*/ 28384 h 50736"/>
                  <a:gd name="connsiteX2" fmla="*/ 128579 w 190806"/>
                  <a:gd name="connsiteY2" fmla="*/ 274 h 50736"/>
                  <a:gd name="connsiteX3" fmla="*/ 167070 w 190806"/>
                  <a:gd name="connsiteY3" fmla="*/ 22282 h 50736"/>
                  <a:gd name="connsiteX4" fmla="*/ 190774 w 190806"/>
                  <a:gd name="connsiteY4" fmla="*/ 25839 h 50736"/>
                  <a:gd name="connsiteX5" fmla="*/ 124945 w 190806"/>
                  <a:gd name="connsiteY5" fmla="*/ 50294 h 50736"/>
                  <a:gd name="connsiteX6" fmla="*/ 126 w 190806"/>
                  <a:gd name="connsiteY6" fmla="*/ 39011 h 50736"/>
                  <a:gd name="connsiteX0" fmla="*/ 126 w 190943"/>
                  <a:gd name="connsiteY0" fmla="*/ 39028 h 50753"/>
                  <a:gd name="connsiteX1" fmla="*/ 106160 w 190943"/>
                  <a:gd name="connsiteY1" fmla="*/ 28401 h 50753"/>
                  <a:gd name="connsiteX2" fmla="*/ 128579 w 190943"/>
                  <a:gd name="connsiteY2" fmla="*/ 291 h 50753"/>
                  <a:gd name="connsiteX3" fmla="*/ 179489 w 190943"/>
                  <a:gd name="connsiteY3" fmla="*/ 20857 h 50753"/>
                  <a:gd name="connsiteX4" fmla="*/ 190774 w 190943"/>
                  <a:gd name="connsiteY4" fmla="*/ 25856 h 50753"/>
                  <a:gd name="connsiteX5" fmla="*/ 124945 w 190943"/>
                  <a:gd name="connsiteY5" fmla="*/ 50311 h 50753"/>
                  <a:gd name="connsiteX6" fmla="*/ 126 w 190943"/>
                  <a:gd name="connsiteY6" fmla="*/ 39028 h 50753"/>
                  <a:gd name="connsiteX0" fmla="*/ 126 w 190943"/>
                  <a:gd name="connsiteY0" fmla="*/ 39028 h 55612"/>
                  <a:gd name="connsiteX1" fmla="*/ 106160 w 190943"/>
                  <a:gd name="connsiteY1" fmla="*/ 28401 h 55612"/>
                  <a:gd name="connsiteX2" fmla="*/ 128579 w 190943"/>
                  <a:gd name="connsiteY2" fmla="*/ 291 h 55612"/>
                  <a:gd name="connsiteX3" fmla="*/ 179489 w 190943"/>
                  <a:gd name="connsiteY3" fmla="*/ 20857 h 55612"/>
                  <a:gd name="connsiteX4" fmla="*/ 190774 w 190943"/>
                  <a:gd name="connsiteY4" fmla="*/ 25856 h 55612"/>
                  <a:gd name="connsiteX5" fmla="*/ 132908 w 190943"/>
                  <a:gd name="connsiteY5" fmla="*/ 55335 h 55612"/>
                  <a:gd name="connsiteX6" fmla="*/ 126 w 190943"/>
                  <a:gd name="connsiteY6" fmla="*/ 39028 h 55612"/>
                  <a:gd name="connsiteX0" fmla="*/ 126 w 181136"/>
                  <a:gd name="connsiteY0" fmla="*/ 39014 h 55902"/>
                  <a:gd name="connsiteX1" fmla="*/ 106160 w 181136"/>
                  <a:gd name="connsiteY1" fmla="*/ 28387 h 55902"/>
                  <a:gd name="connsiteX2" fmla="*/ 128579 w 181136"/>
                  <a:gd name="connsiteY2" fmla="*/ 277 h 55902"/>
                  <a:gd name="connsiteX3" fmla="*/ 179489 w 181136"/>
                  <a:gd name="connsiteY3" fmla="*/ 20843 h 55902"/>
                  <a:gd name="connsiteX4" fmla="*/ 169225 w 181136"/>
                  <a:gd name="connsiteY4" fmla="*/ 18430 h 55902"/>
                  <a:gd name="connsiteX5" fmla="*/ 132908 w 181136"/>
                  <a:gd name="connsiteY5" fmla="*/ 55321 h 55902"/>
                  <a:gd name="connsiteX6" fmla="*/ 126 w 181136"/>
                  <a:gd name="connsiteY6" fmla="*/ 39014 h 55902"/>
                  <a:gd name="connsiteX0" fmla="*/ 126 w 181137"/>
                  <a:gd name="connsiteY0" fmla="*/ 39014 h 55902"/>
                  <a:gd name="connsiteX1" fmla="*/ 106160 w 181137"/>
                  <a:gd name="connsiteY1" fmla="*/ 28387 h 55902"/>
                  <a:gd name="connsiteX2" fmla="*/ 128579 w 181137"/>
                  <a:gd name="connsiteY2" fmla="*/ 277 h 55902"/>
                  <a:gd name="connsiteX3" fmla="*/ 179489 w 181137"/>
                  <a:gd name="connsiteY3" fmla="*/ 20843 h 55902"/>
                  <a:gd name="connsiteX4" fmla="*/ 169225 w 181137"/>
                  <a:gd name="connsiteY4" fmla="*/ 18430 h 55902"/>
                  <a:gd name="connsiteX5" fmla="*/ 132908 w 181137"/>
                  <a:gd name="connsiteY5" fmla="*/ 55321 h 55902"/>
                  <a:gd name="connsiteX6" fmla="*/ 126 w 181137"/>
                  <a:gd name="connsiteY6" fmla="*/ 39014 h 55902"/>
                  <a:gd name="connsiteX0" fmla="*/ 440 w 181451"/>
                  <a:gd name="connsiteY0" fmla="*/ 39014 h 56187"/>
                  <a:gd name="connsiteX1" fmla="*/ 106474 w 181451"/>
                  <a:gd name="connsiteY1" fmla="*/ 28387 h 56187"/>
                  <a:gd name="connsiteX2" fmla="*/ 128893 w 181451"/>
                  <a:gd name="connsiteY2" fmla="*/ 277 h 56187"/>
                  <a:gd name="connsiteX3" fmla="*/ 179803 w 181451"/>
                  <a:gd name="connsiteY3" fmla="*/ 20843 h 56187"/>
                  <a:gd name="connsiteX4" fmla="*/ 169539 w 181451"/>
                  <a:gd name="connsiteY4" fmla="*/ 18430 h 56187"/>
                  <a:gd name="connsiteX5" fmla="*/ 133222 w 181451"/>
                  <a:gd name="connsiteY5" fmla="*/ 55321 h 56187"/>
                  <a:gd name="connsiteX6" fmla="*/ 71785 w 181451"/>
                  <a:gd name="connsiteY6" fmla="*/ 44079 h 56187"/>
                  <a:gd name="connsiteX7" fmla="*/ 440 w 181451"/>
                  <a:gd name="connsiteY7" fmla="*/ 39014 h 56187"/>
                  <a:gd name="connsiteX0" fmla="*/ 363 w 193791"/>
                  <a:gd name="connsiteY0" fmla="*/ 40455 h 56187"/>
                  <a:gd name="connsiteX1" fmla="*/ 118814 w 193791"/>
                  <a:gd name="connsiteY1" fmla="*/ 28387 h 56187"/>
                  <a:gd name="connsiteX2" fmla="*/ 141233 w 193791"/>
                  <a:gd name="connsiteY2" fmla="*/ 277 h 56187"/>
                  <a:gd name="connsiteX3" fmla="*/ 192143 w 193791"/>
                  <a:gd name="connsiteY3" fmla="*/ 20843 h 56187"/>
                  <a:gd name="connsiteX4" fmla="*/ 181879 w 193791"/>
                  <a:gd name="connsiteY4" fmla="*/ 18430 h 56187"/>
                  <a:gd name="connsiteX5" fmla="*/ 145562 w 193791"/>
                  <a:gd name="connsiteY5" fmla="*/ 55321 h 56187"/>
                  <a:gd name="connsiteX6" fmla="*/ 84125 w 193791"/>
                  <a:gd name="connsiteY6" fmla="*/ 44079 h 56187"/>
                  <a:gd name="connsiteX7" fmla="*/ 363 w 193791"/>
                  <a:gd name="connsiteY7" fmla="*/ 40455 h 5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791" h="56187">
                    <a:moveTo>
                      <a:pt x="363" y="40455"/>
                    </a:moveTo>
                    <a:cubicBezTo>
                      <a:pt x="-3839" y="33293"/>
                      <a:pt x="110321" y="41093"/>
                      <a:pt x="118814" y="28387"/>
                    </a:cubicBezTo>
                    <a:cubicBezTo>
                      <a:pt x="127307" y="15681"/>
                      <a:pt x="132183" y="3149"/>
                      <a:pt x="141233" y="277"/>
                    </a:cubicBezTo>
                    <a:cubicBezTo>
                      <a:pt x="150283" y="-2595"/>
                      <a:pt x="185369" y="17818"/>
                      <a:pt x="192143" y="20843"/>
                    </a:cubicBezTo>
                    <a:cubicBezTo>
                      <a:pt x="198917" y="23868"/>
                      <a:pt x="182673" y="4539"/>
                      <a:pt x="181879" y="18430"/>
                    </a:cubicBezTo>
                    <a:cubicBezTo>
                      <a:pt x="181085" y="32321"/>
                      <a:pt x="161854" y="51046"/>
                      <a:pt x="145562" y="55321"/>
                    </a:cubicBezTo>
                    <a:cubicBezTo>
                      <a:pt x="129270" y="59596"/>
                      <a:pt x="106255" y="46797"/>
                      <a:pt x="84125" y="44079"/>
                    </a:cubicBezTo>
                    <a:cubicBezTo>
                      <a:pt x="61995" y="41361"/>
                      <a:pt x="-5547" y="44407"/>
                      <a:pt x="363" y="4045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6" name="Tongue">
                <a:extLst>
                  <a:ext uri="{FF2B5EF4-FFF2-40B4-BE49-F238E27FC236}">
                    <a16:creationId xmlns:a16="http://schemas.microsoft.com/office/drawing/2014/main" id="{BC4795F3-58E6-1A0B-441F-BEB6EE63AADF}"/>
                  </a:ext>
                </a:extLst>
              </p:cNvPr>
              <p:cNvGrpSpPr/>
              <p:nvPr/>
            </p:nvGrpSpPr>
            <p:grpSpPr>
              <a:xfrm>
                <a:off x="2446930" y="3326563"/>
                <a:ext cx="806142" cy="794587"/>
                <a:chOff x="4027390" y="4220910"/>
                <a:chExt cx="1061606" cy="1004839"/>
              </a:xfrm>
            </p:grpSpPr>
            <p:sp>
              <p:nvSpPr>
                <p:cNvPr id="33" name="Freeform: Shape 32">
                  <a:extLst>
                    <a:ext uri="{FF2B5EF4-FFF2-40B4-BE49-F238E27FC236}">
                      <a16:creationId xmlns:a16="http://schemas.microsoft.com/office/drawing/2014/main" id="{7EF169E7-1AA2-F7F8-D4B5-EC9D14797578}"/>
                    </a:ext>
                  </a:extLst>
                </p:cNvPr>
                <p:cNvSpPr/>
                <p:nvPr/>
              </p:nvSpPr>
              <p:spPr>
                <a:xfrm>
                  <a:off x="4027390" y="4220910"/>
                  <a:ext cx="1061606" cy="1004839"/>
                </a:xfrm>
                <a:custGeom>
                  <a:avLst/>
                  <a:gdLst>
                    <a:gd name="connsiteX0" fmla="*/ 22150 w 490149"/>
                    <a:gd name="connsiteY0" fmla="*/ 76848 h 425691"/>
                    <a:gd name="connsiteX1" fmla="*/ 719 w 490149"/>
                    <a:gd name="connsiteY1" fmla="*/ 150666 h 425691"/>
                    <a:gd name="connsiteX2" fmla="*/ 53106 w 490149"/>
                    <a:gd name="connsiteY2" fmla="*/ 353073 h 425691"/>
                    <a:gd name="connsiteX3" fmla="*/ 176931 w 490149"/>
                    <a:gd name="connsiteY3" fmla="*/ 419748 h 425691"/>
                    <a:gd name="connsiteX4" fmla="*/ 272181 w 490149"/>
                    <a:gd name="connsiteY4" fmla="*/ 419748 h 425691"/>
                    <a:gd name="connsiteX5" fmla="*/ 357906 w 490149"/>
                    <a:gd name="connsiteY5" fmla="*/ 395935 h 425691"/>
                    <a:gd name="connsiteX6" fmla="*/ 384100 w 490149"/>
                    <a:gd name="connsiteY6" fmla="*/ 369741 h 425691"/>
                    <a:gd name="connsiteX7" fmla="*/ 410294 w 490149"/>
                    <a:gd name="connsiteY7" fmla="*/ 364979 h 425691"/>
                    <a:gd name="connsiteX8" fmla="*/ 455538 w 490149"/>
                    <a:gd name="connsiteY8" fmla="*/ 329260 h 425691"/>
                    <a:gd name="connsiteX9" fmla="*/ 479350 w 490149"/>
                    <a:gd name="connsiteY9" fmla="*/ 272110 h 425691"/>
                    <a:gd name="connsiteX10" fmla="*/ 486494 w 490149"/>
                    <a:gd name="connsiteY10" fmla="*/ 200673 h 425691"/>
                    <a:gd name="connsiteX11" fmla="*/ 422200 w 490149"/>
                    <a:gd name="connsiteY11" fmla="*/ 126854 h 425691"/>
                    <a:gd name="connsiteX12" fmla="*/ 334094 w 490149"/>
                    <a:gd name="connsiteY12" fmla="*/ 74466 h 425691"/>
                    <a:gd name="connsiteX13" fmla="*/ 257894 w 490149"/>
                    <a:gd name="connsiteY13" fmla="*/ 55416 h 425691"/>
                    <a:gd name="connsiteX14" fmla="*/ 179313 w 490149"/>
                    <a:gd name="connsiteY14" fmla="*/ 22079 h 425691"/>
                    <a:gd name="connsiteX15" fmla="*/ 95969 w 490149"/>
                    <a:gd name="connsiteY15" fmla="*/ 7791 h 425691"/>
                    <a:gd name="connsiteX16" fmla="*/ 41200 w 490149"/>
                    <a:gd name="connsiteY16" fmla="*/ 3029 h 425691"/>
                    <a:gd name="connsiteX17" fmla="*/ 15006 w 490149"/>
                    <a:gd name="connsiteY17" fmla="*/ 5410 h 425691"/>
                    <a:gd name="connsiteX18" fmla="*/ 22150 w 490149"/>
                    <a:gd name="connsiteY18" fmla="*/ 76848 h 425691"/>
                    <a:gd name="connsiteX0" fmla="*/ 22141 w 490140"/>
                    <a:gd name="connsiteY0" fmla="*/ 95089 h 443932"/>
                    <a:gd name="connsiteX1" fmla="*/ 710 w 490140"/>
                    <a:gd name="connsiteY1" fmla="*/ 168907 h 443932"/>
                    <a:gd name="connsiteX2" fmla="*/ 53097 w 490140"/>
                    <a:gd name="connsiteY2" fmla="*/ 371314 h 443932"/>
                    <a:gd name="connsiteX3" fmla="*/ 176922 w 490140"/>
                    <a:gd name="connsiteY3" fmla="*/ 437989 h 443932"/>
                    <a:gd name="connsiteX4" fmla="*/ 272172 w 490140"/>
                    <a:gd name="connsiteY4" fmla="*/ 437989 h 443932"/>
                    <a:gd name="connsiteX5" fmla="*/ 357897 w 490140"/>
                    <a:gd name="connsiteY5" fmla="*/ 414176 h 443932"/>
                    <a:gd name="connsiteX6" fmla="*/ 384091 w 490140"/>
                    <a:gd name="connsiteY6" fmla="*/ 387982 h 443932"/>
                    <a:gd name="connsiteX7" fmla="*/ 410285 w 490140"/>
                    <a:gd name="connsiteY7" fmla="*/ 383220 h 443932"/>
                    <a:gd name="connsiteX8" fmla="*/ 455529 w 490140"/>
                    <a:gd name="connsiteY8" fmla="*/ 347501 h 443932"/>
                    <a:gd name="connsiteX9" fmla="*/ 479341 w 490140"/>
                    <a:gd name="connsiteY9" fmla="*/ 290351 h 443932"/>
                    <a:gd name="connsiteX10" fmla="*/ 486485 w 490140"/>
                    <a:gd name="connsiteY10" fmla="*/ 218914 h 443932"/>
                    <a:gd name="connsiteX11" fmla="*/ 422191 w 490140"/>
                    <a:gd name="connsiteY11" fmla="*/ 145095 h 443932"/>
                    <a:gd name="connsiteX12" fmla="*/ 334085 w 490140"/>
                    <a:gd name="connsiteY12" fmla="*/ 92707 h 443932"/>
                    <a:gd name="connsiteX13" fmla="*/ 257885 w 490140"/>
                    <a:gd name="connsiteY13" fmla="*/ 73657 h 443932"/>
                    <a:gd name="connsiteX14" fmla="*/ 179304 w 490140"/>
                    <a:gd name="connsiteY14" fmla="*/ 40320 h 443932"/>
                    <a:gd name="connsiteX15" fmla="*/ 95960 w 490140"/>
                    <a:gd name="connsiteY15" fmla="*/ 26032 h 443932"/>
                    <a:gd name="connsiteX16" fmla="*/ 41191 w 490140"/>
                    <a:gd name="connsiteY16" fmla="*/ 21270 h 443932"/>
                    <a:gd name="connsiteX17" fmla="*/ 12615 w 490140"/>
                    <a:gd name="connsiteY17" fmla="*/ 2220 h 443932"/>
                    <a:gd name="connsiteX18" fmla="*/ 22141 w 490140"/>
                    <a:gd name="connsiteY18" fmla="*/ 95089 h 443932"/>
                    <a:gd name="connsiteX0" fmla="*/ 22141 w 490140"/>
                    <a:gd name="connsiteY0" fmla="*/ 97836 h 446679"/>
                    <a:gd name="connsiteX1" fmla="*/ 710 w 490140"/>
                    <a:gd name="connsiteY1" fmla="*/ 171654 h 446679"/>
                    <a:gd name="connsiteX2" fmla="*/ 53097 w 490140"/>
                    <a:gd name="connsiteY2" fmla="*/ 374061 h 446679"/>
                    <a:gd name="connsiteX3" fmla="*/ 176922 w 490140"/>
                    <a:gd name="connsiteY3" fmla="*/ 440736 h 446679"/>
                    <a:gd name="connsiteX4" fmla="*/ 272172 w 490140"/>
                    <a:gd name="connsiteY4" fmla="*/ 440736 h 446679"/>
                    <a:gd name="connsiteX5" fmla="*/ 357897 w 490140"/>
                    <a:gd name="connsiteY5" fmla="*/ 416923 h 446679"/>
                    <a:gd name="connsiteX6" fmla="*/ 384091 w 490140"/>
                    <a:gd name="connsiteY6" fmla="*/ 390729 h 446679"/>
                    <a:gd name="connsiteX7" fmla="*/ 410285 w 490140"/>
                    <a:gd name="connsiteY7" fmla="*/ 385967 h 446679"/>
                    <a:gd name="connsiteX8" fmla="*/ 455529 w 490140"/>
                    <a:gd name="connsiteY8" fmla="*/ 350248 h 446679"/>
                    <a:gd name="connsiteX9" fmla="*/ 479341 w 490140"/>
                    <a:gd name="connsiteY9" fmla="*/ 293098 h 446679"/>
                    <a:gd name="connsiteX10" fmla="*/ 486485 w 490140"/>
                    <a:gd name="connsiteY10" fmla="*/ 221661 h 446679"/>
                    <a:gd name="connsiteX11" fmla="*/ 422191 w 490140"/>
                    <a:gd name="connsiteY11" fmla="*/ 147842 h 446679"/>
                    <a:gd name="connsiteX12" fmla="*/ 334085 w 490140"/>
                    <a:gd name="connsiteY12" fmla="*/ 95454 h 446679"/>
                    <a:gd name="connsiteX13" fmla="*/ 257885 w 490140"/>
                    <a:gd name="connsiteY13" fmla="*/ 76404 h 446679"/>
                    <a:gd name="connsiteX14" fmla="*/ 179304 w 490140"/>
                    <a:gd name="connsiteY14" fmla="*/ 43067 h 446679"/>
                    <a:gd name="connsiteX15" fmla="*/ 95960 w 490140"/>
                    <a:gd name="connsiteY15" fmla="*/ 28779 h 446679"/>
                    <a:gd name="connsiteX16" fmla="*/ 41191 w 490140"/>
                    <a:gd name="connsiteY16" fmla="*/ 12111 h 446679"/>
                    <a:gd name="connsiteX17" fmla="*/ 12615 w 490140"/>
                    <a:gd name="connsiteY17" fmla="*/ 4967 h 446679"/>
                    <a:gd name="connsiteX18" fmla="*/ 22141 w 490140"/>
                    <a:gd name="connsiteY18" fmla="*/ 97836 h 446679"/>
                    <a:gd name="connsiteX0" fmla="*/ 22141 w 490140"/>
                    <a:gd name="connsiteY0" fmla="*/ 97836 h 446679"/>
                    <a:gd name="connsiteX1" fmla="*/ 710 w 490140"/>
                    <a:gd name="connsiteY1" fmla="*/ 171654 h 446679"/>
                    <a:gd name="connsiteX2" fmla="*/ 53097 w 490140"/>
                    <a:gd name="connsiteY2" fmla="*/ 374061 h 446679"/>
                    <a:gd name="connsiteX3" fmla="*/ 176922 w 490140"/>
                    <a:gd name="connsiteY3" fmla="*/ 440736 h 446679"/>
                    <a:gd name="connsiteX4" fmla="*/ 272172 w 490140"/>
                    <a:gd name="connsiteY4" fmla="*/ 440736 h 446679"/>
                    <a:gd name="connsiteX5" fmla="*/ 357897 w 490140"/>
                    <a:gd name="connsiteY5" fmla="*/ 416923 h 446679"/>
                    <a:gd name="connsiteX6" fmla="*/ 384091 w 490140"/>
                    <a:gd name="connsiteY6" fmla="*/ 390729 h 446679"/>
                    <a:gd name="connsiteX7" fmla="*/ 410285 w 490140"/>
                    <a:gd name="connsiteY7" fmla="*/ 385967 h 446679"/>
                    <a:gd name="connsiteX8" fmla="*/ 455529 w 490140"/>
                    <a:gd name="connsiteY8" fmla="*/ 350248 h 446679"/>
                    <a:gd name="connsiteX9" fmla="*/ 479341 w 490140"/>
                    <a:gd name="connsiteY9" fmla="*/ 293098 h 446679"/>
                    <a:gd name="connsiteX10" fmla="*/ 486485 w 490140"/>
                    <a:gd name="connsiteY10" fmla="*/ 221661 h 446679"/>
                    <a:gd name="connsiteX11" fmla="*/ 422191 w 490140"/>
                    <a:gd name="connsiteY11" fmla="*/ 147842 h 446679"/>
                    <a:gd name="connsiteX12" fmla="*/ 334085 w 490140"/>
                    <a:gd name="connsiteY12" fmla="*/ 95454 h 446679"/>
                    <a:gd name="connsiteX13" fmla="*/ 257885 w 490140"/>
                    <a:gd name="connsiteY13" fmla="*/ 76404 h 446679"/>
                    <a:gd name="connsiteX14" fmla="*/ 179304 w 490140"/>
                    <a:gd name="connsiteY14" fmla="*/ 43067 h 446679"/>
                    <a:gd name="connsiteX15" fmla="*/ 103104 w 490140"/>
                    <a:gd name="connsiteY15" fmla="*/ 21635 h 446679"/>
                    <a:gd name="connsiteX16" fmla="*/ 41191 w 490140"/>
                    <a:gd name="connsiteY16" fmla="*/ 12111 h 446679"/>
                    <a:gd name="connsiteX17" fmla="*/ 12615 w 490140"/>
                    <a:gd name="connsiteY17" fmla="*/ 4967 h 446679"/>
                    <a:gd name="connsiteX18" fmla="*/ 22141 w 490140"/>
                    <a:gd name="connsiteY18" fmla="*/ 97836 h 446679"/>
                    <a:gd name="connsiteX0" fmla="*/ 22141 w 490140"/>
                    <a:gd name="connsiteY0" fmla="*/ 102861 h 451704"/>
                    <a:gd name="connsiteX1" fmla="*/ 710 w 490140"/>
                    <a:gd name="connsiteY1" fmla="*/ 176679 h 451704"/>
                    <a:gd name="connsiteX2" fmla="*/ 53097 w 490140"/>
                    <a:gd name="connsiteY2" fmla="*/ 379086 h 451704"/>
                    <a:gd name="connsiteX3" fmla="*/ 176922 w 490140"/>
                    <a:gd name="connsiteY3" fmla="*/ 445761 h 451704"/>
                    <a:gd name="connsiteX4" fmla="*/ 272172 w 490140"/>
                    <a:gd name="connsiteY4" fmla="*/ 445761 h 451704"/>
                    <a:gd name="connsiteX5" fmla="*/ 357897 w 490140"/>
                    <a:gd name="connsiteY5" fmla="*/ 421948 h 451704"/>
                    <a:gd name="connsiteX6" fmla="*/ 384091 w 490140"/>
                    <a:gd name="connsiteY6" fmla="*/ 395754 h 451704"/>
                    <a:gd name="connsiteX7" fmla="*/ 410285 w 490140"/>
                    <a:gd name="connsiteY7" fmla="*/ 390992 h 451704"/>
                    <a:gd name="connsiteX8" fmla="*/ 455529 w 490140"/>
                    <a:gd name="connsiteY8" fmla="*/ 355273 h 451704"/>
                    <a:gd name="connsiteX9" fmla="*/ 479341 w 490140"/>
                    <a:gd name="connsiteY9" fmla="*/ 298123 h 451704"/>
                    <a:gd name="connsiteX10" fmla="*/ 486485 w 490140"/>
                    <a:gd name="connsiteY10" fmla="*/ 226686 h 451704"/>
                    <a:gd name="connsiteX11" fmla="*/ 422191 w 490140"/>
                    <a:gd name="connsiteY11" fmla="*/ 152867 h 451704"/>
                    <a:gd name="connsiteX12" fmla="*/ 334085 w 490140"/>
                    <a:gd name="connsiteY12" fmla="*/ 100479 h 451704"/>
                    <a:gd name="connsiteX13" fmla="*/ 257885 w 490140"/>
                    <a:gd name="connsiteY13" fmla="*/ 81429 h 451704"/>
                    <a:gd name="connsiteX14" fmla="*/ 179304 w 490140"/>
                    <a:gd name="connsiteY14" fmla="*/ 48092 h 451704"/>
                    <a:gd name="connsiteX15" fmla="*/ 103104 w 490140"/>
                    <a:gd name="connsiteY15" fmla="*/ 26660 h 451704"/>
                    <a:gd name="connsiteX16" fmla="*/ 41191 w 490140"/>
                    <a:gd name="connsiteY16" fmla="*/ 2848 h 451704"/>
                    <a:gd name="connsiteX17" fmla="*/ 12615 w 490140"/>
                    <a:gd name="connsiteY17" fmla="*/ 9992 h 451704"/>
                    <a:gd name="connsiteX18" fmla="*/ 22141 w 490140"/>
                    <a:gd name="connsiteY18" fmla="*/ 102861 h 451704"/>
                    <a:gd name="connsiteX0" fmla="*/ 22141 w 490140"/>
                    <a:gd name="connsiteY0" fmla="*/ 109309 h 458152"/>
                    <a:gd name="connsiteX1" fmla="*/ 710 w 490140"/>
                    <a:gd name="connsiteY1" fmla="*/ 183127 h 458152"/>
                    <a:gd name="connsiteX2" fmla="*/ 53097 w 490140"/>
                    <a:gd name="connsiteY2" fmla="*/ 385534 h 458152"/>
                    <a:gd name="connsiteX3" fmla="*/ 176922 w 490140"/>
                    <a:gd name="connsiteY3" fmla="*/ 452209 h 458152"/>
                    <a:gd name="connsiteX4" fmla="*/ 272172 w 490140"/>
                    <a:gd name="connsiteY4" fmla="*/ 452209 h 458152"/>
                    <a:gd name="connsiteX5" fmla="*/ 357897 w 490140"/>
                    <a:gd name="connsiteY5" fmla="*/ 428396 h 458152"/>
                    <a:gd name="connsiteX6" fmla="*/ 384091 w 490140"/>
                    <a:gd name="connsiteY6" fmla="*/ 402202 h 458152"/>
                    <a:gd name="connsiteX7" fmla="*/ 410285 w 490140"/>
                    <a:gd name="connsiteY7" fmla="*/ 397440 h 458152"/>
                    <a:gd name="connsiteX8" fmla="*/ 455529 w 490140"/>
                    <a:gd name="connsiteY8" fmla="*/ 361721 h 458152"/>
                    <a:gd name="connsiteX9" fmla="*/ 479341 w 490140"/>
                    <a:gd name="connsiteY9" fmla="*/ 304571 h 458152"/>
                    <a:gd name="connsiteX10" fmla="*/ 486485 w 490140"/>
                    <a:gd name="connsiteY10" fmla="*/ 233134 h 458152"/>
                    <a:gd name="connsiteX11" fmla="*/ 422191 w 490140"/>
                    <a:gd name="connsiteY11" fmla="*/ 159315 h 458152"/>
                    <a:gd name="connsiteX12" fmla="*/ 334085 w 490140"/>
                    <a:gd name="connsiteY12" fmla="*/ 106927 h 458152"/>
                    <a:gd name="connsiteX13" fmla="*/ 257885 w 490140"/>
                    <a:gd name="connsiteY13" fmla="*/ 87877 h 458152"/>
                    <a:gd name="connsiteX14" fmla="*/ 179304 w 490140"/>
                    <a:gd name="connsiteY14" fmla="*/ 54540 h 458152"/>
                    <a:gd name="connsiteX15" fmla="*/ 103104 w 490140"/>
                    <a:gd name="connsiteY15" fmla="*/ 33108 h 458152"/>
                    <a:gd name="connsiteX16" fmla="*/ 41191 w 490140"/>
                    <a:gd name="connsiteY16" fmla="*/ 9296 h 458152"/>
                    <a:gd name="connsiteX17" fmla="*/ 12615 w 490140"/>
                    <a:gd name="connsiteY17" fmla="*/ 6915 h 458152"/>
                    <a:gd name="connsiteX18" fmla="*/ 22141 w 490140"/>
                    <a:gd name="connsiteY18" fmla="*/ 109309 h 458152"/>
                    <a:gd name="connsiteX0" fmla="*/ 22141 w 490140"/>
                    <a:gd name="connsiteY0" fmla="*/ 109309 h 458152"/>
                    <a:gd name="connsiteX1" fmla="*/ 710 w 490140"/>
                    <a:gd name="connsiteY1" fmla="*/ 183127 h 458152"/>
                    <a:gd name="connsiteX2" fmla="*/ 53097 w 490140"/>
                    <a:gd name="connsiteY2" fmla="*/ 385534 h 458152"/>
                    <a:gd name="connsiteX3" fmla="*/ 176922 w 490140"/>
                    <a:gd name="connsiteY3" fmla="*/ 452209 h 458152"/>
                    <a:gd name="connsiteX4" fmla="*/ 272172 w 490140"/>
                    <a:gd name="connsiteY4" fmla="*/ 452209 h 458152"/>
                    <a:gd name="connsiteX5" fmla="*/ 357897 w 490140"/>
                    <a:gd name="connsiteY5" fmla="*/ 428396 h 458152"/>
                    <a:gd name="connsiteX6" fmla="*/ 384091 w 490140"/>
                    <a:gd name="connsiteY6" fmla="*/ 402202 h 458152"/>
                    <a:gd name="connsiteX7" fmla="*/ 410285 w 490140"/>
                    <a:gd name="connsiteY7" fmla="*/ 397440 h 458152"/>
                    <a:gd name="connsiteX8" fmla="*/ 455529 w 490140"/>
                    <a:gd name="connsiteY8" fmla="*/ 361721 h 458152"/>
                    <a:gd name="connsiteX9" fmla="*/ 479341 w 490140"/>
                    <a:gd name="connsiteY9" fmla="*/ 304571 h 458152"/>
                    <a:gd name="connsiteX10" fmla="*/ 486485 w 490140"/>
                    <a:gd name="connsiteY10" fmla="*/ 233134 h 458152"/>
                    <a:gd name="connsiteX11" fmla="*/ 422191 w 490140"/>
                    <a:gd name="connsiteY11" fmla="*/ 159315 h 458152"/>
                    <a:gd name="connsiteX12" fmla="*/ 334085 w 490140"/>
                    <a:gd name="connsiteY12" fmla="*/ 106927 h 458152"/>
                    <a:gd name="connsiteX13" fmla="*/ 257885 w 490140"/>
                    <a:gd name="connsiteY13" fmla="*/ 87877 h 458152"/>
                    <a:gd name="connsiteX14" fmla="*/ 179304 w 490140"/>
                    <a:gd name="connsiteY14" fmla="*/ 54540 h 458152"/>
                    <a:gd name="connsiteX15" fmla="*/ 103104 w 490140"/>
                    <a:gd name="connsiteY15" fmla="*/ 33108 h 458152"/>
                    <a:gd name="connsiteX16" fmla="*/ 48335 w 490140"/>
                    <a:gd name="connsiteY16" fmla="*/ 9296 h 458152"/>
                    <a:gd name="connsiteX17" fmla="*/ 12615 w 490140"/>
                    <a:gd name="connsiteY17" fmla="*/ 6915 h 458152"/>
                    <a:gd name="connsiteX18" fmla="*/ 22141 w 490140"/>
                    <a:gd name="connsiteY18" fmla="*/ 109309 h 458152"/>
                    <a:gd name="connsiteX0" fmla="*/ 22141 w 490312"/>
                    <a:gd name="connsiteY0" fmla="*/ 109309 h 458152"/>
                    <a:gd name="connsiteX1" fmla="*/ 710 w 490312"/>
                    <a:gd name="connsiteY1" fmla="*/ 183127 h 458152"/>
                    <a:gd name="connsiteX2" fmla="*/ 53097 w 490312"/>
                    <a:gd name="connsiteY2" fmla="*/ 385534 h 458152"/>
                    <a:gd name="connsiteX3" fmla="*/ 176922 w 490312"/>
                    <a:gd name="connsiteY3" fmla="*/ 452209 h 458152"/>
                    <a:gd name="connsiteX4" fmla="*/ 272172 w 490312"/>
                    <a:gd name="connsiteY4" fmla="*/ 452209 h 458152"/>
                    <a:gd name="connsiteX5" fmla="*/ 357897 w 490312"/>
                    <a:gd name="connsiteY5" fmla="*/ 428396 h 458152"/>
                    <a:gd name="connsiteX6" fmla="*/ 384091 w 490312"/>
                    <a:gd name="connsiteY6" fmla="*/ 402202 h 458152"/>
                    <a:gd name="connsiteX7" fmla="*/ 410285 w 490312"/>
                    <a:gd name="connsiteY7" fmla="*/ 397440 h 458152"/>
                    <a:gd name="connsiteX8" fmla="*/ 455529 w 490312"/>
                    <a:gd name="connsiteY8" fmla="*/ 361721 h 458152"/>
                    <a:gd name="connsiteX9" fmla="*/ 479341 w 490312"/>
                    <a:gd name="connsiteY9" fmla="*/ 304571 h 458152"/>
                    <a:gd name="connsiteX10" fmla="*/ 486485 w 490312"/>
                    <a:gd name="connsiteY10" fmla="*/ 233134 h 458152"/>
                    <a:gd name="connsiteX11" fmla="*/ 419809 w 490312"/>
                    <a:gd name="connsiteY11" fmla="*/ 168840 h 458152"/>
                    <a:gd name="connsiteX12" fmla="*/ 334085 w 490312"/>
                    <a:gd name="connsiteY12" fmla="*/ 106927 h 458152"/>
                    <a:gd name="connsiteX13" fmla="*/ 257885 w 490312"/>
                    <a:gd name="connsiteY13" fmla="*/ 87877 h 458152"/>
                    <a:gd name="connsiteX14" fmla="*/ 179304 w 490312"/>
                    <a:gd name="connsiteY14" fmla="*/ 54540 h 458152"/>
                    <a:gd name="connsiteX15" fmla="*/ 103104 w 490312"/>
                    <a:gd name="connsiteY15" fmla="*/ 33108 h 458152"/>
                    <a:gd name="connsiteX16" fmla="*/ 48335 w 490312"/>
                    <a:gd name="connsiteY16" fmla="*/ 9296 h 458152"/>
                    <a:gd name="connsiteX17" fmla="*/ 12615 w 490312"/>
                    <a:gd name="connsiteY17" fmla="*/ 6915 h 458152"/>
                    <a:gd name="connsiteX18" fmla="*/ 22141 w 490312"/>
                    <a:gd name="connsiteY18" fmla="*/ 109309 h 458152"/>
                    <a:gd name="connsiteX0" fmla="*/ 22141 w 483227"/>
                    <a:gd name="connsiteY0" fmla="*/ 109309 h 458152"/>
                    <a:gd name="connsiteX1" fmla="*/ 710 w 483227"/>
                    <a:gd name="connsiteY1" fmla="*/ 183127 h 458152"/>
                    <a:gd name="connsiteX2" fmla="*/ 53097 w 483227"/>
                    <a:gd name="connsiteY2" fmla="*/ 385534 h 458152"/>
                    <a:gd name="connsiteX3" fmla="*/ 176922 w 483227"/>
                    <a:gd name="connsiteY3" fmla="*/ 452209 h 458152"/>
                    <a:gd name="connsiteX4" fmla="*/ 272172 w 483227"/>
                    <a:gd name="connsiteY4" fmla="*/ 452209 h 458152"/>
                    <a:gd name="connsiteX5" fmla="*/ 357897 w 483227"/>
                    <a:gd name="connsiteY5" fmla="*/ 428396 h 458152"/>
                    <a:gd name="connsiteX6" fmla="*/ 384091 w 483227"/>
                    <a:gd name="connsiteY6" fmla="*/ 402202 h 458152"/>
                    <a:gd name="connsiteX7" fmla="*/ 410285 w 483227"/>
                    <a:gd name="connsiteY7" fmla="*/ 397440 h 458152"/>
                    <a:gd name="connsiteX8" fmla="*/ 455529 w 483227"/>
                    <a:gd name="connsiteY8" fmla="*/ 361721 h 458152"/>
                    <a:gd name="connsiteX9" fmla="*/ 479341 w 483227"/>
                    <a:gd name="connsiteY9" fmla="*/ 304571 h 458152"/>
                    <a:gd name="connsiteX10" fmla="*/ 476960 w 483227"/>
                    <a:gd name="connsiteY10" fmla="*/ 233134 h 458152"/>
                    <a:gd name="connsiteX11" fmla="*/ 419809 w 483227"/>
                    <a:gd name="connsiteY11" fmla="*/ 168840 h 458152"/>
                    <a:gd name="connsiteX12" fmla="*/ 334085 w 483227"/>
                    <a:gd name="connsiteY12" fmla="*/ 106927 h 458152"/>
                    <a:gd name="connsiteX13" fmla="*/ 257885 w 483227"/>
                    <a:gd name="connsiteY13" fmla="*/ 87877 h 458152"/>
                    <a:gd name="connsiteX14" fmla="*/ 179304 w 483227"/>
                    <a:gd name="connsiteY14" fmla="*/ 54540 h 458152"/>
                    <a:gd name="connsiteX15" fmla="*/ 103104 w 483227"/>
                    <a:gd name="connsiteY15" fmla="*/ 33108 h 458152"/>
                    <a:gd name="connsiteX16" fmla="*/ 48335 w 483227"/>
                    <a:gd name="connsiteY16" fmla="*/ 9296 h 458152"/>
                    <a:gd name="connsiteX17" fmla="*/ 12615 w 483227"/>
                    <a:gd name="connsiteY17" fmla="*/ 6915 h 458152"/>
                    <a:gd name="connsiteX18" fmla="*/ 22141 w 483227"/>
                    <a:gd name="connsiteY18" fmla="*/ 109309 h 458152"/>
                    <a:gd name="connsiteX0" fmla="*/ 22141 w 479861"/>
                    <a:gd name="connsiteY0" fmla="*/ 109309 h 458152"/>
                    <a:gd name="connsiteX1" fmla="*/ 710 w 479861"/>
                    <a:gd name="connsiteY1" fmla="*/ 183127 h 458152"/>
                    <a:gd name="connsiteX2" fmla="*/ 53097 w 479861"/>
                    <a:gd name="connsiteY2" fmla="*/ 385534 h 458152"/>
                    <a:gd name="connsiteX3" fmla="*/ 176922 w 479861"/>
                    <a:gd name="connsiteY3" fmla="*/ 452209 h 458152"/>
                    <a:gd name="connsiteX4" fmla="*/ 272172 w 479861"/>
                    <a:gd name="connsiteY4" fmla="*/ 452209 h 458152"/>
                    <a:gd name="connsiteX5" fmla="*/ 357897 w 479861"/>
                    <a:gd name="connsiteY5" fmla="*/ 428396 h 458152"/>
                    <a:gd name="connsiteX6" fmla="*/ 384091 w 479861"/>
                    <a:gd name="connsiteY6" fmla="*/ 402202 h 458152"/>
                    <a:gd name="connsiteX7" fmla="*/ 410285 w 479861"/>
                    <a:gd name="connsiteY7" fmla="*/ 397440 h 458152"/>
                    <a:gd name="connsiteX8" fmla="*/ 455529 w 479861"/>
                    <a:gd name="connsiteY8" fmla="*/ 361721 h 458152"/>
                    <a:gd name="connsiteX9" fmla="*/ 469816 w 479861"/>
                    <a:gd name="connsiteY9" fmla="*/ 304571 h 458152"/>
                    <a:gd name="connsiteX10" fmla="*/ 476960 w 479861"/>
                    <a:gd name="connsiteY10" fmla="*/ 233134 h 458152"/>
                    <a:gd name="connsiteX11" fmla="*/ 419809 w 479861"/>
                    <a:gd name="connsiteY11" fmla="*/ 168840 h 458152"/>
                    <a:gd name="connsiteX12" fmla="*/ 334085 w 479861"/>
                    <a:gd name="connsiteY12" fmla="*/ 106927 h 458152"/>
                    <a:gd name="connsiteX13" fmla="*/ 257885 w 479861"/>
                    <a:gd name="connsiteY13" fmla="*/ 87877 h 458152"/>
                    <a:gd name="connsiteX14" fmla="*/ 179304 w 479861"/>
                    <a:gd name="connsiteY14" fmla="*/ 54540 h 458152"/>
                    <a:gd name="connsiteX15" fmla="*/ 103104 w 479861"/>
                    <a:gd name="connsiteY15" fmla="*/ 33108 h 458152"/>
                    <a:gd name="connsiteX16" fmla="*/ 48335 w 479861"/>
                    <a:gd name="connsiteY16" fmla="*/ 9296 h 458152"/>
                    <a:gd name="connsiteX17" fmla="*/ 12615 w 479861"/>
                    <a:gd name="connsiteY17" fmla="*/ 6915 h 458152"/>
                    <a:gd name="connsiteX18" fmla="*/ 22141 w 479861"/>
                    <a:gd name="connsiteY18" fmla="*/ 109309 h 458152"/>
                    <a:gd name="connsiteX0" fmla="*/ 22141 w 479861"/>
                    <a:gd name="connsiteY0" fmla="*/ 109309 h 458152"/>
                    <a:gd name="connsiteX1" fmla="*/ 710 w 479861"/>
                    <a:gd name="connsiteY1" fmla="*/ 183127 h 458152"/>
                    <a:gd name="connsiteX2" fmla="*/ 53097 w 479861"/>
                    <a:gd name="connsiteY2" fmla="*/ 385534 h 458152"/>
                    <a:gd name="connsiteX3" fmla="*/ 176922 w 479861"/>
                    <a:gd name="connsiteY3" fmla="*/ 452209 h 458152"/>
                    <a:gd name="connsiteX4" fmla="*/ 272172 w 479861"/>
                    <a:gd name="connsiteY4" fmla="*/ 452209 h 458152"/>
                    <a:gd name="connsiteX5" fmla="*/ 357897 w 479861"/>
                    <a:gd name="connsiteY5" fmla="*/ 428396 h 458152"/>
                    <a:gd name="connsiteX6" fmla="*/ 384091 w 479861"/>
                    <a:gd name="connsiteY6" fmla="*/ 402202 h 458152"/>
                    <a:gd name="connsiteX7" fmla="*/ 410285 w 479861"/>
                    <a:gd name="connsiteY7" fmla="*/ 397440 h 458152"/>
                    <a:gd name="connsiteX8" fmla="*/ 455529 w 479861"/>
                    <a:gd name="connsiteY8" fmla="*/ 361721 h 458152"/>
                    <a:gd name="connsiteX9" fmla="*/ 469816 w 479861"/>
                    <a:gd name="connsiteY9" fmla="*/ 304571 h 458152"/>
                    <a:gd name="connsiteX10" fmla="*/ 476960 w 479861"/>
                    <a:gd name="connsiteY10" fmla="*/ 233134 h 458152"/>
                    <a:gd name="connsiteX11" fmla="*/ 419809 w 479861"/>
                    <a:gd name="connsiteY11" fmla="*/ 166458 h 458152"/>
                    <a:gd name="connsiteX12" fmla="*/ 334085 w 479861"/>
                    <a:gd name="connsiteY12" fmla="*/ 106927 h 458152"/>
                    <a:gd name="connsiteX13" fmla="*/ 257885 w 479861"/>
                    <a:gd name="connsiteY13" fmla="*/ 87877 h 458152"/>
                    <a:gd name="connsiteX14" fmla="*/ 179304 w 479861"/>
                    <a:gd name="connsiteY14" fmla="*/ 54540 h 458152"/>
                    <a:gd name="connsiteX15" fmla="*/ 103104 w 479861"/>
                    <a:gd name="connsiteY15" fmla="*/ 33108 h 458152"/>
                    <a:gd name="connsiteX16" fmla="*/ 48335 w 479861"/>
                    <a:gd name="connsiteY16" fmla="*/ 9296 h 458152"/>
                    <a:gd name="connsiteX17" fmla="*/ 12615 w 479861"/>
                    <a:gd name="connsiteY17" fmla="*/ 6915 h 458152"/>
                    <a:gd name="connsiteX18" fmla="*/ 22141 w 479861"/>
                    <a:gd name="connsiteY18" fmla="*/ 109309 h 458152"/>
                    <a:gd name="connsiteX0" fmla="*/ 22141 w 486287"/>
                    <a:gd name="connsiteY0" fmla="*/ 109309 h 458152"/>
                    <a:gd name="connsiteX1" fmla="*/ 710 w 486287"/>
                    <a:gd name="connsiteY1" fmla="*/ 183127 h 458152"/>
                    <a:gd name="connsiteX2" fmla="*/ 53097 w 486287"/>
                    <a:gd name="connsiteY2" fmla="*/ 385534 h 458152"/>
                    <a:gd name="connsiteX3" fmla="*/ 176922 w 486287"/>
                    <a:gd name="connsiteY3" fmla="*/ 452209 h 458152"/>
                    <a:gd name="connsiteX4" fmla="*/ 272172 w 486287"/>
                    <a:gd name="connsiteY4" fmla="*/ 452209 h 458152"/>
                    <a:gd name="connsiteX5" fmla="*/ 357897 w 486287"/>
                    <a:gd name="connsiteY5" fmla="*/ 428396 h 458152"/>
                    <a:gd name="connsiteX6" fmla="*/ 384091 w 486287"/>
                    <a:gd name="connsiteY6" fmla="*/ 402202 h 458152"/>
                    <a:gd name="connsiteX7" fmla="*/ 410285 w 486287"/>
                    <a:gd name="connsiteY7" fmla="*/ 397440 h 458152"/>
                    <a:gd name="connsiteX8" fmla="*/ 455529 w 486287"/>
                    <a:gd name="connsiteY8" fmla="*/ 361721 h 458152"/>
                    <a:gd name="connsiteX9" fmla="*/ 469816 w 486287"/>
                    <a:gd name="connsiteY9" fmla="*/ 304571 h 458152"/>
                    <a:gd name="connsiteX10" fmla="*/ 484103 w 486287"/>
                    <a:gd name="connsiteY10" fmla="*/ 254565 h 458152"/>
                    <a:gd name="connsiteX11" fmla="*/ 419809 w 486287"/>
                    <a:gd name="connsiteY11" fmla="*/ 166458 h 458152"/>
                    <a:gd name="connsiteX12" fmla="*/ 334085 w 486287"/>
                    <a:gd name="connsiteY12" fmla="*/ 106927 h 458152"/>
                    <a:gd name="connsiteX13" fmla="*/ 257885 w 486287"/>
                    <a:gd name="connsiteY13" fmla="*/ 87877 h 458152"/>
                    <a:gd name="connsiteX14" fmla="*/ 179304 w 486287"/>
                    <a:gd name="connsiteY14" fmla="*/ 54540 h 458152"/>
                    <a:gd name="connsiteX15" fmla="*/ 103104 w 486287"/>
                    <a:gd name="connsiteY15" fmla="*/ 33108 h 458152"/>
                    <a:gd name="connsiteX16" fmla="*/ 48335 w 486287"/>
                    <a:gd name="connsiteY16" fmla="*/ 9296 h 458152"/>
                    <a:gd name="connsiteX17" fmla="*/ 12615 w 486287"/>
                    <a:gd name="connsiteY17" fmla="*/ 6915 h 458152"/>
                    <a:gd name="connsiteX18" fmla="*/ 22141 w 486287"/>
                    <a:gd name="connsiteY18" fmla="*/ 109309 h 458152"/>
                    <a:gd name="connsiteX0" fmla="*/ 22141 w 490108"/>
                    <a:gd name="connsiteY0" fmla="*/ 109309 h 458152"/>
                    <a:gd name="connsiteX1" fmla="*/ 710 w 490108"/>
                    <a:gd name="connsiteY1" fmla="*/ 183127 h 458152"/>
                    <a:gd name="connsiteX2" fmla="*/ 53097 w 490108"/>
                    <a:gd name="connsiteY2" fmla="*/ 385534 h 458152"/>
                    <a:gd name="connsiteX3" fmla="*/ 176922 w 490108"/>
                    <a:gd name="connsiteY3" fmla="*/ 452209 h 458152"/>
                    <a:gd name="connsiteX4" fmla="*/ 272172 w 490108"/>
                    <a:gd name="connsiteY4" fmla="*/ 452209 h 458152"/>
                    <a:gd name="connsiteX5" fmla="*/ 357897 w 490108"/>
                    <a:gd name="connsiteY5" fmla="*/ 428396 h 458152"/>
                    <a:gd name="connsiteX6" fmla="*/ 384091 w 490108"/>
                    <a:gd name="connsiteY6" fmla="*/ 402202 h 458152"/>
                    <a:gd name="connsiteX7" fmla="*/ 410285 w 490108"/>
                    <a:gd name="connsiteY7" fmla="*/ 397440 h 458152"/>
                    <a:gd name="connsiteX8" fmla="*/ 455529 w 490108"/>
                    <a:gd name="connsiteY8" fmla="*/ 361721 h 458152"/>
                    <a:gd name="connsiteX9" fmla="*/ 484104 w 490108"/>
                    <a:gd name="connsiteY9" fmla="*/ 311715 h 458152"/>
                    <a:gd name="connsiteX10" fmla="*/ 484103 w 490108"/>
                    <a:gd name="connsiteY10" fmla="*/ 254565 h 458152"/>
                    <a:gd name="connsiteX11" fmla="*/ 419809 w 490108"/>
                    <a:gd name="connsiteY11" fmla="*/ 166458 h 458152"/>
                    <a:gd name="connsiteX12" fmla="*/ 334085 w 490108"/>
                    <a:gd name="connsiteY12" fmla="*/ 106927 h 458152"/>
                    <a:gd name="connsiteX13" fmla="*/ 257885 w 490108"/>
                    <a:gd name="connsiteY13" fmla="*/ 87877 h 458152"/>
                    <a:gd name="connsiteX14" fmla="*/ 179304 w 490108"/>
                    <a:gd name="connsiteY14" fmla="*/ 54540 h 458152"/>
                    <a:gd name="connsiteX15" fmla="*/ 103104 w 490108"/>
                    <a:gd name="connsiteY15" fmla="*/ 33108 h 458152"/>
                    <a:gd name="connsiteX16" fmla="*/ 48335 w 490108"/>
                    <a:gd name="connsiteY16" fmla="*/ 9296 h 458152"/>
                    <a:gd name="connsiteX17" fmla="*/ 12615 w 490108"/>
                    <a:gd name="connsiteY17" fmla="*/ 6915 h 458152"/>
                    <a:gd name="connsiteX18" fmla="*/ 22141 w 490108"/>
                    <a:gd name="connsiteY18" fmla="*/ 109309 h 458152"/>
                    <a:gd name="connsiteX0" fmla="*/ 22141 w 493632"/>
                    <a:gd name="connsiteY0" fmla="*/ 109309 h 458152"/>
                    <a:gd name="connsiteX1" fmla="*/ 710 w 493632"/>
                    <a:gd name="connsiteY1" fmla="*/ 183127 h 458152"/>
                    <a:gd name="connsiteX2" fmla="*/ 53097 w 493632"/>
                    <a:gd name="connsiteY2" fmla="*/ 385534 h 458152"/>
                    <a:gd name="connsiteX3" fmla="*/ 176922 w 493632"/>
                    <a:gd name="connsiteY3" fmla="*/ 452209 h 458152"/>
                    <a:gd name="connsiteX4" fmla="*/ 272172 w 493632"/>
                    <a:gd name="connsiteY4" fmla="*/ 452209 h 458152"/>
                    <a:gd name="connsiteX5" fmla="*/ 357897 w 493632"/>
                    <a:gd name="connsiteY5" fmla="*/ 428396 h 458152"/>
                    <a:gd name="connsiteX6" fmla="*/ 384091 w 493632"/>
                    <a:gd name="connsiteY6" fmla="*/ 402202 h 458152"/>
                    <a:gd name="connsiteX7" fmla="*/ 410285 w 493632"/>
                    <a:gd name="connsiteY7" fmla="*/ 397440 h 458152"/>
                    <a:gd name="connsiteX8" fmla="*/ 455529 w 493632"/>
                    <a:gd name="connsiteY8" fmla="*/ 361721 h 458152"/>
                    <a:gd name="connsiteX9" fmla="*/ 484104 w 493632"/>
                    <a:gd name="connsiteY9" fmla="*/ 311715 h 458152"/>
                    <a:gd name="connsiteX10" fmla="*/ 488866 w 493632"/>
                    <a:gd name="connsiteY10" fmla="*/ 252184 h 458152"/>
                    <a:gd name="connsiteX11" fmla="*/ 419809 w 493632"/>
                    <a:gd name="connsiteY11" fmla="*/ 166458 h 458152"/>
                    <a:gd name="connsiteX12" fmla="*/ 334085 w 493632"/>
                    <a:gd name="connsiteY12" fmla="*/ 106927 h 458152"/>
                    <a:gd name="connsiteX13" fmla="*/ 257885 w 493632"/>
                    <a:gd name="connsiteY13" fmla="*/ 87877 h 458152"/>
                    <a:gd name="connsiteX14" fmla="*/ 179304 w 493632"/>
                    <a:gd name="connsiteY14" fmla="*/ 54540 h 458152"/>
                    <a:gd name="connsiteX15" fmla="*/ 103104 w 493632"/>
                    <a:gd name="connsiteY15" fmla="*/ 33108 h 458152"/>
                    <a:gd name="connsiteX16" fmla="*/ 48335 w 493632"/>
                    <a:gd name="connsiteY16" fmla="*/ 9296 h 458152"/>
                    <a:gd name="connsiteX17" fmla="*/ 12615 w 493632"/>
                    <a:gd name="connsiteY17" fmla="*/ 6915 h 458152"/>
                    <a:gd name="connsiteX18" fmla="*/ 22141 w 493632"/>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3104 w 494690"/>
                    <a:gd name="connsiteY15" fmla="*/ 33108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3104 w 494690"/>
                    <a:gd name="connsiteY15" fmla="*/ 33108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5485 w 494690"/>
                    <a:gd name="connsiteY15" fmla="*/ 25964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0733 h 458152"/>
                    <a:gd name="connsiteX14" fmla="*/ 179304 w 494690"/>
                    <a:gd name="connsiteY14" fmla="*/ 54540 h 458152"/>
                    <a:gd name="connsiteX15" fmla="*/ 105485 w 494690"/>
                    <a:gd name="connsiteY15" fmla="*/ 25964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89787"/>
                    <a:gd name="connsiteY0" fmla="*/ 109309 h 458152"/>
                    <a:gd name="connsiteX1" fmla="*/ 710 w 489787"/>
                    <a:gd name="connsiteY1" fmla="*/ 183127 h 458152"/>
                    <a:gd name="connsiteX2" fmla="*/ 53097 w 489787"/>
                    <a:gd name="connsiteY2" fmla="*/ 385534 h 458152"/>
                    <a:gd name="connsiteX3" fmla="*/ 176922 w 489787"/>
                    <a:gd name="connsiteY3" fmla="*/ 452209 h 458152"/>
                    <a:gd name="connsiteX4" fmla="*/ 272172 w 489787"/>
                    <a:gd name="connsiteY4" fmla="*/ 452209 h 458152"/>
                    <a:gd name="connsiteX5" fmla="*/ 357897 w 489787"/>
                    <a:gd name="connsiteY5" fmla="*/ 428396 h 458152"/>
                    <a:gd name="connsiteX6" fmla="*/ 384091 w 489787"/>
                    <a:gd name="connsiteY6" fmla="*/ 402202 h 458152"/>
                    <a:gd name="connsiteX7" fmla="*/ 410285 w 489787"/>
                    <a:gd name="connsiteY7" fmla="*/ 397440 h 458152"/>
                    <a:gd name="connsiteX8" fmla="*/ 455529 w 489787"/>
                    <a:gd name="connsiteY8" fmla="*/ 361721 h 458152"/>
                    <a:gd name="connsiteX9" fmla="*/ 484104 w 489787"/>
                    <a:gd name="connsiteY9" fmla="*/ 311715 h 458152"/>
                    <a:gd name="connsiteX10" fmla="*/ 488866 w 489787"/>
                    <a:gd name="connsiteY10" fmla="*/ 252184 h 458152"/>
                    <a:gd name="connsiteX11" fmla="*/ 471856 w 489787"/>
                    <a:gd name="connsiteY11" fmla="*/ 216878 h 458152"/>
                    <a:gd name="connsiteX12" fmla="*/ 419809 w 489787"/>
                    <a:gd name="connsiteY12" fmla="*/ 166458 h 458152"/>
                    <a:gd name="connsiteX13" fmla="*/ 334085 w 489787"/>
                    <a:gd name="connsiteY13" fmla="*/ 106927 h 458152"/>
                    <a:gd name="connsiteX14" fmla="*/ 257885 w 489787"/>
                    <a:gd name="connsiteY14" fmla="*/ 80733 h 458152"/>
                    <a:gd name="connsiteX15" fmla="*/ 179304 w 489787"/>
                    <a:gd name="connsiteY15" fmla="*/ 54540 h 458152"/>
                    <a:gd name="connsiteX16" fmla="*/ 105485 w 489787"/>
                    <a:gd name="connsiteY16" fmla="*/ 25964 h 458152"/>
                    <a:gd name="connsiteX17" fmla="*/ 48335 w 489787"/>
                    <a:gd name="connsiteY17" fmla="*/ 9296 h 458152"/>
                    <a:gd name="connsiteX18" fmla="*/ 12615 w 489787"/>
                    <a:gd name="connsiteY18" fmla="*/ 6915 h 458152"/>
                    <a:gd name="connsiteX19" fmla="*/ 22141 w 489787"/>
                    <a:gd name="connsiteY19" fmla="*/ 109309 h 458152"/>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8611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8611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8943"/>
                    <a:gd name="connsiteY0" fmla="*/ 117187 h 466030"/>
                    <a:gd name="connsiteX1" fmla="*/ 719 w 488943"/>
                    <a:gd name="connsiteY1" fmla="*/ 191005 h 466030"/>
                    <a:gd name="connsiteX2" fmla="*/ 53106 w 488943"/>
                    <a:gd name="connsiteY2" fmla="*/ 393412 h 466030"/>
                    <a:gd name="connsiteX3" fmla="*/ 176931 w 488943"/>
                    <a:gd name="connsiteY3" fmla="*/ 460087 h 466030"/>
                    <a:gd name="connsiteX4" fmla="*/ 272181 w 488943"/>
                    <a:gd name="connsiteY4" fmla="*/ 460087 h 466030"/>
                    <a:gd name="connsiteX5" fmla="*/ 357906 w 488943"/>
                    <a:gd name="connsiteY5" fmla="*/ 436274 h 466030"/>
                    <a:gd name="connsiteX6" fmla="*/ 384100 w 488943"/>
                    <a:gd name="connsiteY6" fmla="*/ 410080 h 466030"/>
                    <a:gd name="connsiteX7" fmla="*/ 410294 w 488943"/>
                    <a:gd name="connsiteY7" fmla="*/ 405318 h 466030"/>
                    <a:gd name="connsiteX8" fmla="*/ 455538 w 488943"/>
                    <a:gd name="connsiteY8" fmla="*/ 369599 h 466030"/>
                    <a:gd name="connsiteX9" fmla="*/ 476970 w 488943"/>
                    <a:gd name="connsiteY9" fmla="*/ 319593 h 466030"/>
                    <a:gd name="connsiteX10" fmla="*/ 488875 w 488943"/>
                    <a:gd name="connsiteY10" fmla="*/ 260062 h 466030"/>
                    <a:gd name="connsiteX11" fmla="*/ 471865 w 488943"/>
                    <a:gd name="connsiteY11" fmla="*/ 224756 h 466030"/>
                    <a:gd name="connsiteX12" fmla="*/ 419818 w 488943"/>
                    <a:gd name="connsiteY12" fmla="*/ 174336 h 466030"/>
                    <a:gd name="connsiteX13" fmla="*/ 334094 w 488943"/>
                    <a:gd name="connsiteY13" fmla="*/ 114805 h 466030"/>
                    <a:gd name="connsiteX14" fmla="*/ 257894 w 488943"/>
                    <a:gd name="connsiteY14" fmla="*/ 83848 h 466030"/>
                    <a:gd name="connsiteX15" fmla="*/ 179313 w 488943"/>
                    <a:gd name="connsiteY15" fmla="*/ 62418 h 466030"/>
                    <a:gd name="connsiteX16" fmla="*/ 105494 w 488943"/>
                    <a:gd name="connsiteY16" fmla="*/ 33842 h 466030"/>
                    <a:gd name="connsiteX17" fmla="*/ 48344 w 488943"/>
                    <a:gd name="connsiteY17" fmla="*/ 17174 h 466030"/>
                    <a:gd name="connsiteX18" fmla="*/ 15005 w 488943"/>
                    <a:gd name="connsiteY18" fmla="*/ 5268 h 466030"/>
                    <a:gd name="connsiteX19" fmla="*/ 22150 w 488943"/>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4 w 489796"/>
                    <a:gd name="connsiteY9" fmla="*/ 310068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4 w 489796"/>
                    <a:gd name="connsiteY9" fmla="*/ 310068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90903 w 489796"/>
                    <a:gd name="connsiteY13" fmla="*/ 146174 h 466030"/>
                    <a:gd name="connsiteX14" fmla="*/ 334094 w 489796"/>
                    <a:gd name="connsiteY14" fmla="*/ 114805 h 466030"/>
                    <a:gd name="connsiteX15" fmla="*/ 257894 w 489796"/>
                    <a:gd name="connsiteY15" fmla="*/ 83848 h 466030"/>
                    <a:gd name="connsiteX16" fmla="*/ 179313 w 489796"/>
                    <a:gd name="connsiteY16" fmla="*/ 62418 h 466030"/>
                    <a:gd name="connsiteX17" fmla="*/ 105494 w 489796"/>
                    <a:gd name="connsiteY17" fmla="*/ 33842 h 466030"/>
                    <a:gd name="connsiteX18" fmla="*/ 48344 w 489796"/>
                    <a:gd name="connsiteY18" fmla="*/ 17174 h 466030"/>
                    <a:gd name="connsiteX19" fmla="*/ 15005 w 489796"/>
                    <a:gd name="connsiteY19" fmla="*/ 5268 h 466030"/>
                    <a:gd name="connsiteX20" fmla="*/ 22150 w 489796"/>
                    <a:gd name="connsiteY20" fmla="*/ 117187 h 466030"/>
                    <a:gd name="connsiteX0" fmla="*/ 23620 w 491266"/>
                    <a:gd name="connsiteY0" fmla="*/ 117187 h 467067"/>
                    <a:gd name="connsiteX1" fmla="*/ 2189 w 491266"/>
                    <a:gd name="connsiteY1" fmla="*/ 191005 h 467067"/>
                    <a:gd name="connsiteX2" fmla="*/ 85533 w 491266"/>
                    <a:gd name="connsiteY2" fmla="*/ 379125 h 467067"/>
                    <a:gd name="connsiteX3" fmla="*/ 178401 w 491266"/>
                    <a:gd name="connsiteY3" fmla="*/ 460087 h 467067"/>
                    <a:gd name="connsiteX4" fmla="*/ 273651 w 491266"/>
                    <a:gd name="connsiteY4" fmla="*/ 460087 h 467067"/>
                    <a:gd name="connsiteX5" fmla="*/ 359376 w 491266"/>
                    <a:gd name="connsiteY5" fmla="*/ 436274 h 467067"/>
                    <a:gd name="connsiteX6" fmla="*/ 385570 w 491266"/>
                    <a:gd name="connsiteY6" fmla="*/ 410080 h 467067"/>
                    <a:gd name="connsiteX7" fmla="*/ 411764 w 491266"/>
                    <a:gd name="connsiteY7" fmla="*/ 405318 h 467067"/>
                    <a:gd name="connsiteX8" fmla="*/ 457008 w 491266"/>
                    <a:gd name="connsiteY8" fmla="*/ 369599 h 467067"/>
                    <a:gd name="connsiteX9" fmla="*/ 485584 w 491266"/>
                    <a:gd name="connsiteY9" fmla="*/ 310068 h 467067"/>
                    <a:gd name="connsiteX10" fmla="*/ 490345 w 491266"/>
                    <a:gd name="connsiteY10" fmla="*/ 260062 h 467067"/>
                    <a:gd name="connsiteX11" fmla="*/ 473335 w 491266"/>
                    <a:gd name="connsiteY11" fmla="*/ 224756 h 467067"/>
                    <a:gd name="connsiteX12" fmla="*/ 421288 w 491266"/>
                    <a:gd name="connsiteY12" fmla="*/ 174336 h 467067"/>
                    <a:gd name="connsiteX13" fmla="*/ 392373 w 491266"/>
                    <a:gd name="connsiteY13" fmla="*/ 146174 h 467067"/>
                    <a:gd name="connsiteX14" fmla="*/ 335564 w 491266"/>
                    <a:gd name="connsiteY14" fmla="*/ 114805 h 467067"/>
                    <a:gd name="connsiteX15" fmla="*/ 259364 w 491266"/>
                    <a:gd name="connsiteY15" fmla="*/ 83848 h 467067"/>
                    <a:gd name="connsiteX16" fmla="*/ 180783 w 491266"/>
                    <a:gd name="connsiteY16" fmla="*/ 62418 h 467067"/>
                    <a:gd name="connsiteX17" fmla="*/ 106964 w 491266"/>
                    <a:gd name="connsiteY17" fmla="*/ 33842 h 467067"/>
                    <a:gd name="connsiteX18" fmla="*/ 49814 w 491266"/>
                    <a:gd name="connsiteY18" fmla="*/ 17174 h 467067"/>
                    <a:gd name="connsiteX19" fmla="*/ 16475 w 491266"/>
                    <a:gd name="connsiteY19" fmla="*/ 5268 h 467067"/>
                    <a:gd name="connsiteX20" fmla="*/ 23620 w 491266"/>
                    <a:gd name="connsiteY20" fmla="*/ 117187 h 467067"/>
                    <a:gd name="connsiteX0" fmla="*/ 23620 w 491266"/>
                    <a:gd name="connsiteY0" fmla="*/ 117187 h 467067"/>
                    <a:gd name="connsiteX1" fmla="*/ 2189 w 491266"/>
                    <a:gd name="connsiteY1" fmla="*/ 191005 h 467067"/>
                    <a:gd name="connsiteX2" fmla="*/ 85533 w 491266"/>
                    <a:gd name="connsiteY2" fmla="*/ 379125 h 467067"/>
                    <a:gd name="connsiteX3" fmla="*/ 195070 w 491266"/>
                    <a:gd name="connsiteY3" fmla="*/ 460087 h 467067"/>
                    <a:gd name="connsiteX4" fmla="*/ 273651 w 491266"/>
                    <a:gd name="connsiteY4" fmla="*/ 460087 h 467067"/>
                    <a:gd name="connsiteX5" fmla="*/ 359376 w 491266"/>
                    <a:gd name="connsiteY5" fmla="*/ 436274 h 467067"/>
                    <a:gd name="connsiteX6" fmla="*/ 385570 w 491266"/>
                    <a:gd name="connsiteY6" fmla="*/ 410080 h 467067"/>
                    <a:gd name="connsiteX7" fmla="*/ 411764 w 491266"/>
                    <a:gd name="connsiteY7" fmla="*/ 405318 h 467067"/>
                    <a:gd name="connsiteX8" fmla="*/ 457008 w 491266"/>
                    <a:gd name="connsiteY8" fmla="*/ 369599 h 467067"/>
                    <a:gd name="connsiteX9" fmla="*/ 485584 w 491266"/>
                    <a:gd name="connsiteY9" fmla="*/ 310068 h 467067"/>
                    <a:gd name="connsiteX10" fmla="*/ 490345 w 491266"/>
                    <a:gd name="connsiteY10" fmla="*/ 260062 h 467067"/>
                    <a:gd name="connsiteX11" fmla="*/ 473335 w 491266"/>
                    <a:gd name="connsiteY11" fmla="*/ 224756 h 467067"/>
                    <a:gd name="connsiteX12" fmla="*/ 421288 w 491266"/>
                    <a:gd name="connsiteY12" fmla="*/ 174336 h 467067"/>
                    <a:gd name="connsiteX13" fmla="*/ 392373 w 491266"/>
                    <a:gd name="connsiteY13" fmla="*/ 146174 h 467067"/>
                    <a:gd name="connsiteX14" fmla="*/ 335564 w 491266"/>
                    <a:gd name="connsiteY14" fmla="*/ 114805 h 467067"/>
                    <a:gd name="connsiteX15" fmla="*/ 259364 w 491266"/>
                    <a:gd name="connsiteY15" fmla="*/ 83848 h 467067"/>
                    <a:gd name="connsiteX16" fmla="*/ 180783 w 491266"/>
                    <a:gd name="connsiteY16" fmla="*/ 62418 h 467067"/>
                    <a:gd name="connsiteX17" fmla="*/ 106964 w 491266"/>
                    <a:gd name="connsiteY17" fmla="*/ 33842 h 467067"/>
                    <a:gd name="connsiteX18" fmla="*/ 49814 w 491266"/>
                    <a:gd name="connsiteY18" fmla="*/ 17174 h 467067"/>
                    <a:gd name="connsiteX19" fmla="*/ 16475 w 491266"/>
                    <a:gd name="connsiteY19" fmla="*/ 5268 h 467067"/>
                    <a:gd name="connsiteX20" fmla="*/ 23620 w 491266"/>
                    <a:gd name="connsiteY20" fmla="*/ 117187 h 467067"/>
                    <a:gd name="connsiteX0" fmla="*/ 12540 w 480186"/>
                    <a:gd name="connsiteY0" fmla="*/ 117187 h 467067"/>
                    <a:gd name="connsiteX1" fmla="*/ 3016 w 480186"/>
                    <a:gd name="connsiteY1" fmla="*/ 191005 h 467067"/>
                    <a:gd name="connsiteX2" fmla="*/ 74453 w 480186"/>
                    <a:gd name="connsiteY2" fmla="*/ 379125 h 467067"/>
                    <a:gd name="connsiteX3" fmla="*/ 183990 w 480186"/>
                    <a:gd name="connsiteY3" fmla="*/ 460087 h 467067"/>
                    <a:gd name="connsiteX4" fmla="*/ 262571 w 480186"/>
                    <a:gd name="connsiteY4" fmla="*/ 460087 h 467067"/>
                    <a:gd name="connsiteX5" fmla="*/ 348296 w 480186"/>
                    <a:gd name="connsiteY5" fmla="*/ 436274 h 467067"/>
                    <a:gd name="connsiteX6" fmla="*/ 374490 w 480186"/>
                    <a:gd name="connsiteY6" fmla="*/ 410080 h 467067"/>
                    <a:gd name="connsiteX7" fmla="*/ 400684 w 480186"/>
                    <a:gd name="connsiteY7" fmla="*/ 405318 h 467067"/>
                    <a:gd name="connsiteX8" fmla="*/ 445928 w 480186"/>
                    <a:gd name="connsiteY8" fmla="*/ 369599 h 467067"/>
                    <a:gd name="connsiteX9" fmla="*/ 474504 w 480186"/>
                    <a:gd name="connsiteY9" fmla="*/ 310068 h 467067"/>
                    <a:gd name="connsiteX10" fmla="*/ 479265 w 480186"/>
                    <a:gd name="connsiteY10" fmla="*/ 260062 h 467067"/>
                    <a:gd name="connsiteX11" fmla="*/ 462255 w 480186"/>
                    <a:gd name="connsiteY11" fmla="*/ 224756 h 467067"/>
                    <a:gd name="connsiteX12" fmla="*/ 410208 w 480186"/>
                    <a:gd name="connsiteY12" fmla="*/ 174336 h 467067"/>
                    <a:gd name="connsiteX13" fmla="*/ 381293 w 480186"/>
                    <a:gd name="connsiteY13" fmla="*/ 146174 h 467067"/>
                    <a:gd name="connsiteX14" fmla="*/ 324484 w 480186"/>
                    <a:gd name="connsiteY14" fmla="*/ 114805 h 467067"/>
                    <a:gd name="connsiteX15" fmla="*/ 248284 w 480186"/>
                    <a:gd name="connsiteY15" fmla="*/ 83848 h 467067"/>
                    <a:gd name="connsiteX16" fmla="*/ 169703 w 480186"/>
                    <a:gd name="connsiteY16" fmla="*/ 62418 h 467067"/>
                    <a:gd name="connsiteX17" fmla="*/ 95884 w 480186"/>
                    <a:gd name="connsiteY17" fmla="*/ 33842 h 467067"/>
                    <a:gd name="connsiteX18" fmla="*/ 38734 w 480186"/>
                    <a:gd name="connsiteY18" fmla="*/ 17174 h 467067"/>
                    <a:gd name="connsiteX19" fmla="*/ 5395 w 480186"/>
                    <a:gd name="connsiteY19" fmla="*/ 5268 h 467067"/>
                    <a:gd name="connsiteX20" fmla="*/ 12540 w 480186"/>
                    <a:gd name="connsiteY20" fmla="*/ 117187 h 467067"/>
                    <a:gd name="connsiteX0" fmla="*/ 9769 w 477415"/>
                    <a:gd name="connsiteY0" fmla="*/ 117187 h 467067"/>
                    <a:gd name="connsiteX1" fmla="*/ 245 w 477415"/>
                    <a:gd name="connsiteY1" fmla="*/ 191005 h 467067"/>
                    <a:gd name="connsiteX2" fmla="*/ 71682 w 477415"/>
                    <a:gd name="connsiteY2" fmla="*/ 379125 h 467067"/>
                    <a:gd name="connsiteX3" fmla="*/ 181219 w 477415"/>
                    <a:gd name="connsiteY3" fmla="*/ 460087 h 467067"/>
                    <a:gd name="connsiteX4" fmla="*/ 259800 w 477415"/>
                    <a:gd name="connsiteY4" fmla="*/ 460087 h 467067"/>
                    <a:gd name="connsiteX5" fmla="*/ 345525 w 477415"/>
                    <a:gd name="connsiteY5" fmla="*/ 436274 h 467067"/>
                    <a:gd name="connsiteX6" fmla="*/ 371719 w 477415"/>
                    <a:gd name="connsiteY6" fmla="*/ 410080 h 467067"/>
                    <a:gd name="connsiteX7" fmla="*/ 397913 w 477415"/>
                    <a:gd name="connsiteY7" fmla="*/ 405318 h 467067"/>
                    <a:gd name="connsiteX8" fmla="*/ 443157 w 477415"/>
                    <a:gd name="connsiteY8" fmla="*/ 369599 h 467067"/>
                    <a:gd name="connsiteX9" fmla="*/ 471733 w 477415"/>
                    <a:gd name="connsiteY9" fmla="*/ 310068 h 467067"/>
                    <a:gd name="connsiteX10" fmla="*/ 476494 w 477415"/>
                    <a:gd name="connsiteY10" fmla="*/ 260062 h 467067"/>
                    <a:gd name="connsiteX11" fmla="*/ 459484 w 477415"/>
                    <a:gd name="connsiteY11" fmla="*/ 224756 h 467067"/>
                    <a:gd name="connsiteX12" fmla="*/ 407437 w 477415"/>
                    <a:gd name="connsiteY12" fmla="*/ 174336 h 467067"/>
                    <a:gd name="connsiteX13" fmla="*/ 378522 w 477415"/>
                    <a:gd name="connsiteY13" fmla="*/ 146174 h 467067"/>
                    <a:gd name="connsiteX14" fmla="*/ 321713 w 477415"/>
                    <a:gd name="connsiteY14" fmla="*/ 114805 h 467067"/>
                    <a:gd name="connsiteX15" fmla="*/ 245513 w 477415"/>
                    <a:gd name="connsiteY15" fmla="*/ 83848 h 467067"/>
                    <a:gd name="connsiteX16" fmla="*/ 166932 w 477415"/>
                    <a:gd name="connsiteY16" fmla="*/ 62418 h 467067"/>
                    <a:gd name="connsiteX17" fmla="*/ 93113 w 477415"/>
                    <a:gd name="connsiteY17" fmla="*/ 33842 h 467067"/>
                    <a:gd name="connsiteX18" fmla="*/ 35963 w 477415"/>
                    <a:gd name="connsiteY18" fmla="*/ 17174 h 467067"/>
                    <a:gd name="connsiteX19" fmla="*/ 2624 w 477415"/>
                    <a:gd name="connsiteY19" fmla="*/ 5268 h 467067"/>
                    <a:gd name="connsiteX20" fmla="*/ 9769 w 477415"/>
                    <a:gd name="connsiteY20"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8503 w 477396"/>
                    <a:gd name="connsiteY14" fmla="*/ 146174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4220 w 477396"/>
                    <a:gd name="connsiteY14" fmla="*/ 154735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6362 w 477396"/>
                    <a:gd name="connsiteY14" fmla="*/ 146174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6 w 477402"/>
                    <a:gd name="connsiteY0" fmla="*/ 101708 h 451588"/>
                    <a:gd name="connsiteX1" fmla="*/ 232 w 477402"/>
                    <a:gd name="connsiteY1" fmla="*/ 175526 h 451588"/>
                    <a:gd name="connsiteX2" fmla="*/ 21322 w 477402"/>
                    <a:gd name="connsiteY2" fmla="*/ 280714 h 451588"/>
                    <a:gd name="connsiteX3" fmla="*/ 71669 w 477402"/>
                    <a:gd name="connsiteY3" fmla="*/ 363646 h 451588"/>
                    <a:gd name="connsiteX4" fmla="*/ 181206 w 477402"/>
                    <a:gd name="connsiteY4" fmla="*/ 444608 h 451588"/>
                    <a:gd name="connsiteX5" fmla="*/ 259787 w 477402"/>
                    <a:gd name="connsiteY5" fmla="*/ 444608 h 451588"/>
                    <a:gd name="connsiteX6" fmla="*/ 345512 w 477402"/>
                    <a:gd name="connsiteY6" fmla="*/ 420795 h 451588"/>
                    <a:gd name="connsiteX7" fmla="*/ 371706 w 477402"/>
                    <a:gd name="connsiteY7" fmla="*/ 394601 h 451588"/>
                    <a:gd name="connsiteX8" fmla="*/ 397900 w 477402"/>
                    <a:gd name="connsiteY8" fmla="*/ 389839 h 451588"/>
                    <a:gd name="connsiteX9" fmla="*/ 443144 w 477402"/>
                    <a:gd name="connsiteY9" fmla="*/ 354120 h 451588"/>
                    <a:gd name="connsiteX10" fmla="*/ 471720 w 477402"/>
                    <a:gd name="connsiteY10" fmla="*/ 294589 h 451588"/>
                    <a:gd name="connsiteX11" fmla="*/ 476481 w 477402"/>
                    <a:gd name="connsiteY11" fmla="*/ 244583 h 451588"/>
                    <a:gd name="connsiteX12" fmla="*/ 459471 w 477402"/>
                    <a:gd name="connsiteY12" fmla="*/ 209277 h 451588"/>
                    <a:gd name="connsiteX13" fmla="*/ 407424 w 477402"/>
                    <a:gd name="connsiteY13" fmla="*/ 158857 h 451588"/>
                    <a:gd name="connsiteX14" fmla="*/ 376368 w 477402"/>
                    <a:gd name="connsiteY14" fmla="*/ 130695 h 451588"/>
                    <a:gd name="connsiteX15" fmla="*/ 321700 w 477402"/>
                    <a:gd name="connsiteY15" fmla="*/ 99326 h 451588"/>
                    <a:gd name="connsiteX16" fmla="*/ 245500 w 477402"/>
                    <a:gd name="connsiteY16" fmla="*/ 68369 h 451588"/>
                    <a:gd name="connsiteX17" fmla="*/ 166919 w 477402"/>
                    <a:gd name="connsiteY17" fmla="*/ 46939 h 451588"/>
                    <a:gd name="connsiteX18" fmla="*/ 93100 w 477402"/>
                    <a:gd name="connsiteY18" fmla="*/ 18363 h 451588"/>
                    <a:gd name="connsiteX19" fmla="*/ 35950 w 477402"/>
                    <a:gd name="connsiteY19" fmla="*/ 1695 h 451588"/>
                    <a:gd name="connsiteX20" fmla="*/ 4753 w 477402"/>
                    <a:gd name="connsiteY20" fmla="*/ 11192 h 451588"/>
                    <a:gd name="connsiteX21" fmla="*/ 9756 w 477402"/>
                    <a:gd name="connsiteY21" fmla="*/ 101708 h 45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7402" h="451588">
                      <a:moveTo>
                        <a:pt x="9756" y="101708"/>
                      </a:moveTo>
                      <a:cubicBezTo>
                        <a:pt x="9003" y="129097"/>
                        <a:pt x="-1696" y="145692"/>
                        <a:pt x="232" y="175526"/>
                      </a:cubicBezTo>
                      <a:cubicBezTo>
                        <a:pt x="2160" y="205360"/>
                        <a:pt x="9416" y="249361"/>
                        <a:pt x="21322" y="280714"/>
                      </a:cubicBezTo>
                      <a:cubicBezTo>
                        <a:pt x="33228" y="312067"/>
                        <a:pt x="45022" y="336330"/>
                        <a:pt x="71669" y="363646"/>
                      </a:cubicBezTo>
                      <a:cubicBezTo>
                        <a:pt x="98316" y="390962"/>
                        <a:pt x="149853" y="431114"/>
                        <a:pt x="181206" y="444608"/>
                      </a:cubicBezTo>
                      <a:cubicBezTo>
                        <a:pt x="212559" y="458102"/>
                        <a:pt x="232403" y="448577"/>
                        <a:pt x="259787" y="444608"/>
                      </a:cubicBezTo>
                      <a:cubicBezTo>
                        <a:pt x="287171" y="440639"/>
                        <a:pt x="326859" y="429130"/>
                        <a:pt x="345512" y="420795"/>
                      </a:cubicBezTo>
                      <a:cubicBezTo>
                        <a:pt x="364165" y="412461"/>
                        <a:pt x="362975" y="399760"/>
                        <a:pt x="371706" y="394601"/>
                      </a:cubicBezTo>
                      <a:cubicBezTo>
                        <a:pt x="380437" y="389442"/>
                        <a:pt x="385994" y="396586"/>
                        <a:pt x="397900" y="389839"/>
                      </a:cubicBezTo>
                      <a:cubicBezTo>
                        <a:pt x="409806" y="383092"/>
                        <a:pt x="430841" y="369995"/>
                        <a:pt x="443144" y="354120"/>
                      </a:cubicBezTo>
                      <a:cubicBezTo>
                        <a:pt x="455447" y="338245"/>
                        <a:pt x="466164" y="312845"/>
                        <a:pt x="471720" y="294589"/>
                      </a:cubicBezTo>
                      <a:cubicBezTo>
                        <a:pt x="477276" y="276333"/>
                        <a:pt x="478522" y="258802"/>
                        <a:pt x="476481" y="244583"/>
                      </a:cubicBezTo>
                      <a:cubicBezTo>
                        <a:pt x="474440" y="230364"/>
                        <a:pt x="470981" y="223565"/>
                        <a:pt x="459471" y="209277"/>
                      </a:cubicBezTo>
                      <a:cubicBezTo>
                        <a:pt x="447961" y="194989"/>
                        <a:pt x="421274" y="171954"/>
                        <a:pt x="407424" y="158857"/>
                      </a:cubicBezTo>
                      <a:cubicBezTo>
                        <a:pt x="393574" y="145760"/>
                        <a:pt x="390655" y="140617"/>
                        <a:pt x="376368" y="130695"/>
                      </a:cubicBezTo>
                      <a:cubicBezTo>
                        <a:pt x="362081" y="120773"/>
                        <a:pt x="343511" y="109714"/>
                        <a:pt x="321700" y="99326"/>
                      </a:cubicBezTo>
                      <a:cubicBezTo>
                        <a:pt x="299889" y="88938"/>
                        <a:pt x="271297" y="77100"/>
                        <a:pt x="245500" y="68369"/>
                      </a:cubicBezTo>
                      <a:cubicBezTo>
                        <a:pt x="219703" y="59638"/>
                        <a:pt x="192319" y="55273"/>
                        <a:pt x="166919" y="46939"/>
                      </a:cubicBezTo>
                      <a:cubicBezTo>
                        <a:pt x="141519" y="38605"/>
                        <a:pt x="114928" y="25904"/>
                        <a:pt x="93100" y="18363"/>
                      </a:cubicBezTo>
                      <a:cubicBezTo>
                        <a:pt x="71272" y="10822"/>
                        <a:pt x="49444" y="2092"/>
                        <a:pt x="35950" y="1695"/>
                      </a:cubicBezTo>
                      <a:cubicBezTo>
                        <a:pt x="22456" y="1298"/>
                        <a:pt x="9119" y="-5477"/>
                        <a:pt x="4753" y="11192"/>
                      </a:cubicBezTo>
                      <a:cubicBezTo>
                        <a:pt x="387" y="27861"/>
                        <a:pt x="10510" y="74319"/>
                        <a:pt x="9756" y="101708"/>
                      </a:cubicBezTo>
                      <a:close/>
                    </a:path>
                  </a:pathLst>
                </a:custGeom>
                <a:solidFill>
                  <a:schemeClr val="bg2">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tongue">
                  <a:extLst>
                    <a:ext uri="{FF2B5EF4-FFF2-40B4-BE49-F238E27FC236}">
                      <a16:creationId xmlns:a16="http://schemas.microsoft.com/office/drawing/2014/main" id="{845DFB85-B966-9DBD-2A83-8EA59B65523A}"/>
                    </a:ext>
                  </a:extLst>
                </p:cNvPr>
                <p:cNvGrpSpPr/>
                <p:nvPr/>
              </p:nvGrpSpPr>
              <p:grpSpPr>
                <a:xfrm>
                  <a:off x="4027403" y="4382895"/>
                  <a:ext cx="1056858" cy="762325"/>
                  <a:chOff x="2850473" y="3754488"/>
                  <a:chExt cx="475267" cy="342599"/>
                </a:xfrm>
              </p:grpSpPr>
              <p:sp>
                <p:nvSpPr>
                  <p:cNvPr id="36" name="Freeform: Shape 35">
                    <a:extLst>
                      <a:ext uri="{FF2B5EF4-FFF2-40B4-BE49-F238E27FC236}">
                        <a16:creationId xmlns:a16="http://schemas.microsoft.com/office/drawing/2014/main" id="{C7631D98-D536-1B05-3FDF-0727EC8B32BE}"/>
                      </a:ext>
                    </a:extLst>
                  </p:cNvPr>
                  <p:cNvSpPr>
                    <a:spLocks/>
                  </p:cNvSpPr>
                  <p:nvPr/>
                </p:nvSpPr>
                <p:spPr>
                  <a:xfrm>
                    <a:off x="2850473" y="3769522"/>
                    <a:ext cx="475267" cy="327565"/>
                  </a:xfrm>
                  <a:custGeom>
                    <a:avLst/>
                    <a:gdLst>
                      <a:gd name="connsiteX0" fmla="*/ 5964 w 421981"/>
                      <a:gd name="connsiteY0" fmla="*/ 33538 h 301867"/>
                      <a:gd name="connsiteX1" fmla="*/ 77402 w 421981"/>
                      <a:gd name="connsiteY1" fmla="*/ 2581 h 301867"/>
                      <a:gd name="connsiteX2" fmla="*/ 175033 w 421981"/>
                      <a:gd name="connsiteY2" fmla="*/ 2581 h 301867"/>
                      <a:gd name="connsiteX3" fmla="*/ 229802 w 421981"/>
                      <a:gd name="connsiteY3" fmla="*/ 9725 h 301867"/>
                      <a:gd name="connsiteX4" fmla="*/ 239327 w 421981"/>
                      <a:gd name="connsiteY4" fmla="*/ 59731 h 301867"/>
                      <a:gd name="connsiteX5" fmla="*/ 239327 w 421981"/>
                      <a:gd name="connsiteY5" fmla="*/ 140694 h 301867"/>
                      <a:gd name="connsiteX6" fmla="*/ 244089 w 421981"/>
                      <a:gd name="connsiteY6" fmla="*/ 35919 h 301867"/>
                      <a:gd name="connsiteX7" fmla="*/ 260758 w 421981"/>
                      <a:gd name="connsiteY7" fmla="*/ 16869 h 301867"/>
                      <a:gd name="connsiteX8" fmla="*/ 322670 w 421981"/>
                      <a:gd name="connsiteY8" fmla="*/ 19250 h 301867"/>
                      <a:gd name="connsiteX9" fmla="*/ 382202 w 421981"/>
                      <a:gd name="connsiteY9" fmla="*/ 62113 h 301867"/>
                      <a:gd name="connsiteX10" fmla="*/ 417920 w 421981"/>
                      <a:gd name="connsiteY10" fmla="*/ 138313 h 301867"/>
                      <a:gd name="connsiteX11" fmla="*/ 413158 w 421981"/>
                      <a:gd name="connsiteY11" fmla="*/ 197844 h 301867"/>
                      <a:gd name="connsiteX12" fmla="*/ 346483 w 421981"/>
                      <a:gd name="connsiteY12" fmla="*/ 254994 h 301867"/>
                      <a:gd name="connsiteX13" fmla="*/ 255995 w 421981"/>
                      <a:gd name="connsiteY13" fmla="*/ 283569 h 301867"/>
                      <a:gd name="connsiteX14" fmla="*/ 229802 w 421981"/>
                      <a:gd name="connsiteY14" fmla="*/ 271663 h 301867"/>
                      <a:gd name="connsiteX15" fmla="*/ 234564 w 421981"/>
                      <a:gd name="connsiteY15" fmla="*/ 238325 h 301867"/>
                      <a:gd name="connsiteX16" fmla="*/ 225039 w 421981"/>
                      <a:gd name="connsiteY16" fmla="*/ 285950 h 301867"/>
                      <a:gd name="connsiteX17" fmla="*/ 189320 w 421981"/>
                      <a:gd name="connsiteY17" fmla="*/ 297856 h 301867"/>
                      <a:gd name="connsiteX18" fmla="*/ 127408 w 421981"/>
                      <a:gd name="connsiteY18" fmla="*/ 297856 h 301867"/>
                      <a:gd name="connsiteX19" fmla="*/ 53589 w 421981"/>
                      <a:gd name="connsiteY19" fmla="*/ 250231 h 301867"/>
                      <a:gd name="connsiteX20" fmla="*/ 22633 w 421981"/>
                      <a:gd name="connsiteY20" fmla="*/ 188319 h 301867"/>
                      <a:gd name="connsiteX21" fmla="*/ 5964 w 421981"/>
                      <a:gd name="connsiteY21" fmla="*/ 124025 h 301867"/>
                      <a:gd name="connsiteX22" fmla="*/ 5964 w 421981"/>
                      <a:gd name="connsiteY22" fmla="*/ 33538 h 301867"/>
                      <a:gd name="connsiteX0" fmla="*/ 3560 w 434230"/>
                      <a:gd name="connsiteY0" fmla="*/ 13017 h 300489"/>
                      <a:gd name="connsiteX1" fmla="*/ 89651 w 434230"/>
                      <a:gd name="connsiteY1" fmla="*/ 1203 h 300489"/>
                      <a:gd name="connsiteX2" fmla="*/ 187282 w 434230"/>
                      <a:gd name="connsiteY2" fmla="*/ 1203 h 300489"/>
                      <a:gd name="connsiteX3" fmla="*/ 242051 w 434230"/>
                      <a:gd name="connsiteY3" fmla="*/ 8347 h 300489"/>
                      <a:gd name="connsiteX4" fmla="*/ 251576 w 434230"/>
                      <a:gd name="connsiteY4" fmla="*/ 58353 h 300489"/>
                      <a:gd name="connsiteX5" fmla="*/ 251576 w 434230"/>
                      <a:gd name="connsiteY5" fmla="*/ 139316 h 300489"/>
                      <a:gd name="connsiteX6" fmla="*/ 256338 w 434230"/>
                      <a:gd name="connsiteY6" fmla="*/ 34541 h 300489"/>
                      <a:gd name="connsiteX7" fmla="*/ 273007 w 434230"/>
                      <a:gd name="connsiteY7" fmla="*/ 15491 h 300489"/>
                      <a:gd name="connsiteX8" fmla="*/ 334919 w 434230"/>
                      <a:gd name="connsiteY8" fmla="*/ 17872 h 300489"/>
                      <a:gd name="connsiteX9" fmla="*/ 394451 w 434230"/>
                      <a:gd name="connsiteY9" fmla="*/ 60735 h 300489"/>
                      <a:gd name="connsiteX10" fmla="*/ 430169 w 434230"/>
                      <a:gd name="connsiteY10" fmla="*/ 136935 h 300489"/>
                      <a:gd name="connsiteX11" fmla="*/ 425407 w 434230"/>
                      <a:gd name="connsiteY11" fmla="*/ 196466 h 300489"/>
                      <a:gd name="connsiteX12" fmla="*/ 358732 w 434230"/>
                      <a:gd name="connsiteY12" fmla="*/ 253616 h 300489"/>
                      <a:gd name="connsiteX13" fmla="*/ 268244 w 434230"/>
                      <a:gd name="connsiteY13" fmla="*/ 282191 h 300489"/>
                      <a:gd name="connsiteX14" fmla="*/ 242051 w 434230"/>
                      <a:gd name="connsiteY14" fmla="*/ 270285 h 300489"/>
                      <a:gd name="connsiteX15" fmla="*/ 246813 w 434230"/>
                      <a:gd name="connsiteY15" fmla="*/ 236947 h 300489"/>
                      <a:gd name="connsiteX16" fmla="*/ 237288 w 434230"/>
                      <a:gd name="connsiteY16" fmla="*/ 284572 h 300489"/>
                      <a:gd name="connsiteX17" fmla="*/ 201569 w 434230"/>
                      <a:gd name="connsiteY17" fmla="*/ 296478 h 300489"/>
                      <a:gd name="connsiteX18" fmla="*/ 139657 w 434230"/>
                      <a:gd name="connsiteY18" fmla="*/ 296478 h 300489"/>
                      <a:gd name="connsiteX19" fmla="*/ 65838 w 434230"/>
                      <a:gd name="connsiteY19" fmla="*/ 248853 h 300489"/>
                      <a:gd name="connsiteX20" fmla="*/ 34882 w 434230"/>
                      <a:gd name="connsiteY20" fmla="*/ 186941 h 300489"/>
                      <a:gd name="connsiteX21" fmla="*/ 18213 w 434230"/>
                      <a:gd name="connsiteY21" fmla="*/ 122647 h 300489"/>
                      <a:gd name="connsiteX22" fmla="*/ 3560 w 434230"/>
                      <a:gd name="connsiteY22" fmla="*/ 13017 h 300489"/>
                      <a:gd name="connsiteX0" fmla="*/ 3368 w 434038"/>
                      <a:gd name="connsiteY0" fmla="*/ 73121 h 360593"/>
                      <a:gd name="connsiteX1" fmla="*/ 86528 w 434038"/>
                      <a:gd name="connsiteY1" fmla="*/ 54 h 360593"/>
                      <a:gd name="connsiteX2" fmla="*/ 187090 w 434038"/>
                      <a:gd name="connsiteY2" fmla="*/ 61307 h 360593"/>
                      <a:gd name="connsiteX3" fmla="*/ 241859 w 434038"/>
                      <a:gd name="connsiteY3" fmla="*/ 68451 h 360593"/>
                      <a:gd name="connsiteX4" fmla="*/ 251384 w 434038"/>
                      <a:gd name="connsiteY4" fmla="*/ 118457 h 360593"/>
                      <a:gd name="connsiteX5" fmla="*/ 251384 w 434038"/>
                      <a:gd name="connsiteY5" fmla="*/ 199420 h 360593"/>
                      <a:gd name="connsiteX6" fmla="*/ 256146 w 434038"/>
                      <a:gd name="connsiteY6" fmla="*/ 94645 h 360593"/>
                      <a:gd name="connsiteX7" fmla="*/ 272815 w 434038"/>
                      <a:gd name="connsiteY7" fmla="*/ 75595 h 360593"/>
                      <a:gd name="connsiteX8" fmla="*/ 334727 w 434038"/>
                      <a:gd name="connsiteY8" fmla="*/ 77976 h 360593"/>
                      <a:gd name="connsiteX9" fmla="*/ 394259 w 434038"/>
                      <a:gd name="connsiteY9" fmla="*/ 120839 h 360593"/>
                      <a:gd name="connsiteX10" fmla="*/ 429977 w 434038"/>
                      <a:gd name="connsiteY10" fmla="*/ 197039 h 360593"/>
                      <a:gd name="connsiteX11" fmla="*/ 425215 w 434038"/>
                      <a:gd name="connsiteY11" fmla="*/ 256570 h 360593"/>
                      <a:gd name="connsiteX12" fmla="*/ 358540 w 434038"/>
                      <a:gd name="connsiteY12" fmla="*/ 313720 h 360593"/>
                      <a:gd name="connsiteX13" fmla="*/ 268052 w 434038"/>
                      <a:gd name="connsiteY13" fmla="*/ 342295 h 360593"/>
                      <a:gd name="connsiteX14" fmla="*/ 241859 w 434038"/>
                      <a:gd name="connsiteY14" fmla="*/ 330389 h 360593"/>
                      <a:gd name="connsiteX15" fmla="*/ 246621 w 434038"/>
                      <a:gd name="connsiteY15" fmla="*/ 297051 h 360593"/>
                      <a:gd name="connsiteX16" fmla="*/ 237096 w 434038"/>
                      <a:gd name="connsiteY16" fmla="*/ 344676 h 360593"/>
                      <a:gd name="connsiteX17" fmla="*/ 201377 w 434038"/>
                      <a:gd name="connsiteY17" fmla="*/ 356582 h 360593"/>
                      <a:gd name="connsiteX18" fmla="*/ 139465 w 434038"/>
                      <a:gd name="connsiteY18" fmla="*/ 356582 h 360593"/>
                      <a:gd name="connsiteX19" fmla="*/ 65646 w 434038"/>
                      <a:gd name="connsiteY19" fmla="*/ 308957 h 360593"/>
                      <a:gd name="connsiteX20" fmla="*/ 34690 w 434038"/>
                      <a:gd name="connsiteY20" fmla="*/ 247045 h 360593"/>
                      <a:gd name="connsiteX21" fmla="*/ 18021 w 434038"/>
                      <a:gd name="connsiteY21" fmla="*/ 182751 h 360593"/>
                      <a:gd name="connsiteX22" fmla="*/ 3368 w 434038"/>
                      <a:gd name="connsiteY22" fmla="*/ 73121 h 360593"/>
                      <a:gd name="connsiteX0" fmla="*/ 3368 w 434038"/>
                      <a:gd name="connsiteY0" fmla="*/ 117443 h 404915"/>
                      <a:gd name="connsiteX1" fmla="*/ 86528 w 434038"/>
                      <a:gd name="connsiteY1" fmla="*/ 44376 h 404915"/>
                      <a:gd name="connsiteX2" fmla="*/ 210535 w 434038"/>
                      <a:gd name="connsiteY2" fmla="*/ 2267 h 404915"/>
                      <a:gd name="connsiteX3" fmla="*/ 241859 w 434038"/>
                      <a:gd name="connsiteY3" fmla="*/ 112773 h 404915"/>
                      <a:gd name="connsiteX4" fmla="*/ 251384 w 434038"/>
                      <a:gd name="connsiteY4" fmla="*/ 162779 h 404915"/>
                      <a:gd name="connsiteX5" fmla="*/ 251384 w 434038"/>
                      <a:gd name="connsiteY5" fmla="*/ 243742 h 404915"/>
                      <a:gd name="connsiteX6" fmla="*/ 256146 w 434038"/>
                      <a:gd name="connsiteY6" fmla="*/ 138967 h 404915"/>
                      <a:gd name="connsiteX7" fmla="*/ 272815 w 434038"/>
                      <a:gd name="connsiteY7" fmla="*/ 119917 h 404915"/>
                      <a:gd name="connsiteX8" fmla="*/ 334727 w 434038"/>
                      <a:gd name="connsiteY8" fmla="*/ 122298 h 404915"/>
                      <a:gd name="connsiteX9" fmla="*/ 394259 w 434038"/>
                      <a:gd name="connsiteY9" fmla="*/ 165161 h 404915"/>
                      <a:gd name="connsiteX10" fmla="*/ 429977 w 434038"/>
                      <a:gd name="connsiteY10" fmla="*/ 241361 h 404915"/>
                      <a:gd name="connsiteX11" fmla="*/ 425215 w 434038"/>
                      <a:gd name="connsiteY11" fmla="*/ 300892 h 404915"/>
                      <a:gd name="connsiteX12" fmla="*/ 358540 w 434038"/>
                      <a:gd name="connsiteY12" fmla="*/ 358042 h 404915"/>
                      <a:gd name="connsiteX13" fmla="*/ 268052 w 434038"/>
                      <a:gd name="connsiteY13" fmla="*/ 386617 h 404915"/>
                      <a:gd name="connsiteX14" fmla="*/ 241859 w 434038"/>
                      <a:gd name="connsiteY14" fmla="*/ 374711 h 404915"/>
                      <a:gd name="connsiteX15" fmla="*/ 246621 w 434038"/>
                      <a:gd name="connsiteY15" fmla="*/ 341373 h 404915"/>
                      <a:gd name="connsiteX16" fmla="*/ 237096 w 434038"/>
                      <a:gd name="connsiteY16" fmla="*/ 388998 h 404915"/>
                      <a:gd name="connsiteX17" fmla="*/ 201377 w 434038"/>
                      <a:gd name="connsiteY17" fmla="*/ 400904 h 404915"/>
                      <a:gd name="connsiteX18" fmla="*/ 139465 w 434038"/>
                      <a:gd name="connsiteY18" fmla="*/ 400904 h 404915"/>
                      <a:gd name="connsiteX19" fmla="*/ 65646 w 434038"/>
                      <a:gd name="connsiteY19" fmla="*/ 353279 h 404915"/>
                      <a:gd name="connsiteX20" fmla="*/ 34690 w 434038"/>
                      <a:gd name="connsiteY20" fmla="*/ 291367 h 404915"/>
                      <a:gd name="connsiteX21" fmla="*/ 18021 w 434038"/>
                      <a:gd name="connsiteY21" fmla="*/ 227073 h 404915"/>
                      <a:gd name="connsiteX22" fmla="*/ 3368 w 434038"/>
                      <a:gd name="connsiteY22" fmla="*/ 117443 h 404915"/>
                      <a:gd name="connsiteX0" fmla="*/ 2068 w 432738"/>
                      <a:gd name="connsiteY0" fmla="*/ 129282 h 416754"/>
                      <a:gd name="connsiteX1" fmla="*/ 64715 w 432738"/>
                      <a:gd name="connsiteY1" fmla="*/ 14106 h 416754"/>
                      <a:gd name="connsiteX2" fmla="*/ 209235 w 432738"/>
                      <a:gd name="connsiteY2" fmla="*/ 14106 h 416754"/>
                      <a:gd name="connsiteX3" fmla="*/ 240559 w 432738"/>
                      <a:gd name="connsiteY3" fmla="*/ 124612 h 416754"/>
                      <a:gd name="connsiteX4" fmla="*/ 250084 w 432738"/>
                      <a:gd name="connsiteY4" fmla="*/ 174618 h 416754"/>
                      <a:gd name="connsiteX5" fmla="*/ 250084 w 432738"/>
                      <a:gd name="connsiteY5" fmla="*/ 255581 h 416754"/>
                      <a:gd name="connsiteX6" fmla="*/ 254846 w 432738"/>
                      <a:gd name="connsiteY6" fmla="*/ 150806 h 416754"/>
                      <a:gd name="connsiteX7" fmla="*/ 271515 w 432738"/>
                      <a:gd name="connsiteY7" fmla="*/ 131756 h 416754"/>
                      <a:gd name="connsiteX8" fmla="*/ 333427 w 432738"/>
                      <a:gd name="connsiteY8" fmla="*/ 134137 h 416754"/>
                      <a:gd name="connsiteX9" fmla="*/ 392959 w 432738"/>
                      <a:gd name="connsiteY9" fmla="*/ 177000 h 416754"/>
                      <a:gd name="connsiteX10" fmla="*/ 428677 w 432738"/>
                      <a:gd name="connsiteY10" fmla="*/ 253200 h 416754"/>
                      <a:gd name="connsiteX11" fmla="*/ 423915 w 432738"/>
                      <a:gd name="connsiteY11" fmla="*/ 312731 h 416754"/>
                      <a:gd name="connsiteX12" fmla="*/ 357240 w 432738"/>
                      <a:gd name="connsiteY12" fmla="*/ 369881 h 416754"/>
                      <a:gd name="connsiteX13" fmla="*/ 266752 w 432738"/>
                      <a:gd name="connsiteY13" fmla="*/ 398456 h 416754"/>
                      <a:gd name="connsiteX14" fmla="*/ 240559 w 432738"/>
                      <a:gd name="connsiteY14" fmla="*/ 386550 h 416754"/>
                      <a:gd name="connsiteX15" fmla="*/ 245321 w 432738"/>
                      <a:gd name="connsiteY15" fmla="*/ 353212 h 416754"/>
                      <a:gd name="connsiteX16" fmla="*/ 235796 w 432738"/>
                      <a:gd name="connsiteY16" fmla="*/ 400837 h 416754"/>
                      <a:gd name="connsiteX17" fmla="*/ 200077 w 432738"/>
                      <a:gd name="connsiteY17" fmla="*/ 412743 h 416754"/>
                      <a:gd name="connsiteX18" fmla="*/ 138165 w 432738"/>
                      <a:gd name="connsiteY18" fmla="*/ 412743 h 416754"/>
                      <a:gd name="connsiteX19" fmla="*/ 64346 w 432738"/>
                      <a:gd name="connsiteY19" fmla="*/ 365118 h 416754"/>
                      <a:gd name="connsiteX20" fmla="*/ 33390 w 432738"/>
                      <a:gd name="connsiteY20" fmla="*/ 303206 h 416754"/>
                      <a:gd name="connsiteX21" fmla="*/ 16721 w 432738"/>
                      <a:gd name="connsiteY21" fmla="*/ 238912 h 416754"/>
                      <a:gd name="connsiteX22" fmla="*/ 2068 w 432738"/>
                      <a:gd name="connsiteY22" fmla="*/ 129282 h 416754"/>
                      <a:gd name="connsiteX0" fmla="*/ 2068 w 432738"/>
                      <a:gd name="connsiteY0" fmla="*/ 124768 h 412240"/>
                      <a:gd name="connsiteX1" fmla="*/ 64715 w 432738"/>
                      <a:gd name="connsiteY1" fmla="*/ 9592 h 412240"/>
                      <a:gd name="connsiteX2" fmla="*/ 209235 w 432738"/>
                      <a:gd name="connsiteY2" fmla="*/ 9592 h 412240"/>
                      <a:gd name="connsiteX3" fmla="*/ 264004 w 432738"/>
                      <a:gd name="connsiteY3" fmla="*/ 35875 h 412240"/>
                      <a:gd name="connsiteX4" fmla="*/ 250084 w 432738"/>
                      <a:gd name="connsiteY4" fmla="*/ 170104 h 412240"/>
                      <a:gd name="connsiteX5" fmla="*/ 250084 w 432738"/>
                      <a:gd name="connsiteY5" fmla="*/ 251067 h 412240"/>
                      <a:gd name="connsiteX6" fmla="*/ 254846 w 432738"/>
                      <a:gd name="connsiteY6" fmla="*/ 146292 h 412240"/>
                      <a:gd name="connsiteX7" fmla="*/ 271515 w 432738"/>
                      <a:gd name="connsiteY7" fmla="*/ 127242 h 412240"/>
                      <a:gd name="connsiteX8" fmla="*/ 333427 w 432738"/>
                      <a:gd name="connsiteY8" fmla="*/ 129623 h 412240"/>
                      <a:gd name="connsiteX9" fmla="*/ 392959 w 432738"/>
                      <a:gd name="connsiteY9" fmla="*/ 172486 h 412240"/>
                      <a:gd name="connsiteX10" fmla="*/ 428677 w 432738"/>
                      <a:gd name="connsiteY10" fmla="*/ 248686 h 412240"/>
                      <a:gd name="connsiteX11" fmla="*/ 423915 w 432738"/>
                      <a:gd name="connsiteY11" fmla="*/ 308217 h 412240"/>
                      <a:gd name="connsiteX12" fmla="*/ 357240 w 432738"/>
                      <a:gd name="connsiteY12" fmla="*/ 365367 h 412240"/>
                      <a:gd name="connsiteX13" fmla="*/ 266752 w 432738"/>
                      <a:gd name="connsiteY13" fmla="*/ 393942 h 412240"/>
                      <a:gd name="connsiteX14" fmla="*/ 240559 w 432738"/>
                      <a:gd name="connsiteY14" fmla="*/ 382036 h 412240"/>
                      <a:gd name="connsiteX15" fmla="*/ 245321 w 432738"/>
                      <a:gd name="connsiteY15" fmla="*/ 348698 h 412240"/>
                      <a:gd name="connsiteX16" fmla="*/ 235796 w 432738"/>
                      <a:gd name="connsiteY16" fmla="*/ 396323 h 412240"/>
                      <a:gd name="connsiteX17" fmla="*/ 200077 w 432738"/>
                      <a:gd name="connsiteY17" fmla="*/ 408229 h 412240"/>
                      <a:gd name="connsiteX18" fmla="*/ 138165 w 432738"/>
                      <a:gd name="connsiteY18" fmla="*/ 408229 h 412240"/>
                      <a:gd name="connsiteX19" fmla="*/ 64346 w 432738"/>
                      <a:gd name="connsiteY19" fmla="*/ 360604 h 412240"/>
                      <a:gd name="connsiteX20" fmla="*/ 33390 w 432738"/>
                      <a:gd name="connsiteY20" fmla="*/ 298692 h 412240"/>
                      <a:gd name="connsiteX21" fmla="*/ 16721 w 432738"/>
                      <a:gd name="connsiteY21" fmla="*/ 234398 h 412240"/>
                      <a:gd name="connsiteX22" fmla="*/ 2068 w 432738"/>
                      <a:gd name="connsiteY22" fmla="*/ 124768 h 412240"/>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50084 w 432738"/>
                      <a:gd name="connsiteY5" fmla="*/ 251065 h 412238"/>
                      <a:gd name="connsiteX6" fmla="*/ 254846 w 432738"/>
                      <a:gd name="connsiteY6" fmla="*/ 146290 h 412238"/>
                      <a:gd name="connsiteX7" fmla="*/ 271515 w 432738"/>
                      <a:gd name="connsiteY7" fmla="*/ 127240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54846 w 432738"/>
                      <a:gd name="connsiteY6" fmla="*/ 146290 h 412238"/>
                      <a:gd name="connsiteX7" fmla="*/ 271515 w 432738"/>
                      <a:gd name="connsiteY7" fmla="*/ 127240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54846 w 432738"/>
                      <a:gd name="connsiteY6" fmla="*/ 146290 h 412238"/>
                      <a:gd name="connsiteX7" fmla="*/ 286169 w 432738"/>
                      <a:gd name="connsiteY7" fmla="*/ 123413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69499 w 432738"/>
                      <a:gd name="connsiteY6" fmla="*/ 146290 h 412238"/>
                      <a:gd name="connsiteX7" fmla="*/ 286169 w 432738"/>
                      <a:gd name="connsiteY7" fmla="*/ 123413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1009 w 460985"/>
                      <a:gd name="connsiteY0" fmla="*/ 91905 h 410003"/>
                      <a:gd name="connsiteX1" fmla="*/ 92962 w 460985"/>
                      <a:gd name="connsiteY1" fmla="*/ 7355 h 410003"/>
                      <a:gd name="connsiteX2" fmla="*/ 237482 w 460985"/>
                      <a:gd name="connsiteY2" fmla="*/ 7355 h 410003"/>
                      <a:gd name="connsiteX3" fmla="*/ 292251 w 460985"/>
                      <a:gd name="connsiteY3" fmla="*/ 33638 h 410003"/>
                      <a:gd name="connsiteX4" fmla="*/ 287121 w 460985"/>
                      <a:gd name="connsiteY4" fmla="*/ 167867 h 410003"/>
                      <a:gd name="connsiteX5" fmla="*/ 292984 w 460985"/>
                      <a:gd name="connsiteY5" fmla="*/ 252657 h 410003"/>
                      <a:gd name="connsiteX6" fmla="*/ 297746 w 460985"/>
                      <a:gd name="connsiteY6" fmla="*/ 144055 h 410003"/>
                      <a:gd name="connsiteX7" fmla="*/ 314416 w 460985"/>
                      <a:gd name="connsiteY7" fmla="*/ 121178 h 410003"/>
                      <a:gd name="connsiteX8" fmla="*/ 361674 w 460985"/>
                      <a:gd name="connsiteY8" fmla="*/ 127386 h 410003"/>
                      <a:gd name="connsiteX9" fmla="*/ 421206 w 460985"/>
                      <a:gd name="connsiteY9" fmla="*/ 170249 h 410003"/>
                      <a:gd name="connsiteX10" fmla="*/ 456924 w 460985"/>
                      <a:gd name="connsiteY10" fmla="*/ 246449 h 410003"/>
                      <a:gd name="connsiteX11" fmla="*/ 452162 w 460985"/>
                      <a:gd name="connsiteY11" fmla="*/ 305980 h 410003"/>
                      <a:gd name="connsiteX12" fmla="*/ 385487 w 460985"/>
                      <a:gd name="connsiteY12" fmla="*/ 363130 h 410003"/>
                      <a:gd name="connsiteX13" fmla="*/ 294999 w 460985"/>
                      <a:gd name="connsiteY13" fmla="*/ 391705 h 410003"/>
                      <a:gd name="connsiteX14" fmla="*/ 268806 w 460985"/>
                      <a:gd name="connsiteY14" fmla="*/ 379799 h 410003"/>
                      <a:gd name="connsiteX15" fmla="*/ 273568 w 460985"/>
                      <a:gd name="connsiteY15" fmla="*/ 346461 h 410003"/>
                      <a:gd name="connsiteX16" fmla="*/ 264043 w 460985"/>
                      <a:gd name="connsiteY16" fmla="*/ 394086 h 410003"/>
                      <a:gd name="connsiteX17" fmla="*/ 228324 w 460985"/>
                      <a:gd name="connsiteY17" fmla="*/ 405992 h 410003"/>
                      <a:gd name="connsiteX18" fmla="*/ 166412 w 460985"/>
                      <a:gd name="connsiteY18" fmla="*/ 405992 h 410003"/>
                      <a:gd name="connsiteX19" fmla="*/ 92593 w 460985"/>
                      <a:gd name="connsiteY19" fmla="*/ 358367 h 410003"/>
                      <a:gd name="connsiteX20" fmla="*/ 61637 w 460985"/>
                      <a:gd name="connsiteY20" fmla="*/ 296455 h 410003"/>
                      <a:gd name="connsiteX21" fmla="*/ 44968 w 460985"/>
                      <a:gd name="connsiteY21" fmla="*/ 232161 h 410003"/>
                      <a:gd name="connsiteX22" fmla="*/ 1009 w 460985"/>
                      <a:gd name="connsiteY22" fmla="*/ 91905 h 410003"/>
                      <a:gd name="connsiteX0" fmla="*/ 5291 w 465267"/>
                      <a:gd name="connsiteY0" fmla="*/ 91905 h 410003"/>
                      <a:gd name="connsiteX1" fmla="*/ 97244 w 465267"/>
                      <a:gd name="connsiteY1" fmla="*/ 7355 h 410003"/>
                      <a:gd name="connsiteX2" fmla="*/ 241764 w 465267"/>
                      <a:gd name="connsiteY2" fmla="*/ 7355 h 410003"/>
                      <a:gd name="connsiteX3" fmla="*/ 296533 w 465267"/>
                      <a:gd name="connsiteY3" fmla="*/ 33638 h 410003"/>
                      <a:gd name="connsiteX4" fmla="*/ 291403 w 465267"/>
                      <a:gd name="connsiteY4" fmla="*/ 167867 h 410003"/>
                      <a:gd name="connsiteX5" fmla="*/ 297266 w 465267"/>
                      <a:gd name="connsiteY5" fmla="*/ 252657 h 410003"/>
                      <a:gd name="connsiteX6" fmla="*/ 302028 w 465267"/>
                      <a:gd name="connsiteY6" fmla="*/ 144055 h 410003"/>
                      <a:gd name="connsiteX7" fmla="*/ 318698 w 465267"/>
                      <a:gd name="connsiteY7" fmla="*/ 121178 h 410003"/>
                      <a:gd name="connsiteX8" fmla="*/ 365956 w 465267"/>
                      <a:gd name="connsiteY8" fmla="*/ 127386 h 410003"/>
                      <a:gd name="connsiteX9" fmla="*/ 425488 w 465267"/>
                      <a:gd name="connsiteY9" fmla="*/ 170249 h 410003"/>
                      <a:gd name="connsiteX10" fmla="*/ 461206 w 465267"/>
                      <a:gd name="connsiteY10" fmla="*/ 246449 h 410003"/>
                      <a:gd name="connsiteX11" fmla="*/ 456444 w 465267"/>
                      <a:gd name="connsiteY11" fmla="*/ 305980 h 410003"/>
                      <a:gd name="connsiteX12" fmla="*/ 389769 w 465267"/>
                      <a:gd name="connsiteY12" fmla="*/ 363130 h 410003"/>
                      <a:gd name="connsiteX13" fmla="*/ 299281 w 465267"/>
                      <a:gd name="connsiteY13" fmla="*/ 391705 h 410003"/>
                      <a:gd name="connsiteX14" fmla="*/ 273088 w 465267"/>
                      <a:gd name="connsiteY14" fmla="*/ 379799 h 410003"/>
                      <a:gd name="connsiteX15" fmla="*/ 277850 w 465267"/>
                      <a:gd name="connsiteY15" fmla="*/ 346461 h 410003"/>
                      <a:gd name="connsiteX16" fmla="*/ 268325 w 465267"/>
                      <a:gd name="connsiteY16" fmla="*/ 394086 h 410003"/>
                      <a:gd name="connsiteX17" fmla="*/ 232606 w 465267"/>
                      <a:gd name="connsiteY17" fmla="*/ 405992 h 410003"/>
                      <a:gd name="connsiteX18" fmla="*/ 170694 w 465267"/>
                      <a:gd name="connsiteY18" fmla="*/ 405992 h 410003"/>
                      <a:gd name="connsiteX19" fmla="*/ 96875 w 465267"/>
                      <a:gd name="connsiteY19" fmla="*/ 358367 h 410003"/>
                      <a:gd name="connsiteX20" fmla="*/ 65919 w 465267"/>
                      <a:gd name="connsiteY20" fmla="*/ 296455 h 410003"/>
                      <a:gd name="connsiteX21" fmla="*/ 17014 w 465267"/>
                      <a:gd name="connsiteY21" fmla="*/ 285758 h 410003"/>
                      <a:gd name="connsiteX22" fmla="*/ 5291 w 465267"/>
                      <a:gd name="connsiteY22" fmla="*/ 91905 h 410003"/>
                      <a:gd name="connsiteX0" fmla="*/ 5552 w 465528"/>
                      <a:gd name="connsiteY0" fmla="*/ 91905 h 418797"/>
                      <a:gd name="connsiteX1" fmla="*/ 97505 w 465528"/>
                      <a:gd name="connsiteY1" fmla="*/ 7355 h 418797"/>
                      <a:gd name="connsiteX2" fmla="*/ 242025 w 465528"/>
                      <a:gd name="connsiteY2" fmla="*/ 7355 h 418797"/>
                      <a:gd name="connsiteX3" fmla="*/ 296794 w 465528"/>
                      <a:gd name="connsiteY3" fmla="*/ 33638 h 418797"/>
                      <a:gd name="connsiteX4" fmla="*/ 291664 w 465528"/>
                      <a:gd name="connsiteY4" fmla="*/ 167867 h 418797"/>
                      <a:gd name="connsiteX5" fmla="*/ 297527 w 465528"/>
                      <a:gd name="connsiteY5" fmla="*/ 252657 h 418797"/>
                      <a:gd name="connsiteX6" fmla="*/ 302289 w 465528"/>
                      <a:gd name="connsiteY6" fmla="*/ 144055 h 418797"/>
                      <a:gd name="connsiteX7" fmla="*/ 318959 w 465528"/>
                      <a:gd name="connsiteY7" fmla="*/ 121178 h 418797"/>
                      <a:gd name="connsiteX8" fmla="*/ 366217 w 465528"/>
                      <a:gd name="connsiteY8" fmla="*/ 127386 h 418797"/>
                      <a:gd name="connsiteX9" fmla="*/ 425749 w 465528"/>
                      <a:gd name="connsiteY9" fmla="*/ 170249 h 418797"/>
                      <a:gd name="connsiteX10" fmla="*/ 461467 w 465528"/>
                      <a:gd name="connsiteY10" fmla="*/ 246449 h 418797"/>
                      <a:gd name="connsiteX11" fmla="*/ 456705 w 465528"/>
                      <a:gd name="connsiteY11" fmla="*/ 305980 h 418797"/>
                      <a:gd name="connsiteX12" fmla="*/ 390030 w 465528"/>
                      <a:gd name="connsiteY12" fmla="*/ 363130 h 418797"/>
                      <a:gd name="connsiteX13" fmla="*/ 299542 w 465528"/>
                      <a:gd name="connsiteY13" fmla="*/ 391705 h 418797"/>
                      <a:gd name="connsiteX14" fmla="*/ 273349 w 465528"/>
                      <a:gd name="connsiteY14" fmla="*/ 379799 h 418797"/>
                      <a:gd name="connsiteX15" fmla="*/ 278111 w 465528"/>
                      <a:gd name="connsiteY15" fmla="*/ 346461 h 418797"/>
                      <a:gd name="connsiteX16" fmla="*/ 268586 w 465528"/>
                      <a:gd name="connsiteY16" fmla="*/ 394086 h 418797"/>
                      <a:gd name="connsiteX17" fmla="*/ 232867 w 465528"/>
                      <a:gd name="connsiteY17" fmla="*/ 405992 h 418797"/>
                      <a:gd name="connsiteX18" fmla="*/ 170955 w 465528"/>
                      <a:gd name="connsiteY18" fmla="*/ 405992 h 418797"/>
                      <a:gd name="connsiteX19" fmla="*/ 97136 w 465528"/>
                      <a:gd name="connsiteY19" fmla="*/ 358367 h 418797"/>
                      <a:gd name="connsiteX20" fmla="*/ 74972 w 465528"/>
                      <a:gd name="connsiteY20" fmla="*/ 415131 h 418797"/>
                      <a:gd name="connsiteX21" fmla="*/ 17275 w 465528"/>
                      <a:gd name="connsiteY21" fmla="*/ 285758 h 418797"/>
                      <a:gd name="connsiteX22" fmla="*/ 5552 w 465528"/>
                      <a:gd name="connsiteY22" fmla="*/ 91905 h 418797"/>
                      <a:gd name="connsiteX0" fmla="*/ 5552 w 465528"/>
                      <a:gd name="connsiteY0" fmla="*/ 91905 h 519172"/>
                      <a:gd name="connsiteX1" fmla="*/ 97505 w 465528"/>
                      <a:gd name="connsiteY1" fmla="*/ 7355 h 519172"/>
                      <a:gd name="connsiteX2" fmla="*/ 242025 w 465528"/>
                      <a:gd name="connsiteY2" fmla="*/ 7355 h 519172"/>
                      <a:gd name="connsiteX3" fmla="*/ 296794 w 465528"/>
                      <a:gd name="connsiteY3" fmla="*/ 33638 h 519172"/>
                      <a:gd name="connsiteX4" fmla="*/ 291664 w 465528"/>
                      <a:gd name="connsiteY4" fmla="*/ 167867 h 519172"/>
                      <a:gd name="connsiteX5" fmla="*/ 297527 w 465528"/>
                      <a:gd name="connsiteY5" fmla="*/ 252657 h 519172"/>
                      <a:gd name="connsiteX6" fmla="*/ 302289 w 465528"/>
                      <a:gd name="connsiteY6" fmla="*/ 144055 h 519172"/>
                      <a:gd name="connsiteX7" fmla="*/ 318959 w 465528"/>
                      <a:gd name="connsiteY7" fmla="*/ 121178 h 519172"/>
                      <a:gd name="connsiteX8" fmla="*/ 366217 w 465528"/>
                      <a:gd name="connsiteY8" fmla="*/ 127386 h 519172"/>
                      <a:gd name="connsiteX9" fmla="*/ 425749 w 465528"/>
                      <a:gd name="connsiteY9" fmla="*/ 170249 h 519172"/>
                      <a:gd name="connsiteX10" fmla="*/ 461467 w 465528"/>
                      <a:gd name="connsiteY10" fmla="*/ 246449 h 519172"/>
                      <a:gd name="connsiteX11" fmla="*/ 456705 w 465528"/>
                      <a:gd name="connsiteY11" fmla="*/ 305980 h 519172"/>
                      <a:gd name="connsiteX12" fmla="*/ 390030 w 465528"/>
                      <a:gd name="connsiteY12" fmla="*/ 363130 h 519172"/>
                      <a:gd name="connsiteX13" fmla="*/ 299542 w 465528"/>
                      <a:gd name="connsiteY13" fmla="*/ 391705 h 519172"/>
                      <a:gd name="connsiteX14" fmla="*/ 273349 w 465528"/>
                      <a:gd name="connsiteY14" fmla="*/ 379799 h 519172"/>
                      <a:gd name="connsiteX15" fmla="*/ 278111 w 465528"/>
                      <a:gd name="connsiteY15" fmla="*/ 346461 h 519172"/>
                      <a:gd name="connsiteX16" fmla="*/ 268586 w 465528"/>
                      <a:gd name="connsiteY16" fmla="*/ 394086 h 519172"/>
                      <a:gd name="connsiteX17" fmla="*/ 232867 w 465528"/>
                      <a:gd name="connsiteY17" fmla="*/ 405992 h 519172"/>
                      <a:gd name="connsiteX18" fmla="*/ 170955 w 465528"/>
                      <a:gd name="connsiteY18" fmla="*/ 405992 h 519172"/>
                      <a:gd name="connsiteX19" fmla="*/ 161608 w 465528"/>
                      <a:gd name="connsiteY19" fmla="*/ 519152 h 519172"/>
                      <a:gd name="connsiteX20" fmla="*/ 74972 w 465528"/>
                      <a:gd name="connsiteY20" fmla="*/ 415131 h 519172"/>
                      <a:gd name="connsiteX21" fmla="*/ 17275 w 465528"/>
                      <a:gd name="connsiteY21" fmla="*/ 285758 h 519172"/>
                      <a:gd name="connsiteX22" fmla="*/ 5552 w 465528"/>
                      <a:gd name="connsiteY22" fmla="*/ 91905 h 519172"/>
                      <a:gd name="connsiteX0" fmla="*/ 5552 w 465528"/>
                      <a:gd name="connsiteY0" fmla="*/ 91905 h 531537"/>
                      <a:gd name="connsiteX1" fmla="*/ 97505 w 465528"/>
                      <a:gd name="connsiteY1" fmla="*/ 7355 h 531537"/>
                      <a:gd name="connsiteX2" fmla="*/ 242025 w 465528"/>
                      <a:gd name="connsiteY2" fmla="*/ 7355 h 531537"/>
                      <a:gd name="connsiteX3" fmla="*/ 296794 w 465528"/>
                      <a:gd name="connsiteY3" fmla="*/ 33638 h 531537"/>
                      <a:gd name="connsiteX4" fmla="*/ 291664 w 465528"/>
                      <a:gd name="connsiteY4" fmla="*/ 167867 h 531537"/>
                      <a:gd name="connsiteX5" fmla="*/ 297527 w 465528"/>
                      <a:gd name="connsiteY5" fmla="*/ 252657 h 531537"/>
                      <a:gd name="connsiteX6" fmla="*/ 302289 w 465528"/>
                      <a:gd name="connsiteY6" fmla="*/ 144055 h 531537"/>
                      <a:gd name="connsiteX7" fmla="*/ 318959 w 465528"/>
                      <a:gd name="connsiteY7" fmla="*/ 121178 h 531537"/>
                      <a:gd name="connsiteX8" fmla="*/ 366217 w 465528"/>
                      <a:gd name="connsiteY8" fmla="*/ 127386 h 531537"/>
                      <a:gd name="connsiteX9" fmla="*/ 425749 w 465528"/>
                      <a:gd name="connsiteY9" fmla="*/ 170249 h 531537"/>
                      <a:gd name="connsiteX10" fmla="*/ 461467 w 465528"/>
                      <a:gd name="connsiteY10" fmla="*/ 246449 h 531537"/>
                      <a:gd name="connsiteX11" fmla="*/ 456705 w 465528"/>
                      <a:gd name="connsiteY11" fmla="*/ 305980 h 531537"/>
                      <a:gd name="connsiteX12" fmla="*/ 390030 w 465528"/>
                      <a:gd name="connsiteY12" fmla="*/ 363130 h 531537"/>
                      <a:gd name="connsiteX13" fmla="*/ 299542 w 465528"/>
                      <a:gd name="connsiteY13" fmla="*/ 391705 h 531537"/>
                      <a:gd name="connsiteX14" fmla="*/ 273349 w 465528"/>
                      <a:gd name="connsiteY14" fmla="*/ 379799 h 531537"/>
                      <a:gd name="connsiteX15" fmla="*/ 278111 w 465528"/>
                      <a:gd name="connsiteY15" fmla="*/ 346461 h 531537"/>
                      <a:gd name="connsiteX16" fmla="*/ 268586 w 465528"/>
                      <a:gd name="connsiteY16" fmla="*/ 394086 h 531537"/>
                      <a:gd name="connsiteX17" fmla="*/ 232867 w 465528"/>
                      <a:gd name="connsiteY17" fmla="*/ 405992 h 531537"/>
                      <a:gd name="connsiteX18" fmla="*/ 232497 w 465528"/>
                      <a:gd name="connsiteY18" fmla="*/ 517011 h 531537"/>
                      <a:gd name="connsiteX19" fmla="*/ 161608 w 465528"/>
                      <a:gd name="connsiteY19" fmla="*/ 519152 h 531537"/>
                      <a:gd name="connsiteX20" fmla="*/ 74972 w 465528"/>
                      <a:gd name="connsiteY20" fmla="*/ 415131 h 531537"/>
                      <a:gd name="connsiteX21" fmla="*/ 17275 w 465528"/>
                      <a:gd name="connsiteY21" fmla="*/ 285758 h 531537"/>
                      <a:gd name="connsiteX22" fmla="*/ 5552 w 465528"/>
                      <a:gd name="connsiteY22" fmla="*/ 91905 h 531537"/>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278111 w 465528"/>
                      <a:gd name="connsiteY15" fmla="*/ 346461 h 526790"/>
                      <a:gd name="connsiteX16" fmla="*/ 268586 w 465528"/>
                      <a:gd name="connsiteY16" fmla="*/ 394086 h 526790"/>
                      <a:gd name="connsiteX17" fmla="*/ 288549 w 465528"/>
                      <a:gd name="connsiteY17" fmla="*/ 501699 h 526790"/>
                      <a:gd name="connsiteX18" fmla="*/ 232497 w 465528"/>
                      <a:gd name="connsiteY18" fmla="*/ 517011 h 526790"/>
                      <a:gd name="connsiteX19" fmla="*/ 161608 w 465528"/>
                      <a:gd name="connsiteY19" fmla="*/ 519152 h 526790"/>
                      <a:gd name="connsiteX20" fmla="*/ 74972 w 465528"/>
                      <a:gd name="connsiteY20" fmla="*/ 415131 h 526790"/>
                      <a:gd name="connsiteX21" fmla="*/ 17275 w 465528"/>
                      <a:gd name="connsiteY21" fmla="*/ 285758 h 526790"/>
                      <a:gd name="connsiteX22" fmla="*/ 5552 w 465528"/>
                      <a:gd name="connsiteY22"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278111 w 465528"/>
                      <a:gd name="connsiteY15" fmla="*/ 346461 h 526790"/>
                      <a:gd name="connsiteX16" fmla="*/ 300823 w 465528"/>
                      <a:gd name="connsiteY16" fmla="*/ 482135 h 526790"/>
                      <a:gd name="connsiteX17" fmla="*/ 288549 w 465528"/>
                      <a:gd name="connsiteY17" fmla="*/ 501699 h 526790"/>
                      <a:gd name="connsiteX18" fmla="*/ 232497 w 465528"/>
                      <a:gd name="connsiteY18" fmla="*/ 517011 h 526790"/>
                      <a:gd name="connsiteX19" fmla="*/ 161608 w 465528"/>
                      <a:gd name="connsiteY19" fmla="*/ 519152 h 526790"/>
                      <a:gd name="connsiteX20" fmla="*/ 74972 w 465528"/>
                      <a:gd name="connsiteY20" fmla="*/ 415131 h 526790"/>
                      <a:gd name="connsiteX21" fmla="*/ 17275 w 465528"/>
                      <a:gd name="connsiteY21" fmla="*/ 285758 h 526790"/>
                      <a:gd name="connsiteX22" fmla="*/ 5552 w 465528"/>
                      <a:gd name="connsiteY22"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300823 w 465528"/>
                      <a:gd name="connsiteY15" fmla="*/ 482135 h 526790"/>
                      <a:gd name="connsiteX16" fmla="*/ 288549 w 465528"/>
                      <a:gd name="connsiteY16" fmla="*/ 501699 h 526790"/>
                      <a:gd name="connsiteX17" fmla="*/ 232497 w 465528"/>
                      <a:gd name="connsiteY17" fmla="*/ 517011 h 526790"/>
                      <a:gd name="connsiteX18" fmla="*/ 161608 w 465528"/>
                      <a:gd name="connsiteY18" fmla="*/ 519152 h 526790"/>
                      <a:gd name="connsiteX19" fmla="*/ 74972 w 465528"/>
                      <a:gd name="connsiteY19" fmla="*/ 415131 h 526790"/>
                      <a:gd name="connsiteX20" fmla="*/ 17275 w 465528"/>
                      <a:gd name="connsiteY20" fmla="*/ 285758 h 526790"/>
                      <a:gd name="connsiteX21" fmla="*/ 5552 w 465528"/>
                      <a:gd name="connsiteY21"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300823 w 465528"/>
                      <a:gd name="connsiteY14" fmla="*/ 482135 h 526790"/>
                      <a:gd name="connsiteX15" fmla="*/ 288549 w 465528"/>
                      <a:gd name="connsiteY15" fmla="*/ 501699 h 526790"/>
                      <a:gd name="connsiteX16" fmla="*/ 232497 w 465528"/>
                      <a:gd name="connsiteY16" fmla="*/ 517011 h 526790"/>
                      <a:gd name="connsiteX17" fmla="*/ 161608 w 465528"/>
                      <a:gd name="connsiteY17" fmla="*/ 519152 h 526790"/>
                      <a:gd name="connsiteX18" fmla="*/ 74972 w 465528"/>
                      <a:gd name="connsiteY18" fmla="*/ 415131 h 526790"/>
                      <a:gd name="connsiteX19" fmla="*/ 17275 w 465528"/>
                      <a:gd name="connsiteY19" fmla="*/ 285758 h 526790"/>
                      <a:gd name="connsiteX20" fmla="*/ 5552 w 465528"/>
                      <a:gd name="connsiteY20"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358154 w 465528"/>
                      <a:gd name="connsiteY13" fmla="*/ 498897 h 526790"/>
                      <a:gd name="connsiteX14" fmla="*/ 300823 w 465528"/>
                      <a:gd name="connsiteY14" fmla="*/ 482135 h 526790"/>
                      <a:gd name="connsiteX15" fmla="*/ 288549 w 465528"/>
                      <a:gd name="connsiteY15" fmla="*/ 501699 h 526790"/>
                      <a:gd name="connsiteX16" fmla="*/ 232497 w 465528"/>
                      <a:gd name="connsiteY16" fmla="*/ 517011 h 526790"/>
                      <a:gd name="connsiteX17" fmla="*/ 161608 w 465528"/>
                      <a:gd name="connsiteY17" fmla="*/ 519152 h 526790"/>
                      <a:gd name="connsiteX18" fmla="*/ 74972 w 465528"/>
                      <a:gd name="connsiteY18" fmla="*/ 415131 h 526790"/>
                      <a:gd name="connsiteX19" fmla="*/ 17275 w 465528"/>
                      <a:gd name="connsiteY19" fmla="*/ 285758 h 526790"/>
                      <a:gd name="connsiteX20" fmla="*/ 5552 w 465528"/>
                      <a:gd name="connsiteY20" fmla="*/ 91905 h 526790"/>
                      <a:gd name="connsiteX0" fmla="*/ 5552 w 474360"/>
                      <a:gd name="connsiteY0" fmla="*/ 91905 h 526790"/>
                      <a:gd name="connsiteX1" fmla="*/ 97505 w 474360"/>
                      <a:gd name="connsiteY1" fmla="*/ 7355 h 526790"/>
                      <a:gd name="connsiteX2" fmla="*/ 242025 w 474360"/>
                      <a:gd name="connsiteY2" fmla="*/ 7355 h 526790"/>
                      <a:gd name="connsiteX3" fmla="*/ 296794 w 474360"/>
                      <a:gd name="connsiteY3" fmla="*/ 33638 h 526790"/>
                      <a:gd name="connsiteX4" fmla="*/ 291664 w 474360"/>
                      <a:gd name="connsiteY4" fmla="*/ 167867 h 526790"/>
                      <a:gd name="connsiteX5" fmla="*/ 297527 w 474360"/>
                      <a:gd name="connsiteY5" fmla="*/ 252657 h 526790"/>
                      <a:gd name="connsiteX6" fmla="*/ 302289 w 474360"/>
                      <a:gd name="connsiteY6" fmla="*/ 144055 h 526790"/>
                      <a:gd name="connsiteX7" fmla="*/ 318959 w 474360"/>
                      <a:gd name="connsiteY7" fmla="*/ 121178 h 526790"/>
                      <a:gd name="connsiteX8" fmla="*/ 366217 w 474360"/>
                      <a:gd name="connsiteY8" fmla="*/ 127386 h 526790"/>
                      <a:gd name="connsiteX9" fmla="*/ 425749 w 474360"/>
                      <a:gd name="connsiteY9" fmla="*/ 170249 h 526790"/>
                      <a:gd name="connsiteX10" fmla="*/ 461467 w 474360"/>
                      <a:gd name="connsiteY10" fmla="*/ 246449 h 526790"/>
                      <a:gd name="connsiteX11" fmla="*/ 456705 w 474360"/>
                      <a:gd name="connsiteY11" fmla="*/ 305980 h 526790"/>
                      <a:gd name="connsiteX12" fmla="*/ 469157 w 474360"/>
                      <a:gd name="connsiteY12" fmla="*/ 451180 h 526790"/>
                      <a:gd name="connsiteX13" fmla="*/ 358154 w 474360"/>
                      <a:gd name="connsiteY13" fmla="*/ 498897 h 526790"/>
                      <a:gd name="connsiteX14" fmla="*/ 300823 w 474360"/>
                      <a:gd name="connsiteY14" fmla="*/ 482135 h 526790"/>
                      <a:gd name="connsiteX15" fmla="*/ 288549 w 474360"/>
                      <a:gd name="connsiteY15" fmla="*/ 501699 h 526790"/>
                      <a:gd name="connsiteX16" fmla="*/ 232497 w 474360"/>
                      <a:gd name="connsiteY16" fmla="*/ 517011 h 526790"/>
                      <a:gd name="connsiteX17" fmla="*/ 161608 w 474360"/>
                      <a:gd name="connsiteY17" fmla="*/ 519152 h 526790"/>
                      <a:gd name="connsiteX18" fmla="*/ 74972 w 474360"/>
                      <a:gd name="connsiteY18" fmla="*/ 415131 h 526790"/>
                      <a:gd name="connsiteX19" fmla="*/ 17275 w 474360"/>
                      <a:gd name="connsiteY19" fmla="*/ 285758 h 526790"/>
                      <a:gd name="connsiteX20" fmla="*/ 5552 w 474360"/>
                      <a:gd name="connsiteY20" fmla="*/ 91905 h 526790"/>
                      <a:gd name="connsiteX0" fmla="*/ 5552 w 550509"/>
                      <a:gd name="connsiteY0" fmla="*/ 91905 h 526790"/>
                      <a:gd name="connsiteX1" fmla="*/ 97505 w 550509"/>
                      <a:gd name="connsiteY1" fmla="*/ 7355 h 526790"/>
                      <a:gd name="connsiteX2" fmla="*/ 242025 w 550509"/>
                      <a:gd name="connsiteY2" fmla="*/ 7355 h 526790"/>
                      <a:gd name="connsiteX3" fmla="*/ 296794 w 550509"/>
                      <a:gd name="connsiteY3" fmla="*/ 33638 h 526790"/>
                      <a:gd name="connsiteX4" fmla="*/ 291664 w 550509"/>
                      <a:gd name="connsiteY4" fmla="*/ 167867 h 526790"/>
                      <a:gd name="connsiteX5" fmla="*/ 297527 w 550509"/>
                      <a:gd name="connsiteY5" fmla="*/ 252657 h 526790"/>
                      <a:gd name="connsiteX6" fmla="*/ 302289 w 550509"/>
                      <a:gd name="connsiteY6" fmla="*/ 144055 h 526790"/>
                      <a:gd name="connsiteX7" fmla="*/ 318959 w 550509"/>
                      <a:gd name="connsiteY7" fmla="*/ 121178 h 526790"/>
                      <a:gd name="connsiteX8" fmla="*/ 366217 w 550509"/>
                      <a:gd name="connsiteY8" fmla="*/ 127386 h 526790"/>
                      <a:gd name="connsiteX9" fmla="*/ 425749 w 550509"/>
                      <a:gd name="connsiteY9" fmla="*/ 170249 h 526790"/>
                      <a:gd name="connsiteX10" fmla="*/ 461467 w 550509"/>
                      <a:gd name="connsiteY10" fmla="*/ 246449 h 526790"/>
                      <a:gd name="connsiteX11" fmla="*/ 550485 w 550509"/>
                      <a:gd name="connsiteY11" fmla="*/ 359576 h 526790"/>
                      <a:gd name="connsiteX12" fmla="*/ 469157 w 550509"/>
                      <a:gd name="connsiteY12" fmla="*/ 451180 h 526790"/>
                      <a:gd name="connsiteX13" fmla="*/ 358154 w 550509"/>
                      <a:gd name="connsiteY13" fmla="*/ 498897 h 526790"/>
                      <a:gd name="connsiteX14" fmla="*/ 300823 w 550509"/>
                      <a:gd name="connsiteY14" fmla="*/ 482135 h 526790"/>
                      <a:gd name="connsiteX15" fmla="*/ 288549 w 550509"/>
                      <a:gd name="connsiteY15" fmla="*/ 501699 h 526790"/>
                      <a:gd name="connsiteX16" fmla="*/ 232497 w 550509"/>
                      <a:gd name="connsiteY16" fmla="*/ 517011 h 526790"/>
                      <a:gd name="connsiteX17" fmla="*/ 161608 w 550509"/>
                      <a:gd name="connsiteY17" fmla="*/ 519152 h 526790"/>
                      <a:gd name="connsiteX18" fmla="*/ 74972 w 550509"/>
                      <a:gd name="connsiteY18" fmla="*/ 415131 h 526790"/>
                      <a:gd name="connsiteX19" fmla="*/ 17275 w 550509"/>
                      <a:gd name="connsiteY19" fmla="*/ 285758 h 526790"/>
                      <a:gd name="connsiteX20" fmla="*/ 5552 w 550509"/>
                      <a:gd name="connsiteY20" fmla="*/ 91905 h 526790"/>
                      <a:gd name="connsiteX0" fmla="*/ 5552 w 580558"/>
                      <a:gd name="connsiteY0" fmla="*/ 91905 h 526790"/>
                      <a:gd name="connsiteX1" fmla="*/ 97505 w 580558"/>
                      <a:gd name="connsiteY1" fmla="*/ 7355 h 526790"/>
                      <a:gd name="connsiteX2" fmla="*/ 242025 w 580558"/>
                      <a:gd name="connsiteY2" fmla="*/ 7355 h 526790"/>
                      <a:gd name="connsiteX3" fmla="*/ 296794 w 580558"/>
                      <a:gd name="connsiteY3" fmla="*/ 33638 h 526790"/>
                      <a:gd name="connsiteX4" fmla="*/ 291664 w 580558"/>
                      <a:gd name="connsiteY4" fmla="*/ 167867 h 526790"/>
                      <a:gd name="connsiteX5" fmla="*/ 297527 w 580558"/>
                      <a:gd name="connsiteY5" fmla="*/ 252657 h 526790"/>
                      <a:gd name="connsiteX6" fmla="*/ 302289 w 580558"/>
                      <a:gd name="connsiteY6" fmla="*/ 144055 h 526790"/>
                      <a:gd name="connsiteX7" fmla="*/ 318959 w 580558"/>
                      <a:gd name="connsiteY7" fmla="*/ 121178 h 526790"/>
                      <a:gd name="connsiteX8" fmla="*/ 366217 w 580558"/>
                      <a:gd name="connsiteY8" fmla="*/ 127386 h 526790"/>
                      <a:gd name="connsiteX9" fmla="*/ 425749 w 580558"/>
                      <a:gd name="connsiteY9" fmla="*/ 170249 h 526790"/>
                      <a:gd name="connsiteX10" fmla="*/ 572830 w 580558"/>
                      <a:gd name="connsiteY10" fmla="*/ 231136 h 526790"/>
                      <a:gd name="connsiteX11" fmla="*/ 550485 w 580558"/>
                      <a:gd name="connsiteY11" fmla="*/ 359576 h 526790"/>
                      <a:gd name="connsiteX12" fmla="*/ 469157 w 580558"/>
                      <a:gd name="connsiteY12" fmla="*/ 451180 h 526790"/>
                      <a:gd name="connsiteX13" fmla="*/ 358154 w 580558"/>
                      <a:gd name="connsiteY13" fmla="*/ 498897 h 526790"/>
                      <a:gd name="connsiteX14" fmla="*/ 300823 w 580558"/>
                      <a:gd name="connsiteY14" fmla="*/ 482135 h 526790"/>
                      <a:gd name="connsiteX15" fmla="*/ 288549 w 580558"/>
                      <a:gd name="connsiteY15" fmla="*/ 501699 h 526790"/>
                      <a:gd name="connsiteX16" fmla="*/ 232497 w 580558"/>
                      <a:gd name="connsiteY16" fmla="*/ 517011 h 526790"/>
                      <a:gd name="connsiteX17" fmla="*/ 161608 w 580558"/>
                      <a:gd name="connsiteY17" fmla="*/ 519152 h 526790"/>
                      <a:gd name="connsiteX18" fmla="*/ 74972 w 580558"/>
                      <a:gd name="connsiteY18" fmla="*/ 415131 h 526790"/>
                      <a:gd name="connsiteX19" fmla="*/ 17275 w 580558"/>
                      <a:gd name="connsiteY19" fmla="*/ 285758 h 526790"/>
                      <a:gd name="connsiteX20" fmla="*/ 5552 w 580558"/>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8959 w 575855"/>
                      <a:gd name="connsiteY7" fmla="*/ 121178 h 526790"/>
                      <a:gd name="connsiteX8" fmla="*/ 366217 w 575855"/>
                      <a:gd name="connsiteY8" fmla="*/ 127386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8959 w 575855"/>
                      <a:gd name="connsiteY7" fmla="*/ 121178 h 526790"/>
                      <a:gd name="connsiteX8" fmla="*/ 392593 w 575855"/>
                      <a:gd name="connsiteY8" fmla="*/ 20194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6029 w 575855"/>
                      <a:gd name="connsiteY7" fmla="*/ 17815 h 526790"/>
                      <a:gd name="connsiteX8" fmla="*/ 392593 w 575855"/>
                      <a:gd name="connsiteY8" fmla="*/ 20194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731 h 526616"/>
                      <a:gd name="connsiteX1" fmla="*/ 97505 w 575855"/>
                      <a:gd name="connsiteY1" fmla="*/ 7181 h 526616"/>
                      <a:gd name="connsiteX2" fmla="*/ 242025 w 575855"/>
                      <a:gd name="connsiteY2" fmla="*/ 7181 h 526616"/>
                      <a:gd name="connsiteX3" fmla="*/ 282141 w 575855"/>
                      <a:gd name="connsiteY3" fmla="*/ 29635 h 526616"/>
                      <a:gd name="connsiteX4" fmla="*/ 291664 w 575855"/>
                      <a:gd name="connsiteY4" fmla="*/ 167693 h 526616"/>
                      <a:gd name="connsiteX5" fmla="*/ 297527 w 575855"/>
                      <a:gd name="connsiteY5" fmla="*/ 252483 h 526616"/>
                      <a:gd name="connsiteX6" fmla="*/ 302289 w 575855"/>
                      <a:gd name="connsiteY6" fmla="*/ 143881 h 526616"/>
                      <a:gd name="connsiteX7" fmla="*/ 316029 w 575855"/>
                      <a:gd name="connsiteY7" fmla="*/ 17641 h 526616"/>
                      <a:gd name="connsiteX8" fmla="*/ 392593 w 575855"/>
                      <a:gd name="connsiteY8" fmla="*/ 20020 h 526616"/>
                      <a:gd name="connsiteX9" fmla="*/ 493153 w 575855"/>
                      <a:gd name="connsiteY9" fmla="*/ 104995 h 526616"/>
                      <a:gd name="connsiteX10" fmla="*/ 572830 w 575855"/>
                      <a:gd name="connsiteY10" fmla="*/ 230962 h 526616"/>
                      <a:gd name="connsiteX11" fmla="*/ 550485 w 575855"/>
                      <a:gd name="connsiteY11" fmla="*/ 359402 h 526616"/>
                      <a:gd name="connsiteX12" fmla="*/ 469157 w 575855"/>
                      <a:gd name="connsiteY12" fmla="*/ 451006 h 526616"/>
                      <a:gd name="connsiteX13" fmla="*/ 358154 w 575855"/>
                      <a:gd name="connsiteY13" fmla="*/ 498723 h 526616"/>
                      <a:gd name="connsiteX14" fmla="*/ 300823 w 575855"/>
                      <a:gd name="connsiteY14" fmla="*/ 481961 h 526616"/>
                      <a:gd name="connsiteX15" fmla="*/ 288549 w 575855"/>
                      <a:gd name="connsiteY15" fmla="*/ 501525 h 526616"/>
                      <a:gd name="connsiteX16" fmla="*/ 232497 w 575855"/>
                      <a:gd name="connsiteY16" fmla="*/ 516837 h 526616"/>
                      <a:gd name="connsiteX17" fmla="*/ 161608 w 575855"/>
                      <a:gd name="connsiteY17" fmla="*/ 518978 h 526616"/>
                      <a:gd name="connsiteX18" fmla="*/ 74972 w 575855"/>
                      <a:gd name="connsiteY18" fmla="*/ 414957 h 526616"/>
                      <a:gd name="connsiteX19" fmla="*/ 17275 w 575855"/>
                      <a:gd name="connsiteY19" fmla="*/ 285584 h 526616"/>
                      <a:gd name="connsiteX20" fmla="*/ 5552 w 575855"/>
                      <a:gd name="connsiteY20" fmla="*/ 91731 h 52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5855" h="526616">
                        <a:moveTo>
                          <a:pt x="5552" y="91731"/>
                        </a:moveTo>
                        <a:cubicBezTo>
                          <a:pt x="18924" y="45331"/>
                          <a:pt x="58093" y="21273"/>
                          <a:pt x="97505" y="7181"/>
                        </a:cubicBezTo>
                        <a:cubicBezTo>
                          <a:pt x="136917" y="-6911"/>
                          <a:pt x="211252" y="3439"/>
                          <a:pt x="242025" y="7181"/>
                        </a:cubicBezTo>
                        <a:cubicBezTo>
                          <a:pt x="272798" y="10923"/>
                          <a:pt x="273868" y="2883"/>
                          <a:pt x="282141" y="29635"/>
                        </a:cubicBezTo>
                        <a:cubicBezTo>
                          <a:pt x="290414" y="56387"/>
                          <a:pt x="289100" y="130552"/>
                          <a:pt x="291664" y="167693"/>
                        </a:cubicBezTo>
                        <a:cubicBezTo>
                          <a:pt x="294228" y="204834"/>
                          <a:pt x="295756" y="256452"/>
                          <a:pt x="297527" y="252483"/>
                        </a:cubicBezTo>
                        <a:cubicBezTo>
                          <a:pt x="299298" y="248514"/>
                          <a:pt x="299205" y="183021"/>
                          <a:pt x="302289" y="143881"/>
                        </a:cubicBezTo>
                        <a:cubicBezTo>
                          <a:pt x="305373" y="104741"/>
                          <a:pt x="300978" y="38284"/>
                          <a:pt x="316029" y="17641"/>
                        </a:cubicBezTo>
                        <a:cubicBezTo>
                          <a:pt x="331080" y="-3002"/>
                          <a:pt x="363072" y="5461"/>
                          <a:pt x="392593" y="20020"/>
                        </a:cubicBezTo>
                        <a:cubicBezTo>
                          <a:pt x="422114" y="34579"/>
                          <a:pt x="463114" y="69838"/>
                          <a:pt x="493153" y="104995"/>
                        </a:cubicBezTo>
                        <a:cubicBezTo>
                          <a:pt x="523192" y="140152"/>
                          <a:pt x="563275" y="188561"/>
                          <a:pt x="572830" y="230962"/>
                        </a:cubicBezTo>
                        <a:cubicBezTo>
                          <a:pt x="582385" y="273363"/>
                          <a:pt x="567764" y="322728"/>
                          <a:pt x="550485" y="359402"/>
                        </a:cubicBezTo>
                        <a:cubicBezTo>
                          <a:pt x="533206" y="396076"/>
                          <a:pt x="501212" y="427786"/>
                          <a:pt x="469157" y="451006"/>
                        </a:cubicBezTo>
                        <a:cubicBezTo>
                          <a:pt x="437102" y="474226"/>
                          <a:pt x="386210" y="493564"/>
                          <a:pt x="358154" y="498723"/>
                        </a:cubicBezTo>
                        <a:cubicBezTo>
                          <a:pt x="330098" y="503882"/>
                          <a:pt x="312424" y="481494"/>
                          <a:pt x="300823" y="481961"/>
                        </a:cubicBezTo>
                        <a:cubicBezTo>
                          <a:pt x="289222" y="482428"/>
                          <a:pt x="299937" y="495712"/>
                          <a:pt x="288549" y="501525"/>
                        </a:cubicBezTo>
                        <a:cubicBezTo>
                          <a:pt x="277161" y="507338"/>
                          <a:pt x="253654" y="513928"/>
                          <a:pt x="232497" y="516837"/>
                        </a:cubicBezTo>
                        <a:cubicBezTo>
                          <a:pt x="211340" y="519746"/>
                          <a:pt x="187862" y="535958"/>
                          <a:pt x="161608" y="518978"/>
                        </a:cubicBezTo>
                        <a:cubicBezTo>
                          <a:pt x="135354" y="501998"/>
                          <a:pt x="82909" y="435991"/>
                          <a:pt x="74972" y="414957"/>
                        </a:cubicBezTo>
                        <a:cubicBezTo>
                          <a:pt x="67035" y="393923"/>
                          <a:pt x="28845" y="339455"/>
                          <a:pt x="17275" y="285584"/>
                        </a:cubicBezTo>
                        <a:cubicBezTo>
                          <a:pt x="5705" y="231713"/>
                          <a:pt x="-7820" y="138131"/>
                          <a:pt x="5552" y="91731"/>
                        </a:cubicBezTo>
                        <a:close/>
                      </a:path>
                    </a:pathLst>
                  </a:custGeom>
                  <a:solidFill>
                    <a:schemeClr val="bg2">
                      <a:lumMod val="90000"/>
                    </a:schemeClr>
                  </a:solidFill>
                  <a:ln w="3175">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40DB59F-074E-2B99-3919-06A2F4B39452}"/>
                      </a:ext>
                    </a:extLst>
                  </p:cNvPr>
                  <p:cNvSpPr/>
                  <p:nvPr/>
                </p:nvSpPr>
                <p:spPr>
                  <a:xfrm>
                    <a:off x="2880162" y="3795712"/>
                    <a:ext cx="402882" cy="287353"/>
                  </a:xfrm>
                  <a:custGeom>
                    <a:avLst/>
                    <a:gdLst>
                      <a:gd name="connsiteX0" fmla="*/ 5964 w 421981"/>
                      <a:gd name="connsiteY0" fmla="*/ 33538 h 301867"/>
                      <a:gd name="connsiteX1" fmla="*/ 77402 w 421981"/>
                      <a:gd name="connsiteY1" fmla="*/ 2581 h 301867"/>
                      <a:gd name="connsiteX2" fmla="*/ 175033 w 421981"/>
                      <a:gd name="connsiteY2" fmla="*/ 2581 h 301867"/>
                      <a:gd name="connsiteX3" fmla="*/ 229802 w 421981"/>
                      <a:gd name="connsiteY3" fmla="*/ 9725 h 301867"/>
                      <a:gd name="connsiteX4" fmla="*/ 239327 w 421981"/>
                      <a:gd name="connsiteY4" fmla="*/ 59731 h 301867"/>
                      <a:gd name="connsiteX5" fmla="*/ 239327 w 421981"/>
                      <a:gd name="connsiteY5" fmla="*/ 140694 h 301867"/>
                      <a:gd name="connsiteX6" fmla="*/ 244089 w 421981"/>
                      <a:gd name="connsiteY6" fmla="*/ 35919 h 301867"/>
                      <a:gd name="connsiteX7" fmla="*/ 260758 w 421981"/>
                      <a:gd name="connsiteY7" fmla="*/ 16869 h 301867"/>
                      <a:gd name="connsiteX8" fmla="*/ 322670 w 421981"/>
                      <a:gd name="connsiteY8" fmla="*/ 19250 h 301867"/>
                      <a:gd name="connsiteX9" fmla="*/ 382202 w 421981"/>
                      <a:gd name="connsiteY9" fmla="*/ 62113 h 301867"/>
                      <a:gd name="connsiteX10" fmla="*/ 417920 w 421981"/>
                      <a:gd name="connsiteY10" fmla="*/ 138313 h 301867"/>
                      <a:gd name="connsiteX11" fmla="*/ 413158 w 421981"/>
                      <a:gd name="connsiteY11" fmla="*/ 197844 h 301867"/>
                      <a:gd name="connsiteX12" fmla="*/ 346483 w 421981"/>
                      <a:gd name="connsiteY12" fmla="*/ 254994 h 301867"/>
                      <a:gd name="connsiteX13" fmla="*/ 255995 w 421981"/>
                      <a:gd name="connsiteY13" fmla="*/ 283569 h 301867"/>
                      <a:gd name="connsiteX14" fmla="*/ 229802 w 421981"/>
                      <a:gd name="connsiteY14" fmla="*/ 271663 h 301867"/>
                      <a:gd name="connsiteX15" fmla="*/ 234564 w 421981"/>
                      <a:gd name="connsiteY15" fmla="*/ 238325 h 301867"/>
                      <a:gd name="connsiteX16" fmla="*/ 225039 w 421981"/>
                      <a:gd name="connsiteY16" fmla="*/ 285950 h 301867"/>
                      <a:gd name="connsiteX17" fmla="*/ 189320 w 421981"/>
                      <a:gd name="connsiteY17" fmla="*/ 297856 h 301867"/>
                      <a:gd name="connsiteX18" fmla="*/ 127408 w 421981"/>
                      <a:gd name="connsiteY18" fmla="*/ 297856 h 301867"/>
                      <a:gd name="connsiteX19" fmla="*/ 53589 w 421981"/>
                      <a:gd name="connsiteY19" fmla="*/ 250231 h 301867"/>
                      <a:gd name="connsiteX20" fmla="*/ 22633 w 421981"/>
                      <a:gd name="connsiteY20" fmla="*/ 188319 h 301867"/>
                      <a:gd name="connsiteX21" fmla="*/ 5964 w 421981"/>
                      <a:gd name="connsiteY21" fmla="*/ 124025 h 301867"/>
                      <a:gd name="connsiteX22" fmla="*/ 5964 w 421981"/>
                      <a:gd name="connsiteY22" fmla="*/ 33538 h 301867"/>
                      <a:gd name="connsiteX0" fmla="*/ 1181 w 417198"/>
                      <a:gd name="connsiteY0" fmla="*/ 33538 h 301867"/>
                      <a:gd name="connsiteX1" fmla="*/ 72619 w 417198"/>
                      <a:gd name="connsiteY1" fmla="*/ 2581 h 301867"/>
                      <a:gd name="connsiteX2" fmla="*/ 170250 w 417198"/>
                      <a:gd name="connsiteY2" fmla="*/ 2581 h 301867"/>
                      <a:gd name="connsiteX3" fmla="*/ 225019 w 417198"/>
                      <a:gd name="connsiteY3" fmla="*/ 9725 h 301867"/>
                      <a:gd name="connsiteX4" fmla="*/ 234544 w 417198"/>
                      <a:gd name="connsiteY4" fmla="*/ 59731 h 301867"/>
                      <a:gd name="connsiteX5" fmla="*/ 234544 w 417198"/>
                      <a:gd name="connsiteY5" fmla="*/ 140694 h 301867"/>
                      <a:gd name="connsiteX6" fmla="*/ 239306 w 417198"/>
                      <a:gd name="connsiteY6" fmla="*/ 35919 h 301867"/>
                      <a:gd name="connsiteX7" fmla="*/ 255975 w 417198"/>
                      <a:gd name="connsiteY7" fmla="*/ 16869 h 301867"/>
                      <a:gd name="connsiteX8" fmla="*/ 317887 w 417198"/>
                      <a:gd name="connsiteY8" fmla="*/ 19250 h 301867"/>
                      <a:gd name="connsiteX9" fmla="*/ 377419 w 417198"/>
                      <a:gd name="connsiteY9" fmla="*/ 62113 h 301867"/>
                      <a:gd name="connsiteX10" fmla="*/ 413137 w 417198"/>
                      <a:gd name="connsiteY10" fmla="*/ 138313 h 301867"/>
                      <a:gd name="connsiteX11" fmla="*/ 408375 w 417198"/>
                      <a:gd name="connsiteY11" fmla="*/ 197844 h 301867"/>
                      <a:gd name="connsiteX12" fmla="*/ 341700 w 417198"/>
                      <a:gd name="connsiteY12" fmla="*/ 254994 h 301867"/>
                      <a:gd name="connsiteX13" fmla="*/ 251212 w 417198"/>
                      <a:gd name="connsiteY13" fmla="*/ 283569 h 301867"/>
                      <a:gd name="connsiteX14" fmla="*/ 225019 w 417198"/>
                      <a:gd name="connsiteY14" fmla="*/ 271663 h 301867"/>
                      <a:gd name="connsiteX15" fmla="*/ 229781 w 417198"/>
                      <a:gd name="connsiteY15" fmla="*/ 238325 h 301867"/>
                      <a:gd name="connsiteX16" fmla="*/ 220256 w 417198"/>
                      <a:gd name="connsiteY16" fmla="*/ 285950 h 301867"/>
                      <a:gd name="connsiteX17" fmla="*/ 184537 w 417198"/>
                      <a:gd name="connsiteY17" fmla="*/ 297856 h 301867"/>
                      <a:gd name="connsiteX18" fmla="*/ 122625 w 417198"/>
                      <a:gd name="connsiteY18" fmla="*/ 297856 h 301867"/>
                      <a:gd name="connsiteX19" fmla="*/ 48806 w 417198"/>
                      <a:gd name="connsiteY19" fmla="*/ 250231 h 301867"/>
                      <a:gd name="connsiteX20" fmla="*/ 17850 w 417198"/>
                      <a:gd name="connsiteY20" fmla="*/ 188319 h 301867"/>
                      <a:gd name="connsiteX21" fmla="*/ 27375 w 417198"/>
                      <a:gd name="connsiteY21" fmla="*/ 121644 h 301867"/>
                      <a:gd name="connsiteX22" fmla="*/ 1181 w 417198"/>
                      <a:gd name="connsiteY22" fmla="*/ 33538 h 301867"/>
                      <a:gd name="connsiteX0" fmla="*/ 1349 w 417366"/>
                      <a:gd name="connsiteY0" fmla="*/ 33538 h 301867"/>
                      <a:gd name="connsiteX1" fmla="*/ 72787 w 417366"/>
                      <a:gd name="connsiteY1" fmla="*/ 2581 h 301867"/>
                      <a:gd name="connsiteX2" fmla="*/ 170418 w 417366"/>
                      <a:gd name="connsiteY2" fmla="*/ 2581 h 301867"/>
                      <a:gd name="connsiteX3" fmla="*/ 225187 w 417366"/>
                      <a:gd name="connsiteY3" fmla="*/ 9725 h 301867"/>
                      <a:gd name="connsiteX4" fmla="*/ 234712 w 417366"/>
                      <a:gd name="connsiteY4" fmla="*/ 59731 h 301867"/>
                      <a:gd name="connsiteX5" fmla="*/ 234712 w 417366"/>
                      <a:gd name="connsiteY5" fmla="*/ 140694 h 301867"/>
                      <a:gd name="connsiteX6" fmla="*/ 239474 w 417366"/>
                      <a:gd name="connsiteY6" fmla="*/ 35919 h 301867"/>
                      <a:gd name="connsiteX7" fmla="*/ 256143 w 417366"/>
                      <a:gd name="connsiteY7" fmla="*/ 16869 h 301867"/>
                      <a:gd name="connsiteX8" fmla="*/ 318055 w 417366"/>
                      <a:gd name="connsiteY8" fmla="*/ 19250 h 301867"/>
                      <a:gd name="connsiteX9" fmla="*/ 377587 w 417366"/>
                      <a:gd name="connsiteY9" fmla="*/ 62113 h 301867"/>
                      <a:gd name="connsiteX10" fmla="*/ 413305 w 417366"/>
                      <a:gd name="connsiteY10" fmla="*/ 138313 h 301867"/>
                      <a:gd name="connsiteX11" fmla="*/ 408543 w 417366"/>
                      <a:gd name="connsiteY11" fmla="*/ 197844 h 301867"/>
                      <a:gd name="connsiteX12" fmla="*/ 341868 w 417366"/>
                      <a:gd name="connsiteY12" fmla="*/ 254994 h 301867"/>
                      <a:gd name="connsiteX13" fmla="*/ 251380 w 417366"/>
                      <a:gd name="connsiteY13" fmla="*/ 283569 h 301867"/>
                      <a:gd name="connsiteX14" fmla="*/ 225187 w 417366"/>
                      <a:gd name="connsiteY14" fmla="*/ 271663 h 301867"/>
                      <a:gd name="connsiteX15" fmla="*/ 229949 w 417366"/>
                      <a:gd name="connsiteY15" fmla="*/ 238325 h 301867"/>
                      <a:gd name="connsiteX16" fmla="*/ 220424 w 417366"/>
                      <a:gd name="connsiteY16" fmla="*/ 285950 h 301867"/>
                      <a:gd name="connsiteX17" fmla="*/ 184705 w 417366"/>
                      <a:gd name="connsiteY17" fmla="*/ 297856 h 301867"/>
                      <a:gd name="connsiteX18" fmla="*/ 122793 w 417366"/>
                      <a:gd name="connsiteY18" fmla="*/ 297856 h 301867"/>
                      <a:gd name="connsiteX19" fmla="*/ 48974 w 417366"/>
                      <a:gd name="connsiteY19" fmla="*/ 250231 h 301867"/>
                      <a:gd name="connsiteX20" fmla="*/ 46593 w 417366"/>
                      <a:gd name="connsiteY20" fmla="*/ 193082 h 301867"/>
                      <a:gd name="connsiteX21" fmla="*/ 27543 w 417366"/>
                      <a:gd name="connsiteY21" fmla="*/ 121644 h 301867"/>
                      <a:gd name="connsiteX22" fmla="*/ 1349 w 417366"/>
                      <a:gd name="connsiteY22" fmla="*/ 33538 h 301867"/>
                      <a:gd name="connsiteX0" fmla="*/ 1349 w 417366"/>
                      <a:gd name="connsiteY0" fmla="*/ 33538 h 302915"/>
                      <a:gd name="connsiteX1" fmla="*/ 72787 w 417366"/>
                      <a:gd name="connsiteY1" fmla="*/ 2581 h 302915"/>
                      <a:gd name="connsiteX2" fmla="*/ 170418 w 417366"/>
                      <a:gd name="connsiteY2" fmla="*/ 2581 h 302915"/>
                      <a:gd name="connsiteX3" fmla="*/ 225187 w 417366"/>
                      <a:gd name="connsiteY3" fmla="*/ 9725 h 302915"/>
                      <a:gd name="connsiteX4" fmla="*/ 234712 w 417366"/>
                      <a:gd name="connsiteY4" fmla="*/ 59731 h 302915"/>
                      <a:gd name="connsiteX5" fmla="*/ 234712 w 417366"/>
                      <a:gd name="connsiteY5" fmla="*/ 140694 h 302915"/>
                      <a:gd name="connsiteX6" fmla="*/ 239474 w 417366"/>
                      <a:gd name="connsiteY6" fmla="*/ 35919 h 302915"/>
                      <a:gd name="connsiteX7" fmla="*/ 256143 w 417366"/>
                      <a:gd name="connsiteY7" fmla="*/ 16869 h 302915"/>
                      <a:gd name="connsiteX8" fmla="*/ 318055 w 417366"/>
                      <a:gd name="connsiteY8" fmla="*/ 19250 h 302915"/>
                      <a:gd name="connsiteX9" fmla="*/ 377587 w 417366"/>
                      <a:gd name="connsiteY9" fmla="*/ 62113 h 302915"/>
                      <a:gd name="connsiteX10" fmla="*/ 413305 w 417366"/>
                      <a:gd name="connsiteY10" fmla="*/ 138313 h 302915"/>
                      <a:gd name="connsiteX11" fmla="*/ 408543 w 417366"/>
                      <a:gd name="connsiteY11" fmla="*/ 197844 h 302915"/>
                      <a:gd name="connsiteX12" fmla="*/ 341868 w 417366"/>
                      <a:gd name="connsiteY12" fmla="*/ 254994 h 302915"/>
                      <a:gd name="connsiteX13" fmla="*/ 251380 w 417366"/>
                      <a:gd name="connsiteY13" fmla="*/ 283569 h 302915"/>
                      <a:gd name="connsiteX14" fmla="*/ 225187 w 417366"/>
                      <a:gd name="connsiteY14" fmla="*/ 271663 h 302915"/>
                      <a:gd name="connsiteX15" fmla="*/ 229949 w 417366"/>
                      <a:gd name="connsiteY15" fmla="*/ 238325 h 302915"/>
                      <a:gd name="connsiteX16" fmla="*/ 220424 w 417366"/>
                      <a:gd name="connsiteY16" fmla="*/ 285950 h 302915"/>
                      <a:gd name="connsiteX17" fmla="*/ 184705 w 417366"/>
                      <a:gd name="connsiteY17" fmla="*/ 297856 h 302915"/>
                      <a:gd name="connsiteX18" fmla="*/ 122793 w 417366"/>
                      <a:gd name="connsiteY18" fmla="*/ 297856 h 302915"/>
                      <a:gd name="connsiteX19" fmla="*/ 65643 w 417366"/>
                      <a:gd name="connsiteY19" fmla="*/ 235943 h 302915"/>
                      <a:gd name="connsiteX20" fmla="*/ 46593 w 417366"/>
                      <a:gd name="connsiteY20" fmla="*/ 193082 h 302915"/>
                      <a:gd name="connsiteX21" fmla="*/ 27543 w 417366"/>
                      <a:gd name="connsiteY21" fmla="*/ 121644 h 302915"/>
                      <a:gd name="connsiteX22" fmla="*/ 1349 w 417366"/>
                      <a:gd name="connsiteY22" fmla="*/ 33538 h 302915"/>
                      <a:gd name="connsiteX0" fmla="*/ 1349 w 417366"/>
                      <a:gd name="connsiteY0" fmla="*/ 33538 h 298665"/>
                      <a:gd name="connsiteX1" fmla="*/ 72787 w 417366"/>
                      <a:gd name="connsiteY1" fmla="*/ 2581 h 298665"/>
                      <a:gd name="connsiteX2" fmla="*/ 170418 w 417366"/>
                      <a:gd name="connsiteY2" fmla="*/ 2581 h 298665"/>
                      <a:gd name="connsiteX3" fmla="*/ 225187 w 417366"/>
                      <a:gd name="connsiteY3" fmla="*/ 9725 h 298665"/>
                      <a:gd name="connsiteX4" fmla="*/ 234712 w 417366"/>
                      <a:gd name="connsiteY4" fmla="*/ 59731 h 298665"/>
                      <a:gd name="connsiteX5" fmla="*/ 234712 w 417366"/>
                      <a:gd name="connsiteY5" fmla="*/ 140694 h 298665"/>
                      <a:gd name="connsiteX6" fmla="*/ 239474 w 417366"/>
                      <a:gd name="connsiteY6" fmla="*/ 35919 h 298665"/>
                      <a:gd name="connsiteX7" fmla="*/ 256143 w 417366"/>
                      <a:gd name="connsiteY7" fmla="*/ 16869 h 298665"/>
                      <a:gd name="connsiteX8" fmla="*/ 318055 w 417366"/>
                      <a:gd name="connsiteY8" fmla="*/ 19250 h 298665"/>
                      <a:gd name="connsiteX9" fmla="*/ 377587 w 417366"/>
                      <a:gd name="connsiteY9" fmla="*/ 62113 h 298665"/>
                      <a:gd name="connsiteX10" fmla="*/ 413305 w 417366"/>
                      <a:gd name="connsiteY10" fmla="*/ 138313 h 298665"/>
                      <a:gd name="connsiteX11" fmla="*/ 408543 w 417366"/>
                      <a:gd name="connsiteY11" fmla="*/ 197844 h 298665"/>
                      <a:gd name="connsiteX12" fmla="*/ 341868 w 417366"/>
                      <a:gd name="connsiteY12" fmla="*/ 254994 h 298665"/>
                      <a:gd name="connsiteX13" fmla="*/ 251380 w 417366"/>
                      <a:gd name="connsiteY13" fmla="*/ 283569 h 298665"/>
                      <a:gd name="connsiteX14" fmla="*/ 225187 w 417366"/>
                      <a:gd name="connsiteY14" fmla="*/ 271663 h 298665"/>
                      <a:gd name="connsiteX15" fmla="*/ 229949 w 417366"/>
                      <a:gd name="connsiteY15" fmla="*/ 238325 h 298665"/>
                      <a:gd name="connsiteX16" fmla="*/ 220424 w 417366"/>
                      <a:gd name="connsiteY16" fmla="*/ 285950 h 298665"/>
                      <a:gd name="connsiteX17" fmla="*/ 184705 w 417366"/>
                      <a:gd name="connsiteY17" fmla="*/ 297856 h 298665"/>
                      <a:gd name="connsiteX18" fmla="*/ 127556 w 417366"/>
                      <a:gd name="connsiteY18" fmla="*/ 290713 h 298665"/>
                      <a:gd name="connsiteX19" fmla="*/ 65643 w 417366"/>
                      <a:gd name="connsiteY19" fmla="*/ 235943 h 298665"/>
                      <a:gd name="connsiteX20" fmla="*/ 46593 w 417366"/>
                      <a:gd name="connsiteY20" fmla="*/ 193082 h 298665"/>
                      <a:gd name="connsiteX21" fmla="*/ 27543 w 417366"/>
                      <a:gd name="connsiteY21" fmla="*/ 121644 h 298665"/>
                      <a:gd name="connsiteX22" fmla="*/ 1349 w 417366"/>
                      <a:gd name="connsiteY22" fmla="*/ 33538 h 298665"/>
                      <a:gd name="connsiteX0" fmla="*/ 1349 w 417366"/>
                      <a:gd name="connsiteY0" fmla="*/ 33538 h 298314"/>
                      <a:gd name="connsiteX1" fmla="*/ 72787 w 417366"/>
                      <a:gd name="connsiteY1" fmla="*/ 2581 h 298314"/>
                      <a:gd name="connsiteX2" fmla="*/ 170418 w 417366"/>
                      <a:gd name="connsiteY2" fmla="*/ 2581 h 298314"/>
                      <a:gd name="connsiteX3" fmla="*/ 225187 w 417366"/>
                      <a:gd name="connsiteY3" fmla="*/ 9725 h 298314"/>
                      <a:gd name="connsiteX4" fmla="*/ 234712 w 417366"/>
                      <a:gd name="connsiteY4" fmla="*/ 59731 h 298314"/>
                      <a:gd name="connsiteX5" fmla="*/ 234712 w 417366"/>
                      <a:gd name="connsiteY5" fmla="*/ 140694 h 298314"/>
                      <a:gd name="connsiteX6" fmla="*/ 239474 w 417366"/>
                      <a:gd name="connsiteY6" fmla="*/ 35919 h 298314"/>
                      <a:gd name="connsiteX7" fmla="*/ 256143 w 417366"/>
                      <a:gd name="connsiteY7" fmla="*/ 16869 h 298314"/>
                      <a:gd name="connsiteX8" fmla="*/ 318055 w 417366"/>
                      <a:gd name="connsiteY8" fmla="*/ 19250 h 298314"/>
                      <a:gd name="connsiteX9" fmla="*/ 377587 w 417366"/>
                      <a:gd name="connsiteY9" fmla="*/ 62113 h 298314"/>
                      <a:gd name="connsiteX10" fmla="*/ 413305 w 417366"/>
                      <a:gd name="connsiteY10" fmla="*/ 138313 h 298314"/>
                      <a:gd name="connsiteX11" fmla="*/ 408543 w 417366"/>
                      <a:gd name="connsiteY11" fmla="*/ 197844 h 298314"/>
                      <a:gd name="connsiteX12" fmla="*/ 341868 w 417366"/>
                      <a:gd name="connsiteY12" fmla="*/ 254994 h 298314"/>
                      <a:gd name="connsiteX13" fmla="*/ 251380 w 417366"/>
                      <a:gd name="connsiteY13" fmla="*/ 283569 h 298314"/>
                      <a:gd name="connsiteX14" fmla="*/ 225187 w 417366"/>
                      <a:gd name="connsiteY14" fmla="*/ 271663 h 298314"/>
                      <a:gd name="connsiteX15" fmla="*/ 229949 w 417366"/>
                      <a:gd name="connsiteY15" fmla="*/ 238325 h 298314"/>
                      <a:gd name="connsiteX16" fmla="*/ 220424 w 417366"/>
                      <a:gd name="connsiteY16" fmla="*/ 285950 h 298314"/>
                      <a:gd name="connsiteX17" fmla="*/ 184705 w 417366"/>
                      <a:gd name="connsiteY17" fmla="*/ 297856 h 298314"/>
                      <a:gd name="connsiteX18" fmla="*/ 127556 w 417366"/>
                      <a:gd name="connsiteY18" fmla="*/ 290713 h 298314"/>
                      <a:gd name="connsiteX19" fmla="*/ 63261 w 417366"/>
                      <a:gd name="connsiteY19" fmla="*/ 245468 h 298314"/>
                      <a:gd name="connsiteX20" fmla="*/ 46593 w 417366"/>
                      <a:gd name="connsiteY20" fmla="*/ 193082 h 298314"/>
                      <a:gd name="connsiteX21" fmla="*/ 27543 w 417366"/>
                      <a:gd name="connsiteY21" fmla="*/ 121644 h 298314"/>
                      <a:gd name="connsiteX22" fmla="*/ 1349 w 417366"/>
                      <a:gd name="connsiteY22" fmla="*/ 33538 h 298314"/>
                      <a:gd name="connsiteX0" fmla="*/ 1219 w 417236"/>
                      <a:gd name="connsiteY0" fmla="*/ 33538 h 298314"/>
                      <a:gd name="connsiteX1" fmla="*/ 72657 w 417236"/>
                      <a:gd name="connsiteY1" fmla="*/ 2581 h 298314"/>
                      <a:gd name="connsiteX2" fmla="*/ 170288 w 417236"/>
                      <a:gd name="connsiteY2" fmla="*/ 2581 h 298314"/>
                      <a:gd name="connsiteX3" fmla="*/ 225057 w 417236"/>
                      <a:gd name="connsiteY3" fmla="*/ 9725 h 298314"/>
                      <a:gd name="connsiteX4" fmla="*/ 234582 w 417236"/>
                      <a:gd name="connsiteY4" fmla="*/ 59731 h 298314"/>
                      <a:gd name="connsiteX5" fmla="*/ 234582 w 417236"/>
                      <a:gd name="connsiteY5" fmla="*/ 140694 h 298314"/>
                      <a:gd name="connsiteX6" fmla="*/ 239344 w 417236"/>
                      <a:gd name="connsiteY6" fmla="*/ 35919 h 298314"/>
                      <a:gd name="connsiteX7" fmla="*/ 256013 w 417236"/>
                      <a:gd name="connsiteY7" fmla="*/ 16869 h 298314"/>
                      <a:gd name="connsiteX8" fmla="*/ 317925 w 417236"/>
                      <a:gd name="connsiteY8" fmla="*/ 19250 h 298314"/>
                      <a:gd name="connsiteX9" fmla="*/ 377457 w 417236"/>
                      <a:gd name="connsiteY9" fmla="*/ 62113 h 298314"/>
                      <a:gd name="connsiteX10" fmla="*/ 413175 w 417236"/>
                      <a:gd name="connsiteY10" fmla="*/ 138313 h 298314"/>
                      <a:gd name="connsiteX11" fmla="*/ 408413 w 417236"/>
                      <a:gd name="connsiteY11" fmla="*/ 197844 h 298314"/>
                      <a:gd name="connsiteX12" fmla="*/ 341738 w 417236"/>
                      <a:gd name="connsiteY12" fmla="*/ 254994 h 298314"/>
                      <a:gd name="connsiteX13" fmla="*/ 251250 w 417236"/>
                      <a:gd name="connsiteY13" fmla="*/ 283569 h 298314"/>
                      <a:gd name="connsiteX14" fmla="*/ 225057 w 417236"/>
                      <a:gd name="connsiteY14" fmla="*/ 271663 h 298314"/>
                      <a:gd name="connsiteX15" fmla="*/ 229819 w 417236"/>
                      <a:gd name="connsiteY15" fmla="*/ 238325 h 298314"/>
                      <a:gd name="connsiteX16" fmla="*/ 220294 w 417236"/>
                      <a:gd name="connsiteY16" fmla="*/ 285950 h 298314"/>
                      <a:gd name="connsiteX17" fmla="*/ 184575 w 417236"/>
                      <a:gd name="connsiteY17" fmla="*/ 297856 h 298314"/>
                      <a:gd name="connsiteX18" fmla="*/ 127426 w 417236"/>
                      <a:gd name="connsiteY18" fmla="*/ 290713 h 298314"/>
                      <a:gd name="connsiteX19" fmla="*/ 63131 w 417236"/>
                      <a:gd name="connsiteY19" fmla="*/ 245468 h 298314"/>
                      <a:gd name="connsiteX20" fmla="*/ 25031 w 417236"/>
                      <a:gd name="connsiteY20" fmla="*/ 181176 h 298314"/>
                      <a:gd name="connsiteX21" fmla="*/ 27413 w 417236"/>
                      <a:gd name="connsiteY21" fmla="*/ 121644 h 298314"/>
                      <a:gd name="connsiteX22" fmla="*/ 1219 w 417236"/>
                      <a:gd name="connsiteY22" fmla="*/ 33538 h 298314"/>
                      <a:gd name="connsiteX0" fmla="*/ 2211 w 418228"/>
                      <a:gd name="connsiteY0" fmla="*/ 33538 h 298314"/>
                      <a:gd name="connsiteX1" fmla="*/ 73649 w 418228"/>
                      <a:gd name="connsiteY1" fmla="*/ 2581 h 298314"/>
                      <a:gd name="connsiteX2" fmla="*/ 171280 w 418228"/>
                      <a:gd name="connsiteY2" fmla="*/ 2581 h 298314"/>
                      <a:gd name="connsiteX3" fmla="*/ 226049 w 418228"/>
                      <a:gd name="connsiteY3" fmla="*/ 9725 h 298314"/>
                      <a:gd name="connsiteX4" fmla="*/ 235574 w 418228"/>
                      <a:gd name="connsiteY4" fmla="*/ 59731 h 298314"/>
                      <a:gd name="connsiteX5" fmla="*/ 235574 w 418228"/>
                      <a:gd name="connsiteY5" fmla="*/ 140694 h 298314"/>
                      <a:gd name="connsiteX6" fmla="*/ 240336 w 418228"/>
                      <a:gd name="connsiteY6" fmla="*/ 35919 h 298314"/>
                      <a:gd name="connsiteX7" fmla="*/ 257005 w 418228"/>
                      <a:gd name="connsiteY7" fmla="*/ 16869 h 298314"/>
                      <a:gd name="connsiteX8" fmla="*/ 318917 w 418228"/>
                      <a:gd name="connsiteY8" fmla="*/ 19250 h 298314"/>
                      <a:gd name="connsiteX9" fmla="*/ 378449 w 418228"/>
                      <a:gd name="connsiteY9" fmla="*/ 62113 h 298314"/>
                      <a:gd name="connsiteX10" fmla="*/ 414167 w 418228"/>
                      <a:gd name="connsiteY10" fmla="*/ 138313 h 298314"/>
                      <a:gd name="connsiteX11" fmla="*/ 409405 w 418228"/>
                      <a:gd name="connsiteY11" fmla="*/ 197844 h 298314"/>
                      <a:gd name="connsiteX12" fmla="*/ 342730 w 418228"/>
                      <a:gd name="connsiteY12" fmla="*/ 254994 h 298314"/>
                      <a:gd name="connsiteX13" fmla="*/ 252242 w 418228"/>
                      <a:gd name="connsiteY13" fmla="*/ 283569 h 298314"/>
                      <a:gd name="connsiteX14" fmla="*/ 226049 w 418228"/>
                      <a:gd name="connsiteY14" fmla="*/ 271663 h 298314"/>
                      <a:gd name="connsiteX15" fmla="*/ 230811 w 418228"/>
                      <a:gd name="connsiteY15" fmla="*/ 238325 h 298314"/>
                      <a:gd name="connsiteX16" fmla="*/ 221286 w 418228"/>
                      <a:gd name="connsiteY16" fmla="*/ 285950 h 298314"/>
                      <a:gd name="connsiteX17" fmla="*/ 185567 w 418228"/>
                      <a:gd name="connsiteY17" fmla="*/ 297856 h 298314"/>
                      <a:gd name="connsiteX18" fmla="*/ 128418 w 418228"/>
                      <a:gd name="connsiteY18" fmla="*/ 290713 h 298314"/>
                      <a:gd name="connsiteX19" fmla="*/ 64123 w 418228"/>
                      <a:gd name="connsiteY19" fmla="*/ 245468 h 298314"/>
                      <a:gd name="connsiteX20" fmla="*/ 26023 w 418228"/>
                      <a:gd name="connsiteY20" fmla="*/ 181176 h 298314"/>
                      <a:gd name="connsiteX21" fmla="*/ 18880 w 418228"/>
                      <a:gd name="connsiteY21" fmla="*/ 114500 h 298314"/>
                      <a:gd name="connsiteX22" fmla="*/ 2211 w 418228"/>
                      <a:gd name="connsiteY22" fmla="*/ 33538 h 298314"/>
                      <a:gd name="connsiteX0" fmla="*/ 5960 w 400545"/>
                      <a:gd name="connsiteY0" fmla="*/ 36095 h 298489"/>
                      <a:gd name="connsiteX1" fmla="*/ 55966 w 400545"/>
                      <a:gd name="connsiteY1" fmla="*/ 2756 h 298489"/>
                      <a:gd name="connsiteX2" fmla="*/ 153597 w 400545"/>
                      <a:gd name="connsiteY2" fmla="*/ 2756 h 298489"/>
                      <a:gd name="connsiteX3" fmla="*/ 208366 w 400545"/>
                      <a:gd name="connsiteY3" fmla="*/ 9900 h 298489"/>
                      <a:gd name="connsiteX4" fmla="*/ 217891 w 400545"/>
                      <a:gd name="connsiteY4" fmla="*/ 59906 h 298489"/>
                      <a:gd name="connsiteX5" fmla="*/ 217891 w 400545"/>
                      <a:gd name="connsiteY5" fmla="*/ 140869 h 298489"/>
                      <a:gd name="connsiteX6" fmla="*/ 222653 w 400545"/>
                      <a:gd name="connsiteY6" fmla="*/ 36094 h 298489"/>
                      <a:gd name="connsiteX7" fmla="*/ 239322 w 400545"/>
                      <a:gd name="connsiteY7" fmla="*/ 17044 h 298489"/>
                      <a:gd name="connsiteX8" fmla="*/ 301234 w 400545"/>
                      <a:gd name="connsiteY8" fmla="*/ 19425 h 298489"/>
                      <a:gd name="connsiteX9" fmla="*/ 360766 w 400545"/>
                      <a:gd name="connsiteY9" fmla="*/ 62288 h 298489"/>
                      <a:gd name="connsiteX10" fmla="*/ 396484 w 400545"/>
                      <a:gd name="connsiteY10" fmla="*/ 138488 h 298489"/>
                      <a:gd name="connsiteX11" fmla="*/ 391722 w 400545"/>
                      <a:gd name="connsiteY11" fmla="*/ 198019 h 298489"/>
                      <a:gd name="connsiteX12" fmla="*/ 325047 w 400545"/>
                      <a:gd name="connsiteY12" fmla="*/ 255169 h 298489"/>
                      <a:gd name="connsiteX13" fmla="*/ 234559 w 400545"/>
                      <a:gd name="connsiteY13" fmla="*/ 283744 h 298489"/>
                      <a:gd name="connsiteX14" fmla="*/ 208366 w 400545"/>
                      <a:gd name="connsiteY14" fmla="*/ 271838 h 298489"/>
                      <a:gd name="connsiteX15" fmla="*/ 213128 w 400545"/>
                      <a:gd name="connsiteY15" fmla="*/ 238500 h 298489"/>
                      <a:gd name="connsiteX16" fmla="*/ 203603 w 400545"/>
                      <a:gd name="connsiteY16" fmla="*/ 286125 h 298489"/>
                      <a:gd name="connsiteX17" fmla="*/ 167884 w 400545"/>
                      <a:gd name="connsiteY17" fmla="*/ 298031 h 298489"/>
                      <a:gd name="connsiteX18" fmla="*/ 110735 w 400545"/>
                      <a:gd name="connsiteY18" fmla="*/ 290888 h 298489"/>
                      <a:gd name="connsiteX19" fmla="*/ 46440 w 400545"/>
                      <a:gd name="connsiteY19" fmla="*/ 245643 h 298489"/>
                      <a:gd name="connsiteX20" fmla="*/ 8340 w 400545"/>
                      <a:gd name="connsiteY20" fmla="*/ 181351 h 298489"/>
                      <a:gd name="connsiteX21" fmla="*/ 1197 w 400545"/>
                      <a:gd name="connsiteY21" fmla="*/ 114675 h 298489"/>
                      <a:gd name="connsiteX22" fmla="*/ 5960 w 400545"/>
                      <a:gd name="connsiteY22" fmla="*/ 36095 h 298489"/>
                      <a:gd name="connsiteX0" fmla="*/ 8331 w 402916"/>
                      <a:gd name="connsiteY0" fmla="*/ 33604 h 295998"/>
                      <a:gd name="connsiteX1" fmla="*/ 94056 w 402916"/>
                      <a:gd name="connsiteY1" fmla="*/ 7409 h 295998"/>
                      <a:gd name="connsiteX2" fmla="*/ 155968 w 402916"/>
                      <a:gd name="connsiteY2" fmla="*/ 265 h 295998"/>
                      <a:gd name="connsiteX3" fmla="*/ 210737 w 402916"/>
                      <a:gd name="connsiteY3" fmla="*/ 7409 h 295998"/>
                      <a:gd name="connsiteX4" fmla="*/ 220262 w 402916"/>
                      <a:gd name="connsiteY4" fmla="*/ 57415 h 295998"/>
                      <a:gd name="connsiteX5" fmla="*/ 220262 w 402916"/>
                      <a:gd name="connsiteY5" fmla="*/ 138378 h 295998"/>
                      <a:gd name="connsiteX6" fmla="*/ 225024 w 402916"/>
                      <a:gd name="connsiteY6" fmla="*/ 33603 h 295998"/>
                      <a:gd name="connsiteX7" fmla="*/ 241693 w 402916"/>
                      <a:gd name="connsiteY7" fmla="*/ 14553 h 295998"/>
                      <a:gd name="connsiteX8" fmla="*/ 303605 w 402916"/>
                      <a:gd name="connsiteY8" fmla="*/ 16934 h 295998"/>
                      <a:gd name="connsiteX9" fmla="*/ 363137 w 402916"/>
                      <a:gd name="connsiteY9" fmla="*/ 59797 h 295998"/>
                      <a:gd name="connsiteX10" fmla="*/ 398855 w 402916"/>
                      <a:gd name="connsiteY10" fmla="*/ 135997 h 295998"/>
                      <a:gd name="connsiteX11" fmla="*/ 394093 w 402916"/>
                      <a:gd name="connsiteY11" fmla="*/ 195528 h 295998"/>
                      <a:gd name="connsiteX12" fmla="*/ 327418 w 402916"/>
                      <a:gd name="connsiteY12" fmla="*/ 252678 h 295998"/>
                      <a:gd name="connsiteX13" fmla="*/ 236930 w 402916"/>
                      <a:gd name="connsiteY13" fmla="*/ 281253 h 295998"/>
                      <a:gd name="connsiteX14" fmla="*/ 210737 w 402916"/>
                      <a:gd name="connsiteY14" fmla="*/ 269347 h 295998"/>
                      <a:gd name="connsiteX15" fmla="*/ 215499 w 402916"/>
                      <a:gd name="connsiteY15" fmla="*/ 236009 h 295998"/>
                      <a:gd name="connsiteX16" fmla="*/ 205974 w 402916"/>
                      <a:gd name="connsiteY16" fmla="*/ 283634 h 295998"/>
                      <a:gd name="connsiteX17" fmla="*/ 170255 w 402916"/>
                      <a:gd name="connsiteY17" fmla="*/ 295540 h 295998"/>
                      <a:gd name="connsiteX18" fmla="*/ 113106 w 402916"/>
                      <a:gd name="connsiteY18" fmla="*/ 288397 h 295998"/>
                      <a:gd name="connsiteX19" fmla="*/ 48811 w 402916"/>
                      <a:gd name="connsiteY19" fmla="*/ 243152 h 295998"/>
                      <a:gd name="connsiteX20" fmla="*/ 10711 w 402916"/>
                      <a:gd name="connsiteY20" fmla="*/ 178860 h 295998"/>
                      <a:gd name="connsiteX21" fmla="*/ 3568 w 402916"/>
                      <a:gd name="connsiteY21" fmla="*/ 112184 h 295998"/>
                      <a:gd name="connsiteX22" fmla="*/ 8331 w 402916"/>
                      <a:gd name="connsiteY22" fmla="*/ 33604 h 295998"/>
                      <a:gd name="connsiteX0" fmla="*/ 27555 w 400709"/>
                      <a:gd name="connsiteY0" fmla="*/ 21697 h 295998"/>
                      <a:gd name="connsiteX1" fmla="*/ 91849 w 400709"/>
                      <a:gd name="connsiteY1" fmla="*/ 7409 h 295998"/>
                      <a:gd name="connsiteX2" fmla="*/ 153761 w 400709"/>
                      <a:gd name="connsiteY2" fmla="*/ 265 h 295998"/>
                      <a:gd name="connsiteX3" fmla="*/ 208530 w 400709"/>
                      <a:gd name="connsiteY3" fmla="*/ 7409 h 295998"/>
                      <a:gd name="connsiteX4" fmla="*/ 218055 w 400709"/>
                      <a:gd name="connsiteY4" fmla="*/ 57415 h 295998"/>
                      <a:gd name="connsiteX5" fmla="*/ 218055 w 400709"/>
                      <a:gd name="connsiteY5" fmla="*/ 138378 h 295998"/>
                      <a:gd name="connsiteX6" fmla="*/ 222817 w 400709"/>
                      <a:gd name="connsiteY6" fmla="*/ 33603 h 295998"/>
                      <a:gd name="connsiteX7" fmla="*/ 239486 w 400709"/>
                      <a:gd name="connsiteY7" fmla="*/ 14553 h 295998"/>
                      <a:gd name="connsiteX8" fmla="*/ 301398 w 400709"/>
                      <a:gd name="connsiteY8" fmla="*/ 16934 h 295998"/>
                      <a:gd name="connsiteX9" fmla="*/ 360930 w 400709"/>
                      <a:gd name="connsiteY9" fmla="*/ 59797 h 295998"/>
                      <a:gd name="connsiteX10" fmla="*/ 396648 w 400709"/>
                      <a:gd name="connsiteY10" fmla="*/ 135997 h 295998"/>
                      <a:gd name="connsiteX11" fmla="*/ 391886 w 400709"/>
                      <a:gd name="connsiteY11" fmla="*/ 195528 h 295998"/>
                      <a:gd name="connsiteX12" fmla="*/ 325211 w 400709"/>
                      <a:gd name="connsiteY12" fmla="*/ 252678 h 295998"/>
                      <a:gd name="connsiteX13" fmla="*/ 234723 w 400709"/>
                      <a:gd name="connsiteY13" fmla="*/ 281253 h 295998"/>
                      <a:gd name="connsiteX14" fmla="*/ 208530 w 400709"/>
                      <a:gd name="connsiteY14" fmla="*/ 269347 h 295998"/>
                      <a:gd name="connsiteX15" fmla="*/ 213292 w 400709"/>
                      <a:gd name="connsiteY15" fmla="*/ 236009 h 295998"/>
                      <a:gd name="connsiteX16" fmla="*/ 203767 w 400709"/>
                      <a:gd name="connsiteY16" fmla="*/ 283634 h 295998"/>
                      <a:gd name="connsiteX17" fmla="*/ 168048 w 400709"/>
                      <a:gd name="connsiteY17" fmla="*/ 295540 h 295998"/>
                      <a:gd name="connsiteX18" fmla="*/ 110899 w 400709"/>
                      <a:gd name="connsiteY18" fmla="*/ 288397 h 295998"/>
                      <a:gd name="connsiteX19" fmla="*/ 46604 w 400709"/>
                      <a:gd name="connsiteY19" fmla="*/ 243152 h 295998"/>
                      <a:gd name="connsiteX20" fmla="*/ 8504 w 400709"/>
                      <a:gd name="connsiteY20" fmla="*/ 178860 h 295998"/>
                      <a:gd name="connsiteX21" fmla="*/ 1361 w 400709"/>
                      <a:gd name="connsiteY21" fmla="*/ 112184 h 295998"/>
                      <a:gd name="connsiteX22" fmla="*/ 27555 w 400709"/>
                      <a:gd name="connsiteY22" fmla="*/ 21697 h 295998"/>
                      <a:gd name="connsiteX0" fmla="*/ 27555 w 400709"/>
                      <a:gd name="connsiteY0" fmla="*/ 21697 h 303664"/>
                      <a:gd name="connsiteX1" fmla="*/ 91849 w 400709"/>
                      <a:gd name="connsiteY1" fmla="*/ 7409 h 303664"/>
                      <a:gd name="connsiteX2" fmla="*/ 153761 w 400709"/>
                      <a:gd name="connsiteY2" fmla="*/ 265 h 303664"/>
                      <a:gd name="connsiteX3" fmla="*/ 208530 w 400709"/>
                      <a:gd name="connsiteY3" fmla="*/ 7409 h 303664"/>
                      <a:gd name="connsiteX4" fmla="*/ 218055 w 400709"/>
                      <a:gd name="connsiteY4" fmla="*/ 57415 h 303664"/>
                      <a:gd name="connsiteX5" fmla="*/ 218055 w 400709"/>
                      <a:gd name="connsiteY5" fmla="*/ 138378 h 303664"/>
                      <a:gd name="connsiteX6" fmla="*/ 222817 w 400709"/>
                      <a:gd name="connsiteY6" fmla="*/ 33603 h 303664"/>
                      <a:gd name="connsiteX7" fmla="*/ 239486 w 400709"/>
                      <a:gd name="connsiteY7" fmla="*/ 14553 h 303664"/>
                      <a:gd name="connsiteX8" fmla="*/ 301398 w 400709"/>
                      <a:gd name="connsiteY8" fmla="*/ 16934 h 303664"/>
                      <a:gd name="connsiteX9" fmla="*/ 360930 w 400709"/>
                      <a:gd name="connsiteY9" fmla="*/ 59797 h 303664"/>
                      <a:gd name="connsiteX10" fmla="*/ 396648 w 400709"/>
                      <a:gd name="connsiteY10" fmla="*/ 135997 h 303664"/>
                      <a:gd name="connsiteX11" fmla="*/ 391886 w 400709"/>
                      <a:gd name="connsiteY11" fmla="*/ 195528 h 303664"/>
                      <a:gd name="connsiteX12" fmla="*/ 325211 w 400709"/>
                      <a:gd name="connsiteY12" fmla="*/ 252678 h 303664"/>
                      <a:gd name="connsiteX13" fmla="*/ 234723 w 400709"/>
                      <a:gd name="connsiteY13" fmla="*/ 281253 h 303664"/>
                      <a:gd name="connsiteX14" fmla="*/ 208530 w 400709"/>
                      <a:gd name="connsiteY14" fmla="*/ 269347 h 303664"/>
                      <a:gd name="connsiteX15" fmla="*/ 213292 w 400709"/>
                      <a:gd name="connsiteY15" fmla="*/ 236009 h 303664"/>
                      <a:gd name="connsiteX16" fmla="*/ 203767 w 400709"/>
                      <a:gd name="connsiteY16" fmla="*/ 283634 h 303664"/>
                      <a:gd name="connsiteX17" fmla="*/ 168048 w 400709"/>
                      <a:gd name="connsiteY17" fmla="*/ 295540 h 303664"/>
                      <a:gd name="connsiteX18" fmla="*/ 108518 w 400709"/>
                      <a:gd name="connsiteY18" fmla="*/ 300303 h 303664"/>
                      <a:gd name="connsiteX19" fmla="*/ 46604 w 400709"/>
                      <a:gd name="connsiteY19" fmla="*/ 243152 h 303664"/>
                      <a:gd name="connsiteX20" fmla="*/ 8504 w 400709"/>
                      <a:gd name="connsiteY20" fmla="*/ 178860 h 303664"/>
                      <a:gd name="connsiteX21" fmla="*/ 1361 w 400709"/>
                      <a:gd name="connsiteY21" fmla="*/ 112184 h 303664"/>
                      <a:gd name="connsiteX22" fmla="*/ 27555 w 400709"/>
                      <a:gd name="connsiteY22" fmla="*/ 21697 h 303664"/>
                      <a:gd name="connsiteX0" fmla="*/ 27555 w 400709"/>
                      <a:gd name="connsiteY0" fmla="*/ 21697 h 303664"/>
                      <a:gd name="connsiteX1" fmla="*/ 91849 w 400709"/>
                      <a:gd name="connsiteY1" fmla="*/ 7409 h 303664"/>
                      <a:gd name="connsiteX2" fmla="*/ 153761 w 400709"/>
                      <a:gd name="connsiteY2" fmla="*/ 265 h 303664"/>
                      <a:gd name="connsiteX3" fmla="*/ 208530 w 400709"/>
                      <a:gd name="connsiteY3" fmla="*/ 7409 h 303664"/>
                      <a:gd name="connsiteX4" fmla="*/ 218055 w 400709"/>
                      <a:gd name="connsiteY4" fmla="*/ 57415 h 303664"/>
                      <a:gd name="connsiteX5" fmla="*/ 218055 w 400709"/>
                      <a:gd name="connsiteY5" fmla="*/ 138378 h 303664"/>
                      <a:gd name="connsiteX6" fmla="*/ 222817 w 400709"/>
                      <a:gd name="connsiteY6" fmla="*/ 33603 h 303664"/>
                      <a:gd name="connsiteX7" fmla="*/ 239486 w 400709"/>
                      <a:gd name="connsiteY7" fmla="*/ 14553 h 303664"/>
                      <a:gd name="connsiteX8" fmla="*/ 301398 w 400709"/>
                      <a:gd name="connsiteY8" fmla="*/ 16934 h 303664"/>
                      <a:gd name="connsiteX9" fmla="*/ 360930 w 400709"/>
                      <a:gd name="connsiteY9" fmla="*/ 59797 h 303664"/>
                      <a:gd name="connsiteX10" fmla="*/ 396648 w 400709"/>
                      <a:gd name="connsiteY10" fmla="*/ 135997 h 303664"/>
                      <a:gd name="connsiteX11" fmla="*/ 391886 w 400709"/>
                      <a:gd name="connsiteY11" fmla="*/ 195528 h 303664"/>
                      <a:gd name="connsiteX12" fmla="*/ 325211 w 400709"/>
                      <a:gd name="connsiteY12" fmla="*/ 252678 h 303664"/>
                      <a:gd name="connsiteX13" fmla="*/ 234723 w 400709"/>
                      <a:gd name="connsiteY13" fmla="*/ 281253 h 303664"/>
                      <a:gd name="connsiteX14" fmla="*/ 208530 w 400709"/>
                      <a:gd name="connsiteY14" fmla="*/ 269347 h 303664"/>
                      <a:gd name="connsiteX15" fmla="*/ 213292 w 400709"/>
                      <a:gd name="connsiteY15" fmla="*/ 236009 h 303664"/>
                      <a:gd name="connsiteX16" fmla="*/ 203767 w 400709"/>
                      <a:gd name="connsiteY16" fmla="*/ 283634 h 303664"/>
                      <a:gd name="connsiteX17" fmla="*/ 168048 w 400709"/>
                      <a:gd name="connsiteY17" fmla="*/ 295540 h 303664"/>
                      <a:gd name="connsiteX18" fmla="*/ 108518 w 400709"/>
                      <a:gd name="connsiteY18" fmla="*/ 300303 h 303664"/>
                      <a:gd name="connsiteX19" fmla="*/ 37079 w 400709"/>
                      <a:gd name="connsiteY19" fmla="*/ 243152 h 303664"/>
                      <a:gd name="connsiteX20" fmla="*/ 8504 w 400709"/>
                      <a:gd name="connsiteY20" fmla="*/ 178860 h 303664"/>
                      <a:gd name="connsiteX21" fmla="*/ 1361 w 400709"/>
                      <a:gd name="connsiteY21" fmla="*/ 112184 h 303664"/>
                      <a:gd name="connsiteX22" fmla="*/ 27555 w 400709"/>
                      <a:gd name="connsiteY22" fmla="*/ 21697 h 303664"/>
                      <a:gd name="connsiteX0" fmla="*/ 30901 w 404055"/>
                      <a:gd name="connsiteY0" fmla="*/ 21697 h 303664"/>
                      <a:gd name="connsiteX1" fmla="*/ 95195 w 404055"/>
                      <a:gd name="connsiteY1" fmla="*/ 7409 h 303664"/>
                      <a:gd name="connsiteX2" fmla="*/ 157107 w 404055"/>
                      <a:gd name="connsiteY2" fmla="*/ 265 h 303664"/>
                      <a:gd name="connsiteX3" fmla="*/ 211876 w 404055"/>
                      <a:gd name="connsiteY3" fmla="*/ 7409 h 303664"/>
                      <a:gd name="connsiteX4" fmla="*/ 221401 w 404055"/>
                      <a:gd name="connsiteY4" fmla="*/ 57415 h 303664"/>
                      <a:gd name="connsiteX5" fmla="*/ 221401 w 404055"/>
                      <a:gd name="connsiteY5" fmla="*/ 138378 h 303664"/>
                      <a:gd name="connsiteX6" fmla="*/ 226163 w 404055"/>
                      <a:gd name="connsiteY6" fmla="*/ 33603 h 303664"/>
                      <a:gd name="connsiteX7" fmla="*/ 242832 w 404055"/>
                      <a:gd name="connsiteY7" fmla="*/ 14553 h 303664"/>
                      <a:gd name="connsiteX8" fmla="*/ 304744 w 404055"/>
                      <a:gd name="connsiteY8" fmla="*/ 16934 h 303664"/>
                      <a:gd name="connsiteX9" fmla="*/ 364276 w 404055"/>
                      <a:gd name="connsiteY9" fmla="*/ 59797 h 303664"/>
                      <a:gd name="connsiteX10" fmla="*/ 399994 w 404055"/>
                      <a:gd name="connsiteY10" fmla="*/ 135997 h 303664"/>
                      <a:gd name="connsiteX11" fmla="*/ 395232 w 404055"/>
                      <a:gd name="connsiteY11" fmla="*/ 195528 h 303664"/>
                      <a:gd name="connsiteX12" fmla="*/ 328557 w 404055"/>
                      <a:gd name="connsiteY12" fmla="*/ 252678 h 303664"/>
                      <a:gd name="connsiteX13" fmla="*/ 238069 w 404055"/>
                      <a:gd name="connsiteY13" fmla="*/ 281253 h 303664"/>
                      <a:gd name="connsiteX14" fmla="*/ 211876 w 404055"/>
                      <a:gd name="connsiteY14" fmla="*/ 269347 h 303664"/>
                      <a:gd name="connsiteX15" fmla="*/ 216638 w 404055"/>
                      <a:gd name="connsiteY15" fmla="*/ 236009 h 303664"/>
                      <a:gd name="connsiteX16" fmla="*/ 207113 w 404055"/>
                      <a:gd name="connsiteY16" fmla="*/ 283634 h 303664"/>
                      <a:gd name="connsiteX17" fmla="*/ 171394 w 404055"/>
                      <a:gd name="connsiteY17" fmla="*/ 295540 h 303664"/>
                      <a:gd name="connsiteX18" fmla="*/ 111864 w 404055"/>
                      <a:gd name="connsiteY18" fmla="*/ 300303 h 303664"/>
                      <a:gd name="connsiteX19" fmla="*/ 40425 w 404055"/>
                      <a:gd name="connsiteY19" fmla="*/ 243152 h 303664"/>
                      <a:gd name="connsiteX20" fmla="*/ 4706 w 404055"/>
                      <a:gd name="connsiteY20" fmla="*/ 178860 h 303664"/>
                      <a:gd name="connsiteX21" fmla="*/ 4707 w 404055"/>
                      <a:gd name="connsiteY21" fmla="*/ 112184 h 303664"/>
                      <a:gd name="connsiteX22" fmla="*/ 30901 w 404055"/>
                      <a:gd name="connsiteY22" fmla="*/ 21697 h 303664"/>
                      <a:gd name="connsiteX0" fmla="*/ 37195 w 410349"/>
                      <a:gd name="connsiteY0" fmla="*/ 21697 h 303664"/>
                      <a:gd name="connsiteX1" fmla="*/ 101489 w 410349"/>
                      <a:gd name="connsiteY1" fmla="*/ 7409 h 303664"/>
                      <a:gd name="connsiteX2" fmla="*/ 163401 w 410349"/>
                      <a:gd name="connsiteY2" fmla="*/ 265 h 303664"/>
                      <a:gd name="connsiteX3" fmla="*/ 218170 w 410349"/>
                      <a:gd name="connsiteY3" fmla="*/ 7409 h 303664"/>
                      <a:gd name="connsiteX4" fmla="*/ 227695 w 410349"/>
                      <a:gd name="connsiteY4" fmla="*/ 57415 h 303664"/>
                      <a:gd name="connsiteX5" fmla="*/ 227695 w 410349"/>
                      <a:gd name="connsiteY5" fmla="*/ 138378 h 303664"/>
                      <a:gd name="connsiteX6" fmla="*/ 232457 w 410349"/>
                      <a:gd name="connsiteY6" fmla="*/ 33603 h 303664"/>
                      <a:gd name="connsiteX7" fmla="*/ 249126 w 410349"/>
                      <a:gd name="connsiteY7" fmla="*/ 14553 h 303664"/>
                      <a:gd name="connsiteX8" fmla="*/ 311038 w 410349"/>
                      <a:gd name="connsiteY8" fmla="*/ 16934 h 303664"/>
                      <a:gd name="connsiteX9" fmla="*/ 370570 w 410349"/>
                      <a:gd name="connsiteY9" fmla="*/ 59797 h 303664"/>
                      <a:gd name="connsiteX10" fmla="*/ 406288 w 410349"/>
                      <a:gd name="connsiteY10" fmla="*/ 135997 h 303664"/>
                      <a:gd name="connsiteX11" fmla="*/ 401526 w 410349"/>
                      <a:gd name="connsiteY11" fmla="*/ 195528 h 303664"/>
                      <a:gd name="connsiteX12" fmla="*/ 334851 w 410349"/>
                      <a:gd name="connsiteY12" fmla="*/ 252678 h 303664"/>
                      <a:gd name="connsiteX13" fmla="*/ 244363 w 410349"/>
                      <a:gd name="connsiteY13" fmla="*/ 281253 h 303664"/>
                      <a:gd name="connsiteX14" fmla="*/ 218170 w 410349"/>
                      <a:gd name="connsiteY14" fmla="*/ 269347 h 303664"/>
                      <a:gd name="connsiteX15" fmla="*/ 222932 w 410349"/>
                      <a:gd name="connsiteY15" fmla="*/ 236009 h 303664"/>
                      <a:gd name="connsiteX16" fmla="*/ 213407 w 410349"/>
                      <a:gd name="connsiteY16" fmla="*/ 283634 h 303664"/>
                      <a:gd name="connsiteX17" fmla="*/ 177688 w 410349"/>
                      <a:gd name="connsiteY17" fmla="*/ 295540 h 303664"/>
                      <a:gd name="connsiteX18" fmla="*/ 118158 w 410349"/>
                      <a:gd name="connsiteY18" fmla="*/ 300303 h 303664"/>
                      <a:gd name="connsiteX19" fmla="*/ 46719 w 410349"/>
                      <a:gd name="connsiteY19" fmla="*/ 243152 h 303664"/>
                      <a:gd name="connsiteX20" fmla="*/ 11000 w 410349"/>
                      <a:gd name="connsiteY20" fmla="*/ 178860 h 303664"/>
                      <a:gd name="connsiteX21" fmla="*/ 1476 w 410349"/>
                      <a:gd name="connsiteY21" fmla="*/ 112184 h 303664"/>
                      <a:gd name="connsiteX22" fmla="*/ 37195 w 410349"/>
                      <a:gd name="connsiteY22" fmla="*/ 21697 h 303664"/>
                      <a:gd name="connsiteX0" fmla="*/ 52482 w 411349"/>
                      <a:gd name="connsiteY0" fmla="*/ 40747 h 303664"/>
                      <a:gd name="connsiteX1" fmla="*/ 102489 w 411349"/>
                      <a:gd name="connsiteY1" fmla="*/ 7409 h 303664"/>
                      <a:gd name="connsiteX2" fmla="*/ 164401 w 411349"/>
                      <a:gd name="connsiteY2" fmla="*/ 265 h 303664"/>
                      <a:gd name="connsiteX3" fmla="*/ 219170 w 411349"/>
                      <a:gd name="connsiteY3" fmla="*/ 7409 h 303664"/>
                      <a:gd name="connsiteX4" fmla="*/ 228695 w 411349"/>
                      <a:gd name="connsiteY4" fmla="*/ 57415 h 303664"/>
                      <a:gd name="connsiteX5" fmla="*/ 228695 w 411349"/>
                      <a:gd name="connsiteY5" fmla="*/ 138378 h 303664"/>
                      <a:gd name="connsiteX6" fmla="*/ 233457 w 411349"/>
                      <a:gd name="connsiteY6" fmla="*/ 33603 h 303664"/>
                      <a:gd name="connsiteX7" fmla="*/ 250126 w 411349"/>
                      <a:gd name="connsiteY7" fmla="*/ 14553 h 303664"/>
                      <a:gd name="connsiteX8" fmla="*/ 312038 w 411349"/>
                      <a:gd name="connsiteY8" fmla="*/ 16934 h 303664"/>
                      <a:gd name="connsiteX9" fmla="*/ 371570 w 411349"/>
                      <a:gd name="connsiteY9" fmla="*/ 59797 h 303664"/>
                      <a:gd name="connsiteX10" fmla="*/ 407288 w 411349"/>
                      <a:gd name="connsiteY10" fmla="*/ 135997 h 303664"/>
                      <a:gd name="connsiteX11" fmla="*/ 402526 w 411349"/>
                      <a:gd name="connsiteY11" fmla="*/ 195528 h 303664"/>
                      <a:gd name="connsiteX12" fmla="*/ 335851 w 411349"/>
                      <a:gd name="connsiteY12" fmla="*/ 252678 h 303664"/>
                      <a:gd name="connsiteX13" fmla="*/ 245363 w 411349"/>
                      <a:gd name="connsiteY13" fmla="*/ 281253 h 303664"/>
                      <a:gd name="connsiteX14" fmla="*/ 219170 w 411349"/>
                      <a:gd name="connsiteY14" fmla="*/ 269347 h 303664"/>
                      <a:gd name="connsiteX15" fmla="*/ 223932 w 411349"/>
                      <a:gd name="connsiteY15" fmla="*/ 236009 h 303664"/>
                      <a:gd name="connsiteX16" fmla="*/ 214407 w 411349"/>
                      <a:gd name="connsiteY16" fmla="*/ 283634 h 303664"/>
                      <a:gd name="connsiteX17" fmla="*/ 178688 w 411349"/>
                      <a:gd name="connsiteY17" fmla="*/ 295540 h 303664"/>
                      <a:gd name="connsiteX18" fmla="*/ 119158 w 411349"/>
                      <a:gd name="connsiteY18" fmla="*/ 300303 h 303664"/>
                      <a:gd name="connsiteX19" fmla="*/ 47719 w 411349"/>
                      <a:gd name="connsiteY19" fmla="*/ 243152 h 303664"/>
                      <a:gd name="connsiteX20" fmla="*/ 12000 w 411349"/>
                      <a:gd name="connsiteY20" fmla="*/ 178860 h 303664"/>
                      <a:gd name="connsiteX21" fmla="*/ 2476 w 411349"/>
                      <a:gd name="connsiteY21" fmla="*/ 112184 h 303664"/>
                      <a:gd name="connsiteX22" fmla="*/ 52482 w 411349"/>
                      <a:gd name="connsiteY22" fmla="*/ 40747 h 303664"/>
                      <a:gd name="connsiteX0" fmla="*/ 52482 w 411349"/>
                      <a:gd name="connsiteY0" fmla="*/ 42510 h 305427"/>
                      <a:gd name="connsiteX1" fmla="*/ 112014 w 411349"/>
                      <a:gd name="connsiteY1" fmla="*/ 32984 h 305427"/>
                      <a:gd name="connsiteX2" fmla="*/ 164401 w 411349"/>
                      <a:gd name="connsiteY2" fmla="*/ 2028 h 305427"/>
                      <a:gd name="connsiteX3" fmla="*/ 219170 w 411349"/>
                      <a:gd name="connsiteY3" fmla="*/ 9172 h 305427"/>
                      <a:gd name="connsiteX4" fmla="*/ 228695 w 411349"/>
                      <a:gd name="connsiteY4" fmla="*/ 59178 h 305427"/>
                      <a:gd name="connsiteX5" fmla="*/ 228695 w 411349"/>
                      <a:gd name="connsiteY5" fmla="*/ 140141 h 305427"/>
                      <a:gd name="connsiteX6" fmla="*/ 233457 w 411349"/>
                      <a:gd name="connsiteY6" fmla="*/ 35366 h 305427"/>
                      <a:gd name="connsiteX7" fmla="*/ 250126 w 411349"/>
                      <a:gd name="connsiteY7" fmla="*/ 16316 h 305427"/>
                      <a:gd name="connsiteX8" fmla="*/ 312038 w 411349"/>
                      <a:gd name="connsiteY8" fmla="*/ 18697 h 305427"/>
                      <a:gd name="connsiteX9" fmla="*/ 371570 w 411349"/>
                      <a:gd name="connsiteY9" fmla="*/ 61560 h 305427"/>
                      <a:gd name="connsiteX10" fmla="*/ 407288 w 411349"/>
                      <a:gd name="connsiteY10" fmla="*/ 137760 h 305427"/>
                      <a:gd name="connsiteX11" fmla="*/ 402526 w 411349"/>
                      <a:gd name="connsiteY11" fmla="*/ 197291 h 305427"/>
                      <a:gd name="connsiteX12" fmla="*/ 335851 w 411349"/>
                      <a:gd name="connsiteY12" fmla="*/ 254441 h 305427"/>
                      <a:gd name="connsiteX13" fmla="*/ 245363 w 411349"/>
                      <a:gd name="connsiteY13" fmla="*/ 283016 h 305427"/>
                      <a:gd name="connsiteX14" fmla="*/ 219170 w 411349"/>
                      <a:gd name="connsiteY14" fmla="*/ 271110 h 305427"/>
                      <a:gd name="connsiteX15" fmla="*/ 223932 w 411349"/>
                      <a:gd name="connsiteY15" fmla="*/ 237772 h 305427"/>
                      <a:gd name="connsiteX16" fmla="*/ 214407 w 411349"/>
                      <a:gd name="connsiteY16" fmla="*/ 285397 h 305427"/>
                      <a:gd name="connsiteX17" fmla="*/ 178688 w 411349"/>
                      <a:gd name="connsiteY17" fmla="*/ 297303 h 305427"/>
                      <a:gd name="connsiteX18" fmla="*/ 119158 w 411349"/>
                      <a:gd name="connsiteY18" fmla="*/ 302066 h 305427"/>
                      <a:gd name="connsiteX19" fmla="*/ 47719 w 411349"/>
                      <a:gd name="connsiteY19" fmla="*/ 244915 h 305427"/>
                      <a:gd name="connsiteX20" fmla="*/ 12000 w 411349"/>
                      <a:gd name="connsiteY20" fmla="*/ 180623 h 305427"/>
                      <a:gd name="connsiteX21" fmla="*/ 2476 w 411349"/>
                      <a:gd name="connsiteY21" fmla="*/ 113947 h 305427"/>
                      <a:gd name="connsiteX22" fmla="*/ 52482 w 411349"/>
                      <a:gd name="connsiteY22" fmla="*/ 42510 h 305427"/>
                      <a:gd name="connsiteX0" fmla="*/ 52482 w 411349"/>
                      <a:gd name="connsiteY0" fmla="*/ 35323 h 298240"/>
                      <a:gd name="connsiteX1" fmla="*/ 112014 w 411349"/>
                      <a:gd name="connsiteY1" fmla="*/ 25797 h 298240"/>
                      <a:gd name="connsiteX2" fmla="*/ 169164 w 411349"/>
                      <a:gd name="connsiteY2" fmla="*/ 11510 h 298240"/>
                      <a:gd name="connsiteX3" fmla="*/ 219170 w 411349"/>
                      <a:gd name="connsiteY3" fmla="*/ 1985 h 298240"/>
                      <a:gd name="connsiteX4" fmla="*/ 228695 w 411349"/>
                      <a:gd name="connsiteY4" fmla="*/ 51991 h 298240"/>
                      <a:gd name="connsiteX5" fmla="*/ 228695 w 411349"/>
                      <a:gd name="connsiteY5" fmla="*/ 132954 h 298240"/>
                      <a:gd name="connsiteX6" fmla="*/ 233457 w 411349"/>
                      <a:gd name="connsiteY6" fmla="*/ 28179 h 298240"/>
                      <a:gd name="connsiteX7" fmla="*/ 250126 w 411349"/>
                      <a:gd name="connsiteY7" fmla="*/ 9129 h 298240"/>
                      <a:gd name="connsiteX8" fmla="*/ 312038 w 411349"/>
                      <a:gd name="connsiteY8" fmla="*/ 11510 h 298240"/>
                      <a:gd name="connsiteX9" fmla="*/ 371570 w 411349"/>
                      <a:gd name="connsiteY9" fmla="*/ 54373 h 298240"/>
                      <a:gd name="connsiteX10" fmla="*/ 407288 w 411349"/>
                      <a:gd name="connsiteY10" fmla="*/ 130573 h 298240"/>
                      <a:gd name="connsiteX11" fmla="*/ 402526 w 411349"/>
                      <a:gd name="connsiteY11" fmla="*/ 190104 h 298240"/>
                      <a:gd name="connsiteX12" fmla="*/ 335851 w 411349"/>
                      <a:gd name="connsiteY12" fmla="*/ 247254 h 298240"/>
                      <a:gd name="connsiteX13" fmla="*/ 245363 w 411349"/>
                      <a:gd name="connsiteY13" fmla="*/ 275829 h 298240"/>
                      <a:gd name="connsiteX14" fmla="*/ 219170 w 411349"/>
                      <a:gd name="connsiteY14" fmla="*/ 263923 h 298240"/>
                      <a:gd name="connsiteX15" fmla="*/ 223932 w 411349"/>
                      <a:gd name="connsiteY15" fmla="*/ 230585 h 298240"/>
                      <a:gd name="connsiteX16" fmla="*/ 214407 w 411349"/>
                      <a:gd name="connsiteY16" fmla="*/ 278210 h 298240"/>
                      <a:gd name="connsiteX17" fmla="*/ 178688 w 411349"/>
                      <a:gd name="connsiteY17" fmla="*/ 290116 h 298240"/>
                      <a:gd name="connsiteX18" fmla="*/ 119158 w 411349"/>
                      <a:gd name="connsiteY18" fmla="*/ 294879 h 298240"/>
                      <a:gd name="connsiteX19" fmla="*/ 47719 w 411349"/>
                      <a:gd name="connsiteY19" fmla="*/ 237728 h 298240"/>
                      <a:gd name="connsiteX20" fmla="*/ 12000 w 411349"/>
                      <a:gd name="connsiteY20" fmla="*/ 173436 h 298240"/>
                      <a:gd name="connsiteX21" fmla="*/ 2476 w 411349"/>
                      <a:gd name="connsiteY21" fmla="*/ 106760 h 298240"/>
                      <a:gd name="connsiteX22" fmla="*/ 52482 w 411349"/>
                      <a:gd name="connsiteY22" fmla="*/ 35323 h 298240"/>
                      <a:gd name="connsiteX0" fmla="*/ 52482 w 411349"/>
                      <a:gd name="connsiteY0" fmla="*/ 29195 h 292112"/>
                      <a:gd name="connsiteX1" fmla="*/ 112014 w 411349"/>
                      <a:gd name="connsiteY1" fmla="*/ 19669 h 292112"/>
                      <a:gd name="connsiteX2" fmla="*/ 169164 w 411349"/>
                      <a:gd name="connsiteY2" fmla="*/ 5382 h 292112"/>
                      <a:gd name="connsiteX3" fmla="*/ 223933 w 411349"/>
                      <a:gd name="connsiteY3" fmla="*/ 3001 h 292112"/>
                      <a:gd name="connsiteX4" fmla="*/ 228695 w 411349"/>
                      <a:gd name="connsiteY4" fmla="*/ 45863 h 292112"/>
                      <a:gd name="connsiteX5" fmla="*/ 228695 w 411349"/>
                      <a:gd name="connsiteY5" fmla="*/ 126826 h 292112"/>
                      <a:gd name="connsiteX6" fmla="*/ 233457 w 411349"/>
                      <a:gd name="connsiteY6" fmla="*/ 22051 h 292112"/>
                      <a:gd name="connsiteX7" fmla="*/ 250126 w 411349"/>
                      <a:gd name="connsiteY7" fmla="*/ 3001 h 292112"/>
                      <a:gd name="connsiteX8" fmla="*/ 312038 w 411349"/>
                      <a:gd name="connsiteY8" fmla="*/ 5382 h 292112"/>
                      <a:gd name="connsiteX9" fmla="*/ 371570 w 411349"/>
                      <a:gd name="connsiteY9" fmla="*/ 48245 h 292112"/>
                      <a:gd name="connsiteX10" fmla="*/ 407288 w 411349"/>
                      <a:gd name="connsiteY10" fmla="*/ 124445 h 292112"/>
                      <a:gd name="connsiteX11" fmla="*/ 402526 w 411349"/>
                      <a:gd name="connsiteY11" fmla="*/ 183976 h 292112"/>
                      <a:gd name="connsiteX12" fmla="*/ 335851 w 411349"/>
                      <a:gd name="connsiteY12" fmla="*/ 241126 h 292112"/>
                      <a:gd name="connsiteX13" fmla="*/ 245363 w 411349"/>
                      <a:gd name="connsiteY13" fmla="*/ 269701 h 292112"/>
                      <a:gd name="connsiteX14" fmla="*/ 219170 w 411349"/>
                      <a:gd name="connsiteY14" fmla="*/ 257795 h 292112"/>
                      <a:gd name="connsiteX15" fmla="*/ 223932 w 411349"/>
                      <a:gd name="connsiteY15" fmla="*/ 224457 h 292112"/>
                      <a:gd name="connsiteX16" fmla="*/ 214407 w 411349"/>
                      <a:gd name="connsiteY16" fmla="*/ 272082 h 292112"/>
                      <a:gd name="connsiteX17" fmla="*/ 178688 w 411349"/>
                      <a:gd name="connsiteY17" fmla="*/ 283988 h 292112"/>
                      <a:gd name="connsiteX18" fmla="*/ 119158 w 411349"/>
                      <a:gd name="connsiteY18" fmla="*/ 288751 h 292112"/>
                      <a:gd name="connsiteX19" fmla="*/ 47719 w 411349"/>
                      <a:gd name="connsiteY19" fmla="*/ 231600 h 292112"/>
                      <a:gd name="connsiteX20" fmla="*/ 12000 w 411349"/>
                      <a:gd name="connsiteY20" fmla="*/ 167308 h 292112"/>
                      <a:gd name="connsiteX21" fmla="*/ 2476 w 411349"/>
                      <a:gd name="connsiteY21" fmla="*/ 100632 h 292112"/>
                      <a:gd name="connsiteX22" fmla="*/ 52482 w 411349"/>
                      <a:gd name="connsiteY22" fmla="*/ 29195 h 292112"/>
                      <a:gd name="connsiteX0" fmla="*/ 52482 w 411349"/>
                      <a:gd name="connsiteY0" fmla="*/ 28874 h 291791"/>
                      <a:gd name="connsiteX1" fmla="*/ 112014 w 411349"/>
                      <a:gd name="connsiteY1" fmla="*/ 19348 h 291791"/>
                      <a:gd name="connsiteX2" fmla="*/ 178689 w 411349"/>
                      <a:gd name="connsiteY2" fmla="*/ 93168 h 291791"/>
                      <a:gd name="connsiteX3" fmla="*/ 223933 w 411349"/>
                      <a:gd name="connsiteY3" fmla="*/ 2680 h 291791"/>
                      <a:gd name="connsiteX4" fmla="*/ 228695 w 411349"/>
                      <a:gd name="connsiteY4" fmla="*/ 45542 h 291791"/>
                      <a:gd name="connsiteX5" fmla="*/ 228695 w 411349"/>
                      <a:gd name="connsiteY5" fmla="*/ 126505 h 291791"/>
                      <a:gd name="connsiteX6" fmla="*/ 233457 w 411349"/>
                      <a:gd name="connsiteY6" fmla="*/ 21730 h 291791"/>
                      <a:gd name="connsiteX7" fmla="*/ 250126 w 411349"/>
                      <a:gd name="connsiteY7" fmla="*/ 2680 h 291791"/>
                      <a:gd name="connsiteX8" fmla="*/ 312038 w 411349"/>
                      <a:gd name="connsiteY8" fmla="*/ 5061 h 291791"/>
                      <a:gd name="connsiteX9" fmla="*/ 371570 w 411349"/>
                      <a:gd name="connsiteY9" fmla="*/ 47924 h 291791"/>
                      <a:gd name="connsiteX10" fmla="*/ 407288 w 411349"/>
                      <a:gd name="connsiteY10" fmla="*/ 124124 h 291791"/>
                      <a:gd name="connsiteX11" fmla="*/ 402526 w 411349"/>
                      <a:gd name="connsiteY11" fmla="*/ 183655 h 291791"/>
                      <a:gd name="connsiteX12" fmla="*/ 335851 w 411349"/>
                      <a:gd name="connsiteY12" fmla="*/ 240805 h 291791"/>
                      <a:gd name="connsiteX13" fmla="*/ 245363 w 411349"/>
                      <a:gd name="connsiteY13" fmla="*/ 269380 h 291791"/>
                      <a:gd name="connsiteX14" fmla="*/ 219170 w 411349"/>
                      <a:gd name="connsiteY14" fmla="*/ 257474 h 291791"/>
                      <a:gd name="connsiteX15" fmla="*/ 223932 w 411349"/>
                      <a:gd name="connsiteY15" fmla="*/ 224136 h 291791"/>
                      <a:gd name="connsiteX16" fmla="*/ 214407 w 411349"/>
                      <a:gd name="connsiteY16" fmla="*/ 271761 h 291791"/>
                      <a:gd name="connsiteX17" fmla="*/ 178688 w 411349"/>
                      <a:gd name="connsiteY17" fmla="*/ 283667 h 291791"/>
                      <a:gd name="connsiteX18" fmla="*/ 119158 w 411349"/>
                      <a:gd name="connsiteY18" fmla="*/ 288430 h 291791"/>
                      <a:gd name="connsiteX19" fmla="*/ 47719 w 411349"/>
                      <a:gd name="connsiteY19" fmla="*/ 231279 h 291791"/>
                      <a:gd name="connsiteX20" fmla="*/ 12000 w 411349"/>
                      <a:gd name="connsiteY20" fmla="*/ 166987 h 291791"/>
                      <a:gd name="connsiteX21" fmla="*/ 2476 w 411349"/>
                      <a:gd name="connsiteY21" fmla="*/ 100311 h 291791"/>
                      <a:gd name="connsiteX22" fmla="*/ 52482 w 411349"/>
                      <a:gd name="connsiteY22" fmla="*/ 28874 h 291791"/>
                      <a:gd name="connsiteX0" fmla="*/ 52482 w 411349"/>
                      <a:gd name="connsiteY0" fmla="*/ 28874 h 291791"/>
                      <a:gd name="connsiteX1" fmla="*/ 112014 w 411349"/>
                      <a:gd name="connsiteY1" fmla="*/ 19348 h 291791"/>
                      <a:gd name="connsiteX2" fmla="*/ 169164 w 411349"/>
                      <a:gd name="connsiteY2" fmla="*/ 7443 h 291791"/>
                      <a:gd name="connsiteX3" fmla="*/ 223933 w 411349"/>
                      <a:gd name="connsiteY3" fmla="*/ 2680 h 291791"/>
                      <a:gd name="connsiteX4" fmla="*/ 228695 w 411349"/>
                      <a:gd name="connsiteY4" fmla="*/ 45542 h 291791"/>
                      <a:gd name="connsiteX5" fmla="*/ 228695 w 411349"/>
                      <a:gd name="connsiteY5" fmla="*/ 126505 h 291791"/>
                      <a:gd name="connsiteX6" fmla="*/ 233457 w 411349"/>
                      <a:gd name="connsiteY6" fmla="*/ 21730 h 291791"/>
                      <a:gd name="connsiteX7" fmla="*/ 250126 w 411349"/>
                      <a:gd name="connsiteY7" fmla="*/ 2680 h 291791"/>
                      <a:gd name="connsiteX8" fmla="*/ 312038 w 411349"/>
                      <a:gd name="connsiteY8" fmla="*/ 5061 h 291791"/>
                      <a:gd name="connsiteX9" fmla="*/ 371570 w 411349"/>
                      <a:gd name="connsiteY9" fmla="*/ 47924 h 291791"/>
                      <a:gd name="connsiteX10" fmla="*/ 407288 w 411349"/>
                      <a:gd name="connsiteY10" fmla="*/ 124124 h 291791"/>
                      <a:gd name="connsiteX11" fmla="*/ 402526 w 411349"/>
                      <a:gd name="connsiteY11" fmla="*/ 183655 h 291791"/>
                      <a:gd name="connsiteX12" fmla="*/ 335851 w 411349"/>
                      <a:gd name="connsiteY12" fmla="*/ 240805 h 291791"/>
                      <a:gd name="connsiteX13" fmla="*/ 245363 w 411349"/>
                      <a:gd name="connsiteY13" fmla="*/ 269380 h 291791"/>
                      <a:gd name="connsiteX14" fmla="*/ 219170 w 411349"/>
                      <a:gd name="connsiteY14" fmla="*/ 257474 h 291791"/>
                      <a:gd name="connsiteX15" fmla="*/ 223932 w 411349"/>
                      <a:gd name="connsiteY15" fmla="*/ 224136 h 291791"/>
                      <a:gd name="connsiteX16" fmla="*/ 214407 w 411349"/>
                      <a:gd name="connsiteY16" fmla="*/ 271761 h 291791"/>
                      <a:gd name="connsiteX17" fmla="*/ 178688 w 411349"/>
                      <a:gd name="connsiteY17" fmla="*/ 283667 h 291791"/>
                      <a:gd name="connsiteX18" fmla="*/ 119158 w 411349"/>
                      <a:gd name="connsiteY18" fmla="*/ 288430 h 291791"/>
                      <a:gd name="connsiteX19" fmla="*/ 47719 w 411349"/>
                      <a:gd name="connsiteY19" fmla="*/ 231279 h 291791"/>
                      <a:gd name="connsiteX20" fmla="*/ 12000 w 411349"/>
                      <a:gd name="connsiteY20" fmla="*/ 166987 h 291791"/>
                      <a:gd name="connsiteX21" fmla="*/ 2476 w 411349"/>
                      <a:gd name="connsiteY21" fmla="*/ 100311 h 291791"/>
                      <a:gd name="connsiteX22" fmla="*/ 52482 w 411349"/>
                      <a:gd name="connsiteY22" fmla="*/ 28874 h 291791"/>
                      <a:gd name="connsiteX0" fmla="*/ 52482 w 411349"/>
                      <a:gd name="connsiteY0" fmla="*/ 31253 h 294170"/>
                      <a:gd name="connsiteX1" fmla="*/ 112014 w 411349"/>
                      <a:gd name="connsiteY1" fmla="*/ 21727 h 294170"/>
                      <a:gd name="connsiteX2" fmla="*/ 166782 w 411349"/>
                      <a:gd name="connsiteY2" fmla="*/ 2678 h 294170"/>
                      <a:gd name="connsiteX3" fmla="*/ 223933 w 411349"/>
                      <a:gd name="connsiteY3" fmla="*/ 5059 h 294170"/>
                      <a:gd name="connsiteX4" fmla="*/ 228695 w 411349"/>
                      <a:gd name="connsiteY4" fmla="*/ 47921 h 294170"/>
                      <a:gd name="connsiteX5" fmla="*/ 228695 w 411349"/>
                      <a:gd name="connsiteY5" fmla="*/ 128884 h 294170"/>
                      <a:gd name="connsiteX6" fmla="*/ 233457 w 411349"/>
                      <a:gd name="connsiteY6" fmla="*/ 24109 h 294170"/>
                      <a:gd name="connsiteX7" fmla="*/ 250126 w 411349"/>
                      <a:gd name="connsiteY7" fmla="*/ 5059 h 294170"/>
                      <a:gd name="connsiteX8" fmla="*/ 312038 w 411349"/>
                      <a:gd name="connsiteY8" fmla="*/ 7440 h 294170"/>
                      <a:gd name="connsiteX9" fmla="*/ 371570 w 411349"/>
                      <a:gd name="connsiteY9" fmla="*/ 50303 h 294170"/>
                      <a:gd name="connsiteX10" fmla="*/ 407288 w 411349"/>
                      <a:gd name="connsiteY10" fmla="*/ 126503 h 294170"/>
                      <a:gd name="connsiteX11" fmla="*/ 402526 w 411349"/>
                      <a:gd name="connsiteY11" fmla="*/ 186034 h 294170"/>
                      <a:gd name="connsiteX12" fmla="*/ 335851 w 411349"/>
                      <a:gd name="connsiteY12" fmla="*/ 243184 h 294170"/>
                      <a:gd name="connsiteX13" fmla="*/ 245363 w 411349"/>
                      <a:gd name="connsiteY13" fmla="*/ 271759 h 294170"/>
                      <a:gd name="connsiteX14" fmla="*/ 219170 w 411349"/>
                      <a:gd name="connsiteY14" fmla="*/ 259853 h 294170"/>
                      <a:gd name="connsiteX15" fmla="*/ 223932 w 411349"/>
                      <a:gd name="connsiteY15" fmla="*/ 226515 h 294170"/>
                      <a:gd name="connsiteX16" fmla="*/ 214407 w 411349"/>
                      <a:gd name="connsiteY16" fmla="*/ 274140 h 294170"/>
                      <a:gd name="connsiteX17" fmla="*/ 178688 w 411349"/>
                      <a:gd name="connsiteY17" fmla="*/ 286046 h 294170"/>
                      <a:gd name="connsiteX18" fmla="*/ 119158 w 411349"/>
                      <a:gd name="connsiteY18" fmla="*/ 290809 h 294170"/>
                      <a:gd name="connsiteX19" fmla="*/ 47719 w 411349"/>
                      <a:gd name="connsiteY19" fmla="*/ 233658 h 294170"/>
                      <a:gd name="connsiteX20" fmla="*/ 12000 w 411349"/>
                      <a:gd name="connsiteY20" fmla="*/ 169366 h 294170"/>
                      <a:gd name="connsiteX21" fmla="*/ 2476 w 411349"/>
                      <a:gd name="connsiteY21" fmla="*/ 102690 h 294170"/>
                      <a:gd name="connsiteX22" fmla="*/ 52482 w 411349"/>
                      <a:gd name="connsiteY22" fmla="*/ 31253 h 294170"/>
                      <a:gd name="connsiteX0" fmla="*/ 52482 w 411349"/>
                      <a:gd name="connsiteY0" fmla="*/ 30423 h 293340"/>
                      <a:gd name="connsiteX1" fmla="*/ 104870 w 411349"/>
                      <a:gd name="connsiteY1" fmla="*/ 6609 h 293340"/>
                      <a:gd name="connsiteX2" fmla="*/ 166782 w 411349"/>
                      <a:gd name="connsiteY2" fmla="*/ 1848 h 293340"/>
                      <a:gd name="connsiteX3" fmla="*/ 223933 w 411349"/>
                      <a:gd name="connsiteY3" fmla="*/ 4229 h 293340"/>
                      <a:gd name="connsiteX4" fmla="*/ 228695 w 411349"/>
                      <a:gd name="connsiteY4" fmla="*/ 47091 h 293340"/>
                      <a:gd name="connsiteX5" fmla="*/ 228695 w 411349"/>
                      <a:gd name="connsiteY5" fmla="*/ 128054 h 293340"/>
                      <a:gd name="connsiteX6" fmla="*/ 233457 w 411349"/>
                      <a:gd name="connsiteY6" fmla="*/ 23279 h 293340"/>
                      <a:gd name="connsiteX7" fmla="*/ 250126 w 411349"/>
                      <a:gd name="connsiteY7" fmla="*/ 4229 h 293340"/>
                      <a:gd name="connsiteX8" fmla="*/ 312038 w 411349"/>
                      <a:gd name="connsiteY8" fmla="*/ 6610 h 293340"/>
                      <a:gd name="connsiteX9" fmla="*/ 371570 w 411349"/>
                      <a:gd name="connsiteY9" fmla="*/ 49473 h 293340"/>
                      <a:gd name="connsiteX10" fmla="*/ 407288 w 411349"/>
                      <a:gd name="connsiteY10" fmla="*/ 125673 h 293340"/>
                      <a:gd name="connsiteX11" fmla="*/ 402526 w 411349"/>
                      <a:gd name="connsiteY11" fmla="*/ 185204 h 293340"/>
                      <a:gd name="connsiteX12" fmla="*/ 335851 w 411349"/>
                      <a:gd name="connsiteY12" fmla="*/ 242354 h 293340"/>
                      <a:gd name="connsiteX13" fmla="*/ 245363 w 411349"/>
                      <a:gd name="connsiteY13" fmla="*/ 270929 h 293340"/>
                      <a:gd name="connsiteX14" fmla="*/ 219170 w 411349"/>
                      <a:gd name="connsiteY14" fmla="*/ 259023 h 293340"/>
                      <a:gd name="connsiteX15" fmla="*/ 223932 w 411349"/>
                      <a:gd name="connsiteY15" fmla="*/ 225685 h 293340"/>
                      <a:gd name="connsiteX16" fmla="*/ 214407 w 411349"/>
                      <a:gd name="connsiteY16" fmla="*/ 273310 h 293340"/>
                      <a:gd name="connsiteX17" fmla="*/ 178688 w 411349"/>
                      <a:gd name="connsiteY17" fmla="*/ 285216 h 293340"/>
                      <a:gd name="connsiteX18" fmla="*/ 119158 w 411349"/>
                      <a:gd name="connsiteY18" fmla="*/ 289979 h 293340"/>
                      <a:gd name="connsiteX19" fmla="*/ 47719 w 411349"/>
                      <a:gd name="connsiteY19" fmla="*/ 232828 h 293340"/>
                      <a:gd name="connsiteX20" fmla="*/ 12000 w 411349"/>
                      <a:gd name="connsiteY20" fmla="*/ 168536 h 293340"/>
                      <a:gd name="connsiteX21" fmla="*/ 2476 w 411349"/>
                      <a:gd name="connsiteY21" fmla="*/ 101860 h 293340"/>
                      <a:gd name="connsiteX22" fmla="*/ 52482 w 411349"/>
                      <a:gd name="connsiteY22" fmla="*/ 30423 h 293340"/>
                      <a:gd name="connsiteX0" fmla="*/ 58810 w 417677"/>
                      <a:gd name="connsiteY0" fmla="*/ 30423 h 293340"/>
                      <a:gd name="connsiteX1" fmla="*/ 111198 w 417677"/>
                      <a:gd name="connsiteY1" fmla="*/ 6609 h 293340"/>
                      <a:gd name="connsiteX2" fmla="*/ 173110 w 417677"/>
                      <a:gd name="connsiteY2" fmla="*/ 1848 h 293340"/>
                      <a:gd name="connsiteX3" fmla="*/ 230261 w 417677"/>
                      <a:gd name="connsiteY3" fmla="*/ 4229 h 293340"/>
                      <a:gd name="connsiteX4" fmla="*/ 235023 w 417677"/>
                      <a:gd name="connsiteY4" fmla="*/ 47091 h 293340"/>
                      <a:gd name="connsiteX5" fmla="*/ 235023 w 417677"/>
                      <a:gd name="connsiteY5" fmla="*/ 128054 h 293340"/>
                      <a:gd name="connsiteX6" fmla="*/ 239785 w 417677"/>
                      <a:gd name="connsiteY6" fmla="*/ 23279 h 293340"/>
                      <a:gd name="connsiteX7" fmla="*/ 256454 w 417677"/>
                      <a:gd name="connsiteY7" fmla="*/ 4229 h 293340"/>
                      <a:gd name="connsiteX8" fmla="*/ 318366 w 417677"/>
                      <a:gd name="connsiteY8" fmla="*/ 6610 h 293340"/>
                      <a:gd name="connsiteX9" fmla="*/ 377898 w 417677"/>
                      <a:gd name="connsiteY9" fmla="*/ 49473 h 293340"/>
                      <a:gd name="connsiteX10" fmla="*/ 413616 w 417677"/>
                      <a:gd name="connsiteY10" fmla="*/ 125673 h 293340"/>
                      <a:gd name="connsiteX11" fmla="*/ 408854 w 417677"/>
                      <a:gd name="connsiteY11" fmla="*/ 185204 h 293340"/>
                      <a:gd name="connsiteX12" fmla="*/ 342179 w 417677"/>
                      <a:gd name="connsiteY12" fmla="*/ 242354 h 293340"/>
                      <a:gd name="connsiteX13" fmla="*/ 251691 w 417677"/>
                      <a:gd name="connsiteY13" fmla="*/ 270929 h 293340"/>
                      <a:gd name="connsiteX14" fmla="*/ 225498 w 417677"/>
                      <a:gd name="connsiteY14" fmla="*/ 259023 h 293340"/>
                      <a:gd name="connsiteX15" fmla="*/ 230260 w 417677"/>
                      <a:gd name="connsiteY15" fmla="*/ 225685 h 293340"/>
                      <a:gd name="connsiteX16" fmla="*/ 220735 w 417677"/>
                      <a:gd name="connsiteY16" fmla="*/ 273310 h 293340"/>
                      <a:gd name="connsiteX17" fmla="*/ 185016 w 417677"/>
                      <a:gd name="connsiteY17" fmla="*/ 285216 h 293340"/>
                      <a:gd name="connsiteX18" fmla="*/ 125486 w 417677"/>
                      <a:gd name="connsiteY18" fmla="*/ 289979 h 293340"/>
                      <a:gd name="connsiteX19" fmla="*/ 54047 w 417677"/>
                      <a:gd name="connsiteY19" fmla="*/ 232828 h 293340"/>
                      <a:gd name="connsiteX20" fmla="*/ 18328 w 417677"/>
                      <a:gd name="connsiteY20" fmla="*/ 168536 h 293340"/>
                      <a:gd name="connsiteX21" fmla="*/ 1660 w 417677"/>
                      <a:gd name="connsiteY21" fmla="*/ 99479 h 293340"/>
                      <a:gd name="connsiteX22" fmla="*/ 58810 w 417677"/>
                      <a:gd name="connsiteY22" fmla="*/ 30423 h 293340"/>
                      <a:gd name="connsiteX0" fmla="*/ 51257 w 417268"/>
                      <a:gd name="connsiteY0" fmla="*/ 30423 h 293340"/>
                      <a:gd name="connsiteX1" fmla="*/ 110789 w 417268"/>
                      <a:gd name="connsiteY1" fmla="*/ 6609 h 293340"/>
                      <a:gd name="connsiteX2" fmla="*/ 172701 w 417268"/>
                      <a:gd name="connsiteY2" fmla="*/ 1848 h 293340"/>
                      <a:gd name="connsiteX3" fmla="*/ 229852 w 417268"/>
                      <a:gd name="connsiteY3" fmla="*/ 4229 h 293340"/>
                      <a:gd name="connsiteX4" fmla="*/ 234614 w 417268"/>
                      <a:gd name="connsiteY4" fmla="*/ 47091 h 293340"/>
                      <a:gd name="connsiteX5" fmla="*/ 234614 w 417268"/>
                      <a:gd name="connsiteY5" fmla="*/ 128054 h 293340"/>
                      <a:gd name="connsiteX6" fmla="*/ 239376 w 417268"/>
                      <a:gd name="connsiteY6" fmla="*/ 23279 h 293340"/>
                      <a:gd name="connsiteX7" fmla="*/ 256045 w 417268"/>
                      <a:gd name="connsiteY7" fmla="*/ 4229 h 293340"/>
                      <a:gd name="connsiteX8" fmla="*/ 317957 w 417268"/>
                      <a:gd name="connsiteY8" fmla="*/ 6610 h 293340"/>
                      <a:gd name="connsiteX9" fmla="*/ 377489 w 417268"/>
                      <a:gd name="connsiteY9" fmla="*/ 49473 h 293340"/>
                      <a:gd name="connsiteX10" fmla="*/ 413207 w 417268"/>
                      <a:gd name="connsiteY10" fmla="*/ 125673 h 293340"/>
                      <a:gd name="connsiteX11" fmla="*/ 408445 w 417268"/>
                      <a:gd name="connsiteY11" fmla="*/ 185204 h 293340"/>
                      <a:gd name="connsiteX12" fmla="*/ 341770 w 417268"/>
                      <a:gd name="connsiteY12" fmla="*/ 242354 h 293340"/>
                      <a:gd name="connsiteX13" fmla="*/ 251282 w 417268"/>
                      <a:gd name="connsiteY13" fmla="*/ 270929 h 293340"/>
                      <a:gd name="connsiteX14" fmla="*/ 225089 w 417268"/>
                      <a:gd name="connsiteY14" fmla="*/ 259023 h 293340"/>
                      <a:gd name="connsiteX15" fmla="*/ 229851 w 417268"/>
                      <a:gd name="connsiteY15" fmla="*/ 225685 h 293340"/>
                      <a:gd name="connsiteX16" fmla="*/ 220326 w 417268"/>
                      <a:gd name="connsiteY16" fmla="*/ 273310 h 293340"/>
                      <a:gd name="connsiteX17" fmla="*/ 184607 w 417268"/>
                      <a:gd name="connsiteY17" fmla="*/ 285216 h 293340"/>
                      <a:gd name="connsiteX18" fmla="*/ 125077 w 417268"/>
                      <a:gd name="connsiteY18" fmla="*/ 289979 h 293340"/>
                      <a:gd name="connsiteX19" fmla="*/ 53638 w 417268"/>
                      <a:gd name="connsiteY19" fmla="*/ 232828 h 293340"/>
                      <a:gd name="connsiteX20" fmla="*/ 17919 w 417268"/>
                      <a:gd name="connsiteY20" fmla="*/ 168536 h 293340"/>
                      <a:gd name="connsiteX21" fmla="*/ 1251 w 417268"/>
                      <a:gd name="connsiteY21" fmla="*/ 99479 h 293340"/>
                      <a:gd name="connsiteX22" fmla="*/ 51257 w 417268"/>
                      <a:gd name="connsiteY22" fmla="*/ 30423 h 293340"/>
                      <a:gd name="connsiteX0" fmla="*/ 51257 w 417268"/>
                      <a:gd name="connsiteY0" fmla="*/ 30423 h 292310"/>
                      <a:gd name="connsiteX1" fmla="*/ 110789 w 417268"/>
                      <a:gd name="connsiteY1" fmla="*/ 6609 h 292310"/>
                      <a:gd name="connsiteX2" fmla="*/ 172701 w 417268"/>
                      <a:gd name="connsiteY2" fmla="*/ 1848 h 292310"/>
                      <a:gd name="connsiteX3" fmla="*/ 229852 w 417268"/>
                      <a:gd name="connsiteY3" fmla="*/ 4229 h 292310"/>
                      <a:gd name="connsiteX4" fmla="*/ 234614 w 417268"/>
                      <a:gd name="connsiteY4" fmla="*/ 47091 h 292310"/>
                      <a:gd name="connsiteX5" fmla="*/ 234614 w 417268"/>
                      <a:gd name="connsiteY5" fmla="*/ 128054 h 292310"/>
                      <a:gd name="connsiteX6" fmla="*/ 239376 w 417268"/>
                      <a:gd name="connsiteY6" fmla="*/ 23279 h 292310"/>
                      <a:gd name="connsiteX7" fmla="*/ 256045 w 417268"/>
                      <a:gd name="connsiteY7" fmla="*/ 4229 h 292310"/>
                      <a:gd name="connsiteX8" fmla="*/ 317957 w 417268"/>
                      <a:gd name="connsiteY8" fmla="*/ 6610 h 292310"/>
                      <a:gd name="connsiteX9" fmla="*/ 377489 w 417268"/>
                      <a:gd name="connsiteY9" fmla="*/ 49473 h 292310"/>
                      <a:gd name="connsiteX10" fmla="*/ 413207 w 417268"/>
                      <a:gd name="connsiteY10" fmla="*/ 125673 h 292310"/>
                      <a:gd name="connsiteX11" fmla="*/ 408445 w 417268"/>
                      <a:gd name="connsiteY11" fmla="*/ 185204 h 292310"/>
                      <a:gd name="connsiteX12" fmla="*/ 341770 w 417268"/>
                      <a:gd name="connsiteY12" fmla="*/ 242354 h 292310"/>
                      <a:gd name="connsiteX13" fmla="*/ 251282 w 417268"/>
                      <a:gd name="connsiteY13" fmla="*/ 270929 h 292310"/>
                      <a:gd name="connsiteX14" fmla="*/ 225089 w 417268"/>
                      <a:gd name="connsiteY14" fmla="*/ 259023 h 292310"/>
                      <a:gd name="connsiteX15" fmla="*/ 229851 w 417268"/>
                      <a:gd name="connsiteY15" fmla="*/ 225685 h 292310"/>
                      <a:gd name="connsiteX16" fmla="*/ 220326 w 417268"/>
                      <a:gd name="connsiteY16" fmla="*/ 273310 h 292310"/>
                      <a:gd name="connsiteX17" fmla="*/ 184607 w 417268"/>
                      <a:gd name="connsiteY17" fmla="*/ 285216 h 292310"/>
                      <a:gd name="connsiteX18" fmla="*/ 125077 w 417268"/>
                      <a:gd name="connsiteY18" fmla="*/ 289979 h 292310"/>
                      <a:gd name="connsiteX19" fmla="*/ 53638 w 417268"/>
                      <a:gd name="connsiteY19" fmla="*/ 247115 h 292310"/>
                      <a:gd name="connsiteX20" fmla="*/ 17919 w 417268"/>
                      <a:gd name="connsiteY20" fmla="*/ 168536 h 292310"/>
                      <a:gd name="connsiteX21" fmla="*/ 1251 w 417268"/>
                      <a:gd name="connsiteY21" fmla="*/ 99479 h 292310"/>
                      <a:gd name="connsiteX22" fmla="*/ 51257 w 417268"/>
                      <a:gd name="connsiteY22" fmla="*/ 30423 h 292310"/>
                      <a:gd name="connsiteX0" fmla="*/ 51257 w 417268"/>
                      <a:gd name="connsiteY0" fmla="*/ 30423 h 298726"/>
                      <a:gd name="connsiteX1" fmla="*/ 110789 w 417268"/>
                      <a:gd name="connsiteY1" fmla="*/ 6609 h 298726"/>
                      <a:gd name="connsiteX2" fmla="*/ 172701 w 417268"/>
                      <a:gd name="connsiteY2" fmla="*/ 1848 h 298726"/>
                      <a:gd name="connsiteX3" fmla="*/ 229852 w 417268"/>
                      <a:gd name="connsiteY3" fmla="*/ 4229 h 298726"/>
                      <a:gd name="connsiteX4" fmla="*/ 234614 w 417268"/>
                      <a:gd name="connsiteY4" fmla="*/ 47091 h 298726"/>
                      <a:gd name="connsiteX5" fmla="*/ 234614 w 417268"/>
                      <a:gd name="connsiteY5" fmla="*/ 128054 h 298726"/>
                      <a:gd name="connsiteX6" fmla="*/ 239376 w 417268"/>
                      <a:gd name="connsiteY6" fmla="*/ 23279 h 298726"/>
                      <a:gd name="connsiteX7" fmla="*/ 256045 w 417268"/>
                      <a:gd name="connsiteY7" fmla="*/ 4229 h 298726"/>
                      <a:gd name="connsiteX8" fmla="*/ 317957 w 417268"/>
                      <a:gd name="connsiteY8" fmla="*/ 6610 h 298726"/>
                      <a:gd name="connsiteX9" fmla="*/ 377489 w 417268"/>
                      <a:gd name="connsiteY9" fmla="*/ 49473 h 298726"/>
                      <a:gd name="connsiteX10" fmla="*/ 413207 w 417268"/>
                      <a:gd name="connsiteY10" fmla="*/ 125673 h 298726"/>
                      <a:gd name="connsiteX11" fmla="*/ 408445 w 417268"/>
                      <a:gd name="connsiteY11" fmla="*/ 185204 h 298726"/>
                      <a:gd name="connsiteX12" fmla="*/ 341770 w 417268"/>
                      <a:gd name="connsiteY12" fmla="*/ 242354 h 298726"/>
                      <a:gd name="connsiteX13" fmla="*/ 251282 w 417268"/>
                      <a:gd name="connsiteY13" fmla="*/ 270929 h 298726"/>
                      <a:gd name="connsiteX14" fmla="*/ 225089 w 417268"/>
                      <a:gd name="connsiteY14" fmla="*/ 259023 h 298726"/>
                      <a:gd name="connsiteX15" fmla="*/ 229851 w 417268"/>
                      <a:gd name="connsiteY15" fmla="*/ 225685 h 298726"/>
                      <a:gd name="connsiteX16" fmla="*/ 220326 w 417268"/>
                      <a:gd name="connsiteY16" fmla="*/ 273310 h 298726"/>
                      <a:gd name="connsiteX17" fmla="*/ 184607 w 417268"/>
                      <a:gd name="connsiteY17" fmla="*/ 285216 h 298726"/>
                      <a:gd name="connsiteX18" fmla="*/ 129839 w 417268"/>
                      <a:gd name="connsiteY18" fmla="*/ 297123 h 298726"/>
                      <a:gd name="connsiteX19" fmla="*/ 53638 w 417268"/>
                      <a:gd name="connsiteY19" fmla="*/ 247115 h 298726"/>
                      <a:gd name="connsiteX20" fmla="*/ 17919 w 417268"/>
                      <a:gd name="connsiteY20" fmla="*/ 168536 h 298726"/>
                      <a:gd name="connsiteX21" fmla="*/ 1251 w 417268"/>
                      <a:gd name="connsiteY21" fmla="*/ 99479 h 298726"/>
                      <a:gd name="connsiteX22" fmla="*/ 51257 w 417268"/>
                      <a:gd name="connsiteY22" fmla="*/ 30423 h 298726"/>
                      <a:gd name="connsiteX0" fmla="*/ 51257 w 417268"/>
                      <a:gd name="connsiteY0" fmla="*/ 30423 h 298726"/>
                      <a:gd name="connsiteX1" fmla="*/ 110789 w 417268"/>
                      <a:gd name="connsiteY1" fmla="*/ 6609 h 298726"/>
                      <a:gd name="connsiteX2" fmla="*/ 172701 w 417268"/>
                      <a:gd name="connsiteY2" fmla="*/ 1848 h 298726"/>
                      <a:gd name="connsiteX3" fmla="*/ 229852 w 417268"/>
                      <a:gd name="connsiteY3" fmla="*/ 4229 h 298726"/>
                      <a:gd name="connsiteX4" fmla="*/ 234614 w 417268"/>
                      <a:gd name="connsiteY4" fmla="*/ 47091 h 298726"/>
                      <a:gd name="connsiteX5" fmla="*/ 234614 w 417268"/>
                      <a:gd name="connsiteY5" fmla="*/ 128054 h 298726"/>
                      <a:gd name="connsiteX6" fmla="*/ 239376 w 417268"/>
                      <a:gd name="connsiteY6" fmla="*/ 23279 h 298726"/>
                      <a:gd name="connsiteX7" fmla="*/ 256045 w 417268"/>
                      <a:gd name="connsiteY7" fmla="*/ 4229 h 298726"/>
                      <a:gd name="connsiteX8" fmla="*/ 317957 w 417268"/>
                      <a:gd name="connsiteY8" fmla="*/ 6610 h 298726"/>
                      <a:gd name="connsiteX9" fmla="*/ 377489 w 417268"/>
                      <a:gd name="connsiteY9" fmla="*/ 49473 h 298726"/>
                      <a:gd name="connsiteX10" fmla="*/ 413207 w 417268"/>
                      <a:gd name="connsiteY10" fmla="*/ 125673 h 298726"/>
                      <a:gd name="connsiteX11" fmla="*/ 408445 w 417268"/>
                      <a:gd name="connsiteY11" fmla="*/ 185204 h 298726"/>
                      <a:gd name="connsiteX12" fmla="*/ 341770 w 417268"/>
                      <a:gd name="connsiteY12" fmla="*/ 242354 h 298726"/>
                      <a:gd name="connsiteX13" fmla="*/ 251282 w 417268"/>
                      <a:gd name="connsiteY13" fmla="*/ 270929 h 298726"/>
                      <a:gd name="connsiteX14" fmla="*/ 225089 w 417268"/>
                      <a:gd name="connsiteY14" fmla="*/ 259023 h 298726"/>
                      <a:gd name="connsiteX15" fmla="*/ 229851 w 417268"/>
                      <a:gd name="connsiteY15" fmla="*/ 225685 h 298726"/>
                      <a:gd name="connsiteX16" fmla="*/ 220326 w 417268"/>
                      <a:gd name="connsiteY16" fmla="*/ 273310 h 298726"/>
                      <a:gd name="connsiteX17" fmla="*/ 184607 w 417268"/>
                      <a:gd name="connsiteY17" fmla="*/ 285216 h 298726"/>
                      <a:gd name="connsiteX18" fmla="*/ 129839 w 417268"/>
                      <a:gd name="connsiteY18" fmla="*/ 297123 h 298726"/>
                      <a:gd name="connsiteX19" fmla="*/ 53638 w 417268"/>
                      <a:gd name="connsiteY19" fmla="*/ 247115 h 298726"/>
                      <a:gd name="connsiteX20" fmla="*/ 17919 w 417268"/>
                      <a:gd name="connsiteY20" fmla="*/ 168536 h 298726"/>
                      <a:gd name="connsiteX21" fmla="*/ 1251 w 417268"/>
                      <a:gd name="connsiteY21" fmla="*/ 63760 h 298726"/>
                      <a:gd name="connsiteX22" fmla="*/ 51257 w 417268"/>
                      <a:gd name="connsiteY22" fmla="*/ 30423 h 298726"/>
                      <a:gd name="connsiteX0" fmla="*/ 36871 w 402882"/>
                      <a:gd name="connsiteY0" fmla="*/ 30423 h 298726"/>
                      <a:gd name="connsiteX1" fmla="*/ 96403 w 402882"/>
                      <a:gd name="connsiteY1" fmla="*/ 6609 h 298726"/>
                      <a:gd name="connsiteX2" fmla="*/ 158315 w 402882"/>
                      <a:gd name="connsiteY2" fmla="*/ 1848 h 298726"/>
                      <a:gd name="connsiteX3" fmla="*/ 215466 w 402882"/>
                      <a:gd name="connsiteY3" fmla="*/ 4229 h 298726"/>
                      <a:gd name="connsiteX4" fmla="*/ 220228 w 402882"/>
                      <a:gd name="connsiteY4" fmla="*/ 47091 h 298726"/>
                      <a:gd name="connsiteX5" fmla="*/ 220228 w 402882"/>
                      <a:gd name="connsiteY5" fmla="*/ 128054 h 298726"/>
                      <a:gd name="connsiteX6" fmla="*/ 224990 w 402882"/>
                      <a:gd name="connsiteY6" fmla="*/ 23279 h 298726"/>
                      <a:gd name="connsiteX7" fmla="*/ 241659 w 402882"/>
                      <a:gd name="connsiteY7" fmla="*/ 4229 h 298726"/>
                      <a:gd name="connsiteX8" fmla="*/ 303571 w 402882"/>
                      <a:gd name="connsiteY8" fmla="*/ 6610 h 298726"/>
                      <a:gd name="connsiteX9" fmla="*/ 363103 w 402882"/>
                      <a:gd name="connsiteY9" fmla="*/ 49473 h 298726"/>
                      <a:gd name="connsiteX10" fmla="*/ 398821 w 402882"/>
                      <a:gd name="connsiteY10" fmla="*/ 125673 h 298726"/>
                      <a:gd name="connsiteX11" fmla="*/ 394059 w 402882"/>
                      <a:gd name="connsiteY11" fmla="*/ 185204 h 298726"/>
                      <a:gd name="connsiteX12" fmla="*/ 327384 w 402882"/>
                      <a:gd name="connsiteY12" fmla="*/ 242354 h 298726"/>
                      <a:gd name="connsiteX13" fmla="*/ 236896 w 402882"/>
                      <a:gd name="connsiteY13" fmla="*/ 270929 h 298726"/>
                      <a:gd name="connsiteX14" fmla="*/ 210703 w 402882"/>
                      <a:gd name="connsiteY14" fmla="*/ 259023 h 298726"/>
                      <a:gd name="connsiteX15" fmla="*/ 215465 w 402882"/>
                      <a:gd name="connsiteY15" fmla="*/ 225685 h 298726"/>
                      <a:gd name="connsiteX16" fmla="*/ 205940 w 402882"/>
                      <a:gd name="connsiteY16" fmla="*/ 273310 h 298726"/>
                      <a:gd name="connsiteX17" fmla="*/ 170221 w 402882"/>
                      <a:gd name="connsiteY17" fmla="*/ 285216 h 298726"/>
                      <a:gd name="connsiteX18" fmla="*/ 115453 w 402882"/>
                      <a:gd name="connsiteY18" fmla="*/ 297123 h 298726"/>
                      <a:gd name="connsiteX19" fmla="*/ 39252 w 402882"/>
                      <a:gd name="connsiteY19" fmla="*/ 247115 h 298726"/>
                      <a:gd name="connsiteX20" fmla="*/ 3533 w 402882"/>
                      <a:gd name="connsiteY20" fmla="*/ 168536 h 298726"/>
                      <a:gd name="connsiteX21" fmla="*/ 8297 w 402882"/>
                      <a:gd name="connsiteY21" fmla="*/ 66142 h 298726"/>
                      <a:gd name="connsiteX22" fmla="*/ 36871 w 402882"/>
                      <a:gd name="connsiteY22" fmla="*/ 30423 h 29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2882" h="298726">
                        <a:moveTo>
                          <a:pt x="36871" y="30423"/>
                        </a:moveTo>
                        <a:cubicBezTo>
                          <a:pt x="51555" y="20501"/>
                          <a:pt x="76162" y="11372"/>
                          <a:pt x="96403" y="6609"/>
                        </a:cubicBezTo>
                        <a:cubicBezTo>
                          <a:pt x="116644" y="1847"/>
                          <a:pt x="138471" y="2245"/>
                          <a:pt x="158315" y="1848"/>
                        </a:cubicBezTo>
                        <a:cubicBezTo>
                          <a:pt x="178159" y="1451"/>
                          <a:pt x="205147" y="-3311"/>
                          <a:pt x="215466" y="4229"/>
                        </a:cubicBezTo>
                        <a:cubicBezTo>
                          <a:pt x="225785" y="11769"/>
                          <a:pt x="219434" y="26454"/>
                          <a:pt x="220228" y="47091"/>
                        </a:cubicBezTo>
                        <a:cubicBezTo>
                          <a:pt x="221022" y="67728"/>
                          <a:pt x="219434" y="132023"/>
                          <a:pt x="220228" y="128054"/>
                        </a:cubicBezTo>
                        <a:cubicBezTo>
                          <a:pt x="221022" y="124085"/>
                          <a:pt x="221418" y="43916"/>
                          <a:pt x="224990" y="23279"/>
                        </a:cubicBezTo>
                        <a:cubicBezTo>
                          <a:pt x="228562" y="2642"/>
                          <a:pt x="228562" y="7007"/>
                          <a:pt x="241659" y="4229"/>
                        </a:cubicBezTo>
                        <a:cubicBezTo>
                          <a:pt x="254756" y="1451"/>
                          <a:pt x="283330" y="-931"/>
                          <a:pt x="303571" y="6610"/>
                        </a:cubicBezTo>
                        <a:cubicBezTo>
                          <a:pt x="323812" y="14151"/>
                          <a:pt x="347228" y="29629"/>
                          <a:pt x="363103" y="49473"/>
                        </a:cubicBezTo>
                        <a:cubicBezTo>
                          <a:pt x="378978" y="69317"/>
                          <a:pt x="393662" y="103051"/>
                          <a:pt x="398821" y="125673"/>
                        </a:cubicBezTo>
                        <a:cubicBezTo>
                          <a:pt x="403980" y="148295"/>
                          <a:pt x="405965" y="165757"/>
                          <a:pt x="394059" y="185204"/>
                        </a:cubicBezTo>
                        <a:cubicBezTo>
                          <a:pt x="382153" y="204651"/>
                          <a:pt x="353578" y="228067"/>
                          <a:pt x="327384" y="242354"/>
                        </a:cubicBezTo>
                        <a:cubicBezTo>
                          <a:pt x="301190" y="256641"/>
                          <a:pt x="256343" y="268151"/>
                          <a:pt x="236896" y="270929"/>
                        </a:cubicBezTo>
                        <a:cubicBezTo>
                          <a:pt x="217449" y="273707"/>
                          <a:pt x="214275" y="266564"/>
                          <a:pt x="210703" y="259023"/>
                        </a:cubicBezTo>
                        <a:cubicBezTo>
                          <a:pt x="207131" y="251482"/>
                          <a:pt x="216259" y="223304"/>
                          <a:pt x="215465" y="225685"/>
                        </a:cubicBezTo>
                        <a:cubicBezTo>
                          <a:pt x="214671" y="228066"/>
                          <a:pt x="213481" y="263388"/>
                          <a:pt x="205940" y="273310"/>
                        </a:cubicBezTo>
                        <a:cubicBezTo>
                          <a:pt x="198399" y="283232"/>
                          <a:pt x="185302" y="281247"/>
                          <a:pt x="170221" y="285216"/>
                        </a:cubicBezTo>
                        <a:cubicBezTo>
                          <a:pt x="155140" y="289185"/>
                          <a:pt x="137281" y="303473"/>
                          <a:pt x="115453" y="297123"/>
                        </a:cubicBezTo>
                        <a:cubicBezTo>
                          <a:pt x="93625" y="290773"/>
                          <a:pt x="57905" y="268546"/>
                          <a:pt x="39252" y="247115"/>
                        </a:cubicBezTo>
                        <a:cubicBezTo>
                          <a:pt x="20599" y="225684"/>
                          <a:pt x="11470" y="189570"/>
                          <a:pt x="3533" y="168536"/>
                        </a:cubicBezTo>
                        <a:cubicBezTo>
                          <a:pt x="-4404" y="147502"/>
                          <a:pt x="2741" y="89161"/>
                          <a:pt x="8297" y="66142"/>
                        </a:cubicBezTo>
                        <a:cubicBezTo>
                          <a:pt x="13853" y="43123"/>
                          <a:pt x="22187" y="40345"/>
                          <a:pt x="36871" y="30423"/>
                        </a:cubicBezTo>
                        <a:close/>
                      </a:path>
                    </a:pathLst>
                  </a:custGeom>
                  <a:solidFill>
                    <a:schemeClr val="bg2"/>
                  </a:solidFill>
                  <a:ln w="3175">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031FD7B4-198A-1A2D-715C-2CF4571795A4}"/>
                      </a:ext>
                    </a:extLst>
                  </p:cNvPr>
                  <p:cNvSpPr/>
                  <p:nvPr/>
                </p:nvSpPr>
                <p:spPr>
                  <a:xfrm>
                    <a:off x="2940286" y="3754488"/>
                    <a:ext cx="180100" cy="157046"/>
                  </a:xfrm>
                  <a:custGeom>
                    <a:avLst/>
                    <a:gdLst>
                      <a:gd name="connsiteX0" fmla="*/ 192 w 43567"/>
                      <a:gd name="connsiteY0" fmla="*/ 1511 h 143141"/>
                      <a:gd name="connsiteX1" fmla="*/ 43054 w 43567"/>
                      <a:gd name="connsiteY1" fmla="*/ 44374 h 143141"/>
                      <a:gd name="connsiteX2" fmla="*/ 24004 w 43567"/>
                      <a:gd name="connsiteY2" fmla="*/ 142005 h 143141"/>
                      <a:gd name="connsiteX3" fmla="*/ 26386 w 43567"/>
                      <a:gd name="connsiteY3" fmla="*/ 94380 h 143141"/>
                      <a:gd name="connsiteX4" fmla="*/ 192 w 43567"/>
                      <a:gd name="connsiteY4" fmla="*/ 1511 h 143141"/>
                      <a:gd name="connsiteX0" fmla="*/ 22 w 32543"/>
                      <a:gd name="connsiteY0" fmla="*/ 8382 h 150012"/>
                      <a:gd name="connsiteX1" fmla="*/ 31539 w 32543"/>
                      <a:gd name="connsiteY1" fmla="*/ 20289 h 150012"/>
                      <a:gd name="connsiteX2" fmla="*/ 23834 w 32543"/>
                      <a:gd name="connsiteY2" fmla="*/ 148876 h 150012"/>
                      <a:gd name="connsiteX3" fmla="*/ 26216 w 32543"/>
                      <a:gd name="connsiteY3" fmla="*/ 101251 h 150012"/>
                      <a:gd name="connsiteX4" fmla="*/ 22 w 32543"/>
                      <a:gd name="connsiteY4" fmla="*/ 8382 h 150012"/>
                      <a:gd name="connsiteX0" fmla="*/ 212 w 32732"/>
                      <a:gd name="connsiteY0" fmla="*/ 8383 h 150013"/>
                      <a:gd name="connsiteX1" fmla="*/ 31729 w 32732"/>
                      <a:gd name="connsiteY1" fmla="*/ 20290 h 150013"/>
                      <a:gd name="connsiteX2" fmla="*/ 24024 w 32732"/>
                      <a:gd name="connsiteY2" fmla="*/ 148877 h 150013"/>
                      <a:gd name="connsiteX3" fmla="*/ 17330 w 32732"/>
                      <a:gd name="connsiteY3" fmla="*/ 101252 h 150013"/>
                      <a:gd name="connsiteX4" fmla="*/ 212 w 32732"/>
                      <a:gd name="connsiteY4" fmla="*/ 8383 h 150013"/>
                      <a:gd name="connsiteX0" fmla="*/ 267 w 34476"/>
                      <a:gd name="connsiteY0" fmla="*/ 8268 h 147782"/>
                      <a:gd name="connsiteX1" fmla="*/ 31784 w 34476"/>
                      <a:gd name="connsiteY1" fmla="*/ 20175 h 147782"/>
                      <a:gd name="connsiteX2" fmla="*/ 30887 w 34476"/>
                      <a:gd name="connsiteY2" fmla="*/ 146380 h 147782"/>
                      <a:gd name="connsiteX3" fmla="*/ 17385 w 34476"/>
                      <a:gd name="connsiteY3" fmla="*/ 101137 h 147782"/>
                      <a:gd name="connsiteX4" fmla="*/ 267 w 34476"/>
                      <a:gd name="connsiteY4" fmla="*/ 8268 h 147782"/>
                      <a:gd name="connsiteX0" fmla="*/ 383 w 34592"/>
                      <a:gd name="connsiteY0" fmla="*/ 4796 h 144091"/>
                      <a:gd name="connsiteX1" fmla="*/ 31900 w 34592"/>
                      <a:gd name="connsiteY1" fmla="*/ 16703 h 144091"/>
                      <a:gd name="connsiteX2" fmla="*/ 31003 w 34592"/>
                      <a:gd name="connsiteY2" fmla="*/ 142908 h 144091"/>
                      <a:gd name="connsiteX3" fmla="*/ 17501 w 34592"/>
                      <a:gd name="connsiteY3" fmla="*/ 97665 h 144091"/>
                      <a:gd name="connsiteX4" fmla="*/ 14589 w 34592"/>
                      <a:gd name="connsiteY4" fmla="*/ 48526 h 144091"/>
                      <a:gd name="connsiteX5" fmla="*/ 383 w 34592"/>
                      <a:gd name="connsiteY5" fmla="*/ 4796 h 144091"/>
                      <a:gd name="connsiteX0" fmla="*/ 383 w 34592"/>
                      <a:gd name="connsiteY0" fmla="*/ 4796 h 144091"/>
                      <a:gd name="connsiteX1" fmla="*/ 31900 w 34592"/>
                      <a:gd name="connsiteY1" fmla="*/ 16703 h 144091"/>
                      <a:gd name="connsiteX2" fmla="*/ 31003 w 34592"/>
                      <a:gd name="connsiteY2" fmla="*/ 142908 h 144091"/>
                      <a:gd name="connsiteX3" fmla="*/ 24309 w 34592"/>
                      <a:gd name="connsiteY3" fmla="*/ 97665 h 144091"/>
                      <a:gd name="connsiteX4" fmla="*/ 14589 w 34592"/>
                      <a:gd name="connsiteY4" fmla="*/ 48526 h 144091"/>
                      <a:gd name="connsiteX5" fmla="*/ 383 w 34592"/>
                      <a:gd name="connsiteY5" fmla="*/ 4796 h 144091"/>
                      <a:gd name="connsiteX0" fmla="*/ 106 w 90102"/>
                      <a:gd name="connsiteY0" fmla="*/ 2459 h 150776"/>
                      <a:gd name="connsiteX1" fmla="*/ 83585 w 90102"/>
                      <a:gd name="connsiteY1" fmla="*/ 23388 h 150776"/>
                      <a:gd name="connsiteX2" fmla="*/ 82688 w 90102"/>
                      <a:gd name="connsiteY2" fmla="*/ 149593 h 150776"/>
                      <a:gd name="connsiteX3" fmla="*/ 75994 w 90102"/>
                      <a:gd name="connsiteY3" fmla="*/ 104350 h 150776"/>
                      <a:gd name="connsiteX4" fmla="*/ 66274 w 90102"/>
                      <a:gd name="connsiteY4" fmla="*/ 55211 h 150776"/>
                      <a:gd name="connsiteX5" fmla="*/ 106 w 90102"/>
                      <a:gd name="connsiteY5" fmla="*/ 2459 h 150776"/>
                      <a:gd name="connsiteX0" fmla="*/ 196 w 90192"/>
                      <a:gd name="connsiteY0" fmla="*/ 1025 h 149342"/>
                      <a:gd name="connsiteX1" fmla="*/ 83675 w 90192"/>
                      <a:gd name="connsiteY1" fmla="*/ 21954 h 149342"/>
                      <a:gd name="connsiteX2" fmla="*/ 82778 w 90192"/>
                      <a:gd name="connsiteY2" fmla="*/ 148159 h 149342"/>
                      <a:gd name="connsiteX3" fmla="*/ 76084 w 90192"/>
                      <a:gd name="connsiteY3" fmla="*/ 102916 h 149342"/>
                      <a:gd name="connsiteX4" fmla="*/ 60989 w 90192"/>
                      <a:gd name="connsiteY4" fmla="*/ 33928 h 149342"/>
                      <a:gd name="connsiteX5" fmla="*/ 196 w 90192"/>
                      <a:gd name="connsiteY5" fmla="*/ 1025 h 149342"/>
                      <a:gd name="connsiteX0" fmla="*/ 116 w 138219"/>
                      <a:gd name="connsiteY0" fmla="*/ 796 h 150917"/>
                      <a:gd name="connsiteX1" fmla="*/ 128390 w 138219"/>
                      <a:gd name="connsiteY1" fmla="*/ 23529 h 150917"/>
                      <a:gd name="connsiteX2" fmla="*/ 127493 w 138219"/>
                      <a:gd name="connsiteY2" fmla="*/ 149734 h 150917"/>
                      <a:gd name="connsiteX3" fmla="*/ 120799 w 138219"/>
                      <a:gd name="connsiteY3" fmla="*/ 104491 h 150917"/>
                      <a:gd name="connsiteX4" fmla="*/ 105704 w 138219"/>
                      <a:gd name="connsiteY4" fmla="*/ 35503 h 150917"/>
                      <a:gd name="connsiteX5" fmla="*/ 116 w 138219"/>
                      <a:gd name="connsiteY5" fmla="*/ 796 h 150917"/>
                      <a:gd name="connsiteX0" fmla="*/ 96 w 163216"/>
                      <a:gd name="connsiteY0" fmla="*/ 2205 h 145108"/>
                      <a:gd name="connsiteX1" fmla="*/ 151663 w 163216"/>
                      <a:gd name="connsiteY1" fmla="*/ 17720 h 145108"/>
                      <a:gd name="connsiteX2" fmla="*/ 150766 w 163216"/>
                      <a:gd name="connsiteY2" fmla="*/ 143925 h 145108"/>
                      <a:gd name="connsiteX3" fmla="*/ 144072 w 163216"/>
                      <a:gd name="connsiteY3" fmla="*/ 98682 h 145108"/>
                      <a:gd name="connsiteX4" fmla="*/ 128977 w 163216"/>
                      <a:gd name="connsiteY4" fmla="*/ 29694 h 145108"/>
                      <a:gd name="connsiteX5" fmla="*/ 96 w 163216"/>
                      <a:gd name="connsiteY5" fmla="*/ 2205 h 145108"/>
                      <a:gd name="connsiteX0" fmla="*/ 96 w 163216"/>
                      <a:gd name="connsiteY0" fmla="*/ 1296 h 144199"/>
                      <a:gd name="connsiteX1" fmla="*/ 151663 w 163216"/>
                      <a:gd name="connsiteY1" fmla="*/ 16811 h 144199"/>
                      <a:gd name="connsiteX2" fmla="*/ 150766 w 163216"/>
                      <a:gd name="connsiteY2" fmla="*/ 143016 h 144199"/>
                      <a:gd name="connsiteX3" fmla="*/ 144072 w 163216"/>
                      <a:gd name="connsiteY3" fmla="*/ 97773 h 144199"/>
                      <a:gd name="connsiteX4" fmla="*/ 128977 w 163216"/>
                      <a:gd name="connsiteY4" fmla="*/ 16154 h 144199"/>
                      <a:gd name="connsiteX5" fmla="*/ 96 w 163216"/>
                      <a:gd name="connsiteY5" fmla="*/ 1296 h 144199"/>
                      <a:gd name="connsiteX0" fmla="*/ 183 w 170226"/>
                      <a:gd name="connsiteY0" fmla="*/ 14440 h 159776"/>
                      <a:gd name="connsiteX1" fmla="*/ 160709 w 170226"/>
                      <a:gd name="connsiteY1" fmla="*/ 10106 h 159776"/>
                      <a:gd name="connsiteX2" fmla="*/ 150853 w 170226"/>
                      <a:gd name="connsiteY2" fmla="*/ 156160 h 159776"/>
                      <a:gd name="connsiteX3" fmla="*/ 144159 w 170226"/>
                      <a:gd name="connsiteY3" fmla="*/ 110917 h 159776"/>
                      <a:gd name="connsiteX4" fmla="*/ 129064 w 170226"/>
                      <a:gd name="connsiteY4" fmla="*/ 29298 h 159776"/>
                      <a:gd name="connsiteX5" fmla="*/ 183 w 170226"/>
                      <a:gd name="connsiteY5" fmla="*/ 14440 h 159776"/>
                      <a:gd name="connsiteX0" fmla="*/ 183 w 165616"/>
                      <a:gd name="connsiteY0" fmla="*/ 10444 h 155780"/>
                      <a:gd name="connsiteX1" fmla="*/ 160709 w 165616"/>
                      <a:gd name="connsiteY1" fmla="*/ 6110 h 155780"/>
                      <a:gd name="connsiteX2" fmla="*/ 150853 w 165616"/>
                      <a:gd name="connsiteY2" fmla="*/ 152164 h 155780"/>
                      <a:gd name="connsiteX3" fmla="*/ 144159 w 165616"/>
                      <a:gd name="connsiteY3" fmla="*/ 106921 h 155780"/>
                      <a:gd name="connsiteX4" fmla="*/ 129064 w 165616"/>
                      <a:gd name="connsiteY4" fmla="*/ 25302 h 155780"/>
                      <a:gd name="connsiteX5" fmla="*/ 183 w 165616"/>
                      <a:gd name="connsiteY5" fmla="*/ 10444 h 155780"/>
                      <a:gd name="connsiteX0" fmla="*/ 295 w 173747"/>
                      <a:gd name="connsiteY0" fmla="*/ 10444 h 155780"/>
                      <a:gd name="connsiteX1" fmla="*/ 169780 w 173747"/>
                      <a:gd name="connsiteY1" fmla="*/ 6110 h 155780"/>
                      <a:gd name="connsiteX2" fmla="*/ 150965 w 173747"/>
                      <a:gd name="connsiteY2" fmla="*/ 152164 h 155780"/>
                      <a:gd name="connsiteX3" fmla="*/ 144271 w 173747"/>
                      <a:gd name="connsiteY3" fmla="*/ 106921 h 155780"/>
                      <a:gd name="connsiteX4" fmla="*/ 129176 w 173747"/>
                      <a:gd name="connsiteY4" fmla="*/ 25302 h 155780"/>
                      <a:gd name="connsiteX5" fmla="*/ 295 w 173747"/>
                      <a:gd name="connsiteY5" fmla="*/ 10444 h 155780"/>
                      <a:gd name="connsiteX0" fmla="*/ 295 w 180186"/>
                      <a:gd name="connsiteY0" fmla="*/ 5471 h 149582"/>
                      <a:gd name="connsiteX1" fmla="*/ 169780 w 180186"/>
                      <a:gd name="connsiteY1" fmla="*/ 1137 h 149582"/>
                      <a:gd name="connsiteX2" fmla="*/ 160579 w 180186"/>
                      <a:gd name="connsiteY2" fmla="*/ 24872 h 149582"/>
                      <a:gd name="connsiteX3" fmla="*/ 150965 w 180186"/>
                      <a:gd name="connsiteY3" fmla="*/ 147191 h 149582"/>
                      <a:gd name="connsiteX4" fmla="*/ 144271 w 180186"/>
                      <a:gd name="connsiteY4" fmla="*/ 101948 h 149582"/>
                      <a:gd name="connsiteX5" fmla="*/ 129176 w 180186"/>
                      <a:gd name="connsiteY5" fmla="*/ 20329 h 149582"/>
                      <a:gd name="connsiteX6" fmla="*/ 295 w 180186"/>
                      <a:gd name="connsiteY6" fmla="*/ 5471 h 149582"/>
                      <a:gd name="connsiteX0" fmla="*/ 31 w 171615"/>
                      <a:gd name="connsiteY0" fmla="*/ 8123 h 152234"/>
                      <a:gd name="connsiteX1" fmla="*/ 117311 w 171615"/>
                      <a:gd name="connsiteY1" fmla="*/ 460 h 152234"/>
                      <a:gd name="connsiteX2" fmla="*/ 169516 w 171615"/>
                      <a:gd name="connsiteY2" fmla="*/ 3789 h 152234"/>
                      <a:gd name="connsiteX3" fmla="*/ 160315 w 171615"/>
                      <a:gd name="connsiteY3" fmla="*/ 27524 h 152234"/>
                      <a:gd name="connsiteX4" fmla="*/ 150701 w 171615"/>
                      <a:gd name="connsiteY4" fmla="*/ 149843 h 152234"/>
                      <a:gd name="connsiteX5" fmla="*/ 144007 w 171615"/>
                      <a:gd name="connsiteY5" fmla="*/ 104600 h 152234"/>
                      <a:gd name="connsiteX6" fmla="*/ 128912 w 171615"/>
                      <a:gd name="connsiteY6" fmla="*/ 22981 h 152234"/>
                      <a:gd name="connsiteX7" fmla="*/ 31 w 171615"/>
                      <a:gd name="connsiteY7" fmla="*/ 8123 h 152234"/>
                      <a:gd name="connsiteX0" fmla="*/ 29 w 173405"/>
                      <a:gd name="connsiteY0" fmla="*/ 1623 h 152952"/>
                      <a:gd name="connsiteX1" fmla="*/ 119101 w 173405"/>
                      <a:gd name="connsiteY1" fmla="*/ 1178 h 152952"/>
                      <a:gd name="connsiteX2" fmla="*/ 171306 w 173405"/>
                      <a:gd name="connsiteY2" fmla="*/ 4507 h 152952"/>
                      <a:gd name="connsiteX3" fmla="*/ 162105 w 173405"/>
                      <a:gd name="connsiteY3" fmla="*/ 28242 h 152952"/>
                      <a:gd name="connsiteX4" fmla="*/ 152491 w 173405"/>
                      <a:gd name="connsiteY4" fmla="*/ 150561 h 152952"/>
                      <a:gd name="connsiteX5" fmla="*/ 145797 w 173405"/>
                      <a:gd name="connsiteY5" fmla="*/ 105318 h 152952"/>
                      <a:gd name="connsiteX6" fmla="*/ 130702 w 173405"/>
                      <a:gd name="connsiteY6" fmla="*/ 23699 h 152952"/>
                      <a:gd name="connsiteX7" fmla="*/ 29 w 173405"/>
                      <a:gd name="connsiteY7" fmla="*/ 1623 h 152952"/>
                      <a:gd name="connsiteX0" fmla="*/ 9 w 173038"/>
                      <a:gd name="connsiteY0" fmla="*/ 585 h 151914"/>
                      <a:gd name="connsiteX1" fmla="*/ 124456 w 173038"/>
                      <a:gd name="connsiteY1" fmla="*/ 5553 h 151914"/>
                      <a:gd name="connsiteX2" fmla="*/ 171286 w 173038"/>
                      <a:gd name="connsiteY2" fmla="*/ 3469 h 151914"/>
                      <a:gd name="connsiteX3" fmla="*/ 162085 w 173038"/>
                      <a:gd name="connsiteY3" fmla="*/ 27204 h 151914"/>
                      <a:gd name="connsiteX4" fmla="*/ 152471 w 173038"/>
                      <a:gd name="connsiteY4" fmla="*/ 149523 h 151914"/>
                      <a:gd name="connsiteX5" fmla="*/ 145777 w 173038"/>
                      <a:gd name="connsiteY5" fmla="*/ 104280 h 151914"/>
                      <a:gd name="connsiteX6" fmla="*/ 130682 w 173038"/>
                      <a:gd name="connsiteY6" fmla="*/ 22661 h 151914"/>
                      <a:gd name="connsiteX7" fmla="*/ 9 w 173038"/>
                      <a:gd name="connsiteY7" fmla="*/ 585 h 151914"/>
                      <a:gd name="connsiteX0" fmla="*/ 21 w 173280"/>
                      <a:gd name="connsiteY0" fmla="*/ 1623 h 152952"/>
                      <a:gd name="connsiteX1" fmla="*/ 120885 w 173280"/>
                      <a:gd name="connsiteY1" fmla="*/ 1178 h 152952"/>
                      <a:gd name="connsiteX2" fmla="*/ 171298 w 173280"/>
                      <a:gd name="connsiteY2" fmla="*/ 4507 h 152952"/>
                      <a:gd name="connsiteX3" fmla="*/ 162097 w 173280"/>
                      <a:gd name="connsiteY3" fmla="*/ 28242 h 152952"/>
                      <a:gd name="connsiteX4" fmla="*/ 152483 w 173280"/>
                      <a:gd name="connsiteY4" fmla="*/ 150561 h 152952"/>
                      <a:gd name="connsiteX5" fmla="*/ 145789 w 173280"/>
                      <a:gd name="connsiteY5" fmla="*/ 105318 h 152952"/>
                      <a:gd name="connsiteX6" fmla="*/ 130694 w 173280"/>
                      <a:gd name="connsiteY6" fmla="*/ 23699 h 152952"/>
                      <a:gd name="connsiteX7" fmla="*/ 21 w 173280"/>
                      <a:gd name="connsiteY7" fmla="*/ 1623 h 152952"/>
                      <a:gd name="connsiteX0" fmla="*/ 21 w 173280"/>
                      <a:gd name="connsiteY0" fmla="*/ 5717 h 157046"/>
                      <a:gd name="connsiteX1" fmla="*/ 120885 w 173280"/>
                      <a:gd name="connsiteY1" fmla="*/ 5272 h 157046"/>
                      <a:gd name="connsiteX2" fmla="*/ 171298 w 173280"/>
                      <a:gd name="connsiteY2" fmla="*/ 8601 h 157046"/>
                      <a:gd name="connsiteX3" fmla="*/ 162097 w 173280"/>
                      <a:gd name="connsiteY3" fmla="*/ 32336 h 157046"/>
                      <a:gd name="connsiteX4" fmla="*/ 152483 w 173280"/>
                      <a:gd name="connsiteY4" fmla="*/ 154655 h 157046"/>
                      <a:gd name="connsiteX5" fmla="*/ 145789 w 173280"/>
                      <a:gd name="connsiteY5" fmla="*/ 109412 h 157046"/>
                      <a:gd name="connsiteX6" fmla="*/ 130694 w 173280"/>
                      <a:gd name="connsiteY6" fmla="*/ 27793 h 157046"/>
                      <a:gd name="connsiteX7" fmla="*/ 21 w 173280"/>
                      <a:gd name="connsiteY7" fmla="*/ 5717 h 157046"/>
                      <a:gd name="connsiteX0" fmla="*/ 21 w 173280"/>
                      <a:gd name="connsiteY0" fmla="*/ 5717 h 157046"/>
                      <a:gd name="connsiteX1" fmla="*/ 120885 w 173280"/>
                      <a:gd name="connsiteY1" fmla="*/ 5272 h 157046"/>
                      <a:gd name="connsiteX2" fmla="*/ 171298 w 173280"/>
                      <a:gd name="connsiteY2" fmla="*/ 8601 h 157046"/>
                      <a:gd name="connsiteX3" fmla="*/ 162097 w 173280"/>
                      <a:gd name="connsiteY3" fmla="*/ 32336 h 157046"/>
                      <a:gd name="connsiteX4" fmla="*/ 152483 w 173280"/>
                      <a:gd name="connsiteY4" fmla="*/ 154655 h 157046"/>
                      <a:gd name="connsiteX5" fmla="*/ 145789 w 173280"/>
                      <a:gd name="connsiteY5" fmla="*/ 109412 h 157046"/>
                      <a:gd name="connsiteX6" fmla="*/ 130694 w 173280"/>
                      <a:gd name="connsiteY6" fmla="*/ 27793 h 157046"/>
                      <a:gd name="connsiteX7" fmla="*/ 21 w 173280"/>
                      <a:gd name="connsiteY7" fmla="*/ 5717 h 157046"/>
                      <a:gd name="connsiteX0" fmla="*/ 3900 w 177159"/>
                      <a:gd name="connsiteY0" fmla="*/ 5717 h 157046"/>
                      <a:gd name="connsiteX1" fmla="*/ 42341 w 177159"/>
                      <a:gd name="connsiteY1" fmla="*/ 1660 h 157046"/>
                      <a:gd name="connsiteX2" fmla="*/ 124764 w 177159"/>
                      <a:gd name="connsiteY2" fmla="*/ 5272 h 157046"/>
                      <a:gd name="connsiteX3" fmla="*/ 175177 w 177159"/>
                      <a:gd name="connsiteY3" fmla="*/ 8601 h 157046"/>
                      <a:gd name="connsiteX4" fmla="*/ 165976 w 177159"/>
                      <a:gd name="connsiteY4" fmla="*/ 32336 h 157046"/>
                      <a:gd name="connsiteX5" fmla="*/ 156362 w 177159"/>
                      <a:gd name="connsiteY5" fmla="*/ 154655 h 157046"/>
                      <a:gd name="connsiteX6" fmla="*/ 149668 w 177159"/>
                      <a:gd name="connsiteY6" fmla="*/ 109412 h 157046"/>
                      <a:gd name="connsiteX7" fmla="*/ 134573 w 177159"/>
                      <a:gd name="connsiteY7" fmla="*/ 27793 h 157046"/>
                      <a:gd name="connsiteX8" fmla="*/ 3900 w 177159"/>
                      <a:gd name="connsiteY8" fmla="*/ 5717 h 157046"/>
                      <a:gd name="connsiteX0" fmla="*/ 4054 w 175521"/>
                      <a:gd name="connsiteY0" fmla="*/ 16544 h 157046"/>
                      <a:gd name="connsiteX1" fmla="*/ 40703 w 175521"/>
                      <a:gd name="connsiteY1" fmla="*/ 1660 h 157046"/>
                      <a:gd name="connsiteX2" fmla="*/ 123126 w 175521"/>
                      <a:gd name="connsiteY2" fmla="*/ 5272 h 157046"/>
                      <a:gd name="connsiteX3" fmla="*/ 173539 w 175521"/>
                      <a:gd name="connsiteY3" fmla="*/ 8601 h 157046"/>
                      <a:gd name="connsiteX4" fmla="*/ 164338 w 175521"/>
                      <a:gd name="connsiteY4" fmla="*/ 32336 h 157046"/>
                      <a:gd name="connsiteX5" fmla="*/ 154724 w 175521"/>
                      <a:gd name="connsiteY5" fmla="*/ 154655 h 157046"/>
                      <a:gd name="connsiteX6" fmla="*/ 148030 w 175521"/>
                      <a:gd name="connsiteY6" fmla="*/ 109412 h 157046"/>
                      <a:gd name="connsiteX7" fmla="*/ 132935 w 175521"/>
                      <a:gd name="connsiteY7" fmla="*/ 27793 h 157046"/>
                      <a:gd name="connsiteX8" fmla="*/ 4054 w 175521"/>
                      <a:gd name="connsiteY8" fmla="*/ 16544 h 157046"/>
                      <a:gd name="connsiteX0" fmla="*/ 161 w 171628"/>
                      <a:gd name="connsiteY0" fmla="*/ 16544 h 157046"/>
                      <a:gd name="connsiteX1" fmla="*/ 36810 w 171628"/>
                      <a:gd name="connsiteY1" fmla="*/ 1660 h 157046"/>
                      <a:gd name="connsiteX2" fmla="*/ 119233 w 171628"/>
                      <a:gd name="connsiteY2" fmla="*/ 5272 h 157046"/>
                      <a:gd name="connsiteX3" fmla="*/ 169646 w 171628"/>
                      <a:gd name="connsiteY3" fmla="*/ 8601 h 157046"/>
                      <a:gd name="connsiteX4" fmla="*/ 160445 w 171628"/>
                      <a:gd name="connsiteY4" fmla="*/ 32336 h 157046"/>
                      <a:gd name="connsiteX5" fmla="*/ 150831 w 171628"/>
                      <a:gd name="connsiteY5" fmla="*/ 154655 h 157046"/>
                      <a:gd name="connsiteX6" fmla="*/ 144137 w 171628"/>
                      <a:gd name="connsiteY6" fmla="*/ 109412 h 157046"/>
                      <a:gd name="connsiteX7" fmla="*/ 129042 w 171628"/>
                      <a:gd name="connsiteY7" fmla="*/ 27793 h 157046"/>
                      <a:gd name="connsiteX8" fmla="*/ 49353 w 171628"/>
                      <a:gd name="connsiteY8" fmla="*/ 10682 h 157046"/>
                      <a:gd name="connsiteX9" fmla="*/ 161 w 171628"/>
                      <a:gd name="connsiteY9" fmla="*/ 16544 h 157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628" h="157046">
                        <a:moveTo>
                          <a:pt x="161" y="16544"/>
                        </a:moveTo>
                        <a:cubicBezTo>
                          <a:pt x="-1929" y="15040"/>
                          <a:pt x="16666" y="1734"/>
                          <a:pt x="36810" y="1660"/>
                        </a:cubicBezTo>
                        <a:cubicBezTo>
                          <a:pt x="56954" y="1586"/>
                          <a:pt x="97094" y="4115"/>
                          <a:pt x="119233" y="5272"/>
                        </a:cubicBezTo>
                        <a:cubicBezTo>
                          <a:pt x="142105" y="-6277"/>
                          <a:pt x="162777" y="4090"/>
                          <a:pt x="169646" y="8601"/>
                        </a:cubicBezTo>
                        <a:cubicBezTo>
                          <a:pt x="176515" y="13112"/>
                          <a:pt x="163581" y="7994"/>
                          <a:pt x="160445" y="32336"/>
                        </a:cubicBezTo>
                        <a:cubicBezTo>
                          <a:pt x="157309" y="56678"/>
                          <a:pt x="153549" y="141809"/>
                          <a:pt x="150831" y="154655"/>
                        </a:cubicBezTo>
                        <a:cubicBezTo>
                          <a:pt x="148113" y="167501"/>
                          <a:pt x="146873" y="125142"/>
                          <a:pt x="144137" y="109412"/>
                        </a:cubicBezTo>
                        <a:cubicBezTo>
                          <a:pt x="141401" y="93682"/>
                          <a:pt x="144839" y="44248"/>
                          <a:pt x="129042" y="27793"/>
                        </a:cubicBezTo>
                        <a:cubicBezTo>
                          <a:pt x="113245" y="11338"/>
                          <a:pt x="70833" y="12557"/>
                          <a:pt x="49353" y="10682"/>
                        </a:cubicBezTo>
                        <a:cubicBezTo>
                          <a:pt x="27873" y="8807"/>
                          <a:pt x="2252" y="18048"/>
                          <a:pt x="161" y="1654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418" name="Freeform: Shape 1417">
                <a:extLst>
                  <a:ext uri="{FF2B5EF4-FFF2-40B4-BE49-F238E27FC236}">
                    <a16:creationId xmlns:a16="http://schemas.microsoft.com/office/drawing/2014/main" id="{7FAA6A71-65F4-F4E2-F762-55F6A23369FC}"/>
                  </a:ext>
                </a:extLst>
              </p:cNvPr>
              <p:cNvSpPr/>
              <p:nvPr/>
            </p:nvSpPr>
            <p:spPr>
              <a:xfrm>
                <a:off x="2037421" y="3522859"/>
                <a:ext cx="242512" cy="589746"/>
              </a:xfrm>
              <a:custGeom>
                <a:avLst/>
                <a:gdLst>
                  <a:gd name="connsiteX0" fmla="*/ 422 w 319363"/>
                  <a:gd name="connsiteY0" fmla="*/ 260015 h 745796"/>
                  <a:gd name="connsiteX1" fmla="*/ 26616 w 319363"/>
                  <a:gd name="connsiteY1" fmla="*/ 452896 h 745796"/>
                  <a:gd name="connsiteX2" fmla="*/ 126629 w 319363"/>
                  <a:gd name="connsiteY2" fmla="*/ 631490 h 745796"/>
                  <a:gd name="connsiteX3" fmla="*/ 198066 w 319363"/>
                  <a:gd name="connsiteY3" fmla="*/ 745790 h 745796"/>
                  <a:gd name="connsiteX4" fmla="*/ 267122 w 319363"/>
                  <a:gd name="connsiteY4" fmla="*/ 636252 h 745796"/>
                  <a:gd name="connsiteX5" fmla="*/ 309985 w 319363"/>
                  <a:gd name="connsiteY5" fmla="*/ 533858 h 745796"/>
                  <a:gd name="connsiteX6" fmla="*/ 312366 w 319363"/>
                  <a:gd name="connsiteY6" fmla="*/ 438608 h 745796"/>
                  <a:gd name="connsiteX7" fmla="*/ 231404 w 319363"/>
                  <a:gd name="connsiteY7" fmla="*/ 281446 h 745796"/>
                  <a:gd name="connsiteX8" fmla="*/ 193304 w 319363"/>
                  <a:gd name="connsiteY8" fmla="*/ 100471 h 745796"/>
                  <a:gd name="connsiteX9" fmla="*/ 155204 w 319363"/>
                  <a:gd name="connsiteY9" fmla="*/ 458 h 745796"/>
                  <a:gd name="connsiteX10" fmla="*/ 121866 w 319363"/>
                  <a:gd name="connsiteY10" fmla="*/ 74277 h 745796"/>
                  <a:gd name="connsiteX11" fmla="*/ 136154 w 319363"/>
                  <a:gd name="connsiteY11" fmla="*/ 307640 h 745796"/>
                  <a:gd name="connsiteX12" fmla="*/ 133772 w 319363"/>
                  <a:gd name="connsiteY12" fmla="*/ 343358 h 745796"/>
                  <a:gd name="connsiteX13" fmla="*/ 98054 w 319363"/>
                  <a:gd name="connsiteY13" fmla="*/ 267158 h 745796"/>
                  <a:gd name="connsiteX14" fmla="*/ 67097 w 319363"/>
                  <a:gd name="connsiteY14" fmla="*/ 305258 h 745796"/>
                  <a:gd name="connsiteX15" fmla="*/ 40904 w 319363"/>
                  <a:gd name="connsiteY15" fmla="*/ 314783 h 745796"/>
                  <a:gd name="connsiteX16" fmla="*/ 422 w 319363"/>
                  <a:gd name="connsiteY16" fmla="*/ 260015 h 745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9363" h="745796">
                    <a:moveTo>
                      <a:pt x="422" y="260015"/>
                    </a:moveTo>
                    <a:cubicBezTo>
                      <a:pt x="-1959" y="283034"/>
                      <a:pt x="5582" y="390984"/>
                      <a:pt x="26616" y="452896"/>
                    </a:cubicBezTo>
                    <a:cubicBezTo>
                      <a:pt x="47650" y="514808"/>
                      <a:pt x="98054" y="582674"/>
                      <a:pt x="126629" y="631490"/>
                    </a:cubicBezTo>
                    <a:cubicBezTo>
                      <a:pt x="155204" y="680306"/>
                      <a:pt x="174651" y="744996"/>
                      <a:pt x="198066" y="745790"/>
                    </a:cubicBezTo>
                    <a:cubicBezTo>
                      <a:pt x="221481" y="746584"/>
                      <a:pt x="248469" y="671574"/>
                      <a:pt x="267122" y="636252"/>
                    </a:cubicBezTo>
                    <a:cubicBezTo>
                      <a:pt x="285775" y="600930"/>
                      <a:pt x="302444" y="566799"/>
                      <a:pt x="309985" y="533858"/>
                    </a:cubicBezTo>
                    <a:cubicBezTo>
                      <a:pt x="317526" y="500917"/>
                      <a:pt x="325463" y="480677"/>
                      <a:pt x="312366" y="438608"/>
                    </a:cubicBezTo>
                    <a:cubicBezTo>
                      <a:pt x="299269" y="396539"/>
                      <a:pt x="251248" y="337802"/>
                      <a:pt x="231404" y="281446"/>
                    </a:cubicBezTo>
                    <a:cubicBezTo>
                      <a:pt x="211560" y="225090"/>
                      <a:pt x="206004" y="147302"/>
                      <a:pt x="193304" y="100471"/>
                    </a:cubicBezTo>
                    <a:cubicBezTo>
                      <a:pt x="180604" y="53640"/>
                      <a:pt x="167110" y="4824"/>
                      <a:pt x="155204" y="458"/>
                    </a:cubicBezTo>
                    <a:cubicBezTo>
                      <a:pt x="143298" y="-3908"/>
                      <a:pt x="125041" y="23080"/>
                      <a:pt x="121866" y="74277"/>
                    </a:cubicBezTo>
                    <a:cubicBezTo>
                      <a:pt x="118691" y="125474"/>
                      <a:pt x="134170" y="262793"/>
                      <a:pt x="136154" y="307640"/>
                    </a:cubicBezTo>
                    <a:cubicBezTo>
                      <a:pt x="138138" y="352487"/>
                      <a:pt x="140122" y="350105"/>
                      <a:pt x="133772" y="343358"/>
                    </a:cubicBezTo>
                    <a:cubicBezTo>
                      <a:pt x="127422" y="336611"/>
                      <a:pt x="109166" y="273508"/>
                      <a:pt x="98054" y="267158"/>
                    </a:cubicBezTo>
                    <a:cubicBezTo>
                      <a:pt x="86942" y="260808"/>
                      <a:pt x="76622" y="297321"/>
                      <a:pt x="67097" y="305258"/>
                    </a:cubicBezTo>
                    <a:cubicBezTo>
                      <a:pt x="57572" y="313195"/>
                      <a:pt x="45666" y="320339"/>
                      <a:pt x="40904" y="314783"/>
                    </a:cubicBezTo>
                    <a:cubicBezTo>
                      <a:pt x="36142" y="309227"/>
                      <a:pt x="2803" y="236996"/>
                      <a:pt x="422" y="260015"/>
                    </a:cubicBezTo>
                    <a:close/>
                  </a:path>
                </a:pathLst>
              </a:custGeom>
              <a:solidFill>
                <a:srgbClr val="CCCAC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Freeform: Shape 1419">
                <a:extLst>
                  <a:ext uri="{FF2B5EF4-FFF2-40B4-BE49-F238E27FC236}">
                    <a16:creationId xmlns:a16="http://schemas.microsoft.com/office/drawing/2014/main" id="{FFEC037E-5D4C-B946-68FB-5D6CAA70FF0F}"/>
                  </a:ext>
                </a:extLst>
              </p:cNvPr>
              <p:cNvSpPr/>
              <p:nvPr/>
            </p:nvSpPr>
            <p:spPr>
              <a:xfrm>
                <a:off x="2238450" y="3412056"/>
                <a:ext cx="146999" cy="427598"/>
              </a:xfrm>
              <a:custGeom>
                <a:avLst/>
                <a:gdLst>
                  <a:gd name="connsiteX0" fmla="*/ 54775 w 193582"/>
                  <a:gd name="connsiteY0" fmla="*/ 428713 h 540743"/>
                  <a:gd name="connsiteX1" fmla="*/ 9531 w 193582"/>
                  <a:gd name="connsiteY1" fmla="*/ 288219 h 540743"/>
                  <a:gd name="connsiteX2" fmla="*/ 2387 w 193582"/>
                  <a:gd name="connsiteY2" fmla="*/ 166775 h 540743"/>
                  <a:gd name="connsiteX3" fmla="*/ 40487 w 193582"/>
                  <a:gd name="connsiteY3" fmla="*/ 112006 h 540743"/>
                  <a:gd name="connsiteX4" fmla="*/ 100019 w 193582"/>
                  <a:gd name="connsiteY4" fmla="*/ 45331 h 540743"/>
                  <a:gd name="connsiteX5" fmla="*/ 135737 w 193582"/>
                  <a:gd name="connsiteY5" fmla="*/ 14375 h 540743"/>
                  <a:gd name="connsiteX6" fmla="*/ 183362 w 193582"/>
                  <a:gd name="connsiteY6" fmla="*/ 9613 h 540743"/>
                  <a:gd name="connsiteX7" fmla="*/ 192887 w 193582"/>
                  <a:gd name="connsiteY7" fmla="*/ 142963 h 540743"/>
                  <a:gd name="connsiteX8" fmla="*/ 171456 w 193582"/>
                  <a:gd name="connsiteY8" fmla="*/ 219163 h 540743"/>
                  <a:gd name="connsiteX9" fmla="*/ 119069 w 193582"/>
                  <a:gd name="connsiteY9" fmla="*/ 238213 h 540743"/>
                  <a:gd name="connsiteX10" fmla="*/ 100019 w 193582"/>
                  <a:gd name="connsiteY10" fmla="*/ 183444 h 540743"/>
                  <a:gd name="connsiteX11" fmla="*/ 92875 w 193582"/>
                  <a:gd name="connsiteY11" fmla="*/ 228688 h 540743"/>
                  <a:gd name="connsiteX12" fmla="*/ 123831 w 193582"/>
                  <a:gd name="connsiteY12" fmla="*/ 345369 h 540743"/>
                  <a:gd name="connsiteX13" fmla="*/ 97637 w 193582"/>
                  <a:gd name="connsiteY13" fmla="*/ 483481 h 540743"/>
                  <a:gd name="connsiteX14" fmla="*/ 95256 w 193582"/>
                  <a:gd name="connsiteY14" fmla="*/ 540631 h 540743"/>
                  <a:gd name="connsiteX15" fmla="*/ 50012 w 193582"/>
                  <a:gd name="connsiteY15" fmla="*/ 495388 h 540743"/>
                  <a:gd name="connsiteX16" fmla="*/ 54775 w 193582"/>
                  <a:gd name="connsiteY16" fmla="*/ 428713 h 54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582" h="540743">
                    <a:moveTo>
                      <a:pt x="54775" y="428713"/>
                    </a:moveTo>
                    <a:cubicBezTo>
                      <a:pt x="48028" y="394185"/>
                      <a:pt x="18262" y="331875"/>
                      <a:pt x="9531" y="288219"/>
                    </a:cubicBezTo>
                    <a:cubicBezTo>
                      <a:pt x="800" y="244563"/>
                      <a:pt x="-2772" y="196144"/>
                      <a:pt x="2387" y="166775"/>
                    </a:cubicBezTo>
                    <a:cubicBezTo>
                      <a:pt x="7546" y="137406"/>
                      <a:pt x="24215" y="132247"/>
                      <a:pt x="40487" y="112006"/>
                    </a:cubicBezTo>
                    <a:cubicBezTo>
                      <a:pt x="56759" y="91765"/>
                      <a:pt x="84144" y="61603"/>
                      <a:pt x="100019" y="45331"/>
                    </a:cubicBezTo>
                    <a:cubicBezTo>
                      <a:pt x="115894" y="29059"/>
                      <a:pt x="121846" y="20328"/>
                      <a:pt x="135737" y="14375"/>
                    </a:cubicBezTo>
                    <a:cubicBezTo>
                      <a:pt x="149628" y="8422"/>
                      <a:pt x="173837" y="-11818"/>
                      <a:pt x="183362" y="9613"/>
                    </a:cubicBezTo>
                    <a:cubicBezTo>
                      <a:pt x="192887" y="31044"/>
                      <a:pt x="194871" y="108038"/>
                      <a:pt x="192887" y="142963"/>
                    </a:cubicBezTo>
                    <a:cubicBezTo>
                      <a:pt x="190903" y="177888"/>
                      <a:pt x="183759" y="203288"/>
                      <a:pt x="171456" y="219163"/>
                    </a:cubicBezTo>
                    <a:cubicBezTo>
                      <a:pt x="159153" y="235038"/>
                      <a:pt x="130975" y="244166"/>
                      <a:pt x="119069" y="238213"/>
                    </a:cubicBezTo>
                    <a:cubicBezTo>
                      <a:pt x="107163" y="232260"/>
                      <a:pt x="104385" y="185031"/>
                      <a:pt x="100019" y="183444"/>
                    </a:cubicBezTo>
                    <a:cubicBezTo>
                      <a:pt x="95653" y="181857"/>
                      <a:pt x="88906" y="201700"/>
                      <a:pt x="92875" y="228688"/>
                    </a:cubicBezTo>
                    <a:cubicBezTo>
                      <a:pt x="96844" y="255675"/>
                      <a:pt x="123037" y="302904"/>
                      <a:pt x="123831" y="345369"/>
                    </a:cubicBezTo>
                    <a:cubicBezTo>
                      <a:pt x="124625" y="387834"/>
                      <a:pt x="102399" y="450937"/>
                      <a:pt x="97637" y="483481"/>
                    </a:cubicBezTo>
                    <a:cubicBezTo>
                      <a:pt x="92875" y="516025"/>
                      <a:pt x="103194" y="538647"/>
                      <a:pt x="95256" y="540631"/>
                    </a:cubicBezTo>
                    <a:cubicBezTo>
                      <a:pt x="87319" y="542616"/>
                      <a:pt x="58743" y="518010"/>
                      <a:pt x="50012" y="495388"/>
                    </a:cubicBezTo>
                    <a:cubicBezTo>
                      <a:pt x="41281" y="472766"/>
                      <a:pt x="61522" y="463241"/>
                      <a:pt x="54775" y="428713"/>
                    </a:cubicBezTo>
                    <a:close/>
                  </a:path>
                </a:pathLst>
              </a:custGeom>
              <a:solidFill>
                <a:srgbClr val="CC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6" name="upper teeth">
                <a:extLst>
                  <a:ext uri="{FF2B5EF4-FFF2-40B4-BE49-F238E27FC236}">
                    <a16:creationId xmlns:a16="http://schemas.microsoft.com/office/drawing/2014/main" id="{42C60200-D913-5346-6E04-E2D9272DF91E}"/>
                  </a:ext>
                </a:extLst>
              </p:cNvPr>
              <p:cNvGrpSpPr/>
              <p:nvPr/>
            </p:nvGrpSpPr>
            <p:grpSpPr>
              <a:xfrm>
                <a:off x="2056825" y="3298506"/>
                <a:ext cx="662767" cy="193268"/>
                <a:chOff x="2619445" y="3665741"/>
                <a:chExt cx="392494" cy="109840"/>
              </a:xfrm>
            </p:grpSpPr>
            <p:sp>
              <p:nvSpPr>
                <p:cNvPr id="23" name="Freeform: Shape 22">
                  <a:extLst>
                    <a:ext uri="{FF2B5EF4-FFF2-40B4-BE49-F238E27FC236}">
                      <a16:creationId xmlns:a16="http://schemas.microsoft.com/office/drawing/2014/main" id="{7A88D80D-C395-464C-5765-D98AF7B329C3}"/>
                    </a:ext>
                  </a:extLst>
                </p:cNvPr>
                <p:cNvSpPr/>
                <p:nvPr/>
              </p:nvSpPr>
              <p:spPr>
                <a:xfrm>
                  <a:off x="2619445" y="3665741"/>
                  <a:ext cx="392494" cy="109840"/>
                </a:xfrm>
                <a:custGeom>
                  <a:avLst/>
                  <a:gdLst>
                    <a:gd name="connsiteX0" fmla="*/ 146 w 404212"/>
                    <a:gd name="connsiteY0" fmla="*/ 79701 h 118729"/>
                    <a:gd name="connsiteX1" fmla="*/ 41421 w 404212"/>
                    <a:gd name="connsiteY1" fmla="*/ 32076 h 118729"/>
                    <a:gd name="connsiteX2" fmla="*/ 133496 w 404212"/>
                    <a:gd name="connsiteY2" fmla="*/ 6676 h 118729"/>
                    <a:gd name="connsiteX3" fmla="*/ 171596 w 404212"/>
                    <a:gd name="connsiteY3" fmla="*/ 13026 h 118729"/>
                    <a:gd name="connsiteX4" fmla="*/ 190646 w 404212"/>
                    <a:gd name="connsiteY4" fmla="*/ 326 h 118729"/>
                    <a:gd name="connsiteX5" fmla="*/ 289071 w 404212"/>
                    <a:gd name="connsiteY5" fmla="*/ 28901 h 118729"/>
                    <a:gd name="connsiteX6" fmla="*/ 397021 w 404212"/>
                    <a:gd name="connsiteY6" fmla="*/ 67001 h 118729"/>
                    <a:gd name="connsiteX7" fmla="*/ 387496 w 404212"/>
                    <a:gd name="connsiteY7" fmla="*/ 86051 h 118729"/>
                    <a:gd name="connsiteX8" fmla="*/ 333521 w 404212"/>
                    <a:gd name="connsiteY8" fmla="*/ 95576 h 118729"/>
                    <a:gd name="connsiteX9" fmla="*/ 298596 w 404212"/>
                    <a:gd name="connsiteY9" fmla="*/ 92401 h 118729"/>
                    <a:gd name="connsiteX10" fmla="*/ 289071 w 404212"/>
                    <a:gd name="connsiteY10" fmla="*/ 54301 h 118729"/>
                    <a:gd name="connsiteX11" fmla="*/ 285896 w 404212"/>
                    <a:gd name="connsiteY11" fmla="*/ 89226 h 118729"/>
                    <a:gd name="connsiteX12" fmla="*/ 244621 w 404212"/>
                    <a:gd name="connsiteY12" fmla="*/ 117801 h 118729"/>
                    <a:gd name="connsiteX13" fmla="*/ 155721 w 404212"/>
                    <a:gd name="connsiteY13" fmla="*/ 105101 h 118729"/>
                    <a:gd name="connsiteX14" fmla="*/ 155721 w 404212"/>
                    <a:gd name="connsiteY14" fmla="*/ 41601 h 118729"/>
                    <a:gd name="connsiteX15" fmla="*/ 158896 w 404212"/>
                    <a:gd name="connsiteY15" fmla="*/ 89226 h 118729"/>
                    <a:gd name="connsiteX16" fmla="*/ 123971 w 404212"/>
                    <a:gd name="connsiteY16" fmla="*/ 108276 h 118729"/>
                    <a:gd name="connsiteX17" fmla="*/ 60471 w 404212"/>
                    <a:gd name="connsiteY17" fmla="*/ 105101 h 118729"/>
                    <a:gd name="connsiteX18" fmla="*/ 57296 w 404212"/>
                    <a:gd name="connsiteY18" fmla="*/ 63826 h 118729"/>
                    <a:gd name="connsiteX19" fmla="*/ 57296 w 404212"/>
                    <a:gd name="connsiteY19" fmla="*/ 63826 h 118729"/>
                    <a:gd name="connsiteX20" fmla="*/ 54121 w 404212"/>
                    <a:gd name="connsiteY20" fmla="*/ 92401 h 118729"/>
                    <a:gd name="connsiteX21" fmla="*/ 146 w 404212"/>
                    <a:gd name="connsiteY21" fmla="*/ 79701 h 118729"/>
                    <a:gd name="connsiteX0" fmla="*/ 130 w 404196"/>
                    <a:gd name="connsiteY0" fmla="*/ 79717 h 118745"/>
                    <a:gd name="connsiteX1" fmla="*/ 41405 w 404196"/>
                    <a:gd name="connsiteY1" fmla="*/ 32092 h 118745"/>
                    <a:gd name="connsiteX2" fmla="*/ 114430 w 404196"/>
                    <a:gd name="connsiteY2" fmla="*/ 11454 h 118745"/>
                    <a:gd name="connsiteX3" fmla="*/ 171580 w 404196"/>
                    <a:gd name="connsiteY3" fmla="*/ 13042 h 118745"/>
                    <a:gd name="connsiteX4" fmla="*/ 190630 w 404196"/>
                    <a:gd name="connsiteY4" fmla="*/ 342 h 118745"/>
                    <a:gd name="connsiteX5" fmla="*/ 289055 w 404196"/>
                    <a:gd name="connsiteY5" fmla="*/ 28917 h 118745"/>
                    <a:gd name="connsiteX6" fmla="*/ 397005 w 404196"/>
                    <a:gd name="connsiteY6" fmla="*/ 67017 h 118745"/>
                    <a:gd name="connsiteX7" fmla="*/ 387480 w 404196"/>
                    <a:gd name="connsiteY7" fmla="*/ 86067 h 118745"/>
                    <a:gd name="connsiteX8" fmla="*/ 333505 w 404196"/>
                    <a:gd name="connsiteY8" fmla="*/ 95592 h 118745"/>
                    <a:gd name="connsiteX9" fmla="*/ 298580 w 404196"/>
                    <a:gd name="connsiteY9" fmla="*/ 92417 h 118745"/>
                    <a:gd name="connsiteX10" fmla="*/ 289055 w 404196"/>
                    <a:gd name="connsiteY10" fmla="*/ 54317 h 118745"/>
                    <a:gd name="connsiteX11" fmla="*/ 285880 w 404196"/>
                    <a:gd name="connsiteY11" fmla="*/ 89242 h 118745"/>
                    <a:gd name="connsiteX12" fmla="*/ 244605 w 404196"/>
                    <a:gd name="connsiteY12" fmla="*/ 117817 h 118745"/>
                    <a:gd name="connsiteX13" fmla="*/ 155705 w 404196"/>
                    <a:gd name="connsiteY13" fmla="*/ 105117 h 118745"/>
                    <a:gd name="connsiteX14" fmla="*/ 155705 w 404196"/>
                    <a:gd name="connsiteY14" fmla="*/ 41617 h 118745"/>
                    <a:gd name="connsiteX15" fmla="*/ 158880 w 404196"/>
                    <a:gd name="connsiteY15" fmla="*/ 89242 h 118745"/>
                    <a:gd name="connsiteX16" fmla="*/ 123955 w 404196"/>
                    <a:gd name="connsiteY16" fmla="*/ 108292 h 118745"/>
                    <a:gd name="connsiteX17" fmla="*/ 60455 w 404196"/>
                    <a:gd name="connsiteY17" fmla="*/ 105117 h 118745"/>
                    <a:gd name="connsiteX18" fmla="*/ 57280 w 404196"/>
                    <a:gd name="connsiteY18" fmla="*/ 63842 h 118745"/>
                    <a:gd name="connsiteX19" fmla="*/ 57280 w 404196"/>
                    <a:gd name="connsiteY19" fmla="*/ 63842 h 118745"/>
                    <a:gd name="connsiteX20" fmla="*/ 54105 w 404196"/>
                    <a:gd name="connsiteY20" fmla="*/ 92417 h 118745"/>
                    <a:gd name="connsiteX21" fmla="*/ 130 w 404196"/>
                    <a:gd name="connsiteY21" fmla="*/ 79717 h 118745"/>
                    <a:gd name="connsiteX0" fmla="*/ 130 w 404196"/>
                    <a:gd name="connsiteY0" fmla="*/ 79384 h 118412"/>
                    <a:gd name="connsiteX1" fmla="*/ 41405 w 404196"/>
                    <a:gd name="connsiteY1" fmla="*/ 31759 h 118412"/>
                    <a:gd name="connsiteX2" fmla="*/ 114430 w 404196"/>
                    <a:gd name="connsiteY2" fmla="*/ 11121 h 118412"/>
                    <a:gd name="connsiteX3" fmla="*/ 171580 w 404196"/>
                    <a:gd name="connsiteY3" fmla="*/ 12709 h 118412"/>
                    <a:gd name="connsiteX4" fmla="*/ 190630 w 404196"/>
                    <a:gd name="connsiteY4" fmla="*/ 9 h 118412"/>
                    <a:gd name="connsiteX5" fmla="*/ 214027 w 404196"/>
                    <a:gd name="connsiteY5" fmla="*/ 14821 h 118412"/>
                    <a:gd name="connsiteX6" fmla="*/ 289055 w 404196"/>
                    <a:gd name="connsiteY6" fmla="*/ 28584 h 118412"/>
                    <a:gd name="connsiteX7" fmla="*/ 397005 w 404196"/>
                    <a:gd name="connsiteY7" fmla="*/ 66684 h 118412"/>
                    <a:gd name="connsiteX8" fmla="*/ 387480 w 404196"/>
                    <a:gd name="connsiteY8" fmla="*/ 85734 h 118412"/>
                    <a:gd name="connsiteX9" fmla="*/ 333505 w 404196"/>
                    <a:gd name="connsiteY9" fmla="*/ 95259 h 118412"/>
                    <a:gd name="connsiteX10" fmla="*/ 298580 w 404196"/>
                    <a:gd name="connsiteY10" fmla="*/ 92084 h 118412"/>
                    <a:gd name="connsiteX11" fmla="*/ 289055 w 404196"/>
                    <a:gd name="connsiteY11" fmla="*/ 53984 h 118412"/>
                    <a:gd name="connsiteX12" fmla="*/ 285880 w 404196"/>
                    <a:gd name="connsiteY12" fmla="*/ 88909 h 118412"/>
                    <a:gd name="connsiteX13" fmla="*/ 244605 w 404196"/>
                    <a:gd name="connsiteY13" fmla="*/ 117484 h 118412"/>
                    <a:gd name="connsiteX14" fmla="*/ 155705 w 404196"/>
                    <a:gd name="connsiteY14" fmla="*/ 104784 h 118412"/>
                    <a:gd name="connsiteX15" fmla="*/ 155705 w 404196"/>
                    <a:gd name="connsiteY15" fmla="*/ 41284 h 118412"/>
                    <a:gd name="connsiteX16" fmla="*/ 158880 w 404196"/>
                    <a:gd name="connsiteY16" fmla="*/ 88909 h 118412"/>
                    <a:gd name="connsiteX17" fmla="*/ 123955 w 404196"/>
                    <a:gd name="connsiteY17" fmla="*/ 107959 h 118412"/>
                    <a:gd name="connsiteX18" fmla="*/ 60455 w 404196"/>
                    <a:gd name="connsiteY18" fmla="*/ 104784 h 118412"/>
                    <a:gd name="connsiteX19" fmla="*/ 57280 w 404196"/>
                    <a:gd name="connsiteY19" fmla="*/ 63509 h 118412"/>
                    <a:gd name="connsiteX20" fmla="*/ 57280 w 404196"/>
                    <a:gd name="connsiteY20" fmla="*/ 63509 h 118412"/>
                    <a:gd name="connsiteX21" fmla="*/ 54105 w 404196"/>
                    <a:gd name="connsiteY21" fmla="*/ 92084 h 118412"/>
                    <a:gd name="connsiteX22" fmla="*/ 130 w 404196"/>
                    <a:gd name="connsiteY22" fmla="*/ 79384 h 118412"/>
                    <a:gd name="connsiteX0" fmla="*/ 130 w 403317"/>
                    <a:gd name="connsiteY0" fmla="*/ 79384 h 118412"/>
                    <a:gd name="connsiteX1" fmla="*/ 41405 w 403317"/>
                    <a:gd name="connsiteY1" fmla="*/ 31759 h 118412"/>
                    <a:gd name="connsiteX2" fmla="*/ 114430 w 403317"/>
                    <a:gd name="connsiteY2" fmla="*/ 11121 h 118412"/>
                    <a:gd name="connsiteX3" fmla="*/ 171580 w 403317"/>
                    <a:gd name="connsiteY3" fmla="*/ 12709 h 118412"/>
                    <a:gd name="connsiteX4" fmla="*/ 190630 w 403317"/>
                    <a:gd name="connsiteY4" fmla="*/ 9 h 118412"/>
                    <a:gd name="connsiteX5" fmla="*/ 214027 w 403317"/>
                    <a:gd name="connsiteY5" fmla="*/ 14821 h 118412"/>
                    <a:gd name="connsiteX6" fmla="*/ 300961 w 403317"/>
                    <a:gd name="connsiteY6" fmla="*/ 35728 h 118412"/>
                    <a:gd name="connsiteX7" fmla="*/ 397005 w 403317"/>
                    <a:gd name="connsiteY7" fmla="*/ 66684 h 118412"/>
                    <a:gd name="connsiteX8" fmla="*/ 387480 w 403317"/>
                    <a:gd name="connsiteY8" fmla="*/ 85734 h 118412"/>
                    <a:gd name="connsiteX9" fmla="*/ 333505 w 403317"/>
                    <a:gd name="connsiteY9" fmla="*/ 95259 h 118412"/>
                    <a:gd name="connsiteX10" fmla="*/ 298580 w 403317"/>
                    <a:gd name="connsiteY10" fmla="*/ 92084 h 118412"/>
                    <a:gd name="connsiteX11" fmla="*/ 289055 w 403317"/>
                    <a:gd name="connsiteY11" fmla="*/ 53984 h 118412"/>
                    <a:gd name="connsiteX12" fmla="*/ 285880 w 403317"/>
                    <a:gd name="connsiteY12" fmla="*/ 88909 h 118412"/>
                    <a:gd name="connsiteX13" fmla="*/ 244605 w 403317"/>
                    <a:gd name="connsiteY13" fmla="*/ 117484 h 118412"/>
                    <a:gd name="connsiteX14" fmla="*/ 155705 w 403317"/>
                    <a:gd name="connsiteY14" fmla="*/ 104784 h 118412"/>
                    <a:gd name="connsiteX15" fmla="*/ 155705 w 403317"/>
                    <a:gd name="connsiteY15" fmla="*/ 41284 h 118412"/>
                    <a:gd name="connsiteX16" fmla="*/ 158880 w 403317"/>
                    <a:gd name="connsiteY16" fmla="*/ 88909 h 118412"/>
                    <a:gd name="connsiteX17" fmla="*/ 123955 w 403317"/>
                    <a:gd name="connsiteY17" fmla="*/ 107959 h 118412"/>
                    <a:gd name="connsiteX18" fmla="*/ 60455 w 403317"/>
                    <a:gd name="connsiteY18" fmla="*/ 104784 h 118412"/>
                    <a:gd name="connsiteX19" fmla="*/ 57280 w 403317"/>
                    <a:gd name="connsiteY19" fmla="*/ 63509 h 118412"/>
                    <a:gd name="connsiteX20" fmla="*/ 57280 w 403317"/>
                    <a:gd name="connsiteY20" fmla="*/ 63509 h 118412"/>
                    <a:gd name="connsiteX21" fmla="*/ 54105 w 403317"/>
                    <a:gd name="connsiteY21" fmla="*/ 92084 h 118412"/>
                    <a:gd name="connsiteX22" fmla="*/ 130 w 403317"/>
                    <a:gd name="connsiteY22" fmla="*/ 79384 h 118412"/>
                    <a:gd name="connsiteX0" fmla="*/ 130 w 403317"/>
                    <a:gd name="connsiteY0" fmla="*/ 79376 h 118404"/>
                    <a:gd name="connsiteX1" fmla="*/ 41405 w 403317"/>
                    <a:gd name="connsiteY1" fmla="*/ 31751 h 118404"/>
                    <a:gd name="connsiteX2" fmla="*/ 114430 w 403317"/>
                    <a:gd name="connsiteY2" fmla="*/ 11113 h 118404"/>
                    <a:gd name="connsiteX3" fmla="*/ 171580 w 403317"/>
                    <a:gd name="connsiteY3" fmla="*/ 12701 h 118404"/>
                    <a:gd name="connsiteX4" fmla="*/ 190630 w 403317"/>
                    <a:gd name="connsiteY4" fmla="*/ 1 h 118404"/>
                    <a:gd name="connsiteX5" fmla="*/ 237840 w 403317"/>
                    <a:gd name="connsiteY5" fmla="*/ 12432 h 118404"/>
                    <a:gd name="connsiteX6" fmla="*/ 300961 w 403317"/>
                    <a:gd name="connsiteY6" fmla="*/ 35720 h 118404"/>
                    <a:gd name="connsiteX7" fmla="*/ 397005 w 403317"/>
                    <a:gd name="connsiteY7" fmla="*/ 66676 h 118404"/>
                    <a:gd name="connsiteX8" fmla="*/ 387480 w 403317"/>
                    <a:gd name="connsiteY8" fmla="*/ 85726 h 118404"/>
                    <a:gd name="connsiteX9" fmla="*/ 333505 w 403317"/>
                    <a:gd name="connsiteY9" fmla="*/ 95251 h 118404"/>
                    <a:gd name="connsiteX10" fmla="*/ 298580 w 403317"/>
                    <a:gd name="connsiteY10" fmla="*/ 92076 h 118404"/>
                    <a:gd name="connsiteX11" fmla="*/ 289055 w 403317"/>
                    <a:gd name="connsiteY11" fmla="*/ 53976 h 118404"/>
                    <a:gd name="connsiteX12" fmla="*/ 285880 w 403317"/>
                    <a:gd name="connsiteY12" fmla="*/ 88901 h 118404"/>
                    <a:gd name="connsiteX13" fmla="*/ 244605 w 403317"/>
                    <a:gd name="connsiteY13" fmla="*/ 117476 h 118404"/>
                    <a:gd name="connsiteX14" fmla="*/ 155705 w 403317"/>
                    <a:gd name="connsiteY14" fmla="*/ 104776 h 118404"/>
                    <a:gd name="connsiteX15" fmla="*/ 155705 w 403317"/>
                    <a:gd name="connsiteY15" fmla="*/ 41276 h 118404"/>
                    <a:gd name="connsiteX16" fmla="*/ 158880 w 403317"/>
                    <a:gd name="connsiteY16" fmla="*/ 88901 h 118404"/>
                    <a:gd name="connsiteX17" fmla="*/ 123955 w 403317"/>
                    <a:gd name="connsiteY17" fmla="*/ 107951 h 118404"/>
                    <a:gd name="connsiteX18" fmla="*/ 60455 w 403317"/>
                    <a:gd name="connsiteY18" fmla="*/ 104776 h 118404"/>
                    <a:gd name="connsiteX19" fmla="*/ 57280 w 403317"/>
                    <a:gd name="connsiteY19" fmla="*/ 63501 h 118404"/>
                    <a:gd name="connsiteX20" fmla="*/ 57280 w 403317"/>
                    <a:gd name="connsiteY20" fmla="*/ 63501 h 118404"/>
                    <a:gd name="connsiteX21" fmla="*/ 54105 w 403317"/>
                    <a:gd name="connsiteY21" fmla="*/ 92076 h 118404"/>
                    <a:gd name="connsiteX22" fmla="*/ 130 w 403317"/>
                    <a:gd name="connsiteY22" fmla="*/ 79376 h 118404"/>
                    <a:gd name="connsiteX0" fmla="*/ 130 w 401445"/>
                    <a:gd name="connsiteY0" fmla="*/ 79376 h 118404"/>
                    <a:gd name="connsiteX1" fmla="*/ 41405 w 401445"/>
                    <a:gd name="connsiteY1" fmla="*/ 31751 h 118404"/>
                    <a:gd name="connsiteX2" fmla="*/ 114430 w 401445"/>
                    <a:gd name="connsiteY2" fmla="*/ 11113 h 118404"/>
                    <a:gd name="connsiteX3" fmla="*/ 171580 w 401445"/>
                    <a:gd name="connsiteY3" fmla="*/ 12701 h 118404"/>
                    <a:gd name="connsiteX4" fmla="*/ 190630 w 401445"/>
                    <a:gd name="connsiteY4" fmla="*/ 1 h 118404"/>
                    <a:gd name="connsiteX5" fmla="*/ 237840 w 401445"/>
                    <a:gd name="connsiteY5" fmla="*/ 12432 h 118404"/>
                    <a:gd name="connsiteX6" fmla="*/ 300961 w 401445"/>
                    <a:gd name="connsiteY6" fmla="*/ 35720 h 118404"/>
                    <a:gd name="connsiteX7" fmla="*/ 394623 w 401445"/>
                    <a:gd name="connsiteY7" fmla="*/ 76201 h 118404"/>
                    <a:gd name="connsiteX8" fmla="*/ 387480 w 401445"/>
                    <a:gd name="connsiteY8" fmla="*/ 85726 h 118404"/>
                    <a:gd name="connsiteX9" fmla="*/ 333505 w 401445"/>
                    <a:gd name="connsiteY9" fmla="*/ 95251 h 118404"/>
                    <a:gd name="connsiteX10" fmla="*/ 298580 w 401445"/>
                    <a:gd name="connsiteY10" fmla="*/ 92076 h 118404"/>
                    <a:gd name="connsiteX11" fmla="*/ 289055 w 401445"/>
                    <a:gd name="connsiteY11" fmla="*/ 53976 h 118404"/>
                    <a:gd name="connsiteX12" fmla="*/ 285880 w 401445"/>
                    <a:gd name="connsiteY12" fmla="*/ 88901 h 118404"/>
                    <a:gd name="connsiteX13" fmla="*/ 244605 w 401445"/>
                    <a:gd name="connsiteY13" fmla="*/ 117476 h 118404"/>
                    <a:gd name="connsiteX14" fmla="*/ 155705 w 401445"/>
                    <a:gd name="connsiteY14" fmla="*/ 104776 h 118404"/>
                    <a:gd name="connsiteX15" fmla="*/ 155705 w 401445"/>
                    <a:gd name="connsiteY15" fmla="*/ 41276 h 118404"/>
                    <a:gd name="connsiteX16" fmla="*/ 158880 w 401445"/>
                    <a:gd name="connsiteY16" fmla="*/ 88901 h 118404"/>
                    <a:gd name="connsiteX17" fmla="*/ 123955 w 401445"/>
                    <a:gd name="connsiteY17" fmla="*/ 107951 h 118404"/>
                    <a:gd name="connsiteX18" fmla="*/ 60455 w 401445"/>
                    <a:gd name="connsiteY18" fmla="*/ 104776 h 118404"/>
                    <a:gd name="connsiteX19" fmla="*/ 57280 w 401445"/>
                    <a:gd name="connsiteY19" fmla="*/ 63501 h 118404"/>
                    <a:gd name="connsiteX20" fmla="*/ 57280 w 401445"/>
                    <a:gd name="connsiteY20" fmla="*/ 63501 h 118404"/>
                    <a:gd name="connsiteX21" fmla="*/ 54105 w 401445"/>
                    <a:gd name="connsiteY21" fmla="*/ 92076 h 118404"/>
                    <a:gd name="connsiteX22" fmla="*/ 130 w 401445"/>
                    <a:gd name="connsiteY22" fmla="*/ 79376 h 118404"/>
                    <a:gd name="connsiteX0" fmla="*/ 130 w 392494"/>
                    <a:gd name="connsiteY0" fmla="*/ 79376 h 118404"/>
                    <a:gd name="connsiteX1" fmla="*/ 41405 w 392494"/>
                    <a:gd name="connsiteY1" fmla="*/ 31751 h 118404"/>
                    <a:gd name="connsiteX2" fmla="*/ 114430 w 392494"/>
                    <a:gd name="connsiteY2" fmla="*/ 11113 h 118404"/>
                    <a:gd name="connsiteX3" fmla="*/ 171580 w 392494"/>
                    <a:gd name="connsiteY3" fmla="*/ 12701 h 118404"/>
                    <a:gd name="connsiteX4" fmla="*/ 190630 w 392494"/>
                    <a:gd name="connsiteY4" fmla="*/ 1 h 118404"/>
                    <a:gd name="connsiteX5" fmla="*/ 237840 w 392494"/>
                    <a:gd name="connsiteY5" fmla="*/ 12432 h 118404"/>
                    <a:gd name="connsiteX6" fmla="*/ 300961 w 392494"/>
                    <a:gd name="connsiteY6" fmla="*/ 35720 h 118404"/>
                    <a:gd name="connsiteX7" fmla="*/ 380335 w 392494"/>
                    <a:gd name="connsiteY7" fmla="*/ 64295 h 118404"/>
                    <a:gd name="connsiteX8" fmla="*/ 387480 w 392494"/>
                    <a:gd name="connsiteY8" fmla="*/ 85726 h 118404"/>
                    <a:gd name="connsiteX9" fmla="*/ 333505 w 392494"/>
                    <a:gd name="connsiteY9" fmla="*/ 95251 h 118404"/>
                    <a:gd name="connsiteX10" fmla="*/ 298580 w 392494"/>
                    <a:gd name="connsiteY10" fmla="*/ 92076 h 118404"/>
                    <a:gd name="connsiteX11" fmla="*/ 289055 w 392494"/>
                    <a:gd name="connsiteY11" fmla="*/ 53976 h 118404"/>
                    <a:gd name="connsiteX12" fmla="*/ 285880 w 392494"/>
                    <a:gd name="connsiteY12" fmla="*/ 88901 h 118404"/>
                    <a:gd name="connsiteX13" fmla="*/ 244605 w 392494"/>
                    <a:gd name="connsiteY13" fmla="*/ 117476 h 118404"/>
                    <a:gd name="connsiteX14" fmla="*/ 155705 w 392494"/>
                    <a:gd name="connsiteY14" fmla="*/ 104776 h 118404"/>
                    <a:gd name="connsiteX15" fmla="*/ 155705 w 392494"/>
                    <a:gd name="connsiteY15" fmla="*/ 41276 h 118404"/>
                    <a:gd name="connsiteX16" fmla="*/ 158880 w 392494"/>
                    <a:gd name="connsiteY16" fmla="*/ 88901 h 118404"/>
                    <a:gd name="connsiteX17" fmla="*/ 123955 w 392494"/>
                    <a:gd name="connsiteY17" fmla="*/ 107951 h 118404"/>
                    <a:gd name="connsiteX18" fmla="*/ 60455 w 392494"/>
                    <a:gd name="connsiteY18" fmla="*/ 104776 h 118404"/>
                    <a:gd name="connsiteX19" fmla="*/ 57280 w 392494"/>
                    <a:gd name="connsiteY19" fmla="*/ 63501 h 118404"/>
                    <a:gd name="connsiteX20" fmla="*/ 57280 w 392494"/>
                    <a:gd name="connsiteY20" fmla="*/ 63501 h 118404"/>
                    <a:gd name="connsiteX21" fmla="*/ 54105 w 392494"/>
                    <a:gd name="connsiteY21" fmla="*/ 92076 h 118404"/>
                    <a:gd name="connsiteX22" fmla="*/ 130 w 392494"/>
                    <a:gd name="connsiteY22" fmla="*/ 79376 h 11840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8880 w 392494"/>
                    <a:gd name="connsiteY16" fmla="*/ 79751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1737 w 392494"/>
                    <a:gd name="connsiteY16" fmla="*/ 79751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6500 w 392494"/>
                    <a:gd name="connsiteY16" fmla="*/ 82132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44594 w 392494"/>
                    <a:gd name="connsiteY16" fmla="*/ 84513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840"/>
                    <a:gd name="connsiteX1" fmla="*/ 41405 w 392494"/>
                    <a:gd name="connsiteY1" fmla="*/ 22601 h 109840"/>
                    <a:gd name="connsiteX2" fmla="*/ 114430 w 392494"/>
                    <a:gd name="connsiteY2" fmla="*/ 1963 h 109840"/>
                    <a:gd name="connsiteX3" fmla="*/ 171580 w 392494"/>
                    <a:gd name="connsiteY3" fmla="*/ 3551 h 109840"/>
                    <a:gd name="connsiteX4" fmla="*/ 202536 w 392494"/>
                    <a:gd name="connsiteY4" fmla="*/ 376 h 109840"/>
                    <a:gd name="connsiteX5" fmla="*/ 237840 w 392494"/>
                    <a:gd name="connsiteY5" fmla="*/ 3282 h 109840"/>
                    <a:gd name="connsiteX6" fmla="*/ 300961 w 392494"/>
                    <a:gd name="connsiteY6" fmla="*/ 26570 h 109840"/>
                    <a:gd name="connsiteX7" fmla="*/ 380335 w 392494"/>
                    <a:gd name="connsiteY7" fmla="*/ 55145 h 109840"/>
                    <a:gd name="connsiteX8" fmla="*/ 387480 w 392494"/>
                    <a:gd name="connsiteY8" fmla="*/ 76576 h 109840"/>
                    <a:gd name="connsiteX9" fmla="*/ 333505 w 392494"/>
                    <a:gd name="connsiteY9" fmla="*/ 86101 h 109840"/>
                    <a:gd name="connsiteX10" fmla="*/ 298580 w 392494"/>
                    <a:gd name="connsiteY10" fmla="*/ 82926 h 109840"/>
                    <a:gd name="connsiteX11" fmla="*/ 289055 w 392494"/>
                    <a:gd name="connsiteY11" fmla="*/ 44826 h 109840"/>
                    <a:gd name="connsiteX12" fmla="*/ 285880 w 392494"/>
                    <a:gd name="connsiteY12" fmla="*/ 79751 h 109840"/>
                    <a:gd name="connsiteX13" fmla="*/ 244605 w 392494"/>
                    <a:gd name="connsiteY13" fmla="*/ 108326 h 109840"/>
                    <a:gd name="connsiteX14" fmla="*/ 167611 w 392494"/>
                    <a:gd name="connsiteY14" fmla="*/ 98008 h 109840"/>
                    <a:gd name="connsiteX15" fmla="*/ 155705 w 392494"/>
                    <a:gd name="connsiteY15" fmla="*/ 32126 h 109840"/>
                    <a:gd name="connsiteX16" fmla="*/ 144594 w 392494"/>
                    <a:gd name="connsiteY16" fmla="*/ 84513 h 109840"/>
                    <a:gd name="connsiteX17" fmla="*/ 123955 w 392494"/>
                    <a:gd name="connsiteY17" fmla="*/ 98801 h 109840"/>
                    <a:gd name="connsiteX18" fmla="*/ 60455 w 392494"/>
                    <a:gd name="connsiteY18" fmla="*/ 95626 h 109840"/>
                    <a:gd name="connsiteX19" fmla="*/ 57280 w 392494"/>
                    <a:gd name="connsiteY19" fmla="*/ 54351 h 109840"/>
                    <a:gd name="connsiteX20" fmla="*/ 57280 w 392494"/>
                    <a:gd name="connsiteY20" fmla="*/ 54351 h 109840"/>
                    <a:gd name="connsiteX21" fmla="*/ 54105 w 392494"/>
                    <a:gd name="connsiteY21" fmla="*/ 82926 h 109840"/>
                    <a:gd name="connsiteX22" fmla="*/ 130 w 392494"/>
                    <a:gd name="connsiteY22" fmla="*/ 70226 h 109840"/>
                    <a:gd name="connsiteX0" fmla="*/ 130 w 392494"/>
                    <a:gd name="connsiteY0" fmla="*/ 70226 h 109840"/>
                    <a:gd name="connsiteX1" fmla="*/ 41405 w 392494"/>
                    <a:gd name="connsiteY1" fmla="*/ 22601 h 109840"/>
                    <a:gd name="connsiteX2" fmla="*/ 114430 w 392494"/>
                    <a:gd name="connsiteY2" fmla="*/ 1963 h 109840"/>
                    <a:gd name="connsiteX3" fmla="*/ 171580 w 392494"/>
                    <a:gd name="connsiteY3" fmla="*/ 3551 h 109840"/>
                    <a:gd name="connsiteX4" fmla="*/ 202536 w 392494"/>
                    <a:gd name="connsiteY4" fmla="*/ 376 h 109840"/>
                    <a:gd name="connsiteX5" fmla="*/ 237840 w 392494"/>
                    <a:gd name="connsiteY5" fmla="*/ 3282 h 109840"/>
                    <a:gd name="connsiteX6" fmla="*/ 300961 w 392494"/>
                    <a:gd name="connsiteY6" fmla="*/ 26570 h 109840"/>
                    <a:gd name="connsiteX7" fmla="*/ 380335 w 392494"/>
                    <a:gd name="connsiteY7" fmla="*/ 55145 h 109840"/>
                    <a:gd name="connsiteX8" fmla="*/ 387480 w 392494"/>
                    <a:gd name="connsiteY8" fmla="*/ 76576 h 109840"/>
                    <a:gd name="connsiteX9" fmla="*/ 333505 w 392494"/>
                    <a:gd name="connsiteY9" fmla="*/ 86101 h 109840"/>
                    <a:gd name="connsiteX10" fmla="*/ 298580 w 392494"/>
                    <a:gd name="connsiteY10" fmla="*/ 82926 h 109840"/>
                    <a:gd name="connsiteX11" fmla="*/ 289055 w 392494"/>
                    <a:gd name="connsiteY11" fmla="*/ 44826 h 109840"/>
                    <a:gd name="connsiteX12" fmla="*/ 285880 w 392494"/>
                    <a:gd name="connsiteY12" fmla="*/ 79751 h 109840"/>
                    <a:gd name="connsiteX13" fmla="*/ 244605 w 392494"/>
                    <a:gd name="connsiteY13" fmla="*/ 108326 h 109840"/>
                    <a:gd name="connsiteX14" fmla="*/ 167611 w 392494"/>
                    <a:gd name="connsiteY14" fmla="*/ 98008 h 109840"/>
                    <a:gd name="connsiteX15" fmla="*/ 155705 w 392494"/>
                    <a:gd name="connsiteY15" fmla="*/ 32126 h 109840"/>
                    <a:gd name="connsiteX16" fmla="*/ 151738 w 392494"/>
                    <a:gd name="connsiteY16" fmla="*/ 86894 h 109840"/>
                    <a:gd name="connsiteX17" fmla="*/ 123955 w 392494"/>
                    <a:gd name="connsiteY17" fmla="*/ 98801 h 109840"/>
                    <a:gd name="connsiteX18" fmla="*/ 60455 w 392494"/>
                    <a:gd name="connsiteY18" fmla="*/ 95626 h 109840"/>
                    <a:gd name="connsiteX19" fmla="*/ 57280 w 392494"/>
                    <a:gd name="connsiteY19" fmla="*/ 54351 h 109840"/>
                    <a:gd name="connsiteX20" fmla="*/ 57280 w 392494"/>
                    <a:gd name="connsiteY20" fmla="*/ 54351 h 109840"/>
                    <a:gd name="connsiteX21" fmla="*/ 54105 w 392494"/>
                    <a:gd name="connsiteY21" fmla="*/ 82926 h 109840"/>
                    <a:gd name="connsiteX22" fmla="*/ 130 w 392494"/>
                    <a:gd name="connsiteY22" fmla="*/ 70226 h 10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2494" h="109840">
                      <a:moveTo>
                        <a:pt x="130" y="70226"/>
                      </a:moveTo>
                      <a:cubicBezTo>
                        <a:pt x="-1987" y="60172"/>
                        <a:pt x="22355" y="33978"/>
                        <a:pt x="41405" y="22601"/>
                      </a:cubicBezTo>
                      <a:cubicBezTo>
                        <a:pt x="60455" y="11224"/>
                        <a:pt x="92734" y="5138"/>
                        <a:pt x="114430" y="1963"/>
                      </a:cubicBezTo>
                      <a:cubicBezTo>
                        <a:pt x="136126" y="-1212"/>
                        <a:pt x="156896" y="3816"/>
                        <a:pt x="171580" y="3551"/>
                      </a:cubicBezTo>
                      <a:cubicBezTo>
                        <a:pt x="186264" y="3287"/>
                        <a:pt x="191493" y="421"/>
                        <a:pt x="202536" y="376"/>
                      </a:cubicBezTo>
                      <a:cubicBezTo>
                        <a:pt x="213579" y="331"/>
                        <a:pt x="221436" y="-1481"/>
                        <a:pt x="237840" y="3282"/>
                      </a:cubicBezTo>
                      <a:cubicBezTo>
                        <a:pt x="254244" y="8045"/>
                        <a:pt x="277212" y="17926"/>
                        <a:pt x="300961" y="26570"/>
                      </a:cubicBezTo>
                      <a:cubicBezTo>
                        <a:pt x="324710" y="35214"/>
                        <a:pt x="365915" y="46811"/>
                        <a:pt x="380335" y="55145"/>
                      </a:cubicBezTo>
                      <a:cubicBezTo>
                        <a:pt x="394755" y="63479"/>
                        <a:pt x="395285" y="71417"/>
                        <a:pt x="387480" y="76576"/>
                      </a:cubicBezTo>
                      <a:cubicBezTo>
                        <a:pt x="379675" y="81735"/>
                        <a:pt x="348322" y="85043"/>
                        <a:pt x="333505" y="86101"/>
                      </a:cubicBezTo>
                      <a:cubicBezTo>
                        <a:pt x="318688" y="87159"/>
                        <a:pt x="305988" y="89805"/>
                        <a:pt x="298580" y="82926"/>
                      </a:cubicBezTo>
                      <a:cubicBezTo>
                        <a:pt x="291172" y="76047"/>
                        <a:pt x="291172" y="45355"/>
                        <a:pt x="289055" y="44826"/>
                      </a:cubicBezTo>
                      <a:cubicBezTo>
                        <a:pt x="286938" y="44297"/>
                        <a:pt x="293288" y="69168"/>
                        <a:pt x="285880" y="79751"/>
                      </a:cubicBezTo>
                      <a:cubicBezTo>
                        <a:pt x="278472" y="90334"/>
                        <a:pt x="264316" y="105283"/>
                        <a:pt x="244605" y="108326"/>
                      </a:cubicBezTo>
                      <a:cubicBezTo>
                        <a:pt x="224894" y="111369"/>
                        <a:pt x="182428" y="110708"/>
                        <a:pt x="167611" y="98008"/>
                      </a:cubicBezTo>
                      <a:cubicBezTo>
                        <a:pt x="152794" y="85308"/>
                        <a:pt x="158350" y="33978"/>
                        <a:pt x="155705" y="32126"/>
                      </a:cubicBezTo>
                      <a:cubicBezTo>
                        <a:pt x="153060" y="30274"/>
                        <a:pt x="157030" y="75781"/>
                        <a:pt x="151738" y="86894"/>
                      </a:cubicBezTo>
                      <a:cubicBezTo>
                        <a:pt x="146446" y="98007"/>
                        <a:pt x="139169" y="97346"/>
                        <a:pt x="123955" y="98801"/>
                      </a:cubicBezTo>
                      <a:cubicBezTo>
                        <a:pt x="108741" y="100256"/>
                        <a:pt x="71568" y="103034"/>
                        <a:pt x="60455" y="95626"/>
                      </a:cubicBezTo>
                      <a:cubicBezTo>
                        <a:pt x="49343" y="88218"/>
                        <a:pt x="57280" y="54351"/>
                        <a:pt x="57280" y="54351"/>
                      </a:cubicBezTo>
                      <a:lnTo>
                        <a:pt x="57280" y="54351"/>
                      </a:lnTo>
                      <a:cubicBezTo>
                        <a:pt x="56751" y="59113"/>
                        <a:pt x="56751" y="77105"/>
                        <a:pt x="54105" y="82926"/>
                      </a:cubicBezTo>
                      <a:cubicBezTo>
                        <a:pt x="51459" y="88747"/>
                        <a:pt x="2247" y="80280"/>
                        <a:pt x="130" y="70226"/>
                      </a:cubicBezTo>
                      <a:close/>
                    </a:path>
                  </a:pathLst>
                </a:cu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CD1C853D-3F83-325C-BD93-CC9478D6BB48}"/>
                    </a:ext>
                  </a:extLst>
                </p:cNvPr>
                <p:cNvSpPr/>
                <p:nvPr/>
              </p:nvSpPr>
              <p:spPr>
                <a:xfrm>
                  <a:off x="2651780" y="3667829"/>
                  <a:ext cx="306519" cy="88489"/>
                </a:xfrm>
                <a:custGeom>
                  <a:avLst/>
                  <a:gdLst>
                    <a:gd name="connsiteX0" fmla="*/ 92 w 307054"/>
                    <a:gd name="connsiteY0" fmla="*/ 32207 h 68794"/>
                    <a:gd name="connsiteX1" fmla="*/ 47717 w 307054"/>
                    <a:gd name="connsiteY1" fmla="*/ 6807 h 68794"/>
                    <a:gd name="connsiteX2" fmla="*/ 181067 w 307054"/>
                    <a:gd name="connsiteY2" fmla="*/ 457 h 68794"/>
                    <a:gd name="connsiteX3" fmla="*/ 244567 w 307054"/>
                    <a:gd name="connsiteY3" fmla="*/ 16332 h 68794"/>
                    <a:gd name="connsiteX4" fmla="*/ 301717 w 307054"/>
                    <a:gd name="connsiteY4" fmla="*/ 22682 h 68794"/>
                    <a:gd name="connsiteX5" fmla="*/ 301717 w 307054"/>
                    <a:gd name="connsiteY5" fmla="*/ 41732 h 68794"/>
                    <a:gd name="connsiteX6" fmla="*/ 276317 w 307054"/>
                    <a:gd name="connsiteY6" fmla="*/ 41732 h 68794"/>
                    <a:gd name="connsiteX7" fmla="*/ 241392 w 307054"/>
                    <a:gd name="connsiteY7" fmla="*/ 32207 h 68794"/>
                    <a:gd name="connsiteX8" fmla="*/ 212817 w 307054"/>
                    <a:gd name="connsiteY8" fmla="*/ 38557 h 68794"/>
                    <a:gd name="connsiteX9" fmla="*/ 196942 w 307054"/>
                    <a:gd name="connsiteY9" fmla="*/ 67132 h 68794"/>
                    <a:gd name="connsiteX10" fmla="*/ 174717 w 307054"/>
                    <a:gd name="connsiteY10" fmla="*/ 60782 h 68794"/>
                    <a:gd name="connsiteX11" fmla="*/ 171542 w 307054"/>
                    <a:gd name="connsiteY11" fmla="*/ 22682 h 68794"/>
                    <a:gd name="connsiteX12" fmla="*/ 136617 w 307054"/>
                    <a:gd name="connsiteY12" fmla="*/ 19507 h 68794"/>
                    <a:gd name="connsiteX13" fmla="*/ 82642 w 307054"/>
                    <a:gd name="connsiteY13" fmla="*/ 22682 h 68794"/>
                    <a:gd name="connsiteX14" fmla="*/ 76292 w 307054"/>
                    <a:gd name="connsiteY14" fmla="*/ 48082 h 68794"/>
                    <a:gd name="connsiteX15" fmla="*/ 73117 w 307054"/>
                    <a:gd name="connsiteY15" fmla="*/ 60782 h 68794"/>
                    <a:gd name="connsiteX16" fmla="*/ 57242 w 307054"/>
                    <a:gd name="connsiteY16" fmla="*/ 48082 h 68794"/>
                    <a:gd name="connsiteX17" fmla="*/ 92 w 307054"/>
                    <a:gd name="connsiteY17" fmla="*/ 32207 h 68794"/>
                    <a:gd name="connsiteX0" fmla="*/ 92 w 307054"/>
                    <a:gd name="connsiteY0" fmla="*/ 32207 h 68794"/>
                    <a:gd name="connsiteX1" fmla="*/ 47717 w 307054"/>
                    <a:gd name="connsiteY1" fmla="*/ 6807 h 68794"/>
                    <a:gd name="connsiteX2" fmla="*/ 181067 w 307054"/>
                    <a:gd name="connsiteY2" fmla="*/ 457 h 68794"/>
                    <a:gd name="connsiteX3" fmla="*/ 244567 w 307054"/>
                    <a:gd name="connsiteY3" fmla="*/ 16332 h 68794"/>
                    <a:gd name="connsiteX4" fmla="*/ 301717 w 307054"/>
                    <a:gd name="connsiteY4" fmla="*/ 22682 h 68794"/>
                    <a:gd name="connsiteX5" fmla="*/ 301717 w 307054"/>
                    <a:gd name="connsiteY5" fmla="*/ 53638 h 68794"/>
                    <a:gd name="connsiteX6" fmla="*/ 276317 w 307054"/>
                    <a:gd name="connsiteY6" fmla="*/ 41732 h 68794"/>
                    <a:gd name="connsiteX7" fmla="*/ 241392 w 307054"/>
                    <a:gd name="connsiteY7" fmla="*/ 32207 h 68794"/>
                    <a:gd name="connsiteX8" fmla="*/ 212817 w 307054"/>
                    <a:gd name="connsiteY8" fmla="*/ 38557 h 68794"/>
                    <a:gd name="connsiteX9" fmla="*/ 196942 w 307054"/>
                    <a:gd name="connsiteY9" fmla="*/ 67132 h 68794"/>
                    <a:gd name="connsiteX10" fmla="*/ 174717 w 307054"/>
                    <a:gd name="connsiteY10" fmla="*/ 60782 h 68794"/>
                    <a:gd name="connsiteX11" fmla="*/ 171542 w 307054"/>
                    <a:gd name="connsiteY11" fmla="*/ 22682 h 68794"/>
                    <a:gd name="connsiteX12" fmla="*/ 136617 w 307054"/>
                    <a:gd name="connsiteY12" fmla="*/ 19507 h 68794"/>
                    <a:gd name="connsiteX13" fmla="*/ 82642 w 307054"/>
                    <a:gd name="connsiteY13" fmla="*/ 22682 h 68794"/>
                    <a:gd name="connsiteX14" fmla="*/ 76292 w 307054"/>
                    <a:gd name="connsiteY14" fmla="*/ 48082 h 68794"/>
                    <a:gd name="connsiteX15" fmla="*/ 73117 w 307054"/>
                    <a:gd name="connsiteY15" fmla="*/ 60782 h 68794"/>
                    <a:gd name="connsiteX16" fmla="*/ 57242 w 307054"/>
                    <a:gd name="connsiteY16" fmla="*/ 48082 h 68794"/>
                    <a:gd name="connsiteX17" fmla="*/ 92 w 307054"/>
                    <a:gd name="connsiteY17" fmla="*/ 32207 h 68794"/>
                    <a:gd name="connsiteX0" fmla="*/ 92 w 303333"/>
                    <a:gd name="connsiteY0" fmla="*/ 32207 h 68794"/>
                    <a:gd name="connsiteX1" fmla="*/ 47717 w 303333"/>
                    <a:gd name="connsiteY1" fmla="*/ 6807 h 68794"/>
                    <a:gd name="connsiteX2" fmla="*/ 181067 w 303333"/>
                    <a:gd name="connsiteY2" fmla="*/ 457 h 68794"/>
                    <a:gd name="connsiteX3" fmla="*/ 244567 w 303333"/>
                    <a:gd name="connsiteY3" fmla="*/ 16332 h 68794"/>
                    <a:gd name="connsiteX4" fmla="*/ 294573 w 303333"/>
                    <a:gd name="connsiteY4" fmla="*/ 32207 h 68794"/>
                    <a:gd name="connsiteX5" fmla="*/ 301717 w 303333"/>
                    <a:gd name="connsiteY5" fmla="*/ 53638 h 68794"/>
                    <a:gd name="connsiteX6" fmla="*/ 276317 w 303333"/>
                    <a:gd name="connsiteY6" fmla="*/ 41732 h 68794"/>
                    <a:gd name="connsiteX7" fmla="*/ 241392 w 303333"/>
                    <a:gd name="connsiteY7" fmla="*/ 32207 h 68794"/>
                    <a:gd name="connsiteX8" fmla="*/ 212817 w 303333"/>
                    <a:gd name="connsiteY8" fmla="*/ 38557 h 68794"/>
                    <a:gd name="connsiteX9" fmla="*/ 196942 w 303333"/>
                    <a:gd name="connsiteY9" fmla="*/ 67132 h 68794"/>
                    <a:gd name="connsiteX10" fmla="*/ 174717 w 303333"/>
                    <a:gd name="connsiteY10" fmla="*/ 60782 h 68794"/>
                    <a:gd name="connsiteX11" fmla="*/ 171542 w 303333"/>
                    <a:gd name="connsiteY11" fmla="*/ 22682 h 68794"/>
                    <a:gd name="connsiteX12" fmla="*/ 136617 w 303333"/>
                    <a:gd name="connsiteY12" fmla="*/ 19507 h 68794"/>
                    <a:gd name="connsiteX13" fmla="*/ 82642 w 303333"/>
                    <a:gd name="connsiteY13" fmla="*/ 22682 h 68794"/>
                    <a:gd name="connsiteX14" fmla="*/ 76292 w 303333"/>
                    <a:gd name="connsiteY14" fmla="*/ 48082 h 68794"/>
                    <a:gd name="connsiteX15" fmla="*/ 73117 w 303333"/>
                    <a:gd name="connsiteY15" fmla="*/ 60782 h 68794"/>
                    <a:gd name="connsiteX16" fmla="*/ 57242 w 303333"/>
                    <a:gd name="connsiteY16" fmla="*/ 48082 h 68794"/>
                    <a:gd name="connsiteX17" fmla="*/ 92 w 303333"/>
                    <a:gd name="connsiteY17" fmla="*/ 32207 h 68794"/>
                    <a:gd name="connsiteX0" fmla="*/ 92 w 303333"/>
                    <a:gd name="connsiteY0" fmla="*/ 32207 h 68794"/>
                    <a:gd name="connsiteX1" fmla="*/ 47717 w 303333"/>
                    <a:gd name="connsiteY1" fmla="*/ 6807 h 68794"/>
                    <a:gd name="connsiteX2" fmla="*/ 181067 w 303333"/>
                    <a:gd name="connsiteY2" fmla="*/ 457 h 68794"/>
                    <a:gd name="connsiteX3" fmla="*/ 244567 w 303333"/>
                    <a:gd name="connsiteY3" fmla="*/ 16332 h 68794"/>
                    <a:gd name="connsiteX4" fmla="*/ 294573 w 303333"/>
                    <a:gd name="connsiteY4" fmla="*/ 32207 h 68794"/>
                    <a:gd name="connsiteX5" fmla="*/ 301717 w 303333"/>
                    <a:gd name="connsiteY5" fmla="*/ 53638 h 68794"/>
                    <a:gd name="connsiteX6" fmla="*/ 276317 w 303333"/>
                    <a:gd name="connsiteY6" fmla="*/ 41732 h 68794"/>
                    <a:gd name="connsiteX7" fmla="*/ 241392 w 303333"/>
                    <a:gd name="connsiteY7" fmla="*/ 20300 h 68794"/>
                    <a:gd name="connsiteX8" fmla="*/ 212817 w 303333"/>
                    <a:gd name="connsiteY8" fmla="*/ 38557 h 68794"/>
                    <a:gd name="connsiteX9" fmla="*/ 196942 w 303333"/>
                    <a:gd name="connsiteY9" fmla="*/ 67132 h 68794"/>
                    <a:gd name="connsiteX10" fmla="*/ 174717 w 303333"/>
                    <a:gd name="connsiteY10" fmla="*/ 60782 h 68794"/>
                    <a:gd name="connsiteX11" fmla="*/ 171542 w 303333"/>
                    <a:gd name="connsiteY11" fmla="*/ 22682 h 68794"/>
                    <a:gd name="connsiteX12" fmla="*/ 136617 w 303333"/>
                    <a:gd name="connsiteY12" fmla="*/ 19507 h 68794"/>
                    <a:gd name="connsiteX13" fmla="*/ 82642 w 303333"/>
                    <a:gd name="connsiteY13" fmla="*/ 22682 h 68794"/>
                    <a:gd name="connsiteX14" fmla="*/ 76292 w 303333"/>
                    <a:gd name="connsiteY14" fmla="*/ 48082 h 68794"/>
                    <a:gd name="connsiteX15" fmla="*/ 73117 w 303333"/>
                    <a:gd name="connsiteY15" fmla="*/ 60782 h 68794"/>
                    <a:gd name="connsiteX16" fmla="*/ 57242 w 303333"/>
                    <a:gd name="connsiteY16" fmla="*/ 48082 h 68794"/>
                    <a:gd name="connsiteX17" fmla="*/ 92 w 303333"/>
                    <a:gd name="connsiteY17" fmla="*/ 32207 h 68794"/>
                    <a:gd name="connsiteX0" fmla="*/ 92 w 303333"/>
                    <a:gd name="connsiteY0" fmla="*/ 39085 h 75672"/>
                    <a:gd name="connsiteX1" fmla="*/ 47717 w 303333"/>
                    <a:gd name="connsiteY1" fmla="*/ 13685 h 75672"/>
                    <a:gd name="connsiteX2" fmla="*/ 181067 w 303333"/>
                    <a:gd name="connsiteY2" fmla="*/ 191 h 75672"/>
                    <a:gd name="connsiteX3" fmla="*/ 244567 w 303333"/>
                    <a:gd name="connsiteY3" fmla="*/ 23210 h 75672"/>
                    <a:gd name="connsiteX4" fmla="*/ 294573 w 303333"/>
                    <a:gd name="connsiteY4" fmla="*/ 39085 h 75672"/>
                    <a:gd name="connsiteX5" fmla="*/ 301717 w 303333"/>
                    <a:gd name="connsiteY5" fmla="*/ 60516 h 75672"/>
                    <a:gd name="connsiteX6" fmla="*/ 276317 w 303333"/>
                    <a:gd name="connsiteY6" fmla="*/ 48610 h 75672"/>
                    <a:gd name="connsiteX7" fmla="*/ 241392 w 303333"/>
                    <a:gd name="connsiteY7" fmla="*/ 27178 h 75672"/>
                    <a:gd name="connsiteX8" fmla="*/ 212817 w 303333"/>
                    <a:gd name="connsiteY8" fmla="*/ 45435 h 75672"/>
                    <a:gd name="connsiteX9" fmla="*/ 196942 w 303333"/>
                    <a:gd name="connsiteY9" fmla="*/ 74010 h 75672"/>
                    <a:gd name="connsiteX10" fmla="*/ 174717 w 303333"/>
                    <a:gd name="connsiteY10" fmla="*/ 67660 h 75672"/>
                    <a:gd name="connsiteX11" fmla="*/ 171542 w 303333"/>
                    <a:gd name="connsiteY11" fmla="*/ 29560 h 75672"/>
                    <a:gd name="connsiteX12" fmla="*/ 136617 w 303333"/>
                    <a:gd name="connsiteY12" fmla="*/ 26385 h 75672"/>
                    <a:gd name="connsiteX13" fmla="*/ 82642 w 303333"/>
                    <a:gd name="connsiteY13" fmla="*/ 29560 h 75672"/>
                    <a:gd name="connsiteX14" fmla="*/ 76292 w 303333"/>
                    <a:gd name="connsiteY14" fmla="*/ 54960 h 75672"/>
                    <a:gd name="connsiteX15" fmla="*/ 73117 w 303333"/>
                    <a:gd name="connsiteY15" fmla="*/ 67660 h 75672"/>
                    <a:gd name="connsiteX16" fmla="*/ 57242 w 303333"/>
                    <a:gd name="connsiteY16" fmla="*/ 54960 h 75672"/>
                    <a:gd name="connsiteX17" fmla="*/ 92 w 303333"/>
                    <a:gd name="connsiteY17" fmla="*/ 39085 h 75672"/>
                    <a:gd name="connsiteX0" fmla="*/ 92 w 303333"/>
                    <a:gd name="connsiteY0" fmla="*/ 39085 h 75672"/>
                    <a:gd name="connsiteX1" fmla="*/ 47717 w 303333"/>
                    <a:gd name="connsiteY1" fmla="*/ 13685 h 75672"/>
                    <a:gd name="connsiteX2" fmla="*/ 181067 w 303333"/>
                    <a:gd name="connsiteY2" fmla="*/ 191 h 75672"/>
                    <a:gd name="connsiteX3" fmla="*/ 244567 w 303333"/>
                    <a:gd name="connsiteY3" fmla="*/ 23210 h 75672"/>
                    <a:gd name="connsiteX4" fmla="*/ 294573 w 303333"/>
                    <a:gd name="connsiteY4" fmla="*/ 39085 h 75672"/>
                    <a:gd name="connsiteX5" fmla="*/ 301717 w 303333"/>
                    <a:gd name="connsiteY5" fmla="*/ 60516 h 75672"/>
                    <a:gd name="connsiteX6" fmla="*/ 276317 w 303333"/>
                    <a:gd name="connsiteY6" fmla="*/ 48610 h 75672"/>
                    <a:gd name="connsiteX7" fmla="*/ 241392 w 303333"/>
                    <a:gd name="connsiteY7" fmla="*/ 27178 h 75672"/>
                    <a:gd name="connsiteX8" fmla="*/ 212817 w 303333"/>
                    <a:gd name="connsiteY8" fmla="*/ 45435 h 75672"/>
                    <a:gd name="connsiteX9" fmla="*/ 196942 w 303333"/>
                    <a:gd name="connsiteY9" fmla="*/ 74010 h 75672"/>
                    <a:gd name="connsiteX10" fmla="*/ 174717 w 303333"/>
                    <a:gd name="connsiteY10" fmla="*/ 67660 h 75672"/>
                    <a:gd name="connsiteX11" fmla="*/ 171542 w 303333"/>
                    <a:gd name="connsiteY11" fmla="*/ 29560 h 75672"/>
                    <a:gd name="connsiteX12" fmla="*/ 136617 w 303333"/>
                    <a:gd name="connsiteY12" fmla="*/ 26385 h 75672"/>
                    <a:gd name="connsiteX13" fmla="*/ 82642 w 303333"/>
                    <a:gd name="connsiteY13" fmla="*/ 29560 h 75672"/>
                    <a:gd name="connsiteX14" fmla="*/ 76292 w 303333"/>
                    <a:gd name="connsiteY14" fmla="*/ 54960 h 75672"/>
                    <a:gd name="connsiteX15" fmla="*/ 73117 w 303333"/>
                    <a:gd name="connsiteY15" fmla="*/ 67660 h 75672"/>
                    <a:gd name="connsiteX16" fmla="*/ 57242 w 303333"/>
                    <a:gd name="connsiteY16" fmla="*/ 54960 h 75672"/>
                    <a:gd name="connsiteX17" fmla="*/ 92 w 303333"/>
                    <a:gd name="connsiteY17" fmla="*/ 39085 h 75672"/>
                    <a:gd name="connsiteX0" fmla="*/ 67 w 303308"/>
                    <a:gd name="connsiteY0" fmla="*/ 39589 h 76176"/>
                    <a:gd name="connsiteX1" fmla="*/ 47692 w 303308"/>
                    <a:gd name="connsiteY1" fmla="*/ 14189 h 76176"/>
                    <a:gd name="connsiteX2" fmla="*/ 131722 w 303308"/>
                    <a:gd name="connsiteY2" fmla="*/ 6708 h 76176"/>
                    <a:gd name="connsiteX3" fmla="*/ 181042 w 303308"/>
                    <a:gd name="connsiteY3" fmla="*/ 695 h 76176"/>
                    <a:gd name="connsiteX4" fmla="*/ 244542 w 303308"/>
                    <a:gd name="connsiteY4" fmla="*/ 23714 h 76176"/>
                    <a:gd name="connsiteX5" fmla="*/ 294548 w 303308"/>
                    <a:gd name="connsiteY5" fmla="*/ 39589 h 76176"/>
                    <a:gd name="connsiteX6" fmla="*/ 301692 w 303308"/>
                    <a:gd name="connsiteY6" fmla="*/ 61020 h 76176"/>
                    <a:gd name="connsiteX7" fmla="*/ 276292 w 303308"/>
                    <a:gd name="connsiteY7" fmla="*/ 49114 h 76176"/>
                    <a:gd name="connsiteX8" fmla="*/ 241367 w 303308"/>
                    <a:gd name="connsiteY8" fmla="*/ 27682 h 76176"/>
                    <a:gd name="connsiteX9" fmla="*/ 212792 w 303308"/>
                    <a:gd name="connsiteY9" fmla="*/ 45939 h 76176"/>
                    <a:gd name="connsiteX10" fmla="*/ 196917 w 303308"/>
                    <a:gd name="connsiteY10" fmla="*/ 74514 h 76176"/>
                    <a:gd name="connsiteX11" fmla="*/ 174692 w 303308"/>
                    <a:gd name="connsiteY11" fmla="*/ 68164 h 76176"/>
                    <a:gd name="connsiteX12" fmla="*/ 171517 w 303308"/>
                    <a:gd name="connsiteY12" fmla="*/ 30064 h 76176"/>
                    <a:gd name="connsiteX13" fmla="*/ 136592 w 303308"/>
                    <a:gd name="connsiteY13" fmla="*/ 26889 h 76176"/>
                    <a:gd name="connsiteX14" fmla="*/ 82617 w 303308"/>
                    <a:gd name="connsiteY14" fmla="*/ 30064 h 76176"/>
                    <a:gd name="connsiteX15" fmla="*/ 76267 w 303308"/>
                    <a:gd name="connsiteY15" fmla="*/ 55464 h 76176"/>
                    <a:gd name="connsiteX16" fmla="*/ 73092 w 303308"/>
                    <a:gd name="connsiteY16" fmla="*/ 68164 h 76176"/>
                    <a:gd name="connsiteX17" fmla="*/ 57217 w 303308"/>
                    <a:gd name="connsiteY17" fmla="*/ 55464 h 76176"/>
                    <a:gd name="connsiteX18" fmla="*/ 67 w 303308"/>
                    <a:gd name="connsiteY18" fmla="*/ 39589 h 76176"/>
                    <a:gd name="connsiteX0" fmla="*/ 74 w 303315"/>
                    <a:gd name="connsiteY0" fmla="*/ 39589 h 76176"/>
                    <a:gd name="connsiteX1" fmla="*/ 71511 w 303315"/>
                    <a:gd name="connsiteY1" fmla="*/ 2282 h 76176"/>
                    <a:gd name="connsiteX2" fmla="*/ 131729 w 303315"/>
                    <a:gd name="connsiteY2" fmla="*/ 6708 h 76176"/>
                    <a:gd name="connsiteX3" fmla="*/ 181049 w 303315"/>
                    <a:gd name="connsiteY3" fmla="*/ 695 h 76176"/>
                    <a:gd name="connsiteX4" fmla="*/ 244549 w 303315"/>
                    <a:gd name="connsiteY4" fmla="*/ 23714 h 76176"/>
                    <a:gd name="connsiteX5" fmla="*/ 294555 w 303315"/>
                    <a:gd name="connsiteY5" fmla="*/ 39589 h 76176"/>
                    <a:gd name="connsiteX6" fmla="*/ 301699 w 303315"/>
                    <a:gd name="connsiteY6" fmla="*/ 61020 h 76176"/>
                    <a:gd name="connsiteX7" fmla="*/ 276299 w 303315"/>
                    <a:gd name="connsiteY7" fmla="*/ 49114 h 76176"/>
                    <a:gd name="connsiteX8" fmla="*/ 241374 w 303315"/>
                    <a:gd name="connsiteY8" fmla="*/ 27682 h 76176"/>
                    <a:gd name="connsiteX9" fmla="*/ 212799 w 303315"/>
                    <a:gd name="connsiteY9" fmla="*/ 45939 h 76176"/>
                    <a:gd name="connsiteX10" fmla="*/ 196924 w 303315"/>
                    <a:gd name="connsiteY10" fmla="*/ 74514 h 76176"/>
                    <a:gd name="connsiteX11" fmla="*/ 174699 w 303315"/>
                    <a:gd name="connsiteY11" fmla="*/ 68164 h 76176"/>
                    <a:gd name="connsiteX12" fmla="*/ 171524 w 303315"/>
                    <a:gd name="connsiteY12" fmla="*/ 30064 h 76176"/>
                    <a:gd name="connsiteX13" fmla="*/ 136599 w 303315"/>
                    <a:gd name="connsiteY13" fmla="*/ 26889 h 76176"/>
                    <a:gd name="connsiteX14" fmla="*/ 82624 w 303315"/>
                    <a:gd name="connsiteY14" fmla="*/ 30064 h 76176"/>
                    <a:gd name="connsiteX15" fmla="*/ 76274 w 303315"/>
                    <a:gd name="connsiteY15" fmla="*/ 55464 h 76176"/>
                    <a:gd name="connsiteX16" fmla="*/ 73099 w 303315"/>
                    <a:gd name="connsiteY16" fmla="*/ 68164 h 76176"/>
                    <a:gd name="connsiteX17" fmla="*/ 57224 w 303315"/>
                    <a:gd name="connsiteY17" fmla="*/ 55464 h 76176"/>
                    <a:gd name="connsiteX18" fmla="*/ 74 w 303315"/>
                    <a:gd name="connsiteY18" fmla="*/ 39589 h 76176"/>
                    <a:gd name="connsiteX0" fmla="*/ 86 w 303327"/>
                    <a:gd name="connsiteY0" fmla="*/ 39589 h 76176"/>
                    <a:gd name="connsiteX1" fmla="*/ 71523 w 303327"/>
                    <a:gd name="connsiteY1" fmla="*/ 2282 h 76176"/>
                    <a:gd name="connsiteX2" fmla="*/ 131741 w 303327"/>
                    <a:gd name="connsiteY2" fmla="*/ 6708 h 76176"/>
                    <a:gd name="connsiteX3" fmla="*/ 181061 w 303327"/>
                    <a:gd name="connsiteY3" fmla="*/ 695 h 76176"/>
                    <a:gd name="connsiteX4" fmla="*/ 244561 w 303327"/>
                    <a:gd name="connsiteY4" fmla="*/ 23714 h 76176"/>
                    <a:gd name="connsiteX5" fmla="*/ 294567 w 303327"/>
                    <a:gd name="connsiteY5" fmla="*/ 39589 h 76176"/>
                    <a:gd name="connsiteX6" fmla="*/ 301711 w 303327"/>
                    <a:gd name="connsiteY6" fmla="*/ 61020 h 76176"/>
                    <a:gd name="connsiteX7" fmla="*/ 276311 w 303327"/>
                    <a:gd name="connsiteY7" fmla="*/ 49114 h 76176"/>
                    <a:gd name="connsiteX8" fmla="*/ 241386 w 303327"/>
                    <a:gd name="connsiteY8" fmla="*/ 27682 h 76176"/>
                    <a:gd name="connsiteX9" fmla="*/ 212811 w 303327"/>
                    <a:gd name="connsiteY9" fmla="*/ 45939 h 76176"/>
                    <a:gd name="connsiteX10" fmla="*/ 196936 w 303327"/>
                    <a:gd name="connsiteY10" fmla="*/ 74514 h 76176"/>
                    <a:gd name="connsiteX11" fmla="*/ 174711 w 303327"/>
                    <a:gd name="connsiteY11" fmla="*/ 68164 h 76176"/>
                    <a:gd name="connsiteX12" fmla="*/ 171536 w 303327"/>
                    <a:gd name="connsiteY12" fmla="*/ 30064 h 76176"/>
                    <a:gd name="connsiteX13" fmla="*/ 136611 w 303327"/>
                    <a:gd name="connsiteY13" fmla="*/ 26889 h 76176"/>
                    <a:gd name="connsiteX14" fmla="*/ 82636 w 303327"/>
                    <a:gd name="connsiteY14" fmla="*/ 30064 h 76176"/>
                    <a:gd name="connsiteX15" fmla="*/ 76286 w 303327"/>
                    <a:gd name="connsiteY15" fmla="*/ 55464 h 76176"/>
                    <a:gd name="connsiteX16" fmla="*/ 73111 w 303327"/>
                    <a:gd name="connsiteY16" fmla="*/ 68164 h 76176"/>
                    <a:gd name="connsiteX17" fmla="*/ 57236 w 303327"/>
                    <a:gd name="connsiteY17" fmla="*/ 55464 h 76176"/>
                    <a:gd name="connsiteX18" fmla="*/ 86 w 303327"/>
                    <a:gd name="connsiteY18" fmla="*/ 39589 h 76176"/>
                    <a:gd name="connsiteX0" fmla="*/ 575 w 303816"/>
                    <a:gd name="connsiteY0" fmla="*/ 39589 h 76176"/>
                    <a:gd name="connsiteX1" fmla="*/ 72012 w 303816"/>
                    <a:gd name="connsiteY1" fmla="*/ 2282 h 76176"/>
                    <a:gd name="connsiteX2" fmla="*/ 132230 w 303816"/>
                    <a:gd name="connsiteY2" fmla="*/ 6708 h 76176"/>
                    <a:gd name="connsiteX3" fmla="*/ 181550 w 303816"/>
                    <a:gd name="connsiteY3" fmla="*/ 695 h 76176"/>
                    <a:gd name="connsiteX4" fmla="*/ 245050 w 303816"/>
                    <a:gd name="connsiteY4" fmla="*/ 23714 h 76176"/>
                    <a:gd name="connsiteX5" fmla="*/ 295056 w 303816"/>
                    <a:gd name="connsiteY5" fmla="*/ 39589 h 76176"/>
                    <a:gd name="connsiteX6" fmla="*/ 302200 w 303816"/>
                    <a:gd name="connsiteY6" fmla="*/ 61020 h 76176"/>
                    <a:gd name="connsiteX7" fmla="*/ 276800 w 303816"/>
                    <a:gd name="connsiteY7" fmla="*/ 49114 h 76176"/>
                    <a:gd name="connsiteX8" fmla="*/ 241875 w 303816"/>
                    <a:gd name="connsiteY8" fmla="*/ 27682 h 76176"/>
                    <a:gd name="connsiteX9" fmla="*/ 213300 w 303816"/>
                    <a:gd name="connsiteY9" fmla="*/ 45939 h 76176"/>
                    <a:gd name="connsiteX10" fmla="*/ 197425 w 303816"/>
                    <a:gd name="connsiteY10" fmla="*/ 74514 h 76176"/>
                    <a:gd name="connsiteX11" fmla="*/ 175200 w 303816"/>
                    <a:gd name="connsiteY11" fmla="*/ 68164 h 76176"/>
                    <a:gd name="connsiteX12" fmla="*/ 172025 w 303816"/>
                    <a:gd name="connsiteY12" fmla="*/ 30064 h 76176"/>
                    <a:gd name="connsiteX13" fmla="*/ 137100 w 303816"/>
                    <a:gd name="connsiteY13" fmla="*/ 26889 h 76176"/>
                    <a:gd name="connsiteX14" fmla="*/ 83125 w 303816"/>
                    <a:gd name="connsiteY14" fmla="*/ 30064 h 76176"/>
                    <a:gd name="connsiteX15" fmla="*/ 76775 w 303816"/>
                    <a:gd name="connsiteY15" fmla="*/ 55464 h 76176"/>
                    <a:gd name="connsiteX16" fmla="*/ 73600 w 303816"/>
                    <a:gd name="connsiteY16" fmla="*/ 68164 h 76176"/>
                    <a:gd name="connsiteX17" fmla="*/ 57725 w 303816"/>
                    <a:gd name="connsiteY17" fmla="*/ 55464 h 76176"/>
                    <a:gd name="connsiteX18" fmla="*/ 39362 w 303816"/>
                    <a:gd name="connsiteY18" fmla="*/ 30520 h 76176"/>
                    <a:gd name="connsiteX19" fmla="*/ 575 w 303816"/>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57396 w 303487"/>
                    <a:gd name="connsiteY17" fmla="*/ 55464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64540 w 303487"/>
                    <a:gd name="connsiteY17" fmla="*/ 67370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85177 w 303487"/>
                    <a:gd name="connsiteY16" fmla="*/ 72926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62845 w 303487"/>
                    <a:gd name="connsiteY18" fmla="*/ 35283 h 76176"/>
                    <a:gd name="connsiteX19" fmla="*/ 48558 w 303487"/>
                    <a:gd name="connsiteY19" fmla="*/ 30520 h 76176"/>
                    <a:gd name="connsiteX20" fmla="*/ 246 w 303487"/>
                    <a:gd name="connsiteY20"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9939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62845 w 303487"/>
                    <a:gd name="connsiteY18" fmla="*/ 35283 h 76176"/>
                    <a:gd name="connsiteX19" fmla="*/ 48558 w 303487"/>
                    <a:gd name="connsiteY19" fmla="*/ 30520 h 76176"/>
                    <a:gd name="connsiteX20" fmla="*/ 246 w 303487"/>
                    <a:gd name="connsiteY20" fmla="*/ 39589 h 76176"/>
                    <a:gd name="connsiteX0" fmla="*/ 246 w 303487"/>
                    <a:gd name="connsiteY0" fmla="*/ 39589 h 85198"/>
                    <a:gd name="connsiteX1" fmla="*/ 71683 w 303487"/>
                    <a:gd name="connsiteY1" fmla="*/ 2282 h 85198"/>
                    <a:gd name="connsiteX2" fmla="*/ 131901 w 303487"/>
                    <a:gd name="connsiteY2" fmla="*/ 6708 h 85198"/>
                    <a:gd name="connsiteX3" fmla="*/ 181221 w 303487"/>
                    <a:gd name="connsiteY3" fmla="*/ 695 h 85198"/>
                    <a:gd name="connsiteX4" fmla="*/ 244721 w 303487"/>
                    <a:gd name="connsiteY4" fmla="*/ 23714 h 85198"/>
                    <a:gd name="connsiteX5" fmla="*/ 294727 w 303487"/>
                    <a:gd name="connsiteY5" fmla="*/ 39589 h 85198"/>
                    <a:gd name="connsiteX6" fmla="*/ 301871 w 303487"/>
                    <a:gd name="connsiteY6" fmla="*/ 61020 h 85198"/>
                    <a:gd name="connsiteX7" fmla="*/ 276471 w 303487"/>
                    <a:gd name="connsiteY7" fmla="*/ 49114 h 85198"/>
                    <a:gd name="connsiteX8" fmla="*/ 241546 w 303487"/>
                    <a:gd name="connsiteY8" fmla="*/ 27682 h 85198"/>
                    <a:gd name="connsiteX9" fmla="*/ 212971 w 303487"/>
                    <a:gd name="connsiteY9" fmla="*/ 45939 h 85198"/>
                    <a:gd name="connsiteX10" fmla="*/ 197096 w 303487"/>
                    <a:gd name="connsiteY10" fmla="*/ 74514 h 85198"/>
                    <a:gd name="connsiteX11" fmla="*/ 177253 w 303487"/>
                    <a:gd name="connsiteY11" fmla="*/ 82451 h 85198"/>
                    <a:gd name="connsiteX12" fmla="*/ 171696 w 303487"/>
                    <a:gd name="connsiteY12" fmla="*/ 30064 h 85198"/>
                    <a:gd name="connsiteX13" fmla="*/ 136771 w 303487"/>
                    <a:gd name="connsiteY13" fmla="*/ 26889 h 85198"/>
                    <a:gd name="connsiteX14" fmla="*/ 89939 w 303487"/>
                    <a:gd name="connsiteY14" fmla="*/ 30064 h 85198"/>
                    <a:gd name="connsiteX15" fmla="*/ 88352 w 303487"/>
                    <a:gd name="connsiteY15" fmla="*/ 60226 h 85198"/>
                    <a:gd name="connsiteX16" fmla="*/ 85177 w 303487"/>
                    <a:gd name="connsiteY16" fmla="*/ 72926 h 85198"/>
                    <a:gd name="connsiteX17" fmla="*/ 71684 w 303487"/>
                    <a:gd name="connsiteY17" fmla="*/ 69751 h 85198"/>
                    <a:gd name="connsiteX18" fmla="*/ 62845 w 303487"/>
                    <a:gd name="connsiteY18" fmla="*/ 35283 h 85198"/>
                    <a:gd name="connsiteX19" fmla="*/ 48558 w 303487"/>
                    <a:gd name="connsiteY19" fmla="*/ 30520 h 85198"/>
                    <a:gd name="connsiteX20" fmla="*/ 246 w 303487"/>
                    <a:gd name="connsiteY20" fmla="*/ 39589 h 85198"/>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41546 w 303487"/>
                    <a:gd name="connsiteY8" fmla="*/ 27682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41546 w 303487"/>
                    <a:gd name="connsiteY8" fmla="*/ 27682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39165 w 303487"/>
                    <a:gd name="connsiteY8" fmla="*/ 44350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321"/>
                    <a:gd name="connsiteY0" fmla="*/ 39322 h 87398"/>
                    <a:gd name="connsiteX1" fmla="*/ 71683 w 303321"/>
                    <a:gd name="connsiteY1" fmla="*/ 2015 h 87398"/>
                    <a:gd name="connsiteX2" fmla="*/ 131901 w 303321"/>
                    <a:gd name="connsiteY2" fmla="*/ 6441 h 87398"/>
                    <a:gd name="connsiteX3" fmla="*/ 181221 w 303321"/>
                    <a:gd name="connsiteY3" fmla="*/ 428 h 87398"/>
                    <a:gd name="connsiteX4" fmla="*/ 249483 w 303321"/>
                    <a:gd name="connsiteY4" fmla="*/ 18685 h 87398"/>
                    <a:gd name="connsiteX5" fmla="*/ 294727 w 303321"/>
                    <a:gd name="connsiteY5" fmla="*/ 39322 h 87398"/>
                    <a:gd name="connsiteX6" fmla="*/ 301871 w 303321"/>
                    <a:gd name="connsiteY6" fmla="*/ 60753 h 87398"/>
                    <a:gd name="connsiteX7" fmla="*/ 276471 w 303321"/>
                    <a:gd name="connsiteY7" fmla="*/ 48847 h 87398"/>
                    <a:gd name="connsiteX8" fmla="*/ 239165 w 303321"/>
                    <a:gd name="connsiteY8" fmla="*/ 44083 h 87398"/>
                    <a:gd name="connsiteX9" fmla="*/ 212971 w 303321"/>
                    <a:gd name="connsiteY9" fmla="*/ 45672 h 87398"/>
                    <a:gd name="connsiteX10" fmla="*/ 199477 w 303321"/>
                    <a:gd name="connsiteY10" fmla="*/ 81391 h 87398"/>
                    <a:gd name="connsiteX11" fmla="*/ 177253 w 303321"/>
                    <a:gd name="connsiteY11" fmla="*/ 82184 h 87398"/>
                    <a:gd name="connsiteX12" fmla="*/ 171696 w 303321"/>
                    <a:gd name="connsiteY12" fmla="*/ 29797 h 87398"/>
                    <a:gd name="connsiteX13" fmla="*/ 136771 w 303321"/>
                    <a:gd name="connsiteY13" fmla="*/ 26622 h 87398"/>
                    <a:gd name="connsiteX14" fmla="*/ 89939 w 303321"/>
                    <a:gd name="connsiteY14" fmla="*/ 29797 h 87398"/>
                    <a:gd name="connsiteX15" fmla="*/ 88352 w 303321"/>
                    <a:gd name="connsiteY15" fmla="*/ 59959 h 87398"/>
                    <a:gd name="connsiteX16" fmla="*/ 85177 w 303321"/>
                    <a:gd name="connsiteY16" fmla="*/ 72659 h 87398"/>
                    <a:gd name="connsiteX17" fmla="*/ 71684 w 303321"/>
                    <a:gd name="connsiteY17" fmla="*/ 69484 h 87398"/>
                    <a:gd name="connsiteX18" fmla="*/ 62845 w 303321"/>
                    <a:gd name="connsiteY18" fmla="*/ 35016 h 87398"/>
                    <a:gd name="connsiteX19" fmla="*/ 48558 w 303321"/>
                    <a:gd name="connsiteY19" fmla="*/ 30253 h 87398"/>
                    <a:gd name="connsiteX20" fmla="*/ 246 w 303321"/>
                    <a:gd name="connsiteY20" fmla="*/ 39322 h 87398"/>
                    <a:gd name="connsiteX0" fmla="*/ 246 w 303321"/>
                    <a:gd name="connsiteY0" fmla="*/ 39322 h 87398"/>
                    <a:gd name="connsiteX1" fmla="*/ 71683 w 303321"/>
                    <a:gd name="connsiteY1" fmla="*/ 2015 h 87398"/>
                    <a:gd name="connsiteX2" fmla="*/ 131901 w 303321"/>
                    <a:gd name="connsiteY2" fmla="*/ 6441 h 87398"/>
                    <a:gd name="connsiteX3" fmla="*/ 181221 w 303321"/>
                    <a:gd name="connsiteY3" fmla="*/ 428 h 87398"/>
                    <a:gd name="connsiteX4" fmla="*/ 249483 w 303321"/>
                    <a:gd name="connsiteY4" fmla="*/ 18685 h 87398"/>
                    <a:gd name="connsiteX5" fmla="*/ 294727 w 303321"/>
                    <a:gd name="connsiteY5" fmla="*/ 39322 h 87398"/>
                    <a:gd name="connsiteX6" fmla="*/ 301871 w 303321"/>
                    <a:gd name="connsiteY6" fmla="*/ 60753 h 87398"/>
                    <a:gd name="connsiteX7" fmla="*/ 276471 w 303321"/>
                    <a:gd name="connsiteY7" fmla="*/ 48847 h 87398"/>
                    <a:gd name="connsiteX8" fmla="*/ 243928 w 303321"/>
                    <a:gd name="connsiteY8" fmla="*/ 29796 h 87398"/>
                    <a:gd name="connsiteX9" fmla="*/ 212971 w 303321"/>
                    <a:gd name="connsiteY9" fmla="*/ 45672 h 87398"/>
                    <a:gd name="connsiteX10" fmla="*/ 199477 w 303321"/>
                    <a:gd name="connsiteY10" fmla="*/ 81391 h 87398"/>
                    <a:gd name="connsiteX11" fmla="*/ 177253 w 303321"/>
                    <a:gd name="connsiteY11" fmla="*/ 82184 h 87398"/>
                    <a:gd name="connsiteX12" fmla="*/ 171696 w 303321"/>
                    <a:gd name="connsiteY12" fmla="*/ 29797 h 87398"/>
                    <a:gd name="connsiteX13" fmla="*/ 136771 w 303321"/>
                    <a:gd name="connsiteY13" fmla="*/ 26622 h 87398"/>
                    <a:gd name="connsiteX14" fmla="*/ 89939 w 303321"/>
                    <a:gd name="connsiteY14" fmla="*/ 29797 h 87398"/>
                    <a:gd name="connsiteX15" fmla="*/ 88352 w 303321"/>
                    <a:gd name="connsiteY15" fmla="*/ 59959 h 87398"/>
                    <a:gd name="connsiteX16" fmla="*/ 85177 w 303321"/>
                    <a:gd name="connsiteY16" fmla="*/ 72659 h 87398"/>
                    <a:gd name="connsiteX17" fmla="*/ 71684 w 303321"/>
                    <a:gd name="connsiteY17" fmla="*/ 69484 h 87398"/>
                    <a:gd name="connsiteX18" fmla="*/ 62845 w 303321"/>
                    <a:gd name="connsiteY18" fmla="*/ 35016 h 87398"/>
                    <a:gd name="connsiteX19" fmla="*/ 48558 w 303321"/>
                    <a:gd name="connsiteY19" fmla="*/ 30253 h 87398"/>
                    <a:gd name="connsiteX20" fmla="*/ 246 w 303321"/>
                    <a:gd name="connsiteY20" fmla="*/ 39322 h 87398"/>
                    <a:gd name="connsiteX0" fmla="*/ 246 w 303321"/>
                    <a:gd name="connsiteY0" fmla="*/ 39322 h 88489"/>
                    <a:gd name="connsiteX1" fmla="*/ 71683 w 303321"/>
                    <a:gd name="connsiteY1" fmla="*/ 2015 h 88489"/>
                    <a:gd name="connsiteX2" fmla="*/ 131901 w 303321"/>
                    <a:gd name="connsiteY2" fmla="*/ 6441 h 88489"/>
                    <a:gd name="connsiteX3" fmla="*/ 181221 w 303321"/>
                    <a:gd name="connsiteY3" fmla="*/ 428 h 88489"/>
                    <a:gd name="connsiteX4" fmla="*/ 249483 w 303321"/>
                    <a:gd name="connsiteY4" fmla="*/ 18685 h 88489"/>
                    <a:gd name="connsiteX5" fmla="*/ 294727 w 303321"/>
                    <a:gd name="connsiteY5" fmla="*/ 39322 h 88489"/>
                    <a:gd name="connsiteX6" fmla="*/ 301871 w 303321"/>
                    <a:gd name="connsiteY6" fmla="*/ 60753 h 88489"/>
                    <a:gd name="connsiteX7" fmla="*/ 276471 w 303321"/>
                    <a:gd name="connsiteY7" fmla="*/ 48847 h 88489"/>
                    <a:gd name="connsiteX8" fmla="*/ 243928 w 303321"/>
                    <a:gd name="connsiteY8" fmla="*/ 29796 h 88489"/>
                    <a:gd name="connsiteX9" fmla="*/ 208209 w 303321"/>
                    <a:gd name="connsiteY9" fmla="*/ 26622 h 88489"/>
                    <a:gd name="connsiteX10" fmla="*/ 199477 w 303321"/>
                    <a:gd name="connsiteY10" fmla="*/ 81391 h 88489"/>
                    <a:gd name="connsiteX11" fmla="*/ 177253 w 303321"/>
                    <a:gd name="connsiteY11" fmla="*/ 82184 h 88489"/>
                    <a:gd name="connsiteX12" fmla="*/ 171696 w 303321"/>
                    <a:gd name="connsiteY12" fmla="*/ 29797 h 88489"/>
                    <a:gd name="connsiteX13" fmla="*/ 136771 w 303321"/>
                    <a:gd name="connsiteY13" fmla="*/ 26622 h 88489"/>
                    <a:gd name="connsiteX14" fmla="*/ 89939 w 303321"/>
                    <a:gd name="connsiteY14" fmla="*/ 29797 h 88489"/>
                    <a:gd name="connsiteX15" fmla="*/ 88352 w 303321"/>
                    <a:gd name="connsiteY15" fmla="*/ 59959 h 88489"/>
                    <a:gd name="connsiteX16" fmla="*/ 85177 w 303321"/>
                    <a:gd name="connsiteY16" fmla="*/ 72659 h 88489"/>
                    <a:gd name="connsiteX17" fmla="*/ 71684 w 303321"/>
                    <a:gd name="connsiteY17" fmla="*/ 69484 h 88489"/>
                    <a:gd name="connsiteX18" fmla="*/ 62845 w 303321"/>
                    <a:gd name="connsiteY18" fmla="*/ 35016 h 88489"/>
                    <a:gd name="connsiteX19" fmla="*/ 48558 w 303321"/>
                    <a:gd name="connsiteY19" fmla="*/ 30253 h 88489"/>
                    <a:gd name="connsiteX20" fmla="*/ 246 w 303321"/>
                    <a:gd name="connsiteY20" fmla="*/ 39322 h 88489"/>
                    <a:gd name="connsiteX0" fmla="*/ 246 w 302794"/>
                    <a:gd name="connsiteY0" fmla="*/ 39322 h 88489"/>
                    <a:gd name="connsiteX1" fmla="*/ 71683 w 302794"/>
                    <a:gd name="connsiteY1" fmla="*/ 2015 h 88489"/>
                    <a:gd name="connsiteX2" fmla="*/ 131901 w 302794"/>
                    <a:gd name="connsiteY2" fmla="*/ 6441 h 88489"/>
                    <a:gd name="connsiteX3" fmla="*/ 181221 w 302794"/>
                    <a:gd name="connsiteY3" fmla="*/ 428 h 88489"/>
                    <a:gd name="connsiteX4" fmla="*/ 249483 w 302794"/>
                    <a:gd name="connsiteY4" fmla="*/ 18685 h 88489"/>
                    <a:gd name="connsiteX5" fmla="*/ 294727 w 302794"/>
                    <a:gd name="connsiteY5" fmla="*/ 39322 h 88489"/>
                    <a:gd name="connsiteX6" fmla="*/ 301871 w 302794"/>
                    <a:gd name="connsiteY6" fmla="*/ 60753 h 88489"/>
                    <a:gd name="connsiteX7" fmla="*/ 283615 w 302794"/>
                    <a:gd name="connsiteY7" fmla="*/ 44085 h 88489"/>
                    <a:gd name="connsiteX8" fmla="*/ 243928 w 302794"/>
                    <a:gd name="connsiteY8" fmla="*/ 29796 h 88489"/>
                    <a:gd name="connsiteX9" fmla="*/ 208209 w 302794"/>
                    <a:gd name="connsiteY9" fmla="*/ 26622 h 88489"/>
                    <a:gd name="connsiteX10" fmla="*/ 199477 w 302794"/>
                    <a:gd name="connsiteY10" fmla="*/ 81391 h 88489"/>
                    <a:gd name="connsiteX11" fmla="*/ 177253 w 302794"/>
                    <a:gd name="connsiteY11" fmla="*/ 82184 h 88489"/>
                    <a:gd name="connsiteX12" fmla="*/ 171696 w 302794"/>
                    <a:gd name="connsiteY12" fmla="*/ 29797 h 88489"/>
                    <a:gd name="connsiteX13" fmla="*/ 136771 w 302794"/>
                    <a:gd name="connsiteY13" fmla="*/ 26622 h 88489"/>
                    <a:gd name="connsiteX14" fmla="*/ 89939 w 302794"/>
                    <a:gd name="connsiteY14" fmla="*/ 29797 h 88489"/>
                    <a:gd name="connsiteX15" fmla="*/ 88352 w 302794"/>
                    <a:gd name="connsiteY15" fmla="*/ 59959 h 88489"/>
                    <a:gd name="connsiteX16" fmla="*/ 85177 w 302794"/>
                    <a:gd name="connsiteY16" fmla="*/ 72659 h 88489"/>
                    <a:gd name="connsiteX17" fmla="*/ 71684 w 302794"/>
                    <a:gd name="connsiteY17" fmla="*/ 69484 h 88489"/>
                    <a:gd name="connsiteX18" fmla="*/ 62845 w 302794"/>
                    <a:gd name="connsiteY18" fmla="*/ 35016 h 88489"/>
                    <a:gd name="connsiteX19" fmla="*/ 48558 w 302794"/>
                    <a:gd name="connsiteY19" fmla="*/ 30253 h 88489"/>
                    <a:gd name="connsiteX20" fmla="*/ 246 w 302794"/>
                    <a:gd name="connsiteY20" fmla="*/ 39322 h 88489"/>
                    <a:gd name="connsiteX0" fmla="*/ 246 w 306519"/>
                    <a:gd name="connsiteY0" fmla="*/ 39322 h 88489"/>
                    <a:gd name="connsiteX1" fmla="*/ 71683 w 306519"/>
                    <a:gd name="connsiteY1" fmla="*/ 2015 h 88489"/>
                    <a:gd name="connsiteX2" fmla="*/ 131901 w 306519"/>
                    <a:gd name="connsiteY2" fmla="*/ 6441 h 88489"/>
                    <a:gd name="connsiteX3" fmla="*/ 181221 w 306519"/>
                    <a:gd name="connsiteY3" fmla="*/ 428 h 88489"/>
                    <a:gd name="connsiteX4" fmla="*/ 249483 w 306519"/>
                    <a:gd name="connsiteY4" fmla="*/ 18685 h 88489"/>
                    <a:gd name="connsiteX5" fmla="*/ 301871 w 306519"/>
                    <a:gd name="connsiteY5" fmla="*/ 46466 h 88489"/>
                    <a:gd name="connsiteX6" fmla="*/ 301871 w 306519"/>
                    <a:gd name="connsiteY6" fmla="*/ 60753 h 88489"/>
                    <a:gd name="connsiteX7" fmla="*/ 283615 w 306519"/>
                    <a:gd name="connsiteY7" fmla="*/ 44085 h 88489"/>
                    <a:gd name="connsiteX8" fmla="*/ 243928 w 306519"/>
                    <a:gd name="connsiteY8" fmla="*/ 29796 h 88489"/>
                    <a:gd name="connsiteX9" fmla="*/ 208209 w 306519"/>
                    <a:gd name="connsiteY9" fmla="*/ 26622 h 88489"/>
                    <a:gd name="connsiteX10" fmla="*/ 199477 w 306519"/>
                    <a:gd name="connsiteY10" fmla="*/ 81391 h 88489"/>
                    <a:gd name="connsiteX11" fmla="*/ 177253 w 306519"/>
                    <a:gd name="connsiteY11" fmla="*/ 82184 h 88489"/>
                    <a:gd name="connsiteX12" fmla="*/ 171696 w 306519"/>
                    <a:gd name="connsiteY12" fmla="*/ 29797 h 88489"/>
                    <a:gd name="connsiteX13" fmla="*/ 136771 w 306519"/>
                    <a:gd name="connsiteY13" fmla="*/ 26622 h 88489"/>
                    <a:gd name="connsiteX14" fmla="*/ 89939 w 306519"/>
                    <a:gd name="connsiteY14" fmla="*/ 29797 h 88489"/>
                    <a:gd name="connsiteX15" fmla="*/ 88352 w 306519"/>
                    <a:gd name="connsiteY15" fmla="*/ 59959 h 88489"/>
                    <a:gd name="connsiteX16" fmla="*/ 85177 w 306519"/>
                    <a:gd name="connsiteY16" fmla="*/ 72659 h 88489"/>
                    <a:gd name="connsiteX17" fmla="*/ 71684 w 306519"/>
                    <a:gd name="connsiteY17" fmla="*/ 69484 h 88489"/>
                    <a:gd name="connsiteX18" fmla="*/ 62845 w 306519"/>
                    <a:gd name="connsiteY18" fmla="*/ 35016 h 88489"/>
                    <a:gd name="connsiteX19" fmla="*/ 48558 w 306519"/>
                    <a:gd name="connsiteY19" fmla="*/ 30253 h 88489"/>
                    <a:gd name="connsiteX20" fmla="*/ 246 w 306519"/>
                    <a:gd name="connsiteY20" fmla="*/ 39322 h 8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6519" h="88489">
                      <a:moveTo>
                        <a:pt x="246" y="39322"/>
                      </a:moveTo>
                      <a:cubicBezTo>
                        <a:pt x="4100" y="34616"/>
                        <a:pt x="49740" y="7495"/>
                        <a:pt x="71683" y="2015"/>
                      </a:cubicBezTo>
                      <a:cubicBezTo>
                        <a:pt x="93626" y="-3465"/>
                        <a:pt x="109676" y="8690"/>
                        <a:pt x="131901" y="6441"/>
                      </a:cubicBezTo>
                      <a:cubicBezTo>
                        <a:pt x="154126" y="4192"/>
                        <a:pt x="161624" y="-1613"/>
                        <a:pt x="181221" y="428"/>
                      </a:cubicBezTo>
                      <a:cubicBezTo>
                        <a:pt x="200818" y="2469"/>
                        <a:pt x="229375" y="11012"/>
                        <a:pt x="249483" y="18685"/>
                      </a:cubicBezTo>
                      <a:cubicBezTo>
                        <a:pt x="269591" y="26358"/>
                        <a:pt x="293140" y="39455"/>
                        <a:pt x="301871" y="46466"/>
                      </a:cubicBezTo>
                      <a:cubicBezTo>
                        <a:pt x="310602" y="53477"/>
                        <a:pt x="304914" y="61150"/>
                        <a:pt x="301871" y="60753"/>
                      </a:cubicBezTo>
                      <a:cubicBezTo>
                        <a:pt x="298828" y="60356"/>
                        <a:pt x="293272" y="49244"/>
                        <a:pt x="283615" y="44085"/>
                      </a:cubicBezTo>
                      <a:cubicBezTo>
                        <a:pt x="273958" y="38926"/>
                        <a:pt x="256496" y="32706"/>
                        <a:pt x="243928" y="29796"/>
                      </a:cubicBezTo>
                      <a:cubicBezTo>
                        <a:pt x="231360" y="26886"/>
                        <a:pt x="215617" y="18023"/>
                        <a:pt x="208209" y="26622"/>
                      </a:cubicBezTo>
                      <a:cubicBezTo>
                        <a:pt x="200801" y="35221"/>
                        <a:pt x="204636" y="72131"/>
                        <a:pt x="199477" y="81391"/>
                      </a:cubicBezTo>
                      <a:cubicBezTo>
                        <a:pt x="194318" y="90651"/>
                        <a:pt x="181883" y="90783"/>
                        <a:pt x="177253" y="82184"/>
                      </a:cubicBezTo>
                      <a:cubicBezTo>
                        <a:pt x="172623" y="73585"/>
                        <a:pt x="178443" y="39057"/>
                        <a:pt x="171696" y="29797"/>
                      </a:cubicBezTo>
                      <a:cubicBezTo>
                        <a:pt x="164949" y="20537"/>
                        <a:pt x="150397" y="26622"/>
                        <a:pt x="136771" y="26622"/>
                      </a:cubicBezTo>
                      <a:cubicBezTo>
                        <a:pt x="123145" y="26622"/>
                        <a:pt x="98009" y="24241"/>
                        <a:pt x="89939" y="29797"/>
                      </a:cubicBezTo>
                      <a:cubicBezTo>
                        <a:pt x="81869" y="35353"/>
                        <a:pt x="89146" y="52815"/>
                        <a:pt x="88352" y="59959"/>
                      </a:cubicBezTo>
                      <a:cubicBezTo>
                        <a:pt x="87558" y="67103"/>
                        <a:pt x="88352" y="72659"/>
                        <a:pt x="85177" y="72659"/>
                      </a:cubicBezTo>
                      <a:cubicBezTo>
                        <a:pt x="82002" y="72659"/>
                        <a:pt x="75406" y="75758"/>
                        <a:pt x="71684" y="69484"/>
                      </a:cubicBezTo>
                      <a:cubicBezTo>
                        <a:pt x="67962" y="63210"/>
                        <a:pt x="66699" y="41554"/>
                        <a:pt x="62845" y="35016"/>
                      </a:cubicBezTo>
                      <a:cubicBezTo>
                        <a:pt x="58991" y="28478"/>
                        <a:pt x="57800" y="31123"/>
                        <a:pt x="48558" y="30253"/>
                      </a:cubicBezTo>
                      <a:cubicBezTo>
                        <a:pt x="39033" y="27607"/>
                        <a:pt x="-3608" y="44028"/>
                        <a:pt x="246" y="3932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1" name="Freeform: Shape 1420">
                <a:extLst>
                  <a:ext uri="{FF2B5EF4-FFF2-40B4-BE49-F238E27FC236}">
                    <a16:creationId xmlns:a16="http://schemas.microsoft.com/office/drawing/2014/main" id="{3556C39F-97F8-3161-077B-78BF62715128}"/>
                  </a:ext>
                </a:extLst>
              </p:cNvPr>
              <p:cNvSpPr/>
              <p:nvPr/>
            </p:nvSpPr>
            <p:spPr>
              <a:xfrm>
                <a:off x="2068934" y="3461075"/>
                <a:ext cx="58241" cy="271190"/>
              </a:xfrm>
              <a:custGeom>
                <a:avLst/>
                <a:gdLst>
                  <a:gd name="connsiteX0" fmla="*/ 1785 w 76697"/>
                  <a:gd name="connsiteY0" fmla="*/ 76210 h 342949"/>
                  <a:gd name="connsiteX1" fmla="*/ 16072 w 76697"/>
                  <a:gd name="connsiteY1" fmla="*/ 171460 h 342949"/>
                  <a:gd name="connsiteX2" fmla="*/ 75604 w 76697"/>
                  <a:gd name="connsiteY2" fmla="*/ 342910 h 342949"/>
                  <a:gd name="connsiteX3" fmla="*/ 51791 w 76697"/>
                  <a:gd name="connsiteY3" fmla="*/ 185748 h 342949"/>
                  <a:gd name="connsiteX4" fmla="*/ 16072 w 76697"/>
                  <a:gd name="connsiteY4" fmla="*/ 26204 h 342949"/>
                  <a:gd name="connsiteX5" fmla="*/ 1785 w 76697"/>
                  <a:gd name="connsiteY5" fmla="*/ 2391 h 342949"/>
                  <a:gd name="connsiteX6" fmla="*/ 1785 w 76697"/>
                  <a:gd name="connsiteY6" fmla="*/ 76210 h 342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97" h="342949">
                    <a:moveTo>
                      <a:pt x="1785" y="76210"/>
                    </a:moveTo>
                    <a:cubicBezTo>
                      <a:pt x="4166" y="104388"/>
                      <a:pt x="3769" y="127010"/>
                      <a:pt x="16072" y="171460"/>
                    </a:cubicBezTo>
                    <a:cubicBezTo>
                      <a:pt x="28375" y="215910"/>
                      <a:pt x="69651" y="340529"/>
                      <a:pt x="75604" y="342910"/>
                    </a:cubicBezTo>
                    <a:cubicBezTo>
                      <a:pt x="81557" y="345291"/>
                      <a:pt x="61713" y="238532"/>
                      <a:pt x="51791" y="185748"/>
                    </a:cubicBezTo>
                    <a:cubicBezTo>
                      <a:pt x="41869" y="132964"/>
                      <a:pt x="24406" y="56763"/>
                      <a:pt x="16072" y="26204"/>
                    </a:cubicBezTo>
                    <a:cubicBezTo>
                      <a:pt x="7738" y="-4355"/>
                      <a:pt x="4166" y="-1578"/>
                      <a:pt x="1785" y="2391"/>
                    </a:cubicBezTo>
                    <a:cubicBezTo>
                      <a:pt x="-596" y="6360"/>
                      <a:pt x="-596" y="48032"/>
                      <a:pt x="1785" y="7621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Freeform: Shape 1421">
                <a:extLst>
                  <a:ext uri="{FF2B5EF4-FFF2-40B4-BE49-F238E27FC236}">
                    <a16:creationId xmlns:a16="http://schemas.microsoft.com/office/drawing/2014/main" id="{AAEC3CE4-830A-723E-6846-18B379E2843C}"/>
                  </a:ext>
                </a:extLst>
              </p:cNvPr>
              <p:cNvSpPr/>
              <p:nvPr/>
            </p:nvSpPr>
            <p:spPr>
              <a:xfrm>
                <a:off x="2310442" y="3583080"/>
                <a:ext cx="98141" cy="225023"/>
              </a:xfrm>
              <a:custGeom>
                <a:avLst/>
                <a:gdLst>
                  <a:gd name="connsiteX0" fmla="*/ 1785 w 76697"/>
                  <a:gd name="connsiteY0" fmla="*/ 76210 h 342949"/>
                  <a:gd name="connsiteX1" fmla="*/ 16072 w 76697"/>
                  <a:gd name="connsiteY1" fmla="*/ 171460 h 342949"/>
                  <a:gd name="connsiteX2" fmla="*/ 75604 w 76697"/>
                  <a:gd name="connsiteY2" fmla="*/ 342910 h 342949"/>
                  <a:gd name="connsiteX3" fmla="*/ 51791 w 76697"/>
                  <a:gd name="connsiteY3" fmla="*/ 185748 h 342949"/>
                  <a:gd name="connsiteX4" fmla="*/ 16072 w 76697"/>
                  <a:gd name="connsiteY4" fmla="*/ 26204 h 342949"/>
                  <a:gd name="connsiteX5" fmla="*/ 1785 w 76697"/>
                  <a:gd name="connsiteY5" fmla="*/ 2391 h 342949"/>
                  <a:gd name="connsiteX6" fmla="*/ 1785 w 76697"/>
                  <a:gd name="connsiteY6" fmla="*/ 76210 h 342949"/>
                  <a:gd name="connsiteX0" fmla="*/ 16940 w 91852"/>
                  <a:gd name="connsiteY0" fmla="*/ 66028 h 332767"/>
                  <a:gd name="connsiteX1" fmla="*/ 31227 w 91852"/>
                  <a:gd name="connsiteY1" fmla="*/ 161278 h 332767"/>
                  <a:gd name="connsiteX2" fmla="*/ 90759 w 91852"/>
                  <a:gd name="connsiteY2" fmla="*/ 332728 h 332767"/>
                  <a:gd name="connsiteX3" fmla="*/ 66946 w 91852"/>
                  <a:gd name="connsiteY3" fmla="*/ 175566 h 332767"/>
                  <a:gd name="connsiteX4" fmla="*/ 31227 w 91852"/>
                  <a:gd name="connsiteY4" fmla="*/ 16022 h 332767"/>
                  <a:gd name="connsiteX5" fmla="*/ 272 w 91852"/>
                  <a:gd name="connsiteY5" fmla="*/ 11259 h 332767"/>
                  <a:gd name="connsiteX6" fmla="*/ 16940 w 91852"/>
                  <a:gd name="connsiteY6" fmla="*/ 66028 h 332767"/>
                  <a:gd name="connsiteX0" fmla="*/ 17022 w 91917"/>
                  <a:gd name="connsiteY0" fmla="*/ 54785 h 321521"/>
                  <a:gd name="connsiteX1" fmla="*/ 31309 w 91917"/>
                  <a:gd name="connsiteY1" fmla="*/ 150035 h 321521"/>
                  <a:gd name="connsiteX2" fmla="*/ 90841 w 91917"/>
                  <a:gd name="connsiteY2" fmla="*/ 321485 h 321521"/>
                  <a:gd name="connsiteX3" fmla="*/ 67028 w 91917"/>
                  <a:gd name="connsiteY3" fmla="*/ 164323 h 321521"/>
                  <a:gd name="connsiteX4" fmla="*/ 33690 w 91917"/>
                  <a:gd name="connsiteY4" fmla="*/ 59547 h 321521"/>
                  <a:gd name="connsiteX5" fmla="*/ 354 w 91917"/>
                  <a:gd name="connsiteY5" fmla="*/ 16 h 321521"/>
                  <a:gd name="connsiteX6" fmla="*/ 17022 w 91917"/>
                  <a:gd name="connsiteY6" fmla="*/ 54785 h 321521"/>
                  <a:gd name="connsiteX0" fmla="*/ 17022 w 94985"/>
                  <a:gd name="connsiteY0" fmla="*/ 54785 h 321591"/>
                  <a:gd name="connsiteX1" fmla="*/ 31309 w 94985"/>
                  <a:gd name="connsiteY1" fmla="*/ 150035 h 321591"/>
                  <a:gd name="connsiteX2" fmla="*/ 90841 w 94985"/>
                  <a:gd name="connsiteY2" fmla="*/ 321485 h 321591"/>
                  <a:gd name="connsiteX3" fmla="*/ 83697 w 94985"/>
                  <a:gd name="connsiteY3" fmla="*/ 123842 h 321591"/>
                  <a:gd name="connsiteX4" fmla="*/ 33690 w 94985"/>
                  <a:gd name="connsiteY4" fmla="*/ 59547 h 321591"/>
                  <a:gd name="connsiteX5" fmla="*/ 354 w 94985"/>
                  <a:gd name="connsiteY5" fmla="*/ 16 h 321591"/>
                  <a:gd name="connsiteX6" fmla="*/ 17022 w 94985"/>
                  <a:gd name="connsiteY6" fmla="*/ 54785 h 321591"/>
                  <a:gd name="connsiteX0" fmla="*/ 17022 w 91133"/>
                  <a:gd name="connsiteY0" fmla="*/ 54785 h 321824"/>
                  <a:gd name="connsiteX1" fmla="*/ 31309 w 91133"/>
                  <a:gd name="connsiteY1" fmla="*/ 150035 h 321824"/>
                  <a:gd name="connsiteX2" fmla="*/ 90841 w 91133"/>
                  <a:gd name="connsiteY2" fmla="*/ 321485 h 321824"/>
                  <a:gd name="connsiteX3" fmla="*/ 55302 w 91133"/>
                  <a:gd name="connsiteY3" fmla="*/ 192086 h 321824"/>
                  <a:gd name="connsiteX4" fmla="*/ 83697 w 91133"/>
                  <a:gd name="connsiteY4" fmla="*/ 123842 h 321824"/>
                  <a:gd name="connsiteX5" fmla="*/ 33690 w 91133"/>
                  <a:gd name="connsiteY5" fmla="*/ 59547 h 321824"/>
                  <a:gd name="connsiteX6" fmla="*/ 354 w 91133"/>
                  <a:gd name="connsiteY6" fmla="*/ 16 h 321824"/>
                  <a:gd name="connsiteX7" fmla="*/ 17022 w 91133"/>
                  <a:gd name="connsiteY7" fmla="*/ 54785 h 321824"/>
                  <a:gd name="connsiteX0" fmla="*/ 17022 w 83970"/>
                  <a:gd name="connsiteY0" fmla="*/ 54785 h 283906"/>
                  <a:gd name="connsiteX1" fmla="*/ 31309 w 83970"/>
                  <a:gd name="connsiteY1" fmla="*/ 150035 h 283906"/>
                  <a:gd name="connsiteX2" fmla="*/ 33691 w 83970"/>
                  <a:gd name="connsiteY2" fmla="*/ 283385 h 283906"/>
                  <a:gd name="connsiteX3" fmla="*/ 55302 w 83970"/>
                  <a:gd name="connsiteY3" fmla="*/ 192086 h 283906"/>
                  <a:gd name="connsiteX4" fmla="*/ 83697 w 83970"/>
                  <a:gd name="connsiteY4" fmla="*/ 123842 h 283906"/>
                  <a:gd name="connsiteX5" fmla="*/ 33690 w 83970"/>
                  <a:gd name="connsiteY5" fmla="*/ 59547 h 283906"/>
                  <a:gd name="connsiteX6" fmla="*/ 354 w 83970"/>
                  <a:gd name="connsiteY6" fmla="*/ 16 h 283906"/>
                  <a:gd name="connsiteX7" fmla="*/ 17022 w 83970"/>
                  <a:gd name="connsiteY7" fmla="*/ 54785 h 283906"/>
                  <a:gd name="connsiteX0" fmla="*/ 17022 w 84564"/>
                  <a:gd name="connsiteY0" fmla="*/ 54785 h 285426"/>
                  <a:gd name="connsiteX1" fmla="*/ 31309 w 84564"/>
                  <a:gd name="connsiteY1" fmla="*/ 150035 h 285426"/>
                  <a:gd name="connsiteX2" fmla="*/ 33691 w 84564"/>
                  <a:gd name="connsiteY2" fmla="*/ 283385 h 285426"/>
                  <a:gd name="connsiteX3" fmla="*/ 67208 w 84564"/>
                  <a:gd name="connsiteY3" fmla="*/ 220661 h 285426"/>
                  <a:gd name="connsiteX4" fmla="*/ 83697 w 84564"/>
                  <a:gd name="connsiteY4" fmla="*/ 123842 h 285426"/>
                  <a:gd name="connsiteX5" fmla="*/ 33690 w 84564"/>
                  <a:gd name="connsiteY5" fmla="*/ 59547 h 285426"/>
                  <a:gd name="connsiteX6" fmla="*/ 354 w 84564"/>
                  <a:gd name="connsiteY6" fmla="*/ 16 h 285426"/>
                  <a:gd name="connsiteX7" fmla="*/ 17022 w 84564"/>
                  <a:gd name="connsiteY7" fmla="*/ 54785 h 285426"/>
                  <a:gd name="connsiteX0" fmla="*/ 17059 w 84601"/>
                  <a:gd name="connsiteY0" fmla="*/ 54783 h 286228"/>
                  <a:gd name="connsiteX1" fmla="*/ 40871 w 84601"/>
                  <a:gd name="connsiteY1" fmla="*/ 133365 h 286228"/>
                  <a:gd name="connsiteX2" fmla="*/ 33728 w 84601"/>
                  <a:gd name="connsiteY2" fmla="*/ 283383 h 286228"/>
                  <a:gd name="connsiteX3" fmla="*/ 67245 w 84601"/>
                  <a:gd name="connsiteY3" fmla="*/ 220659 h 286228"/>
                  <a:gd name="connsiteX4" fmla="*/ 83734 w 84601"/>
                  <a:gd name="connsiteY4" fmla="*/ 123840 h 286228"/>
                  <a:gd name="connsiteX5" fmla="*/ 33727 w 84601"/>
                  <a:gd name="connsiteY5" fmla="*/ 59545 h 286228"/>
                  <a:gd name="connsiteX6" fmla="*/ 391 w 84601"/>
                  <a:gd name="connsiteY6" fmla="*/ 14 h 286228"/>
                  <a:gd name="connsiteX7" fmla="*/ 17059 w 84601"/>
                  <a:gd name="connsiteY7" fmla="*/ 54783 h 286228"/>
                  <a:gd name="connsiteX0" fmla="*/ 17259 w 84605"/>
                  <a:gd name="connsiteY0" fmla="*/ 55015 h 286460"/>
                  <a:gd name="connsiteX1" fmla="*/ 41071 w 84605"/>
                  <a:gd name="connsiteY1" fmla="*/ 133597 h 286460"/>
                  <a:gd name="connsiteX2" fmla="*/ 33928 w 84605"/>
                  <a:gd name="connsiteY2" fmla="*/ 283615 h 286460"/>
                  <a:gd name="connsiteX3" fmla="*/ 67445 w 84605"/>
                  <a:gd name="connsiteY3" fmla="*/ 220891 h 286460"/>
                  <a:gd name="connsiteX4" fmla="*/ 83934 w 84605"/>
                  <a:gd name="connsiteY4" fmla="*/ 124072 h 286460"/>
                  <a:gd name="connsiteX5" fmla="*/ 38689 w 84605"/>
                  <a:gd name="connsiteY5" fmla="*/ 76446 h 286460"/>
                  <a:gd name="connsiteX6" fmla="*/ 591 w 84605"/>
                  <a:gd name="connsiteY6" fmla="*/ 246 h 286460"/>
                  <a:gd name="connsiteX7" fmla="*/ 17259 w 84605"/>
                  <a:gd name="connsiteY7" fmla="*/ 55015 h 286460"/>
                  <a:gd name="connsiteX0" fmla="*/ 17259 w 129420"/>
                  <a:gd name="connsiteY0" fmla="*/ 55015 h 286460"/>
                  <a:gd name="connsiteX1" fmla="*/ 41071 w 129420"/>
                  <a:gd name="connsiteY1" fmla="*/ 133597 h 286460"/>
                  <a:gd name="connsiteX2" fmla="*/ 33928 w 129420"/>
                  <a:gd name="connsiteY2" fmla="*/ 283615 h 286460"/>
                  <a:gd name="connsiteX3" fmla="*/ 67445 w 129420"/>
                  <a:gd name="connsiteY3" fmla="*/ 220891 h 286460"/>
                  <a:gd name="connsiteX4" fmla="*/ 129178 w 129420"/>
                  <a:gd name="connsiteY4" fmla="*/ 105022 h 286460"/>
                  <a:gd name="connsiteX5" fmla="*/ 38689 w 129420"/>
                  <a:gd name="connsiteY5" fmla="*/ 76446 h 286460"/>
                  <a:gd name="connsiteX6" fmla="*/ 591 w 129420"/>
                  <a:gd name="connsiteY6" fmla="*/ 246 h 286460"/>
                  <a:gd name="connsiteX7" fmla="*/ 17259 w 129420"/>
                  <a:gd name="connsiteY7" fmla="*/ 55015 h 286460"/>
                  <a:gd name="connsiteX0" fmla="*/ 17259 w 129339"/>
                  <a:gd name="connsiteY0" fmla="*/ 55015 h 284566"/>
                  <a:gd name="connsiteX1" fmla="*/ 41071 w 129339"/>
                  <a:gd name="connsiteY1" fmla="*/ 133597 h 284566"/>
                  <a:gd name="connsiteX2" fmla="*/ 33928 w 129339"/>
                  <a:gd name="connsiteY2" fmla="*/ 283615 h 284566"/>
                  <a:gd name="connsiteX3" fmla="*/ 62683 w 129339"/>
                  <a:gd name="connsiteY3" fmla="*/ 192316 h 284566"/>
                  <a:gd name="connsiteX4" fmla="*/ 129178 w 129339"/>
                  <a:gd name="connsiteY4" fmla="*/ 105022 h 284566"/>
                  <a:gd name="connsiteX5" fmla="*/ 38689 w 129339"/>
                  <a:gd name="connsiteY5" fmla="*/ 76446 h 284566"/>
                  <a:gd name="connsiteX6" fmla="*/ 591 w 129339"/>
                  <a:gd name="connsiteY6" fmla="*/ 246 h 284566"/>
                  <a:gd name="connsiteX7" fmla="*/ 17259 w 129339"/>
                  <a:gd name="connsiteY7" fmla="*/ 55015 h 284566"/>
                  <a:gd name="connsiteX0" fmla="*/ 17259 w 129242"/>
                  <a:gd name="connsiteY0" fmla="*/ 55015 h 284566"/>
                  <a:gd name="connsiteX1" fmla="*/ 41071 w 129242"/>
                  <a:gd name="connsiteY1" fmla="*/ 133597 h 284566"/>
                  <a:gd name="connsiteX2" fmla="*/ 33928 w 129242"/>
                  <a:gd name="connsiteY2" fmla="*/ 283615 h 284566"/>
                  <a:gd name="connsiteX3" fmla="*/ 62683 w 129242"/>
                  <a:gd name="connsiteY3" fmla="*/ 192316 h 284566"/>
                  <a:gd name="connsiteX4" fmla="*/ 129178 w 129242"/>
                  <a:gd name="connsiteY4" fmla="*/ 105022 h 284566"/>
                  <a:gd name="connsiteX5" fmla="*/ 74269 w 129242"/>
                  <a:gd name="connsiteY5" fmla="*/ 138615 h 284566"/>
                  <a:gd name="connsiteX6" fmla="*/ 38689 w 129242"/>
                  <a:gd name="connsiteY6" fmla="*/ 76446 h 284566"/>
                  <a:gd name="connsiteX7" fmla="*/ 591 w 129242"/>
                  <a:gd name="connsiteY7" fmla="*/ 246 h 284566"/>
                  <a:gd name="connsiteX8" fmla="*/ 17259 w 129242"/>
                  <a:gd name="connsiteY8" fmla="*/ 55015 h 284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242" h="284566">
                    <a:moveTo>
                      <a:pt x="17259" y="55015"/>
                    </a:moveTo>
                    <a:cubicBezTo>
                      <a:pt x="24006" y="77240"/>
                      <a:pt x="38293" y="95497"/>
                      <a:pt x="41071" y="133597"/>
                    </a:cubicBezTo>
                    <a:cubicBezTo>
                      <a:pt x="43849" y="171697"/>
                      <a:pt x="30326" y="273829"/>
                      <a:pt x="33928" y="283615"/>
                    </a:cubicBezTo>
                    <a:cubicBezTo>
                      <a:pt x="37530" y="293401"/>
                      <a:pt x="63874" y="225256"/>
                      <a:pt x="62683" y="192316"/>
                    </a:cubicBezTo>
                    <a:cubicBezTo>
                      <a:pt x="61492" y="159376"/>
                      <a:pt x="127247" y="113972"/>
                      <a:pt x="129178" y="105022"/>
                    </a:cubicBezTo>
                    <a:cubicBezTo>
                      <a:pt x="131109" y="96072"/>
                      <a:pt x="89351" y="143378"/>
                      <a:pt x="74269" y="138615"/>
                    </a:cubicBezTo>
                    <a:cubicBezTo>
                      <a:pt x="59187" y="133852"/>
                      <a:pt x="50969" y="92364"/>
                      <a:pt x="38689" y="76446"/>
                    </a:cubicBezTo>
                    <a:cubicBezTo>
                      <a:pt x="26409" y="60528"/>
                      <a:pt x="4163" y="3818"/>
                      <a:pt x="591" y="246"/>
                    </a:cubicBezTo>
                    <a:cubicBezTo>
                      <a:pt x="-2981" y="-3326"/>
                      <a:pt x="10512" y="32790"/>
                      <a:pt x="17259" y="55015"/>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Flowchart: Direct Access Storage 1423">
                <a:extLst>
                  <a:ext uri="{FF2B5EF4-FFF2-40B4-BE49-F238E27FC236}">
                    <a16:creationId xmlns:a16="http://schemas.microsoft.com/office/drawing/2014/main" id="{B8F2879A-190F-D7C6-3417-FBDD641C8976}"/>
                  </a:ext>
                </a:extLst>
              </p:cNvPr>
              <p:cNvSpPr/>
              <p:nvPr/>
            </p:nvSpPr>
            <p:spPr>
              <a:xfrm>
                <a:off x="2263849" y="3736527"/>
                <a:ext cx="55587" cy="186941"/>
              </a:xfrm>
              <a:prstGeom prst="flowChartMagneticDrum">
                <a:avLst/>
              </a:prstGeom>
              <a:solidFill>
                <a:schemeClr val="accent1">
                  <a:lumMod val="40000"/>
                  <a:lumOff val="6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5" name="Flowchart: Direct Access Storage 1424">
                <a:extLst>
                  <a:ext uri="{FF2B5EF4-FFF2-40B4-BE49-F238E27FC236}">
                    <a16:creationId xmlns:a16="http://schemas.microsoft.com/office/drawing/2014/main" id="{CB892908-B291-4402-AED4-D98F18D895E0}"/>
                  </a:ext>
                </a:extLst>
              </p:cNvPr>
              <p:cNvSpPr/>
              <p:nvPr/>
            </p:nvSpPr>
            <p:spPr>
              <a:xfrm>
                <a:off x="2298893" y="3638914"/>
                <a:ext cx="55587" cy="186941"/>
              </a:xfrm>
              <a:prstGeom prst="flowChartMagneticDrum">
                <a:avLst/>
              </a:prstGeom>
              <a:solidFill>
                <a:schemeClr val="accent1">
                  <a:lumMod val="40000"/>
                  <a:lumOff val="6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431" name="Group 1430">
            <a:extLst>
              <a:ext uri="{FF2B5EF4-FFF2-40B4-BE49-F238E27FC236}">
                <a16:creationId xmlns:a16="http://schemas.microsoft.com/office/drawing/2014/main" id="{A698A75C-7407-27BB-0D0D-E24E3FC3E3B0}"/>
              </a:ext>
            </a:extLst>
          </p:cNvPr>
          <p:cNvGrpSpPr/>
          <p:nvPr/>
        </p:nvGrpSpPr>
        <p:grpSpPr>
          <a:xfrm>
            <a:off x="5217263" y="964055"/>
            <a:ext cx="6024478" cy="1573230"/>
            <a:chOff x="1971069" y="1230020"/>
            <a:chExt cx="6024478" cy="1573230"/>
          </a:xfrm>
        </p:grpSpPr>
        <p:sp>
          <p:nvSpPr>
            <p:cNvPr id="1432" name="Straight Connector 1431">
              <a:extLst>
                <a:ext uri="{FF2B5EF4-FFF2-40B4-BE49-F238E27FC236}">
                  <a16:creationId xmlns:a16="http://schemas.microsoft.com/office/drawing/2014/main" id="{996E9CC3-3726-BC93-A880-B29FFC62AFF9}"/>
                </a:ext>
              </a:extLst>
            </p:cNvPr>
            <p:cNvSpPr/>
            <p:nvPr/>
          </p:nvSpPr>
          <p:spPr>
            <a:xfrm flipH="1" flipV="1">
              <a:off x="2272758" y="1741355"/>
              <a:ext cx="7868" cy="1061895"/>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1433" name="Group 1432">
              <a:extLst>
                <a:ext uri="{FF2B5EF4-FFF2-40B4-BE49-F238E27FC236}">
                  <a16:creationId xmlns:a16="http://schemas.microsoft.com/office/drawing/2014/main" id="{F8D47F35-8822-5A30-1836-059BB7423BAD}"/>
                </a:ext>
              </a:extLst>
            </p:cNvPr>
            <p:cNvGrpSpPr/>
            <p:nvPr/>
          </p:nvGrpSpPr>
          <p:grpSpPr>
            <a:xfrm>
              <a:off x="1971069" y="1230020"/>
              <a:ext cx="6024478" cy="936183"/>
              <a:chOff x="1902489" y="1055406"/>
              <a:chExt cx="6024478" cy="936183"/>
            </a:xfrm>
          </p:grpSpPr>
          <p:sp>
            <p:nvSpPr>
              <p:cNvPr id="1434" name="TextBox 1433">
                <a:extLst>
                  <a:ext uri="{FF2B5EF4-FFF2-40B4-BE49-F238E27FC236}">
                    <a16:creationId xmlns:a16="http://schemas.microsoft.com/office/drawing/2014/main" id="{1A79B111-7BDB-BB9F-34A1-B0B1750BC80C}"/>
                  </a:ext>
                </a:extLst>
              </p:cNvPr>
              <p:cNvSpPr txBox="1"/>
              <p:nvPr/>
            </p:nvSpPr>
            <p:spPr>
              <a:xfrm>
                <a:off x="2410601" y="1129815"/>
                <a:ext cx="5516366" cy="861774"/>
              </a:xfrm>
              <a:prstGeom prst="rect">
                <a:avLst/>
              </a:prstGeom>
              <a:noFill/>
            </p:spPr>
            <p:txBody>
              <a:bodyPr wrap="square" rtlCol="0">
                <a:spAutoFit/>
              </a:bodyPr>
              <a:lstStyle/>
              <a:p>
                <a:pPr marL="114300" indent="-114300"/>
                <a:r>
                  <a:rPr lang="en-US" dirty="0"/>
                  <a:t>Misoprostol 800 mcg x 1 buccal or vaginal</a:t>
                </a:r>
              </a:p>
              <a:p>
                <a:pPr marL="119063" indent="-119063">
                  <a:buFont typeface="Arial" panose="020B0604020202020204" pitchFamily="34" charset="0"/>
                  <a:buChar char="•"/>
                </a:pPr>
                <a:r>
                  <a:rPr lang="en-US" sz="1600" dirty="0"/>
                  <a:t>6 h after 1</a:t>
                </a:r>
                <a:r>
                  <a:rPr lang="en-US" sz="1600" baseline="30000" dirty="0"/>
                  <a:t>st</a:t>
                </a:r>
                <a:r>
                  <a:rPr lang="en-US" sz="1600" dirty="0"/>
                  <a:t> dose</a:t>
                </a:r>
              </a:p>
              <a:p>
                <a:pPr marL="119063" indent="-119063">
                  <a:buFont typeface="Arial" panose="020B0604020202020204" pitchFamily="34" charset="0"/>
                  <a:buChar char="•"/>
                </a:pPr>
                <a:r>
                  <a:rPr lang="en-US" sz="1600" dirty="0"/>
                  <a:t>Recommended if 9-11 </a:t>
                </a:r>
                <a:r>
                  <a:rPr lang="en-US" sz="1600" dirty="0" err="1"/>
                  <a:t>wks</a:t>
                </a:r>
                <a:r>
                  <a:rPr lang="en-US" sz="1600" dirty="0"/>
                  <a:t> gestation</a:t>
                </a:r>
              </a:p>
            </p:txBody>
          </p:sp>
          <p:pic>
            <p:nvPicPr>
              <p:cNvPr id="1435" name="Picture 1434" descr="Graphical user interface, application&#10;&#10;Description automatically generated">
                <a:extLst>
                  <a:ext uri="{FF2B5EF4-FFF2-40B4-BE49-F238E27FC236}">
                    <a16:creationId xmlns:a16="http://schemas.microsoft.com/office/drawing/2014/main" id="{5AD26D7F-0E4E-C883-3D73-A96D03E14A08}"/>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1902489" y="1055406"/>
                <a:ext cx="687354" cy="547085"/>
              </a:xfrm>
              <a:prstGeom prst="rect">
                <a:avLst/>
              </a:prstGeom>
            </p:spPr>
          </p:pic>
        </p:grpSp>
      </p:grpSp>
      <p:sp>
        <p:nvSpPr>
          <p:cNvPr id="1436" name="TextBox 1435">
            <a:extLst>
              <a:ext uri="{FF2B5EF4-FFF2-40B4-BE49-F238E27FC236}">
                <a16:creationId xmlns:a16="http://schemas.microsoft.com/office/drawing/2014/main" id="{877DDFA0-29CB-AB94-62AB-ACC35CD064D2}"/>
              </a:ext>
            </a:extLst>
          </p:cNvPr>
          <p:cNvSpPr txBox="1"/>
          <p:nvPr/>
        </p:nvSpPr>
        <p:spPr>
          <a:xfrm>
            <a:off x="5526819" y="2540904"/>
            <a:ext cx="125059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30-56 hours</a:t>
            </a:r>
          </a:p>
        </p:txBody>
      </p:sp>
      <p:sp>
        <p:nvSpPr>
          <p:cNvPr id="16" name="question 1">
            <a:hlinkClick r:id="rId7" action="ppaction://hlinksldjump"/>
            <a:extLst>
              <a:ext uri="{FF2B5EF4-FFF2-40B4-BE49-F238E27FC236}">
                <a16:creationId xmlns:a16="http://schemas.microsoft.com/office/drawing/2014/main" id="{917CB135-40D3-D0D9-C15B-5AC5454B1A98}"/>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17" name="Question 2">
            <a:hlinkClick r:id="rId8" action="ppaction://hlinksldjump"/>
            <a:extLst>
              <a:ext uri="{FF2B5EF4-FFF2-40B4-BE49-F238E27FC236}">
                <a16:creationId xmlns:a16="http://schemas.microsoft.com/office/drawing/2014/main" id="{C311CF7A-96EA-1944-16F7-F8DC082A8213}"/>
              </a:ext>
            </a:extLst>
          </p:cNvPr>
          <p:cNvSpPr txBox="1"/>
          <p:nvPr/>
        </p:nvSpPr>
        <p:spPr>
          <a:xfrm>
            <a:off x="179164" y="1386531"/>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Medications</a:t>
            </a:r>
          </a:p>
        </p:txBody>
      </p:sp>
      <p:sp>
        <p:nvSpPr>
          <p:cNvPr id="25" name="question 3">
            <a:hlinkClick r:id="rId6" action="ppaction://hlinksldjump"/>
            <a:extLst>
              <a:ext uri="{FF2B5EF4-FFF2-40B4-BE49-F238E27FC236}">
                <a16:creationId xmlns:a16="http://schemas.microsoft.com/office/drawing/2014/main" id="{582261F3-E602-FE2D-559D-9FB70E85872E}"/>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28" name="question 4">
            <a:hlinkClick r:id="rId9" action="ppaction://hlinksldjump"/>
            <a:extLst>
              <a:ext uri="{FF2B5EF4-FFF2-40B4-BE49-F238E27FC236}">
                <a16:creationId xmlns:a16="http://schemas.microsoft.com/office/drawing/2014/main" id="{179ABDFF-A5C6-5BCC-822D-9814A16699D4}"/>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29" name="Cases">
            <a:hlinkClick r:id="rId10" action="ppaction://hlinksldjump"/>
            <a:extLst>
              <a:ext uri="{FF2B5EF4-FFF2-40B4-BE49-F238E27FC236}">
                <a16:creationId xmlns:a16="http://schemas.microsoft.com/office/drawing/2014/main" id="{BE549DCF-F384-FD34-3CF8-8A9A88BFE4FE}"/>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30" name="Graphic 29" descr="Cursor with solid fill">
            <a:extLst>
              <a:ext uri="{FF2B5EF4-FFF2-40B4-BE49-F238E27FC236}">
                <a16:creationId xmlns:a16="http://schemas.microsoft.com/office/drawing/2014/main" id="{54A28F56-92BA-A3AC-620D-18C2E3D1E7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076793"/>
            <a:ext cx="274320" cy="274320"/>
          </a:xfrm>
          <a:prstGeom prst="rect">
            <a:avLst/>
          </a:prstGeom>
        </p:spPr>
      </p:pic>
      <p:pic>
        <p:nvPicPr>
          <p:cNvPr id="32" name="Graphic 31" descr="Cursor with solid fill">
            <a:extLst>
              <a:ext uri="{FF2B5EF4-FFF2-40B4-BE49-F238E27FC236}">
                <a16:creationId xmlns:a16="http://schemas.microsoft.com/office/drawing/2014/main" id="{D52519C1-AE70-EA46-0C74-D9BFB6671C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246959"/>
            <a:ext cx="274320" cy="274320"/>
          </a:xfrm>
          <a:prstGeom prst="rect">
            <a:avLst/>
          </a:prstGeom>
        </p:spPr>
      </p:pic>
      <p:pic>
        <p:nvPicPr>
          <p:cNvPr id="34" name="Graphic 33" descr="Cursor with solid fill">
            <a:extLst>
              <a:ext uri="{FF2B5EF4-FFF2-40B4-BE49-F238E27FC236}">
                <a16:creationId xmlns:a16="http://schemas.microsoft.com/office/drawing/2014/main" id="{BE66E2AB-CBDB-097E-CCEB-A28C3634DE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832042"/>
            <a:ext cx="274320" cy="274320"/>
          </a:xfrm>
          <a:prstGeom prst="rect">
            <a:avLst/>
          </a:prstGeom>
        </p:spPr>
      </p:pic>
      <p:pic>
        <p:nvPicPr>
          <p:cNvPr id="37" name="Graphic 36" descr="Cursor with solid fill">
            <a:extLst>
              <a:ext uri="{FF2B5EF4-FFF2-40B4-BE49-F238E27FC236}">
                <a16:creationId xmlns:a16="http://schemas.microsoft.com/office/drawing/2014/main" id="{31E1E256-A343-821E-A75A-498B943BA0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3417125"/>
            <a:ext cx="274320" cy="274320"/>
          </a:xfrm>
          <a:prstGeom prst="rect">
            <a:avLst/>
          </a:prstGeom>
        </p:spPr>
      </p:pic>
      <p:sp>
        <p:nvSpPr>
          <p:cNvPr id="46" name="question 1">
            <a:hlinkClick r:id="rId11" action="ppaction://hlinksldjump"/>
            <a:extLst>
              <a:ext uri="{FF2B5EF4-FFF2-40B4-BE49-F238E27FC236}">
                <a16:creationId xmlns:a16="http://schemas.microsoft.com/office/drawing/2014/main" id="{0CC73ED7-88F6-4927-2F62-59E73F8E28AD}"/>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58" name="Graphic 57" descr="Cursor with solid fill">
            <a:extLst>
              <a:ext uri="{FF2B5EF4-FFF2-40B4-BE49-F238E27FC236}">
                <a16:creationId xmlns:a16="http://schemas.microsoft.com/office/drawing/2014/main" id="{4BF0B4DB-F0F0-0E2A-82DD-BD0E845328D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491710"/>
            <a:ext cx="274320" cy="274320"/>
          </a:xfrm>
          <a:prstGeom prst="rect">
            <a:avLst/>
          </a:prstGeom>
        </p:spPr>
      </p:pic>
      <p:cxnSp>
        <p:nvCxnSpPr>
          <p:cNvPr id="61" name="Straight Connector 60">
            <a:extLst>
              <a:ext uri="{FF2B5EF4-FFF2-40B4-BE49-F238E27FC236}">
                <a16:creationId xmlns:a16="http://schemas.microsoft.com/office/drawing/2014/main" id="{9336CD54-112B-0CBA-DA22-B02E646A05EF}"/>
              </a:ext>
            </a:extLst>
          </p:cNvPr>
          <p:cNvCxnSpPr>
            <a:cxnSpLocks/>
          </p:cNvCxnSpPr>
          <p:nvPr/>
        </p:nvCxnSpPr>
        <p:spPr>
          <a:xfrm>
            <a:off x="2297430" y="4865675"/>
            <a:ext cx="419481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grpSp>
        <p:nvGrpSpPr>
          <p:cNvPr id="2" name="Group 1">
            <a:extLst>
              <a:ext uri="{FF2B5EF4-FFF2-40B4-BE49-F238E27FC236}">
                <a16:creationId xmlns:a16="http://schemas.microsoft.com/office/drawing/2014/main" id="{4F5523E1-F1AF-8CBF-4128-D0380A9723D4}"/>
              </a:ext>
            </a:extLst>
          </p:cNvPr>
          <p:cNvGrpSpPr/>
          <p:nvPr/>
        </p:nvGrpSpPr>
        <p:grpSpPr>
          <a:xfrm>
            <a:off x="1971069" y="4861367"/>
            <a:ext cx="4429730" cy="1606656"/>
            <a:chOff x="1971069" y="4861367"/>
            <a:chExt cx="4429730" cy="1606656"/>
          </a:xfrm>
        </p:grpSpPr>
        <p:sp>
          <p:nvSpPr>
            <p:cNvPr id="1356" name="Straight Connector 1355">
              <a:extLst>
                <a:ext uri="{FF2B5EF4-FFF2-40B4-BE49-F238E27FC236}">
                  <a16:creationId xmlns:a16="http://schemas.microsoft.com/office/drawing/2014/main" id="{77DB8E58-B2F7-CB7E-BDD6-4455A694E1B4}"/>
                </a:ext>
              </a:extLst>
            </p:cNvPr>
            <p:cNvSpPr/>
            <p:nvPr/>
          </p:nvSpPr>
          <p:spPr>
            <a:xfrm flipH="1">
              <a:off x="2297429" y="4865671"/>
              <a:ext cx="0" cy="929339"/>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4" name="Group 3">
              <a:extLst>
                <a:ext uri="{FF2B5EF4-FFF2-40B4-BE49-F238E27FC236}">
                  <a16:creationId xmlns:a16="http://schemas.microsoft.com/office/drawing/2014/main" id="{8AA7CC1E-E803-ECB4-32D4-58196B2A3FBB}"/>
                </a:ext>
              </a:extLst>
            </p:cNvPr>
            <p:cNvGrpSpPr/>
            <p:nvPr/>
          </p:nvGrpSpPr>
          <p:grpSpPr>
            <a:xfrm>
              <a:off x="1971069" y="5801823"/>
              <a:ext cx="4429730" cy="547085"/>
              <a:chOff x="1902489" y="1055406"/>
              <a:chExt cx="4429730" cy="547085"/>
            </a:xfrm>
          </p:grpSpPr>
          <p:sp>
            <p:nvSpPr>
              <p:cNvPr id="7" name="TextBox 6">
                <a:extLst>
                  <a:ext uri="{FF2B5EF4-FFF2-40B4-BE49-F238E27FC236}">
                    <a16:creationId xmlns:a16="http://schemas.microsoft.com/office/drawing/2014/main" id="{E18C53C3-6C76-3F10-AB5E-77F1AA9C0339}"/>
                  </a:ext>
                </a:extLst>
              </p:cNvPr>
              <p:cNvSpPr txBox="1"/>
              <p:nvPr/>
            </p:nvSpPr>
            <p:spPr>
              <a:xfrm>
                <a:off x="2450560" y="1104894"/>
                <a:ext cx="3881659" cy="369332"/>
              </a:xfrm>
              <a:prstGeom prst="rect">
                <a:avLst/>
              </a:prstGeom>
              <a:noFill/>
            </p:spPr>
            <p:txBody>
              <a:bodyPr wrap="square" rtlCol="0">
                <a:spAutoFit/>
              </a:bodyPr>
              <a:lstStyle/>
              <a:p>
                <a:r>
                  <a:rPr lang="en-US" dirty="0"/>
                  <a:t>Misoprostol 800 mcg PO q3h x 3 doses</a:t>
                </a:r>
              </a:p>
            </p:txBody>
          </p:sp>
          <p:pic>
            <p:nvPicPr>
              <p:cNvPr id="9" name="Picture 8" descr="Graphical user interface, application&#10;&#10;Description automatically generated">
                <a:extLst>
                  <a:ext uri="{FF2B5EF4-FFF2-40B4-BE49-F238E27FC236}">
                    <a16:creationId xmlns:a16="http://schemas.microsoft.com/office/drawing/2014/main" id="{68D1C2F7-953C-8349-5F75-7C11B452CC6B}"/>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1902489" y="1055406"/>
                <a:ext cx="687354" cy="547085"/>
              </a:xfrm>
              <a:prstGeom prst="rect">
                <a:avLst/>
              </a:prstGeom>
            </p:spPr>
          </p:pic>
        </p:grpSp>
        <p:pic>
          <p:nvPicPr>
            <p:cNvPr id="10" name="Picture 9" descr="Graphical user interface, application&#10;&#10;Description automatically generated">
              <a:extLst>
                <a:ext uri="{FF2B5EF4-FFF2-40B4-BE49-F238E27FC236}">
                  <a16:creationId xmlns:a16="http://schemas.microsoft.com/office/drawing/2014/main" id="{23392885-4E4E-1AFA-5145-788262A9B465}"/>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2032084" y="5920938"/>
              <a:ext cx="687354" cy="547085"/>
            </a:xfrm>
            <a:prstGeom prst="rect">
              <a:avLst/>
            </a:prstGeom>
          </p:spPr>
        </p:pic>
        <p:sp>
          <p:nvSpPr>
            <p:cNvPr id="1430" name="TextBox 1429">
              <a:extLst>
                <a:ext uri="{FF2B5EF4-FFF2-40B4-BE49-F238E27FC236}">
                  <a16:creationId xmlns:a16="http://schemas.microsoft.com/office/drawing/2014/main" id="{CC4EA1E4-F6AD-08C1-03ED-8F5B2EDAA9B1}"/>
                </a:ext>
              </a:extLst>
            </p:cNvPr>
            <p:cNvSpPr txBox="1"/>
            <p:nvPr/>
          </p:nvSpPr>
          <p:spPr>
            <a:xfrm>
              <a:off x="2309240" y="4861367"/>
              <a:ext cx="10069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0 hours</a:t>
              </a:r>
            </a:p>
          </p:txBody>
        </p:sp>
      </p:grpSp>
      <p:sp>
        <p:nvSpPr>
          <p:cNvPr id="1354" name="No mifepristone">
            <a:extLst>
              <a:ext uri="{FF2B5EF4-FFF2-40B4-BE49-F238E27FC236}">
                <a16:creationId xmlns:a16="http://schemas.microsoft.com/office/drawing/2014/main" id="{081B5BB9-A639-FBAD-02BB-BC6AE75FE34F}"/>
              </a:ext>
            </a:extLst>
          </p:cNvPr>
          <p:cNvSpPr/>
          <p:nvPr/>
        </p:nvSpPr>
        <p:spPr>
          <a:xfrm>
            <a:off x="2015678" y="5663403"/>
            <a:ext cx="2377309" cy="69693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Mifepristone not available</a:t>
            </a:r>
          </a:p>
        </p:txBody>
      </p:sp>
      <p:pic>
        <p:nvPicPr>
          <p:cNvPr id="1355" name="Graphic 1354" descr="Cursor with solid fill">
            <a:extLst>
              <a:ext uri="{FF2B5EF4-FFF2-40B4-BE49-F238E27FC236}">
                <a16:creationId xmlns:a16="http://schemas.microsoft.com/office/drawing/2014/main" id="{DD20E57C-4197-BD3C-0671-8D72EEDB9F8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51120" y="6211748"/>
            <a:ext cx="274320" cy="274320"/>
          </a:xfrm>
          <a:prstGeom prst="rect">
            <a:avLst/>
          </a:prstGeom>
        </p:spPr>
      </p:pic>
    </p:spTree>
    <p:extLst>
      <p:ext uri="{BB962C8B-B14F-4D97-AF65-F5344CB8AC3E}">
        <p14:creationId xmlns:p14="http://schemas.microsoft.com/office/powerpoint/2010/main" val="41640479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4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34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35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9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58"/>
                                        </p:tgtEl>
                                        <p:attrNameLst>
                                          <p:attrName>style.visibility</p:attrName>
                                        </p:attrNameLst>
                                      </p:cBhvr>
                                      <p:to>
                                        <p:strVal val="visible"/>
                                      </p:to>
                                    </p:set>
                                  </p:childTnLst>
                                </p:cTn>
                              </p:par>
                              <p:par>
                                <p:cTn id="19" presetID="1" presetClass="entr" presetSubtype="0" fill="hold" grpId="2" nodeType="withEffect">
                                  <p:stCondLst>
                                    <p:cond delay="0"/>
                                  </p:stCondLst>
                                  <p:childTnLst>
                                    <p:set>
                                      <p:cBhvr>
                                        <p:cTn id="20" dur="1" fill="hold">
                                          <p:stCondLst>
                                            <p:cond delay="0"/>
                                          </p:stCondLst>
                                        </p:cTn>
                                        <p:tgtEl>
                                          <p:spTgt spid="13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nextCondLst>
                <p:cond evt="onClick" delay="0">
                  <p:tgtEl>
                    <p:spTgt spid="1346"/>
                  </p:tgtEl>
                </p:cond>
              </p:nextCondLst>
            </p:seq>
            <p:seq concurrent="1" nextAc="seek">
              <p:cTn id="29" restart="whenNotActive" fill="hold" evtFilter="cancelBubble" nodeType="interactiveSeq">
                <p:stCondLst>
                  <p:cond evt="onClick" delay="0">
                    <p:tgtEl>
                      <p:spTgt spid="1354"/>
                    </p:tgtEl>
                  </p:cond>
                </p:stCondLst>
                <p:endSync evt="end" delay="0">
                  <p:rtn val="all"/>
                </p:endSync>
                <p:childTnLst>
                  <p:par>
                    <p:cTn id="30" fill="hold">
                      <p:stCondLst>
                        <p:cond delay="0"/>
                      </p:stCondLst>
                      <p:childTnLst>
                        <p:par>
                          <p:cTn id="31" fill="hold">
                            <p:stCondLst>
                              <p:cond delay="0"/>
                            </p:stCondLst>
                            <p:childTnLst>
                              <p:par>
                                <p:cTn id="32" presetID="1" presetClass="exit" presetSubtype="0" fill="hold" nodeType="withEffect">
                                  <p:stCondLst>
                                    <p:cond delay="0"/>
                                  </p:stCondLst>
                                  <p:childTnLst>
                                    <p:set>
                                      <p:cBhvr>
                                        <p:cTn id="33" dur="1" fill="hold">
                                          <p:stCondLst>
                                            <p:cond delay="0"/>
                                          </p:stCondLst>
                                        </p:cTn>
                                        <p:tgtEl>
                                          <p:spTgt spid="1355"/>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5" dur="1" fill="hold">
                                          <p:stCondLst>
                                            <p:cond delay="0"/>
                                          </p:stCondLst>
                                        </p:cTn>
                                        <p:tgtEl>
                                          <p:spTgt spid="1354"/>
                                        </p:tgtEl>
                                        <p:attrNameLst>
                                          <p:attrName>style.visibility</p:attrName>
                                        </p:attrNameLst>
                                      </p:cBhvr>
                                      <p:to>
                                        <p:strVal val="hidden"/>
                                      </p:to>
                                    </p:set>
                                  </p:childTnLst>
                                </p:cTn>
                              </p:par>
                              <p:par>
                                <p:cTn id="36" presetID="1" presetClass="entr" presetSubtype="0" fill="hold" nodeType="with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358"/>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357"/>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1354"/>
                  </p:tgtEl>
                </p:cond>
              </p:nextCondLst>
            </p:seq>
            <p:seq concurrent="1" nextAc="seek">
              <p:cTn id="48" restart="whenNotActive" fill="hold" evtFilter="cancelBubble" nodeType="interactiveSeq">
                <p:stCondLst>
                  <p:cond evt="onClick" delay="0">
                    <p:tgtEl>
                      <p:spTgt spid="1357"/>
                    </p:tgtEl>
                  </p:cond>
                </p:stCondLst>
                <p:endSync evt="end" delay="0">
                  <p:rtn val="all"/>
                </p:endSync>
                <p:childTnLst>
                  <p:par>
                    <p:cTn id="49" fill="hold">
                      <p:stCondLst>
                        <p:cond delay="0"/>
                      </p:stCondLst>
                      <p:childTnLst>
                        <p:par>
                          <p:cTn id="50" fill="hold">
                            <p:stCondLst>
                              <p:cond delay="0"/>
                            </p:stCondLst>
                            <p:childTnLst>
                              <p:par>
                                <p:cTn id="51" presetID="1" presetClass="exit" presetSubtype="0" fill="hold" nodeType="withEffect">
                                  <p:stCondLst>
                                    <p:cond delay="0"/>
                                  </p:stCondLst>
                                  <p:childTnLst>
                                    <p:set>
                                      <p:cBhvr>
                                        <p:cTn id="52" dur="1" fill="hold">
                                          <p:stCondLst>
                                            <p:cond delay="0"/>
                                          </p:stCondLst>
                                        </p:cTn>
                                        <p:tgtEl>
                                          <p:spTgt spid="1358"/>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1357"/>
                                        </p:tgtEl>
                                        <p:attrNameLst>
                                          <p:attrName>style.visibility</p:attrName>
                                        </p:attrNameLst>
                                      </p:cBhvr>
                                      <p:to>
                                        <p:strVal val="hidden"/>
                                      </p:to>
                                    </p:set>
                                  </p:childTnLst>
                                </p:cTn>
                              </p:par>
                            </p:childTnLst>
                          </p:cTn>
                        </p:par>
                      </p:childTnLst>
                    </p:cTn>
                  </p:par>
                </p:childTnLst>
              </p:cTn>
              <p:nextCondLst>
                <p:cond evt="onClick" delay="0">
                  <p:tgtEl>
                    <p:spTgt spid="1357"/>
                  </p:tgtEl>
                </p:cond>
              </p:nextCondLst>
            </p:seq>
          </p:childTnLst>
        </p:cTn>
      </p:par>
    </p:tnLst>
    <p:bldLst>
      <p:bldP spid="6" grpId="0"/>
      <p:bldP spid="8" grpId="0"/>
      <p:bldP spid="1346" grpId="0" animBg="1"/>
      <p:bldP spid="1357" grpId="0" animBg="1"/>
      <p:bldP spid="1357" grpId="1" animBg="1"/>
      <p:bldP spid="1357" grpId="2" animBg="1"/>
      <p:bldP spid="1436" grpId="0"/>
      <p:bldP spid="135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 name="Ongoing symptoms">
            <a:extLst>
              <a:ext uri="{FF2B5EF4-FFF2-40B4-BE49-F238E27FC236}">
                <a16:creationId xmlns:a16="http://schemas.microsoft.com/office/drawing/2014/main" id="{7CF6376C-8C77-F052-A363-09BAA292AE90}"/>
              </a:ext>
            </a:extLst>
          </p:cNvPr>
          <p:cNvSpPr/>
          <p:nvPr/>
        </p:nvSpPr>
        <p:spPr>
          <a:xfrm>
            <a:off x="6169154" y="4153394"/>
            <a:ext cx="2657699" cy="1166475"/>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indent="-176213">
              <a:buFont typeface="Arial" panose="020B0604020202020204" pitchFamily="34" charset="0"/>
              <a:buChar char="•"/>
            </a:pPr>
            <a:r>
              <a:rPr lang="en-US" sz="1600" dirty="0">
                <a:solidFill>
                  <a:schemeClr val="tx1"/>
                </a:solidFill>
              </a:rPr>
              <a:t>Ongoing symptoms of pregnancy?</a:t>
            </a:r>
          </a:p>
          <a:p>
            <a:pPr marL="176213" indent="-176213">
              <a:buFont typeface="Arial" panose="020B0604020202020204" pitchFamily="34" charset="0"/>
              <a:buChar char="•"/>
            </a:pPr>
            <a:r>
              <a:rPr lang="en-US" sz="1600" dirty="0">
                <a:solidFill>
                  <a:schemeClr val="tx1"/>
                </a:solidFill>
              </a:rPr>
              <a:t>No passage of clot/POC?</a:t>
            </a:r>
          </a:p>
          <a:p>
            <a:pPr marL="176213" indent="-176213">
              <a:buFont typeface="Arial" panose="020B0604020202020204" pitchFamily="34" charset="0"/>
              <a:buChar char="•"/>
            </a:pPr>
            <a:r>
              <a:rPr lang="en-US" sz="1600" dirty="0">
                <a:solidFill>
                  <a:schemeClr val="tx1"/>
                </a:solidFill>
              </a:rPr>
              <a:t>Ongoing bleeding?</a:t>
            </a:r>
          </a:p>
        </p:txBody>
      </p:sp>
      <p:sp>
        <p:nvSpPr>
          <p:cNvPr id="1397" name="Ongoing symptoms">
            <a:extLst>
              <a:ext uri="{FF2B5EF4-FFF2-40B4-BE49-F238E27FC236}">
                <a16:creationId xmlns:a16="http://schemas.microsoft.com/office/drawing/2014/main" id="{84A47807-802D-8FA2-08BE-F21E55C2738A}"/>
              </a:ext>
            </a:extLst>
          </p:cNvPr>
          <p:cNvSpPr/>
          <p:nvPr/>
        </p:nvSpPr>
        <p:spPr>
          <a:xfrm>
            <a:off x="9211306" y="4416264"/>
            <a:ext cx="1872125" cy="369332"/>
          </a:xfrm>
          <a:prstGeom prst="roundRect">
            <a:avLst/>
          </a:prstGeom>
          <a:solidFill>
            <a:schemeClr val="bg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Positive pregnancy?</a:t>
            </a:r>
          </a:p>
        </p:txBody>
      </p:sp>
      <p:sp>
        <p:nvSpPr>
          <p:cNvPr id="5" name="TextBox 4">
            <a:extLst>
              <a:ext uri="{FF2B5EF4-FFF2-40B4-BE49-F238E27FC236}">
                <a16:creationId xmlns:a16="http://schemas.microsoft.com/office/drawing/2014/main" id="{1554FEA6-A541-E085-9152-3228C21119F6}"/>
              </a:ext>
            </a:extLst>
          </p:cNvPr>
          <p:cNvSpPr txBox="1"/>
          <p:nvPr/>
        </p:nvSpPr>
        <p:spPr>
          <a:xfrm>
            <a:off x="3380738" y="133793"/>
            <a:ext cx="6307494" cy="461665"/>
          </a:xfrm>
          <a:prstGeom prst="rect">
            <a:avLst/>
          </a:prstGeom>
          <a:noFill/>
        </p:spPr>
        <p:txBody>
          <a:bodyPr wrap="square" lIns="91440" tIns="45720" rIns="91440" bIns="45720" rtlCol="0" anchor="t">
            <a:spAutoFit/>
          </a:bodyPr>
          <a:lstStyle/>
          <a:p>
            <a:pPr algn="ctr"/>
            <a:r>
              <a:rPr lang="en-US" sz="2400" b="1" dirty="0"/>
              <a:t>Abortion Follow-up</a:t>
            </a:r>
            <a:endParaRPr lang="en-US" sz="2400" b="1" dirty="0">
              <a:cs typeface="Calibri"/>
            </a:endParaRPr>
          </a:p>
        </p:txBody>
      </p:sp>
      <p:sp>
        <p:nvSpPr>
          <p:cNvPr id="6" name="TextBox 5">
            <a:extLst>
              <a:ext uri="{FF2B5EF4-FFF2-40B4-BE49-F238E27FC236}">
                <a16:creationId xmlns:a16="http://schemas.microsoft.com/office/drawing/2014/main" id="{2A59DB2B-EA50-FAC6-4A29-ED38D114654A}"/>
              </a:ext>
            </a:extLst>
          </p:cNvPr>
          <p:cNvSpPr txBox="1"/>
          <p:nvPr/>
        </p:nvSpPr>
        <p:spPr>
          <a:xfrm>
            <a:off x="2309240" y="2548698"/>
            <a:ext cx="10069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0 hours</a:t>
            </a:r>
          </a:p>
        </p:txBody>
      </p:sp>
      <p:cxnSp>
        <p:nvCxnSpPr>
          <p:cNvPr id="18" name="Straight Connector 17">
            <a:extLst>
              <a:ext uri="{FF2B5EF4-FFF2-40B4-BE49-F238E27FC236}">
                <a16:creationId xmlns:a16="http://schemas.microsoft.com/office/drawing/2014/main" id="{CA1EED6D-0624-CC4F-8312-D252B218C386}"/>
              </a:ext>
            </a:extLst>
          </p:cNvPr>
          <p:cNvCxnSpPr>
            <a:cxnSpLocks/>
          </p:cNvCxnSpPr>
          <p:nvPr/>
        </p:nvCxnSpPr>
        <p:spPr>
          <a:xfrm>
            <a:off x="2297430" y="2553005"/>
            <a:ext cx="2802908"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cxnSp>
        <p:nvCxnSpPr>
          <p:cNvPr id="24" name="Straight Connector 23">
            <a:extLst>
              <a:ext uri="{FF2B5EF4-FFF2-40B4-BE49-F238E27FC236}">
                <a16:creationId xmlns:a16="http://schemas.microsoft.com/office/drawing/2014/main" id="{785BB926-2879-9AE2-6EA5-E7B9B96D01D9}"/>
              </a:ext>
            </a:extLst>
          </p:cNvPr>
          <p:cNvCxnSpPr>
            <a:cxnSpLocks/>
          </p:cNvCxnSpPr>
          <p:nvPr/>
        </p:nvCxnSpPr>
        <p:spPr>
          <a:xfrm>
            <a:off x="5100338" y="2559646"/>
            <a:ext cx="937260" cy="1166475"/>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cxnSp>
        <p:nvCxnSpPr>
          <p:cNvPr id="26" name="Straight Connector 25">
            <a:extLst>
              <a:ext uri="{FF2B5EF4-FFF2-40B4-BE49-F238E27FC236}">
                <a16:creationId xmlns:a16="http://schemas.microsoft.com/office/drawing/2014/main" id="{C3969B1C-C7A2-31FF-63BB-8266536051AA}"/>
              </a:ext>
            </a:extLst>
          </p:cNvPr>
          <p:cNvCxnSpPr>
            <a:cxnSpLocks/>
          </p:cNvCxnSpPr>
          <p:nvPr/>
        </p:nvCxnSpPr>
        <p:spPr>
          <a:xfrm flipV="1">
            <a:off x="5111330" y="3728453"/>
            <a:ext cx="937260" cy="1146195"/>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40D209EC-96D6-49CE-A8A3-86001342BF46}"/>
              </a:ext>
            </a:extLst>
          </p:cNvPr>
          <p:cNvCxnSpPr>
            <a:cxnSpLocks/>
          </p:cNvCxnSpPr>
          <p:nvPr/>
        </p:nvCxnSpPr>
        <p:spPr>
          <a:xfrm flipV="1">
            <a:off x="6013905" y="3709490"/>
            <a:ext cx="4776119" cy="16631"/>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grpSp>
        <p:nvGrpSpPr>
          <p:cNvPr id="1392" name="Group 1391">
            <a:extLst>
              <a:ext uri="{FF2B5EF4-FFF2-40B4-BE49-F238E27FC236}">
                <a16:creationId xmlns:a16="http://schemas.microsoft.com/office/drawing/2014/main" id="{F16EDD1F-6296-8B79-0F19-9D75023ED0A1}"/>
              </a:ext>
            </a:extLst>
          </p:cNvPr>
          <p:cNvGrpSpPr/>
          <p:nvPr/>
        </p:nvGrpSpPr>
        <p:grpSpPr>
          <a:xfrm>
            <a:off x="1971069" y="1230020"/>
            <a:ext cx="3871872" cy="1322984"/>
            <a:chOff x="1971069" y="1230020"/>
            <a:chExt cx="3871872" cy="1322984"/>
          </a:xfrm>
        </p:grpSpPr>
        <p:sp>
          <p:nvSpPr>
            <p:cNvPr id="44" name="Straight Connector 43">
              <a:extLst>
                <a:ext uri="{FF2B5EF4-FFF2-40B4-BE49-F238E27FC236}">
                  <a16:creationId xmlns:a16="http://schemas.microsoft.com/office/drawing/2014/main" id="{C721388B-A516-C482-E71B-71A3E8694954}"/>
                </a:ext>
              </a:extLst>
            </p:cNvPr>
            <p:cNvSpPr/>
            <p:nvPr/>
          </p:nvSpPr>
          <p:spPr>
            <a:xfrm flipV="1">
              <a:off x="2297430" y="1671943"/>
              <a:ext cx="0" cy="881061"/>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48" name="Group 47">
              <a:extLst>
                <a:ext uri="{FF2B5EF4-FFF2-40B4-BE49-F238E27FC236}">
                  <a16:creationId xmlns:a16="http://schemas.microsoft.com/office/drawing/2014/main" id="{624E5166-FDF8-C291-19E5-59CD2FC08E59}"/>
                </a:ext>
              </a:extLst>
            </p:cNvPr>
            <p:cNvGrpSpPr/>
            <p:nvPr/>
          </p:nvGrpSpPr>
          <p:grpSpPr>
            <a:xfrm>
              <a:off x="1971069" y="1230020"/>
              <a:ext cx="3871872" cy="547085"/>
              <a:chOff x="1902489" y="1055406"/>
              <a:chExt cx="3871872" cy="547085"/>
            </a:xfrm>
          </p:grpSpPr>
          <p:sp>
            <p:nvSpPr>
              <p:cNvPr id="45" name="TextBox 44">
                <a:extLst>
                  <a:ext uri="{FF2B5EF4-FFF2-40B4-BE49-F238E27FC236}">
                    <a16:creationId xmlns:a16="http://schemas.microsoft.com/office/drawing/2014/main" id="{65628343-943B-CA7E-CDF4-46F86A709345}"/>
                  </a:ext>
                </a:extLst>
              </p:cNvPr>
              <p:cNvSpPr txBox="1"/>
              <p:nvPr/>
            </p:nvSpPr>
            <p:spPr>
              <a:xfrm>
                <a:off x="2450560" y="1104894"/>
                <a:ext cx="3323801" cy="369332"/>
              </a:xfrm>
              <a:prstGeom prst="rect">
                <a:avLst/>
              </a:prstGeom>
              <a:noFill/>
            </p:spPr>
            <p:txBody>
              <a:bodyPr wrap="square" rtlCol="0">
                <a:spAutoFit/>
              </a:bodyPr>
              <a:lstStyle/>
              <a:p>
                <a:r>
                  <a:rPr lang="en-US" dirty="0"/>
                  <a:t>Mifepristone + Misoprostol  </a:t>
                </a:r>
              </a:p>
            </p:txBody>
          </p:sp>
          <p:pic>
            <p:nvPicPr>
              <p:cNvPr id="47" name="Picture 46" descr="Graphical user interface, application&#10;&#10;Description automatically generated">
                <a:extLst>
                  <a:ext uri="{FF2B5EF4-FFF2-40B4-BE49-F238E27FC236}">
                    <a16:creationId xmlns:a16="http://schemas.microsoft.com/office/drawing/2014/main" id="{B0592E1B-15E8-2DFD-4774-2C6A78E59A2B}"/>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1902489" y="1055406"/>
                <a:ext cx="687354" cy="547085"/>
              </a:xfrm>
              <a:prstGeom prst="rect">
                <a:avLst/>
              </a:prstGeom>
            </p:spPr>
          </p:pic>
        </p:grpSp>
      </p:grpSp>
      <p:grpSp>
        <p:nvGrpSpPr>
          <p:cNvPr id="1368" name="Group 1367">
            <a:extLst>
              <a:ext uri="{FF2B5EF4-FFF2-40B4-BE49-F238E27FC236}">
                <a16:creationId xmlns:a16="http://schemas.microsoft.com/office/drawing/2014/main" id="{6DC8458A-4561-1256-1111-9FA33FAAD12A}"/>
              </a:ext>
            </a:extLst>
          </p:cNvPr>
          <p:cNvGrpSpPr/>
          <p:nvPr/>
        </p:nvGrpSpPr>
        <p:grpSpPr>
          <a:xfrm>
            <a:off x="8591023" y="1652996"/>
            <a:ext cx="2845312" cy="2057788"/>
            <a:chOff x="7009811" y="4687447"/>
            <a:chExt cx="2845312" cy="2057788"/>
          </a:xfrm>
        </p:grpSpPr>
        <p:sp>
          <p:nvSpPr>
            <p:cNvPr id="1362" name="Straight Connector 1361">
              <a:extLst>
                <a:ext uri="{FF2B5EF4-FFF2-40B4-BE49-F238E27FC236}">
                  <a16:creationId xmlns:a16="http://schemas.microsoft.com/office/drawing/2014/main" id="{87128553-1E0A-2101-DC37-B21850639DBB}"/>
                </a:ext>
              </a:extLst>
            </p:cNvPr>
            <p:cNvSpPr/>
            <p:nvPr/>
          </p:nvSpPr>
          <p:spPr>
            <a:xfrm flipH="1" flipV="1">
              <a:off x="7414437" y="5786701"/>
              <a:ext cx="22496" cy="958534"/>
            </a:xfrm>
            <a:prstGeom prst="line">
              <a:avLst/>
            </a:prstGeom>
            <a:noFill/>
            <a:ln w="19050" cap="flat" cmpd="sng" algn="ctr">
              <a:solidFill>
                <a:schemeClr val="accent1">
                  <a:hueOff val="0"/>
                  <a:satOff val="0"/>
                  <a:lumOff val="0"/>
                  <a:alphaOff val="0"/>
                </a:schemeClr>
              </a:solidFill>
              <a:prstDash val="dash"/>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1367" name="Group 1366">
              <a:extLst>
                <a:ext uri="{FF2B5EF4-FFF2-40B4-BE49-F238E27FC236}">
                  <a16:creationId xmlns:a16="http://schemas.microsoft.com/office/drawing/2014/main" id="{B0896DE1-A8B1-8C16-732D-70CB8590B792}"/>
                </a:ext>
              </a:extLst>
            </p:cNvPr>
            <p:cNvGrpSpPr/>
            <p:nvPr/>
          </p:nvGrpSpPr>
          <p:grpSpPr>
            <a:xfrm>
              <a:off x="7009811" y="4687447"/>
              <a:ext cx="2845312" cy="1261099"/>
              <a:chOff x="7009811" y="4687447"/>
              <a:chExt cx="2845312" cy="1261099"/>
            </a:xfrm>
          </p:grpSpPr>
          <p:sp>
            <p:nvSpPr>
              <p:cNvPr id="1364" name="TextBox 1363">
                <a:extLst>
                  <a:ext uri="{FF2B5EF4-FFF2-40B4-BE49-F238E27FC236}">
                    <a16:creationId xmlns:a16="http://schemas.microsoft.com/office/drawing/2014/main" id="{EA69918C-D600-C891-86E9-1A8C9BDE70D8}"/>
                  </a:ext>
                </a:extLst>
              </p:cNvPr>
              <p:cNvSpPr txBox="1"/>
              <p:nvPr/>
            </p:nvSpPr>
            <p:spPr>
              <a:xfrm>
                <a:off x="7516619" y="4778995"/>
                <a:ext cx="2338504" cy="1169551"/>
              </a:xfrm>
              <a:prstGeom prst="rect">
                <a:avLst/>
              </a:prstGeom>
              <a:noFill/>
            </p:spPr>
            <p:txBody>
              <a:bodyPr wrap="square">
                <a:spAutoFit/>
              </a:bodyPr>
              <a:lstStyle/>
              <a:p>
                <a:pPr marL="0" lvl="0" indent="0" algn="l" defTabSz="577850">
                  <a:lnSpc>
                    <a:spcPct val="90000"/>
                  </a:lnSpc>
                  <a:spcBef>
                    <a:spcPct val="0"/>
                  </a:spcBef>
                  <a:spcAft>
                    <a:spcPct val="35000"/>
                  </a:spcAft>
                  <a:buNone/>
                  <a:defRPr b="1"/>
                </a:pPr>
                <a:r>
                  <a:rPr lang="en-US" b="1" kern="1200" dirty="0"/>
                  <a:t>Urine pregnancy test</a:t>
                </a:r>
                <a:endParaRPr lang="en-US" b="1" dirty="0"/>
              </a:p>
              <a:p>
                <a:pPr marL="112713" lvl="0" indent="-112713" algn="l" defTabSz="577850">
                  <a:lnSpc>
                    <a:spcPts val="1920"/>
                  </a:lnSpc>
                  <a:spcBef>
                    <a:spcPct val="0"/>
                  </a:spcBef>
                  <a:buFont typeface="Arial" panose="020B0604020202020204" pitchFamily="34" charset="0"/>
                  <a:buChar char="•"/>
                  <a:defRPr b="1"/>
                </a:pPr>
                <a:r>
                  <a:rPr lang="en-US" sz="1600" b="0" kern="1200" dirty="0"/>
                  <a:t>At home or in clinic</a:t>
                </a:r>
              </a:p>
              <a:p>
                <a:pPr marL="112713" lvl="0" indent="-112713" algn="l" defTabSz="577850">
                  <a:lnSpc>
                    <a:spcPts val="1920"/>
                  </a:lnSpc>
                  <a:spcBef>
                    <a:spcPct val="0"/>
                  </a:spcBef>
                  <a:buFont typeface="Arial" panose="020B0604020202020204" pitchFamily="34" charset="0"/>
                  <a:buChar char="•"/>
                  <a:defRPr b="1"/>
                </a:pPr>
                <a:r>
                  <a:rPr lang="en-US" sz="1600" b="0" kern="1200" dirty="0"/>
                  <a:t>Not before 4 </a:t>
                </a:r>
                <a:r>
                  <a:rPr lang="en-US" sz="1600" b="0" kern="1200" dirty="0" err="1"/>
                  <a:t>wks</a:t>
                </a:r>
                <a:r>
                  <a:rPr lang="en-US" sz="1600" b="0" kern="1200" dirty="0"/>
                  <a:t> post-abortion</a:t>
                </a:r>
                <a:endParaRPr lang="en-US" sz="1600" kern="1200" dirty="0"/>
              </a:p>
            </p:txBody>
          </p:sp>
          <p:pic>
            <p:nvPicPr>
              <p:cNvPr id="1366" name="Picture 1365" descr="Graphical user interface, application&#10;&#10;Description automatically generated">
                <a:extLst>
                  <a:ext uri="{FF2B5EF4-FFF2-40B4-BE49-F238E27FC236}">
                    <a16:creationId xmlns:a16="http://schemas.microsoft.com/office/drawing/2014/main" id="{E855088C-1235-44DD-DFA3-96D70EAF82C8}"/>
                  </a:ext>
                </a:extLst>
              </p:cNvPr>
              <p:cNvPicPr>
                <a:picLocks noChangeAspect="1"/>
              </p:cNvPicPr>
              <p:nvPr/>
            </p:nvPicPr>
            <p:blipFill rotWithShape="1">
              <a:blip r:embed="rId4">
                <a:extLst>
                  <a:ext uri="{28A0092B-C50C-407E-A947-70E740481C1C}">
                    <a14:useLocalDpi xmlns:a14="http://schemas.microsoft.com/office/drawing/2010/main" val="0"/>
                  </a:ext>
                </a:extLst>
              </a:blip>
              <a:srcRect l="49465" t="19400" r="39476" b="64624"/>
              <a:stretch/>
            </p:blipFill>
            <p:spPr>
              <a:xfrm rot="18943048">
                <a:off x="7009811" y="4687447"/>
                <a:ext cx="884875" cy="894799"/>
              </a:xfrm>
              <a:prstGeom prst="rect">
                <a:avLst/>
              </a:prstGeom>
            </p:spPr>
          </p:pic>
        </p:grpSp>
      </p:grpSp>
      <p:sp>
        <p:nvSpPr>
          <p:cNvPr id="1369" name="TextBox 1368">
            <a:extLst>
              <a:ext uri="{FF2B5EF4-FFF2-40B4-BE49-F238E27FC236}">
                <a16:creationId xmlns:a16="http://schemas.microsoft.com/office/drawing/2014/main" id="{FF52AA78-BB6C-C033-6F28-CEEE7DD8641C}"/>
              </a:ext>
            </a:extLst>
          </p:cNvPr>
          <p:cNvSpPr txBox="1"/>
          <p:nvPr/>
        </p:nvSpPr>
        <p:spPr>
          <a:xfrm>
            <a:off x="5975780" y="3747476"/>
            <a:ext cx="85003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1-2 </a:t>
            </a:r>
            <a:r>
              <a:rPr lang="en-US" sz="1400" dirty="0" err="1">
                <a:solidFill>
                  <a:srgbClr val="882115"/>
                </a:solidFill>
                <a:cs typeface="Calibri"/>
              </a:rPr>
              <a:t>wks</a:t>
            </a:r>
            <a:endParaRPr lang="en-US" sz="1400" dirty="0">
              <a:solidFill>
                <a:srgbClr val="882115"/>
              </a:solidFill>
              <a:cs typeface="Calibri"/>
            </a:endParaRPr>
          </a:p>
        </p:txBody>
      </p:sp>
      <p:sp>
        <p:nvSpPr>
          <p:cNvPr id="1370" name="TextBox 1369">
            <a:extLst>
              <a:ext uri="{FF2B5EF4-FFF2-40B4-BE49-F238E27FC236}">
                <a16:creationId xmlns:a16="http://schemas.microsoft.com/office/drawing/2014/main" id="{A8E3088A-DCCA-590F-7E99-AA0612FD6C36}"/>
              </a:ext>
            </a:extLst>
          </p:cNvPr>
          <p:cNvSpPr txBox="1"/>
          <p:nvPr/>
        </p:nvSpPr>
        <p:spPr>
          <a:xfrm>
            <a:off x="9054898" y="3717805"/>
            <a:ext cx="63773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4 </a:t>
            </a:r>
            <a:r>
              <a:rPr lang="en-US" sz="1400" dirty="0" err="1">
                <a:solidFill>
                  <a:srgbClr val="882115"/>
                </a:solidFill>
                <a:cs typeface="Calibri"/>
              </a:rPr>
              <a:t>wks</a:t>
            </a:r>
            <a:endParaRPr lang="en-US" sz="1400" dirty="0">
              <a:solidFill>
                <a:srgbClr val="882115"/>
              </a:solidFill>
              <a:cs typeface="Calibri"/>
            </a:endParaRPr>
          </a:p>
        </p:txBody>
      </p:sp>
      <p:grpSp>
        <p:nvGrpSpPr>
          <p:cNvPr id="59" name="Group 58">
            <a:extLst>
              <a:ext uri="{FF2B5EF4-FFF2-40B4-BE49-F238E27FC236}">
                <a16:creationId xmlns:a16="http://schemas.microsoft.com/office/drawing/2014/main" id="{67F7D63C-F3B2-7CC9-2B29-6771F800D9B3}"/>
              </a:ext>
            </a:extLst>
          </p:cNvPr>
          <p:cNvGrpSpPr/>
          <p:nvPr/>
        </p:nvGrpSpPr>
        <p:grpSpPr>
          <a:xfrm>
            <a:off x="7532649" y="5724550"/>
            <a:ext cx="2751664" cy="917841"/>
            <a:chOff x="6208987" y="4301550"/>
            <a:chExt cx="2751664" cy="917841"/>
          </a:xfrm>
        </p:grpSpPr>
        <p:grpSp>
          <p:nvGrpSpPr>
            <p:cNvPr id="1385" name="Group 1384">
              <a:extLst>
                <a:ext uri="{FF2B5EF4-FFF2-40B4-BE49-F238E27FC236}">
                  <a16:creationId xmlns:a16="http://schemas.microsoft.com/office/drawing/2014/main" id="{9843FE65-3F54-491A-6350-40E4453D906F}"/>
                </a:ext>
              </a:extLst>
            </p:cNvPr>
            <p:cNvGrpSpPr/>
            <p:nvPr/>
          </p:nvGrpSpPr>
          <p:grpSpPr>
            <a:xfrm>
              <a:off x="6208987" y="4301550"/>
              <a:ext cx="2627709" cy="917841"/>
              <a:chOff x="9818470" y="1800897"/>
              <a:chExt cx="2627709" cy="917841"/>
            </a:xfrm>
          </p:grpSpPr>
          <p:sp>
            <p:nvSpPr>
              <p:cNvPr id="1383" name="TextBox 1382">
                <a:extLst>
                  <a:ext uri="{FF2B5EF4-FFF2-40B4-BE49-F238E27FC236}">
                    <a16:creationId xmlns:a16="http://schemas.microsoft.com/office/drawing/2014/main" id="{083736BC-CE77-696C-DAA2-A014B09D981E}"/>
                  </a:ext>
                </a:extLst>
              </p:cNvPr>
              <p:cNvSpPr txBox="1"/>
              <p:nvPr/>
            </p:nvSpPr>
            <p:spPr>
              <a:xfrm>
                <a:off x="10386208" y="2027161"/>
                <a:ext cx="2059971" cy="369332"/>
              </a:xfrm>
              <a:prstGeom prst="rect">
                <a:avLst/>
              </a:prstGeom>
              <a:noFill/>
            </p:spPr>
            <p:txBody>
              <a:bodyPr wrap="square" rtlCol="0">
                <a:spAutoFit/>
              </a:bodyPr>
              <a:lstStyle/>
              <a:p>
                <a:r>
                  <a:rPr lang="en-US" b="1" dirty="0"/>
                  <a:t>Pelvic US </a:t>
                </a:r>
                <a:r>
                  <a:rPr lang="en-US" dirty="0"/>
                  <a:t>(</a:t>
                </a:r>
                <a:r>
                  <a:rPr lang="en-US" sz="1600" dirty="0"/>
                  <a:t>optional)</a:t>
                </a:r>
              </a:p>
            </p:txBody>
          </p:sp>
          <p:pic>
            <p:nvPicPr>
              <p:cNvPr id="1384" name="Picture 1383" descr="Graphical user interface, application&#10;&#10;Description automatically generated">
                <a:extLst>
                  <a:ext uri="{FF2B5EF4-FFF2-40B4-BE49-F238E27FC236}">
                    <a16:creationId xmlns:a16="http://schemas.microsoft.com/office/drawing/2014/main" id="{3279B108-1C18-449E-E0FB-C6D206B39DF0}"/>
                  </a:ext>
                </a:extLst>
              </p:cNvPr>
              <p:cNvPicPr>
                <a:picLocks noChangeAspect="1"/>
              </p:cNvPicPr>
              <p:nvPr/>
            </p:nvPicPr>
            <p:blipFill rotWithShape="1">
              <a:blip r:embed="rId4">
                <a:extLst>
                  <a:ext uri="{28A0092B-C50C-407E-A947-70E740481C1C}">
                    <a14:useLocalDpi xmlns:a14="http://schemas.microsoft.com/office/drawing/2010/main" val="0"/>
                  </a:ext>
                </a:extLst>
              </a:blip>
              <a:srcRect l="47502" t="39834" r="41439" b="37891"/>
              <a:stretch/>
            </p:blipFill>
            <p:spPr>
              <a:xfrm>
                <a:off x="9818470" y="1800897"/>
                <a:ext cx="650995" cy="917841"/>
              </a:xfrm>
              <a:prstGeom prst="rect">
                <a:avLst/>
              </a:prstGeom>
            </p:spPr>
          </p:pic>
        </p:grpSp>
        <p:sp>
          <p:nvSpPr>
            <p:cNvPr id="1387" name="TextBox 1386">
              <a:extLst>
                <a:ext uri="{FF2B5EF4-FFF2-40B4-BE49-F238E27FC236}">
                  <a16:creationId xmlns:a16="http://schemas.microsoft.com/office/drawing/2014/main" id="{6170A158-2156-4E3C-E168-5DB7974839BF}"/>
                </a:ext>
              </a:extLst>
            </p:cNvPr>
            <p:cNvSpPr txBox="1"/>
            <p:nvPr/>
          </p:nvSpPr>
          <p:spPr>
            <a:xfrm>
              <a:off x="6757067" y="4877686"/>
              <a:ext cx="2203584" cy="341632"/>
            </a:xfrm>
            <a:prstGeom prst="rect">
              <a:avLst/>
            </a:prstGeom>
            <a:noFill/>
          </p:spPr>
          <p:txBody>
            <a:bodyPr wrap="square">
              <a:spAutoFit/>
            </a:bodyPr>
            <a:lstStyle/>
            <a:p>
              <a:pPr marL="0" lvl="0" indent="0" algn="l" defTabSz="577850">
                <a:lnSpc>
                  <a:spcPct val="90000"/>
                </a:lnSpc>
                <a:spcBef>
                  <a:spcPct val="0"/>
                </a:spcBef>
                <a:spcAft>
                  <a:spcPct val="35000"/>
                </a:spcAft>
                <a:buNone/>
                <a:defRPr b="1"/>
              </a:pPr>
              <a:r>
                <a:rPr lang="en-US" b="1" kern="1200" dirty="0"/>
                <a:t>Refer to Gynecology</a:t>
              </a:r>
            </a:p>
          </p:txBody>
        </p:sp>
      </p:grpSp>
      <p:pic>
        <p:nvPicPr>
          <p:cNvPr id="11" name="Picture 10" descr="Graphical user interface, application&#10;&#10;Description automatically generated">
            <a:extLst>
              <a:ext uri="{FF2B5EF4-FFF2-40B4-BE49-F238E27FC236}">
                <a16:creationId xmlns:a16="http://schemas.microsoft.com/office/drawing/2014/main" id="{C098E2B1-FA6E-DBE7-E40C-7D8B08C57C00}"/>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2093100" y="6034299"/>
            <a:ext cx="687354" cy="547085"/>
          </a:xfrm>
          <a:prstGeom prst="rect">
            <a:avLst/>
          </a:prstGeom>
        </p:spPr>
      </p:pic>
      <p:cxnSp>
        <p:nvCxnSpPr>
          <p:cNvPr id="20" name="Straight Connector 19">
            <a:extLst>
              <a:ext uri="{FF2B5EF4-FFF2-40B4-BE49-F238E27FC236}">
                <a16:creationId xmlns:a16="http://schemas.microsoft.com/office/drawing/2014/main" id="{689C5C0F-4334-E9A6-9FA1-5815950D9DF6}"/>
              </a:ext>
            </a:extLst>
          </p:cNvPr>
          <p:cNvCxnSpPr>
            <a:cxnSpLocks/>
          </p:cNvCxnSpPr>
          <p:nvPr/>
        </p:nvCxnSpPr>
        <p:spPr>
          <a:xfrm>
            <a:off x="2309240" y="4868007"/>
            <a:ext cx="280209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grpSp>
        <p:nvGrpSpPr>
          <p:cNvPr id="17" name="Group 16">
            <a:extLst>
              <a:ext uri="{FF2B5EF4-FFF2-40B4-BE49-F238E27FC236}">
                <a16:creationId xmlns:a16="http://schemas.microsoft.com/office/drawing/2014/main" id="{AAD49443-FF05-DEB7-E848-03EE4F051EAB}"/>
              </a:ext>
            </a:extLst>
          </p:cNvPr>
          <p:cNvGrpSpPr/>
          <p:nvPr/>
        </p:nvGrpSpPr>
        <p:grpSpPr>
          <a:xfrm>
            <a:off x="4029762" y="1662027"/>
            <a:ext cx="1375023" cy="1520177"/>
            <a:chOff x="5183160" y="798275"/>
            <a:chExt cx="1375023" cy="1520177"/>
          </a:xfrm>
        </p:grpSpPr>
        <p:grpSp>
          <p:nvGrpSpPr>
            <p:cNvPr id="1412" name="Lips">
              <a:extLst>
                <a:ext uri="{FF2B5EF4-FFF2-40B4-BE49-F238E27FC236}">
                  <a16:creationId xmlns:a16="http://schemas.microsoft.com/office/drawing/2014/main" id="{B6B06A18-8C41-9C8F-F8DE-3F0B4C5652BA}"/>
                </a:ext>
              </a:extLst>
            </p:cNvPr>
            <p:cNvGrpSpPr/>
            <p:nvPr/>
          </p:nvGrpSpPr>
          <p:grpSpPr>
            <a:xfrm>
              <a:off x="5183160" y="798275"/>
              <a:ext cx="1375023" cy="1520177"/>
              <a:chOff x="3325399" y="3925563"/>
              <a:chExt cx="1818725" cy="1922425"/>
            </a:xfrm>
          </p:grpSpPr>
          <p:grpSp>
            <p:nvGrpSpPr>
              <p:cNvPr id="22" name="Group 21">
                <a:extLst>
                  <a:ext uri="{FF2B5EF4-FFF2-40B4-BE49-F238E27FC236}">
                    <a16:creationId xmlns:a16="http://schemas.microsoft.com/office/drawing/2014/main" id="{F786D3BB-1A04-6F1B-12D4-673FB331F646}"/>
                  </a:ext>
                </a:extLst>
              </p:cNvPr>
              <p:cNvGrpSpPr/>
              <p:nvPr/>
            </p:nvGrpSpPr>
            <p:grpSpPr>
              <a:xfrm>
                <a:off x="3325399" y="3925563"/>
                <a:ext cx="1818725" cy="1922425"/>
                <a:chOff x="2546176" y="3549532"/>
                <a:chExt cx="817877" cy="863963"/>
              </a:xfrm>
            </p:grpSpPr>
            <p:sp>
              <p:nvSpPr>
                <p:cNvPr id="19" name="Freeform: Shape 18">
                  <a:extLst>
                    <a:ext uri="{FF2B5EF4-FFF2-40B4-BE49-F238E27FC236}">
                      <a16:creationId xmlns:a16="http://schemas.microsoft.com/office/drawing/2014/main" id="{65EF6A55-5F0D-45C0-9F44-A0DDA4745178}"/>
                    </a:ext>
                  </a:extLst>
                </p:cNvPr>
                <p:cNvSpPr/>
                <p:nvPr/>
              </p:nvSpPr>
              <p:spPr>
                <a:xfrm>
                  <a:off x="2546176" y="3549532"/>
                  <a:ext cx="817877" cy="863963"/>
                </a:xfrm>
                <a:custGeom>
                  <a:avLst/>
                  <a:gdLst>
                    <a:gd name="connsiteX0" fmla="*/ 49838 w 829441"/>
                    <a:gd name="connsiteY0" fmla="*/ 374859 h 869187"/>
                    <a:gd name="connsiteX1" fmla="*/ 24438 w 829441"/>
                    <a:gd name="connsiteY1" fmla="*/ 212934 h 869187"/>
                    <a:gd name="connsiteX2" fmla="*/ 2213 w 829441"/>
                    <a:gd name="connsiteY2" fmla="*/ 127209 h 869187"/>
                    <a:gd name="connsiteX3" fmla="*/ 81588 w 829441"/>
                    <a:gd name="connsiteY3" fmla="*/ 25609 h 869187"/>
                    <a:gd name="connsiteX4" fmla="*/ 192713 w 829441"/>
                    <a:gd name="connsiteY4" fmla="*/ 25609 h 869187"/>
                    <a:gd name="connsiteX5" fmla="*/ 275263 w 829441"/>
                    <a:gd name="connsiteY5" fmla="*/ 25609 h 869187"/>
                    <a:gd name="connsiteX6" fmla="*/ 338763 w 829441"/>
                    <a:gd name="connsiteY6" fmla="*/ 209 h 869187"/>
                    <a:gd name="connsiteX7" fmla="*/ 414963 w 829441"/>
                    <a:gd name="connsiteY7" fmla="*/ 25609 h 869187"/>
                    <a:gd name="connsiteX8" fmla="*/ 653088 w 829441"/>
                    <a:gd name="connsiteY8" fmla="*/ 178009 h 869187"/>
                    <a:gd name="connsiteX9" fmla="*/ 795963 w 829441"/>
                    <a:gd name="connsiteY9" fmla="*/ 320884 h 869187"/>
                    <a:gd name="connsiteX10" fmla="*/ 827713 w 829441"/>
                    <a:gd name="connsiteY10" fmla="*/ 384384 h 869187"/>
                    <a:gd name="connsiteX11" fmla="*/ 761038 w 829441"/>
                    <a:gd name="connsiteY11" fmla="*/ 625684 h 869187"/>
                    <a:gd name="connsiteX12" fmla="*/ 656263 w 829441"/>
                    <a:gd name="connsiteY12" fmla="*/ 790784 h 869187"/>
                    <a:gd name="connsiteX13" fmla="*/ 430838 w 829441"/>
                    <a:gd name="connsiteY13" fmla="*/ 860634 h 869187"/>
                    <a:gd name="connsiteX14" fmla="*/ 208588 w 829441"/>
                    <a:gd name="connsiteY14" fmla="*/ 854284 h 869187"/>
                    <a:gd name="connsiteX15" fmla="*/ 91113 w 829441"/>
                    <a:gd name="connsiteY15" fmla="*/ 736809 h 869187"/>
                    <a:gd name="connsiteX16" fmla="*/ 65713 w 829441"/>
                    <a:gd name="connsiteY16" fmla="*/ 616159 h 869187"/>
                    <a:gd name="connsiteX17" fmla="*/ 53013 w 829441"/>
                    <a:gd name="connsiteY17" fmla="*/ 489159 h 869187"/>
                    <a:gd name="connsiteX18" fmla="*/ 49838 w 829441"/>
                    <a:gd name="connsiteY18" fmla="*/ 374859 h 869187"/>
                    <a:gd name="connsiteX0" fmla="*/ 49838 w 829441"/>
                    <a:gd name="connsiteY0" fmla="*/ 374859 h 864171"/>
                    <a:gd name="connsiteX1" fmla="*/ 24438 w 829441"/>
                    <a:gd name="connsiteY1" fmla="*/ 212934 h 864171"/>
                    <a:gd name="connsiteX2" fmla="*/ 2213 w 829441"/>
                    <a:gd name="connsiteY2" fmla="*/ 127209 h 864171"/>
                    <a:gd name="connsiteX3" fmla="*/ 81588 w 829441"/>
                    <a:gd name="connsiteY3" fmla="*/ 25609 h 864171"/>
                    <a:gd name="connsiteX4" fmla="*/ 192713 w 829441"/>
                    <a:gd name="connsiteY4" fmla="*/ 25609 h 864171"/>
                    <a:gd name="connsiteX5" fmla="*/ 275263 w 829441"/>
                    <a:gd name="connsiteY5" fmla="*/ 25609 h 864171"/>
                    <a:gd name="connsiteX6" fmla="*/ 338763 w 829441"/>
                    <a:gd name="connsiteY6" fmla="*/ 209 h 864171"/>
                    <a:gd name="connsiteX7" fmla="*/ 414963 w 829441"/>
                    <a:gd name="connsiteY7" fmla="*/ 25609 h 864171"/>
                    <a:gd name="connsiteX8" fmla="*/ 653088 w 829441"/>
                    <a:gd name="connsiteY8" fmla="*/ 178009 h 864171"/>
                    <a:gd name="connsiteX9" fmla="*/ 795963 w 829441"/>
                    <a:gd name="connsiteY9" fmla="*/ 320884 h 864171"/>
                    <a:gd name="connsiteX10" fmla="*/ 827713 w 829441"/>
                    <a:gd name="connsiteY10" fmla="*/ 384384 h 864171"/>
                    <a:gd name="connsiteX11" fmla="*/ 761038 w 829441"/>
                    <a:gd name="connsiteY11" fmla="*/ 625684 h 864171"/>
                    <a:gd name="connsiteX12" fmla="*/ 656263 w 829441"/>
                    <a:gd name="connsiteY12" fmla="*/ 790784 h 864171"/>
                    <a:gd name="connsiteX13" fmla="*/ 430838 w 829441"/>
                    <a:gd name="connsiteY13" fmla="*/ 860634 h 864171"/>
                    <a:gd name="connsiteX14" fmla="*/ 224463 w 829441"/>
                    <a:gd name="connsiteY14" fmla="*/ 841584 h 864171"/>
                    <a:gd name="connsiteX15" fmla="*/ 91113 w 829441"/>
                    <a:gd name="connsiteY15" fmla="*/ 736809 h 864171"/>
                    <a:gd name="connsiteX16" fmla="*/ 65713 w 829441"/>
                    <a:gd name="connsiteY16" fmla="*/ 616159 h 864171"/>
                    <a:gd name="connsiteX17" fmla="*/ 53013 w 829441"/>
                    <a:gd name="connsiteY17" fmla="*/ 489159 h 864171"/>
                    <a:gd name="connsiteX18" fmla="*/ 49838 w 829441"/>
                    <a:gd name="connsiteY18" fmla="*/ 374859 h 864171"/>
                    <a:gd name="connsiteX0" fmla="*/ 49838 w 829441"/>
                    <a:gd name="connsiteY0" fmla="*/ 374859 h 864171"/>
                    <a:gd name="connsiteX1" fmla="*/ 24438 w 829441"/>
                    <a:gd name="connsiteY1" fmla="*/ 212934 h 864171"/>
                    <a:gd name="connsiteX2" fmla="*/ 2213 w 829441"/>
                    <a:gd name="connsiteY2" fmla="*/ 127209 h 864171"/>
                    <a:gd name="connsiteX3" fmla="*/ 81588 w 829441"/>
                    <a:gd name="connsiteY3" fmla="*/ 25609 h 864171"/>
                    <a:gd name="connsiteX4" fmla="*/ 192713 w 829441"/>
                    <a:gd name="connsiteY4" fmla="*/ 25609 h 864171"/>
                    <a:gd name="connsiteX5" fmla="*/ 275263 w 829441"/>
                    <a:gd name="connsiteY5" fmla="*/ 25609 h 864171"/>
                    <a:gd name="connsiteX6" fmla="*/ 338763 w 829441"/>
                    <a:gd name="connsiteY6" fmla="*/ 209 h 864171"/>
                    <a:gd name="connsiteX7" fmla="*/ 414963 w 829441"/>
                    <a:gd name="connsiteY7" fmla="*/ 25609 h 864171"/>
                    <a:gd name="connsiteX8" fmla="*/ 653088 w 829441"/>
                    <a:gd name="connsiteY8" fmla="*/ 178009 h 864171"/>
                    <a:gd name="connsiteX9" fmla="*/ 795963 w 829441"/>
                    <a:gd name="connsiteY9" fmla="*/ 320884 h 864171"/>
                    <a:gd name="connsiteX10" fmla="*/ 827713 w 829441"/>
                    <a:gd name="connsiteY10" fmla="*/ 384384 h 864171"/>
                    <a:gd name="connsiteX11" fmla="*/ 761038 w 829441"/>
                    <a:gd name="connsiteY11" fmla="*/ 625684 h 864171"/>
                    <a:gd name="connsiteX12" fmla="*/ 656263 w 829441"/>
                    <a:gd name="connsiteY12" fmla="*/ 790784 h 864171"/>
                    <a:gd name="connsiteX13" fmla="*/ 430838 w 829441"/>
                    <a:gd name="connsiteY13" fmla="*/ 860634 h 864171"/>
                    <a:gd name="connsiteX14" fmla="*/ 224463 w 829441"/>
                    <a:gd name="connsiteY14" fmla="*/ 841584 h 864171"/>
                    <a:gd name="connsiteX15" fmla="*/ 91113 w 829441"/>
                    <a:gd name="connsiteY15" fmla="*/ 736809 h 864171"/>
                    <a:gd name="connsiteX16" fmla="*/ 65713 w 829441"/>
                    <a:gd name="connsiteY16" fmla="*/ 616159 h 864171"/>
                    <a:gd name="connsiteX17" fmla="*/ 53013 w 829441"/>
                    <a:gd name="connsiteY17" fmla="*/ 489159 h 864171"/>
                    <a:gd name="connsiteX18" fmla="*/ 49838 w 829441"/>
                    <a:gd name="connsiteY18" fmla="*/ 374859 h 864171"/>
                    <a:gd name="connsiteX0" fmla="*/ 49838 w 829441"/>
                    <a:gd name="connsiteY0" fmla="*/ 374782 h 864094"/>
                    <a:gd name="connsiteX1" fmla="*/ 24438 w 829441"/>
                    <a:gd name="connsiteY1" fmla="*/ 212857 h 864094"/>
                    <a:gd name="connsiteX2" fmla="*/ 2213 w 829441"/>
                    <a:gd name="connsiteY2" fmla="*/ 127132 h 864094"/>
                    <a:gd name="connsiteX3" fmla="*/ 81588 w 829441"/>
                    <a:gd name="connsiteY3" fmla="*/ 25532 h 864094"/>
                    <a:gd name="connsiteX4" fmla="*/ 192713 w 829441"/>
                    <a:gd name="connsiteY4" fmla="*/ 25532 h 864094"/>
                    <a:gd name="connsiteX5" fmla="*/ 259388 w 829441"/>
                    <a:gd name="connsiteY5" fmla="*/ 16007 h 864094"/>
                    <a:gd name="connsiteX6" fmla="*/ 338763 w 829441"/>
                    <a:gd name="connsiteY6" fmla="*/ 132 h 864094"/>
                    <a:gd name="connsiteX7" fmla="*/ 414963 w 829441"/>
                    <a:gd name="connsiteY7" fmla="*/ 25532 h 864094"/>
                    <a:gd name="connsiteX8" fmla="*/ 653088 w 829441"/>
                    <a:gd name="connsiteY8" fmla="*/ 177932 h 864094"/>
                    <a:gd name="connsiteX9" fmla="*/ 795963 w 829441"/>
                    <a:gd name="connsiteY9" fmla="*/ 320807 h 864094"/>
                    <a:gd name="connsiteX10" fmla="*/ 827713 w 829441"/>
                    <a:gd name="connsiteY10" fmla="*/ 384307 h 864094"/>
                    <a:gd name="connsiteX11" fmla="*/ 761038 w 829441"/>
                    <a:gd name="connsiteY11" fmla="*/ 625607 h 864094"/>
                    <a:gd name="connsiteX12" fmla="*/ 656263 w 829441"/>
                    <a:gd name="connsiteY12" fmla="*/ 790707 h 864094"/>
                    <a:gd name="connsiteX13" fmla="*/ 430838 w 829441"/>
                    <a:gd name="connsiteY13" fmla="*/ 860557 h 864094"/>
                    <a:gd name="connsiteX14" fmla="*/ 224463 w 829441"/>
                    <a:gd name="connsiteY14" fmla="*/ 841507 h 864094"/>
                    <a:gd name="connsiteX15" fmla="*/ 91113 w 829441"/>
                    <a:gd name="connsiteY15" fmla="*/ 736732 h 864094"/>
                    <a:gd name="connsiteX16" fmla="*/ 65713 w 829441"/>
                    <a:gd name="connsiteY16" fmla="*/ 616082 h 864094"/>
                    <a:gd name="connsiteX17" fmla="*/ 53013 w 829441"/>
                    <a:gd name="connsiteY17" fmla="*/ 489082 h 864094"/>
                    <a:gd name="connsiteX18" fmla="*/ 49838 w 829441"/>
                    <a:gd name="connsiteY18" fmla="*/ 374782 h 864094"/>
                    <a:gd name="connsiteX0" fmla="*/ 38274 w 817877"/>
                    <a:gd name="connsiteY0" fmla="*/ 374782 h 864094"/>
                    <a:gd name="connsiteX1" fmla="*/ 12874 w 817877"/>
                    <a:gd name="connsiteY1" fmla="*/ 212857 h 864094"/>
                    <a:gd name="connsiteX2" fmla="*/ 3349 w 817877"/>
                    <a:gd name="connsiteY2" fmla="*/ 104907 h 864094"/>
                    <a:gd name="connsiteX3" fmla="*/ 70024 w 817877"/>
                    <a:gd name="connsiteY3" fmla="*/ 25532 h 864094"/>
                    <a:gd name="connsiteX4" fmla="*/ 181149 w 817877"/>
                    <a:gd name="connsiteY4" fmla="*/ 25532 h 864094"/>
                    <a:gd name="connsiteX5" fmla="*/ 247824 w 817877"/>
                    <a:gd name="connsiteY5" fmla="*/ 16007 h 864094"/>
                    <a:gd name="connsiteX6" fmla="*/ 327199 w 817877"/>
                    <a:gd name="connsiteY6" fmla="*/ 132 h 864094"/>
                    <a:gd name="connsiteX7" fmla="*/ 403399 w 817877"/>
                    <a:gd name="connsiteY7" fmla="*/ 25532 h 864094"/>
                    <a:gd name="connsiteX8" fmla="*/ 641524 w 817877"/>
                    <a:gd name="connsiteY8" fmla="*/ 177932 h 864094"/>
                    <a:gd name="connsiteX9" fmla="*/ 784399 w 817877"/>
                    <a:gd name="connsiteY9" fmla="*/ 320807 h 864094"/>
                    <a:gd name="connsiteX10" fmla="*/ 816149 w 817877"/>
                    <a:gd name="connsiteY10" fmla="*/ 384307 h 864094"/>
                    <a:gd name="connsiteX11" fmla="*/ 749474 w 817877"/>
                    <a:gd name="connsiteY11" fmla="*/ 625607 h 864094"/>
                    <a:gd name="connsiteX12" fmla="*/ 644699 w 817877"/>
                    <a:gd name="connsiteY12" fmla="*/ 790707 h 864094"/>
                    <a:gd name="connsiteX13" fmla="*/ 419274 w 817877"/>
                    <a:gd name="connsiteY13" fmla="*/ 860557 h 864094"/>
                    <a:gd name="connsiteX14" fmla="*/ 212899 w 817877"/>
                    <a:gd name="connsiteY14" fmla="*/ 841507 h 864094"/>
                    <a:gd name="connsiteX15" fmla="*/ 79549 w 817877"/>
                    <a:gd name="connsiteY15" fmla="*/ 736732 h 864094"/>
                    <a:gd name="connsiteX16" fmla="*/ 54149 w 817877"/>
                    <a:gd name="connsiteY16" fmla="*/ 616082 h 864094"/>
                    <a:gd name="connsiteX17" fmla="*/ 41449 w 817877"/>
                    <a:gd name="connsiteY17" fmla="*/ 489082 h 864094"/>
                    <a:gd name="connsiteX18" fmla="*/ 38274 w 817877"/>
                    <a:gd name="connsiteY18" fmla="*/ 374782 h 864094"/>
                    <a:gd name="connsiteX0" fmla="*/ 38274 w 817877"/>
                    <a:gd name="connsiteY0" fmla="*/ 374782 h 864094"/>
                    <a:gd name="connsiteX1" fmla="*/ 12874 w 817877"/>
                    <a:gd name="connsiteY1" fmla="*/ 212857 h 864094"/>
                    <a:gd name="connsiteX2" fmla="*/ 3349 w 817877"/>
                    <a:gd name="connsiteY2" fmla="*/ 104907 h 864094"/>
                    <a:gd name="connsiteX3" fmla="*/ 70024 w 817877"/>
                    <a:gd name="connsiteY3" fmla="*/ 25532 h 864094"/>
                    <a:gd name="connsiteX4" fmla="*/ 181149 w 817877"/>
                    <a:gd name="connsiteY4" fmla="*/ 25532 h 864094"/>
                    <a:gd name="connsiteX5" fmla="*/ 247824 w 817877"/>
                    <a:gd name="connsiteY5" fmla="*/ 16007 h 864094"/>
                    <a:gd name="connsiteX6" fmla="*/ 327199 w 817877"/>
                    <a:gd name="connsiteY6" fmla="*/ 132 h 864094"/>
                    <a:gd name="connsiteX7" fmla="*/ 403399 w 817877"/>
                    <a:gd name="connsiteY7" fmla="*/ 25532 h 864094"/>
                    <a:gd name="connsiteX8" fmla="*/ 641524 w 817877"/>
                    <a:gd name="connsiteY8" fmla="*/ 177932 h 864094"/>
                    <a:gd name="connsiteX9" fmla="*/ 784399 w 817877"/>
                    <a:gd name="connsiteY9" fmla="*/ 320807 h 864094"/>
                    <a:gd name="connsiteX10" fmla="*/ 816149 w 817877"/>
                    <a:gd name="connsiteY10" fmla="*/ 384307 h 864094"/>
                    <a:gd name="connsiteX11" fmla="*/ 749474 w 817877"/>
                    <a:gd name="connsiteY11" fmla="*/ 625607 h 864094"/>
                    <a:gd name="connsiteX12" fmla="*/ 644699 w 817877"/>
                    <a:gd name="connsiteY12" fmla="*/ 790707 h 864094"/>
                    <a:gd name="connsiteX13" fmla="*/ 419274 w 817877"/>
                    <a:gd name="connsiteY13" fmla="*/ 860557 h 864094"/>
                    <a:gd name="connsiteX14" fmla="*/ 212899 w 817877"/>
                    <a:gd name="connsiteY14" fmla="*/ 841507 h 864094"/>
                    <a:gd name="connsiteX15" fmla="*/ 79549 w 817877"/>
                    <a:gd name="connsiteY15" fmla="*/ 736732 h 864094"/>
                    <a:gd name="connsiteX16" fmla="*/ 54149 w 817877"/>
                    <a:gd name="connsiteY16" fmla="*/ 616082 h 864094"/>
                    <a:gd name="connsiteX17" fmla="*/ 41449 w 817877"/>
                    <a:gd name="connsiteY17" fmla="*/ 489082 h 864094"/>
                    <a:gd name="connsiteX18" fmla="*/ 38274 w 817877"/>
                    <a:gd name="connsiteY18" fmla="*/ 374782 h 864094"/>
                    <a:gd name="connsiteX0" fmla="*/ 38274 w 817877"/>
                    <a:gd name="connsiteY0" fmla="*/ 374769 h 864081"/>
                    <a:gd name="connsiteX1" fmla="*/ 12874 w 817877"/>
                    <a:gd name="connsiteY1" fmla="*/ 212844 h 864081"/>
                    <a:gd name="connsiteX2" fmla="*/ 3349 w 817877"/>
                    <a:gd name="connsiteY2" fmla="*/ 104894 h 864081"/>
                    <a:gd name="connsiteX3" fmla="*/ 70024 w 817877"/>
                    <a:gd name="connsiteY3" fmla="*/ 25519 h 864081"/>
                    <a:gd name="connsiteX4" fmla="*/ 181149 w 817877"/>
                    <a:gd name="connsiteY4" fmla="*/ 15994 h 864081"/>
                    <a:gd name="connsiteX5" fmla="*/ 247824 w 817877"/>
                    <a:gd name="connsiteY5" fmla="*/ 15994 h 864081"/>
                    <a:gd name="connsiteX6" fmla="*/ 327199 w 817877"/>
                    <a:gd name="connsiteY6" fmla="*/ 119 h 864081"/>
                    <a:gd name="connsiteX7" fmla="*/ 403399 w 817877"/>
                    <a:gd name="connsiteY7" fmla="*/ 25519 h 864081"/>
                    <a:gd name="connsiteX8" fmla="*/ 641524 w 817877"/>
                    <a:gd name="connsiteY8" fmla="*/ 177919 h 864081"/>
                    <a:gd name="connsiteX9" fmla="*/ 784399 w 817877"/>
                    <a:gd name="connsiteY9" fmla="*/ 320794 h 864081"/>
                    <a:gd name="connsiteX10" fmla="*/ 816149 w 817877"/>
                    <a:gd name="connsiteY10" fmla="*/ 384294 h 864081"/>
                    <a:gd name="connsiteX11" fmla="*/ 749474 w 817877"/>
                    <a:gd name="connsiteY11" fmla="*/ 625594 h 864081"/>
                    <a:gd name="connsiteX12" fmla="*/ 644699 w 817877"/>
                    <a:gd name="connsiteY12" fmla="*/ 790694 h 864081"/>
                    <a:gd name="connsiteX13" fmla="*/ 419274 w 817877"/>
                    <a:gd name="connsiteY13" fmla="*/ 860544 h 864081"/>
                    <a:gd name="connsiteX14" fmla="*/ 212899 w 817877"/>
                    <a:gd name="connsiteY14" fmla="*/ 841494 h 864081"/>
                    <a:gd name="connsiteX15" fmla="*/ 79549 w 817877"/>
                    <a:gd name="connsiteY15" fmla="*/ 736719 h 864081"/>
                    <a:gd name="connsiteX16" fmla="*/ 54149 w 817877"/>
                    <a:gd name="connsiteY16" fmla="*/ 616069 h 864081"/>
                    <a:gd name="connsiteX17" fmla="*/ 41449 w 817877"/>
                    <a:gd name="connsiteY17" fmla="*/ 489069 h 864081"/>
                    <a:gd name="connsiteX18" fmla="*/ 38274 w 817877"/>
                    <a:gd name="connsiteY18" fmla="*/ 374769 h 864081"/>
                    <a:gd name="connsiteX0" fmla="*/ 38274 w 817877"/>
                    <a:gd name="connsiteY0" fmla="*/ 374769 h 863963"/>
                    <a:gd name="connsiteX1" fmla="*/ 12874 w 817877"/>
                    <a:gd name="connsiteY1" fmla="*/ 212844 h 863963"/>
                    <a:gd name="connsiteX2" fmla="*/ 3349 w 817877"/>
                    <a:gd name="connsiteY2" fmla="*/ 104894 h 863963"/>
                    <a:gd name="connsiteX3" fmla="*/ 70024 w 817877"/>
                    <a:gd name="connsiteY3" fmla="*/ 25519 h 863963"/>
                    <a:gd name="connsiteX4" fmla="*/ 181149 w 817877"/>
                    <a:gd name="connsiteY4" fmla="*/ 15994 h 863963"/>
                    <a:gd name="connsiteX5" fmla="*/ 247824 w 817877"/>
                    <a:gd name="connsiteY5" fmla="*/ 15994 h 863963"/>
                    <a:gd name="connsiteX6" fmla="*/ 327199 w 817877"/>
                    <a:gd name="connsiteY6" fmla="*/ 119 h 863963"/>
                    <a:gd name="connsiteX7" fmla="*/ 403399 w 817877"/>
                    <a:gd name="connsiteY7" fmla="*/ 25519 h 863963"/>
                    <a:gd name="connsiteX8" fmla="*/ 641524 w 817877"/>
                    <a:gd name="connsiteY8" fmla="*/ 177919 h 863963"/>
                    <a:gd name="connsiteX9" fmla="*/ 784399 w 817877"/>
                    <a:gd name="connsiteY9" fmla="*/ 320794 h 863963"/>
                    <a:gd name="connsiteX10" fmla="*/ 816149 w 817877"/>
                    <a:gd name="connsiteY10" fmla="*/ 384294 h 863963"/>
                    <a:gd name="connsiteX11" fmla="*/ 749474 w 817877"/>
                    <a:gd name="connsiteY11" fmla="*/ 625594 h 863963"/>
                    <a:gd name="connsiteX12" fmla="*/ 644699 w 817877"/>
                    <a:gd name="connsiteY12" fmla="*/ 790694 h 863963"/>
                    <a:gd name="connsiteX13" fmla="*/ 419274 w 817877"/>
                    <a:gd name="connsiteY13" fmla="*/ 860544 h 863963"/>
                    <a:gd name="connsiteX14" fmla="*/ 212899 w 817877"/>
                    <a:gd name="connsiteY14" fmla="*/ 841494 h 863963"/>
                    <a:gd name="connsiteX15" fmla="*/ 96758 w 817877"/>
                    <a:gd name="connsiteY15" fmla="*/ 741000 h 863963"/>
                    <a:gd name="connsiteX16" fmla="*/ 54149 w 817877"/>
                    <a:gd name="connsiteY16" fmla="*/ 616069 h 863963"/>
                    <a:gd name="connsiteX17" fmla="*/ 41449 w 817877"/>
                    <a:gd name="connsiteY17" fmla="*/ 489069 h 863963"/>
                    <a:gd name="connsiteX18" fmla="*/ 38274 w 817877"/>
                    <a:gd name="connsiteY18" fmla="*/ 374769 h 863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17877" h="863963">
                      <a:moveTo>
                        <a:pt x="38274" y="374769"/>
                      </a:moveTo>
                      <a:cubicBezTo>
                        <a:pt x="29542" y="314444"/>
                        <a:pt x="18695" y="257823"/>
                        <a:pt x="12874" y="212844"/>
                      </a:cubicBezTo>
                      <a:cubicBezTo>
                        <a:pt x="7053" y="167865"/>
                        <a:pt x="-6176" y="136115"/>
                        <a:pt x="3349" y="104894"/>
                      </a:cubicBezTo>
                      <a:cubicBezTo>
                        <a:pt x="12874" y="73673"/>
                        <a:pt x="40391" y="40336"/>
                        <a:pt x="70024" y="25519"/>
                      </a:cubicBezTo>
                      <a:cubicBezTo>
                        <a:pt x="99657" y="10702"/>
                        <a:pt x="151516" y="17581"/>
                        <a:pt x="181149" y="15994"/>
                      </a:cubicBezTo>
                      <a:cubicBezTo>
                        <a:pt x="210782" y="14407"/>
                        <a:pt x="223482" y="18640"/>
                        <a:pt x="247824" y="15994"/>
                      </a:cubicBezTo>
                      <a:cubicBezTo>
                        <a:pt x="272166" y="13348"/>
                        <a:pt x="301270" y="-1469"/>
                        <a:pt x="327199" y="119"/>
                      </a:cubicBezTo>
                      <a:cubicBezTo>
                        <a:pt x="353128" y="1707"/>
                        <a:pt x="351012" y="-4114"/>
                        <a:pt x="403399" y="25519"/>
                      </a:cubicBezTo>
                      <a:cubicBezTo>
                        <a:pt x="455786" y="55152"/>
                        <a:pt x="578024" y="128707"/>
                        <a:pt x="641524" y="177919"/>
                      </a:cubicBezTo>
                      <a:cubicBezTo>
                        <a:pt x="705024" y="227131"/>
                        <a:pt x="755295" y="286398"/>
                        <a:pt x="784399" y="320794"/>
                      </a:cubicBezTo>
                      <a:cubicBezTo>
                        <a:pt x="813503" y="355190"/>
                        <a:pt x="821970" y="333494"/>
                        <a:pt x="816149" y="384294"/>
                      </a:cubicBezTo>
                      <a:cubicBezTo>
                        <a:pt x="810328" y="435094"/>
                        <a:pt x="778049" y="557861"/>
                        <a:pt x="749474" y="625594"/>
                      </a:cubicBezTo>
                      <a:cubicBezTo>
                        <a:pt x="720899" y="693327"/>
                        <a:pt x="699732" y="751536"/>
                        <a:pt x="644699" y="790694"/>
                      </a:cubicBezTo>
                      <a:cubicBezTo>
                        <a:pt x="589666" y="829852"/>
                        <a:pt x="491241" y="852077"/>
                        <a:pt x="419274" y="860544"/>
                      </a:cubicBezTo>
                      <a:cubicBezTo>
                        <a:pt x="347307" y="869011"/>
                        <a:pt x="266652" y="861418"/>
                        <a:pt x="212899" y="841494"/>
                      </a:cubicBezTo>
                      <a:cubicBezTo>
                        <a:pt x="159146" y="821570"/>
                        <a:pt x="123216" y="778571"/>
                        <a:pt x="96758" y="741000"/>
                      </a:cubicBezTo>
                      <a:cubicBezTo>
                        <a:pt x="70300" y="703429"/>
                        <a:pt x="60499" y="657344"/>
                        <a:pt x="54149" y="616069"/>
                      </a:cubicBezTo>
                      <a:cubicBezTo>
                        <a:pt x="47799" y="574794"/>
                        <a:pt x="41449" y="489069"/>
                        <a:pt x="41449" y="489069"/>
                      </a:cubicBezTo>
                      <a:cubicBezTo>
                        <a:pt x="40391" y="450969"/>
                        <a:pt x="39332" y="412869"/>
                        <a:pt x="38274" y="374769"/>
                      </a:cubicBez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AA5AD91-A25F-1E50-E46C-FF1DC47970CA}"/>
                    </a:ext>
                  </a:extLst>
                </p:cNvPr>
                <p:cNvSpPr/>
                <p:nvPr/>
              </p:nvSpPr>
              <p:spPr>
                <a:xfrm>
                  <a:off x="2590314" y="3663682"/>
                  <a:ext cx="749928" cy="618013"/>
                </a:xfrm>
                <a:custGeom>
                  <a:avLst/>
                  <a:gdLst>
                    <a:gd name="connsiteX0" fmla="*/ 6836 w 749928"/>
                    <a:gd name="connsiteY0" fmla="*/ 270002 h 629113"/>
                    <a:gd name="connsiteX1" fmla="*/ 19536 w 749928"/>
                    <a:gd name="connsiteY1" fmla="*/ 165227 h 629113"/>
                    <a:gd name="connsiteX2" fmla="*/ 35411 w 749928"/>
                    <a:gd name="connsiteY2" fmla="*/ 79502 h 629113"/>
                    <a:gd name="connsiteX3" fmla="*/ 89386 w 749928"/>
                    <a:gd name="connsiteY3" fmla="*/ 22352 h 629113"/>
                    <a:gd name="connsiteX4" fmla="*/ 165586 w 749928"/>
                    <a:gd name="connsiteY4" fmla="*/ 127 h 629113"/>
                    <a:gd name="connsiteX5" fmla="*/ 206861 w 749928"/>
                    <a:gd name="connsiteY5" fmla="*/ 12827 h 629113"/>
                    <a:gd name="connsiteX6" fmla="*/ 235436 w 749928"/>
                    <a:gd name="connsiteY6" fmla="*/ 3302 h 629113"/>
                    <a:gd name="connsiteX7" fmla="*/ 324336 w 749928"/>
                    <a:gd name="connsiteY7" fmla="*/ 19177 h 629113"/>
                    <a:gd name="connsiteX8" fmla="*/ 429111 w 749928"/>
                    <a:gd name="connsiteY8" fmla="*/ 60452 h 629113"/>
                    <a:gd name="connsiteX9" fmla="*/ 594211 w 749928"/>
                    <a:gd name="connsiteY9" fmla="*/ 117602 h 629113"/>
                    <a:gd name="connsiteX10" fmla="*/ 705336 w 749928"/>
                    <a:gd name="connsiteY10" fmla="*/ 200152 h 629113"/>
                    <a:gd name="connsiteX11" fmla="*/ 749786 w 749928"/>
                    <a:gd name="connsiteY11" fmla="*/ 270002 h 629113"/>
                    <a:gd name="connsiteX12" fmla="*/ 714861 w 749928"/>
                    <a:gd name="connsiteY12" fmla="*/ 374777 h 629113"/>
                    <a:gd name="connsiteX13" fmla="*/ 600561 w 749928"/>
                    <a:gd name="connsiteY13" fmla="*/ 530352 h 629113"/>
                    <a:gd name="connsiteX14" fmla="*/ 441811 w 749928"/>
                    <a:gd name="connsiteY14" fmla="*/ 606552 h 629113"/>
                    <a:gd name="connsiteX15" fmla="*/ 321161 w 749928"/>
                    <a:gd name="connsiteY15" fmla="*/ 628777 h 629113"/>
                    <a:gd name="connsiteX16" fmla="*/ 168761 w 749928"/>
                    <a:gd name="connsiteY16" fmla="*/ 593852 h 629113"/>
                    <a:gd name="connsiteX17" fmla="*/ 114786 w 749928"/>
                    <a:gd name="connsiteY17" fmla="*/ 549402 h 629113"/>
                    <a:gd name="connsiteX18" fmla="*/ 48111 w 749928"/>
                    <a:gd name="connsiteY18" fmla="*/ 454152 h 629113"/>
                    <a:gd name="connsiteX19" fmla="*/ 13186 w 749928"/>
                    <a:gd name="connsiteY19" fmla="*/ 374777 h 629113"/>
                    <a:gd name="connsiteX20" fmla="*/ 486 w 749928"/>
                    <a:gd name="connsiteY20" fmla="*/ 339852 h 629113"/>
                    <a:gd name="connsiteX21" fmla="*/ 6836 w 749928"/>
                    <a:gd name="connsiteY21" fmla="*/ 270002 h 629113"/>
                    <a:gd name="connsiteX0" fmla="*/ 6836 w 749928"/>
                    <a:gd name="connsiteY0" fmla="*/ 270142 h 629253"/>
                    <a:gd name="connsiteX1" fmla="*/ 19536 w 749928"/>
                    <a:gd name="connsiteY1" fmla="*/ 165367 h 629253"/>
                    <a:gd name="connsiteX2" fmla="*/ 35411 w 749928"/>
                    <a:gd name="connsiteY2" fmla="*/ 79642 h 629253"/>
                    <a:gd name="connsiteX3" fmla="*/ 89386 w 749928"/>
                    <a:gd name="connsiteY3" fmla="*/ 22492 h 629253"/>
                    <a:gd name="connsiteX4" fmla="*/ 165586 w 749928"/>
                    <a:gd name="connsiteY4" fmla="*/ 267 h 629253"/>
                    <a:gd name="connsiteX5" fmla="*/ 206861 w 749928"/>
                    <a:gd name="connsiteY5" fmla="*/ 9792 h 629253"/>
                    <a:gd name="connsiteX6" fmla="*/ 235436 w 749928"/>
                    <a:gd name="connsiteY6" fmla="*/ 3442 h 629253"/>
                    <a:gd name="connsiteX7" fmla="*/ 324336 w 749928"/>
                    <a:gd name="connsiteY7" fmla="*/ 19317 h 629253"/>
                    <a:gd name="connsiteX8" fmla="*/ 429111 w 749928"/>
                    <a:gd name="connsiteY8" fmla="*/ 60592 h 629253"/>
                    <a:gd name="connsiteX9" fmla="*/ 594211 w 749928"/>
                    <a:gd name="connsiteY9" fmla="*/ 117742 h 629253"/>
                    <a:gd name="connsiteX10" fmla="*/ 705336 w 749928"/>
                    <a:gd name="connsiteY10" fmla="*/ 200292 h 629253"/>
                    <a:gd name="connsiteX11" fmla="*/ 749786 w 749928"/>
                    <a:gd name="connsiteY11" fmla="*/ 270142 h 629253"/>
                    <a:gd name="connsiteX12" fmla="*/ 714861 w 749928"/>
                    <a:gd name="connsiteY12" fmla="*/ 374917 h 629253"/>
                    <a:gd name="connsiteX13" fmla="*/ 600561 w 749928"/>
                    <a:gd name="connsiteY13" fmla="*/ 530492 h 629253"/>
                    <a:gd name="connsiteX14" fmla="*/ 441811 w 749928"/>
                    <a:gd name="connsiteY14" fmla="*/ 606692 h 629253"/>
                    <a:gd name="connsiteX15" fmla="*/ 321161 w 749928"/>
                    <a:gd name="connsiteY15" fmla="*/ 628917 h 629253"/>
                    <a:gd name="connsiteX16" fmla="*/ 168761 w 749928"/>
                    <a:gd name="connsiteY16" fmla="*/ 593992 h 629253"/>
                    <a:gd name="connsiteX17" fmla="*/ 114786 w 749928"/>
                    <a:gd name="connsiteY17" fmla="*/ 549542 h 629253"/>
                    <a:gd name="connsiteX18" fmla="*/ 48111 w 749928"/>
                    <a:gd name="connsiteY18" fmla="*/ 454292 h 629253"/>
                    <a:gd name="connsiteX19" fmla="*/ 13186 w 749928"/>
                    <a:gd name="connsiteY19" fmla="*/ 374917 h 629253"/>
                    <a:gd name="connsiteX20" fmla="*/ 486 w 749928"/>
                    <a:gd name="connsiteY20" fmla="*/ 339992 h 629253"/>
                    <a:gd name="connsiteX21" fmla="*/ 6836 w 749928"/>
                    <a:gd name="connsiteY21" fmla="*/ 270142 h 629253"/>
                    <a:gd name="connsiteX0" fmla="*/ 6836 w 749928"/>
                    <a:gd name="connsiteY0" fmla="*/ 270142 h 629253"/>
                    <a:gd name="connsiteX1" fmla="*/ 19536 w 749928"/>
                    <a:gd name="connsiteY1" fmla="*/ 165367 h 629253"/>
                    <a:gd name="connsiteX2" fmla="*/ 35411 w 749928"/>
                    <a:gd name="connsiteY2" fmla="*/ 79642 h 629253"/>
                    <a:gd name="connsiteX3" fmla="*/ 89386 w 749928"/>
                    <a:gd name="connsiteY3" fmla="*/ 22492 h 629253"/>
                    <a:gd name="connsiteX4" fmla="*/ 165586 w 749928"/>
                    <a:gd name="connsiteY4" fmla="*/ 267 h 629253"/>
                    <a:gd name="connsiteX5" fmla="*/ 206861 w 749928"/>
                    <a:gd name="connsiteY5" fmla="*/ 9792 h 629253"/>
                    <a:gd name="connsiteX6" fmla="*/ 235436 w 749928"/>
                    <a:gd name="connsiteY6" fmla="*/ 3442 h 629253"/>
                    <a:gd name="connsiteX7" fmla="*/ 324336 w 749928"/>
                    <a:gd name="connsiteY7" fmla="*/ 19317 h 629253"/>
                    <a:gd name="connsiteX8" fmla="*/ 429111 w 749928"/>
                    <a:gd name="connsiteY8" fmla="*/ 60592 h 629253"/>
                    <a:gd name="connsiteX9" fmla="*/ 594211 w 749928"/>
                    <a:gd name="connsiteY9" fmla="*/ 117742 h 629253"/>
                    <a:gd name="connsiteX10" fmla="*/ 705336 w 749928"/>
                    <a:gd name="connsiteY10" fmla="*/ 200292 h 629253"/>
                    <a:gd name="connsiteX11" fmla="*/ 749786 w 749928"/>
                    <a:gd name="connsiteY11" fmla="*/ 270142 h 629253"/>
                    <a:gd name="connsiteX12" fmla="*/ 714861 w 749928"/>
                    <a:gd name="connsiteY12" fmla="*/ 374917 h 629253"/>
                    <a:gd name="connsiteX13" fmla="*/ 600561 w 749928"/>
                    <a:gd name="connsiteY13" fmla="*/ 530492 h 629253"/>
                    <a:gd name="connsiteX14" fmla="*/ 441811 w 749928"/>
                    <a:gd name="connsiteY14" fmla="*/ 606692 h 629253"/>
                    <a:gd name="connsiteX15" fmla="*/ 321161 w 749928"/>
                    <a:gd name="connsiteY15" fmla="*/ 628917 h 629253"/>
                    <a:gd name="connsiteX16" fmla="*/ 168761 w 749928"/>
                    <a:gd name="connsiteY16" fmla="*/ 593992 h 629253"/>
                    <a:gd name="connsiteX17" fmla="*/ 114786 w 749928"/>
                    <a:gd name="connsiteY17" fmla="*/ 540981 h 629253"/>
                    <a:gd name="connsiteX18" fmla="*/ 48111 w 749928"/>
                    <a:gd name="connsiteY18" fmla="*/ 454292 h 629253"/>
                    <a:gd name="connsiteX19" fmla="*/ 13186 w 749928"/>
                    <a:gd name="connsiteY19" fmla="*/ 374917 h 629253"/>
                    <a:gd name="connsiteX20" fmla="*/ 486 w 749928"/>
                    <a:gd name="connsiteY20" fmla="*/ 339992 h 629253"/>
                    <a:gd name="connsiteX21" fmla="*/ 6836 w 749928"/>
                    <a:gd name="connsiteY21" fmla="*/ 270142 h 629253"/>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447"/>
                    <a:gd name="connsiteX1" fmla="*/ 19536 w 749928"/>
                    <a:gd name="connsiteY1" fmla="*/ 165367 h 629447"/>
                    <a:gd name="connsiteX2" fmla="*/ 35411 w 749928"/>
                    <a:gd name="connsiteY2" fmla="*/ 79642 h 629447"/>
                    <a:gd name="connsiteX3" fmla="*/ 89386 w 749928"/>
                    <a:gd name="connsiteY3" fmla="*/ 22492 h 629447"/>
                    <a:gd name="connsiteX4" fmla="*/ 165586 w 749928"/>
                    <a:gd name="connsiteY4" fmla="*/ 267 h 629447"/>
                    <a:gd name="connsiteX5" fmla="*/ 206861 w 749928"/>
                    <a:gd name="connsiteY5" fmla="*/ 9792 h 629447"/>
                    <a:gd name="connsiteX6" fmla="*/ 235436 w 749928"/>
                    <a:gd name="connsiteY6" fmla="*/ 3442 h 629447"/>
                    <a:gd name="connsiteX7" fmla="*/ 324336 w 749928"/>
                    <a:gd name="connsiteY7" fmla="*/ 19317 h 629447"/>
                    <a:gd name="connsiteX8" fmla="*/ 429111 w 749928"/>
                    <a:gd name="connsiteY8" fmla="*/ 60592 h 629447"/>
                    <a:gd name="connsiteX9" fmla="*/ 594211 w 749928"/>
                    <a:gd name="connsiteY9" fmla="*/ 117742 h 629447"/>
                    <a:gd name="connsiteX10" fmla="*/ 705336 w 749928"/>
                    <a:gd name="connsiteY10" fmla="*/ 200292 h 629447"/>
                    <a:gd name="connsiteX11" fmla="*/ 749786 w 749928"/>
                    <a:gd name="connsiteY11" fmla="*/ 270142 h 629447"/>
                    <a:gd name="connsiteX12" fmla="*/ 714861 w 749928"/>
                    <a:gd name="connsiteY12" fmla="*/ 374917 h 629447"/>
                    <a:gd name="connsiteX13" fmla="*/ 600561 w 749928"/>
                    <a:gd name="connsiteY13" fmla="*/ 530492 h 629447"/>
                    <a:gd name="connsiteX14" fmla="*/ 441811 w 749928"/>
                    <a:gd name="connsiteY14" fmla="*/ 606692 h 629447"/>
                    <a:gd name="connsiteX15" fmla="*/ 321161 w 749928"/>
                    <a:gd name="connsiteY15" fmla="*/ 628917 h 629447"/>
                    <a:gd name="connsiteX16" fmla="*/ 179516 w 749928"/>
                    <a:gd name="connsiteY16" fmla="*/ 589711 h 629447"/>
                    <a:gd name="connsiteX17" fmla="*/ 114786 w 749928"/>
                    <a:gd name="connsiteY17" fmla="*/ 540981 h 629447"/>
                    <a:gd name="connsiteX18" fmla="*/ 48111 w 749928"/>
                    <a:gd name="connsiteY18" fmla="*/ 454292 h 629447"/>
                    <a:gd name="connsiteX19" fmla="*/ 13186 w 749928"/>
                    <a:gd name="connsiteY19" fmla="*/ 374917 h 629447"/>
                    <a:gd name="connsiteX20" fmla="*/ 486 w 749928"/>
                    <a:gd name="connsiteY20" fmla="*/ 339992 h 629447"/>
                    <a:gd name="connsiteX21" fmla="*/ 6836 w 749928"/>
                    <a:gd name="connsiteY21" fmla="*/ 270142 h 629447"/>
                    <a:gd name="connsiteX0" fmla="*/ 6836 w 749928"/>
                    <a:gd name="connsiteY0" fmla="*/ 270142 h 629347"/>
                    <a:gd name="connsiteX1" fmla="*/ 19536 w 749928"/>
                    <a:gd name="connsiteY1" fmla="*/ 165367 h 629347"/>
                    <a:gd name="connsiteX2" fmla="*/ 35411 w 749928"/>
                    <a:gd name="connsiteY2" fmla="*/ 79642 h 629347"/>
                    <a:gd name="connsiteX3" fmla="*/ 89386 w 749928"/>
                    <a:gd name="connsiteY3" fmla="*/ 22492 h 629347"/>
                    <a:gd name="connsiteX4" fmla="*/ 165586 w 749928"/>
                    <a:gd name="connsiteY4" fmla="*/ 267 h 629347"/>
                    <a:gd name="connsiteX5" fmla="*/ 206861 w 749928"/>
                    <a:gd name="connsiteY5" fmla="*/ 9792 h 629347"/>
                    <a:gd name="connsiteX6" fmla="*/ 235436 w 749928"/>
                    <a:gd name="connsiteY6" fmla="*/ 3442 h 629347"/>
                    <a:gd name="connsiteX7" fmla="*/ 324336 w 749928"/>
                    <a:gd name="connsiteY7" fmla="*/ 19317 h 629347"/>
                    <a:gd name="connsiteX8" fmla="*/ 429111 w 749928"/>
                    <a:gd name="connsiteY8" fmla="*/ 60592 h 629347"/>
                    <a:gd name="connsiteX9" fmla="*/ 594211 w 749928"/>
                    <a:gd name="connsiteY9" fmla="*/ 117742 h 629347"/>
                    <a:gd name="connsiteX10" fmla="*/ 705336 w 749928"/>
                    <a:gd name="connsiteY10" fmla="*/ 200292 h 629347"/>
                    <a:gd name="connsiteX11" fmla="*/ 749786 w 749928"/>
                    <a:gd name="connsiteY11" fmla="*/ 270142 h 629347"/>
                    <a:gd name="connsiteX12" fmla="*/ 714861 w 749928"/>
                    <a:gd name="connsiteY12" fmla="*/ 374917 h 629347"/>
                    <a:gd name="connsiteX13" fmla="*/ 600561 w 749928"/>
                    <a:gd name="connsiteY13" fmla="*/ 530492 h 629347"/>
                    <a:gd name="connsiteX14" fmla="*/ 441811 w 749928"/>
                    <a:gd name="connsiteY14" fmla="*/ 606692 h 629347"/>
                    <a:gd name="connsiteX15" fmla="*/ 321161 w 749928"/>
                    <a:gd name="connsiteY15" fmla="*/ 628917 h 629347"/>
                    <a:gd name="connsiteX16" fmla="*/ 185969 w 749928"/>
                    <a:gd name="connsiteY16" fmla="*/ 591852 h 629347"/>
                    <a:gd name="connsiteX17" fmla="*/ 114786 w 749928"/>
                    <a:gd name="connsiteY17" fmla="*/ 540981 h 629347"/>
                    <a:gd name="connsiteX18" fmla="*/ 48111 w 749928"/>
                    <a:gd name="connsiteY18" fmla="*/ 454292 h 629347"/>
                    <a:gd name="connsiteX19" fmla="*/ 13186 w 749928"/>
                    <a:gd name="connsiteY19" fmla="*/ 374917 h 629347"/>
                    <a:gd name="connsiteX20" fmla="*/ 486 w 749928"/>
                    <a:gd name="connsiteY20" fmla="*/ 339992 h 629347"/>
                    <a:gd name="connsiteX21" fmla="*/ 6836 w 749928"/>
                    <a:gd name="connsiteY21" fmla="*/ 270142 h 629347"/>
                    <a:gd name="connsiteX0" fmla="*/ 6836 w 749928"/>
                    <a:gd name="connsiteY0" fmla="*/ 270142 h 618746"/>
                    <a:gd name="connsiteX1" fmla="*/ 19536 w 749928"/>
                    <a:gd name="connsiteY1" fmla="*/ 165367 h 618746"/>
                    <a:gd name="connsiteX2" fmla="*/ 35411 w 749928"/>
                    <a:gd name="connsiteY2" fmla="*/ 79642 h 618746"/>
                    <a:gd name="connsiteX3" fmla="*/ 89386 w 749928"/>
                    <a:gd name="connsiteY3" fmla="*/ 22492 h 618746"/>
                    <a:gd name="connsiteX4" fmla="*/ 165586 w 749928"/>
                    <a:gd name="connsiteY4" fmla="*/ 267 h 618746"/>
                    <a:gd name="connsiteX5" fmla="*/ 206861 w 749928"/>
                    <a:gd name="connsiteY5" fmla="*/ 9792 h 618746"/>
                    <a:gd name="connsiteX6" fmla="*/ 235436 w 749928"/>
                    <a:gd name="connsiteY6" fmla="*/ 3442 h 618746"/>
                    <a:gd name="connsiteX7" fmla="*/ 324336 w 749928"/>
                    <a:gd name="connsiteY7" fmla="*/ 19317 h 618746"/>
                    <a:gd name="connsiteX8" fmla="*/ 429111 w 749928"/>
                    <a:gd name="connsiteY8" fmla="*/ 60592 h 618746"/>
                    <a:gd name="connsiteX9" fmla="*/ 594211 w 749928"/>
                    <a:gd name="connsiteY9" fmla="*/ 117742 h 618746"/>
                    <a:gd name="connsiteX10" fmla="*/ 705336 w 749928"/>
                    <a:gd name="connsiteY10" fmla="*/ 200292 h 618746"/>
                    <a:gd name="connsiteX11" fmla="*/ 749786 w 749928"/>
                    <a:gd name="connsiteY11" fmla="*/ 270142 h 618746"/>
                    <a:gd name="connsiteX12" fmla="*/ 714861 w 749928"/>
                    <a:gd name="connsiteY12" fmla="*/ 374917 h 618746"/>
                    <a:gd name="connsiteX13" fmla="*/ 600561 w 749928"/>
                    <a:gd name="connsiteY13" fmla="*/ 530492 h 618746"/>
                    <a:gd name="connsiteX14" fmla="*/ 441811 w 749928"/>
                    <a:gd name="connsiteY14" fmla="*/ 606692 h 618746"/>
                    <a:gd name="connsiteX15" fmla="*/ 322237 w 749928"/>
                    <a:gd name="connsiteY15" fmla="*/ 617145 h 618746"/>
                    <a:gd name="connsiteX16" fmla="*/ 185969 w 749928"/>
                    <a:gd name="connsiteY16" fmla="*/ 591852 h 618746"/>
                    <a:gd name="connsiteX17" fmla="*/ 114786 w 749928"/>
                    <a:gd name="connsiteY17" fmla="*/ 540981 h 618746"/>
                    <a:gd name="connsiteX18" fmla="*/ 48111 w 749928"/>
                    <a:gd name="connsiteY18" fmla="*/ 454292 h 618746"/>
                    <a:gd name="connsiteX19" fmla="*/ 13186 w 749928"/>
                    <a:gd name="connsiteY19" fmla="*/ 374917 h 618746"/>
                    <a:gd name="connsiteX20" fmla="*/ 486 w 749928"/>
                    <a:gd name="connsiteY20" fmla="*/ 339992 h 618746"/>
                    <a:gd name="connsiteX21" fmla="*/ 6836 w 749928"/>
                    <a:gd name="connsiteY21" fmla="*/ 270142 h 618746"/>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2237 w 749928"/>
                    <a:gd name="connsiteY15" fmla="*/ 617145 h 619301"/>
                    <a:gd name="connsiteX16" fmla="*/ 192423 w 749928"/>
                    <a:gd name="connsiteY16" fmla="*/ 584361 h 619301"/>
                    <a:gd name="connsiteX17" fmla="*/ 114786 w 749928"/>
                    <a:gd name="connsiteY17" fmla="*/ 54098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2423 w 749928"/>
                    <a:gd name="connsiteY16" fmla="*/ 584361 h 619301"/>
                    <a:gd name="connsiteX17" fmla="*/ 114786 w 749928"/>
                    <a:gd name="connsiteY17" fmla="*/ 54098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2423 w 749928"/>
                    <a:gd name="connsiteY16" fmla="*/ 584361 h 619301"/>
                    <a:gd name="connsiteX17" fmla="*/ 119088 w 749928"/>
                    <a:gd name="connsiteY17" fmla="*/ 53884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9301"/>
                    <a:gd name="connsiteX1" fmla="*/ 19536 w 749928"/>
                    <a:gd name="connsiteY1" fmla="*/ 165367 h 619301"/>
                    <a:gd name="connsiteX2" fmla="*/ 35411 w 749928"/>
                    <a:gd name="connsiteY2" fmla="*/ 79642 h 619301"/>
                    <a:gd name="connsiteX3" fmla="*/ 89386 w 749928"/>
                    <a:gd name="connsiteY3" fmla="*/ 22492 h 619301"/>
                    <a:gd name="connsiteX4" fmla="*/ 165586 w 749928"/>
                    <a:gd name="connsiteY4" fmla="*/ 267 h 619301"/>
                    <a:gd name="connsiteX5" fmla="*/ 206861 w 749928"/>
                    <a:gd name="connsiteY5" fmla="*/ 9792 h 619301"/>
                    <a:gd name="connsiteX6" fmla="*/ 235436 w 749928"/>
                    <a:gd name="connsiteY6" fmla="*/ 3442 h 619301"/>
                    <a:gd name="connsiteX7" fmla="*/ 324336 w 749928"/>
                    <a:gd name="connsiteY7" fmla="*/ 19317 h 619301"/>
                    <a:gd name="connsiteX8" fmla="*/ 429111 w 749928"/>
                    <a:gd name="connsiteY8" fmla="*/ 60592 h 619301"/>
                    <a:gd name="connsiteX9" fmla="*/ 594211 w 749928"/>
                    <a:gd name="connsiteY9" fmla="*/ 117742 h 619301"/>
                    <a:gd name="connsiteX10" fmla="*/ 705336 w 749928"/>
                    <a:gd name="connsiteY10" fmla="*/ 200292 h 619301"/>
                    <a:gd name="connsiteX11" fmla="*/ 749786 w 749928"/>
                    <a:gd name="connsiteY11" fmla="*/ 270142 h 619301"/>
                    <a:gd name="connsiteX12" fmla="*/ 714861 w 749928"/>
                    <a:gd name="connsiteY12" fmla="*/ 374917 h 619301"/>
                    <a:gd name="connsiteX13" fmla="*/ 600561 w 749928"/>
                    <a:gd name="connsiteY13" fmla="*/ 530492 h 619301"/>
                    <a:gd name="connsiteX14" fmla="*/ 441811 w 749928"/>
                    <a:gd name="connsiteY14" fmla="*/ 606692 h 619301"/>
                    <a:gd name="connsiteX15" fmla="*/ 324388 w 749928"/>
                    <a:gd name="connsiteY15" fmla="*/ 617145 h 619301"/>
                    <a:gd name="connsiteX16" fmla="*/ 196725 w 749928"/>
                    <a:gd name="connsiteY16" fmla="*/ 584361 h 619301"/>
                    <a:gd name="connsiteX17" fmla="*/ 119088 w 749928"/>
                    <a:gd name="connsiteY17" fmla="*/ 538841 h 619301"/>
                    <a:gd name="connsiteX18" fmla="*/ 48111 w 749928"/>
                    <a:gd name="connsiteY18" fmla="*/ 454292 h 619301"/>
                    <a:gd name="connsiteX19" fmla="*/ 13186 w 749928"/>
                    <a:gd name="connsiteY19" fmla="*/ 374917 h 619301"/>
                    <a:gd name="connsiteX20" fmla="*/ 486 w 749928"/>
                    <a:gd name="connsiteY20" fmla="*/ 339992 h 619301"/>
                    <a:gd name="connsiteX21" fmla="*/ 6836 w 749928"/>
                    <a:gd name="connsiteY21" fmla="*/ 270142 h 619301"/>
                    <a:gd name="connsiteX0" fmla="*/ 6836 w 749928"/>
                    <a:gd name="connsiteY0" fmla="*/ 270142 h 618905"/>
                    <a:gd name="connsiteX1" fmla="*/ 19536 w 749928"/>
                    <a:gd name="connsiteY1" fmla="*/ 165367 h 618905"/>
                    <a:gd name="connsiteX2" fmla="*/ 35411 w 749928"/>
                    <a:gd name="connsiteY2" fmla="*/ 79642 h 618905"/>
                    <a:gd name="connsiteX3" fmla="*/ 89386 w 749928"/>
                    <a:gd name="connsiteY3" fmla="*/ 22492 h 618905"/>
                    <a:gd name="connsiteX4" fmla="*/ 165586 w 749928"/>
                    <a:gd name="connsiteY4" fmla="*/ 267 h 618905"/>
                    <a:gd name="connsiteX5" fmla="*/ 206861 w 749928"/>
                    <a:gd name="connsiteY5" fmla="*/ 9792 h 618905"/>
                    <a:gd name="connsiteX6" fmla="*/ 235436 w 749928"/>
                    <a:gd name="connsiteY6" fmla="*/ 3442 h 618905"/>
                    <a:gd name="connsiteX7" fmla="*/ 324336 w 749928"/>
                    <a:gd name="connsiteY7" fmla="*/ 19317 h 618905"/>
                    <a:gd name="connsiteX8" fmla="*/ 429111 w 749928"/>
                    <a:gd name="connsiteY8" fmla="*/ 60592 h 618905"/>
                    <a:gd name="connsiteX9" fmla="*/ 594211 w 749928"/>
                    <a:gd name="connsiteY9" fmla="*/ 117742 h 618905"/>
                    <a:gd name="connsiteX10" fmla="*/ 705336 w 749928"/>
                    <a:gd name="connsiteY10" fmla="*/ 200292 h 618905"/>
                    <a:gd name="connsiteX11" fmla="*/ 749786 w 749928"/>
                    <a:gd name="connsiteY11" fmla="*/ 270142 h 618905"/>
                    <a:gd name="connsiteX12" fmla="*/ 714861 w 749928"/>
                    <a:gd name="connsiteY12" fmla="*/ 374917 h 618905"/>
                    <a:gd name="connsiteX13" fmla="*/ 600561 w 749928"/>
                    <a:gd name="connsiteY13" fmla="*/ 530492 h 618905"/>
                    <a:gd name="connsiteX14" fmla="*/ 441811 w 749928"/>
                    <a:gd name="connsiteY14" fmla="*/ 606692 h 618905"/>
                    <a:gd name="connsiteX15" fmla="*/ 324388 w 749928"/>
                    <a:gd name="connsiteY15" fmla="*/ 617145 h 618905"/>
                    <a:gd name="connsiteX16" fmla="*/ 192423 w 749928"/>
                    <a:gd name="connsiteY16" fmla="*/ 589712 h 618905"/>
                    <a:gd name="connsiteX17" fmla="*/ 119088 w 749928"/>
                    <a:gd name="connsiteY17" fmla="*/ 538841 h 618905"/>
                    <a:gd name="connsiteX18" fmla="*/ 48111 w 749928"/>
                    <a:gd name="connsiteY18" fmla="*/ 454292 h 618905"/>
                    <a:gd name="connsiteX19" fmla="*/ 13186 w 749928"/>
                    <a:gd name="connsiteY19" fmla="*/ 374917 h 618905"/>
                    <a:gd name="connsiteX20" fmla="*/ 486 w 749928"/>
                    <a:gd name="connsiteY20" fmla="*/ 339992 h 618905"/>
                    <a:gd name="connsiteX21" fmla="*/ 6836 w 749928"/>
                    <a:gd name="connsiteY21" fmla="*/ 270142 h 618905"/>
                    <a:gd name="connsiteX0" fmla="*/ 6836 w 749928"/>
                    <a:gd name="connsiteY0" fmla="*/ 270142 h 618905"/>
                    <a:gd name="connsiteX1" fmla="*/ 19536 w 749928"/>
                    <a:gd name="connsiteY1" fmla="*/ 165367 h 618905"/>
                    <a:gd name="connsiteX2" fmla="*/ 35411 w 749928"/>
                    <a:gd name="connsiteY2" fmla="*/ 79642 h 618905"/>
                    <a:gd name="connsiteX3" fmla="*/ 89386 w 749928"/>
                    <a:gd name="connsiteY3" fmla="*/ 22492 h 618905"/>
                    <a:gd name="connsiteX4" fmla="*/ 165586 w 749928"/>
                    <a:gd name="connsiteY4" fmla="*/ 267 h 618905"/>
                    <a:gd name="connsiteX5" fmla="*/ 206861 w 749928"/>
                    <a:gd name="connsiteY5" fmla="*/ 9792 h 618905"/>
                    <a:gd name="connsiteX6" fmla="*/ 235436 w 749928"/>
                    <a:gd name="connsiteY6" fmla="*/ 3442 h 618905"/>
                    <a:gd name="connsiteX7" fmla="*/ 324336 w 749928"/>
                    <a:gd name="connsiteY7" fmla="*/ 19317 h 618905"/>
                    <a:gd name="connsiteX8" fmla="*/ 429111 w 749928"/>
                    <a:gd name="connsiteY8" fmla="*/ 60592 h 618905"/>
                    <a:gd name="connsiteX9" fmla="*/ 594211 w 749928"/>
                    <a:gd name="connsiteY9" fmla="*/ 117742 h 618905"/>
                    <a:gd name="connsiteX10" fmla="*/ 705336 w 749928"/>
                    <a:gd name="connsiteY10" fmla="*/ 200292 h 618905"/>
                    <a:gd name="connsiteX11" fmla="*/ 749786 w 749928"/>
                    <a:gd name="connsiteY11" fmla="*/ 270142 h 618905"/>
                    <a:gd name="connsiteX12" fmla="*/ 714861 w 749928"/>
                    <a:gd name="connsiteY12" fmla="*/ 374917 h 618905"/>
                    <a:gd name="connsiteX13" fmla="*/ 600561 w 749928"/>
                    <a:gd name="connsiteY13" fmla="*/ 530492 h 618905"/>
                    <a:gd name="connsiteX14" fmla="*/ 441811 w 749928"/>
                    <a:gd name="connsiteY14" fmla="*/ 606692 h 618905"/>
                    <a:gd name="connsiteX15" fmla="*/ 324388 w 749928"/>
                    <a:gd name="connsiteY15" fmla="*/ 617145 h 618905"/>
                    <a:gd name="connsiteX16" fmla="*/ 192423 w 749928"/>
                    <a:gd name="connsiteY16" fmla="*/ 589712 h 618905"/>
                    <a:gd name="connsiteX17" fmla="*/ 119088 w 749928"/>
                    <a:gd name="connsiteY17" fmla="*/ 538841 h 618905"/>
                    <a:gd name="connsiteX18" fmla="*/ 48111 w 749928"/>
                    <a:gd name="connsiteY18" fmla="*/ 454292 h 618905"/>
                    <a:gd name="connsiteX19" fmla="*/ 13186 w 749928"/>
                    <a:gd name="connsiteY19" fmla="*/ 374917 h 618905"/>
                    <a:gd name="connsiteX20" fmla="*/ 486 w 749928"/>
                    <a:gd name="connsiteY20" fmla="*/ 339992 h 618905"/>
                    <a:gd name="connsiteX21" fmla="*/ 6836 w 749928"/>
                    <a:gd name="connsiteY21" fmla="*/ 270142 h 618905"/>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2423 w 749928"/>
                    <a:gd name="connsiteY16" fmla="*/ 589712 h 618013"/>
                    <a:gd name="connsiteX17" fmla="*/ 119088 w 749928"/>
                    <a:gd name="connsiteY17" fmla="*/ 538841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2423 w 749928"/>
                    <a:gd name="connsiteY16" fmla="*/ 589712 h 618013"/>
                    <a:gd name="connsiteX17" fmla="*/ 121239 w 749928"/>
                    <a:gd name="connsiteY17" fmla="*/ 533490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 name="connsiteX0" fmla="*/ 6836 w 749928"/>
                    <a:gd name="connsiteY0" fmla="*/ 270142 h 618013"/>
                    <a:gd name="connsiteX1" fmla="*/ 19536 w 749928"/>
                    <a:gd name="connsiteY1" fmla="*/ 165367 h 618013"/>
                    <a:gd name="connsiteX2" fmla="*/ 35411 w 749928"/>
                    <a:gd name="connsiteY2" fmla="*/ 79642 h 618013"/>
                    <a:gd name="connsiteX3" fmla="*/ 89386 w 749928"/>
                    <a:gd name="connsiteY3" fmla="*/ 22492 h 618013"/>
                    <a:gd name="connsiteX4" fmla="*/ 165586 w 749928"/>
                    <a:gd name="connsiteY4" fmla="*/ 267 h 618013"/>
                    <a:gd name="connsiteX5" fmla="*/ 206861 w 749928"/>
                    <a:gd name="connsiteY5" fmla="*/ 9792 h 618013"/>
                    <a:gd name="connsiteX6" fmla="*/ 235436 w 749928"/>
                    <a:gd name="connsiteY6" fmla="*/ 3442 h 618013"/>
                    <a:gd name="connsiteX7" fmla="*/ 324336 w 749928"/>
                    <a:gd name="connsiteY7" fmla="*/ 19317 h 618013"/>
                    <a:gd name="connsiteX8" fmla="*/ 429111 w 749928"/>
                    <a:gd name="connsiteY8" fmla="*/ 60592 h 618013"/>
                    <a:gd name="connsiteX9" fmla="*/ 594211 w 749928"/>
                    <a:gd name="connsiteY9" fmla="*/ 117742 h 618013"/>
                    <a:gd name="connsiteX10" fmla="*/ 705336 w 749928"/>
                    <a:gd name="connsiteY10" fmla="*/ 200292 h 618013"/>
                    <a:gd name="connsiteX11" fmla="*/ 749786 w 749928"/>
                    <a:gd name="connsiteY11" fmla="*/ 270142 h 618013"/>
                    <a:gd name="connsiteX12" fmla="*/ 714861 w 749928"/>
                    <a:gd name="connsiteY12" fmla="*/ 374917 h 618013"/>
                    <a:gd name="connsiteX13" fmla="*/ 600561 w 749928"/>
                    <a:gd name="connsiteY13" fmla="*/ 530492 h 618013"/>
                    <a:gd name="connsiteX14" fmla="*/ 446113 w 749928"/>
                    <a:gd name="connsiteY14" fmla="*/ 603482 h 618013"/>
                    <a:gd name="connsiteX15" fmla="*/ 324388 w 749928"/>
                    <a:gd name="connsiteY15" fmla="*/ 617145 h 618013"/>
                    <a:gd name="connsiteX16" fmla="*/ 191348 w 749928"/>
                    <a:gd name="connsiteY16" fmla="*/ 589712 h 618013"/>
                    <a:gd name="connsiteX17" fmla="*/ 121239 w 749928"/>
                    <a:gd name="connsiteY17" fmla="*/ 533490 h 618013"/>
                    <a:gd name="connsiteX18" fmla="*/ 48111 w 749928"/>
                    <a:gd name="connsiteY18" fmla="*/ 454292 h 618013"/>
                    <a:gd name="connsiteX19" fmla="*/ 13186 w 749928"/>
                    <a:gd name="connsiteY19" fmla="*/ 374917 h 618013"/>
                    <a:gd name="connsiteX20" fmla="*/ 486 w 749928"/>
                    <a:gd name="connsiteY20" fmla="*/ 339992 h 618013"/>
                    <a:gd name="connsiteX21" fmla="*/ 6836 w 749928"/>
                    <a:gd name="connsiteY21" fmla="*/ 270142 h 61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49928" h="618013">
                      <a:moveTo>
                        <a:pt x="6836" y="270142"/>
                      </a:moveTo>
                      <a:cubicBezTo>
                        <a:pt x="10011" y="241038"/>
                        <a:pt x="14774" y="197117"/>
                        <a:pt x="19536" y="165367"/>
                      </a:cubicBezTo>
                      <a:cubicBezTo>
                        <a:pt x="24298" y="133617"/>
                        <a:pt x="23769" y="103455"/>
                        <a:pt x="35411" y="79642"/>
                      </a:cubicBezTo>
                      <a:cubicBezTo>
                        <a:pt x="47053" y="55829"/>
                        <a:pt x="67690" y="35721"/>
                        <a:pt x="89386" y="22492"/>
                      </a:cubicBezTo>
                      <a:cubicBezTo>
                        <a:pt x="111082" y="9263"/>
                        <a:pt x="146007" y="2384"/>
                        <a:pt x="165586" y="267"/>
                      </a:cubicBezTo>
                      <a:cubicBezTo>
                        <a:pt x="185165" y="-1850"/>
                        <a:pt x="195219" y="9263"/>
                        <a:pt x="206861" y="9792"/>
                      </a:cubicBezTo>
                      <a:cubicBezTo>
                        <a:pt x="218503" y="10321"/>
                        <a:pt x="215857" y="1855"/>
                        <a:pt x="235436" y="3442"/>
                      </a:cubicBezTo>
                      <a:cubicBezTo>
                        <a:pt x="255015" y="5029"/>
                        <a:pt x="292057" y="9792"/>
                        <a:pt x="324336" y="19317"/>
                      </a:cubicBezTo>
                      <a:cubicBezTo>
                        <a:pt x="356615" y="28842"/>
                        <a:pt x="384132" y="44188"/>
                        <a:pt x="429111" y="60592"/>
                      </a:cubicBezTo>
                      <a:cubicBezTo>
                        <a:pt x="474090" y="76996"/>
                        <a:pt x="548174" y="94459"/>
                        <a:pt x="594211" y="117742"/>
                      </a:cubicBezTo>
                      <a:cubicBezTo>
                        <a:pt x="640249" y="141025"/>
                        <a:pt x="679407" y="174892"/>
                        <a:pt x="705336" y="200292"/>
                      </a:cubicBezTo>
                      <a:cubicBezTo>
                        <a:pt x="731265" y="225692"/>
                        <a:pt x="748199" y="241038"/>
                        <a:pt x="749786" y="270142"/>
                      </a:cubicBezTo>
                      <a:cubicBezTo>
                        <a:pt x="751373" y="299246"/>
                        <a:pt x="739732" y="331525"/>
                        <a:pt x="714861" y="374917"/>
                      </a:cubicBezTo>
                      <a:cubicBezTo>
                        <a:pt x="689990" y="418309"/>
                        <a:pt x="645352" y="492398"/>
                        <a:pt x="600561" y="530492"/>
                      </a:cubicBezTo>
                      <a:cubicBezTo>
                        <a:pt x="555770" y="568586"/>
                        <a:pt x="492142" y="589040"/>
                        <a:pt x="446113" y="603482"/>
                      </a:cubicBezTo>
                      <a:cubicBezTo>
                        <a:pt x="400084" y="617924"/>
                        <a:pt x="366849" y="619440"/>
                        <a:pt x="324388" y="617145"/>
                      </a:cubicBezTo>
                      <a:cubicBezTo>
                        <a:pt x="281927" y="614850"/>
                        <a:pt x="225206" y="603655"/>
                        <a:pt x="191348" y="589712"/>
                      </a:cubicBezTo>
                      <a:cubicBezTo>
                        <a:pt x="157490" y="575770"/>
                        <a:pt x="145112" y="556060"/>
                        <a:pt x="121239" y="533490"/>
                      </a:cubicBezTo>
                      <a:cubicBezTo>
                        <a:pt x="97366" y="510920"/>
                        <a:pt x="66120" y="480721"/>
                        <a:pt x="48111" y="454292"/>
                      </a:cubicBezTo>
                      <a:cubicBezTo>
                        <a:pt x="30102" y="427863"/>
                        <a:pt x="21123" y="393967"/>
                        <a:pt x="13186" y="374917"/>
                      </a:cubicBezTo>
                      <a:cubicBezTo>
                        <a:pt x="5249" y="355867"/>
                        <a:pt x="2603" y="354280"/>
                        <a:pt x="486" y="339992"/>
                      </a:cubicBezTo>
                      <a:cubicBezTo>
                        <a:pt x="-1631" y="325705"/>
                        <a:pt x="3661" y="299246"/>
                        <a:pt x="6836" y="270142"/>
                      </a:cubicBezTo>
                      <a:close/>
                    </a:path>
                  </a:pathLst>
                </a:custGeom>
                <a:solidFill>
                  <a:schemeClr val="bg2">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Freeform: Shape 26">
                <a:extLst>
                  <a:ext uri="{FF2B5EF4-FFF2-40B4-BE49-F238E27FC236}">
                    <a16:creationId xmlns:a16="http://schemas.microsoft.com/office/drawing/2014/main" id="{F5D8DB07-ED38-24A5-40F5-483FE08E74B4}"/>
                  </a:ext>
                </a:extLst>
              </p:cNvPr>
              <p:cNvSpPr/>
              <p:nvPr/>
            </p:nvSpPr>
            <p:spPr>
              <a:xfrm>
                <a:off x="3385050" y="4017422"/>
                <a:ext cx="1285316" cy="361498"/>
              </a:xfrm>
              <a:custGeom>
                <a:avLst/>
                <a:gdLst>
                  <a:gd name="connsiteX0" fmla="*/ 617 w 567737"/>
                  <a:gd name="connsiteY0" fmla="*/ 86414 h 155629"/>
                  <a:gd name="connsiteX1" fmla="*/ 26017 w 567737"/>
                  <a:gd name="connsiteY1" fmla="*/ 143564 h 155629"/>
                  <a:gd name="connsiteX2" fmla="*/ 67292 w 567737"/>
                  <a:gd name="connsiteY2" fmla="*/ 73714 h 155629"/>
                  <a:gd name="connsiteX3" fmla="*/ 210167 w 567737"/>
                  <a:gd name="connsiteY3" fmla="*/ 54664 h 155629"/>
                  <a:gd name="connsiteX4" fmla="*/ 283192 w 567737"/>
                  <a:gd name="connsiteY4" fmla="*/ 48314 h 155629"/>
                  <a:gd name="connsiteX5" fmla="*/ 410192 w 567737"/>
                  <a:gd name="connsiteY5" fmla="*/ 86414 h 155629"/>
                  <a:gd name="connsiteX6" fmla="*/ 530842 w 567737"/>
                  <a:gd name="connsiteY6" fmla="*/ 134039 h 155629"/>
                  <a:gd name="connsiteX7" fmla="*/ 565767 w 567737"/>
                  <a:gd name="connsiteY7" fmla="*/ 153089 h 155629"/>
                  <a:gd name="connsiteX8" fmla="*/ 483217 w 567737"/>
                  <a:gd name="connsiteY8" fmla="*/ 80064 h 155629"/>
                  <a:gd name="connsiteX9" fmla="*/ 356217 w 567737"/>
                  <a:gd name="connsiteY9" fmla="*/ 19739 h 155629"/>
                  <a:gd name="connsiteX10" fmla="*/ 299067 w 567737"/>
                  <a:gd name="connsiteY10" fmla="*/ 689 h 155629"/>
                  <a:gd name="connsiteX11" fmla="*/ 203817 w 567737"/>
                  <a:gd name="connsiteY11" fmla="*/ 3864 h 155629"/>
                  <a:gd name="connsiteX12" fmla="*/ 118092 w 567737"/>
                  <a:gd name="connsiteY12" fmla="*/ 7039 h 155629"/>
                  <a:gd name="connsiteX13" fmla="*/ 51417 w 567737"/>
                  <a:gd name="connsiteY13" fmla="*/ 16564 h 155629"/>
                  <a:gd name="connsiteX14" fmla="*/ 617 w 567737"/>
                  <a:gd name="connsiteY14" fmla="*/ 86414 h 155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7737" h="155629">
                    <a:moveTo>
                      <a:pt x="617" y="86414"/>
                    </a:moveTo>
                    <a:cubicBezTo>
                      <a:pt x="-3616" y="107581"/>
                      <a:pt x="14905" y="145681"/>
                      <a:pt x="26017" y="143564"/>
                    </a:cubicBezTo>
                    <a:cubicBezTo>
                      <a:pt x="37129" y="141447"/>
                      <a:pt x="36600" y="88531"/>
                      <a:pt x="67292" y="73714"/>
                    </a:cubicBezTo>
                    <a:cubicBezTo>
                      <a:pt x="97984" y="58897"/>
                      <a:pt x="174184" y="58897"/>
                      <a:pt x="210167" y="54664"/>
                    </a:cubicBezTo>
                    <a:cubicBezTo>
                      <a:pt x="246150" y="50431"/>
                      <a:pt x="249855" y="43022"/>
                      <a:pt x="283192" y="48314"/>
                    </a:cubicBezTo>
                    <a:cubicBezTo>
                      <a:pt x="316529" y="53606"/>
                      <a:pt x="368917" y="72126"/>
                      <a:pt x="410192" y="86414"/>
                    </a:cubicBezTo>
                    <a:cubicBezTo>
                      <a:pt x="451467" y="100702"/>
                      <a:pt x="504913" y="122927"/>
                      <a:pt x="530842" y="134039"/>
                    </a:cubicBezTo>
                    <a:cubicBezTo>
                      <a:pt x="556771" y="145152"/>
                      <a:pt x="573705" y="162085"/>
                      <a:pt x="565767" y="153089"/>
                    </a:cubicBezTo>
                    <a:cubicBezTo>
                      <a:pt x="557830" y="144093"/>
                      <a:pt x="518142" y="102289"/>
                      <a:pt x="483217" y="80064"/>
                    </a:cubicBezTo>
                    <a:cubicBezTo>
                      <a:pt x="448292" y="57839"/>
                      <a:pt x="386909" y="32968"/>
                      <a:pt x="356217" y="19739"/>
                    </a:cubicBezTo>
                    <a:cubicBezTo>
                      <a:pt x="325525" y="6510"/>
                      <a:pt x="324467" y="3335"/>
                      <a:pt x="299067" y="689"/>
                    </a:cubicBezTo>
                    <a:cubicBezTo>
                      <a:pt x="273667" y="-1957"/>
                      <a:pt x="203817" y="3864"/>
                      <a:pt x="203817" y="3864"/>
                    </a:cubicBezTo>
                    <a:cubicBezTo>
                      <a:pt x="173655" y="4922"/>
                      <a:pt x="143492" y="4922"/>
                      <a:pt x="118092" y="7039"/>
                    </a:cubicBezTo>
                    <a:cubicBezTo>
                      <a:pt x="92692" y="9156"/>
                      <a:pt x="67292" y="9156"/>
                      <a:pt x="51417" y="16564"/>
                    </a:cubicBezTo>
                    <a:cubicBezTo>
                      <a:pt x="35542" y="23972"/>
                      <a:pt x="4850" y="65247"/>
                      <a:pt x="617" y="86414"/>
                    </a:cubicBezTo>
                    <a:close/>
                  </a:path>
                </a:pathLst>
              </a:custGeom>
              <a:solidFill>
                <a:schemeClr val="bg2"/>
              </a:solidFill>
              <a:ln>
                <a:solidFill>
                  <a:schemeClr val="bg2">
                    <a:lumMod val="90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Freeform: Shape 1409">
                <a:extLst>
                  <a:ext uri="{FF2B5EF4-FFF2-40B4-BE49-F238E27FC236}">
                    <a16:creationId xmlns:a16="http://schemas.microsoft.com/office/drawing/2014/main" id="{4C6D16EF-C1B1-16A4-F1DE-17762C164C98}"/>
                  </a:ext>
                </a:extLst>
              </p:cNvPr>
              <p:cNvSpPr/>
              <p:nvPr/>
            </p:nvSpPr>
            <p:spPr>
              <a:xfrm flipV="1">
                <a:off x="3641876" y="5308642"/>
                <a:ext cx="1269220" cy="463611"/>
              </a:xfrm>
              <a:custGeom>
                <a:avLst/>
                <a:gdLst>
                  <a:gd name="connsiteX0" fmla="*/ 617 w 567737"/>
                  <a:gd name="connsiteY0" fmla="*/ 86414 h 155629"/>
                  <a:gd name="connsiteX1" fmla="*/ 26017 w 567737"/>
                  <a:gd name="connsiteY1" fmla="*/ 143564 h 155629"/>
                  <a:gd name="connsiteX2" fmla="*/ 67292 w 567737"/>
                  <a:gd name="connsiteY2" fmla="*/ 73714 h 155629"/>
                  <a:gd name="connsiteX3" fmla="*/ 210167 w 567737"/>
                  <a:gd name="connsiteY3" fmla="*/ 54664 h 155629"/>
                  <a:gd name="connsiteX4" fmla="*/ 283192 w 567737"/>
                  <a:gd name="connsiteY4" fmla="*/ 48314 h 155629"/>
                  <a:gd name="connsiteX5" fmla="*/ 410192 w 567737"/>
                  <a:gd name="connsiteY5" fmla="*/ 86414 h 155629"/>
                  <a:gd name="connsiteX6" fmla="*/ 530842 w 567737"/>
                  <a:gd name="connsiteY6" fmla="*/ 134039 h 155629"/>
                  <a:gd name="connsiteX7" fmla="*/ 565767 w 567737"/>
                  <a:gd name="connsiteY7" fmla="*/ 153089 h 155629"/>
                  <a:gd name="connsiteX8" fmla="*/ 483217 w 567737"/>
                  <a:gd name="connsiteY8" fmla="*/ 80064 h 155629"/>
                  <a:gd name="connsiteX9" fmla="*/ 356217 w 567737"/>
                  <a:gd name="connsiteY9" fmla="*/ 19739 h 155629"/>
                  <a:gd name="connsiteX10" fmla="*/ 299067 w 567737"/>
                  <a:gd name="connsiteY10" fmla="*/ 689 h 155629"/>
                  <a:gd name="connsiteX11" fmla="*/ 203817 w 567737"/>
                  <a:gd name="connsiteY11" fmla="*/ 3864 h 155629"/>
                  <a:gd name="connsiteX12" fmla="*/ 118092 w 567737"/>
                  <a:gd name="connsiteY12" fmla="*/ 7039 h 155629"/>
                  <a:gd name="connsiteX13" fmla="*/ 51417 w 567737"/>
                  <a:gd name="connsiteY13" fmla="*/ 16564 h 155629"/>
                  <a:gd name="connsiteX14" fmla="*/ 617 w 567737"/>
                  <a:gd name="connsiteY14" fmla="*/ 86414 h 155629"/>
                  <a:gd name="connsiteX0" fmla="*/ 31911 w 599031"/>
                  <a:gd name="connsiteY0" fmla="*/ 86414 h 155629"/>
                  <a:gd name="connsiteX1" fmla="*/ 2616 w 599031"/>
                  <a:gd name="connsiteY1" fmla="*/ 132338 h 155629"/>
                  <a:gd name="connsiteX2" fmla="*/ 98586 w 599031"/>
                  <a:gd name="connsiteY2" fmla="*/ 73714 h 155629"/>
                  <a:gd name="connsiteX3" fmla="*/ 241461 w 599031"/>
                  <a:gd name="connsiteY3" fmla="*/ 54664 h 155629"/>
                  <a:gd name="connsiteX4" fmla="*/ 314486 w 599031"/>
                  <a:gd name="connsiteY4" fmla="*/ 48314 h 155629"/>
                  <a:gd name="connsiteX5" fmla="*/ 441486 w 599031"/>
                  <a:gd name="connsiteY5" fmla="*/ 86414 h 155629"/>
                  <a:gd name="connsiteX6" fmla="*/ 562136 w 599031"/>
                  <a:gd name="connsiteY6" fmla="*/ 134039 h 155629"/>
                  <a:gd name="connsiteX7" fmla="*/ 597061 w 599031"/>
                  <a:gd name="connsiteY7" fmla="*/ 153089 h 155629"/>
                  <a:gd name="connsiteX8" fmla="*/ 514511 w 599031"/>
                  <a:gd name="connsiteY8" fmla="*/ 80064 h 155629"/>
                  <a:gd name="connsiteX9" fmla="*/ 387511 w 599031"/>
                  <a:gd name="connsiteY9" fmla="*/ 19739 h 155629"/>
                  <a:gd name="connsiteX10" fmla="*/ 330361 w 599031"/>
                  <a:gd name="connsiteY10" fmla="*/ 689 h 155629"/>
                  <a:gd name="connsiteX11" fmla="*/ 235111 w 599031"/>
                  <a:gd name="connsiteY11" fmla="*/ 3864 h 155629"/>
                  <a:gd name="connsiteX12" fmla="*/ 149386 w 599031"/>
                  <a:gd name="connsiteY12" fmla="*/ 7039 h 155629"/>
                  <a:gd name="connsiteX13" fmla="*/ 82711 w 599031"/>
                  <a:gd name="connsiteY13" fmla="*/ 16564 h 155629"/>
                  <a:gd name="connsiteX14" fmla="*/ 31911 w 599031"/>
                  <a:gd name="connsiteY14" fmla="*/ 86414 h 155629"/>
                  <a:gd name="connsiteX0" fmla="*/ 16984 w 603037"/>
                  <a:gd name="connsiteY0" fmla="*/ 86414 h 155629"/>
                  <a:gd name="connsiteX1" fmla="*/ 6622 w 603037"/>
                  <a:gd name="connsiteY1" fmla="*/ 132338 h 155629"/>
                  <a:gd name="connsiteX2" fmla="*/ 102592 w 603037"/>
                  <a:gd name="connsiteY2" fmla="*/ 73714 h 155629"/>
                  <a:gd name="connsiteX3" fmla="*/ 245467 w 603037"/>
                  <a:gd name="connsiteY3" fmla="*/ 54664 h 155629"/>
                  <a:gd name="connsiteX4" fmla="*/ 318492 w 603037"/>
                  <a:gd name="connsiteY4" fmla="*/ 48314 h 155629"/>
                  <a:gd name="connsiteX5" fmla="*/ 445492 w 603037"/>
                  <a:gd name="connsiteY5" fmla="*/ 86414 h 155629"/>
                  <a:gd name="connsiteX6" fmla="*/ 566142 w 603037"/>
                  <a:gd name="connsiteY6" fmla="*/ 134039 h 155629"/>
                  <a:gd name="connsiteX7" fmla="*/ 601067 w 603037"/>
                  <a:gd name="connsiteY7" fmla="*/ 153089 h 155629"/>
                  <a:gd name="connsiteX8" fmla="*/ 518517 w 603037"/>
                  <a:gd name="connsiteY8" fmla="*/ 80064 h 155629"/>
                  <a:gd name="connsiteX9" fmla="*/ 391517 w 603037"/>
                  <a:gd name="connsiteY9" fmla="*/ 19739 h 155629"/>
                  <a:gd name="connsiteX10" fmla="*/ 334367 w 603037"/>
                  <a:gd name="connsiteY10" fmla="*/ 689 h 155629"/>
                  <a:gd name="connsiteX11" fmla="*/ 239117 w 603037"/>
                  <a:gd name="connsiteY11" fmla="*/ 3864 h 155629"/>
                  <a:gd name="connsiteX12" fmla="*/ 153392 w 603037"/>
                  <a:gd name="connsiteY12" fmla="*/ 7039 h 155629"/>
                  <a:gd name="connsiteX13" fmla="*/ 86717 w 603037"/>
                  <a:gd name="connsiteY13" fmla="*/ 16564 h 155629"/>
                  <a:gd name="connsiteX14" fmla="*/ 16984 w 603037"/>
                  <a:gd name="connsiteY14" fmla="*/ 86414 h 155629"/>
                  <a:gd name="connsiteX0" fmla="*/ 18167 w 604220"/>
                  <a:gd name="connsiteY0" fmla="*/ 86414 h 155629"/>
                  <a:gd name="connsiteX1" fmla="*/ 7805 w 604220"/>
                  <a:gd name="connsiteY1" fmla="*/ 132338 h 155629"/>
                  <a:gd name="connsiteX2" fmla="*/ 103775 w 604220"/>
                  <a:gd name="connsiteY2" fmla="*/ 73714 h 155629"/>
                  <a:gd name="connsiteX3" fmla="*/ 246650 w 604220"/>
                  <a:gd name="connsiteY3" fmla="*/ 54664 h 155629"/>
                  <a:gd name="connsiteX4" fmla="*/ 319675 w 604220"/>
                  <a:gd name="connsiteY4" fmla="*/ 48314 h 155629"/>
                  <a:gd name="connsiteX5" fmla="*/ 446675 w 604220"/>
                  <a:gd name="connsiteY5" fmla="*/ 86414 h 155629"/>
                  <a:gd name="connsiteX6" fmla="*/ 567325 w 604220"/>
                  <a:gd name="connsiteY6" fmla="*/ 134039 h 155629"/>
                  <a:gd name="connsiteX7" fmla="*/ 602250 w 604220"/>
                  <a:gd name="connsiteY7" fmla="*/ 153089 h 155629"/>
                  <a:gd name="connsiteX8" fmla="*/ 519700 w 604220"/>
                  <a:gd name="connsiteY8" fmla="*/ 80064 h 155629"/>
                  <a:gd name="connsiteX9" fmla="*/ 392700 w 604220"/>
                  <a:gd name="connsiteY9" fmla="*/ 19739 h 155629"/>
                  <a:gd name="connsiteX10" fmla="*/ 335550 w 604220"/>
                  <a:gd name="connsiteY10" fmla="*/ 689 h 155629"/>
                  <a:gd name="connsiteX11" fmla="*/ 240300 w 604220"/>
                  <a:gd name="connsiteY11" fmla="*/ 3864 h 155629"/>
                  <a:gd name="connsiteX12" fmla="*/ 154575 w 604220"/>
                  <a:gd name="connsiteY12" fmla="*/ 7039 h 155629"/>
                  <a:gd name="connsiteX13" fmla="*/ 117351 w 604220"/>
                  <a:gd name="connsiteY13" fmla="*/ 19932 h 155629"/>
                  <a:gd name="connsiteX14" fmla="*/ 18167 w 604220"/>
                  <a:gd name="connsiteY14" fmla="*/ 86414 h 155629"/>
                  <a:gd name="connsiteX0" fmla="*/ 6293 w 592346"/>
                  <a:gd name="connsiteY0" fmla="*/ 86414 h 155629"/>
                  <a:gd name="connsiteX1" fmla="*/ 19071 w 592346"/>
                  <a:gd name="connsiteY1" fmla="*/ 100904 h 155629"/>
                  <a:gd name="connsiteX2" fmla="*/ 91901 w 592346"/>
                  <a:gd name="connsiteY2" fmla="*/ 73714 h 155629"/>
                  <a:gd name="connsiteX3" fmla="*/ 234776 w 592346"/>
                  <a:gd name="connsiteY3" fmla="*/ 54664 h 155629"/>
                  <a:gd name="connsiteX4" fmla="*/ 307801 w 592346"/>
                  <a:gd name="connsiteY4" fmla="*/ 48314 h 155629"/>
                  <a:gd name="connsiteX5" fmla="*/ 434801 w 592346"/>
                  <a:gd name="connsiteY5" fmla="*/ 86414 h 155629"/>
                  <a:gd name="connsiteX6" fmla="*/ 555451 w 592346"/>
                  <a:gd name="connsiteY6" fmla="*/ 134039 h 155629"/>
                  <a:gd name="connsiteX7" fmla="*/ 590376 w 592346"/>
                  <a:gd name="connsiteY7" fmla="*/ 153089 h 155629"/>
                  <a:gd name="connsiteX8" fmla="*/ 507826 w 592346"/>
                  <a:gd name="connsiteY8" fmla="*/ 80064 h 155629"/>
                  <a:gd name="connsiteX9" fmla="*/ 380826 w 592346"/>
                  <a:gd name="connsiteY9" fmla="*/ 19739 h 155629"/>
                  <a:gd name="connsiteX10" fmla="*/ 323676 w 592346"/>
                  <a:gd name="connsiteY10" fmla="*/ 689 h 155629"/>
                  <a:gd name="connsiteX11" fmla="*/ 228426 w 592346"/>
                  <a:gd name="connsiteY11" fmla="*/ 3864 h 155629"/>
                  <a:gd name="connsiteX12" fmla="*/ 142701 w 592346"/>
                  <a:gd name="connsiteY12" fmla="*/ 7039 h 155629"/>
                  <a:gd name="connsiteX13" fmla="*/ 105477 w 592346"/>
                  <a:gd name="connsiteY13" fmla="*/ 19932 h 155629"/>
                  <a:gd name="connsiteX14" fmla="*/ 6293 w 592346"/>
                  <a:gd name="connsiteY14" fmla="*/ 86414 h 155629"/>
                  <a:gd name="connsiteX0" fmla="*/ 11822 w 581046"/>
                  <a:gd name="connsiteY0" fmla="*/ 59470 h 155629"/>
                  <a:gd name="connsiteX1" fmla="*/ 7771 w 581046"/>
                  <a:gd name="connsiteY1" fmla="*/ 100904 h 155629"/>
                  <a:gd name="connsiteX2" fmla="*/ 80601 w 581046"/>
                  <a:gd name="connsiteY2" fmla="*/ 73714 h 155629"/>
                  <a:gd name="connsiteX3" fmla="*/ 223476 w 581046"/>
                  <a:gd name="connsiteY3" fmla="*/ 54664 h 155629"/>
                  <a:gd name="connsiteX4" fmla="*/ 296501 w 581046"/>
                  <a:gd name="connsiteY4" fmla="*/ 48314 h 155629"/>
                  <a:gd name="connsiteX5" fmla="*/ 423501 w 581046"/>
                  <a:gd name="connsiteY5" fmla="*/ 86414 h 155629"/>
                  <a:gd name="connsiteX6" fmla="*/ 544151 w 581046"/>
                  <a:gd name="connsiteY6" fmla="*/ 134039 h 155629"/>
                  <a:gd name="connsiteX7" fmla="*/ 579076 w 581046"/>
                  <a:gd name="connsiteY7" fmla="*/ 153089 h 155629"/>
                  <a:gd name="connsiteX8" fmla="*/ 496526 w 581046"/>
                  <a:gd name="connsiteY8" fmla="*/ 80064 h 155629"/>
                  <a:gd name="connsiteX9" fmla="*/ 369526 w 581046"/>
                  <a:gd name="connsiteY9" fmla="*/ 19739 h 155629"/>
                  <a:gd name="connsiteX10" fmla="*/ 312376 w 581046"/>
                  <a:gd name="connsiteY10" fmla="*/ 689 h 155629"/>
                  <a:gd name="connsiteX11" fmla="*/ 217126 w 581046"/>
                  <a:gd name="connsiteY11" fmla="*/ 3864 h 155629"/>
                  <a:gd name="connsiteX12" fmla="*/ 131401 w 581046"/>
                  <a:gd name="connsiteY12" fmla="*/ 7039 h 155629"/>
                  <a:gd name="connsiteX13" fmla="*/ 94177 w 581046"/>
                  <a:gd name="connsiteY13" fmla="*/ 19932 h 155629"/>
                  <a:gd name="connsiteX14" fmla="*/ 11822 w 581046"/>
                  <a:gd name="connsiteY14" fmla="*/ 59470 h 155629"/>
                  <a:gd name="connsiteX0" fmla="*/ 3576 w 572800"/>
                  <a:gd name="connsiteY0" fmla="*/ 59470 h 155629"/>
                  <a:gd name="connsiteX1" fmla="*/ 20561 w 572800"/>
                  <a:gd name="connsiteY1" fmla="*/ 80696 h 155629"/>
                  <a:gd name="connsiteX2" fmla="*/ 72355 w 572800"/>
                  <a:gd name="connsiteY2" fmla="*/ 73714 h 155629"/>
                  <a:gd name="connsiteX3" fmla="*/ 215230 w 572800"/>
                  <a:gd name="connsiteY3" fmla="*/ 54664 h 155629"/>
                  <a:gd name="connsiteX4" fmla="*/ 288255 w 572800"/>
                  <a:gd name="connsiteY4" fmla="*/ 48314 h 155629"/>
                  <a:gd name="connsiteX5" fmla="*/ 415255 w 572800"/>
                  <a:gd name="connsiteY5" fmla="*/ 86414 h 155629"/>
                  <a:gd name="connsiteX6" fmla="*/ 535905 w 572800"/>
                  <a:gd name="connsiteY6" fmla="*/ 134039 h 155629"/>
                  <a:gd name="connsiteX7" fmla="*/ 570830 w 572800"/>
                  <a:gd name="connsiteY7" fmla="*/ 153089 h 155629"/>
                  <a:gd name="connsiteX8" fmla="*/ 488280 w 572800"/>
                  <a:gd name="connsiteY8" fmla="*/ 80064 h 155629"/>
                  <a:gd name="connsiteX9" fmla="*/ 361280 w 572800"/>
                  <a:gd name="connsiteY9" fmla="*/ 19739 h 155629"/>
                  <a:gd name="connsiteX10" fmla="*/ 304130 w 572800"/>
                  <a:gd name="connsiteY10" fmla="*/ 689 h 155629"/>
                  <a:gd name="connsiteX11" fmla="*/ 208880 w 572800"/>
                  <a:gd name="connsiteY11" fmla="*/ 3864 h 155629"/>
                  <a:gd name="connsiteX12" fmla="*/ 123155 w 572800"/>
                  <a:gd name="connsiteY12" fmla="*/ 7039 h 155629"/>
                  <a:gd name="connsiteX13" fmla="*/ 85931 w 572800"/>
                  <a:gd name="connsiteY13" fmla="*/ 19932 h 155629"/>
                  <a:gd name="connsiteX14" fmla="*/ 3576 w 572800"/>
                  <a:gd name="connsiteY14" fmla="*/ 59470 h 155629"/>
                  <a:gd name="connsiteX0" fmla="*/ 3576 w 572800"/>
                  <a:gd name="connsiteY0" fmla="*/ 59707 h 155866"/>
                  <a:gd name="connsiteX1" fmla="*/ 20561 w 572800"/>
                  <a:gd name="connsiteY1" fmla="*/ 80933 h 155866"/>
                  <a:gd name="connsiteX2" fmla="*/ 72355 w 572800"/>
                  <a:gd name="connsiteY2" fmla="*/ 73951 h 155866"/>
                  <a:gd name="connsiteX3" fmla="*/ 215230 w 572800"/>
                  <a:gd name="connsiteY3" fmla="*/ 54901 h 155866"/>
                  <a:gd name="connsiteX4" fmla="*/ 288255 w 572800"/>
                  <a:gd name="connsiteY4" fmla="*/ 48551 h 155866"/>
                  <a:gd name="connsiteX5" fmla="*/ 415255 w 572800"/>
                  <a:gd name="connsiteY5" fmla="*/ 86651 h 155866"/>
                  <a:gd name="connsiteX6" fmla="*/ 535905 w 572800"/>
                  <a:gd name="connsiteY6" fmla="*/ 134276 h 155866"/>
                  <a:gd name="connsiteX7" fmla="*/ 570830 w 572800"/>
                  <a:gd name="connsiteY7" fmla="*/ 153326 h 155866"/>
                  <a:gd name="connsiteX8" fmla="*/ 488280 w 572800"/>
                  <a:gd name="connsiteY8" fmla="*/ 80301 h 155866"/>
                  <a:gd name="connsiteX9" fmla="*/ 361280 w 572800"/>
                  <a:gd name="connsiteY9" fmla="*/ 19976 h 155866"/>
                  <a:gd name="connsiteX10" fmla="*/ 304130 w 572800"/>
                  <a:gd name="connsiteY10" fmla="*/ 926 h 155866"/>
                  <a:gd name="connsiteX11" fmla="*/ 208880 w 572800"/>
                  <a:gd name="connsiteY11" fmla="*/ 4101 h 155866"/>
                  <a:gd name="connsiteX12" fmla="*/ 135777 w 572800"/>
                  <a:gd name="connsiteY12" fmla="*/ 14012 h 155866"/>
                  <a:gd name="connsiteX13" fmla="*/ 85931 w 572800"/>
                  <a:gd name="connsiteY13" fmla="*/ 20169 h 155866"/>
                  <a:gd name="connsiteX14" fmla="*/ 3576 w 572800"/>
                  <a:gd name="connsiteY14" fmla="*/ 59707 h 155866"/>
                  <a:gd name="connsiteX0" fmla="*/ 3576 w 572800"/>
                  <a:gd name="connsiteY0" fmla="*/ 58864 h 155023"/>
                  <a:gd name="connsiteX1" fmla="*/ 20561 w 572800"/>
                  <a:gd name="connsiteY1" fmla="*/ 80090 h 155023"/>
                  <a:gd name="connsiteX2" fmla="*/ 72355 w 572800"/>
                  <a:gd name="connsiteY2" fmla="*/ 73108 h 155023"/>
                  <a:gd name="connsiteX3" fmla="*/ 215230 w 572800"/>
                  <a:gd name="connsiteY3" fmla="*/ 54058 h 155023"/>
                  <a:gd name="connsiteX4" fmla="*/ 288255 w 572800"/>
                  <a:gd name="connsiteY4" fmla="*/ 47708 h 155023"/>
                  <a:gd name="connsiteX5" fmla="*/ 415255 w 572800"/>
                  <a:gd name="connsiteY5" fmla="*/ 85808 h 155023"/>
                  <a:gd name="connsiteX6" fmla="*/ 535905 w 572800"/>
                  <a:gd name="connsiteY6" fmla="*/ 133433 h 155023"/>
                  <a:gd name="connsiteX7" fmla="*/ 570830 w 572800"/>
                  <a:gd name="connsiteY7" fmla="*/ 152483 h 155023"/>
                  <a:gd name="connsiteX8" fmla="*/ 488280 w 572800"/>
                  <a:gd name="connsiteY8" fmla="*/ 79458 h 155023"/>
                  <a:gd name="connsiteX9" fmla="*/ 361280 w 572800"/>
                  <a:gd name="connsiteY9" fmla="*/ 19133 h 155023"/>
                  <a:gd name="connsiteX10" fmla="*/ 304130 w 572800"/>
                  <a:gd name="connsiteY10" fmla="*/ 83 h 155023"/>
                  <a:gd name="connsiteX11" fmla="*/ 227813 w 572800"/>
                  <a:gd name="connsiteY11" fmla="*/ 12239 h 155023"/>
                  <a:gd name="connsiteX12" fmla="*/ 135777 w 572800"/>
                  <a:gd name="connsiteY12" fmla="*/ 13169 h 155023"/>
                  <a:gd name="connsiteX13" fmla="*/ 85931 w 572800"/>
                  <a:gd name="connsiteY13" fmla="*/ 19326 h 155023"/>
                  <a:gd name="connsiteX14" fmla="*/ 3576 w 572800"/>
                  <a:gd name="connsiteY14" fmla="*/ 58864 h 155023"/>
                  <a:gd name="connsiteX0" fmla="*/ 3576 w 572800"/>
                  <a:gd name="connsiteY0" fmla="*/ 50922 h 147081"/>
                  <a:gd name="connsiteX1" fmla="*/ 20561 w 572800"/>
                  <a:gd name="connsiteY1" fmla="*/ 72148 h 147081"/>
                  <a:gd name="connsiteX2" fmla="*/ 72355 w 572800"/>
                  <a:gd name="connsiteY2" fmla="*/ 65166 h 147081"/>
                  <a:gd name="connsiteX3" fmla="*/ 215230 w 572800"/>
                  <a:gd name="connsiteY3" fmla="*/ 46116 h 147081"/>
                  <a:gd name="connsiteX4" fmla="*/ 288255 w 572800"/>
                  <a:gd name="connsiteY4" fmla="*/ 39766 h 147081"/>
                  <a:gd name="connsiteX5" fmla="*/ 415255 w 572800"/>
                  <a:gd name="connsiteY5" fmla="*/ 77866 h 147081"/>
                  <a:gd name="connsiteX6" fmla="*/ 535905 w 572800"/>
                  <a:gd name="connsiteY6" fmla="*/ 125491 h 147081"/>
                  <a:gd name="connsiteX7" fmla="*/ 570830 w 572800"/>
                  <a:gd name="connsiteY7" fmla="*/ 144541 h 147081"/>
                  <a:gd name="connsiteX8" fmla="*/ 488280 w 572800"/>
                  <a:gd name="connsiteY8" fmla="*/ 71516 h 147081"/>
                  <a:gd name="connsiteX9" fmla="*/ 361280 w 572800"/>
                  <a:gd name="connsiteY9" fmla="*/ 11191 h 147081"/>
                  <a:gd name="connsiteX10" fmla="*/ 318855 w 572800"/>
                  <a:gd name="connsiteY10" fmla="*/ 0 h 147081"/>
                  <a:gd name="connsiteX11" fmla="*/ 227813 w 572800"/>
                  <a:gd name="connsiteY11" fmla="*/ 4297 h 147081"/>
                  <a:gd name="connsiteX12" fmla="*/ 135777 w 572800"/>
                  <a:gd name="connsiteY12" fmla="*/ 5227 h 147081"/>
                  <a:gd name="connsiteX13" fmla="*/ 85931 w 572800"/>
                  <a:gd name="connsiteY13" fmla="*/ 11384 h 147081"/>
                  <a:gd name="connsiteX14" fmla="*/ 3576 w 572800"/>
                  <a:gd name="connsiteY14" fmla="*/ 50922 h 147081"/>
                  <a:gd name="connsiteX0" fmla="*/ 3576 w 572800"/>
                  <a:gd name="connsiteY0" fmla="*/ 50922 h 147081"/>
                  <a:gd name="connsiteX1" fmla="*/ 20561 w 572800"/>
                  <a:gd name="connsiteY1" fmla="*/ 72148 h 147081"/>
                  <a:gd name="connsiteX2" fmla="*/ 72355 w 572800"/>
                  <a:gd name="connsiteY2" fmla="*/ 65166 h 147081"/>
                  <a:gd name="connsiteX3" fmla="*/ 147913 w 572800"/>
                  <a:gd name="connsiteY3" fmla="*/ 46116 h 147081"/>
                  <a:gd name="connsiteX4" fmla="*/ 288255 w 572800"/>
                  <a:gd name="connsiteY4" fmla="*/ 39766 h 147081"/>
                  <a:gd name="connsiteX5" fmla="*/ 415255 w 572800"/>
                  <a:gd name="connsiteY5" fmla="*/ 77866 h 147081"/>
                  <a:gd name="connsiteX6" fmla="*/ 535905 w 572800"/>
                  <a:gd name="connsiteY6" fmla="*/ 125491 h 147081"/>
                  <a:gd name="connsiteX7" fmla="*/ 570830 w 572800"/>
                  <a:gd name="connsiteY7" fmla="*/ 144541 h 147081"/>
                  <a:gd name="connsiteX8" fmla="*/ 488280 w 572800"/>
                  <a:gd name="connsiteY8" fmla="*/ 71516 h 147081"/>
                  <a:gd name="connsiteX9" fmla="*/ 361280 w 572800"/>
                  <a:gd name="connsiteY9" fmla="*/ 11191 h 147081"/>
                  <a:gd name="connsiteX10" fmla="*/ 318855 w 572800"/>
                  <a:gd name="connsiteY10" fmla="*/ 0 h 147081"/>
                  <a:gd name="connsiteX11" fmla="*/ 227813 w 572800"/>
                  <a:gd name="connsiteY11" fmla="*/ 4297 h 147081"/>
                  <a:gd name="connsiteX12" fmla="*/ 135777 w 572800"/>
                  <a:gd name="connsiteY12" fmla="*/ 5227 h 147081"/>
                  <a:gd name="connsiteX13" fmla="*/ 85931 w 572800"/>
                  <a:gd name="connsiteY13" fmla="*/ 11384 h 147081"/>
                  <a:gd name="connsiteX14" fmla="*/ 3576 w 572800"/>
                  <a:gd name="connsiteY14" fmla="*/ 50922 h 147081"/>
                  <a:gd name="connsiteX0" fmla="*/ 3576 w 572800"/>
                  <a:gd name="connsiteY0" fmla="*/ 52140 h 148299"/>
                  <a:gd name="connsiteX1" fmla="*/ 20561 w 572800"/>
                  <a:gd name="connsiteY1" fmla="*/ 73366 h 148299"/>
                  <a:gd name="connsiteX2" fmla="*/ 72355 w 572800"/>
                  <a:gd name="connsiteY2" fmla="*/ 66384 h 148299"/>
                  <a:gd name="connsiteX3" fmla="*/ 147913 w 572800"/>
                  <a:gd name="connsiteY3" fmla="*/ 47334 h 148299"/>
                  <a:gd name="connsiteX4" fmla="*/ 288255 w 572800"/>
                  <a:gd name="connsiteY4" fmla="*/ 40984 h 148299"/>
                  <a:gd name="connsiteX5" fmla="*/ 415255 w 572800"/>
                  <a:gd name="connsiteY5" fmla="*/ 79084 h 148299"/>
                  <a:gd name="connsiteX6" fmla="*/ 535905 w 572800"/>
                  <a:gd name="connsiteY6" fmla="*/ 126709 h 148299"/>
                  <a:gd name="connsiteX7" fmla="*/ 570830 w 572800"/>
                  <a:gd name="connsiteY7" fmla="*/ 145759 h 148299"/>
                  <a:gd name="connsiteX8" fmla="*/ 488280 w 572800"/>
                  <a:gd name="connsiteY8" fmla="*/ 72734 h 148299"/>
                  <a:gd name="connsiteX9" fmla="*/ 390731 w 572800"/>
                  <a:gd name="connsiteY9" fmla="*/ 29249 h 148299"/>
                  <a:gd name="connsiteX10" fmla="*/ 318855 w 572800"/>
                  <a:gd name="connsiteY10" fmla="*/ 1218 h 148299"/>
                  <a:gd name="connsiteX11" fmla="*/ 227813 w 572800"/>
                  <a:gd name="connsiteY11" fmla="*/ 5515 h 148299"/>
                  <a:gd name="connsiteX12" fmla="*/ 135777 w 572800"/>
                  <a:gd name="connsiteY12" fmla="*/ 6445 h 148299"/>
                  <a:gd name="connsiteX13" fmla="*/ 85931 w 572800"/>
                  <a:gd name="connsiteY13" fmla="*/ 12602 h 148299"/>
                  <a:gd name="connsiteX14" fmla="*/ 3576 w 572800"/>
                  <a:gd name="connsiteY14" fmla="*/ 52140 h 148299"/>
                  <a:gd name="connsiteX0" fmla="*/ 3576 w 572800"/>
                  <a:gd name="connsiteY0" fmla="*/ 47468 h 143627"/>
                  <a:gd name="connsiteX1" fmla="*/ 20561 w 572800"/>
                  <a:gd name="connsiteY1" fmla="*/ 68694 h 143627"/>
                  <a:gd name="connsiteX2" fmla="*/ 72355 w 572800"/>
                  <a:gd name="connsiteY2" fmla="*/ 61712 h 143627"/>
                  <a:gd name="connsiteX3" fmla="*/ 147913 w 572800"/>
                  <a:gd name="connsiteY3" fmla="*/ 42662 h 143627"/>
                  <a:gd name="connsiteX4" fmla="*/ 288255 w 572800"/>
                  <a:gd name="connsiteY4" fmla="*/ 36312 h 143627"/>
                  <a:gd name="connsiteX5" fmla="*/ 415255 w 572800"/>
                  <a:gd name="connsiteY5" fmla="*/ 74412 h 143627"/>
                  <a:gd name="connsiteX6" fmla="*/ 535905 w 572800"/>
                  <a:gd name="connsiteY6" fmla="*/ 122037 h 143627"/>
                  <a:gd name="connsiteX7" fmla="*/ 570830 w 572800"/>
                  <a:gd name="connsiteY7" fmla="*/ 141087 h 143627"/>
                  <a:gd name="connsiteX8" fmla="*/ 488280 w 572800"/>
                  <a:gd name="connsiteY8" fmla="*/ 68062 h 143627"/>
                  <a:gd name="connsiteX9" fmla="*/ 390731 w 572800"/>
                  <a:gd name="connsiteY9" fmla="*/ 24577 h 143627"/>
                  <a:gd name="connsiteX10" fmla="*/ 325166 w 572800"/>
                  <a:gd name="connsiteY10" fmla="*/ 2159 h 143627"/>
                  <a:gd name="connsiteX11" fmla="*/ 227813 w 572800"/>
                  <a:gd name="connsiteY11" fmla="*/ 843 h 143627"/>
                  <a:gd name="connsiteX12" fmla="*/ 135777 w 572800"/>
                  <a:gd name="connsiteY12" fmla="*/ 1773 h 143627"/>
                  <a:gd name="connsiteX13" fmla="*/ 85931 w 572800"/>
                  <a:gd name="connsiteY13" fmla="*/ 7930 h 143627"/>
                  <a:gd name="connsiteX14" fmla="*/ 3576 w 572800"/>
                  <a:gd name="connsiteY14" fmla="*/ 47468 h 143627"/>
                  <a:gd name="connsiteX0" fmla="*/ 3576 w 571874"/>
                  <a:gd name="connsiteY0" fmla="*/ 47468 h 144206"/>
                  <a:gd name="connsiteX1" fmla="*/ 20561 w 571874"/>
                  <a:gd name="connsiteY1" fmla="*/ 68694 h 144206"/>
                  <a:gd name="connsiteX2" fmla="*/ 72355 w 571874"/>
                  <a:gd name="connsiteY2" fmla="*/ 61712 h 144206"/>
                  <a:gd name="connsiteX3" fmla="*/ 147913 w 571874"/>
                  <a:gd name="connsiteY3" fmla="*/ 42662 h 144206"/>
                  <a:gd name="connsiteX4" fmla="*/ 288255 w 571874"/>
                  <a:gd name="connsiteY4" fmla="*/ 36312 h 144206"/>
                  <a:gd name="connsiteX5" fmla="*/ 415255 w 571874"/>
                  <a:gd name="connsiteY5" fmla="*/ 74412 h 144206"/>
                  <a:gd name="connsiteX6" fmla="*/ 535905 w 571874"/>
                  <a:gd name="connsiteY6" fmla="*/ 122037 h 144206"/>
                  <a:gd name="connsiteX7" fmla="*/ 570830 w 571874"/>
                  <a:gd name="connsiteY7" fmla="*/ 141087 h 144206"/>
                  <a:gd name="connsiteX8" fmla="*/ 505109 w 571874"/>
                  <a:gd name="connsiteY8" fmla="*/ 59081 h 144206"/>
                  <a:gd name="connsiteX9" fmla="*/ 390731 w 571874"/>
                  <a:gd name="connsiteY9" fmla="*/ 24577 h 144206"/>
                  <a:gd name="connsiteX10" fmla="*/ 325166 w 571874"/>
                  <a:gd name="connsiteY10" fmla="*/ 2159 h 144206"/>
                  <a:gd name="connsiteX11" fmla="*/ 227813 w 571874"/>
                  <a:gd name="connsiteY11" fmla="*/ 843 h 144206"/>
                  <a:gd name="connsiteX12" fmla="*/ 135777 w 571874"/>
                  <a:gd name="connsiteY12" fmla="*/ 1773 h 144206"/>
                  <a:gd name="connsiteX13" fmla="*/ 85931 w 571874"/>
                  <a:gd name="connsiteY13" fmla="*/ 7930 h 144206"/>
                  <a:gd name="connsiteX14" fmla="*/ 3576 w 571874"/>
                  <a:gd name="connsiteY14" fmla="*/ 47468 h 144206"/>
                  <a:gd name="connsiteX0" fmla="*/ 3576 w 596576"/>
                  <a:gd name="connsiteY0" fmla="*/ 47468 h 134558"/>
                  <a:gd name="connsiteX1" fmla="*/ 20561 w 596576"/>
                  <a:gd name="connsiteY1" fmla="*/ 68694 h 134558"/>
                  <a:gd name="connsiteX2" fmla="*/ 72355 w 596576"/>
                  <a:gd name="connsiteY2" fmla="*/ 61712 h 134558"/>
                  <a:gd name="connsiteX3" fmla="*/ 147913 w 596576"/>
                  <a:gd name="connsiteY3" fmla="*/ 42662 h 134558"/>
                  <a:gd name="connsiteX4" fmla="*/ 288255 w 596576"/>
                  <a:gd name="connsiteY4" fmla="*/ 36312 h 134558"/>
                  <a:gd name="connsiteX5" fmla="*/ 415255 w 596576"/>
                  <a:gd name="connsiteY5" fmla="*/ 74412 h 134558"/>
                  <a:gd name="connsiteX6" fmla="*/ 535905 w 596576"/>
                  <a:gd name="connsiteY6" fmla="*/ 122037 h 134558"/>
                  <a:gd name="connsiteX7" fmla="*/ 596074 w 596576"/>
                  <a:gd name="connsiteY7" fmla="*/ 129861 h 134558"/>
                  <a:gd name="connsiteX8" fmla="*/ 505109 w 596576"/>
                  <a:gd name="connsiteY8" fmla="*/ 59081 h 134558"/>
                  <a:gd name="connsiteX9" fmla="*/ 390731 w 596576"/>
                  <a:gd name="connsiteY9" fmla="*/ 24577 h 134558"/>
                  <a:gd name="connsiteX10" fmla="*/ 325166 w 596576"/>
                  <a:gd name="connsiteY10" fmla="*/ 2159 h 134558"/>
                  <a:gd name="connsiteX11" fmla="*/ 227813 w 596576"/>
                  <a:gd name="connsiteY11" fmla="*/ 843 h 134558"/>
                  <a:gd name="connsiteX12" fmla="*/ 135777 w 596576"/>
                  <a:gd name="connsiteY12" fmla="*/ 1773 h 134558"/>
                  <a:gd name="connsiteX13" fmla="*/ 85931 w 596576"/>
                  <a:gd name="connsiteY13" fmla="*/ 7930 h 134558"/>
                  <a:gd name="connsiteX14" fmla="*/ 3576 w 596576"/>
                  <a:gd name="connsiteY14" fmla="*/ 47468 h 134558"/>
                  <a:gd name="connsiteX0" fmla="*/ 3576 w 598269"/>
                  <a:gd name="connsiteY0" fmla="*/ 47468 h 130992"/>
                  <a:gd name="connsiteX1" fmla="*/ 20561 w 598269"/>
                  <a:gd name="connsiteY1" fmla="*/ 68694 h 130992"/>
                  <a:gd name="connsiteX2" fmla="*/ 72355 w 598269"/>
                  <a:gd name="connsiteY2" fmla="*/ 61712 h 130992"/>
                  <a:gd name="connsiteX3" fmla="*/ 147913 w 598269"/>
                  <a:gd name="connsiteY3" fmla="*/ 42662 h 130992"/>
                  <a:gd name="connsiteX4" fmla="*/ 288255 w 598269"/>
                  <a:gd name="connsiteY4" fmla="*/ 36312 h 130992"/>
                  <a:gd name="connsiteX5" fmla="*/ 415255 w 598269"/>
                  <a:gd name="connsiteY5" fmla="*/ 74412 h 130992"/>
                  <a:gd name="connsiteX6" fmla="*/ 556941 w 598269"/>
                  <a:gd name="connsiteY6" fmla="*/ 100706 h 130992"/>
                  <a:gd name="connsiteX7" fmla="*/ 596074 w 598269"/>
                  <a:gd name="connsiteY7" fmla="*/ 129861 h 130992"/>
                  <a:gd name="connsiteX8" fmla="*/ 505109 w 598269"/>
                  <a:gd name="connsiteY8" fmla="*/ 59081 h 130992"/>
                  <a:gd name="connsiteX9" fmla="*/ 390731 w 598269"/>
                  <a:gd name="connsiteY9" fmla="*/ 24577 h 130992"/>
                  <a:gd name="connsiteX10" fmla="*/ 325166 w 598269"/>
                  <a:gd name="connsiteY10" fmla="*/ 2159 h 130992"/>
                  <a:gd name="connsiteX11" fmla="*/ 227813 w 598269"/>
                  <a:gd name="connsiteY11" fmla="*/ 843 h 130992"/>
                  <a:gd name="connsiteX12" fmla="*/ 135777 w 598269"/>
                  <a:gd name="connsiteY12" fmla="*/ 1773 h 130992"/>
                  <a:gd name="connsiteX13" fmla="*/ 85931 w 598269"/>
                  <a:gd name="connsiteY13" fmla="*/ 7930 h 130992"/>
                  <a:gd name="connsiteX14" fmla="*/ 3576 w 598269"/>
                  <a:gd name="connsiteY14" fmla="*/ 47468 h 130992"/>
                  <a:gd name="connsiteX0" fmla="*/ 3576 w 598146"/>
                  <a:gd name="connsiteY0" fmla="*/ 47468 h 131058"/>
                  <a:gd name="connsiteX1" fmla="*/ 20561 w 598146"/>
                  <a:gd name="connsiteY1" fmla="*/ 68694 h 131058"/>
                  <a:gd name="connsiteX2" fmla="*/ 72355 w 598146"/>
                  <a:gd name="connsiteY2" fmla="*/ 61712 h 131058"/>
                  <a:gd name="connsiteX3" fmla="*/ 147913 w 598146"/>
                  <a:gd name="connsiteY3" fmla="*/ 42662 h 131058"/>
                  <a:gd name="connsiteX4" fmla="*/ 288255 w 598146"/>
                  <a:gd name="connsiteY4" fmla="*/ 36312 h 131058"/>
                  <a:gd name="connsiteX5" fmla="*/ 425773 w 598146"/>
                  <a:gd name="connsiteY5" fmla="*/ 63185 h 131058"/>
                  <a:gd name="connsiteX6" fmla="*/ 556941 w 598146"/>
                  <a:gd name="connsiteY6" fmla="*/ 100706 h 131058"/>
                  <a:gd name="connsiteX7" fmla="*/ 596074 w 598146"/>
                  <a:gd name="connsiteY7" fmla="*/ 129861 h 131058"/>
                  <a:gd name="connsiteX8" fmla="*/ 505109 w 598146"/>
                  <a:gd name="connsiteY8" fmla="*/ 59081 h 131058"/>
                  <a:gd name="connsiteX9" fmla="*/ 390731 w 598146"/>
                  <a:gd name="connsiteY9" fmla="*/ 24577 h 131058"/>
                  <a:gd name="connsiteX10" fmla="*/ 325166 w 598146"/>
                  <a:gd name="connsiteY10" fmla="*/ 2159 h 131058"/>
                  <a:gd name="connsiteX11" fmla="*/ 227813 w 598146"/>
                  <a:gd name="connsiteY11" fmla="*/ 843 h 131058"/>
                  <a:gd name="connsiteX12" fmla="*/ 135777 w 598146"/>
                  <a:gd name="connsiteY12" fmla="*/ 1773 h 131058"/>
                  <a:gd name="connsiteX13" fmla="*/ 85931 w 598146"/>
                  <a:gd name="connsiteY13" fmla="*/ 7930 h 131058"/>
                  <a:gd name="connsiteX14" fmla="*/ 3576 w 598146"/>
                  <a:gd name="connsiteY14" fmla="*/ 47468 h 131058"/>
                  <a:gd name="connsiteX0" fmla="*/ 3576 w 598146"/>
                  <a:gd name="connsiteY0" fmla="*/ 47389 h 130979"/>
                  <a:gd name="connsiteX1" fmla="*/ 20561 w 598146"/>
                  <a:gd name="connsiteY1" fmla="*/ 68615 h 130979"/>
                  <a:gd name="connsiteX2" fmla="*/ 72355 w 598146"/>
                  <a:gd name="connsiteY2" fmla="*/ 61633 h 130979"/>
                  <a:gd name="connsiteX3" fmla="*/ 147913 w 598146"/>
                  <a:gd name="connsiteY3" fmla="*/ 42583 h 130979"/>
                  <a:gd name="connsiteX4" fmla="*/ 288255 w 598146"/>
                  <a:gd name="connsiteY4" fmla="*/ 36233 h 130979"/>
                  <a:gd name="connsiteX5" fmla="*/ 425773 w 598146"/>
                  <a:gd name="connsiteY5" fmla="*/ 63106 h 130979"/>
                  <a:gd name="connsiteX6" fmla="*/ 556941 w 598146"/>
                  <a:gd name="connsiteY6" fmla="*/ 100627 h 130979"/>
                  <a:gd name="connsiteX7" fmla="*/ 596074 w 598146"/>
                  <a:gd name="connsiteY7" fmla="*/ 129782 h 130979"/>
                  <a:gd name="connsiteX8" fmla="*/ 505109 w 598146"/>
                  <a:gd name="connsiteY8" fmla="*/ 59002 h 130979"/>
                  <a:gd name="connsiteX9" fmla="*/ 411767 w 598146"/>
                  <a:gd name="connsiteY9" fmla="*/ 23375 h 130979"/>
                  <a:gd name="connsiteX10" fmla="*/ 325166 w 598146"/>
                  <a:gd name="connsiteY10" fmla="*/ 2080 h 130979"/>
                  <a:gd name="connsiteX11" fmla="*/ 227813 w 598146"/>
                  <a:gd name="connsiteY11" fmla="*/ 764 h 130979"/>
                  <a:gd name="connsiteX12" fmla="*/ 135777 w 598146"/>
                  <a:gd name="connsiteY12" fmla="*/ 1694 h 130979"/>
                  <a:gd name="connsiteX13" fmla="*/ 85931 w 598146"/>
                  <a:gd name="connsiteY13" fmla="*/ 7851 h 130979"/>
                  <a:gd name="connsiteX14" fmla="*/ 3576 w 598146"/>
                  <a:gd name="connsiteY14" fmla="*/ 47389 h 130979"/>
                  <a:gd name="connsiteX0" fmla="*/ 3576 w 597665"/>
                  <a:gd name="connsiteY0" fmla="*/ 47389 h 131078"/>
                  <a:gd name="connsiteX1" fmla="*/ 20561 w 597665"/>
                  <a:gd name="connsiteY1" fmla="*/ 68615 h 131078"/>
                  <a:gd name="connsiteX2" fmla="*/ 72355 w 597665"/>
                  <a:gd name="connsiteY2" fmla="*/ 61633 h 131078"/>
                  <a:gd name="connsiteX3" fmla="*/ 147913 w 597665"/>
                  <a:gd name="connsiteY3" fmla="*/ 42583 h 131078"/>
                  <a:gd name="connsiteX4" fmla="*/ 288255 w 597665"/>
                  <a:gd name="connsiteY4" fmla="*/ 36233 h 131078"/>
                  <a:gd name="connsiteX5" fmla="*/ 425773 w 597665"/>
                  <a:gd name="connsiteY5" fmla="*/ 63106 h 131078"/>
                  <a:gd name="connsiteX6" fmla="*/ 552734 w 597665"/>
                  <a:gd name="connsiteY6" fmla="*/ 101750 h 131078"/>
                  <a:gd name="connsiteX7" fmla="*/ 596074 w 597665"/>
                  <a:gd name="connsiteY7" fmla="*/ 129782 h 131078"/>
                  <a:gd name="connsiteX8" fmla="*/ 505109 w 597665"/>
                  <a:gd name="connsiteY8" fmla="*/ 59002 h 131078"/>
                  <a:gd name="connsiteX9" fmla="*/ 411767 w 597665"/>
                  <a:gd name="connsiteY9" fmla="*/ 23375 h 131078"/>
                  <a:gd name="connsiteX10" fmla="*/ 325166 w 597665"/>
                  <a:gd name="connsiteY10" fmla="*/ 2080 h 131078"/>
                  <a:gd name="connsiteX11" fmla="*/ 227813 w 597665"/>
                  <a:gd name="connsiteY11" fmla="*/ 764 h 131078"/>
                  <a:gd name="connsiteX12" fmla="*/ 135777 w 597665"/>
                  <a:gd name="connsiteY12" fmla="*/ 1694 h 131078"/>
                  <a:gd name="connsiteX13" fmla="*/ 85931 w 597665"/>
                  <a:gd name="connsiteY13" fmla="*/ 7851 h 131078"/>
                  <a:gd name="connsiteX14" fmla="*/ 3576 w 597665"/>
                  <a:gd name="connsiteY14" fmla="*/ 47389 h 131078"/>
                  <a:gd name="connsiteX0" fmla="*/ 3576 w 597336"/>
                  <a:gd name="connsiteY0" fmla="*/ 47389 h 131126"/>
                  <a:gd name="connsiteX1" fmla="*/ 20561 w 597336"/>
                  <a:gd name="connsiteY1" fmla="*/ 68615 h 131126"/>
                  <a:gd name="connsiteX2" fmla="*/ 72355 w 597336"/>
                  <a:gd name="connsiteY2" fmla="*/ 61633 h 131126"/>
                  <a:gd name="connsiteX3" fmla="*/ 147913 w 597336"/>
                  <a:gd name="connsiteY3" fmla="*/ 42583 h 131126"/>
                  <a:gd name="connsiteX4" fmla="*/ 288255 w 597336"/>
                  <a:gd name="connsiteY4" fmla="*/ 36233 h 131126"/>
                  <a:gd name="connsiteX5" fmla="*/ 425773 w 597336"/>
                  <a:gd name="connsiteY5" fmla="*/ 63106 h 131126"/>
                  <a:gd name="connsiteX6" fmla="*/ 552734 w 597336"/>
                  <a:gd name="connsiteY6" fmla="*/ 101750 h 131126"/>
                  <a:gd name="connsiteX7" fmla="*/ 596074 w 597336"/>
                  <a:gd name="connsiteY7" fmla="*/ 129782 h 131126"/>
                  <a:gd name="connsiteX8" fmla="*/ 505109 w 597336"/>
                  <a:gd name="connsiteY8" fmla="*/ 59002 h 131126"/>
                  <a:gd name="connsiteX9" fmla="*/ 411767 w 597336"/>
                  <a:gd name="connsiteY9" fmla="*/ 23375 h 131126"/>
                  <a:gd name="connsiteX10" fmla="*/ 325166 w 597336"/>
                  <a:gd name="connsiteY10" fmla="*/ 2080 h 131126"/>
                  <a:gd name="connsiteX11" fmla="*/ 227813 w 597336"/>
                  <a:gd name="connsiteY11" fmla="*/ 764 h 131126"/>
                  <a:gd name="connsiteX12" fmla="*/ 135777 w 597336"/>
                  <a:gd name="connsiteY12" fmla="*/ 1694 h 131126"/>
                  <a:gd name="connsiteX13" fmla="*/ 85931 w 597336"/>
                  <a:gd name="connsiteY13" fmla="*/ 7851 h 131126"/>
                  <a:gd name="connsiteX14" fmla="*/ 3576 w 597336"/>
                  <a:gd name="connsiteY14" fmla="*/ 47389 h 131126"/>
                  <a:gd name="connsiteX0" fmla="*/ 3576 w 597073"/>
                  <a:gd name="connsiteY0" fmla="*/ 47389 h 131352"/>
                  <a:gd name="connsiteX1" fmla="*/ 20561 w 597073"/>
                  <a:gd name="connsiteY1" fmla="*/ 68615 h 131352"/>
                  <a:gd name="connsiteX2" fmla="*/ 72355 w 597073"/>
                  <a:gd name="connsiteY2" fmla="*/ 61633 h 131352"/>
                  <a:gd name="connsiteX3" fmla="*/ 147913 w 597073"/>
                  <a:gd name="connsiteY3" fmla="*/ 42583 h 131352"/>
                  <a:gd name="connsiteX4" fmla="*/ 288255 w 597073"/>
                  <a:gd name="connsiteY4" fmla="*/ 36233 h 131352"/>
                  <a:gd name="connsiteX5" fmla="*/ 425773 w 597073"/>
                  <a:gd name="connsiteY5" fmla="*/ 63106 h 131352"/>
                  <a:gd name="connsiteX6" fmla="*/ 552734 w 597073"/>
                  <a:gd name="connsiteY6" fmla="*/ 101750 h 131352"/>
                  <a:gd name="connsiteX7" fmla="*/ 596074 w 597073"/>
                  <a:gd name="connsiteY7" fmla="*/ 129782 h 131352"/>
                  <a:gd name="connsiteX8" fmla="*/ 511420 w 597073"/>
                  <a:gd name="connsiteY8" fmla="*/ 54511 h 131352"/>
                  <a:gd name="connsiteX9" fmla="*/ 411767 w 597073"/>
                  <a:gd name="connsiteY9" fmla="*/ 23375 h 131352"/>
                  <a:gd name="connsiteX10" fmla="*/ 325166 w 597073"/>
                  <a:gd name="connsiteY10" fmla="*/ 2080 h 131352"/>
                  <a:gd name="connsiteX11" fmla="*/ 227813 w 597073"/>
                  <a:gd name="connsiteY11" fmla="*/ 764 h 131352"/>
                  <a:gd name="connsiteX12" fmla="*/ 135777 w 597073"/>
                  <a:gd name="connsiteY12" fmla="*/ 1694 h 131352"/>
                  <a:gd name="connsiteX13" fmla="*/ 85931 w 597073"/>
                  <a:gd name="connsiteY13" fmla="*/ 7851 h 131352"/>
                  <a:gd name="connsiteX14" fmla="*/ 3576 w 597073"/>
                  <a:gd name="connsiteY14" fmla="*/ 47389 h 131352"/>
                  <a:gd name="connsiteX0" fmla="*/ 3576 w 597073"/>
                  <a:gd name="connsiteY0" fmla="*/ 47389 h 131352"/>
                  <a:gd name="connsiteX1" fmla="*/ 20561 w 597073"/>
                  <a:gd name="connsiteY1" fmla="*/ 68615 h 131352"/>
                  <a:gd name="connsiteX2" fmla="*/ 72355 w 597073"/>
                  <a:gd name="connsiteY2" fmla="*/ 61633 h 131352"/>
                  <a:gd name="connsiteX3" fmla="*/ 147913 w 597073"/>
                  <a:gd name="connsiteY3" fmla="*/ 42583 h 131352"/>
                  <a:gd name="connsiteX4" fmla="*/ 288255 w 597073"/>
                  <a:gd name="connsiteY4" fmla="*/ 36233 h 131352"/>
                  <a:gd name="connsiteX5" fmla="*/ 425773 w 597073"/>
                  <a:gd name="connsiteY5" fmla="*/ 63106 h 131352"/>
                  <a:gd name="connsiteX6" fmla="*/ 552734 w 597073"/>
                  <a:gd name="connsiteY6" fmla="*/ 101750 h 131352"/>
                  <a:gd name="connsiteX7" fmla="*/ 596074 w 597073"/>
                  <a:gd name="connsiteY7" fmla="*/ 129782 h 131352"/>
                  <a:gd name="connsiteX8" fmla="*/ 511420 w 597073"/>
                  <a:gd name="connsiteY8" fmla="*/ 54511 h 131352"/>
                  <a:gd name="connsiteX9" fmla="*/ 418078 w 597073"/>
                  <a:gd name="connsiteY9" fmla="*/ 23375 h 131352"/>
                  <a:gd name="connsiteX10" fmla="*/ 325166 w 597073"/>
                  <a:gd name="connsiteY10" fmla="*/ 2080 h 131352"/>
                  <a:gd name="connsiteX11" fmla="*/ 227813 w 597073"/>
                  <a:gd name="connsiteY11" fmla="*/ 764 h 131352"/>
                  <a:gd name="connsiteX12" fmla="*/ 135777 w 597073"/>
                  <a:gd name="connsiteY12" fmla="*/ 1694 h 131352"/>
                  <a:gd name="connsiteX13" fmla="*/ 85931 w 597073"/>
                  <a:gd name="connsiteY13" fmla="*/ 7851 h 131352"/>
                  <a:gd name="connsiteX14" fmla="*/ 3576 w 597073"/>
                  <a:gd name="connsiteY14" fmla="*/ 47389 h 131352"/>
                  <a:gd name="connsiteX0" fmla="*/ 7076 w 600573"/>
                  <a:gd name="connsiteY0" fmla="*/ 47389 h 131352"/>
                  <a:gd name="connsiteX1" fmla="*/ 24061 w 600573"/>
                  <a:gd name="connsiteY1" fmla="*/ 68615 h 131352"/>
                  <a:gd name="connsiteX2" fmla="*/ 75855 w 600573"/>
                  <a:gd name="connsiteY2" fmla="*/ 61633 h 131352"/>
                  <a:gd name="connsiteX3" fmla="*/ 151413 w 600573"/>
                  <a:gd name="connsiteY3" fmla="*/ 42583 h 131352"/>
                  <a:gd name="connsiteX4" fmla="*/ 291755 w 600573"/>
                  <a:gd name="connsiteY4" fmla="*/ 36233 h 131352"/>
                  <a:gd name="connsiteX5" fmla="*/ 429273 w 600573"/>
                  <a:gd name="connsiteY5" fmla="*/ 63106 h 131352"/>
                  <a:gd name="connsiteX6" fmla="*/ 556234 w 600573"/>
                  <a:gd name="connsiteY6" fmla="*/ 101750 h 131352"/>
                  <a:gd name="connsiteX7" fmla="*/ 599574 w 600573"/>
                  <a:gd name="connsiteY7" fmla="*/ 129782 h 131352"/>
                  <a:gd name="connsiteX8" fmla="*/ 514920 w 600573"/>
                  <a:gd name="connsiteY8" fmla="*/ 54511 h 131352"/>
                  <a:gd name="connsiteX9" fmla="*/ 421578 w 600573"/>
                  <a:gd name="connsiteY9" fmla="*/ 23375 h 131352"/>
                  <a:gd name="connsiteX10" fmla="*/ 328666 w 600573"/>
                  <a:gd name="connsiteY10" fmla="*/ 2080 h 131352"/>
                  <a:gd name="connsiteX11" fmla="*/ 231313 w 600573"/>
                  <a:gd name="connsiteY11" fmla="*/ 764 h 131352"/>
                  <a:gd name="connsiteX12" fmla="*/ 139277 w 600573"/>
                  <a:gd name="connsiteY12" fmla="*/ 1694 h 131352"/>
                  <a:gd name="connsiteX13" fmla="*/ 7076 w 600573"/>
                  <a:gd name="connsiteY13" fmla="*/ 47389 h 131352"/>
                  <a:gd name="connsiteX0" fmla="*/ 7377 w 600874"/>
                  <a:gd name="connsiteY0" fmla="*/ 47776 h 131739"/>
                  <a:gd name="connsiteX1" fmla="*/ 24362 w 600874"/>
                  <a:gd name="connsiteY1" fmla="*/ 69002 h 131739"/>
                  <a:gd name="connsiteX2" fmla="*/ 76156 w 600874"/>
                  <a:gd name="connsiteY2" fmla="*/ 62020 h 131739"/>
                  <a:gd name="connsiteX3" fmla="*/ 151714 w 600874"/>
                  <a:gd name="connsiteY3" fmla="*/ 42970 h 131739"/>
                  <a:gd name="connsiteX4" fmla="*/ 292056 w 600874"/>
                  <a:gd name="connsiteY4" fmla="*/ 36620 h 131739"/>
                  <a:gd name="connsiteX5" fmla="*/ 429574 w 600874"/>
                  <a:gd name="connsiteY5" fmla="*/ 63493 h 131739"/>
                  <a:gd name="connsiteX6" fmla="*/ 556535 w 600874"/>
                  <a:gd name="connsiteY6" fmla="*/ 102137 h 131739"/>
                  <a:gd name="connsiteX7" fmla="*/ 599875 w 600874"/>
                  <a:gd name="connsiteY7" fmla="*/ 130169 h 131739"/>
                  <a:gd name="connsiteX8" fmla="*/ 515221 w 600874"/>
                  <a:gd name="connsiteY8" fmla="*/ 54898 h 131739"/>
                  <a:gd name="connsiteX9" fmla="*/ 421879 w 600874"/>
                  <a:gd name="connsiteY9" fmla="*/ 23762 h 131739"/>
                  <a:gd name="connsiteX10" fmla="*/ 328967 w 600874"/>
                  <a:gd name="connsiteY10" fmla="*/ 2467 h 131739"/>
                  <a:gd name="connsiteX11" fmla="*/ 231614 w 600874"/>
                  <a:gd name="connsiteY11" fmla="*/ 1151 h 131739"/>
                  <a:gd name="connsiteX12" fmla="*/ 143785 w 600874"/>
                  <a:gd name="connsiteY12" fmla="*/ 8817 h 131739"/>
                  <a:gd name="connsiteX13" fmla="*/ 7377 w 600874"/>
                  <a:gd name="connsiteY13" fmla="*/ 47776 h 131739"/>
                  <a:gd name="connsiteX0" fmla="*/ 7377 w 600874"/>
                  <a:gd name="connsiteY0" fmla="*/ 47776 h 131739"/>
                  <a:gd name="connsiteX1" fmla="*/ 24362 w 600874"/>
                  <a:gd name="connsiteY1" fmla="*/ 69002 h 131739"/>
                  <a:gd name="connsiteX2" fmla="*/ 76156 w 600874"/>
                  <a:gd name="connsiteY2" fmla="*/ 62020 h 131739"/>
                  <a:gd name="connsiteX3" fmla="*/ 151714 w 600874"/>
                  <a:gd name="connsiteY3" fmla="*/ 42970 h 131739"/>
                  <a:gd name="connsiteX4" fmla="*/ 292056 w 600874"/>
                  <a:gd name="connsiteY4" fmla="*/ 36620 h 131739"/>
                  <a:gd name="connsiteX5" fmla="*/ 429574 w 600874"/>
                  <a:gd name="connsiteY5" fmla="*/ 63493 h 131739"/>
                  <a:gd name="connsiteX6" fmla="*/ 556535 w 600874"/>
                  <a:gd name="connsiteY6" fmla="*/ 102137 h 131739"/>
                  <a:gd name="connsiteX7" fmla="*/ 599875 w 600874"/>
                  <a:gd name="connsiteY7" fmla="*/ 130169 h 131739"/>
                  <a:gd name="connsiteX8" fmla="*/ 515221 w 600874"/>
                  <a:gd name="connsiteY8" fmla="*/ 54898 h 131739"/>
                  <a:gd name="connsiteX9" fmla="*/ 421879 w 600874"/>
                  <a:gd name="connsiteY9" fmla="*/ 23762 h 131739"/>
                  <a:gd name="connsiteX10" fmla="*/ 328967 w 600874"/>
                  <a:gd name="connsiteY10" fmla="*/ 2467 h 131739"/>
                  <a:gd name="connsiteX11" fmla="*/ 231614 w 600874"/>
                  <a:gd name="connsiteY11" fmla="*/ 1151 h 131739"/>
                  <a:gd name="connsiteX12" fmla="*/ 143785 w 600874"/>
                  <a:gd name="connsiteY12" fmla="*/ 8817 h 131739"/>
                  <a:gd name="connsiteX13" fmla="*/ 7377 w 600874"/>
                  <a:gd name="connsiteY13" fmla="*/ 47776 h 131739"/>
                  <a:gd name="connsiteX0" fmla="*/ 7377 w 600874"/>
                  <a:gd name="connsiteY0" fmla="*/ 46653 h 130616"/>
                  <a:gd name="connsiteX1" fmla="*/ 24362 w 600874"/>
                  <a:gd name="connsiteY1" fmla="*/ 67879 h 130616"/>
                  <a:gd name="connsiteX2" fmla="*/ 76156 w 600874"/>
                  <a:gd name="connsiteY2" fmla="*/ 60897 h 130616"/>
                  <a:gd name="connsiteX3" fmla="*/ 151714 w 600874"/>
                  <a:gd name="connsiteY3" fmla="*/ 41847 h 130616"/>
                  <a:gd name="connsiteX4" fmla="*/ 292056 w 600874"/>
                  <a:gd name="connsiteY4" fmla="*/ 35497 h 130616"/>
                  <a:gd name="connsiteX5" fmla="*/ 429574 w 600874"/>
                  <a:gd name="connsiteY5" fmla="*/ 62370 h 130616"/>
                  <a:gd name="connsiteX6" fmla="*/ 556535 w 600874"/>
                  <a:gd name="connsiteY6" fmla="*/ 101014 h 130616"/>
                  <a:gd name="connsiteX7" fmla="*/ 599875 w 600874"/>
                  <a:gd name="connsiteY7" fmla="*/ 129046 h 130616"/>
                  <a:gd name="connsiteX8" fmla="*/ 515221 w 600874"/>
                  <a:gd name="connsiteY8" fmla="*/ 53775 h 130616"/>
                  <a:gd name="connsiteX9" fmla="*/ 421879 w 600874"/>
                  <a:gd name="connsiteY9" fmla="*/ 22639 h 130616"/>
                  <a:gd name="connsiteX10" fmla="*/ 335278 w 600874"/>
                  <a:gd name="connsiteY10" fmla="*/ 5835 h 130616"/>
                  <a:gd name="connsiteX11" fmla="*/ 231614 w 600874"/>
                  <a:gd name="connsiteY11" fmla="*/ 28 h 130616"/>
                  <a:gd name="connsiteX12" fmla="*/ 143785 w 600874"/>
                  <a:gd name="connsiteY12" fmla="*/ 7694 h 130616"/>
                  <a:gd name="connsiteX13" fmla="*/ 7377 w 600874"/>
                  <a:gd name="connsiteY13" fmla="*/ 46653 h 130616"/>
                  <a:gd name="connsiteX0" fmla="*/ 7377 w 600874"/>
                  <a:gd name="connsiteY0" fmla="*/ 46653 h 130616"/>
                  <a:gd name="connsiteX1" fmla="*/ 24362 w 600874"/>
                  <a:gd name="connsiteY1" fmla="*/ 67879 h 130616"/>
                  <a:gd name="connsiteX2" fmla="*/ 76156 w 600874"/>
                  <a:gd name="connsiteY2" fmla="*/ 60897 h 130616"/>
                  <a:gd name="connsiteX3" fmla="*/ 151714 w 600874"/>
                  <a:gd name="connsiteY3" fmla="*/ 41847 h 130616"/>
                  <a:gd name="connsiteX4" fmla="*/ 292056 w 600874"/>
                  <a:gd name="connsiteY4" fmla="*/ 35497 h 130616"/>
                  <a:gd name="connsiteX5" fmla="*/ 429574 w 600874"/>
                  <a:gd name="connsiteY5" fmla="*/ 62370 h 130616"/>
                  <a:gd name="connsiteX6" fmla="*/ 556535 w 600874"/>
                  <a:gd name="connsiteY6" fmla="*/ 101014 h 130616"/>
                  <a:gd name="connsiteX7" fmla="*/ 599875 w 600874"/>
                  <a:gd name="connsiteY7" fmla="*/ 129046 h 130616"/>
                  <a:gd name="connsiteX8" fmla="*/ 515221 w 600874"/>
                  <a:gd name="connsiteY8" fmla="*/ 53775 h 130616"/>
                  <a:gd name="connsiteX9" fmla="*/ 428190 w 600874"/>
                  <a:gd name="connsiteY9" fmla="*/ 22639 h 130616"/>
                  <a:gd name="connsiteX10" fmla="*/ 335278 w 600874"/>
                  <a:gd name="connsiteY10" fmla="*/ 5835 h 130616"/>
                  <a:gd name="connsiteX11" fmla="*/ 231614 w 600874"/>
                  <a:gd name="connsiteY11" fmla="*/ 28 h 130616"/>
                  <a:gd name="connsiteX12" fmla="*/ 143785 w 600874"/>
                  <a:gd name="connsiteY12" fmla="*/ 7694 h 130616"/>
                  <a:gd name="connsiteX13" fmla="*/ 7377 w 600874"/>
                  <a:gd name="connsiteY13" fmla="*/ 46653 h 130616"/>
                  <a:gd name="connsiteX0" fmla="*/ 6543 w 606351"/>
                  <a:gd name="connsiteY0" fmla="*/ 69106 h 130616"/>
                  <a:gd name="connsiteX1" fmla="*/ 29839 w 606351"/>
                  <a:gd name="connsiteY1" fmla="*/ 67879 h 130616"/>
                  <a:gd name="connsiteX2" fmla="*/ 81633 w 606351"/>
                  <a:gd name="connsiteY2" fmla="*/ 60897 h 130616"/>
                  <a:gd name="connsiteX3" fmla="*/ 157191 w 606351"/>
                  <a:gd name="connsiteY3" fmla="*/ 41847 h 130616"/>
                  <a:gd name="connsiteX4" fmla="*/ 297533 w 606351"/>
                  <a:gd name="connsiteY4" fmla="*/ 35497 h 130616"/>
                  <a:gd name="connsiteX5" fmla="*/ 435051 w 606351"/>
                  <a:gd name="connsiteY5" fmla="*/ 62370 h 130616"/>
                  <a:gd name="connsiteX6" fmla="*/ 562012 w 606351"/>
                  <a:gd name="connsiteY6" fmla="*/ 101014 h 130616"/>
                  <a:gd name="connsiteX7" fmla="*/ 605352 w 606351"/>
                  <a:gd name="connsiteY7" fmla="*/ 129046 h 130616"/>
                  <a:gd name="connsiteX8" fmla="*/ 520698 w 606351"/>
                  <a:gd name="connsiteY8" fmla="*/ 53775 h 130616"/>
                  <a:gd name="connsiteX9" fmla="*/ 433667 w 606351"/>
                  <a:gd name="connsiteY9" fmla="*/ 22639 h 130616"/>
                  <a:gd name="connsiteX10" fmla="*/ 340755 w 606351"/>
                  <a:gd name="connsiteY10" fmla="*/ 5835 h 130616"/>
                  <a:gd name="connsiteX11" fmla="*/ 237091 w 606351"/>
                  <a:gd name="connsiteY11" fmla="*/ 28 h 130616"/>
                  <a:gd name="connsiteX12" fmla="*/ 149262 w 606351"/>
                  <a:gd name="connsiteY12" fmla="*/ 7694 h 130616"/>
                  <a:gd name="connsiteX13" fmla="*/ 6543 w 606351"/>
                  <a:gd name="connsiteY13" fmla="*/ 69106 h 130616"/>
                  <a:gd name="connsiteX0" fmla="*/ 464 w 600272"/>
                  <a:gd name="connsiteY0" fmla="*/ 69106 h 130616"/>
                  <a:gd name="connsiteX1" fmla="*/ 23760 w 600272"/>
                  <a:gd name="connsiteY1" fmla="*/ 67879 h 130616"/>
                  <a:gd name="connsiteX2" fmla="*/ 75554 w 600272"/>
                  <a:gd name="connsiteY2" fmla="*/ 60897 h 130616"/>
                  <a:gd name="connsiteX3" fmla="*/ 151112 w 600272"/>
                  <a:gd name="connsiteY3" fmla="*/ 41847 h 130616"/>
                  <a:gd name="connsiteX4" fmla="*/ 291454 w 600272"/>
                  <a:gd name="connsiteY4" fmla="*/ 35497 h 130616"/>
                  <a:gd name="connsiteX5" fmla="*/ 428972 w 600272"/>
                  <a:gd name="connsiteY5" fmla="*/ 62370 h 130616"/>
                  <a:gd name="connsiteX6" fmla="*/ 555933 w 600272"/>
                  <a:gd name="connsiteY6" fmla="*/ 101014 h 130616"/>
                  <a:gd name="connsiteX7" fmla="*/ 599273 w 600272"/>
                  <a:gd name="connsiteY7" fmla="*/ 129046 h 130616"/>
                  <a:gd name="connsiteX8" fmla="*/ 514619 w 600272"/>
                  <a:gd name="connsiteY8" fmla="*/ 53775 h 130616"/>
                  <a:gd name="connsiteX9" fmla="*/ 427588 w 600272"/>
                  <a:gd name="connsiteY9" fmla="*/ 22639 h 130616"/>
                  <a:gd name="connsiteX10" fmla="*/ 334676 w 600272"/>
                  <a:gd name="connsiteY10" fmla="*/ 5835 h 130616"/>
                  <a:gd name="connsiteX11" fmla="*/ 231012 w 600272"/>
                  <a:gd name="connsiteY11" fmla="*/ 28 h 130616"/>
                  <a:gd name="connsiteX12" fmla="*/ 143183 w 600272"/>
                  <a:gd name="connsiteY12" fmla="*/ 7694 h 130616"/>
                  <a:gd name="connsiteX13" fmla="*/ 42972 w 600272"/>
                  <a:gd name="connsiteY13" fmla="*/ 31418 h 130616"/>
                  <a:gd name="connsiteX14" fmla="*/ 464 w 600272"/>
                  <a:gd name="connsiteY14" fmla="*/ 69106 h 130616"/>
                  <a:gd name="connsiteX0" fmla="*/ 473 w 600281"/>
                  <a:gd name="connsiteY0" fmla="*/ 69106 h 130616"/>
                  <a:gd name="connsiteX1" fmla="*/ 23769 w 600281"/>
                  <a:gd name="connsiteY1" fmla="*/ 67879 h 130616"/>
                  <a:gd name="connsiteX2" fmla="*/ 77667 w 600281"/>
                  <a:gd name="connsiteY2" fmla="*/ 57529 h 130616"/>
                  <a:gd name="connsiteX3" fmla="*/ 151121 w 600281"/>
                  <a:gd name="connsiteY3" fmla="*/ 41847 h 130616"/>
                  <a:gd name="connsiteX4" fmla="*/ 291463 w 600281"/>
                  <a:gd name="connsiteY4" fmla="*/ 35497 h 130616"/>
                  <a:gd name="connsiteX5" fmla="*/ 428981 w 600281"/>
                  <a:gd name="connsiteY5" fmla="*/ 62370 h 130616"/>
                  <a:gd name="connsiteX6" fmla="*/ 555942 w 600281"/>
                  <a:gd name="connsiteY6" fmla="*/ 101014 h 130616"/>
                  <a:gd name="connsiteX7" fmla="*/ 599282 w 600281"/>
                  <a:gd name="connsiteY7" fmla="*/ 129046 h 130616"/>
                  <a:gd name="connsiteX8" fmla="*/ 514628 w 600281"/>
                  <a:gd name="connsiteY8" fmla="*/ 53775 h 130616"/>
                  <a:gd name="connsiteX9" fmla="*/ 427597 w 600281"/>
                  <a:gd name="connsiteY9" fmla="*/ 22639 h 130616"/>
                  <a:gd name="connsiteX10" fmla="*/ 334685 w 600281"/>
                  <a:gd name="connsiteY10" fmla="*/ 5835 h 130616"/>
                  <a:gd name="connsiteX11" fmla="*/ 231021 w 600281"/>
                  <a:gd name="connsiteY11" fmla="*/ 28 h 130616"/>
                  <a:gd name="connsiteX12" fmla="*/ 143192 w 600281"/>
                  <a:gd name="connsiteY12" fmla="*/ 7694 h 130616"/>
                  <a:gd name="connsiteX13" fmla="*/ 42981 w 600281"/>
                  <a:gd name="connsiteY13" fmla="*/ 31418 h 130616"/>
                  <a:gd name="connsiteX14" fmla="*/ 473 w 600281"/>
                  <a:gd name="connsiteY14" fmla="*/ 69106 h 130616"/>
                  <a:gd name="connsiteX0" fmla="*/ 37 w 599845"/>
                  <a:gd name="connsiteY0" fmla="*/ 69106 h 130616"/>
                  <a:gd name="connsiteX1" fmla="*/ 35955 w 599845"/>
                  <a:gd name="connsiteY1" fmla="*/ 64511 h 130616"/>
                  <a:gd name="connsiteX2" fmla="*/ 77231 w 599845"/>
                  <a:gd name="connsiteY2" fmla="*/ 57529 h 130616"/>
                  <a:gd name="connsiteX3" fmla="*/ 150685 w 599845"/>
                  <a:gd name="connsiteY3" fmla="*/ 41847 h 130616"/>
                  <a:gd name="connsiteX4" fmla="*/ 291027 w 599845"/>
                  <a:gd name="connsiteY4" fmla="*/ 35497 h 130616"/>
                  <a:gd name="connsiteX5" fmla="*/ 428545 w 599845"/>
                  <a:gd name="connsiteY5" fmla="*/ 62370 h 130616"/>
                  <a:gd name="connsiteX6" fmla="*/ 555506 w 599845"/>
                  <a:gd name="connsiteY6" fmla="*/ 101014 h 130616"/>
                  <a:gd name="connsiteX7" fmla="*/ 598846 w 599845"/>
                  <a:gd name="connsiteY7" fmla="*/ 129046 h 130616"/>
                  <a:gd name="connsiteX8" fmla="*/ 514192 w 599845"/>
                  <a:gd name="connsiteY8" fmla="*/ 53775 h 130616"/>
                  <a:gd name="connsiteX9" fmla="*/ 427161 w 599845"/>
                  <a:gd name="connsiteY9" fmla="*/ 22639 h 130616"/>
                  <a:gd name="connsiteX10" fmla="*/ 334249 w 599845"/>
                  <a:gd name="connsiteY10" fmla="*/ 5835 h 130616"/>
                  <a:gd name="connsiteX11" fmla="*/ 230585 w 599845"/>
                  <a:gd name="connsiteY11" fmla="*/ 28 h 130616"/>
                  <a:gd name="connsiteX12" fmla="*/ 142756 w 599845"/>
                  <a:gd name="connsiteY12" fmla="*/ 7694 h 130616"/>
                  <a:gd name="connsiteX13" fmla="*/ 42545 w 599845"/>
                  <a:gd name="connsiteY13" fmla="*/ 31418 h 130616"/>
                  <a:gd name="connsiteX14" fmla="*/ 37 w 599845"/>
                  <a:gd name="connsiteY14" fmla="*/ 69106 h 130616"/>
                  <a:gd name="connsiteX0" fmla="*/ 37 w 599845"/>
                  <a:gd name="connsiteY0" fmla="*/ 69106 h 130616"/>
                  <a:gd name="connsiteX1" fmla="*/ 35955 w 599845"/>
                  <a:gd name="connsiteY1" fmla="*/ 64511 h 130616"/>
                  <a:gd name="connsiteX2" fmla="*/ 81438 w 599845"/>
                  <a:gd name="connsiteY2" fmla="*/ 51916 h 130616"/>
                  <a:gd name="connsiteX3" fmla="*/ 150685 w 599845"/>
                  <a:gd name="connsiteY3" fmla="*/ 41847 h 130616"/>
                  <a:gd name="connsiteX4" fmla="*/ 291027 w 599845"/>
                  <a:gd name="connsiteY4" fmla="*/ 35497 h 130616"/>
                  <a:gd name="connsiteX5" fmla="*/ 428545 w 599845"/>
                  <a:gd name="connsiteY5" fmla="*/ 62370 h 130616"/>
                  <a:gd name="connsiteX6" fmla="*/ 555506 w 599845"/>
                  <a:gd name="connsiteY6" fmla="*/ 101014 h 130616"/>
                  <a:gd name="connsiteX7" fmla="*/ 598846 w 599845"/>
                  <a:gd name="connsiteY7" fmla="*/ 129046 h 130616"/>
                  <a:gd name="connsiteX8" fmla="*/ 514192 w 599845"/>
                  <a:gd name="connsiteY8" fmla="*/ 53775 h 130616"/>
                  <a:gd name="connsiteX9" fmla="*/ 427161 w 599845"/>
                  <a:gd name="connsiteY9" fmla="*/ 22639 h 130616"/>
                  <a:gd name="connsiteX10" fmla="*/ 334249 w 599845"/>
                  <a:gd name="connsiteY10" fmla="*/ 5835 h 130616"/>
                  <a:gd name="connsiteX11" fmla="*/ 230585 w 599845"/>
                  <a:gd name="connsiteY11" fmla="*/ 28 h 130616"/>
                  <a:gd name="connsiteX12" fmla="*/ 142756 w 599845"/>
                  <a:gd name="connsiteY12" fmla="*/ 7694 h 130616"/>
                  <a:gd name="connsiteX13" fmla="*/ 42545 w 599845"/>
                  <a:gd name="connsiteY13" fmla="*/ 31418 h 130616"/>
                  <a:gd name="connsiteX14" fmla="*/ 37 w 599845"/>
                  <a:gd name="connsiteY14" fmla="*/ 69106 h 130616"/>
                  <a:gd name="connsiteX0" fmla="*/ 4 w 599812"/>
                  <a:gd name="connsiteY0" fmla="*/ 69106 h 130616"/>
                  <a:gd name="connsiteX1" fmla="*/ 44337 w 599812"/>
                  <a:gd name="connsiteY1" fmla="*/ 61143 h 130616"/>
                  <a:gd name="connsiteX2" fmla="*/ 81405 w 599812"/>
                  <a:gd name="connsiteY2" fmla="*/ 51916 h 130616"/>
                  <a:gd name="connsiteX3" fmla="*/ 150652 w 599812"/>
                  <a:gd name="connsiteY3" fmla="*/ 41847 h 130616"/>
                  <a:gd name="connsiteX4" fmla="*/ 290994 w 599812"/>
                  <a:gd name="connsiteY4" fmla="*/ 35497 h 130616"/>
                  <a:gd name="connsiteX5" fmla="*/ 428512 w 599812"/>
                  <a:gd name="connsiteY5" fmla="*/ 62370 h 130616"/>
                  <a:gd name="connsiteX6" fmla="*/ 555473 w 599812"/>
                  <a:gd name="connsiteY6" fmla="*/ 101014 h 130616"/>
                  <a:gd name="connsiteX7" fmla="*/ 598813 w 599812"/>
                  <a:gd name="connsiteY7" fmla="*/ 129046 h 130616"/>
                  <a:gd name="connsiteX8" fmla="*/ 514159 w 599812"/>
                  <a:gd name="connsiteY8" fmla="*/ 53775 h 130616"/>
                  <a:gd name="connsiteX9" fmla="*/ 427128 w 599812"/>
                  <a:gd name="connsiteY9" fmla="*/ 22639 h 130616"/>
                  <a:gd name="connsiteX10" fmla="*/ 334216 w 599812"/>
                  <a:gd name="connsiteY10" fmla="*/ 5835 h 130616"/>
                  <a:gd name="connsiteX11" fmla="*/ 230552 w 599812"/>
                  <a:gd name="connsiteY11" fmla="*/ 28 h 130616"/>
                  <a:gd name="connsiteX12" fmla="*/ 142723 w 599812"/>
                  <a:gd name="connsiteY12" fmla="*/ 7694 h 130616"/>
                  <a:gd name="connsiteX13" fmla="*/ 42512 w 599812"/>
                  <a:gd name="connsiteY13" fmla="*/ 31418 h 130616"/>
                  <a:gd name="connsiteX14" fmla="*/ 4 w 599812"/>
                  <a:gd name="connsiteY14" fmla="*/ 69106 h 130616"/>
                  <a:gd name="connsiteX0" fmla="*/ 6 w 593503"/>
                  <a:gd name="connsiteY0" fmla="*/ 63493 h 130616"/>
                  <a:gd name="connsiteX1" fmla="*/ 38028 w 593503"/>
                  <a:gd name="connsiteY1" fmla="*/ 61143 h 130616"/>
                  <a:gd name="connsiteX2" fmla="*/ 75096 w 593503"/>
                  <a:gd name="connsiteY2" fmla="*/ 51916 h 130616"/>
                  <a:gd name="connsiteX3" fmla="*/ 144343 w 593503"/>
                  <a:gd name="connsiteY3" fmla="*/ 41847 h 130616"/>
                  <a:gd name="connsiteX4" fmla="*/ 284685 w 593503"/>
                  <a:gd name="connsiteY4" fmla="*/ 35497 h 130616"/>
                  <a:gd name="connsiteX5" fmla="*/ 422203 w 593503"/>
                  <a:gd name="connsiteY5" fmla="*/ 62370 h 130616"/>
                  <a:gd name="connsiteX6" fmla="*/ 549164 w 593503"/>
                  <a:gd name="connsiteY6" fmla="*/ 101014 h 130616"/>
                  <a:gd name="connsiteX7" fmla="*/ 592504 w 593503"/>
                  <a:gd name="connsiteY7" fmla="*/ 129046 h 130616"/>
                  <a:gd name="connsiteX8" fmla="*/ 507850 w 593503"/>
                  <a:gd name="connsiteY8" fmla="*/ 53775 h 130616"/>
                  <a:gd name="connsiteX9" fmla="*/ 420819 w 593503"/>
                  <a:gd name="connsiteY9" fmla="*/ 22639 h 130616"/>
                  <a:gd name="connsiteX10" fmla="*/ 327907 w 593503"/>
                  <a:gd name="connsiteY10" fmla="*/ 5835 h 130616"/>
                  <a:gd name="connsiteX11" fmla="*/ 224243 w 593503"/>
                  <a:gd name="connsiteY11" fmla="*/ 28 h 130616"/>
                  <a:gd name="connsiteX12" fmla="*/ 136414 w 593503"/>
                  <a:gd name="connsiteY12" fmla="*/ 7694 h 130616"/>
                  <a:gd name="connsiteX13" fmla="*/ 36203 w 593503"/>
                  <a:gd name="connsiteY13" fmla="*/ 31418 h 130616"/>
                  <a:gd name="connsiteX14" fmla="*/ 6 w 593503"/>
                  <a:gd name="connsiteY14" fmla="*/ 63493 h 130616"/>
                  <a:gd name="connsiteX0" fmla="*/ 6 w 593503"/>
                  <a:gd name="connsiteY0" fmla="*/ 62384 h 129507"/>
                  <a:gd name="connsiteX1" fmla="*/ 38028 w 593503"/>
                  <a:gd name="connsiteY1" fmla="*/ 60034 h 129507"/>
                  <a:gd name="connsiteX2" fmla="*/ 75096 w 593503"/>
                  <a:gd name="connsiteY2" fmla="*/ 50807 h 129507"/>
                  <a:gd name="connsiteX3" fmla="*/ 144343 w 593503"/>
                  <a:gd name="connsiteY3" fmla="*/ 40738 h 129507"/>
                  <a:gd name="connsiteX4" fmla="*/ 284685 w 593503"/>
                  <a:gd name="connsiteY4" fmla="*/ 34388 h 129507"/>
                  <a:gd name="connsiteX5" fmla="*/ 422203 w 593503"/>
                  <a:gd name="connsiteY5" fmla="*/ 61261 h 129507"/>
                  <a:gd name="connsiteX6" fmla="*/ 549164 w 593503"/>
                  <a:gd name="connsiteY6" fmla="*/ 99905 h 129507"/>
                  <a:gd name="connsiteX7" fmla="*/ 592504 w 593503"/>
                  <a:gd name="connsiteY7" fmla="*/ 127937 h 129507"/>
                  <a:gd name="connsiteX8" fmla="*/ 507850 w 593503"/>
                  <a:gd name="connsiteY8" fmla="*/ 52666 h 129507"/>
                  <a:gd name="connsiteX9" fmla="*/ 420819 w 593503"/>
                  <a:gd name="connsiteY9" fmla="*/ 21530 h 129507"/>
                  <a:gd name="connsiteX10" fmla="*/ 327907 w 593503"/>
                  <a:gd name="connsiteY10" fmla="*/ 4726 h 129507"/>
                  <a:gd name="connsiteX11" fmla="*/ 230554 w 593503"/>
                  <a:gd name="connsiteY11" fmla="*/ 42 h 129507"/>
                  <a:gd name="connsiteX12" fmla="*/ 136414 w 593503"/>
                  <a:gd name="connsiteY12" fmla="*/ 6585 h 129507"/>
                  <a:gd name="connsiteX13" fmla="*/ 36203 w 593503"/>
                  <a:gd name="connsiteY13" fmla="*/ 30309 h 129507"/>
                  <a:gd name="connsiteX14" fmla="*/ 6 w 593503"/>
                  <a:gd name="connsiteY14" fmla="*/ 62384 h 129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3503" h="129507">
                    <a:moveTo>
                      <a:pt x="6" y="62384"/>
                    </a:moveTo>
                    <a:cubicBezTo>
                      <a:pt x="310" y="67338"/>
                      <a:pt x="25513" y="61964"/>
                      <a:pt x="38028" y="60034"/>
                    </a:cubicBezTo>
                    <a:cubicBezTo>
                      <a:pt x="50543" y="58105"/>
                      <a:pt x="57377" y="54023"/>
                      <a:pt x="75096" y="50807"/>
                    </a:cubicBezTo>
                    <a:cubicBezTo>
                      <a:pt x="92815" y="47591"/>
                      <a:pt x="109412" y="43474"/>
                      <a:pt x="144343" y="40738"/>
                    </a:cubicBezTo>
                    <a:cubicBezTo>
                      <a:pt x="179274" y="38002"/>
                      <a:pt x="238375" y="30967"/>
                      <a:pt x="284685" y="34388"/>
                    </a:cubicBezTo>
                    <a:cubicBezTo>
                      <a:pt x="330995" y="37809"/>
                      <a:pt x="378123" y="50342"/>
                      <a:pt x="422203" y="61261"/>
                    </a:cubicBezTo>
                    <a:cubicBezTo>
                      <a:pt x="466283" y="72180"/>
                      <a:pt x="529195" y="87669"/>
                      <a:pt x="549164" y="99905"/>
                    </a:cubicBezTo>
                    <a:cubicBezTo>
                      <a:pt x="569133" y="112141"/>
                      <a:pt x="599390" y="135810"/>
                      <a:pt x="592504" y="127937"/>
                    </a:cubicBezTo>
                    <a:cubicBezTo>
                      <a:pt x="585618" y="120064"/>
                      <a:pt x="536464" y="70401"/>
                      <a:pt x="507850" y="52666"/>
                    </a:cubicBezTo>
                    <a:cubicBezTo>
                      <a:pt x="479236" y="34931"/>
                      <a:pt x="450809" y="29520"/>
                      <a:pt x="420819" y="21530"/>
                    </a:cubicBezTo>
                    <a:cubicBezTo>
                      <a:pt x="390829" y="13540"/>
                      <a:pt x="359618" y="8307"/>
                      <a:pt x="327907" y="4726"/>
                    </a:cubicBezTo>
                    <a:cubicBezTo>
                      <a:pt x="296196" y="1145"/>
                      <a:pt x="262469" y="-268"/>
                      <a:pt x="230554" y="42"/>
                    </a:cubicBezTo>
                    <a:cubicBezTo>
                      <a:pt x="198639" y="352"/>
                      <a:pt x="164949" y="231"/>
                      <a:pt x="136414" y="6585"/>
                    </a:cubicBezTo>
                    <a:cubicBezTo>
                      <a:pt x="107879" y="12939"/>
                      <a:pt x="59989" y="20074"/>
                      <a:pt x="36203" y="30309"/>
                    </a:cubicBezTo>
                    <a:cubicBezTo>
                      <a:pt x="12417" y="40544"/>
                      <a:pt x="-298" y="57430"/>
                      <a:pt x="6" y="62384"/>
                    </a:cubicBezTo>
                    <a:close/>
                  </a:path>
                </a:pathLst>
              </a:custGeom>
              <a:solidFill>
                <a:schemeClr val="bg2"/>
              </a:solidFill>
              <a:ln>
                <a:solidFill>
                  <a:schemeClr val="bg2">
                    <a:lumMod val="90000"/>
                  </a:schemeClr>
                </a:solid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5" name="bottom teeth left">
              <a:extLst>
                <a:ext uri="{FF2B5EF4-FFF2-40B4-BE49-F238E27FC236}">
                  <a16:creationId xmlns:a16="http://schemas.microsoft.com/office/drawing/2014/main" id="{09B66A14-DAC2-ADFE-448F-BD7B7DFDEFB9}"/>
                </a:ext>
              </a:extLst>
            </p:cNvPr>
            <p:cNvGrpSpPr/>
            <p:nvPr/>
          </p:nvGrpSpPr>
          <p:grpSpPr>
            <a:xfrm>
              <a:off x="5539793" y="1404477"/>
              <a:ext cx="300441" cy="522571"/>
              <a:chOff x="1490764" y="3800383"/>
              <a:chExt cx="440585" cy="750808"/>
            </a:xfrm>
          </p:grpSpPr>
          <p:sp>
            <p:nvSpPr>
              <p:cNvPr id="40" name="Freeform: Shape 39">
                <a:extLst>
                  <a:ext uri="{FF2B5EF4-FFF2-40B4-BE49-F238E27FC236}">
                    <a16:creationId xmlns:a16="http://schemas.microsoft.com/office/drawing/2014/main" id="{62272054-0F57-AA54-71A6-74D1C6E90803}"/>
                  </a:ext>
                </a:extLst>
              </p:cNvPr>
              <p:cNvSpPr/>
              <p:nvPr/>
            </p:nvSpPr>
            <p:spPr>
              <a:xfrm>
                <a:off x="1596611" y="3800383"/>
                <a:ext cx="334738" cy="268590"/>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6182 h 106027"/>
                  <a:gd name="connsiteX1" fmla="*/ 90495 w 141636"/>
                  <a:gd name="connsiteY1" fmla="*/ 8564 h 106027"/>
                  <a:gd name="connsiteX2" fmla="*/ 119070 w 141636"/>
                  <a:gd name="connsiteY2" fmla="*/ 32376 h 106027"/>
                  <a:gd name="connsiteX3" fmla="*/ 140501 w 141636"/>
                  <a:gd name="connsiteY3" fmla="*/ 46664 h 106027"/>
                  <a:gd name="connsiteX4" fmla="*/ 138120 w 141636"/>
                  <a:gd name="connsiteY4" fmla="*/ 70476 h 106027"/>
                  <a:gd name="connsiteX5" fmla="*/ 133358 w 141636"/>
                  <a:gd name="connsiteY5" fmla="*/ 103814 h 106027"/>
                  <a:gd name="connsiteX6" fmla="*/ 111926 w 141636"/>
                  <a:gd name="connsiteY6" fmla="*/ 101432 h 106027"/>
                  <a:gd name="connsiteX7" fmla="*/ 69064 w 141636"/>
                  <a:gd name="connsiteY7" fmla="*/ 89526 h 106027"/>
                  <a:gd name="connsiteX8" fmla="*/ 16676 w 141636"/>
                  <a:gd name="connsiteY8" fmla="*/ 91907 h 106027"/>
                  <a:gd name="connsiteX9" fmla="*/ 7151 w 141636"/>
                  <a:gd name="connsiteY9" fmla="*/ 99051 h 106027"/>
                  <a:gd name="connsiteX10" fmla="*/ 8 w 141636"/>
                  <a:gd name="connsiteY10" fmla="*/ 87145 h 106027"/>
                  <a:gd name="connsiteX11" fmla="*/ 28583 w 141636"/>
                  <a:gd name="connsiteY11" fmla="*/ 6182 h 10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636" h="106027">
                    <a:moveTo>
                      <a:pt x="28583" y="6182"/>
                    </a:moveTo>
                    <a:cubicBezTo>
                      <a:pt x="43664" y="-6915"/>
                      <a:pt x="75414" y="4198"/>
                      <a:pt x="90495" y="8564"/>
                    </a:cubicBezTo>
                    <a:cubicBezTo>
                      <a:pt x="105576" y="12930"/>
                      <a:pt x="110736" y="26026"/>
                      <a:pt x="119070" y="32376"/>
                    </a:cubicBezTo>
                    <a:cubicBezTo>
                      <a:pt x="127404" y="38726"/>
                      <a:pt x="137326" y="40314"/>
                      <a:pt x="140501" y="46664"/>
                    </a:cubicBezTo>
                    <a:cubicBezTo>
                      <a:pt x="143676" y="53014"/>
                      <a:pt x="139310" y="60951"/>
                      <a:pt x="138120" y="70476"/>
                    </a:cubicBezTo>
                    <a:cubicBezTo>
                      <a:pt x="136930" y="80001"/>
                      <a:pt x="137724" y="98655"/>
                      <a:pt x="133358" y="103814"/>
                    </a:cubicBezTo>
                    <a:cubicBezTo>
                      <a:pt x="128992" y="108973"/>
                      <a:pt x="122642" y="103813"/>
                      <a:pt x="111926" y="101432"/>
                    </a:cubicBezTo>
                    <a:cubicBezTo>
                      <a:pt x="101210" y="99051"/>
                      <a:pt x="84939" y="91114"/>
                      <a:pt x="69064" y="89526"/>
                    </a:cubicBezTo>
                    <a:cubicBezTo>
                      <a:pt x="53189" y="87939"/>
                      <a:pt x="16676" y="91907"/>
                      <a:pt x="16676" y="91907"/>
                    </a:cubicBezTo>
                    <a:cubicBezTo>
                      <a:pt x="6357" y="93495"/>
                      <a:pt x="7151" y="99051"/>
                      <a:pt x="7151" y="99051"/>
                    </a:cubicBezTo>
                    <a:cubicBezTo>
                      <a:pt x="4373" y="98257"/>
                      <a:pt x="405" y="96273"/>
                      <a:pt x="8" y="87145"/>
                    </a:cubicBezTo>
                    <a:cubicBezTo>
                      <a:pt x="-389" y="78017"/>
                      <a:pt x="13502" y="19279"/>
                      <a:pt x="28583" y="6182"/>
                    </a:cubicBezTo>
                    <a:close/>
                  </a:path>
                </a:pathLst>
              </a:custGeom>
              <a:solidFill>
                <a:srgbClr val="ECECE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50" name="Group 1349">
                <a:extLst>
                  <a:ext uri="{FF2B5EF4-FFF2-40B4-BE49-F238E27FC236}">
                    <a16:creationId xmlns:a16="http://schemas.microsoft.com/office/drawing/2014/main" id="{299335DA-4488-6131-F8DD-3FB520DF0FA1}"/>
                  </a:ext>
                </a:extLst>
              </p:cNvPr>
              <p:cNvGrpSpPr/>
              <p:nvPr/>
            </p:nvGrpSpPr>
            <p:grpSpPr>
              <a:xfrm>
                <a:off x="1560031" y="3986709"/>
                <a:ext cx="365186" cy="246698"/>
                <a:chOff x="1560031" y="3986709"/>
                <a:chExt cx="365186" cy="246698"/>
              </a:xfrm>
            </p:grpSpPr>
            <p:sp>
              <p:nvSpPr>
                <p:cNvPr id="42" name="Freeform: Shape 41">
                  <a:extLst>
                    <a:ext uri="{FF2B5EF4-FFF2-40B4-BE49-F238E27FC236}">
                      <a16:creationId xmlns:a16="http://schemas.microsoft.com/office/drawing/2014/main" id="{82CFE1E2-C55D-A2F6-F082-1A815DF76E6B}"/>
                    </a:ext>
                  </a:extLst>
                </p:cNvPr>
                <p:cNvSpPr/>
                <p:nvPr/>
              </p:nvSpPr>
              <p:spPr>
                <a:xfrm>
                  <a:off x="1560031" y="3986709"/>
                  <a:ext cx="365186" cy="246698"/>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14200 h 112680"/>
                    <a:gd name="connsiteX1" fmla="*/ 90495 w 141636"/>
                    <a:gd name="connsiteY1" fmla="*/ 2295 h 112680"/>
                    <a:gd name="connsiteX2" fmla="*/ 119070 w 141636"/>
                    <a:gd name="connsiteY2" fmla="*/ 40394 h 112680"/>
                    <a:gd name="connsiteX3" fmla="*/ 140501 w 141636"/>
                    <a:gd name="connsiteY3" fmla="*/ 54682 h 112680"/>
                    <a:gd name="connsiteX4" fmla="*/ 138120 w 141636"/>
                    <a:gd name="connsiteY4" fmla="*/ 78494 h 112680"/>
                    <a:gd name="connsiteX5" fmla="*/ 133358 w 141636"/>
                    <a:gd name="connsiteY5" fmla="*/ 111832 h 112680"/>
                    <a:gd name="connsiteX6" fmla="*/ 111926 w 141636"/>
                    <a:gd name="connsiteY6" fmla="*/ 102307 h 112680"/>
                    <a:gd name="connsiteX7" fmla="*/ 69064 w 141636"/>
                    <a:gd name="connsiteY7" fmla="*/ 97544 h 112680"/>
                    <a:gd name="connsiteX8" fmla="*/ 16676 w 141636"/>
                    <a:gd name="connsiteY8" fmla="*/ 99925 h 112680"/>
                    <a:gd name="connsiteX9" fmla="*/ 7151 w 141636"/>
                    <a:gd name="connsiteY9" fmla="*/ 107069 h 112680"/>
                    <a:gd name="connsiteX10" fmla="*/ 8 w 141636"/>
                    <a:gd name="connsiteY10" fmla="*/ 95163 h 112680"/>
                    <a:gd name="connsiteX11" fmla="*/ 28583 w 141636"/>
                    <a:gd name="connsiteY11" fmla="*/ 14200 h 112680"/>
                    <a:gd name="connsiteX0" fmla="*/ 28583 w 141104"/>
                    <a:gd name="connsiteY0" fmla="*/ 12262 h 110742"/>
                    <a:gd name="connsiteX1" fmla="*/ 90495 w 141104"/>
                    <a:gd name="connsiteY1" fmla="*/ 357 h 110742"/>
                    <a:gd name="connsiteX2" fmla="*/ 135739 w 141104"/>
                    <a:gd name="connsiteY2" fmla="*/ 12262 h 110742"/>
                    <a:gd name="connsiteX3" fmla="*/ 140501 w 141104"/>
                    <a:gd name="connsiteY3" fmla="*/ 52744 h 110742"/>
                    <a:gd name="connsiteX4" fmla="*/ 138120 w 141104"/>
                    <a:gd name="connsiteY4" fmla="*/ 76556 h 110742"/>
                    <a:gd name="connsiteX5" fmla="*/ 133358 w 141104"/>
                    <a:gd name="connsiteY5" fmla="*/ 109894 h 110742"/>
                    <a:gd name="connsiteX6" fmla="*/ 111926 w 141104"/>
                    <a:gd name="connsiteY6" fmla="*/ 100369 h 110742"/>
                    <a:gd name="connsiteX7" fmla="*/ 69064 w 141104"/>
                    <a:gd name="connsiteY7" fmla="*/ 95606 h 110742"/>
                    <a:gd name="connsiteX8" fmla="*/ 16676 w 141104"/>
                    <a:gd name="connsiteY8" fmla="*/ 97987 h 110742"/>
                    <a:gd name="connsiteX9" fmla="*/ 7151 w 141104"/>
                    <a:gd name="connsiteY9" fmla="*/ 105131 h 110742"/>
                    <a:gd name="connsiteX10" fmla="*/ 8 w 141104"/>
                    <a:gd name="connsiteY10" fmla="*/ 93225 h 110742"/>
                    <a:gd name="connsiteX11" fmla="*/ 28583 w 141104"/>
                    <a:gd name="connsiteY11" fmla="*/ 12262 h 110742"/>
                    <a:gd name="connsiteX0" fmla="*/ 28583 w 188128"/>
                    <a:gd name="connsiteY0" fmla="*/ 12262 h 110742"/>
                    <a:gd name="connsiteX1" fmla="*/ 90495 w 188128"/>
                    <a:gd name="connsiteY1" fmla="*/ 357 h 110742"/>
                    <a:gd name="connsiteX2" fmla="*/ 135739 w 188128"/>
                    <a:gd name="connsiteY2" fmla="*/ 12262 h 110742"/>
                    <a:gd name="connsiteX3" fmla="*/ 188126 w 188128"/>
                    <a:gd name="connsiteY3" fmla="*/ 59888 h 110742"/>
                    <a:gd name="connsiteX4" fmla="*/ 138120 w 188128"/>
                    <a:gd name="connsiteY4" fmla="*/ 76556 h 110742"/>
                    <a:gd name="connsiteX5" fmla="*/ 133358 w 188128"/>
                    <a:gd name="connsiteY5" fmla="*/ 109894 h 110742"/>
                    <a:gd name="connsiteX6" fmla="*/ 111926 w 188128"/>
                    <a:gd name="connsiteY6" fmla="*/ 100369 h 110742"/>
                    <a:gd name="connsiteX7" fmla="*/ 69064 w 188128"/>
                    <a:gd name="connsiteY7" fmla="*/ 95606 h 110742"/>
                    <a:gd name="connsiteX8" fmla="*/ 16676 w 188128"/>
                    <a:gd name="connsiteY8" fmla="*/ 97987 h 110742"/>
                    <a:gd name="connsiteX9" fmla="*/ 7151 w 188128"/>
                    <a:gd name="connsiteY9" fmla="*/ 105131 h 110742"/>
                    <a:gd name="connsiteX10" fmla="*/ 8 w 188128"/>
                    <a:gd name="connsiteY10" fmla="*/ 93225 h 110742"/>
                    <a:gd name="connsiteX11" fmla="*/ 28583 w 188128"/>
                    <a:gd name="connsiteY11" fmla="*/ 12262 h 110742"/>
                    <a:gd name="connsiteX0" fmla="*/ 28583 w 188865"/>
                    <a:gd name="connsiteY0" fmla="*/ 12262 h 112326"/>
                    <a:gd name="connsiteX1" fmla="*/ 90495 w 188865"/>
                    <a:gd name="connsiteY1" fmla="*/ 357 h 112326"/>
                    <a:gd name="connsiteX2" fmla="*/ 135739 w 188865"/>
                    <a:gd name="connsiteY2" fmla="*/ 12262 h 112326"/>
                    <a:gd name="connsiteX3" fmla="*/ 188126 w 188865"/>
                    <a:gd name="connsiteY3" fmla="*/ 59888 h 112326"/>
                    <a:gd name="connsiteX4" fmla="*/ 164314 w 188865"/>
                    <a:gd name="connsiteY4" fmla="*/ 107512 h 112326"/>
                    <a:gd name="connsiteX5" fmla="*/ 133358 w 188865"/>
                    <a:gd name="connsiteY5" fmla="*/ 109894 h 112326"/>
                    <a:gd name="connsiteX6" fmla="*/ 111926 w 188865"/>
                    <a:gd name="connsiteY6" fmla="*/ 100369 h 112326"/>
                    <a:gd name="connsiteX7" fmla="*/ 69064 w 188865"/>
                    <a:gd name="connsiteY7" fmla="*/ 95606 h 112326"/>
                    <a:gd name="connsiteX8" fmla="*/ 16676 w 188865"/>
                    <a:gd name="connsiteY8" fmla="*/ 97987 h 112326"/>
                    <a:gd name="connsiteX9" fmla="*/ 7151 w 188865"/>
                    <a:gd name="connsiteY9" fmla="*/ 105131 h 112326"/>
                    <a:gd name="connsiteX10" fmla="*/ 8 w 188865"/>
                    <a:gd name="connsiteY10" fmla="*/ 93225 h 112326"/>
                    <a:gd name="connsiteX11" fmla="*/ 28583 w 188865"/>
                    <a:gd name="connsiteY11" fmla="*/ 12262 h 112326"/>
                    <a:gd name="connsiteX0" fmla="*/ 28583 w 188865"/>
                    <a:gd name="connsiteY0" fmla="*/ 12262 h 112823"/>
                    <a:gd name="connsiteX1" fmla="*/ 90495 w 188865"/>
                    <a:gd name="connsiteY1" fmla="*/ 357 h 112823"/>
                    <a:gd name="connsiteX2" fmla="*/ 135739 w 188865"/>
                    <a:gd name="connsiteY2" fmla="*/ 12262 h 112823"/>
                    <a:gd name="connsiteX3" fmla="*/ 188126 w 188865"/>
                    <a:gd name="connsiteY3" fmla="*/ 52744 h 112823"/>
                    <a:gd name="connsiteX4" fmla="*/ 164314 w 188865"/>
                    <a:gd name="connsiteY4" fmla="*/ 107512 h 112823"/>
                    <a:gd name="connsiteX5" fmla="*/ 133358 w 188865"/>
                    <a:gd name="connsiteY5" fmla="*/ 109894 h 112823"/>
                    <a:gd name="connsiteX6" fmla="*/ 111926 w 188865"/>
                    <a:gd name="connsiteY6" fmla="*/ 100369 h 112823"/>
                    <a:gd name="connsiteX7" fmla="*/ 69064 w 188865"/>
                    <a:gd name="connsiteY7" fmla="*/ 95606 h 112823"/>
                    <a:gd name="connsiteX8" fmla="*/ 16676 w 188865"/>
                    <a:gd name="connsiteY8" fmla="*/ 97987 h 112823"/>
                    <a:gd name="connsiteX9" fmla="*/ 7151 w 188865"/>
                    <a:gd name="connsiteY9" fmla="*/ 105131 h 112823"/>
                    <a:gd name="connsiteX10" fmla="*/ 8 w 188865"/>
                    <a:gd name="connsiteY10" fmla="*/ 93225 h 112823"/>
                    <a:gd name="connsiteX11" fmla="*/ 28583 w 188865"/>
                    <a:gd name="connsiteY11" fmla="*/ 12262 h 112823"/>
                    <a:gd name="connsiteX0" fmla="*/ 28583 w 188865"/>
                    <a:gd name="connsiteY0" fmla="*/ 12262 h 112823"/>
                    <a:gd name="connsiteX1" fmla="*/ 90495 w 188865"/>
                    <a:gd name="connsiteY1" fmla="*/ 357 h 112823"/>
                    <a:gd name="connsiteX2" fmla="*/ 135739 w 188865"/>
                    <a:gd name="connsiteY2" fmla="*/ 12262 h 112823"/>
                    <a:gd name="connsiteX3" fmla="*/ 188126 w 188865"/>
                    <a:gd name="connsiteY3" fmla="*/ 52744 h 112823"/>
                    <a:gd name="connsiteX4" fmla="*/ 164314 w 188865"/>
                    <a:gd name="connsiteY4" fmla="*/ 107512 h 112823"/>
                    <a:gd name="connsiteX5" fmla="*/ 133358 w 188865"/>
                    <a:gd name="connsiteY5" fmla="*/ 109894 h 112823"/>
                    <a:gd name="connsiteX6" fmla="*/ 111926 w 188865"/>
                    <a:gd name="connsiteY6" fmla="*/ 100369 h 112823"/>
                    <a:gd name="connsiteX7" fmla="*/ 69064 w 188865"/>
                    <a:gd name="connsiteY7" fmla="*/ 95606 h 112823"/>
                    <a:gd name="connsiteX8" fmla="*/ 16676 w 188865"/>
                    <a:gd name="connsiteY8" fmla="*/ 97987 h 112823"/>
                    <a:gd name="connsiteX9" fmla="*/ 30964 w 188865"/>
                    <a:gd name="connsiteY9" fmla="*/ 107513 h 112823"/>
                    <a:gd name="connsiteX10" fmla="*/ 8 w 188865"/>
                    <a:gd name="connsiteY10" fmla="*/ 93225 h 112823"/>
                    <a:gd name="connsiteX11" fmla="*/ 28583 w 188865"/>
                    <a:gd name="connsiteY11" fmla="*/ 12262 h 112823"/>
                    <a:gd name="connsiteX0" fmla="*/ 14333 w 174615"/>
                    <a:gd name="connsiteY0" fmla="*/ 11905 h 112466"/>
                    <a:gd name="connsiteX1" fmla="*/ 76245 w 174615"/>
                    <a:gd name="connsiteY1" fmla="*/ 0 h 112466"/>
                    <a:gd name="connsiteX2" fmla="*/ 121489 w 174615"/>
                    <a:gd name="connsiteY2" fmla="*/ 11905 h 112466"/>
                    <a:gd name="connsiteX3" fmla="*/ 173876 w 174615"/>
                    <a:gd name="connsiteY3" fmla="*/ 52387 h 112466"/>
                    <a:gd name="connsiteX4" fmla="*/ 150064 w 174615"/>
                    <a:gd name="connsiteY4" fmla="*/ 107155 h 112466"/>
                    <a:gd name="connsiteX5" fmla="*/ 119108 w 174615"/>
                    <a:gd name="connsiteY5" fmla="*/ 109537 h 112466"/>
                    <a:gd name="connsiteX6" fmla="*/ 97676 w 174615"/>
                    <a:gd name="connsiteY6" fmla="*/ 100012 h 112466"/>
                    <a:gd name="connsiteX7" fmla="*/ 54814 w 174615"/>
                    <a:gd name="connsiteY7" fmla="*/ 95249 h 112466"/>
                    <a:gd name="connsiteX8" fmla="*/ 2426 w 174615"/>
                    <a:gd name="connsiteY8" fmla="*/ 97630 h 112466"/>
                    <a:gd name="connsiteX9" fmla="*/ 16714 w 174615"/>
                    <a:gd name="connsiteY9" fmla="*/ 107156 h 112466"/>
                    <a:gd name="connsiteX10" fmla="*/ 46 w 174615"/>
                    <a:gd name="connsiteY10" fmla="*/ 64293 h 112466"/>
                    <a:gd name="connsiteX11" fmla="*/ 14333 w 174615"/>
                    <a:gd name="connsiteY11" fmla="*/ 11905 h 112466"/>
                    <a:gd name="connsiteX0" fmla="*/ 14333 w 174615"/>
                    <a:gd name="connsiteY0" fmla="*/ 11905 h 112466"/>
                    <a:gd name="connsiteX1" fmla="*/ 76245 w 174615"/>
                    <a:gd name="connsiteY1" fmla="*/ 0 h 112466"/>
                    <a:gd name="connsiteX2" fmla="*/ 121489 w 174615"/>
                    <a:gd name="connsiteY2" fmla="*/ 11905 h 112466"/>
                    <a:gd name="connsiteX3" fmla="*/ 173876 w 174615"/>
                    <a:gd name="connsiteY3" fmla="*/ 52387 h 112466"/>
                    <a:gd name="connsiteX4" fmla="*/ 150064 w 174615"/>
                    <a:gd name="connsiteY4" fmla="*/ 107155 h 112466"/>
                    <a:gd name="connsiteX5" fmla="*/ 119108 w 174615"/>
                    <a:gd name="connsiteY5" fmla="*/ 109537 h 112466"/>
                    <a:gd name="connsiteX6" fmla="*/ 97676 w 174615"/>
                    <a:gd name="connsiteY6" fmla="*/ 100012 h 112466"/>
                    <a:gd name="connsiteX7" fmla="*/ 61958 w 174615"/>
                    <a:gd name="connsiteY7" fmla="*/ 95249 h 112466"/>
                    <a:gd name="connsiteX8" fmla="*/ 2426 w 174615"/>
                    <a:gd name="connsiteY8" fmla="*/ 97630 h 112466"/>
                    <a:gd name="connsiteX9" fmla="*/ 16714 w 174615"/>
                    <a:gd name="connsiteY9" fmla="*/ 107156 h 112466"/>
                    <a:gd name="connsiteX10" fmla="*/ 46 w 174615"/>
                    <a:gd name="connsiteY10" fmla="*/ 64293 h 112466"/>
                    <a:gd name="connsiteX11" fmla="*/ 14333 w 174615"/>
                    <a:gd name="connsiteY11" fmla="*/ 11905 h 112466"/>
                    <a:gd name="connsiteX0" fmla="*/ 13492 w 173774"/>
                    <a:gd name="connsiteY0" fmla="*/ 11905 h 112466"/>
                    <a:gd name="connsiteX1" fmla="*/ 75404 w 173774"/>
                    <a:gd name="connsiteY1" fmla="*/ 0 h 112466"/>
                    <a:gd name="connsiteX2" fmla="*/ 120648 w 173774"/>
                    <a:gd name="connsiteY2" fmla="*/ 11905 h 112466"/>
                    <a:gd name="connsiteX3" fmla="*/ 173035 w 173774"/>
                    <a:gd name="connsiteY3" fmla="*/ 52387 h 112466"/>
                    <a:gd name="connsiteX4" fmla="*/ 149223 w 173774"/>
                    <a:gd name="connsiteY4" fmla="*/ 107155 h 112466"/>
                    <a:gd name="connsiteX5" fmla="*/ 118267 w 173774"/>
                    <a:gd name="connsiteY5" fmla="*/ 109537 h 112466"/>
                    <a:gd name="connsiteX6" fmla="*/ 96835 w 173774"/>
                    <a:gd name="connsiteY6" fmla="*/ 100012 h 112466"/>
                    <a:gd name="connsiteX7" fmla="*/ 61117 w 173774"/>
                    <a:gd name="connsiteY7" fmla="*/ 95249 h 112466"/>
                    <a:gd name="connsiteX8" fmla="*/ 1585 w 173774"/>
                    <a:gd name="connsiteY8" fmla="*/ 97630 h 112466"/>
                    <a:gd name="connsiteX9" fmla="*/ 15873 w 173774"/>
                    <a:gd name="connsiteY9" fmla="*/ 107156 h 112466"/>
                    <a:gd name="connsiteX10" fmla="*/ 6348 w 173774"/>
                    <a:gd name="connsiteY10" fmla="*/ 64293 h 112466"/>
                    <a:gd name="connsiteX11" fmla="*/ 13492 w 173774"/>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0962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3619 w 173901"/>
                    <a:gd name="connsiteY0" fmla="*/ 11905 h 112466"/>
                    <a:gd name="connsiteX1" fmla="*/ 75531 w 173901"/>
                    <a:gd name="connsiteY1" fmla="*/ 0 h 112466"/>
                    <a:gd name="connsiteX2" fmla="*/ 120775 w 173901"/>
                    <a:gd name="connsiteY2" fmla="*/ 11905 h 112466"/>
                    <a:gd name="connsiteX3" fmla="*/ 173162 w 173901"/>
                    <a:gd name="connsiteY3" fmla="*/ 52387 h 112466"/>
                    <a:gd name="connsiteX4" fmla="*/ 149350 w 173901"/>
                    <a:gd name="connsiteY4" fmla="*/ 107155 h 112466"/>
                    <a:gd name="connsiteX5" fmla="*/ 118394 w 173901"/>
                    <a:gd name="connsiteY5" fmla="*/ 109537 h 112466"/>
                    <a:gd name="connsiteX6" fmla="*/ 96962 w 173901"/>
                    <a:gd name="connsiteY6" fmla="*/ 100012 h 112466"/>
                    <a:gd name="connsiteX7" fmla="*/ 63625 w 173901"/>
                    <a:gd name="connsiteY7" fmla="*/ 88106 h 112466"/>
                    <a:gd name="connsiteX8" fmla="*/ 1712 w 173901"/>
                    <a:gd name="connsiteY8" fmla="*/ 97630 h 112466"/>
                    <a:gd name="connsiteX9" fmla="*/ 16000 w 173901"/>
                    <a:gd name="connsiteY9" fmla="*/ 107156 h 112466"/>
                    <a:gd name="connsiteX10" fmla="*/ 6475 w 173901"/>
                    <a:gd name="connsiteY10" fmla="*/ 64293 h 112466"/>
                    <a:gd name="connsiteX11" fmla="*/ 13619 w 173901"/>
                    <a:gd name="connsiteY11" fmla="*/ 11905 h 112466"/>
                    <a:gd name="connsiteX0" fmla="*/ 15481 w 175763"/>
                    <a:gd name="connsiteY0" fmla="*/ 11905 h 112466"/>
                    <a:gd name="connsiteX1" fmla="*/ 77393 w 175763"/>
                    <a:gd name="connsiteY1" fmla="*/ 0 h 112466"/>
                    <a:gd name="connsiteX2" fmla="*/ 122637 w 175763"/>
                    <a:gd name="connsiteY2" fmla="*/ 11905 h 112466"/>
                    <a:gd name="connsiteX3" fmla="*/ 175024 w 175763"/>
                    <a:gd name="connsiteY3" fmla="*/ 52387 h 112466"/>
                    <a:gd name="connsiteX4" fmla="*/ 151212 w 175763"/>
                    <a:gd name="connsiteY4" fmla="*/ 107155 h 112466"/>
                    <a:gd name="connsiteX5" fmla="*/ 120256 w 175763"/>
                    <a:gd name="connsiteY5" fmla="*/ 109537 h 112466"/>
                    <a:gd name="connsiteX6" fmla="*/ 98824 w 175763"/>
                    <a:gd name="connsiteY6" fmla="*/ 100012 h 112466"/>
                    <a:gd name="connsiteX7" fmla="*/ 65487 w 175763"/>
                    <a:gd name="connsiteY7" fmla="*/ 88106 h 112466"/>
                    <a:gd name="connsiteX8" fmla="*/ 3574 w 175763"/>
                    <a:gd name="connsiteY8" fmla="*/ 97630 h 112466"/>
                    <a:gd name="connsiteX9" fmla="*/ 8337 w 175763"/>
                    <a:gd name="connsiteY9" fmla="*/ 64293 h 112466"/>
                    <a:gd name="connsiteX10" fmla="*/ 15481 w 175763"/>
                    <a:gd name="connsiteY10" fmla="*/ 11905 h 112466"/>
                    <a:gd name="connsiteX0" fmla="*/ 15481 w 175763"/>
                    <a:gd name="connsiteY0" fmla="*/ 11905 h 112466"/>
                    <a:gd name="connsiteX1" fmla="*/ 77393 w 175763"/>
                    <a:gd name="connsiteY1" fmla="*/ 0 h 112466"/>
                    <a:gd name="connsiteX2" fmla="*/ 122637 w 175763"/>
                    <a:gd name="connsiteY2" fmla="*/ 11905 h 112466"/>
                    <a:gd name="connsiteX3" fmla="*/ 175024 w 175763"/>
                    <a:gd name="connsiteY3" fmla="*/ 52387 h 112466"/>
                    <a:gd name="connsiteX4" fmla="*/ 151212 w 175763"/>
                    <a:gd name="connsiteY4" fmla="*/ 107155 h 112466"/>
                    <a:gd name="connsiteX5" fmla="*/ 120256 w 175763"/>
                    <a:gd name="connsiteY5" fmla="*/ 109537 h 112466"/>
                    <a:gd name="connsiteX6" fmla="*/ 98824 w 175763"/>
                    <a:gd name="connsiteY6" fmla="*/ 100012 h 112466"/>
                    <a:gd name="connsiteX7" fmla="*/ 65487 w 175763"/>
                    <a:gd name="connsiteY7" fmla="*/ 88106 h 112466"/>
                    <a:gd name="connsiteX8" fmla="*/ 3574 w 175763"/>
                    <a:gd name="connsiteY8" fmla="*/ 97630 h 112466"/>
                    <a:gd name="connsiteX9" fmla="*/ 8337 w 175763"/>
                    <a:gd name="connsiteY9" fmla="*/ 64293 h 112466"/>
                    <a:gd name="connsiteX10" fmla="*/ 15481 w 175763"/>
                    <a:gd name="connsiteY10" fmla="*/ 11905 h 112466"/>
                    <a:gd name="connsiteX0" fmla="*/ 7957 w 168239"/>
                    <a:gd name="connsiteY0" fmla="*/ 11905 h 112466"/>
                    <a:gd name="connsiteX1" fmla="*/ 69869 w 168239"/>
                    <a:gd name="connsiteY1" fmla="*/ 0 h 112466"/>
                    <a:gd name="connsiteX2" fmla="*/ 115113 w 168239"/>
                    <a:gd name="connsiteY2" fmla="*/ 11905 h 112466"/>
                    <a:gd name="connsiteX3" fmla="*/ 167500 w 168239"/>
                    <a:gd name="connsiteY3" fmla="*/ 52387 h 112466"/>
                    <a:gd name="connsiteX4" fmla="*/ 143688 w 168239"/>
                    <a:gd name="connsiteY4" fmla="*/ 107155 h 112466"/>
                    <a:gd name="connsiteX5" fmla="*/ 112732 w 168239"/>
                    <a:gd name="connsiteY5" fmla="*/ 109537 h 112466"/>
                    <a:gd name="connsiteX6" fmla="*/ 91300 w 168239"/>
                    <a:gd name="connsiteY6" fmla="*/ 100012 h 112466"/>
                    <a:gd name="connsiteX7" fmla="*/ 57963 w 168239"/>
                    <a:gd name="connsiteY7" fmla="*/ 88106 h 112466"/>
                    <a:gd name="connsiteX8" fmla="*/ 7956 w 168239"/>
                    <a:gd name="connsiteY8" fmla="*/ 97630 h 112466"/>
                    <a:gd name="connsiteX9" fmla="*/ 813 w 168239"/>
                    <a:gd name="connsiteY9" fmla="*/ 64293 h 112466"/>
                    <a:gd name="connsiteX10" fmla="*/ 7957 w 168239"/>
                    <a:gd name="connsiteY10" fmla="*/ 11905 h 112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239" h="112466">
                      <a:moveTo>
                        <a:pt x="7957" y="11905"/>
                      </a:moveTo>
                      <a:cubicBezTo>
                        <a:pt x="19466" y="1190"/>
                        <a:pt x="52010" y="0"/>
                        <a:pt x="69869" y="0"/>
                      </a:cubicBezTo>
                      <a:cubicBezTo>
                        <a:pt x="87728" y="0"/>
                        <a:pt x="98841" y="3174"/>
                        <a:pt x="115113" y="11905"/>
                      </a:cubicBezTo>
                      <a:cubicBezTo>
                        <a:pt x="131385" y="20636"/>
                        <a:pt x="162738" y="36512"/>
                        <a:pt x="167500" y="52387"/>
                      </a:cubicBezTo>
                      <a:cubicBezTo>
                        <a:pt x="172262" y="68262"/>
                        <a:pt x="152816" y="97630"/>
                        <a:pt x="143688" y="107155"/>
                      </a:cubicBezTo>
                      <a:cubicBezTo>
                        <a:pt x="134560" y="116680"/>
                        <a:pt x="121463" y="110727"/>
                        <a:pt x="112732" y="109537"/>
                      </a:cubicBezTo>
                      <a:cubicBezTo>
                        <a:pt x="104001" y="108347"/>
                        <a:pt x="100428" y="103584"/>
                        <a:pt x="91300" y="100012"/>
                      </a:cubicBezTo>
                      <a:cubicBezTo>
                        <a:pt x="82172" y="96440"/>
                        <a:pt x="71854" y="88503"/>
                        <a:pt x="57963" y="88106"/>
                      </a:cubicBezTo>
                      <a:cubicBezTo>
                        <a:pt x="44072" y="87709"/>
                        <a:pt x="17481" y="101599"/>
                        <a:pt x="7956" y="97630"/>
                      </a:cubicBezTo>
                      <a:cubicBezTo>
                        <a:pt x="-1569" y="93661"/>
                        <a:pt x="813" y="78580"/>
                        <a:pt x="813" y="64293"/>
                      </a:cubicBezTo>
                      <a:cubicBezTo>
                        <a:pt x="813" y="50006"/>
                        <a:pt x="-3552" y="22620"/>
                        <a:pt x="7957" y="11905"/>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Freeform: Shape 1343">
                  <a:extLst>
                    <a:ext uri="{FF2B5EF4-FFF2-40B4-BE49-F238E27FC236}">
                      <a16:creationId xmlns:a16="http://schemas.microsoft.com/office/drawing/2014/main" id="{A7AD1F55-B60D-701F-267A-0F57424C81CE}"/>
                    </a:ext>
                  </a:extLst>
                </p:cNvPr>
                <p:cNvSpPr/>
                <p:nvPr/>
              </p:nvSpPr>
              <p:spPr>
                <a:xfrm>
                  <a:off x="1593031" y="4012405"/>
                  <a:ext cx="267588" cy="126179"/>
                </a:xfrm>
                <a:custGeom>
                  <a:avLst/>
                  <a:gdLst>
                    <a:gd name="connsiteX0" fmla="*/ 0 w 123276"/>
                    <a:gd name="connsiteY0" fmla="*/ 2520 h 45655"/>
                    <a:gd name="connsiteX1" fmla="*/ 57150 w 123276"/>
                    <a:gd name="connsiteY1" fmla="*/ 2520 h 45655"/>
                    <a:gd name="connsiteX2" fmla="*/ 50007 w 123276"/>
                    <a:gd name="connsiteY2" fmla="*/ 28714 h 45655"/>
                    <a:gd name="connsiteX3" fmla="*/ 61913 w 123276"/>
                    <a:gd name="connsiteY3" fmla="*/ 31095 h 45655"/>
                    <a:gd name="connsiteX4" fmla="*/ 61913 w 123276"/>
                    <a:gd name="connsiteY4" fmla="*/ 45382 h 45655"/>
                    <a:gd name="connsiteX5" fmla="*/ 61913 w 123276"/>
                    <a:gd name="connsiteY5" fmla="*/ 16807 h 45655"/>
                    <a:gd name="connsiteX6" fmla="*/ 85725 w 123276"/>
                    <a:gd name="connsiteY6" fmla="*/ 12045 h 45655"/>
                    <a:gd name="connsiteX7" fmla="*/ 102394 w 123276"/>
                    <a:gd name="connsiteY7" fmla="*/ 14426 h 45655"/>
                    <a:gd name="connsiteX8" fmla="*/ 121444 w 123276"/>
                    <a:gd name="connsiteY8" fmla="*/ 26332 h 45655"/>
                    <a:gd name="connsiteX9" fmla="*/ 121444 w 123276"/>
                    <a:gd name="connsiteY9" fmla="*/ 35857 h 45655"/>
                    <a:gd name="connsiteX0" fmla="*/ 0 w 123276"/>
                    <a:gd name="connsiteY0" fmla="*/ 2688 h 45922"/>
                    <a:gd name="connsiteX1" fmla="*/ 57150 w 123276"/>
                    <a:gd name="connsiteY1" fmla="*/ 2688 h 45922"/>
                    <a:gd name="connsiteX2" fmla="*/ 61913 w 123276"/>
                    <a:gd name="connsiteY2" fmla="*/ 31263 h 45922"/>
                    <a:gd name="connsiteX3" fmla="*/ 61913 w 123276"/>
                    <a:gd name="connsiteY3" fmla="*/ 45550 h 45922"/>
                    <a:gd name="connsiteX4" fmla="*/ 61913 w 123276"/>
                    <a:gd name="connsiteY4" fmla="*/ 16975 h 45922"/>
                    <a:gd name="connsiteX5" fmla="*/ 85725 w 123276"/>
                    <a:gd name="connsiteY5" fmla="*/ 12213 h 45922"/>
                    <a:gd name="connsiteX6" fmla="*/ 102394 w 123276"/>
                    <a:gd name="connsiteY6" fmla="*/ 14594 h 45922"/>
                    <a:gd name="connsiteX7" fmla="*/ 121444 w 123276"/>
                    <a:gd name="connsiteY7" fmla="*/ 26500 h 45922"/>
                    <a:gd name="connsiteX8" fmla="*/ 121444 w 123276"/>
                    <a:gd name="connsiteY8" fmla="*/ 36025 h 45922"/>
                    <a:gd name="connsiteX0" fmla="*/ 0 w 123276"/>
                    <a:gd name="connsiteY0" fmla="*/ 14289 h 57523"/>
                    <a:gd name="connsiteX1" fmla="*/ 23813 w 123276"/>
                    <a:gd name="connsiteY1" fmla="*/ 0 h 57523"/>
                    <a:gd name="connsiteX2" fmla="*/ 57150 w 123276"/>
                    <a:gd name="connsiteY2" fmla="*/ 14289 h 57523"/>
                    <a:gd name="connsiteX3" fmla="*/ 61913 w 123276"/>
                    <a:gd name="connsiteY3" fmla="*/ 42864 h 57523"/>
                    <a:gd name="connsiteX4" fmla="*/ 61913 w 123276"/>
                    <a:gd name="connsiteY4" fmla="*/ 57151 h 57523"/>
                    <a:gd name="connsiteX5" fmla="*/ 61913 w 123276"/>
                    <a:gd name="connsiteY5" fmla="*/ 28576 h 57523"/>
                    <a:gd name="connsiteX6" fmla="*/ 85725 w 123276"/>
                    <a:gd name="connsiteY6" fmla="*/ 23814 h 57523"/>
                    <a:gd name="connsiteX7" fmla="*/ 102394 w 123276"/>
                    <a:gd name="connsiteY7" fmla="*/ 26195 h 57523"/>
                    <a:gd name="connsiteX8" fmla="*/ 121444 w 123276"/>
                    <a:gd name="connsiteY8" fmla="*/ 38101 h 57523"/>
                    <a:gd name="connsiteX9" fmla="*/ 121444 w 123276"/>
                    <a:gd name="connsiteY9" fmla="*/ 47626 h 57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276" h="57523">
                      <a:moveTo>
                        <a:pt x="0" y="14289"/>
                      </a:moveTo>
                      <a:cubicBezTo>
                        <a:pt x="3969" y="14289"/>
                        <a:pt x="14288" y="0"/>
                        <a:pt x="23813" y="0"/>
                      </a:cubicBezTo>
                      <a:cubicBezTo>
                        <a:pt x="33338" y="0"/>
                        <a:pt x="50800" y="7145"/>
                        <a:pt x="57150" y="14289"/>
                      </a:cubicBezTo>
                      <a:cubicBezTo>
                        <a:pt x="63500" y="21433"/>
                        <a:pt x="61119" y="35720"/>
                        <a:pt x="61913" y="42864"/>
                      </a:cubicBezTo>
                      <a:cubicBezTo>
                        <a:pt x="62707" y="50008"/>
                        <a:pt x="61913" y="59532"/>
                        <a:pt x="61913" y="57151"/>
                      </a:cubicBezTo>
                      <a:cubicBezTo>
                        <a:pt x="61913" y="54770"/>
                        <a:pt x="57944" y="34132"/>
                        <a:pt x="61913" y="28576"/>
                      </a:cubicBezTo>
                      <a:cubicBezTo>
                        <a:pt x="65882" y="23020"/>
                        <a:pt x="78978" y="24211"/>
                        <a:pt x="85725" y="23814"/>
                      </a:cubicBezTo>
                      <a:cubicBezTo>
                        <a:pt x="92472" y="23417"/>
                        <a:pt x="96441" y="23814"/>
                        <a:pt x="102394" y="26195"/>
                      </a:cubicBezTo>
                      <a:cubicBezTo>
                        <a:pt x="108347" y="28576"/>
                        <a:pt x="121444" y="38101"/>
                        <a:pt x="121444" y="38101"/>
                      </a:cubicBezTo>
                      <a:cubicBezTo>
                        <a:pt x="124619" y="41673"/>
                        <a:pt x="123031" y="44649"/>
                        <a:pt x="121444" y="47626"/>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Freeform: Shape 1344">
                  <a:extLst>
                    <a:ext uri="{FF2B5EF4-FFF2-40B4-BE49-F238E27FC236}">
                      <a16:creationId xmlns:a16="http://schemas.microsoft.com/office/drawing/2014/main" id="{31BD2636-9F3B-15AD-3D16-91D58982BA93}"/>
                    </a:ext>
                  </a:extLst>
                </p:cNvPr>
                <p:cNvSpPr/>
                <p:nvPr/>
              </p:nvSpPr>
              <p:spPr>
                <a:xfrm>
                  <a:off x="1688704" y="4005021"/>
                  <a:ext cx="136929" cy="56004"/>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082" h="25531">
                      <a:moveTo>
                        <a:pt x="189" y="2693"/>
                      </a:moveTo>
                      <a:cubicBezTo>
                        <a:pt x="2186" y="381"/>
                        <a:pt x="18333" y="-1345"/>
                        <a:pt x="28255" y="1433"/>
                      </a:cubicBezTo>
                      <a:cubicBezTo>
                        <a:pt x="36238" y="2088"/>
                        <a:pt x="44670" y="3273"/>
                        <a:pt x="50280" y="7709"/>
                      </a:cubicBezTo>
                      <a:cubicBezTo>
                        <a:pt x="55890" y="12145"/>
                        <a:pt x="63925" y="19905"/>
                        <a:pt x="63011" y="22619"/>
                      </a:cubicBezTo>
                      <a:cubicBezTo>
                        <a:pt x="62097" y="25333"/>
                        <a:pt x="52036" y="23945"/>
                        <a:pt x="44795" y="23993"/>
                      </a:cubicBezTo>
                      <a:cubicBezTo>
                        <a:pt x="37554" y="24041"/>
                        <a:pt x="26511" y="26527"/>
                        <a:pt x="21757" y="25080"/>
                      </a:cubicBezTo>
                      <a:cubicBezTo>
                        <a:pt x="17003" y="23633"/>
                        <a:pt x="19866" y="18858"/>
                        <a:pt x="16271" y="15308"/>
                      </a:cubicBezTo>
                      <a:cubicBezTo>
                        <a:pt x="12676" y="11758"/>
                        <a:pt x="-1808" y="5005"/>
                        <a:pt x="189" y="269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Freeform: Shape 1347">
                  <a:extLst>
                    <a:ext uri="{FF2B5EF4-FFF2-40B4-BE49-F238E27FC236}">
                      <a16:creationId xmlns:a16="http://schemas.microsoft.com/office/drawing/2014/main" id="{07A77230-D7A0-27AE-F786-4CF74986959C}"/>
                    </a:ext>
                  </a:extLst>
                </p:cNvPr>
                <p:cNvSpPr/>
                <p:nvPr/>
              </p:nvSpPr>
              <p:spPr>
                <a:xfrm>
                  <a:off x="1742624" y="4076018"/>
                  <a:ext cx="80054" cy="38466"/>
                </a:xfrm>
                <a:custGeom>
                  <a:avLst/>
                  <a:gdLst>
                    <a:gd name="connsiteX0" fmla="*/ 394 w 76945"/>
                    <a:gd name="connsiteY0" fmla="*/ 19291 h 35538"/>
                    <a:gd name="connsiteX1" fmla="*/ 48019 w 76945"/>
                    <a:gd name="connsiteY1" fmla="*/ 241 h 35538"/>
                    <a:gd name="connsiteX2" fmla="*/ 76594 w 76945"/>
                    <a:gd name="connsiteY2" fmla="*/ 33579 h 35538"/>
                    <a:gd name="connsiteX3" fmla="*/ 394 w 76945"/>
                    <a:gd name="connsiteY3" fmla="*/ 19291 h 35538"/>
                    <a:gd name="connsiteX0" fmla="*/ 3544 w 80054"/>
                    <a:gd name="connsiteY0" fmla="*/ 22211 h 38466"/>
                    <a:gd name="connsiteX1" fmla="*/ 16505 w 80054"/>
                    <a:gd name="connsiteY1" fmla="*/ 2568 h 38466"/>
                    <a:gd name="connsiteX2" fmla="*/ 51169 w 80054"/>
                    <a:gd name="connsiteY2" fmla="*/ 3161 h 38466"/>
                    <a:gd name="connsiteX3" fmla="*/ 79744 w 80054"/>
                    <a:gd name="connsiteY3" fmla="*/ 36499 h 38466"/>
                    <a:gd name="connsiteX4" fmla="*/ 3544 w 80054"/>
                    <a:gd name="connsiteY4" fmla="*/ 22211 h 38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54" h="38466">
                      <a:moveTo>
                        <a:pt x="3544" y="22211"/>
                      </a:moveTo>
                      <a:cubicBezTo>
                        <a:pt x="-6996" y="16556"/>
                        <a:pt x="8567" y="5743"/>
                        <a:pt x="16505" y="2568"/>
                      </a:cubicBezTo>
                      <a:cubicBezTo>
                        <a:pt x="24443" y="-607"/>
                        <a:pt x="41423" y="-1303"/>
                        <a:pt x="51169" y="3161"/>
                      </a:cubicBezTo>
                      <a:cubicBezTo>
                        <a:pt x="60915" y="7625"/>
                        <a:pt x="82919" y="28958"/>
                        <a:pt x="79744" y="36499"/>
                      </a:cubicBezTo>
                      <a:cubicBezTo>
                        <a:pt x="76569" y="44040"/>
                        <a:pt x="14084" y="27866"/>
                        <a:pt x="3544" y="222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9" name="Freeform: Shape 1348">
                  <a:extLst>
                    <a:ext uri="{FF2B5EF4-FFF2-40B4-BE49-F238E27FC236}">
                      <a16:creationId xmlns:a16="http://schemas.microsoft.com/office/drawing/2014/main" id="{52D361F3-E984-E9E6-F001-B8FB85297C4D}"/>
                    </a:ext>
                  </a:extLst>
                </p:cNvPr>
                <p:cNvSpPr/>
                <p:nvPr/>
              </p:nvSpPr>
              <p:spPr>
                <a:xfrm>
                  <a:off x="1591313" y="4021695"/>
                  <a:ext cx="112527" cy="57420"/>
                </a:xfrm>
                <a:custGeom>
                  <a:avLst/>
                  <a:gdLst>
                    <a:gd name="connsiteX0" fmla="*/ 394 w 76945"/>
                    <a:gd name="connsiteY0" fmla="*/ 19291 h 35538"/>
                    <a:gd name="connsiteX1" fmla="*/ 48019 w 76945"/>
                    <a:gd name="connsiteY1" fmla="*/ 241 h 35538"/>
                    <a:gd name="connsiteX2" fmla="*/ 76594 w 76945"/>
                    <a:gd name="connsiteY2" fmla="*/ 33579 h 35538"/>
                    <a:gd name="connsiteX3" fmla="*/ 394 w 76945"/>
                    <a:gd name="connsiteY3" fmla="*/ 19291 h 35538"/>
                    <a:gd name="connsiteX0" fmla="*/ 3544 w 80054"/>
                    <a:gd name="connsiteY0" fmla="*/ 22211 h 38466"/>
                    <a:gd name="connsiteX1" fmla="*/ 16505 w 80054"/>
                    <a:gd name="connsiteY1" fmla="*/ 2568 h 38466"/>
                    <a:gd name="connsiteX2" fmla="*/ 51169 w 80054"/>
                    <a:gd name="connsiteY2" fmla="*/ 3161 h 38466"/>
                    <a:gd name="connsiteX3" fmla="*/ 79744 w 80054"/>
                    <a:gd name="connsiteY3" fmla="*/ 36499 h 38466"/>
                    <a:gd name="connsiteX4" fmla="*/ 3544 w 80054"/>
                    <a:gd name="connsiteY4" fmla="*/ 22211 h 38466"/>
                    <a:gd name="connsiteX0" fmla="*/ 3544 w 81429"/>
                    <a:gd name="connsiteY0" fmla="*/ 29685 h 44978"/>
                    <a:gd name="connsiteX1" fmla="*/ 16505 w 81429"/>
                    <a:gd name="connsiteY1" fmla="*/ 10042 h 44978"/>
                    <a:gd name="connsiteX2" fmla="*/ 53550 w 81429"/>
                    <a:gd name="connsiteY2" fmla="*/ 1110 h 44978"/>
                    <a:gd name="connsiteX3" fmla="*/ 79744 w 81429"/>
                    <a:gd name="connsiteY3" fmla="*/ 43973 h 44978"/>
                    <a:gd name="connsiteX4" fmla="*/ 3544 w 81429"/>
                    <a:gd name="connsiteY4" fmla="*/ 29685 h 44978"/>
                    <a:gd name="connsiteX0" fmla="*/ 4374 w 93702"/>
                    <a:gd name="connsiteY0" fmla="*/ 29685 h 40517"/>
                    <a:gd name="connsiteX1" fmla="*/ 17335 w 93702"/>
                    <a:gd name="connsiteY1" fmla="*/ 10042 h 40517"/>
                    <a:gd name="connsiteX2" fmla="*/ 54380 w 93702"/>
                    <a:gd name="connsiteY2" fmla="*/ 1110 h 40517"/>
                    <a:gd name="connsiteX3" fmla="*/ 92481 w 93702"/>
                    <a:gd name="connsiteY3" fmla="*/ 39211 h 40517"/>
                    <a:gd name="connsiteX4" fmla="*/ 4374 w 93702"/>
                    <a:gd name="connsiteY4" fmla="*/ 29685 h 40517"/>
                    <a:gd name="connsiteX0" fmla="*/ 974 w 89193"/>
                    <a:gd name="connsiteY0" fmla="*/ 29685 h 39417"/>
                    <a:gd name="connsiteX1" fmla="*/ 13935 w 89193"/>
                    <a:gd name="connsiteY1" fmla="*/ 10042 h 39417"/>
                    <a:gd name="connsiteX2" fmla="*/ 50980 w 89193"/>
                    <a:gd name="connsiteY2" fmla="*/ 1110 h 39417"/>
                    <a:gd name="connsiteX3" fmla="*/ 89081 w 89193"/>
                    <a:gd name="connsiteY3" fmla="*/ 39211 h 39417"/>
                    <a:gd name="connsiteX4" fmla="*/ 37828 w 89193"/>
                    <a:gd name="connsiteY4" fmla="*/ 16906 h 39417"/>
                    <a:gd name="connsiteX5" fmla="*/ 974 w 89193"/>
                    <a:gd name="connsiteY5" fmla="*/ 29685 h 39417"/>
                    <a:gd name="connsiteX0" fmla="*/ 1405 w 89536"/>
                    <a:gd name="connsiteY0" fmla="*/ 29685 h 43078"/>
                    <a:gd name="connsiteX1" fmla="*/ 14366 w 89536"/>
                    <a:gd name="connsiteY1" fmla="*/ 10042 h 43078"/>
                    <a:gd name="connsiteX2" fmla="*/ 51411 w 89536"/>
                    <a:gd name="connsiteY2" fmla="*/ 1110 h 43078"/>
                    <a:gd name="connsiteX3" fmla="*/ 89512 w 89536"/>
                    <a:gd name="connsiteY3" fmla="*/ 39211 h 43078"/>
                    <a:gd name="connsiteX4" fmla="*/ 45402 w 89536"/>
                    <a:gd name="connsiteY4" fmla="*/ 40718 h 43078"/>
                    <a:gd name="connsiteX5" fmla="*/ 1405 w 89536"/>
                    <a:gd name="connsiteY5" fmla="*/ 29685 h 43078"/>
                    <a:gd name="connsiteX0" fmla="*/ 532 w 112475"/>
                    <a:gd name="connsiteY0" fmla="*/ 43973 h 45447"/>
                    <a:gd name="connsiteX1" fmla="*/ 37305 w 112475"/>
                    <a:gd name="connsiteY1" fmla="*/ 10042 h 45447"/>
                    <a:gd name="connsiteX2" fmla="*/ 74350 w 112475"/>
                    <a:gd name="connsiteY2" fmla="*/ 1110 h 45447"/>
                    <a:gd name="connsiteX3" fmla="*/ 112451 w 112475"/>
                    <a:gd name="connsiteY3" fmla="*/ 39211 h 45447"/>
                    <a:gd name="connsiteX4" fmla="*/ 68341 w 112475"/>
                    <a:gd name="connsiteY4" fmla="*/ 40718 h 45447"/>
                    <a:gd name="connsiteX5" fmla="*/ 532 w 112475"/>
                    <a:gd name="connsiteY5" fmla="*/ 43973 h 45447"/>
                    <a:gd name="connsiteX0" fmla="*/ 5 w 111948"/>
                    <a:gd name="connsiteY0" fmla="*/ 43973 h 44486"/>
                    <a:gd name="connsiteX1" fmla="*/ 36778 w 111948"/>
                    <a:gd name="connsiteY1" fmla="*/ 10042 h 44486"/>
                    <a:gd name="connsiteX2" fmla="*/ 73823 w 111948"/>
                    <a:gd name="connsiteY2" fmla="*/ 1110 h 44486"/>
                    <a:gd name="connsiteX3" fmla="*/ 111924 w 111948"/>
                    <a:gd name="connsiteY3" fmla="*/ 39211 h 44486"/>
                    <a:gd name="connsiteX4" fmla="*/ 67814 w 111948"/>
                    <a:gd name="connsiteY4" fmla="*/ 40718 h 44486"/>
                    <a:gd name="connsiteX5" fmla="*/ 34479 w 111948"/>
                    <a:gd name="connsiteY5" fmla="*/ 31193 h 44486"/>
                    <a:gd name="connsiteX6" fmla="*/ 5 w 111948"/>
                    <a:gd name="connsiteY6" fmla="*/ 43973 h 44486"/>
                    <a:gd name="connsiteX0" fmla="*/ 5 w 111925"/>
                    <a:gd name="connsiteY0" fmla="*/ 43973 h 44486"/>
                    <a:gd name="connsiteX1" fmla="*/ 36778 w 111925"/>
                    <a:gd name="connsiteY1" fmla="*/ 10042 h 44486"/>
                    <a:gd name="connsiteX2" fmla="*/ 73823 w 111925"/>
                    <a:gd name="connsiteY2" fmla="*/ 1110 h 44486"/>
                    <a:gd name="connsiteX3" fmla="*/ 111924 w 111925"/>
                    <a:gd name="connsiteY3" fmla="*/ 39211 h 44486"/>
                    <a:gd name="connsiteX4" fmla="*/ 74958 w 111925"/>
                    <a:gd name="connsiteY4" fmla="*/ 43099 h 44486"/>
                    <a:gd name="connsiteX5" fmla="*/ 34479 w 111925"/>
                    <a:gd name="connsiteY5" fmla="*/ 31193 h 44486"/>
                    <a:gd name="connsiteX6" fmla="*/ 5 w 111925"/>
                    <a:gd name="connsiteY6" fmla="*/ 43973 h 44486"/>
                    <a:gd name="connsiteX0" fmla="*/ 607 w 112527"/>
                    <a:gd name="connsiteY0" fmla="*/ 43973 h 57420"/>
                    <a:gd name="connsiteX1" fmla="*/ 37380 w 112527"/>
                    <a:gd name="connsiteY1" fmla="*/ 10042 h 57420"/>
                    <a:gd name="connsiteX2" fmla="*/ 74425 w 112527"/>
                    <a:gd name="connsiteY2" fmla="*/ 1110 h 57420"/>
                    <a:gd name="connsiteX3" fmla="*/ 112526 w 112527"/>
                    <a:gd name="connsiteY3" fmla="*/ 39211 h 57420"/>
                    <a:gd name="connsiteX4" fmla="*/ 75560 w 112527"/>
                    <a:gd name="connsiteY4" fmla="*/ 43099 h 57420"/>
                    <a:gd name="connsiteX5" fmla="*/ 18412 w 112527"/>
                    <a:gd name="connsiteY5" fmla="*/ 57387 h 57420"/>
                    <a:gd name="connsiteX6" fmla="*/ 607 w 112527"/>
                    <a:gd name="connsiteY6" fmla="*/ 43973 h 57420"/>
                    <a:gd name="connsiteX0" fmla="*/ 607 w 112527"/>
                    <a:gd name="connsiteY0" fmla="*/ 43973 h 57420"/>
                    <a:gd name="connsiteX1" fmla="*/ 37380 w 112527"/>
                    <a:gd name="connsiteY1" fmla="*/ 10042 h 57420"/>
                    <a:gd name="connsiteX2" fmla="*/ 74425 w 112527"/>
                    <a:gd name="connsiteY2" fmla="*/ 1110 h 57420"/>
                    <a:gd name="connsiteX3" fmla="*/ 112526 w 112527"/>
                    <a:gd name="connsiteY3" fmla="*/ 39211 h 57420"/>
                    <a:gd name="connsiteX4" fmla="*/ 75560 w 112527"/>
                    <a:gd name="connsiteY4" fmla="*/ 26430 h 57420"/>
                    <a:gd name="connsiteX5" fmla="*/ 18412 w 112527"/>
                    <a:gd name="connsiteY5" fmla="*/ 57387 h 57420"/>
                    <a:gd name="connsiteX6" fmla="*/ 607 w 112527"/>
                    <a:gd name="connsiteY6" fmla="*/ 43973 h 5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527" h="57420">
                      <a:moveTo>
                        <a:pt x="607" y="43973"/>
                      </a:moveTo>
                      <a:cubicBezTo>
                        <a:pt x="3768" y="36082"/>
                        <a:pt x="29442" y="13217"/>
                        <a:pt x="37380" y="10042"/>
                      </a:cubicBezTo>
                      <a:cubicBezTo>
                        <a:pt x="45318" y="6867"/>
                        <a:pt x="64679" y="-3354"/>
                        <a:pt x="74425" y="1110"/>
                      </a:cubicBezTo>
                      <a:cubicBezTo>
                        <a:pt x="84171" y="5574"/>
                        <a:pt x="112337" y="34991"/>
                        <a:pt x="112526" y="39211"/>
                      </a:cubicBezTo>
                      <a:cubicBezTo>
                        <a:pt x="112715" y="43431"/>
                        <a:pt x="88467" y="26179"/>
                        <a:pt x="75560" y="26430"/>
                      </a:cubicBezTo>
                      <a:cubicBezTo>
                        <a:pt x="62653" y="26681"/>
                        <a:pt x="29713" y="56845"/>
                        <a:pt x="18412" y="57387"/>
                      </a:cubicBezTo>
                      <a:cubicBezTo>
                        <a:pt x="7111" y="57929"/>
                        <a:pt x="-2554" y="51864"/>
                        <a:pt x="607" y="4397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D1DC7CF5-CE9B-E1C3-37D8-3966FA4B82C5}"/>
                  </a:ext>
                </a:extLst>
              </p:cNvPr>
              <p:cNvGrpSpPr/>
              <p:nvPr/>
            </p:nvGrpSpPr>
            <p:grpSpPr>
              <a:xfrm>
                <a:off x="1516206" y="4164280"/>
                <a:ext cx="352765" cy="253488"/>
                <a:chOff x="2911739" y="4091025"/>
                <a:chExt cx="127345" cy="100059"/>
              </a:xfrm>
              <a:solidFill>
                <a:srgbClr val="F9F9F9"/>
              </a:solidFill>
            </p:grpSpPr>
            <p:sp>
              <p:nvSpPr>
                <p:cNvPr id="43" name="Freeform: Shape 42">
                  <a:extLst>
                    <a:ext uri="{FF2B5EF4-FFF2-40B4-BE49-F238E27FC236}">
                      <a16:creationId xmlns:a16="http://schemas.microsoft.com/office/drawing/2014/main" id="{F8C57478-F24F-3398-5849-2824BB86FA26}"/>
                    </a:ext>
                  </a:extLst>
                </p:cNvPr>
                <p:cNvSpPr/>
                <p:nvPr/>
              </p:nvSpPr>
              <p:spPr>
                <a:xfrm>
                  <a:off x="2911739" y="4091025"/>
                  <a:ext cx="127345" cy="100059"/>
                </a:xfrm>
                <a:custGeom>
                  <a:avLst/>
                  <a:gdLst>
                    <a:gd name="connsiteX0" fmla="*/ 28583 w 141636"/>
                    <a:gd name="connsiteY0" fmla="*/ 6182 h 104662"/>
                    <a:gd name="connsiteX1" fmla="*/ 90495 w 141636"/>
                    <a:gd name="connsiteY1" fmla="*/ 8564 h 104662"/>
                    <a:gd name="connsiteX2" fmla="*/ 119070 w 141636"/>
                    <a:gd name="connsiteY2" fmla="*/ 32376 h 104662"/>
                    <a:gd name="connsiteX3" fmla="*/ 140501 w 141636"/>
                    <a:gd name="connsiteY3" fmla="*/ 46664 h 104662"/>
                    <a:gd name="connsiteX4" fmla="*/ 138120 w 141636"/>
                    <a:gd name="connsiteY4" fmla="*/ 70476 h 104662"/>
                    <a:gd name="connsiteX5" fmla="*/ 133358 w 141636"/>
                    <a:gd name="connsiteY5" fmla="*/ 103814 h 104662"/>
                    <a:gd name="connsiteX6" fmla="*/ 111926 w 141636"/>
                    <a:gd name="connsiteY6" fmla="*/ 94289 h 104662"/>
                    <a:gd name="connsiteX7" fmla="*/ 69064 w 141636"/>
                    <a:gd name="connsiteY7" fmla="*/ 89526 h 104662"/>
                    <a:gd name="connsiteX8" fmla="*/ 16676 w 141636"/>
                    <a:gd name="connsiteY8" fmla="*/ 91907 h 104662"/>
                    <a:gd name="connsiteX9" fmla="*/ 7151 w 141636"/>
                    <a:gd name="connsiteY9" fmla="*/ 99051 h 104662"/>
                    <a:gd name="connsiteX10" fmla="*/ 8 w 141636"/>
                    <a:gd name="connsiteY10" fmla="*/ 87145 h 104662"/>
                    <a:gd name="connsiteX11" fmla="*/ 28583 w 141636"/>
                    <a:gd name="connsiteY11" fmla="*/ 6182 h 104662"/>
                    <a:gd name="connsiteX0" fmla="*/ 28583 w 141636"/>
                    <a:gd name="connsiteY0" fmla="*/ 6182 h 106027"/>
                    <a:gd name="connsiteX1" fmla="*/ 90495 w 141636"/>
                    <a:gd name="connsiteY1" fmla="*/ 8564 h 106027"/>
                    <a:gd name="connsiteX2" fmla="*/ 119070 w 141636"/>
                    <a:gd name="connsiteY2" fmla="*/ 32376 h 106027"/>
                    <a:gd name="connsiteX3" fmla="*/ 140501 w 141636"/>
                    <a:gd name="connsiteY3" fmla="*/ 46664 h 106027"/>
                    <a:gd name="connsiteX4" fmla="*/ 138120 w 141636"/>
                    <a:gd name="connsiteY4" fmla="*/ 70476 h 106027"/>
                    <a:gd name="connsiteX5" fmla="*/ 133358 w 141636"/>
                    <a:gd name="connsiteY5" fmla="*/ 103814 h 106027"/>
                    <a:gd name="connsiteX6" fmla="*/ 111926 w 141636"/>
                    <a:gd name="connsiteY6" fmla="*/ 101432 h 106027"/>
                    <a:gd name="connsiteX7" fmla="*/ 69064 w 141636"/>
                    <a:gd name="connsiteY7" fmla="*/ 89526 h 106027"/>
                    <a:gd name="connsiteX8" fmla="*/ 16676 w 141636"/>
                    <a:gd name="connsiteY8" fmla="*/ 91907 h 106027"/>
                    <a:gd name="connsiteX9" fmla="*/ 7151 w 141636"/>
                    <a:gd name="connsiteY9" fmla="*/ 99051 h 106027"/>
                    <a:gd name="connsiteX10" fmla="*/ 8 w 141636"/>
                    <a:gd name="connsiteY10" fmla="*/ 87145 h 106027"/>
                    <a:gd name="connsiteX11" fmla="*/ 28583 w 141636"/>
                    <a:gd name="connsiteY11" fmla="*/ 6182 h 106027"/>
                    <a:gd name="connsiteX0" fmla="*/ 28583 w 141636"/>
                    <a:gd name="connsiteY0" fmla="*/ 5492 h 105337"/>
                    <a:gd name="connsiteX1" fmla="*/ 90495 w 141636"/>
                    <a:gd name="connsiteY1" fmla="*/ 7874 h 105337"/>
                    <a:gd name="connsiteX2" fmla="*/ 119070 w 141636"/>
                    <a:gd name="connsiteY2" fmla="*/ 12636 h 105337"/>
                    <a:gd name="connsiteX3" fmla="*/ 140501 w 141636"/>
                    <a:gd name="connsiteY3" fmla="*/ 45974 h 105337"/>
                    <a:gd name="connsiteX4" fmla="*/ 138120 w 141636"/>
                    <a:gd name="connsiteY4" fmla="*/ 69786 h 105337"/>
                    <a:gd name="connsiteX5" fmla="*/ 133358 w 141636"/>
                    <a:gd name="connsiteY5" fmla="*/ 103124 h 105337"/>
                    <a:gd name="connsiteX6" fmla="*/ 111926 w 141636"/>
                    <a:gd name="connsiteY6" fmla="*/ 100742 h 105337"/>
                    <a:gd name="connsiteX7" fmla="*/ 69064 w 141636"/>
                    <a:gd name="connsiteY7" fmla="*/ 88836 h 105337"/>
                    <a:gd name="connsiteX8" fmla="*/ 16676 w 141636"/>
                    <a:gd name="connsiteY8" fmla="*/ 91217 h 105337"/>
                    <a:gd name="connsiteX9" fmla="*/ 7151 w 141636"/>
                    <a:gd name="connsiteY9" fmla="*/ 98361 h 105337"/>
                    <a:gd name="connsiteX10" fmla="*/ 8 w 141636"/>
                    <a:gd name="connsiteY10" fmla="*/ 86455 h 105337"/>
                    <a:gd name="connsiteX11" fmla="*/ 28583 w 141636"/>
                    <a:gd name="connsiteY11" fmla="*/ 5492 h 105337"/>
                    <a:gd name="connsiteX0" fmla="*/ 28583 w 141636"/>
                    <a:gd name="connsiteY0" fmla="*/ 5492 h 105337"/>
                    <a:gd name="connsiteX1" fmla="*/ 90495 w 141636"/>
                    <a:gd name="connsiteY1" fmla="*/ 7874 h 105337"/>
                    <a:gd name="connsiteX2" fmla="*/ 119070 w 141636"/>
                    <a:gd name="connsiteY2" fmla="*/ 12636 h 105337"/>
                    <a:gd name="connsiteX3" fmla="*/ 140501 w 141636"/>
                    <a:gd name="connsiteY3" fmla="*/ 45974 h 105337"/>
                    <a:gd name="connsiteX4" fmla="*/ 138120 w 141636"/>
                    <a:gd name="connsiteY4" fmla="*/ 69786 h 105337"/>
                    <a:gd name="connsiteX5" fmla="*/ 133358 w 141636"/>
                    <a:gd name="connsiteY5" fmla="*/ 103124 h 105337"/>
                    <a:gd name="connsiteX6" fmla="*/ 111926 w 141636"/>
                    <a:gd name="connsiteY6" fmla="*/ 100742 h 105337"/>
                    <a:gd name="connsiteX7" fmla="*/ 69064 w 141636"/>
                    <a:gd name="connsiteY7" fmla="*/ 88836 h 105337"/>
                    <a:gd name="connsiteX8" fmla="*/ 16676 w 141636"/>
                    <a:gd name="connsiteY8" fmla="*/ 91217 h 105337"/>
                    <a:gd name="connsiteX9" fmla="*/ 7151 w 141636"/>
                    <a:gd name="connsiteY9" fmla="*/ 98361 h 105337"/>
                    <a:gd name="connsiteX10" fmla="*/ 8 w 141636"/>
                    <a:gd name="connsiteY10" fmla="*/ 86455 h 105337"/>
                    <a:gd name="connsiteX11" fmla="*/ 28583 w 141636"/>
                    <a:gd name="connsiteY11" fmla="*/ 5492 h 105337"/>
                    <a:gd name="connsiteX0" fmla="*/ 28583 w 142190"/>
                    <a:gd name="connsiteY0" fmla="*/ 5492 h 100782"/>
                    <a:gd name="connsiteX1" fmla="*/ 90495 w 142190"/>
                    <a:gd name="connsiteY1" fmla="*/ 7874 h 100782"/>
                    <a:gd name="connsiteX2" fmla="*/ 119070 w 142190"/>
                    <a:gd name="connsiteY2" fmla="*/ 12636 h 100782"/>
                    <a:gd name="connsiteX3" fmla="*/ 140501 w 142190"/>
                    <a:gd name="connsiteY3" fmla="*/ 45974 h 100782"/>
                    <a:gd name="connsiteX4" fmla="*/ 138120 w 142190"/>
                    <a:gd name="connsiteY4" fmla="*/ 69786 h 100782"/>
                    <a:gd name="connsiteX5" fmla="*/ 116690 w 142190"/>
                    <a:gd name="connsiteY5" fmla="*/ 84074 h 100782"/>
                    <a:gd name="connsiteX6" fmla="*/ 111926 w 142190"/>
                    <a:gd name="connsiteY6" fmla="*/ 100742 h 100782"/>
                    <a:gd name="connsiteX7" fmla="*/ 69064 w 142190"/>
                    <a:gd name="connsiteY7" fmla="*/ 88836 h 100782"/>
                    <a:gd name="connsiteX8" fmla="*/ 16676 w 142190"/>
                    <a:gd name="connsiteY8" fmla="*/ 91217 h 100782"/>
                    <a:gd name="connsiteX9" fmla="*/ 7151 w 142190"/>
                    <a:gd name="connsiteY9" fmla="*/ 98361 h 100782"/>
                    <a:gd name="connsiteX10" fmla="*/ 8 w 142190"/>
                    <a:gd name="connsiteY10" fmla="*/ 86455 h 100782"/>
                    <a:gd name="connsiteX11" fmla="*/ 28583 w 142190"/>
                    <a:gd name="connsiteY11" fmla="*/ 5492 h 100782"/>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8836 h 98361"/>
                    <a:gd name="connsiteX8" fmla="*/ 16676 w 142190"/>
                    <a:gd name="connsiteY8" fmla="*/ 91217 h 98361"/>
                    <a:gd name="connsiteX9" fmla="*/ 7151 w 142190"/>
                    <a:gd name="connsiteY9" fmla="*/ 98361 h 98361"/>
                    <a:gd name="connsiteX10" fmla="*/ 8 w 142190"/>
                    <a:gd name="connsiteY10" fmla="*/ 86455 h 98361"/>
                    <a:gd name="connsiteX11" fmla="*/ 28583 w 142190"/>
                    <a:gd name="connsiteY11" fmla="*/ 5492 h 98361"/>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1692 h 98361"/>
                    <a:gd name="connsiteX8" fmla="*/ 16676 w 142190"/>
                    <a:gd name="connsiteY8" fmla="*/ 91217 h 98361"/>
                    <a:gd name="connsiteX9" fmla="*/ 7151 w 142190"/>
                    <a:gd name="connsiteY9" fmla="*/ 98361 h 98361"/>
                    <a:gd name="connsiteX10" fmla="*/ 8 w 142190"/>
                    <a:gd name="connsiteY10" fmla="*/ 86455 h 98361"/>
                    <a:gd name="connsiteX11" fmla="*/ 28583 w 142190"/>
                    <a:gd name="connsiteY11" fmla="*/ 5492 h 98361"/>
                    <a:gd name="connsiteX0" fmla="*/ 28583 w 142190"/>
                    <a:gd name="connsiteY0" fmla="*/ 5492 h 98361"/>
                    <a:gd name="connsiteX1" fmla="*/ 90495 w 142190"/>
                    <a:gd name="connsiteY1" fmla="*/ 7874 h 98361"/>
                    <a:gd name="connsiteX2" fmla="*/ 119070 w 142190"/>
                    <a:gd name="connsiteY2" fmla="*/ 12636 h 98361"/>
                    <a:gd name="connsiteX3" fmla="*/ 140501 w 142190"/>
                    <a:gd name="connsiteY3" fmla="*/ 45974 h 98361"/>
                    <a:gd name="connsiteX4" fmla="*/ 138120 w 142190"/>
                    <a:gd name="connsiteY4" fmla="*/ 69786 h 98361"/>
                    <a:gd name="connsiteX5" fmla="*/ 116690 w 142190"/>
                    <a:gd name="connsiteY5" fmla="*/ 84074 h 98361"/>
                    <a:gd name="connsiteX6" fmla="*/ 92876 w 142190"/>
                    <a:gd name="connsiteY6" fmla="*/ 88835 h 98361"/>
                    <a:gd name="connsiteX7" fmla="*/ 69064 w 142190"/>
                    <a:gd name="connsiteY7" fmla="*/ 81692 h 98361"/>
                    <a:gd name="connsiteX8" fmla="*/ 30963 w 142190"/>
                    <a:gd name="connsiteY8" fmla="*/ 74548 h 98361"/>
                    <a:gd name="connsiteX9" fmla="*/ 7151 w 142190"/>
                    <a:gd name="connsiteY9" fmla="*/ 98361 h 98361"/>
                    <a:gd name="connsiteX10" fmla="*/ 8 w 142190"/>
                    <a:gd name="connsiteY10" fmla="*/ 86455 h 98361"/>
                    <a:gd name="connsiteX11" fmla="*/ 28583 w 142190"/>
                    <a:gd name="connsiteY11" fmla="*/ 5492 h 98361"/>
                    <a:gd name="connsiteX0" fmla="*/ 21908 w 135515"/>
                    <a:gd name="connsiteY0" fmla="*/ 3212 h 96081"/>
                    <a:gd name="connsiteX1" fmla="*/ 83820 w 135515"/>
                    <a:gd name="connsiteY1" fmla="*/ 5594 h 96081"/>
                    <a:gd name="connsiteX2" fmla="*/ 112395 w 135515"/>
                    <a:gd name="connsiteY2" fmla="*/ 10356 h 96081"/>
                    <a:gd name="connsiteX3" fmla="*/ 133826 w 135515"/>
                    <a:gd name="connsiteY3" fmla="*/ 43694 h 96081"/>
                    <a:gd name="connsiteX4" fmla="*/ 131445 w 135515"/>
                    <a:gd name="connsiteY4" fmla="*/ 67506 h 96081"/>
                    <a:gd name="connsiteX5" fmla="*/ 110015 w 135515"/>
                    <a:gd name="connsiteY5" fmla="*/ 81794 h 96081"/>
                    <a:gd name="connsiteX6" fmla="*/ 86201 w 135515"/>
                    <a:gd name="connsiteY6" fmla="*/ 86555 h 96081"/>
                    <a:gd name="connsiteX7" fmla="*/ 62389 w 135515"/>
                    <a:gd name="connsiteY7" fmla="*/ 79412 h 96081"/>
                    <a:gd name="connsiteX8" fmla="*/ 24288 w 135515"/>
                    <a:gd name="connsiteY8" fmla="*/ 72268 h 96081"/>
                    <a:gd name="connsiteX9" fmla="*/ 476 w 135515"/>
                    <a:gd name="connsiteY9" fmla="*/ 96081 h 96081"/>
                    <a:gd name="connsiteX10" fmla="*/ 7620 w 135515"/>
                    <a:gd name="connsiteY10" fmla="*/ 53219 h 96081"/>
                    <a:gd name="connsiteX11" fmla="*/ 21908 w 135515"/>
                    <a:gd name="connsiteY11" fmla="*/ 3212 h 96081"/>
                    <a:gd name="connsiteX0" fmla="*/ 16227 w 129834"/>
                    <a:gd name="connsiteY0" fmla="*/ 3212 h 86605"/>
                    <a:gd name="connsiteX1" fmla="*/ 78139 w 129834"/>
                    <a:gd name="connsiteY1" fmla="*/ 5594 h 86605"/>
                    <a:gd name="connsiteX2" fmla="*/ 106714 w 129834"/>
                    <a:gd name="connsiteY2" fmla="*/ 10356 h 86605"/>
                    <a:gd name="connsiteX3" fmla="*/ 128145 w 129834"/>
                    <a:gd name="connsiteY3" fmla="*/ 43694 h 86605"/>
                    <a:gd name="connsiteX4" fmla="*/ 125764 w 129834"/>
                    <a:gd name="connsiteY4" fmla="*/ 67506 h 86605"/>
                    <a:gd name="connsiteX5" fmla="*/ 104334 w 129834"/>
                    <a:gd name="connsiteY5" fmla="*/ 81794 h 86605"/>
                    <a:gd name="connsiteX6" fmla="*/ 80520 w 129834"/>
                    <a:gd name="connsiteY6" fmla="*/ 86555 h 86605"/>
                    <a:gd name="connsiteX7" fmla="*/ 56708 w 129834"/>
                    <a:gd name="connsiteY7" fmla="*/ 79412 h 86605"/>
                    <a:gd name="connsiteX8" fmla="*/ 18607 w 129834"/>
                    <a:gd name="connsiteY8" fmla="*/ 72268 h 86605"/>
                    <a:gd name="connsiteX9" fmla="*/ 1938 w 129834"/>
                    <a:gd name="connsiteY9" fmla="*/ 79412 h 86605"/>
                    <a:gd name="connsiteX10" fmla="*/ 1939 w 129834"/>
                    <a:gd name="connsiteY10" fmla="*/ 53219 h 86605"/>
                    <a:gd name="connsiteX11" fmla="*/ 16227 w 129834"/>
                    <a:gd name="connsiteY11" fmla="*/ 3212 h 86605"/>
                    <a:gd name="connsiteX0" fmla="*/ 16227 w 129834"/>
                    <a:gd name="connsiteY0" fmla="*/ 3212 h 86605"/>
                    <a:gd name="connsiteX1" fmla="*/ 78139 w 129834"/>
                    <a:gd name="connsiteY1" fmla="*/ 5594 h 86605"/>
                    <a:gd name="connsiteX2" fmla="*/ 106714 w 129834"/>
                    <a:gd name="connsiteY2" fmla="*/ 10356 h 86605"/>
                    <a:gd name="connsiteX3" fmla="*/ 128145 w 129834"/>
                    <a:gd name="connsiteY3" fmla="*/ 43694 h 86605"/>
                    <a:gd name="connsiteX4" fmla="*/ 125764 w 129834"/>
                    <a:gd name="connsiteY4" fmla="*/ 67506 h 86605"/>
                    <a:gd name="connsiteX5" fmla="*/ 104334 w 129834"/>
                    <a:gd name="connsiteY5" fmla="*/ 81794 h 86605"/>
                    <a:gd name="connsiteX6" fmla="*/ 80520 w 129834"/>
                    <a:gd name="connsiteY6" fmla="*/ 86555 h 86605"/>
                    <a:gd name="connsiteX7" fmla="*/ 56708 w 129834"/>
                    <a:gd name="connsiteY7" fmla="*/ 79412 h 86605"/>
                    <a:gd name="connsiteX8" fmla="*/ 37657 w 129834"/>
                    <a:gd name="connsiteY8" fmla="*/ 84175 h 86605"/>
                    <a:gd name="connsiteX9" fmla="*/ 1938 w 129834"/>
                    <a:gd name="connsiteY9" fmla="*/ 79412 h 86605"/>
                    <a:gd name="connsiteX10" fmla="*/ 1939 w 129834"/>
                    <a:gd name="connsiteY10" fmla="*/ 53219 h 86605"/>
                    <a:gd name="connsiteX11" fmla="*/ 16227 w 129834"/>
                    <a:gd name="connsiteY11" fmla="*/ 3212 h 86605"/>
                    <a:gd name="connsiteX0" fmla="*/ 14301 w 127908"/>
                    <a:gd name="connsiteY0" fmla="*/ 3212 h 86605"/>
                    <a:gd name="connsiteX1" fmla="*/ 76213 w 127908"/>
                    <a:gd name="connsiteY1" fmla="*/ 5594 h 86605"/>
                    <a:gd name="connsiteX2" fmla="*/ 104788 w 127908"/>
                    <a:gd name="connsiteY2" fmla="*/ 10356 h 86605"/>
                    <a:gd name="connsiteX3" fmla="*/ 126219 w 127908"/>
                    <a:gd name="connsiteY3" fmla="*/ 43694 h 86605"/>
                    <a:gd name="connsiteX4" fmla="*/ 123838 w 127908"/>
                    <a:gd name="connsiteY4" fmla="*/ 67506 h 86605"/>
                    <a:gd name="connsiteX5" fmla="*/ 102408 w 127908"/>
                    <a:gd name="connsiteY5" fmla="*/ 81794 h 86605"/>
                    <a:gd name="connsiteX6" fmla="*/ 78594 w 127908"/>
                    <a:gd name="connsiteY6" fmla="*/ 86555 h 86605"/>
                    <a:gd name="connsiteX7" fmla="*/ 54782 w 127908"/>
                    <a:gd name="connsiteY7" fmla="*/ 79412 h 86605"/>
                    <a:gd name="connsiteX8" fmla="*/ 35731 w 127908"/>
                    <a:gd name="connsiteY8" fmla="*/ 84175 h 86605"/>
                    <a:gd name="connsiteX9" fmla="*/ 11918 w 127908"/>
                    <a:gd name="connsiteY9" fmla="*/ 72268 h 86605"/>
                    <a:gd name="connsiteX10" fmla="*/ 13 w 127908"/>
                    <a:gd name="connsiteY10" fmla="*/ 53219 h 86605"/>
                    <a:gd name="connsiteX11" fmla="*/ 14301 w 127908"/>
                    <a:gd name="connsiteY11" fmla="*/ 3212 h 86605"/>
                    <a:gd name="connsiteX0" fmla="*/ 14301 w 127908"/>
                    <a:gd name="connsiteY0" fmla="*/ 3212 h 86605"/>
                    <a:gd name="connsiteX1" fmla="*/ 76213 w 127908"/>
                    <a:gd name="connsiteY1" fmla="*/ 5594 h 86605"/>
                    <a:gd name="connsiteX2" fmla="*/ 104788 w 127908"/>
                    <a:gd name="connsiteY2" fmla="*/ 10356 h 86605"/>
                    <a:gd name="connsiteX3" fmla="*/ 126219 w 127908"/>
                    <a:gd name="connsiteY3" fmla="*/ 43694 h 86605"/>
                    <a:gd name="connsiteX4" fmla="*/ 123838 w 127908"/>
                    <a:gd name="connsiteY4" fmla="*/ 67506 h 86605"/>
                    <a:gd name="connsiteX5" fmla="*/ 102408 w 127908"/>
                    <a:gd name="connsiteY5" fmla="*/ 81794 h 86605"/>
                    <a:gd name="connsiteX6" fmla="*/ 78594 w 127908"/>
                    <a:gd name="connsiteY6" fmla="*/ 86555 h 86605"/>
                    <a:gd name="connsiteX7" fmla="*/ 54782 w 127908"/>
                    <a:gd name="connsiteY7" fmla="*/ 79412 h 86605"/>
                    <a:gd name="connsiteX8" fmla="*/ 38113 w 127908"/>
                    <a:gd name="connsiteY8" fmla="*/ 62743 h 86605"/>
                    <a:gd name="connsiteX9" fmla="*/ 11918 w 127908"/>
                    <a:gd name="connsiteY9" fmla="*/ 72268 h 86605"/>
                    <a:gd name="connsiteX10" fmla="*/ 13 w 127908"/>
                    <a:gd name="connsiteY10" fmla="*/ 53219 h 86605"/>
                    <a:gd name="connsiteX11" fmla="*/ 14301 w 127908"/>
                    <a:gd name="connsiteY11" fmla="*/ 3212 h 86605"/>
                    <a:gd name="connsiteX0" fmla="*/ 14301 w 127908"/>
                    <a:gd name="connsiteY0" fmla="*/ 3212 h 86836"/>
                    <a:gd name="connsiteX1" fmla="*/ 76213 w 127908"/>
                    <a:gd name="connsiteY1" fmla="*/ 5594 h 86836"/>
                    <a:gd name="connsiteX2" fmla="*/ 104788 w 127908"/>
                    <a:gd name="connsiteY2" fmla="*/ 10356 h 86836"/>
                    <a:gd name="connsiteX3" fmla="*/ 126219 w 127908"/>
                    <a:gd name="connsiteY3" fmla="*/ 43694 h 86836"/>
                    <a:gd name="connsiteX4" fmla="*/ 123838 w 127908"/>
                    <a:gd name="connsiteY4" fmla="*/ 67506 h 86836"/>
                    <a:gd name="connsiteX5" fmla="*/ 102408 w 127908"/>
                    <a:gd name="connsiteY5" fmla="*/ 81794 h 86836"/>
                    <a:gd name="connsiteX6" fmla="*/ 78594 w 127908"/>
                    <a:gd name="connsiteY6" fmla="*/ 86555 h 86836"/>
                    <a:gd name="connsiteX7" fmla="*/ 61926 w 127908"/>
                    <a:gd name="connsiteY7" fmla="*/ 74650 h 86836"/>
                    <a:gd name="connsiteX8" fmla="*/ 38113 w 127908"/>
                    <a:gd name="connsiteY8" fmla="*/ 62743 h 86836"/>
                    <a:gd name="connsiteX9" fmla="*/ 11918 w 127908"/>
                    <a:gd name="connsiteY9" fmla="*/ 72268 h 86836"/>
                    <a:gd name="connsiteX10" fmla="*/ 13 w 127908"/>
                    <a:gd name="connsiteY10" fmla="*/ 53219 h 86836"/>
                    <a:gd name="connsiteX11" fmla="*/ 14301 w 127908"/>
                    <a:gd name="connsiteY11" fmla="*/ 3212 h 86836"/>
                    <a:gd name="connsiteX0" fmla="*/ 14301 w 127908"/>
                    <a:gd name="connsiteY0" fmla="*/ 6274 h 89898"/>
                    <a:gd name="connsiteX1" fmla="*/ 76213 w 127908"/>
                    <a:gd name="connsiteY1" fmla="*/ 1512 h 89898"/>
                    <a:gd name="connsiteX2" fmla="*/ 104788 w 127908"/>
                    <a:gd name="connsiteY2" fmla="*/ 13418 h 89898"/>
                    <a:gd name="connsiteX3" fmla="*/ 126219 w 127908"/>
                    <a:gd name="connsiteY3" fmla="*/ 46756 h 89898"/>
                    <a:gd name="connsiteX4" fmla="*/ 123838 w 127908"/>
                    <a:gd name="connsiteY4" fmla="*/ 70568 h 89898"/>
                    <a:gd name="connsiteX5" fmla="*/ 102408 w 127908"/>
                    <a:gd name="connsiteY5" fmla="*/ 84856 h 89898"/>
                    <a:gd name="connsiteX6" fmla="*/ 78594 w 127908"/>
                    <a:gd name="connsiteY6" fmla="*/ 89617 h 89898"/>
                    <a:gd name="connsiteX7" fmla="*/ 61926 w 127908"/>
                    <a:gd name="connsiteY7" fmla="*/ 77712 h 89898"/>
                    <a:gd name="connsiteX8" fmla="*/ 38113 w 127908"/>
                    <a:gd name="connsiteY8" fmla="*/ 65805 h 89898"/>
                    <a:gd name="connsiteX9" fmla="*/ 11918 w 127908"/>
                    <a:gd name="connsiteY9" fmla="*/ 75330 h 89898"/>
                    <a:gd name="connsiteX10" fmla="*/ 13 w 127908"/>
                    <a:gd name="connsiteY10" fmla="*/ 56281 h 89898"/>
                    <a:gd name="connsiteX11" fmla="*/ 14301 w 127908"/>
                    <a:gd name="connsiteY11" fmla="*/ 6274 h 89898"/>
                    <a:gd name="connsiteX0" fmla="*/ 14301 w 127908"/>
                    <a:gd name="connsiteY0" fmla="*/ 14311 h 88410"/>
                    <a:gd name="connsiteX1" fmla="*/ 76213 w 127908"/>
                    <a:gd name="connsiteY1" fmla="*/ 24 h 88410"/>
                    <a:gd name="connsiteX2" fmla="*/ 104788 w 127908"/>
                    <a:gd name="connsiteY2" fmla="*/ 11930 h 88410"/>
                    <a:gd name="connsiteX3" fmla="*/ 126219 w 127908"/>
                    <a:gd name="connsiteY3" fmla="*/ 45268 h 88410"/>
                    <a:gd name="connsiteX4" fmla="*/ 123838 w 127908"/>
                    <a:gd name="connsiteY4" fmla="*/ 69080 h 88410"/>
                    <a:gd name="connsiteX5" fmla="*/ 102408 w 127908"/>
                    <a:gd name="connsiteY5" fmla="*/ 83368 h 88410"/>
                    <a:gd name="connsiteX6" fmla="*/ 78594 w 127908"/>
                    <a:gd name="connsiteY6" fmla="*/ 88129 h 88410"/>
                    <a:gd name="connsiteX7" fmla="*/ 61926 w 127908"/>
                    <a:gd name="connsiteY7" fmla="*/ 76224 h 88410"/>
                    <a:gd name="connsiteX8" fmla="*/ 38113 w 127908"/>
                    <a:gd name="connsiteY8" fmla="*/ 64317 h 88410"/>
                    <a:gd name="connsiteX9" fmla="*/ 11918 w 127908"/>
                    <a:gd name="connsiteY9" fmla="*/ 73842 h 88410"/>
                    <a:gd name="connsiteX10" fmla="*/ 13 w 127908"/>
                    <a:gd name="connsiteY10" fmla="*/ 54793 h 88410"/>
                    <a:gd name="connsiteX11" fmla="*/ 14301 w 127908"/>
                    <a:gd name="connsiteY11" fmla="*/ 14311 h 88410"/>
                    <a:gd name="connsiteX0" fmla="*/ 14301 w 127908"/>
                    <a:gd name="connsiteY0" fmla="*/ 14311 h 88410"/>
                    <a:gd name="connsiteX1" fmla="*/ 76213 w 127908"/>
                    <a:gd name="connsiteY1" fmla="*/ 24 h 88410"/>
                    <a:gd name="connsiteX2" fmla="*/ 104788 w 127908"/>
                    <a:gd name="connsiteY2" fmla="*/ 11930 h 88410"/>
                    <a:gd name="connsiteX3" fmla="*/ 126219 w 127908"/>
                    <a:gd name="connsiteY3" fmla="*/ 45268 h 88410"/>
                    <a:gd name="connsiteX4" fmla="*/ 123838 w 127908"/>
                    <a:gd name="connsiteY4" fmla="*/ 69080 h 88410"/>
                    <a:gd name="connsiteX5" fmla="*/ 102408 w 127908"/>
                    <a:gd name="connsiteY5" fmla="*/ 83368 h 88410"/>
                    <a:gd name="connsiteX6" fmla="*/ 78594 w 127908"/>
                    <a:gd name="connsiteY6" fmla="*/ 88129 h 88410"/>
                    <a:gd name="connsiteX7" fmla="*/ 61926 w 127908"/>
                    <a:gd name="connsiteY7" fmla="*/ 76224 h 88410"/>
                    <a:gd name="connsiteX8" fmla="*/ 38113 w 127908"/>
                    <a:gd name="connsiteY8" fmla="*/ 64317 h 88410"/>
                    <a:gd name="connsiteX9" fmla="*/ 11918 w 127908"/>
                    <a:gd name="connsiteY9" fmla="*/ 73842 h 88410"/>
                    <a:gd name="connsiteX10" fmla="*/ 13 w 127908"/>
                    <a:gd name="connsiteY10" fmla="*/ 42887 h 88410"/>
                    <a:gd name="connsiteX11" fmla="*/ 14301 w 127908"/>
                    <a:gd name="connsiteY11" fmla="*/ 14311 h 88410"/>
                    <a:gd name="connsiteX0" fmla="*/ 14333 w 127940"/>
                    <a:gd name="connsiteY0" fmla="*/ 14311 h 88410"/>
                    <a:gd name="connsiteX1" fmla="*/ 76245 w 127940"/>
                    <a:gd name="connsiteY1" fmla="*/ 24 h 88410"/>
                    <a:gd name="connsiteX2" fmla="*/ 104820 w 127940"/>
                    <a:gd name="connsiteY2" fmla="*/ 11930 h 88410"/>
                    <a:gd name="connsiteX3" fmla="*/ 126251 w 127940"/>
                    <a:gd name="connsiteY3" fmla="*/ 45268 h 88410"/>
                    <a:gd name="connsiteX4" fmla="*/ 123870 w 127940"/>
                    <a:gd name="connsiteY4" fmla="*/ 69080 h 88410"/>
                    <a:gd name="connsiteX5" fmla="*/ 102440 w 127940"/>
                    <a:gd name="connsiteY5" fmla="*/ 83368 h 88410"/>
                    <a:gd name="connsiteX6" fmla="*/ 78626 w 127940"/>
                    <a:gd name="connsiteY6" fmla="*/ 88129 h 88410"/>
                    <a:gd name="connsiteX7" fmla="*/ 61958 w 127940"/>
                    <a:gd name="connsiteY7" fmla="*/ 76224 h 88410"/>
                    <a:gd name="connsiteX8" fmla="*/ 38145 w 127940"/>
                    <a:gd name="connsiteY8" fmla="*/ 64317 h 88410"/>
                    <a:gd name="connsiteX9" fmla="*/ 16712 w 127940"/>
                    <a:gd name="connsiteY9" fmla="*/ 59554 h 88410"/>
                    <a:gd name="connsiteX10" fmla="*/ 45 w 127940"/>
                    <a:gd name="connsiteY10" fmla="*/ 42887 h 88410"/>
                    <a:gd name="connsiteX11" fmla="*/ 14333 w 127940"/>
                    <a:gd name="connsiteY11" fmla="*/ 14311 h 88410"/>
                    <a:gd name="connsiteX0" fmla="*/ 14333 w 127940"/>
                    <a:gd name="connsiteY0" fmla="*/ 14311 h 88410"/>
                    <a:gd name="connsiteX1" fmla="*/ 76245 w 127940"/>
                    <a:gd name="connsiteY1" fmla="*/ 24 h 88410"/>
                    <a:gd name="connsiteX2" fmla="*/ 104820 w 127940"/>
                    <a:gd name="connsiteY2" fmla="*/ 11930 h 88410"/>
                    <a:gd name="connsiteX3" fmla="*/ 126251 w 127940"/>
                    <a:gd name="connsiteY3" fmla="*/ 45268 h 88410"/>
                    <a:gd name="connsiteX4" fmla="*/ 123870 w 127940"/>
                    <a:gd name="connsiteY4" fmla="*/ 69080 h 88410"/>
                    <a:gd name="connsiteX5" fmla="*/ 102440 w 127940"/>
                    <a:gd name="connsiteY5" fmla="*/ 83368 h 88410"/>
                    <a:gd name="connsiteX6" fmla="*/ 78626 w 127940"/>
                    <a:gd name="connsiteY6" fmla="*/ 88129 h 88410"/>
                    <a:gd name="connsiteX7" fmla="*/ 61958 w 127940"/>
                    <a:gd name="connsiteY7" fmla="*/ 76224 h 88410"/>
                    <a:gd name="connsiteX8" fmla="*/ 38145 w 127940"/>
                    <a:gd name="connsiteY8" fmla="*/ 64317 h 88410"/>
                    <a:gd name="connsiteX9" fmla="*/ 16712 w 127940"/>
                    <a:gd name="connsiteY9" fmla="*/ 59554 h 88410"/>
                    <a:gd name="connsiteX10" fmla="*/ 45 w 127940"/>
                    <a:gd name="connsiteY10" fmla="*/ 42887 h 88410"/>
                    <a:gd name="connsiteX11" fmla="*/ 14333 w 127940"/>
                    <a:gd name="connsiteY11" fmla="*/ 14311 h 88410"/>
                    <a:gd name="connsiteX0" fmla="*/ 14333 w 127940"/>
                    <a:gd name="connsiteY0" fmla="*/ 14311 h 88855"/>
                    <a:gd name="connsiteX1" fmla="*/ 76245 w 127940"/>
                    <a:gd name="connsiteY1" fmla="*/ 24 h 88855"/>
                    <a:gd name="connsiteX2" fmla="*/ 104820 w 127940"/>
                    <a:gd name="connsiteY2" fmla="*/ 11930 h 88855"/>
                    <a:gd name="connsiteX3" fmla="*/ 126251 w 127940"/>
                    <a:gd name="connsiteY3" fmla="*/ 45268 h 88855"/>
                    <a:gd name="connsiteX4" fmla="*/ 123870 w 127940"/>
                    <a:gd name="connsiteY4" fmla="*/ 69080 h 88855"/>
                    <a:gd name="connsiteX5" fmla="*/ 102440 w 127940"/>
                    <a:gd name="connsiteY5" fmla="*/ 83368 h 88855"/>
                    <a:gd name="connsiteX6" fmla="*/ 78626 w 127940"/>
                    <a:gd name="connsiteY6" fmla="*/ 88129 h 88855"/>
                    <a:gd name="connsiteX7" fmla="*/ 61958 w 127940"/>
                    <a:gd name="connsiteY7" fmla="*/ 69081 h 88855"/>
                    <a:gd name="connsiteX8" fmla="*/ 38145 w 127940"/>
                    <a:gd name="connsiteY8" fmla="*/ 64317 h 88855"/>
                    <a:gd name="connsiteX9" fmla="*/ 16712 w 127940"/>
                    <a:gd name="connsiteY9" fmla="*/ 59554 h 88855"/>
                    <a:gd name="connsiteX10" fmla="*/ 45 w 127940"/>
                    <a:gd name="connsiteY10" fmla="*/ 42887 h 88855"/>
                    <a:gd name="connsiteX11" fmla="*/ 14333 w 127940"/>
                    <a:gd name="connsiteY11" fmla="*/ 14311 h 88855"/>
                    <a:gd name="connsiteX0" fmla="*/ 14302 w 127909"/>
                    <a:gd name="connsiteY0" fmla="*/ 17139 h 91683"/>
                    <a:gd name="connsiteX1" fmla="*/ 36251 w 127909"/>
                    <a:gd name="connsiteY1" fmla="*/ 1112 h 91683"/>
                    <a:gd name="connsiteX2" fmla="*/ 76214 w 127909"/>
                    <a:gd name="connsiteY2" fmla="*/ 2852 h 91683"/>
                    <a:gd name="connsiteX3" fmla="*/ 104789 w 127909"/>
                    <a:gd name="connsiteY3" fmla="*/ 14758 h 91683"/>
                    <a:gd name="connsiteX4" fmla="*/ 126220 w 127909"/>
                    <a:gd name="connsiteY4" fmla="*/ 48096 h 91683"/>
                    <a:gd name="connsiteX5" fmla="*/ 123839 w 127909"/>
                    <a:gd name="connsiteY5" fmla="*/ 71908 h 91683"/>
                    <a:gd name="connsiteX6" fmla="*/ 102409 w 127909"/>
                    <a:gd name="connsiteY6" fmla="*/ 86196 h 91683"/>
                    <a:gd name="connsiteX7" fmla="*/ 78595 w 127909"/>
                    <a:gd name="connsiteY7" fmla="*/ 90957 h 91683"/>
                    <a:gd name="connsiteX8" fmla="*/ 61927 w 127909"/>
                    <a:gd name="connsiteY8" fmla="*/ 71909 h 91683"/>
                    <a:gd name="connsiteX9" fmla="*/ 38114 w 127909"/>
                    <a:gd name="connsiteY9" fmla="*/ 67145 h 91683"/>
                    <a:gd name="connsiteX10" fmla="*/ 16681 w 127909"/>
                    <a:gd name="connsiteY10" fmla="*/ 62382 h 91683"/>
                    <a:gd name="connsiteX11" fmla="*/ 14 w 127909"/>
                    <a:gd name="connsiteY11" fmla="*/ 45715 h 91683"/>
                    <a:gd name="connsiteX12" fmla="*/ 14302 w 127909"/>
                    <a:gd name="connsiteY12" fmla="*/ 17139 h 91683"/>
                    <a:gd name="connsiteX0" fmla="*/ 14302 w 127909"/>
                    <a:gd name="connsiteY0" fmla="*/ 16183 h 90727"/>
                    <a:gd name="connsiteX1" fmla="*/ 36251 w 127909"/>
                    <a:gd name="connsiteY1" fmla="*/ 156 h 90727"/>
                    <a:gd name="connsiteX2" fmla="*/ 69070 w 127909"/>
                    <a:gd name="connsiteY2" fmla="*/ 25708 h 90727"/>
                    <a:gd name="connsiteX3" fmla="*/ 104789 w 127909"/>
                    <a:gd name="connsiteY3" fmla="*/ 13802 h 90727"/>
                    <a:gd name="connsiteX4" fmla="*/ 126220 w 127909"/>
                    <a:gd name="connsiteY4" fmla="*/ 47140 h 90727"/>
                    <a:gd name="connsiteX5" fmla="*/ 123839 w 127909"/>
                    <a:gd name="connsiteY5" fmla="*/ 70952 h 90727"/>
                    <a:gd name="connsiteX6" fmla="*/ 102409 w 127909"/>
                    <a:gd name="connsiteY6" fmla="*/ 85240 h 90727"/>
                    <a:gd name="connsiteX7" fmla="*/ 78595 w 127909"/>
                    <a:gd name="connsiteY7" fmla="*/ 90001 h 90727"/>
                    <a:gd name="connsiteX8" fmla="*/ 61927 w 127909"/>
                    <a:gd name="connsiteY8" fmla="*/ 70953 h 90727"/>
                    <a:gd name="connsiteX9" fmla="*/ 38114 w 127909"/>
                    <a:gd name="connsiteY9" fmla="*/ 66189 h 90727"/>
                    <a:gd name="connsiteX10" fmla="*/ 16681 w 127909"/>
                    <a:gd name="connsiteY10" fmla="*/ 61426 h 90727"/>
                    <a:gd name="connsiteX11" fmla="*/ 14 w 127909"/>
                    <a:gd name="connsiteY11" fmla="*/ 44759 h 90727"/>
                    <a:gd name="connsiteX12" fmla="*/ 14302 w 127909"/>
                    <a:gd name="connsiteY12" fmla="*/ 16183 h 90727"/>
                    <a:gd name="connsiteX0" fmla="*/ 14302 w 127909"/>
                    <a:gd name="connsiteY0" fmla="*/ 16610 h 91154"/>
                    <a:gd name="connsiteX1" fmla="*/ 36251 w 127909"/>
                    <a:gd name="connsiteY1" fmla="*/ 583 h 91154"/>
                    <a:gd name="connsiteX2" fmla="*/ 69070 w 127909"/>
                    <a:gd name="connsiteY2" fmla="*/ 26135 h 91154"/>
                    <a:gd name="connsiteX3" fmla="*/ 104789 w 127909"/>
                    <a:gd name="connsiteY3" fmla="*/ 14229 h 91154"/>
                    <a:gd name="connsiteX4" fmla="*/ 126220 w 127909"/>
                    <a:gd name="connsiteY4" fmla="*/ 47567 h 91154"/>
                    <a:gd name="connsiteX5" fmla="*/ 123839 w 127909"/>
                    <a:gd name="connsiteY5" fmla="*/ 71379 h 91154"/>
                    <a:gd name="connsiteX6" fmla="*/ 102409 w 127909"/>
                    <a:gd name="connsiteY6" fmla="*/ 85667 h 91154"/>
                    <a:gd name="connsiteX7" fmla="*/ 78595 w 127909"/>
                    <a:gd name="connsiteY7" fmla="*/ 90428 h 91154"/>
                    <a:gd name="connsiteX8" fmla="*/ 61927 w 127909"/>
                    <a:gd name="connsiteY8" fmla="*/ 71380 h 91154"/>
                    <a:gd name="connsiteX9" fmla="*/ 38114 w 127909"/>
                    <a:gd name="connsiteY9" fmla="*/ 66616 h 91154"/>
                    <a:gd name="connsiteX10" fmla="*/ 16681 w 127909"/>
                    <a:gd name="connsiteY10" fmla="*/ 61853 h 91154"/>
                    <a:gd name="connsiteX11" fmla="*/ 14 w 127909"/>
                    <a:gd name="connsiteY11" fmla="*/ 45186 h 91154"/>
                    <a:gd name="connsiteX12" fmla="*/ 14302 w 127909"/>
                    <a:gd name="connsiteY12" fmla="*/ 16610 h 91154"/>
                    <a:gd name="connsiteX0" fmla="*/ 14320 w 127927"/>
                    <a:gd name="connsiteY0" fmla="*/ 23298 h 97842"/>
                    <a:gd name="connsiteX1" fmla="*/ 69606 w 127927"/>
                    <a:gd name="connsiteY1" fmla="*/ 127 h 97842"/>
                    <a:gd name="connsiteX2" fmla="*/ 69088 w 127927"/>
                    <a:gd name="connsiteY2" fmla="*/ 32823 h 97842"/>
                    <a:gd name="connsiteX3" fmla="*/ 104807 w 127927"/>
                    <a:gd name="connsiteY3" fmla="*/ 20917 h 97842"/>
                    <a:gd name="connsiteX4" fmla="*/ 126238 w 127927"/>
                    <a:gd name="connsiteY4" fmla="*/ 54255 h 97842"/>
                    <a:gd name="connsiteX5" fmla="*/ 123857 w 127927"/>
                    <a:gd name="connsiteY5" fmla="*/ 78067 h 97842"/>
                    <a:gd name="connsiteX6" fmla="*/ 102427 w 127927"/>
                    <a:gd name="connsiteY6" fmla="*/ 92355 h 97842"/>
                    <a:gd name="connsiteX7" fmla="*/ 78613 w 127927"/>
                    <a:gd name="connsiteY7" fmla="*/ 97116 h 97842"/>
                    <a:gd name="connsiteX8" fmla="*/ 61945 w 127927"/>
                    <a:gd name="connsiteY8" fmla="*/ 78068 h 97842"/>
                    <a:gd name="connsiteX9" fmla="*/ 38132 w 127927"/>
                    <a:gd name="connsiteY9" fmla="*/ 73304 h 97842"/>
                    <a:gd name="connsiteX10" fmla="*/ 16699 w 127927"/>
                    <a:gd name="connsiteY10" fmla="*/ 68541 h 97842"/>
                    <a:gd name="connsiteX11" fmla="*/ 32 w 127927"/>
                    <a:gd name="connsiteY11" fmla="*/ 51874 h 97842"/>
                    <a:gd name="connsiteX12" fmla="*/ 14320 w 127927"/>
                    <a:gd name="connsiteY12" fmla="*/ 23298 h 97842"/>
                    <a:gd name="connsiteX0" fmla="*/ 14320 w 128980"/>
                    <a:gd name="connsiteY0" fmla="*/ 23291 h 97835"/>
                    <a:gd name="connsiteX1" fmla="*/ 69606 w 128980"/>
                    <a:gd name="connsiteY1" fmla="*/ 120 h 97835"/>
                    <a:gd name="connsiteX2" fmla="*/ 69088 w 128980"/>
                    <a:gd name="connsiteY2" fmla="*/ 32816 h 97835"/>
                    <a:gd name="connsiteX3" fmla="*/ 90520 w 128980"/>
                    <a:gd name="connsiteY3" fmla="*/ 6623 h 97835"/>
                    <a:gd name="connsiteX4" fmla="*/ 126238 w 128980"/>
                    <a:gd name="connsiteY4" fmla="*/ 54248 h 97835"/>
                    <a:gd name="connsiteX5" fmla="*/ 123857 w 128980"/>
                    <a:gd name="connsiteY5" fmla="*/ 78060 h 97835"/>
                    <a:gd name="connsiteX6" fmla="*/ 102427 w 128980"/>
                    <a:gd name="connsiteY6" fmla="*/ 92348 h 97835"/>
                    <a:gd name="connsiteX7" fmla="*/ 78613 w 128980"/>
                    <a:gd name="connsiteY7" fmla="*/ 97109 h 97835"/>
                    <a:gd name="connsiteX8" fmla="*/ 61945 w 128980"/>
                    <a:gd name="connsiteY8" fmla="*/ 78061 h 97835"/>
                    <a:gd name="connsiteX9" fmla="*/ 38132 w 128980"/>
                    <a:gd name="connsiteY9" fmla="*/ 73297 h 97835"/>
                    <a:gd name="connsiteX10" fmla="*/ 16699 w 128980"/>
                    <a:gd name="connsiteY10" fmla="*/ 68534 h 97835"/>
                    <a:gd name="connsiteX11" fmla="*/ 32 w 128980"/>
                    <a:gd name="connsiteY11" fmla="*/ 51867 h 97835"/>
                    <a:gd name="connsiteX12" fmla="*/ 14320 w 128980"/>
                    <a:gd name="connsiteY12" fmla="*/ 23291 h 97835"/>
                    <a:gd name="connsiteX0" fmla="*/ 14300 w 128960"/>
                    <a:gd name="connsiteY0" fmla="*/ 26067 h 100611"/>
                    <a:gd name="connsiteX1" fmla="*/ 29104 w 128960"/>
                    <a:gd name="connsiteY1" fmla="*/ 2896 h 100611"/>
                    <a:gd name="connsiteX2" fmla="*/ 69586 w 128960"/>
                    <a:gd name="connsiteY2" fmla="*/ 2896 h 100611"/>
                    <a:gd name="connsiteX3" fmla="*/ 69068 w 128960"/>
                    <a:gd name="connsiteY3" fmla="*/ 35592 h 100611"/>
                    <a:gd name="connsiteX4" fmla="*/ 90500 w 128960"/>
                    <a:gd name="connsiteY4" fmla="*/ 9399 h 100611"/>
                    <a:gd name="connsiteX5" fmla="*/ 126218 w 128960"/>
                    <a:gd name="connsiteY5" fmla="*/ 57024 h 100611"/>
                    <a:gd name="connsiteX6" fmla="*/ 123837 w 128960"/>
                    <a:gd name="connsiteY6" fmla="*/ 80836 h 100611"/>
                    <a:gd name="connsiteX7" fmla="*/ 102407 w 128960"/>
                    <a:gd name="connsiteY7" fmla="*/ 95124 h 100611"/>
                    <a:gd name="connsiteX8" fmla="*/ 78593 w 128960"/>
                    <a:gd name="connsiteY8" fmla="*/ 99885 h 100611"/>
                    <a:gd name="connsiteX9" fmla="*/ 61925 w 128960"/>
                    <a:gd name="connsiteY9" fmla="*/ 80837 h 100611"/>
                    <a:gd name="connsiteX10" fmla="*/ 38112 w 128960"/>
                    <a:gd name="connsiteY10" fmla="*/ 76073 h 100611"/>
                    <a:gd name="connsiteX11" fmla="*/ 16679 w 128960"/>
                    <a:gd name="connsiteY11" fmla="*/ 71310 h 100611"/>
                    <a:gd name="connsiteX12" fmla="*/ 12 w 128960"/>
                    <a:gd name="connsiteY12" fmla="*/ 54643 h 100611"/>
                    <a:gd name="connsiteX13" fmla="*/ 14300 w 128960"/>
                    <a:gd name="connsiteY13" fmla="*/ 26067 h 100611"/>
                    <a:gd name="connsiteX0" fmla="*/ 14300 w 128960"/>
                    <a:gd name="connsiteY0" fmla="*/ 26067 h 100611"/>
                    <a:gd name="connsiteX1" fmla="*/ 29104 w 128960"/>
                    <a:gd name="connsiteY1" fmla="*/ 2896 h 100611"/>
                    <a:gd name="connsiteX2" fmla="*/ 69586 w 128960"/>
                    <a:gd name="connsiteY2" fmla="*/ 2896 h 100611"/>
                    <a:gd name="connsiteX3" fmla="*/ 80974 w 128960"/>
                    <a:gd name="connsiteY3" fmla="*/ 42736 h 100611"/>
                    <a:gd name="connsiteX4" fmla="*/ 90500 w 128960"/>
                    <a:gd name="connsiteY4" fmla="*/ 9399 h 100611"/>
                    <a:gd name="connsiteX5" fmla="*/ 126218 w 128960"/>
                    <a:gd name="connsiteY5" fmla="*/ 57024 h 100611"/>
                    <a:gd name="connsiteX6" fmla="*/ 123837 w 128960"/>
                    <a:gd name="connsiteY6" fmla="*/ 80836 h 100611"/>
                    <a:gd name="connsiteX7" fmla="*/ 102407 w 128960"/>
                    <a:gd name="connsiteY7" fmla="*/ 95124 h 100611"/>
                    <a:gd name="connsiteX8" fmla="*/ 78593 w 128960"/>
                    <a:gd name="connsiteY8" fmla="*/ 99885 h 100611"/>
                    <a:gd name="connsiteX9" fmla="*/ 61925 w 128960"/>
                    <a:gd name="connsiteY9" fmla="*/ 80837 h 100611"/>
                    <a:gd name="connsiteX10" fmla="*/ 38112 w 128960"/>
                    <a:gd name="connsiteY10" fmla="*/ 76073 h 100611"/>
                    <a:gd name="connsiteX11" fmla="*/ 16679 w 128960"/>
                    <a:gd name="connsiteY11" fmla="*/ 71310 h 100611"/>
                    <a:gd name="connsiteX12" fmla="*/ 12 w 128960"/>
                    <a:gd name="connsiteY12" fmla="*/ 54643 h 100611"/>
                    <a:gd name="connsiteX13" fmla="*/ 14300 w 128960"/>
                    <a:gd name="connsiteY13" fmla="*/ 26067 h 100611"/>
                    <a:gd name="connsiteX0" fmla="*/ 14300 w 129840"/>
                    <a:gd name="connsiteY0" fmla="*/ 26067 h 100611"/>
                    <a:gd name="connsiteX1" fmla="*/ 29104 w 129840"/>
                    <a:gd name="connsiteY1" fmla="*/ 2896 h 100611"/>
                    <a:gd name="connsiteX2" fmla="*/ 69586 w 129840"/>
                    <a:gd name="connsiteY2" fmla="*/ 2896 h 100611"/>
                    <a:gd name="connsiteX3" fmla="*/ 80974 w 129840"/>
                    <a:gd name="connsiteY3" fmla="*/ 42736 h 100611"/>
                    <a:gd name="connsiteX4" fmla="*/ 78594 w 129840"/>
                    <a:gd name="connsiteY4" fmla="*/ 7017 h 100611"/>
                    <a:gd name="connsiteX5" fmla="*/ 126218 w 129840"/>
                    <a:gd name="connsiteY5" fmla="*/ 57024 h 100611"/>
                    <a:gd name="connsiteX6" fmla="*/ 123837 w 129840"/>
                    <a:gd name="connsiteY6" fmla="*/ 80836 h 100611"/>
                    <a:gd name="connsiteX7" fmla="*/ 102407 w 129840"/>
                    <a:gd name="connsiteY7" fmla="*/ 95124 h 100611"/>
                    <a:gd name="connsiteX8" fmla="*/ 78593 w 129840"/>
                    <a:gd name="connsiteY8" fmla="*/ 99885 h 100611"/>
                    <a:gd name="connsiteX9" fmla="*/ 61925 w 129840"/>
                    <a:gd name="connsiteY9" fmla="*/ 80837 h 100611"/>
                    <a:gd name="connsiteX10" fmla="*/ 38112 w 129840"/>
                    <a:gd name="connsiteY10" fmla="*/ 76073 h 100611"/>
                    <a:gd name="connsiteX11" fmla="*/ 16679 w 129840"/>
                    <a:gd name="connsiteY11" fmla="*/ 71310 h 100611"/>
                    <a:gd name="connsiteX12" fmla="*/ 12 w 129840"/>
                    <a:gd name="connsiteY12" fmla="*/ 54643 h 100611"/>
                    <a:gd name="connsiteX13" fmla="*/ 14300 w 129840"/>
                    <a:gd name="connsiteY13" fmla="*/ 26067 h 100611"/>
                    <a:gd name="connsiteX0" fmla="*/ 14300 w 127345"/>
                    <a:gd name="connsiteY0" fmla="*/ 26067 h 100611"/>
                    <a:gd name="connsiteX1" fmla="*/ 29104 w 127345"/>
                    <a:gd name="connsiteY1" fmla="*/ 2896 h 100611"/>
                    <a:gd name="connsiteX2" fmla="*/ 69586 w 127345"/>
                    <a:gd name="connsiteY2" fmla="*/ 2896 h 100611"/>
                    <a:gd name="connsiteX3" fmla="*/ 80974 w 127345"/>
                    <a:gd name="connsiteY3" fmla="*/ 42736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6067 h 100611"/>
                    <a:gd name="connsiteX1" fmla="*/ 29104 w 127345"/>
                    <a:gd name="connsiteY1" fmla="*/ 2896 h 100611"/>
                    <a:gd name="connsiteX2" fmla="*/ 69586 w 127345"/>
                    <a:gd name="connsiteY2" fmla="*/ 2896 h 100611"/>
                    <a:gd name="connsiteX3" fmla="*/ 79355 w 127345"/>
                    <a:gd name="connsiteY3" fmla="*/ 31300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6067 h 100611"/>
                    <a:gd name="connsiteX1" fmla="*/ 29104 w 127345"/>
                    <a:gd name="connsiteY1" fmla="*/ 2896 h 100611"/>
                    <a:gd name="connsiteX2" fmla="*/ 69586 w 127345"/>
                    <a:gd name="connsiteY2" fmla="*/ 2896 h 100611"/>
                    <a:gd name="connsiteX3" fmla="*/ 89071 w 127345"/>
                    <a:gd name="connsiteY3" fmla="*/ 32933 h 100611"/>
                    <a:gd name="connsiteX4" fmla="*/ 78594 w 127345"/>
                    <a:gd name="connsiteY4" fmla="*/ 7017 h 100611"/>
                    <a:gd name="connsiteX5" fmla="*/ 112448 w 127345"/>
                    <a:gd name="connsiteY5" fmla="*/ 21946 h 100611"/>
                    <a:gd name="connsiteX6" fmla="*/ 126218 w 127345"/>
                    <a:gd name="connsiteY6" fmla="*/ 57024 h 100611"/>
                    <a:gd name="connsiteX7" fmla="*/ 123837 w 127345"/>
                    <a:gd name="connsiteY7" fmla="*/ 80836 h 100611"/>
                    <a:gd name="connsiteX8" fmla="*/ 102407 w 127345"/>
                    <a:gd name="connsiteY8" fmla="*/ 95124 h 100611"/>
                    <a:gd name="connsiteX9" fmla="*/ 78593 w 127345"/>
                    <a:gd name="connsiteY9" fmla="*/ 99885 h 100611"/>
                    <a:gd name="connsiteX10" fmla="*/ 61925 w 127345"/>
                    <a:gd name="connsiteY10" fmla="*/ 80837 h 100611"/>
                    <a:gd name="connsiteX11" fmla="*/ 38112 w 127345"/>
                    <a:gd name="connsiteY11" fmla="*/ 76073 h 100611"/>
                    <a:gd name="connsiteX12" fmla="*/ 16679 w 127345"/>
                    <a:gd name="connsiteY12" fmla="*/ 71310 h 100611"/>
                    <a:gd name="connsiteX13" fmla="*/ 12 w 127345"/>
                    <a:gd name="connsiteY13" fmla="*/ 54643 h 100611"/>
                    <a:gd name="connsiteX14" fmla="*/ 14300 w 127345"/>
                    <a:gd name="connsiteY14" fmla="*/ 26067 h 100611"/>
                    <a:gd name="connsiteX0" fmla="*/ 14300 w 127345"/>
                    <a:gd name="connsiteY0" fmla="*/ 25515 h 100059"/>
                    <a:gd name="connsiteX1" fmla="*/ 29104 w 127345"/>
                    <a:gd name="connsiteY1" fmla="*/ 2344 h 100059"/>
                    <a:gd name="connsiteX2" fmla="*/ 69586 w 127345"/>
                    <a:gd name="connsiteY2" fmla="*/ 2344 h 100059"/>
                    <a:gd name="connsiteX3" fmla="*/ 74003 w 127345"/>
                    <a:gd name="connsiteY3" fmla="*/ 23445 h 100059"/>
                    <a:gd name="connsiteX4" fmla="*/ 89071 w 127345"/>
                    <a:gd name="connsiteY4" fmla="*/ 32381 h 100059"/>
                    <a:gd name="connsiteX5" fmla="*/ 78594 w 127345"/>
                    <a:gd name="connsiteY5" fmla="*/ 6465 h 100059"/>
                    <a:gd name="connsiteX6" fmla="*/ 112448 w 127345"/>
                    <a:gd name="connsiteY6" fmla="*/ 21394 h 100059"/>
                    <a:gd name="connsiteX7" fmla="*/ 126218 w 127345"/>
                    <a:gd name="connsiteY7" fmla="*/ 56472 h 100059"/>
                    <a:gd name="connsiteX8" fmla="*/ 123837 w 127345"/>
                    <a:gd name="connsiteY8" fmla="*/ 80284 h 100059"/>
                    <a:gd name="connsiteX9" fmla="*/ 102407 w 127345"/>
                    <a:gd name="connsiteY9" fmla="*/ 94572 h 100059"/>
                    <a:gd name="connsiteX10" fmla="*/ 78593 w 127345"/>
                    <a:gd name="connsiteY10" fmla="*/ 99333 h 100059"/>
                    <a:gd name="connsiteX11" fmla="*/ 61925 w 127345"/>
                    <a:gd name="connsiteY11" fmla="*/ 80285 h 100059"/>
                    <a:gd name="connsiteX12" fmla="*/ 38112 w 127345"/>
                    <a:gd name="connsiteY12" fmla="*/ 75521 h 100059"/>
                    <a:gd name="connsiteX13" fmla="*/ 16679 w 127345"/>
                    <a:gd name="connsiteY13" fmla="*/ 70758 h 100059"/>
                    <a:gd name="connsiteX14" fmla="*/ 12 w 127345"/>
                    <a:gd name="connsiteY14" fmla="*/ 54091 h 100059"/>
                    <a:gd name="connsiteX15" fmla="*/ 14300 w 127345"/>
                    <a:gd name="connsiteY15" fmla="*/ 25515 h 100059"/>
                    <a:gd name="connsiteX0" fmla="*/ 14300 w 127345"/>
                    <a:gd name="connsiteY0" fmla="*/ 25515 h 100059"/>
                    <a:gd name="connsiteX1" fmla="*/ 29104 w 127345"/>
                    <a:gd name="connsiteY1" fmla="*/ 2344 h 100059"/>
                    <a:gd name="connsiteX2" fmla="*/ 69586 w 127345"/>
                    <a:gd name="connsiteY2" fmla="*/ 2344 h 100059"/>
                    <a:gd name="connsiteX3" fmla="*/ 74003 w 127345"/>
                    <a:gd name="connsiteY3" fmla="*/ 23445 h 100059"/>
                    <a:gd name="connsiteX4" fmla="*/ 89071 w 127345"/>
                    <a:gd name="connsiteY4" fmla="*/ 32381 h 100059"/>
                    <a:gd name="connsiteX5" fmla="*/ 76432 w 127345"/>
                    <a:gd name="connsiteY5" fmla="*/ 20993 h 100059"/>
                    <a:gd name="connsiteX6" fmla="*/ 78594 w 127345"/>
                    <a:gd name="connsiteY6" fmla="*/ 6465 h 100059"/>
                    <a:gd name="connsiteX7" fmla="*/ 112448 w 127345"/>
                    <a:gd name="connsiteY7" fmla="*/ 21394 h 100059"/>
                    <a:gd name="connsiteX8" fmla="*/ 126218 w 127345"/>
                    <a:gd name="connsiteY8" fmla="*/ 56472 h 100059"/>
                    <a:gd name="connsiteX9" fmla="*/ 123837 w 127345"/>
                    <a:gd name="connsiteY9" fmla="*/ 80284 h 100059"/>
                    <a:gd name="connsiteX10" fmla="*/ 102407 w 127345"/>
                    <a:gd name="connsiteY10" fmla="*/ 94572 h 100059"/>
                    <a:gd name="connsiteX11" fmla="*/ 78593 w 127345"/>
                    <a:gd name="connsiteY11" fmla="*/ 99333 h 100059"/>
                    <a:gd name="connsiteX12" fmla="*/ 61925 w 127345"/>
                    <a:gd name="connsiteY12" fmla="*/ 80285 h 100059"/>
                    <a:gd name="connsiteX13" fmla="*/ 38112 w 127345"/>
                    <a:gd name="connsiteY13" fmla="*/ 75521 h 100059"/>
                    <a:gd name="connsiteX14" fmla="*/ 16679 w 127345"/>
                    <a:gd name="connsiteY14" fmla="*/ 70758 h 100059"/>
                    <a:gd name="connsiteX15" fmla="*/ 12 w 127345"/>
                    <a:gd name="connsiteY15" fmla="*/ 54091 h 100059"/>
                    <a:gd name="connsiteX16" fmla="*/ 14300 w 127345"/>
                    <a:gd name="connsiteY16" fmla="*/ 25515 h 10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345" h="100059">
                      <a:moveTo>
                        <a:pt x="14300" y="25515"/>
                      </a:moveTo>
                      <a:cubicBezTo>
                        <a:pt x="19149" y="16891"/>
                        <a:pt x="19890" y="6206"/>
                        <a:pt x="29104" y="2344"/>
                      </a:cubicBezTo>
                      <a:cubicBezTo>
                        <a:pt x="38318" y="-1518"/>
                        <a:pt x="61563" y="53"/>
                        <a:pt x="69586" y="2344"/>
                      </a:cubicBezTo>
                      <a:cubicBezTo>
                        <a:pt x="77609" y="4635"/>
                        <a:pt x="70756" y="18439"/>
                        <a:pt x="74003" y="23445"/>
                      </a:cubicBezTo>
                      <a:cubicBezTo>
                        <a:pt x="77251" y="28451"/>
                        <a:pt x="88666" y="32790"/>
                        <a:pt x="89071" y="32381"/>
                      </a:cubicBezTo>
                      <a:cubicBezTo>
                        <a:pt x="89476" y="31972"/>
                        <a:pt x="78178" y="25312"/>
                        <a:pt x="76432" y="20993"/>
                      </a:cubicBezTo>
                      <a:cubicBezTo>
                        <a:pt x="74686" y="16674"/>
                        <a:pt x="72591" y="6398"/>
                        <a:pt x="78594" y="6465"/>
                      </a:cubicBezTo>
                      <a:cubicBezTo>
                        <a:pt x="84597" y="6532"/>
                        <a:pt x="104511" y="13060"/>
                        <a:pt x="112448" y="21394"/>
                      </a:cubicBezTo>
                      <a:cubicBezTo>
                        <a:pt x="120385" y="29728"/>
                        <a:pt x="124320" y="46657"/>
                        <a:pt x="126218" y="56472"/>
                      </a:cubicBezTo>
                      <a:cubicBezTo>
                        <a:pt x="128116" y="66287"/>
                        <a:pt x="127806" y="73934"/>
                        <a:pt x="123837" y="80284"/>
                      </a:cubicBezTo>
                      <a:cubicBezTo>
                        <a:pt x="119869" y="86634"/>
                        <a:pt x="109948" y="91397"/>
                        <a:pt x="102407" y="94572"/>
                      </a:cubicBezTo>
                      <a:cubicBezTo>
                        <a:pt x="94866" y="97747"/>
                        <a:pt x="85340" y="101714"/>
                        <a:pt x="78593" y="99333"/>
                      </a:cubicBezTo>
                      <a:cubicBezTo>
                        <a:pt x="71846" y="96952"/>
                        <a:pt x="68672" y="84254"/>
                        <a:pt x="61925" y="80285"/>
                      </a:cubicBezTo>
                      <a:cubicBezTo>
                        <a:pt x="55178" y="76316"/>
                        <a:pt x="45653" y="77109"/>
                        <a:pt x="38112" y="75521"/>
                      </a:cubicBezTo>
                      <a:cubicBezTo>
                        <a:pt x="30571" y="73933"/>
                        <a:pt x="16679" y="70758"/>
                        <a:pt x="16679" y="70758"/>
                      </a:cubicBezTo>
                      <a:cubicBezTo>
                        <a:pt x="13901" y="69964"/>
                        <a:pt x="408" y="61631"/>
                        <a:pt x="12" y="54091"/>
                      </a:cubicBezTo>
                      <a:cubicBezTo>
                        <a:pt x="-384" y="46551"/>
                        <a:pt x="9451" y="34140"/>
                        <a:pt x="14300" y="25515"/>
                      </a:cubicBezTo>
                      <a:close/>
                    </a:path>
                  </a:pathLst>
                </a:cu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172A5093-D8BC-54B6-C7F6-133DFB0EBB44}"/>
                    </a:ext>
                  </a:extLst>
                </p:cNvPr>
                <p:cNvSpPr/>
                <p:nvPr/>
              </p:nvSpPr>
              <p:spPr>
                <a:xfrm>
                  <a:off x="2963838" y="4120367"/>
                  <a:ext cx="34145" cy="20942"/>
                </a:xfrm>
                <a:custGeom>
                  <a:avLst/>
                  <a:gdLst>
                    <a:gd name="connsiteX0" fmla="*/ 0 w 71438"/>
                    <a:gd name="connsiteY0" fmla="*/ 0 h 26660"/>
                    <a:gd name="connsiteX1" fmla="*/ 42863 w 71438"/>
                    <a:gd name="connsiteY1" fmla="*/ 26194 h 26660"/>
                    <a:gd name="connsiteX2" fmla="*/ 71438 w 71438"/>
                    <a:gd name="connsiteY2" fmla="*/ 14288 h 26660"/>
                    <a:gd name="connsiteX0" fmla="*/ 0 w 71438"/>
                    <a:gd name="connsiteY0" fmla="*/ 0 h 17479"/>
                    <a:gd name="connsiteX1" fmla="*/ 39733 w 71438"/>
                    <a:gd name="connsiteY1" fmla="*/ 12309 h 17479"/>
                    <a:gd name="connsiteX2" fmla="*/ 71438 w 71438"/>
                    <a:gd name="connsiteY2" fmla="*/ 14288 h 17479"/>
                  </a:gdLst>
                  <a:ahLst/>
                  <a:cxnLst>
                    <a:cxn ang="0">
                      <a:pos x="connsiteX0" y="connsiteY0"/>
                    </a:cxn>
                    <a:cxn ang="0">
                      <a:pos x="connsiteX1" y="connsiteY1"/>
                    </a:cxn>
                    <a:cxn ang="0">
                      <a:pos x="connsiteX2" y="connsiteY2"/>
                    </a:cxn>
                  </a:cxnLst>
                  <a:rect l="l" t="t" r="r" b="b"/>
                  <a:pathLst>
                    <a:path w="71438" h="17479">
                      <a:moveTo>
                        <a:pt x="0" y="0"/>
                      </a:moveTo>
                      <a:cubicBezTo>
                        <a:pt x="15478" y="11906"/>
                        <a:pt x="27827" y="9928"/>
                        <a:pt x="39733" y="12309"/>
                      </a:cubicBezTo>
                      <a:cubicBezTo>
                        <a:pt x="51639" y="14690"/>
                        <a:pt x="63103" y="21431"/>
                        <a:pt x="71438" y="14288"/>
                      </a:cubicBezTo>
                    </a:path>
                  </a:pathLst>
                </a:cu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51" name="Freeform: Shape 1350">
                <a:extLst>
                  <a:ext uri="{FF2B5EF4-FFF2-40B4-BE49-F238E27FC236}">
                    <a16:creationId xmlns:a16="http://schemas.microsoft.com/office/drawing/2014/main" id="{75CEC933-95EE-0A0F-7348-48F307B7C7FB}"/>
                  </a:ext>
                </a:extLst>
              </p:cNvPr>
              <p:cNvSpPr/>
              <p:nvPr/>
            </p:nvSpPr>
            <p:spPr>
              <a:xfrm rot="2339860" flipH="1" flipV="1">
                <a:off x="1641982" y="4227400"/>
                <a:ext cx="151774" cy="40769"/>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492" h="22767">
                    <a:moveTo>
                      <a:pt x="770" y="22733"/>
                    </a:moveTo>
                    <a:cubicBezTo>
                      <a:pt x="3472" y="21798"/>
                      <a:pt x="12949" y="683"/>
                      <a:pt x="22871" y="3461"/>
                    </a:cubicBezTo>
                    <a:cubicBezTo>
                      <a:pt x="30854" y="4116"/>
                      <a:pt x="35060" y="-2966"/>
                      <a:pt x="40670" y="1470"/>
                    </a:cubicBezTo>
                    <a:cubicBezTo>
                      <a:pt x="46280" y="5906"/>
                      <a:pt x="54450" y="14634"/>
                      <a:pt x="53401" y="16380"/>
                    </a:cubicBezTo>
                    <a:cubicBezTo>
                      <a:pt x="52352" y="18126"/>
                      <a:pt x="41618" y="11898"/>
                      <a:pt x="34377" y="11946"/>
                    </a:cubicBezTo>
                    <a:cubicBezTo>
                      <a:pt x="27136" y="11994"/>
                      <a:pt x="20162" y="16104"/>
                      <a:pt x="15408" y="14657"/>
                    </a:cubicBezTo>
                    <a:cubicBezTo>
                      <a:pt x="10654" y="13210"/>
                      <a:pt x="10256" y="12619"/>
                      <a:pt x="6661" y="9069"/>
                    </a:cubicBezTo>
                    <a:cubicBezTo>
                      <a:pt x="3066" y="5519"/>
                      <a:pt x="-1932" y="23668"/>
                      <a:pt x="770" y="2273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Freeform: Shape 1351">
                <a:extLst>
                  <a:ext uri="{FF2B5EF4-FFF2-40B4-BE49-F238E27FC236}">
                    <a16:creationId xmlns:a16="http://schemas.microsoft.com/office/drawing/2014/main" id="{7F4C4D47-484B-E495-0797-A48EB302DBE1}"/>
                  </a:ext>
                </a:extLst>
              </p:cNvPr>
              <p:cNvSpPr/>
              <p:nvPr/>
            </p:nvSpPr>
            <p:spPr>
              <a:xfrm>
                <a:off x="1735808" y="3842353"/>
                <a:ext cx="34588" cy="69745"/>
              </a:xfrm>
              <a:custGeom>
                <a:avLst/>
                <a:gdLst>
                  <a:gd name="connsiteX0" fmla="*/ 7144 w 16836"/>
                  <a:gd name="connsiteY0" fmla="*/ 0 h 87809"/>
                  <a:gd name="connsiteX1" fmla="*/ 16669 w 16836"/>
                  <a:gd name="connsiteY1" fmla="*/ 83344 h 87809"/>
                  <a:gd name="connsiteX2" fmla="*/ 0 w 16836"/>
                  <a:gd name="connsiteY2" fmla="*/ 69057 h 87809"/>
                  <a:gd name="connsiteX0" fmla="*/ 7144 w 12737"/>
                  <a:gd name="connsiteY0" fmla="*/ 0 h 72110"/>
                  <a:gd name="connsiteX1" fmla="*/ 12284 w 12737"/>
                  <a:gd name="connsiteY1" fmla="*/ 39027 h 72110"/>
                  <a:gd name="connsiteX2" fmla="*/ 0 w 12737"/>
                  <a:gd name="connsiteY2" fmla="*/ 69057 h 72110"/>
                </a:gdLst>
                <a:ahLst/>
                <a:cxnLst>
                  <a:cxn ang="0">
                    <a:pos x="connsiteX0" y="connsiteY0"/>
                  </a:cxn>
                  <a:cxn ang="0">
                    <a:pos x="connsiteX1" y="connsiteY1"/>
                  </a:cxn>
                  <a:cxn ang="0">
                    <a:pos x="connsiteX2" y="connsiteY2"/>
                  </a:cxn>
                </a:cxnLst>
                <a:rect l="l" t="t" r="r" b="b"/>
                <a:pathLst>
                  <a:path w="12737" h="72110">
                    <a:moveTo>
                      <a:pt x="7144" y="0"/>
                    </a:moveTo>
                    <a:cubicBezTo>
                      <a:pt x="12502" y="35917"/>
                      <a:pt x="13475" y="27518"/>
                      <a:pt x="12284" y="39027"/>
                    </a:cubicBezTo>
                    <a:cubicBezTo>
                      <a:pt x="11093" y="50536"/>
                      <a:pt x="7739" y="81955"/>
                      <a:pt x="0" y="69057"/>
                    </a:cubicBezTo>
                  </a:path>
                </a:pathLst>
              </a:cu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Freeform: Shape 1358">
                <a:extLst>
                  <a:ext uri="{FF2B5EF4-FFF2-40B4-BE49-F238E27FC236}">
                    <a16:creationId xmlns:a16="http://schemas.microsoft.com/office/drawing/2014/main" id="{DEF9F620-E085-AEF4-59B7-304444CF00E6}"/>
                  </a:ext>
                </a:extLst>
              </p:cNvPr>
              <p:cNvSpPr/>
              <p:nvPr/>
            </p:nvSpPr>
            <p:spPr>
              <a:xfrm>
                <a:off x="1669256" y="3907622"/>
                <a:ext cx="143022" cy="81144"/>
              </a:xfrm>
              <a:custGeom>
                <a:avLst/>
                <a:gdLst>
                  <a:gd name="connsiteX0" fmla="*/ 0 w 143022"/>
                  <a:gd name="connsiteY0" fmla="*/ 23822 h 81144"/>
                  <a:gd name="connsiteX1" fmla="*/ 57150 w 143022"/>
                  <a:gd name="connsiteY1" fmla="*/ 9 h 81144"/>
                  <a:gd name="connsiteX2" fmla="*/ 114300 w 143022"/>
                  <a:gd name="connsiteY2" fmla="*/ 26203 h 81144"/>
                  <a:gd name="connsiteX3" fmla="*/ 142875 w 143022"/>
                  <a:gd name="connsiteY3" fmla="*/ 33347 h 81144"/>
                  <a:gd name="connsiteX4" fmla="*/ 126207 w 143022"/>
                  <a:gd name="connsiteY4" fmla="*/ 73828 h 81144"/>
                  <a:gd name="connsiteX5" fmla="*/ 116682 w 143022"/>
                  <a:gd name="connsiteY5" fmla="*/ 80972 h 8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022" h="81144">
                    <a:moveTo>
                      <a:pt x="0" y="23822"/>
                    </a:moveTo>
                    <a:cubicBezTo>
                      <a:pt x="19050" y="11717"/>
                      <a:pt x="38100" y="-388"/>
                      <a:pt x="57150" y="9"/>
                    </a:cubicBezTo>
                    <a:cubicBezTo>
                      <a:pt x="76200" y="406"/>
                      <a:pt x="100012" y="20647"/>
                      <a:pt x="114300" y="26203"/>
                    </a:cubicBezTo>
                    <a:cubicBezTo>
                      <a:pt x="128588" y="31759"/>
                      <a:pt x="140891" y="25410"/>
                      <a:pt x="142875" y="33347"/>
                    </a:cubicBezTo>
                    <a:cubicBezTo>
                      <a:pt x="144860" y="41285"/>
                      <a:pt x="126207" y="73828"/>
                      <a:pt x="126207" y="73828"/>
                    </a:cubicBezTo>
                    <a:cubicBezTo>
                      <a:pt x="121842" y="81765"/>
                      <a:pt x="119262" y="81368"/>
                      <a:pt x="116682" y="80972"/>
                    </a:cubicBezTo>
                  </a:path>
                </a:pathLst>
              </a:custGeom>
              <a:ln w="31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60" name="Freeform: Shape 1359">
                <a:extLst>
                  <a:ext uri="{FF2B5EF4-FFF2-40B4-BE49-F238E27FC236}">
                    <a16:creationId xmlns:a16="http://schemas.microsoft.com/office/drawing/2014/main" id="{69EA5917-92B0-C1A1-294A-6957AFC927A9}"/>
                  </a:ext>
                </a:extLst>
              </p:cNvPr>
              <p:cNvSpPr/>
              <p:nvPr/>
            </p:nvSpPr>
            <p:spPr>
              <a:xfrm>
                <a:off x="1642203" y="3818346"/>
                <a:ext cx="108281" cy="87673"/>
              </a:xfrm>
              <a:custGeom>
                <a:avLst/>
                <a:gdLst>
                  <a:gd name="connsiteX0" fmla="*/ 55145 w 111922"/>
                  <a:gd name="connsiteY0" fmla="*/ 2648 h 74565"/>
                  <a:gd name="connsiteX1" fmla="*/ 107533 w 111922"/>
                  <a:gd name="connsiteY1" fmla="*/ 19317 h 74565"/>
                  <a:gd name="connsiteX2" fmla="*/ 102770 w 111922"/>
                  <a:gd name="connsiteY2" fmla="*/ 57417 h 74565"/>
                  <a:gd name="connsiteX3" fmla="*/ 52764 w 111922"/>
                  <a:gd name="connsiteY3" fmla="*/ 57417 h 74565"/>
                  <a:gd name="connsiteX4" fmla="*/ 376 w 111922"/>
                  <a:gd name="connsiteY4" fmla="*/ 74086 h 74565"/>
                  <a:gd name="connsiteX5" fmla="*/ 55145 w 111922"/>
                  <a:gd name="connsiteY5" fmla="*/ 2648 h 74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922" h="74565">
                    <a:moveTo>
                      <a:pt x="55145" y="2648"/>
                    </a:moveTo>
                    <a:cubicBezTo>
                      <a:pt x="73004" y="-6480"/>
                      <a:pt x="99595" y="10189"/>
                      <a:pt x="107533" y="19317"/>
                    </a:cubicBezTo>
                    <a:cubicBezTo>
                      <a:pt x="115471" y="28445"/>
                      <a:pt x="111898" y="51067"/>
                      <a:pt x="102770" y="57417"/>
                    </a:cubicBezTo>
                    <a:cubicBezTo>
                      <a:pt x="93642" y="63767"/>
                      <a:pt x="69830" y="54639"/>
                      <a:pt x="52764" y="57417"/>
                    </a:cubicBezTo>
                    <a:cubicBezTo>
                      <a:pt x="35698" y="60195"/>
                      <a:pt x="5138" y="77658"/>
                      <a:pt x="376" y="74086"/>
                    </a:cubicBezTo>
                    <a:cubicBezTo>
                      <a:pt x="-4386" y="70514"/>
                      <a:pt x="37286" y="11776"/>
                      <a:pt x="55145" y="2648"/>
                    </a:cubicBezTo>
                    <a:close/>
                  </a:path>
                </a:pathLst>
              </a:cu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Freeform: Shape 1360">
                <a:extLst>
                  <a:ext uri="{FF2B5EF4-FFF2-40B4-BE49-F238E27FC236}">
                    <a16:creationId xmlns:a16="http://schemas.microsoft.com/office/drawing/2014/main" id="{D9779A76-91DB-7D30-F199-3117DB8D1345}"/>
                  </a:ext>
                </a:extLst>
              </p:cNvPr>
              <p:cNvSpPr/>
              <p:nvPr/>
            </p:nvSpPr>
            <p:spPr>
              <a:xfrm>
                <a:off x="1640467" y="3930438"/>
                <a:ext cx="138532" cy="44523"/>
              </a:xfrm>
              <a:custGeom>
                <a:avLst/>
                <a:gdLst>
                  <a:gd name="connsiteX0" fmla="*/ 55145 w 111922"/>
                  <a:gd name="connsiteY0" fmla="*/ 2648 h 74565"/>
                  <a:gd name="connsiteX1" fmla="*/ 107533 w 111922"/>
                  <a:gd name="connsiteY1" fmla="*/ 19317 h 74565"/>
                  <a:gd name="connsiteX2" fmla="*/ 102770 w 111922"/>
                  <a:gd name="connsiteY2" fmla="*/ 57417 h 74565"/>
                  <a:gd name="connsiteX3" fmla="*/ 52764 w 111922"/>
                  <a:gd name="connsiteY3" fmla="*/ 57417 h 74565"/>
                  <a:gd name="connsiteX4" fmla="*/ 376 w 111922"/>
                  <a:gd name="connsiteY4" fmla="*/ 74086 h 74565"/>
                  <a:gd name="connsiteX5" fmla="*/ 55145 w 111922"/>
                  <a:gd name="connsiteY5" fmla="*/ 2648 h 74565"/>
                  <a:gd name="connsiteX0" fmla="*/ 55189 w 138497"/>
                  <a:gd name="connsiteY0" fmla="*/ 5140 h 77057"/>
                  <a:gd name="connsiteX1" fmla="*/ 137113 w 138497"/>
                  <a:gd name="connsiteY1" fmla="*/ 11683 h 77057"/>
                  <a:gd name="connsiteX2" fmla="*/ 102814 w 138497"/>
                  <a:gd name="connsiteY2" fmla="*/ 59909 h 77057"/>
                  <a:gd name="connsiteX3" fmla="*/ 52808 w 138497"/>
                  <a:gd name="connsiteY3" fmla="*/ 59909 h 77057"/>
                  <a:gd name="connsiteX4" fmla="*/ 420 w 138497"/>
                  <a:gd name="connsiteY4" fmla="*/ 76578 h 77057"/>
                  <a:gd name="connsiteX5" fmla="*/ 55189 w 138497"/>
                  <a:gd name="connsiteY5" fmla="*/ 5140 h 77057"/>
                  <a:gd name="connsiteX0" fmla="*/ 55189 w 138982"/>
                  <a:gd name="connsiteY0" fmla="*/ 4322 h 76239"/>
                  <a:gd name="connsiteX1" fmla="*/ 137113 w 138982"/>
                  <a:gd name="connsiteY1" fmla="*/ 10865 h 76239"/>
                  <a:gd name="connsiteX2" fmla="*/ 107736 w 138982"/>
                  <a:gd name="connsiteY2" fmla="*/ 34789 h 76239"/>
                  <a:gd name="connsiteX3" fmla="*/ 52808 w 138982"/>
                  <a:gd name="connsiteY3" fmla="*/ 59091 h 76239"/>
                  <a:gd name="connsiteX4" fmla="*/ 420 w 138982"/>
                  <a:gd name="connsiteY4" fmla="*/ 75760 h 76239"/>
                  <a:gd name="connsiteX5" fmla="*/ 55189 w 138982"/>
                  <a:gd name="connsiteY5" fmla="*/ 4322 h 76239"/>
                  <a:gd name="connsiteX0" fmla="*/ 54773 w 138566"/>
                  <a:gd name="connsiteY0" fmla="*/ 4322 h 76416"/>
                  <a:gd name="connsiteX1" fmla="*/ 136697 w 138566"/>
                  <a:gd name="connsiteY1" fmla="*/ 10865 h 76416"/>
                  <a:gd name="connsiteX2" fmla="*/ 107320 w 138566"/>
                  <a:gd name="connsiteY2" fmla="*/ 34789 h 76416"/>
                  <a:gd name="connsiteX3" fmla="*/ 52392 w 138566"/>
                  <a:gd name="connsiteY3" fmla="*/ 40864 h 76416"/>
                  <a:gd name="connsiteX4" fmla="*/ 4 w 138566"/>
                  <a:gd name="connsiteY4" fmla="*/ 75760 h 76416"/>
                  <a:gd name="connsiteX5" fmla="*/ 54773 w 138566"/>
                  <a:gd name="connsiteY5" fmla="*/ 4322 h 76416"/>
                  <a:gd name="connsiteX0" fmla="*/ 59694 w 143487"/>
                  <a:gd name="connsiteY0" fmla="*/ 1268 h 38670"/>
                  <a:gd name="connsiteX1" fmla="*/ 141618 w 143487"/>
                  <a:gd name="connsiteY1" fmla="*/ 7811 h 38670"/>
                  <a:gd name="connsiteX2" fmla="*/ 112241 w 143487"/>
                  <a:gd name="connsiteY2" fmla="*/ 31735 h 38670"/>
                  <a:gd name="connsiteX3" fmla="*/ 57313 w 143487"/>
                  <a:gd name="connsiteY3" fmla="*/ 37810 h 38670"/>
                  <a:gd name="connsiteX4" fmla="*/ 2 w 143487"/>
                  <a:gd name="connsiteY4" fmla="*/ 30176 h 38670"/>
                  <a:gd name="connsiteX5" fmla="*/ 59694 w 143487"/>
                  <a:gd name="connsiteY5" fmla="*/ 1268 h 38670"/>
                  <a:gd name="connsiteX0" fmla="*/ 59704 w 143497"/>
                  <a:gd name="connsiteY0" fmla="*/ 1268 h 37859"/>
                  <a:gd name="connsiteX1" fmla="*/ 141628 w 143497"/>
                  <a:gd name="connsiteY1" fmla="*/ 7811 h 37859"/>
                  <a:gd name="connsiteX2" fmla="*/ 112251 w 143497"/>
                  <a:gd name="connsiteY2" fmla="*/ 31735 h 37859"/>
                  <a:gd name="connsiteX3" fmla="*/ 57323 w 143497"/>
                  <a:gd name="connsiteY3" fmla="*/ 37810 h 37859"/>
                  <a:gd name="connsiteX4" fmla="*/ 54370 w 143497"/>
                  <a:gd name="connsiteY4" fmla="*/ 25158 h 37859"/>
                  <a:gd name="connsiteX5" fmla="*/ 12 w 143497"/>
                  <a:gd name="connsiteY5" fmla="*/ 30176 h 37859"/>
                  <a:gd name="connsiteX6" fmla="*/ 59704 w 143497"/>
                  <a:gd name="connsiteY6" fmla="*/ 1268 h 37859"/>
                  <a:gd name="connsiteX0" fmla="*/ 59704 w 143190"/>
                  <a:gd name="connsiteY0" fmla="*/ 1268 h 37867"/>
                  <a:gd name="connsiteX1" fmla="*/ 141628 w 143190"/>
                  <a:gd name="connsiteY1" fmla="*/ 7811 h 37867"/>
                  <a:gd name="connsiteX2" fmla="*/ 112251 w 143190"/>
                  <a:gd name="connsiteY2" fmla="*/ 31735 h 37867"/>
                  <a:gd name="connsiteX3" fmla="*/ 96213 w 143190"/>
                  <a:gd name="connsiteY3" fmla="*/ 25159 h 37867"/>
                  <a:gd name="connsiteX4" fmla="*/ 57323 w 143190"/>
                  <a:gd name="connsiteY4" fmla="*/ 37810 h 37867"/>
                  <a:gd name="connsiteX5" fmla="*/ 54370 w 143190"/>
                  <a:gd name="connsiteY5" fmla="*/ 25158 h 37867"/>
                  <a:gd name="connsiteX6" fmla="*/ 12 w 143190"/>
                  <a:gd name="connsiteY6" fmla="*/ 30176 h 37867"/>
                  <a:gd name="connsiteX7" fmla="*/ 59704 w 143190"/>
                  <a:gd name="connsiteY7" fmla="*/ 1268 h 3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190" h="37867">
                    <a:moveTo>
                      <a:pt x="59704" y="1268"/>
                    </a:moveTo>
                    <a:cubicBezTo>
                      <a:pt x="83307" y="-2459"/>
                      <a:pt x="132870" y="2733"/>
                      <a:pt x="141628" y="7811"/>
                    </a:cubicBezTo>
                    <a:cubicBezTo>
                      <a:pt x="150386" y="12889"/>
                      <a:pt x="119820" y="28844"/>
                      <a:pt x="112251" y="31735"/>
                    </a:cubicBezTo>
                    <a:cubicBezTo>
                      <a:pt x="104682" y="34626"/>
                      <a:pt x="105368" y="24147"/>
                      <a:pt x="96213" y="25159"/>
                    </a:cubicBezTo>
                    <a:cubicBezTo>
                      <a:pt x="87058" y="26172"/>
                      <a:pt x="63066" y="38823"/>
                      <a:pt x="57323" y="37810"/>
                    </a:cubicBezTo>
                    <a:cubicBezTo>
                      <a:pt x="51580" y="36797"/>
                      <a:pt x="63922" y="26430"/>
                      <a:pt x="54370" y="25158"/>
                    </a:cubicBezTo>
                    <a:cubicBezTo>
                      <a:pt x="44818" y="23886"/>
                      <a:pt x="-877" y="34158"/>
                      <a:pt x="12" y="30176"/>
                    </a:cubicBezTo>
                    <a:cubicBezTo>
                      <a:pt x="901" y="26194"/>
                      <a:pt x="36101" y="4996"/>
                      <a:pt x="59704" y="1268"/>
                    </a:cubicBezTo>
                    <a:close/>
                  </a:path>
                </a:pathLst>
              </a:cu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Freeform: Shape 1362">
                <a:extLst>
                  <a:ext uri="{FF2B5EF4-FFF2-40B4-BE49-F238E27FC236}">
                    <a16:creationId xmlns:a16="http://schemas.microsoft.com/office/drawing/2014/main" id="{60E25E39-8EE0-79AE-3202-7FB924EEE8B9}"/>
                  </a:ext>
                </a:extLst>
              </p:cNvPr>
              <p:cNvSpPr/>
              <p:nvPr/>
            </p:nvSpPr>
            <p:spPr>
              <a:xfrm>
                <a:off x="1490764" y="4303015"/>
                <a:ext cx="281325" cy="248176"/>
              </a:xfrm>
              <a:custGeom>
                <a:avLst/>
                <a:gdLst>
                  <a:gd name="connsiteX0" fmla="*/ 963 w 93013"/>
                  <a:gd name="connsiteY0" fmla="*/ 10943 h 63947"/>
                  <a:gd name="connsiteX1" fmla="*/ 55732 w 93013"/>
                  <a:gd name="connsiteY1" fmla="*/ 1418 h 63947"/>
                  <a:gd name="connsiteX2" fmla="*/ 55732 w 93013"/>
                  <a:gd name="connsiteY2" fmla="*/ 32374 h 63947"/>
                  <a:gd name="connsiteX3" fmla="*/ 62875 w 93013"/>
                  <a:gd name="connsiteY3" fmla="*/ 20468 h 63947"/>
                  <a:gd name="connsiteX4" fmla="*/ 89069 w 93013"/>
                  <a:gd name="connsiteY4" fmla="*/ 20468 h 63947"/>
                  <a:gd name="connsiteX5" fmla="*/ 91450 w 93013"/>
                  <a:gd name="connsiteY5" fmla="*/ 60949 h 63947"/>
                  <a:gd name="connsiteX6" fmla="*/ 74782 w 93013"/>
                  <a:gd name="connsiteY6" fmla="*/ 60949 h 63947"/>
                  <a:gd name="connsiteX7" fmla="*/ 24775 w 93013"/>
                  <a:gd name="connsiteY7" fmla="*/ 60949 h 63947"/>
                  <a:gd name="connsiteX8" fmla="*/ 963 w 93013"/>
                  <a:gd name="connsiteY8" fmla="*/ 10943 h 63947"/>
                  <a:gd name="connsiteX0" fmla="*/ 838 w 92888"/>
                  <a:gd name="connsiteY0" fmla="*/ 10943 h 63947"/>
                  <a:gd name="connsiteX1" fmla="*/ 52973 w 92888"/>
                  <a:gd name="connsiteY1" fmla="*/ 1418 h 63947"/>
                  <a:gd name="connsiteX2" fmla="*/ 55607 w 92888"/>
                  <a:gd name="connsiteY2" fmla="*/ 32374 h 63947"/>
                  <a:gd name="connsiteX3" fmla="*/ 62750 w 92888"/>
                  <a:gd name="connsiteY3" fmla="*/ 20468 h 63947"/>
                  <a:gd name="connsiteX4" fmla="*/ 88944 w 92888"/>
                  <a:gd name="connsiteY4" fmla="*/ 20468 h 63947"/>
                  <a:gd name="connsiteX5" fmla="*/ 91325 w 92888"/>
                  <a:gd name="connsiteY5" fmla="*/ 60949 h 63947"/>
                  <a:gd name="connsiteX6" fmla="*/ 74657 w 92888"/>
                  <a:gd name="connsiteY6" fmla="*/ 60949 h 63947"/>
                  <a:gd name="connsiteX7" fmla="*/ 24650 w 92888"/>
                  <a:gd name="connsiteY7" fmla="*/ 60949 h 63947"/>
                  <a:gd name="connsiteX8" fmla="*/ 838 w 92888"/>
                  <a:gd name="connsiteY8" fmla="*/ 10943 h 63947"/>
                  <a:gd name="connsiteX0" fmla="*/ 458 w 92508"/>
                  <a:gd name="connsiteY0" fmla="*/ 12041 h 65045"/>
                  <a:gd name="connsiteX1" fmla="*/ 43813 w 92508"/>
                  <a:gd name="connsiteY1" fmla="*/ 1250 h 65045"/>
                  <a:gd name="connsiteX2" fmla="*/ 55227 w 92508"/>
                  <a:gd name="connsiteY2" fmla="*/ 33472 h 65045"/>
                  <a:gd name="connsiteX3" fmla="*/ 62370 w 92508"/>
                  <a:gd name="connsiteY3" fmla="*/ 21566 h 65045"/>
                  <a:gd name="connsiteX4" fmla="*/ 88564 w 92508"/>
                  <a:gd name="connsiteY4" fmla="*/ 21566 h 65045"/>
                  <a:gd name="connsiteX5" fmla="*/ 90945 w 92508"/>
                  <a:gd name="connsiteY5" fmla="*/ 62047 h 65045"/>
                  <a:gd name="connsiteX6" fmla="*/ 74277 w 92508"/>
                  <a:gd name="connsiteY6" fmla="*/ 62047 h 65045"/>
                  <a:gd name="connsiteX7" fmla="*/ 24270 w 92508"/>
                  <a:gd name="connsiteY7" fmla="*/ 62047 h 65045"/>
                  <a:gd name="connsiteX8" fmla="*/ 458 w 92508"/>
                  <a:gd name="connsiteY8" fmla="*/ 12041 h 65045"/>
                  <a:gd name="connsiteX0" fmla="*/ 9300 w 101350"/>
                  <a:gd name="connsiteY0" fmla="*/ 11695 h 64699"/>
                  <a:gd name="connsiteX1" fmla="*/ 52655 w 101350"/>
                  <a:gd name="connsiteY1" fmla="*/ 904 h 64699"/>
                  <a:gd name="connsiteX2" fmla="*/ 64069 w 101350"/>
                  <a:gd name="connsiteY2" fmla="*/ 33126 h 64699"/>
                  <a:gd name="connsiteX3" fmla="*/ 71212 w 101350"/>
                  <a:gd name="connsiteY3" fmla="*/ 21220 h 64699"/>
                  <a:gd name="connsiteX4" fmla="*/ 97406 w 101350"/>
                  <a:gd name="connsiteY4" fmla="*/ 21220 h 64699"/>
                  <a:gd name="connsiteX5" fmla="*/ 99787 w 101350"/>
                  <a:gd name="connsiteY5" fmla="*/ 61701 h 64699"/>
                  <a:gd name="connsiteX6" fmla="*/ 83119 w 101350"/>
                  <a:gd name="connsiteY6" fmla="*/ 61701 h 64699"/>
                  <a:gd name="connsiteX7" fmla="*/ 33112 w 101350"/>
                  <a:gd name="connsiteY7" fmla="*/ 61701 h 64699"/>
                  <a:gd name="connsiteX8" fmla="*/ 1718 w 101350"/>
                  <a:gd name="connsiteY8" fmla="*/ 40713 h 64699"/>
                  <a:gd name="connsiteX9" fmla="*/ 9300 w 101350"/>
                  <a:gd name="connsiteY9" fmla="*/ 11695 h 64699"/>
                  <a:gd name="connsiteX0" fmla="*/ 9300 w 101350"/>
                  <a:gd name="connsiteY0" fmla="*/ 7690 h 65760"/>
                  <a:gd name="connsiteX1" fmla="*/ 52655 w 101350"/>
                  <a:gd name="connsiteY1" fmla="*/ 1965 h 65760"/>
                  <a:gd name="connsiteX2" fmla="*/ 64069 w 101350"/>
                  <a:gd name="connsiteY2" fmla="*/ 34187 h 65760"/>
                  <a:gd name="connsiteX3" fmla="*/ 71212 w 101350"/>
                  <a:gd name="connsiteY3" fmla="*/ 22281 h 65760"/>
                  <a:gd name="connsiteX4" fmla="*/ 97406 w 101350"/>
                  <a:gd name="connsiteY4" fmla="*/ 22281 h 65760"/>
                  <a:gd name="connsiteX5" fmla="*/ 99787 w 101350"/>
                  <a:gd name="connsiteY5" fmla="*/ 62762 h 65760"/>
                  <a:gd name="connsiteX6" fmla="*/ 83119 w 101350"/>
                  <a:gd name="connsiteY6" fmla="*/ 62762 h 65760"/>
                  <a:gd name="connsiteX7" fmla="*/ 33112 w 101350"/>
                  <a:gd name="connsiteY7" fmla="*/ 62762 h 65760"/>
                  <a:gd name="connsiteX8" fmla="*/ 1718 w 101350"/>
                  <a:gd name="connsiteY8" fmla="*/ 41774 h 65760"/>
                  <a:gd name="connsiteX9" fmla="*/ 9300 w 101350"/>
                  <a:gd name="connsiteY9" fmla="*/ 7690 h 65760"/>
                  <a:gd name="connsiteX0" fmla="*/ 9300 w 101782"/>
                  <a:gd name="connsiteY0" fmla="*/ 7690 h 65760"/>
                  <a:gd name="connsiteX1" fmla="*/ 52655 w 101782"/>
                  <a:gd name="connsiteY1" fmla="*/ 1965 h 65760"/>
                  <a:gd name="connsiteX2" fmla="*/ 64069 w 101782"/>
                  <a:gd name="connsiteY2" fmla="*/ 34187 h 65760"/>
                  <a:gd name="connsiteX3" fmla="*/ 63309 w 101782"/>
                  <a:gd name="connsiteY3" fmla="*/ 12148 h 65760"/>
                  <a:gd name="connsiteX4" fmla="*/ 97406 w 101782"/>
                  <a:gd name="connsiteY4" fmla="*/ 22281 h 65760"/>
                  <a:gd name="connsiteX5" fmla="*/ 99787 w 101782"/>
                  <a:gd name="connsiteY5" fmla="*/ 62762 h 65760"/>
                  <a:gd name="connsiteX6" fmla="*/ 83119 w 101782"/>
                  <a:gd name="connsiteY6" fmla="*/ 62762 h 65760"/>
                  <a:gd name="connsiteX7" fmla="*/ 33112 w 101782"/>
                  <a:gd name="connsiteY7" fmla="*/ 62762 h 65760"/>
                  <a:gd name="connsiteX8" fmla="*/ 1718 w 101782"/>
                  <a:gd name="connsiteY8" fmla="*/ 41774 h 65760"/>
                  <a:gd name="connsiteX9" fmla="*/ 9300 w 101782"/>
                  <a:gd name="connsiteY9" fmla="*/ 7690 h 65760"/>
                  <a:gd name="connsiteX0" fmla="*/ 9300 w 104014"/>
                  <a:gd name="connsiteY0" fmla="*/ 7690 h 65807"/>
                  <a:gd name="connsiteX1" fmla="*/ 52655 w 104014"/>
                  <a:gd name="connsiteY1" fmla="*/ 1965 h 65807"/>
                  <a:gd name="connsiteX2" fmla="*/ 64069 w 104014"/>
                  <a:gd name="connsiteY2" fmla="*/ 34187 h 65807"/>
                  <a:gd name="connsiteX3" fmla="*/ 63309 w 104014"/>
                  <a:gd name="connsiteY3" fmla="*/ 12148 h 65807"/>
                  <a:gd name="connsiteX4" fmla="*/ 100918 w 104014"/>
                  <a:gd name="connsiteY4" fmla="*/ 21648 h 65807"/>
                  <a:gd name="connsiteX5" fmla="*/ 99787 w 104014"/>
                  <a:gd name="connsiteY5" fmla="*/ 62762 h 65807"/>
                  <a:gd name="connsiteX6" fmla="*/ 83119 w 104014"/>
                  <a:gd name="connsiteY6" fmla="*/ 62762 h 65807"/>
                  <a:gd name="connsiteX7" fmla="*/ 33112 w 104014"/>
                  <a:gd name="connsiteY7" fmla="*/ 62762 h 65807"/>
                  <a:gd name="connsiteX8" fmla="*/ 1718 w 104014"/>
                  <a:gd name="connsiteY8" fmla="*/ 41774 h 65807"/>
                  <a:gd name="connsiteX9" fmla="*/ 9300 w 104014"/>
                  <a:gd name="connsiteY9" fmla="*/ 7690 h 65807"/>
                  <a:gd name="connsiteX0" fmla="*/ 9300 w 104424"/>
                  <a:gd name="connsiteY0" fmla="*/ 7690 h 67126"/>
                  <a:gd name="connsiteX1" fmla="*/ 52655 w 104424"/>
                  <a:gd name="connsiteY1" fmla="*/ 1965 h 67126"/>
                  <a:gd name="connsiteX2" fmla="*/ 64069 w 104424"/>
                  <a:gd name="connsiteY2" fmla="*/ 34187 h 67126"/>
                  <a:gd name="connsiteX3" fmla="*/ 63309 w 104424"/>
                  <a:gd name="connsiteY3" fmla="*/ 12148 h 67126"/>
                  <a:gd name="connsiteX4" fmla="*/ 100918 w 104424"/>
                  <a:gd name="connsiteY4" fmla="*/ 21648 h 67126"/>
                  <a:gd name="connsiteX5" fmla="*/ 99787 w 104424"/>
                  <a:gd name="connsiteY5" fmla="*/ 62762 h 67126"/>
                  <a:gd name="connsiteX6" fmla="*/ 74339 w 104424"/>
                  <a:gd name="connsiteY6" fmla="*/ 65929 h 67126"/>
                  <a:gd name="connsiteX7" fmla="*/ 33112 w 104424"/>
                  <a:gd name="connsiteY7" fmla="*/ 62762 h 67126"/>
                  <a:gd name="connsiteX8" fmla="*/ 1718 w 104424"/>
                  <a:gd name="connsiteY8" fmla="*/ 41774 h 67126"/>
                  <a:gd name="connsiteX9" fmla="*/ 9300 w 104424"/>
                  <a:gd name="connsiteY9" fmla="*/ 7690 h 67126"/>
                  <a:gd name="connsiteX0" fmla="*/ 9300 w 104057"/>
                  <a:gd name="connsiteY0" fmla="*/ 7690 h 66005"/>
                  <a:gd name="connsiteX1" fmla="*/ 52655 w 104057"/>
                  <a:gd name="connsiteY1" fmla="*/ 1965 h 66005"/>
                  <a:gd name="connsiteX2" fmla="*/ 64069 w 104057"/>
                  <a:gd name="connsiteY2" fmla="*/ 34187 h 66005"/>
                  <a:gd name="connsiteX3" fmla="*/ 63309 w 104057"/>
                  <a:gd name="connsiteY3" fmla="*/ 12148 h 66005"/>
                  <a:gd name="connsiteX4" fmla="*/ 100918 w 104057"/>
                  <a:gd name="connsiteY4" fmla="*/ 21648 h 66005"/>
                  <a:gd name="connsiteX5" fmla="*/ 98909 w 104057"/>
                  <a:gd name="connsiteY5" fmla="*/ 57062 h 66005"/>
                  <a:gd name="connsiteX6" fmla="*/ 74339 w 104057"/>
                  <a:gd name="connsiteY6" fmla="*/ 65929 h 66005"/>
                  <a:gd name="connsiteX7" fmla="*/ 33112 w 104057"/>
                  <a:gd name="connsiteY7" fmla="*/ 62762 h 66005"/>
                  <a:gd name="connsiteX8" fmla="*/ 1718 w 104057"/>
                  <a:gd name="connsiteY8" fmla="*/ 41774 h 66005"/>
                  <a:gd name="connsiteX9" fmla="*/ 9300 w 104057"/>
                  <a:gd name="connsiteY9" fmla="*/ 7690 h 66005"/>
                  <a:gd name="connsiteX0" fmla="*/ 9300 w 112609"/>
                  <a:gd name="connsiteY0" fmla="*/ 7690 h 66005"/>
                  <a:gd name="connsiteX1" fmla="*/ 52655 w 112609"/>
                  <a:gd name="connsiteY1" fmla="*/ 1965 h 66005"/>
                  <a:gd name="connsiteX2" fmla="*/ 64069 w 112609"/>
                  <a:gd name="connsiteY2" fmla="*/ 34187 h 66005"/>
                  <a:gd name="connsiteX3" fmla="*/ 63309 w 112609"/>
                  <a:gd name="connsiteY3" fmla="*/ 12148 h 66005"/>
                  <a:gd name="connsiteX4" fmla="*/ 100918 w 112609"/>
                  <a:gd name="connsiteY4" fmla="*/ 21648 h 66005"/>
                  <a:gd name="connsiteX5" fmla="*/ 111201 w 112609"/>
                  <a:gd name="connsiteY5" fmla="*/ 53896 h 66005"/>
                  <a:gd name="connsiteX6" fmla="*/ 74339 w 112609"/>
                  <a:gd name="connsiteY6" fmla="*/ 65929 h 66005"/>
                  <a:gd name="connsiteX7" fmla="*/ 33112 w 112609"/>
                  <a:gd name="connsiteY7" fmla="*/ 62762 h 66005"/>
                  <a:gd name="connsiteX8" fmla="*/ 1718 w 112609"/>
                  <a:gd name="connsiteY8" fmla="*/ 41774 h 66005"/>
                  <a:gd name="connsiteX9" fmla="*/ 9300 w 112609"/>
                  <a:gd name="connsiteY9" fmla="*/ 7690 h 66005"/>
                  <a:gd name="connsiteX0" fmla="*/ 9300 w 105782"/>
                  <a:gd name="connsiteY0" fmla="*/ 7690 h 66005"/>
                  <a:gd name="connsiteX1" fmla="*/ 52655 w 105782"/>
                  <a:gd name="connsiteY1" fmla="*/ 1965 h 66005"/>
                  <a:gd name="connsiteX2" fmla="*/ 64069 w 105782"/>
                  <a:gd name="connsiteY2" fmla="*/ 34187 h 66005"/>
                  <a:gd name="connsiteX3" fmla="*/ 63309 w 105782"/>
                  <a:gd name="connsiteY3" fmla="*/ 12148 h 66005"/>
                  <a:gd name="connsiteX4" fmla="*/ 100918 w 105782"/>
                  <a:gd name="connsiteY4" fmla="*/ 21648 h 66005"/>
                  <a:gd name="connsiteX5" fmla="*/ 102421 w 105782"/>
                  <a:gd name="connsiteY5" fmla="*/ 53896 h 66005"/>
                  <a:gd name="connsiteX6" fmla="*/ 74339 w 105782"/>
                  <a:gd name="connsiteY6" fmla="*/ 65929 h 66005"/>
                  <a:gd name="connsiteX7" fmla="*/ 33112 w 105782"/>
                  <a:gd name="connsiteY7" fmla="*/ 62762 h 66005"/>
                  <a:gd name="connsiteX8" fmla="*/ 1718 w 105782"/>
                  <a:gd name="connsiteY8" fmla="*/ 41774 h 66005"/>
                  <a:gd name="connsiteX9" fmla="*/ 9300 w 105782"/>
                  <a:gd name="connsiteY9" fmla="*/ 7690 h 66005"/>
                  <a:gd name="connsiteX0" fmla="*/ 9300 w 103730"/>
                  <a:gd name="connsiteY0" fmla="*/ 7690 h 66005"/>
                  <a:gd name="connsiteX1" fmla="*/ 52655 w 103730"/>
                  <a:gd name="connsiteY1" fmla="*/ 1965 h 66005"/>
                  <a:gd name="connsiteX2" fmla="*/ 64069 w 103730"/>
                  <a:gd name="connsiteY2" fmla="*/ 34187 h 66005"/>
                  <a:gd name="connsiteX3" fmla="*/ 63309 w 103730"/>
                  <a:gd name="connsiteY3" fmla="*/ 12148 h 66005"/>
                  <a:gd name="connsiteX4" fmla="*/ 100918 w 103730"/>
                  <a:gd name="connsiteY4" fmla="*/ 21648 h 66005"/>
                  <a:gd name="connsiteX5" fmla="*/ 98031 w 103730"/>
                  <a:gd name="connsiteY5" fmla="*/ 53896 h 66005"/>
                  <a:gd name="connsiteX6" fmla="*/ 74339 w 103730"/>
                  <a:gd name="connsiteY6" fmla="*/ 65929 h 66005"/>
                  <a:gd name="connsiteX7" fmla="*/ 33112 w 103730"/>
                  <a:gd name="connsiteY7" fmla="*/ 62762 h 66005"/>
                  <a:gd name="connsiteX8" fmla="*/ 1718 w 103730"/>
                  <a:gd name="connsiteY8" fmla="*/ 41774 h 66005"/>
                  <a:gd name="connsiteX9" fmla="*/ 9300 w 103730"/>
                  <a:gd name="connsiteY9" fmla="*/ 7690 h 66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730" h="66005">
                    <a:moveTo>
                      <a:pt x="9300" y="7690"/>
                    </a:moveTo>
                    <a:cubicBezTo>
                      <a:pt x="17790" y="1055"/>
                      <a:pt x="43527" y="-2451"/>
                      <a:pt x="52655" y="1965"/>
                    </a:cubicBezTo>
                    <a:cubicBezTo>
                      <a:pt x="61783" y="6381"/>
                      <a:pt x="62293" y="32490"/>
                      <a:pt x="64069" y="34187"/>
                    </a:cubicBezTo>
                    <a:cubicBezTo>
                      <a:pt x="65845" y="35884"/>
                      <a:pt x="57168" y="14238"/>
                      <a:pt x="63309" y="12148"/>
                    </a:cubicBezTo>
                    <a:cubicBezTo>
                      <a:pt x="69450" y="10058"/>
                      <a:pt x="95131" y="14690"/>
                      <a:pt x="100918" y="21648"/>
                    </a:cubicBezTo>
                    <a:cubicBezTo>
                      <a:pt x="106705" y="28606"/>
                      <a:pt x="102461" y="46516"/>
                      <a:pt x="98031" y="53896"/>
                    </a:cubicBezTo>
                    <a:cubicBezTo>
                      <a:pt x="93601" y="61276"/>
                      <a:pt x="74339" y="65929"/>
                      <a:pt x="74339" y="65929"/>
                    </a:cubicBezTo>
                    <a:cubicBezTo>
                      <a:pt x="63227" y="65929"/>
                      <a:pt x="45215" y="66788"/>
                      <a:pt x="33112" y="62762"/>
                    </a:cubicBezTo>
                    <a:cubicBezTo>
                      <a:pt x="21009" y="58736"/>
                      <a:pt x="5687" y="50108"/>
                      <a:pt x="1718" y="41774"/>
                    </a:cubicBezTo>
                    <a:cubicBezTo>
                      <a:pt x="-2251" y="33440"/>
                      <a:pt x="810" y="14325"/>
                      <a:pt x="9300" y="7690"/>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Freeform: Shape 1364">
                <a:extLst>
                  <a:ext uri="{FF2B5EF4-FFF2-40B4-BE49-F238E27FC236}">
                    <a16:creationId xmlns:a16="http://schemas.microsoft.com/office/drawing/2014/main" id="{E7FF19CF-5E61-5F08-4F34-F20C07076D4A}"/>
                  </a:ext>
                </a:extLst>
              </p:cNvPr>
              <p:cNvSpPr/>
              <p:nvPr/>
            </p:nvSpPr>
            <p:spPr>
              <a:xfrm rot="2339860" flipH="1" flipV="1">
                <a:off x="1577345" y="4340835"/>
                <a:ext cx="149823" cy="109325"/>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 name="connsiteX0" fmla="*/ 323 w 53045"/>
                  <a:gd name="connsiteY0" fmla="*/ 50886 h 51932"/>
                  <a:gd name="connsiteX1" fmla="*/ 14967 w 53045"/>
                  <a:gd name="connsiteY1" fmla="*/ 117 h 51932"/>
                  <a:gd name="connsiteX2" fmla="*/ 40223 w 53045"/>
                  <a:gd name="connsiteY2" fmla="*/ 29623 h 51932"/>
                  <a:gd name="connsiteX3" fmla="*/ 52954 w 53045"/>
                  <a:gd name="connsiteY3" fmla="*/ 44533 h 51932"/>
                  <a:gd name="connsiteX4" fmla="*/ 33930 w 53045"/>
                  <a:gd name="connsiteY4" fmla="*/ 40099 h 51932"/>
                  <a:gd name="connsiteX5" fmla="*/ 14961 w 53045"/>
                  <a:gd name="connsiteY5" fmla="*/ 42810 h 51932"/>
                  <a:gd name="connsiteX6" fmla="*/ 6214 w 53045"/>
                  <a:gd name="connsiteY6" fmla="*/ 37222 h 51932"/>
                  <a:gd name="connsiteX7" fmla="*/ 323 w 53045"/>
                  <a:gd name="connsiteY7" fmla="*/ 50886 h 51932"/>
                  <a:gd name="connsiteX0" fmla="*/ 109 w 52831"/>
                  <a:gd name="connsiteY0" fmla="*/ 50891 h 53546"/>
                  <a:gd name="connsiteX1" fmla="*/ 14753 w 52831"/>
                  <a:gd name="connsiteY1" fmla="*/ 122 h 53546"/>
                  <a:gd name="connsiteX2" fmla="*/ 40009 w 52831"/>
                  <a:gd name="connsiteY2" fmla="*/ 29628 h 53546"/>
                  <a:gd name="connsiteX3" fmla="*/ 52740 w 52831"/>
                  <a:gd name="connsiteY3" fmla="*/ 44538 h 53546"/>
                  <a:gd name="connsiteX4" fmla="*/ 33716 w 52831"/>
                  <a:gd name="connsiteY4" fmla="*/ 40104 h 53546"/>
                  <a:gd name="connsiteX5" fmla="*/ 14747 w 52831"/>
                  <a:gd name="connsiteY5" fmla="*/ 42815 h 53546"/>
                  <a:gd name="connsiteX6" fmla="*/ 8797 w 52831"/>
                  <a:gd name="connsiteY6" fmla="*/ 49038 h 53546"/>
                  <a:gd name="connsiteX7" fmla="*/ 109 w 52831"/>
                  <a:gd name="connsiteY7" fmla="*/ 50891 h 53546"/>
                  <a:gd name="connsiteX0" fmla="*/ 109 w 52831"/>
                  <a:gd name="connsiteY0" fmla="*/ 50891 h 53546"/>
                  <a:gd name="connsiteX1" fmla="*/ 14753 w 52831"/>
                  <a:gd name="connsiteY1" fmla="*/ 122 h 53546"/>
                  <a:gd name="connsiteX2" fmla="*/ 40009 w 52831"/>
                  <a:gd name="connsiteY2" fmla="*/ 29628 h 53546"/>
                  <a:gd name="connsiteX3" fmla="*/ 52740 w 52831"/>
                  <a:gd name="connsiteY3" fmla="*/ 44538 h 53546"/>
                  <a:gd name="connsiteX4" fmla="*/ 33716 w 52831"/>
                  <a:gd name="connsiteY4" fmla="*/ 40104 h 53546"/>
                  <a:gd name="connsiteX5" fmla="*/ 14747 w 52831"/>
                  <a:gd name="connsiteY5" fmla="*/ 42815 h 53546"/>
                  <a:gd name="connsiteX6" fmla="*/ 8797 w 52831"/>
                  <a:gd name="connsiteY6" fmla="*/ 49038 h 53546"/>
                  <a:gd name="connsiteX7" fmla="*/ 109 w 52831"/>
                  <a:gd name="connsiteY7" fmla="*/ 50891 h 53546"/>
                  <a:gd name="connsiteX0" fmla="*/ 179 w 52901"/>
                  <a:gd name="connsiteY0" fmla="*/ 50808 h 51586"/>
                  <a:gd name="connsiteX1" fmla="*/ 16883 w 52901"/>
                  <a:gd name="connsiteY1" fmla="*/ 28877 h 51586"/>
                  <a:gd name="connsiteX2" fmla="*/ 14823 w 52901"/>
                  <a:gd name="connsiteY2" fmla="*/ 39 h 51586"/>
                  <a:gd name="connsiteX3" fmla="*/ 40079 w 52901"/>
                  <a:gd name="connsiteY3" fmla="*/ 29545 h 51586"/>
                  <a:gd name="connsiteX4" fmla="*/ 52810 w 52901"/>
                  <a:gd name="connsiteY4" fmla="*/ 44455 h 51586"/>
                  <a:gd name="connsiteX5" fmla="*/ 33786 w 52901"/>
                  <a:gd name="connsiteY5" fmla="*/ 40021 h 51586"/>
                  <a:gd name="connsiteX6" fmla="*/ 14817 w 52901"/>
                  <a:gd name="connsiteY6" fmla="*/ 42732 h 51586"/>
                  <a:gd name="connsiteX7" fmla="*/ 8867 w 52901"/>
                  <a:gd name="connsiteY7" fmla="*/ 48955 h 51586"/>
                  <a:gd name="connsiteX8" fmla="*/ 179 w 52901"/>
                  <a:gd name="connsiteY8" fmla="*/ 50808 h 51586"/>
                  <a:gd name="connsiteX0" fmla="*/ 179 w 52884"/>
                  <a:gd name="connsiteY0" fmla="*/ 50874 h 51652"/>
                  <a:gd name="connsiteX1" fmla="*/ 16883 w 52884"/>
                  <a:gd name="connsiteY1" fmla="*/ 28943 h 51652"/>
                  <a:gd name="connsiteX2" fmla="*/ 14823 w 52884"/>
                  <a:gd name="connsiteY2" fmla="*/ 105 h 51652"/>
                  <a:gd name="connsiteX3" fmla="*/ 24587 w 52884"/>
                  <a:gd name="connsiteY3" fmla="*/ 20771 h 51652"/>
                  <a:gd name="connsiteX4" fmla="*/ 40079 w 52884"/>
                  <a:gd name="connsiteY4" fmla="*/ 29611 h 51652"/>
                  <a:gd name="connsiteX5" fmla="*/ 52810 w 52884"/>
                  <a:gd name="connsiteY5" fmla="*/ 44521 h 51652"/>
                  <a:gd name="connsiteX6" fmla="*/ 33786 w 52884"/>
                  <a:gd name="connsiteY6" fmla="*/ 40087 h 51652"/>
                  <a:gd name="connsiteX7" fmla="*/ 14817 w 52884"/>
                  <a:gd name="connsiteY7" fmla="*/ 42798 h 51652"/>
                  <a:gd name="connsiteX8" fmla="*/ 8867 w 52884"/>
                  <a:gd name="connsiteY8" fmla="*/ 49021 h 51652"/>
                  <a:gd name="connsiteX9" fmla="*/ 179 w 52884"/>
                  <a:gd name="connsiteY9" fmla="*/ 50874 h 51652"/>
                  <a:gd name="connsiteX0" fmla="*/ 50 w 52755"/>
                  <a:gd name="connsiteY0" fmla="*/ 50874 h 64070"/>
                  <a:gd name="connsiteX1" fmla="*/ 16754 w 52755"/>
                  <a:gd name="connsiteY1" fmla="*/ 28943 h 64070"/>
                  <a:gd name="connsiteX2" fmla="*/ 14694 w 52755"/>
                  <a:gd name="connsiteY2" fmla="*/ 105 h 64070"/>
                  <a:gd name="connsiteX3" fmla="*/ 24458 w 52755"/>
                  <a:gd name="connsiteY3" fmla="*/ 20771 h 64070"/>
                  <a:gd name="connsiteX4" fmla="*/ 39950 w 52755"/>
                  <a:gd name="connsiteY4" fmla="*/ 29611 h 64070"/>
                  <a:gd name="connsiteX5" fmla="*/ 52681 w 52755"/>
                  <a:gd name="connsiteY5" fmla="*/ 44521 h 64070"/>
                  <a:gd name="connsiteX6" fmla="*/ 33657 w 52755"/>
                  <a:gd name="connsiteY6" fmla="*/ 40087 h 64070"/>
                  <a:gd name="connsiteX7" fmla="*/ 14688 w 52755"/>
                  <a:gd name="connsiteY7" fmla="*/ 42798 h 64070"/>
                  <a:gd name="connsiteX8" fmla="*/ 11939 w 52755"/>
                  <a:gd name="connsiteY8" fmla="*/ 63736 h 64070"/>
                  <a:gd name="connsiteX9" fmla="*/ 50 w 52755"/>
                  <a:gd name="connsiteY9" fmla="*/ 50874 h 64070"/>
                  <a:gd name="connsiteX0" fmla="*/ 99 w 52804"/>
                  <a:gd name="connsiteY0" fmla="*/ 50874 h 61011"/>
                  <a:gd name="connsiteX1" fmla="*/ 16803 w 52804"/>
                  <a:gd name="connsiteY1" fmla="*/ 28943 h 61011"/>
                  <a:gd name="connsiteX2" fmla="*/ 14743 w 52804"/>
                  <a:gd name="connsiteY2" fmla="*/ 105 h 61011"/>
                  <a:gd name="connsiteX3" fmla="*/ 24507 w 52804"/>
                  <a:gd name="connsiteY3" fmla="*/ 20771 h 61011"/>
                  <a:gd name="connsiteX4" fmla="*/ 39999 w 52804"/>
                  <a:gd name="connsiteY4" fmla="*/ 29611 h 61011"/>
                  <a:gd name="connsiteX5" fmla="*/ 52730 w 52804"/>
                  <a:gd name="connsiteY5" fmla="*/ 44521 h 61011"/>
                  <a:gd name="connsiteX6" fmla="*/ 33706 w 52804"/>
                  <a:gd name="connsiteY6" fmla="*/ 40087 h 61011"/>
                  <a:gd name="connsiteX7" fmla="*/ 14737 w 52804"/>
                  <a:gd name="connsiteY7" fmla="*/ 42798 h 61011"/>
                  <a:gd name="connsiteX8" fmla="*/ 10403 w 52804"/>
                  <a:gd name="connsiteY8" fmla="*/ 60636 h 61011"/>
                  <a:gd name="connsiteX9" fmla="*/ 99 w 52804"/>
                  <a:gd name="connsiteY9" fmla="*/ 50874 h 61011"/>
                  <a:gd name="connsiteX0" fmla="*/ 99 w 52804"/>
                  <a:gd name="connsiteY0" fmla="*/ 50874 h 61052"/>
                  <a:gd name="connsiteX1" fmla="*/ 16803 w 52804"/>
                  <a:gd name="connsiteY1" fmla="*/ 28943 h 61052"/>
                  <a:gd name="connsiteX2" fmla="*/ 14743 w 52804"/>
                  <a:gd name="connsiteY2" fmla="*/ 105 h 61052"/>
                  <a:gd name="connsiteX3" fmla="*/ 24507 w 52804"/>
                  <a:gd name="connsiteY3" fmla="*/ 20771 h 61052"/>
                  <a:gd name="connsiteX4" fmla="*/ 39999 w 52804"/>
                  <a:gd name="connsiteY4" fmla="*/ 29611 h 61052"/>
                  <a:gd name="connsiteX5" fmla="*/ 52730 w 52804"/>
                  <a:gd name="connsiteY5" fmla="*/ 44521 h 61052"/>
                  <a:gd name="connsiteX6" fmla="*/ 33706 w 52804"/>
                  <a:gd name="connsiteY6" fmla="*/ 40087 h 61052"/>
                  <a:gd name="connsiteX7" fmla="*/ 18154 w 52804"/>
                  <a:gd name="connsiteY7" fmla="*/ 45258 h 61052"/>
                  <a:gd name="connsiteX8" fmla="*/ 10403 w 52804"/>
                  <a:gd name="connsiteY8" fmla="*/ 60636 h 61052"/>
                  <a:gd name="connsiteX9" fmla="*/ 99 w 52804"/>
                  <a:gd name="connsiteY9" fmla="*/ 50874 h 61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04" h="61052">
                    <a:moveTo>
                      <a:pt x="99" y="50874"/>
                    </a:moveTo>
                    <a:cubicBezTo>
                      <a:pt x="1166" y="45592"/>
                      <a:pt x="14362" y="37404"/>
                      <a:pt x="16803" y="28943"/>
                    </a:cubicBezTo>
                    <a:cubicBezTo>
                      <a:pt x="19244" y="20482"/>
                      <a:pt x="12149" y="1721"/>
                      <a:pt x="14743" y="105"/>
                    </a:cubicBezTo>
                    <a:cubicBezTo>
                      <a:pt x="17337" y="-1511"/>
                      <a:pt x="20298" y="15853"/>
                      <a:pt x="24507" y="20771"/>
                    </a:cubicBezTo>
                    <a:cubicBezTo>
                      <a:pt x="28716" y="25689"/>
                      <a:pt x="36605" y="25398"/>
                      <a:pt x="39999" y="29611"/>
                    </a:cubicBezTo>
                    <a:cubicBezTo>
                      <a:pt x="43393" y="33824"/>
                      <a:pt x="53779" y="42775"/>
                      <a:pt x="52730" y="44521"/>
                    </a:cubicBezTo>
                    <a:cubicBezTo>
                      <a:pt x="51681" y="46267"/>
                      <a:pt x="40947" y="40039"/>
                      <a:pt x="33706" y="40087"/>
                    </a:cubicBezTo>
                    <a:cubicBezTo>
                      <a:pt x="26465" y="40135"/>
                      <a:pt x="22908" y="46705"/>
                      <a:pt x="18154" y="45258"/>
                    </a:cubicBezTo>
                    <a:cubicBezTo>
                      <a:pt x="13400" y="43811"/>
                      <a:pt x="13998" y="64186"/>
                      <a:pt x="10403" y="60636"/>
                    </a:cubicBezTo>
                    <a:cubicBezTo>
                      <a:pt x="6808" y="57086"/>
                      <a:pt x="-968" y="56156"/>
                      <a:pt x="99" y="5087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14" name="Freeform: Shape 1413">
              <a:extLst>
                <a:ext uri="{FF2B5EF4-FFF2-40B4-BE49-F238E27FC236}">
                  <a16:creationId xmlns:a16="http://schemas.microsoft.com/office/drawing/2014/main" id="{F6D86902-6B2B-EA8E-B559-BACCC7CE93C1}"/>
                </a:ext>
              </a:extLst>
            </p:cNvPr>
            <p:cNvSpPr/>
            <p:nvPr/>
          </p:nvSpPr>
          <p:spPr>
            <a:xfrm>
              <a:off x="5498264" y="1859460"/>
              <a:ext cx="111874" cy="177244"/>
            </a:xfrm>
            <a:custGeom>
              <a:avLst/>
              <a:gdLst>
                <a:gd name="connsiteX0" fmla="*/ 20258 w 139334"/>
                <a:gd name="connsiteY0" fmla="*/ 182078 h 233572"/>
                <a:gd name="connsiteX1" fmla="*/ 1208 w 139334"/>
                <a:gd name="connsiteY1" fmla="*/ 96353 h 233572"/>
                <a:gd name="connsiteX2" fmla="*/ 51214 w 139334"/>
                <a:gd name="connsiteY2" fmla="*/ 13009 h 233572"/>
                <a:gd name="connsiteX3" fmla="*/ 63120 w 139334"/>
                <a:gd name="connsiteY3" fmla="*/ 8247 h 233572"/>
                <a:gd name="connsiteX4" fmla="*/ 98839 w 139334"/>
                <a:gd name="connsiteY4" fmla="*/ 91590 h 233572"/>
                <a:gd name="connsiteX5" fmla="*/ 139320 w 139334"/>
                <a:gd name="connsiteY5" fmla="*/ 84447 h 233572"/>
                <a:gd name="connsiteX6" fmla="*/ 103602 w 139334"/>
                <a:gd name="connsiteY6" fmla="*/ 177315 h 233572"/>
                <a:gd name="connsiteX7" fmla="*/ 108364 w 139334"/>
                <a:gd name="connsiteY7" fmla="*/ 227322 h 233572"/>
                <a:gd name="connsiteX8" fmla="*/ 72645 w 139334"/>
                <a:gd name="connsiteY8" fmla="*/ 227322 h 233572"/>
                <a:gd name="connsiteX9" fmla="*/ 20258 w 139334"/>
                <a:gd name="connsiteY9" fmla="*/ 182078 h 233572"/>
                <a:gd name="connsiteX0" fmla="*/ 20258 w 139520"/>
                <a:gd name="connsiteY0" fmla="*/ 180124 h 231618"/>
                <a:gd name="connsiteX1" fmla="*/ 1208 w 139520"/>
                <a:gd name="connsiteY1" fmla="*/ 94399 h 231618"/>
                <a:gd name="connsiteX2" fmla="*/ 51214 w 139520"/>
                <a:gd name="connsiteY2" fmla="*/ 11055 h 231618"/>
                <a:gd name="connsiteX3" fmla="*/ 63120 w 139520"/>
                <a:gd name="connsiteY3" fmla="*/ 6293 h 231618"/>
                <a:gd name="connsiteX4" fmla="*/ 115508 w 139520"/>
                <a:gd name="connsiteY4" fmla="*/ 61061 h 231618"/>
                <a:gd name="connsiteX5" fmla="*/ 139320 w 139520"/>
                <a:gd name="connsiteY5" fmla="*/ 82493 h 231618"/>
                <a:gd name="connsiteX6" fmla="*/ 103602 w 139520"/>
                <a:gd name="connsiteY6" fmla="*/ 175361 h 231618"/>
                <a:gd name="connsiteX7" fmla="*/ 108364 w 139520"/>
                <a:gd name="connsiteY7" fmla="*/ 225368 h 231618"/>
                <a:gd name="connsiteX8" fmla="*/ 72645 w 139520"/>
                <a:gd name="connsiteY8" fmla="*/ 225368 h 231618"/>
                <a:gd name="connsiteX9" fmla="*/ 20258 w 139520"/>
                <a:gd name="connsiteY9" fmla="*/ 180124 h 231618"/>
                <a:gd name="connsiteX0" fmla="*/ 22513 w 141775"/>
                <a:gd name="connsiteY0" fmla="*/ 180686 h 232180"/>
                <a:gd name="connsiteX1" fmla="*/ 1082 w 141775"/>
                <a:gd name="connsiteY1" fmla="*/ 104486 h 232180"/>
                <a:gd name="connsiteX2" fmla="*/ 53469 w 141775"/>
                <a:gd name="connsiteY2" fmla="*/ 11617 h 232180"/>
                <a:gd name="connsiteX3" fmla="*/ 65375 w 141775"/>
                <a:gd name="connsiteY3" fmla="*/ 6855 h 232180"/>
                <a:gd name="connsiteX4" fmla="*/ 117763 w 141775"/>
                <a:gd name="connsiteY4" fmla="*/ 61623 h 232180"/>
                <a:gd name="connsiteX5" fmla="*/ 141575 w 141775"/>
                <a:gd name="connsiteY5" fmla="*/ 83055 h 232180"/>
                <a:gd name="connsiteX6" fmla="*/ 105857 w 141775"/>
                <a:gd name="connsiteY6" fmla="*/ 175923 h 232180"/>
                <a:gd name="connsiteX7" fmla="*/ 110619 w 141775"/>
                <a:gd name="connsiteY7" fmla="*/ 225930 h 232180"/>
                <a:gd name="connsiteX8" fmla="*/ 74900 w 141775"/>
                <a:gd name="connsiteY8" fmla="*/ 225930 h 232180"/>
                <a:gd name="connsiteX9" fmla="*/ 22513 w 141775"/>
                <a:gd name="connsiteY9" fmla="*/ 180686 h 232180"/>
                <a:gd name="connsiteX0" fmla="*/ 24194 w 143456"/>
                <a:gd name="connsiteY0" fmla="*/ 180686 h 232180"/>
                <a:gd name="connsiteX1" fmla="*/ 2763 w 143456"/>
                <a:gd name="connsiteY1" fmla="*/ 104486 h 232180"/>
                <a:gd name="connsiteX2" fmla="*/ 55150 w 143456"/>
                <a:gd name="connsiteY2" fmla="*/ 11617 h 232180"/>
                <a:gd name="connsiteX3" fmla="*/ 67056 w 143456"/>
                <a:gd name="connsiteY3" fmla="*/ 6855 h 232180"/>
                <a:gd name="connsiteX4" fmla="*/ 119444 w 143456"/>
                <a:gd name="connsiteY4" fmla="*/ 61623 h 232180"/>
                <a:gd name="connsiteX5" fmla="*/ 143256 w 143456"/>
                <a:gd name="connsiteY5" fmla="*/ 83055 h 232180"/>
                <a:gd name="connsiteX6" fmla="*/ 107538 w 143456"/>
                <a:gd name="connsiteY6" fmla="*/ 175923 h 232180"/>
                <a:gd name="connsiteX7" fmla="*/ 112300 w 143456"/>
                <a:gd name="connsiteY7" fmla="*/ 225930 h 232180"/>
                <a:gd name="connsiteX8" fmla="*/ 76581 w 143456"/>
                <a:gd name="connsiteY8" fmla="*/ 225930 h 232180"/>
                <a:gd name="connsiteX9" fmla="*/ 24194 w 143456"/>
                <a:gd name="connsiteY9" fmla="*/ 180686 h 232180"/>
                <a:gd name="connsiteX0" fmla="*/ 28023 w 147285"/>
                <a:gd name="connsiteY0" fmla="*/ 180686 h 232180"/>
                <a:gd name="connsiteX1" fmla="*/ 6592 w 147285"/>
                <a:gd name="connsiteY1" fmla="*/ 104486 h 232180"/>
                <a:gd name="connsiteX2" fmla="*/ 58979 w 147285"/>
                <a:gd name="connsiteY2" fmla="*/ 11617 h 232180"/>
                <a:gd name="connsiteX3" fmla="*/ 70885 w 147285"/>
                <a:gd name="connsiteY3" fmla="*/ 6855 h 232180"/>
                <a:gd name="connsiteX4" fmla="*/ 123273 w 147285"/>
                <a:gd name="connsiteY4" fmla="*/ 61623 h 232180"/>
                <a:gd name="connsiteX5" fmla="*/ 147085 w 147285"/>
                <a:gd name="connsiteY5" fmla="*/ 83055 h 232180"/>
                <a:gd name="connsiteX6" fmla="*/ 111367 w 147285"/>
                <a:gd name="connsiteY6" fmla="*/ 175923 h 232180"/>
                <a:gd name="connsiteX7" fmla="*/ 116129 w 147285"/>
                <a:gd name="connsiteY7" fmla="*/ 225930 h 232180"/>
                <a:gd name="connsiteX8" fmla="*/ 80410 w 147285"/>
                <a:gd name="connsiteY8" fmla="*/ 225930 h 232180"/>
                <a:gd name="connsiteX9" fmla="*/ 28023 w 147285"/>
                <a:gd name="connsiteY9" fmla="*/ 180686 h 232180"/>
                <a:gd name="connsiteX0" fmla="*/ 28239 w 147501"/>
                <a:gd name="connsiteY0" fmla="*/ 180686 h 228452"/>
                <a:gd name="connsiteX1" fmla="*/ 6808 w 147501"/>
                <a:gd name="connsiteY1" fmla="*/ 104486 h 228452"/>
                <a:gd name="connsiteX2" fmla="*/ 59195 w 147501"/>
                <a:gd name="connsiteY2" fmla="*/ 11617 h 228452"/>
                <a:gd name="connsiteX3" fmla="*/ 71101 w 147501"/>
                <a:gd name="connsiteY3" fmla="*/ 6855 h 228452"/>
                <a:gd name="connsiteX4" fmla="*/ 123489 w 147501"/>
                <a:gd name="connsiteY4" fmla="*/ 61623 h 228452"/>
                <a:gd name="connsiteX5" fmla="*/ 147301 w 147501"/>
                <a:gd name="connsiteY5" fmla="*/ 83055 h 228452"/>
                <a:gd name="connsiteX6" fmla="*/ 111583 w 147501"/>
                <a:gd name="connsiteY6" fmla="*/ 175923 h 228452"/>
                <a:gd name="connsiteX7" fmla="*/ 116345 w 147501"/>
                <a:gd name="connsiteY7" fmla="*/ 225930 h 228452"/>
                <a:gd name="connsiteX8" fmla="*/ 90151 w 147501"/>
                <a:gd name="connsiteY8" fmla="*/ 211642 h 228452"/>
                <a:gd name="connsiteX9" fmla="*/ 28239 w 147501"/>
                <a:gd name="connsiteY9" fmla="*/ 180686 h 228452"/>
                <a:gd name="connsiteX0" fmla="*/ 28239 w 147501"/>
                <a:gd name="connsiteY0" fmla="*/ 180686 h 224144"/>
                <a:gd name="connsiteX1" fmla="*/ 6808 w 147501"/>
                <a:gd name="connsiteY1" fmla="*/ 104486 h 224144"/>
                <a:gd name="connsiteX2" fmla="*/ 59195 w 147501"/>
                <a:gd name="connsiteY2" fmla="*/ 11617 h 224144"/>
                <a:gd name="connsiteX3" fmla="*/ 71101 w 147501"/>
                <a:gd name="connsiteY3" fmla="*/ 6855 h 224144"/>
                <a:gd name="connsiteX4" fmla="*/ 123489 w 147501"/>
                <a:gd name="connsiteY4" fmla="*/ 61623 h 224144"/>
                <a:gd name="connsiteX5" fmla="*/ 147301 w 147501"/>
                <a:gd name="connsiteY5" fmla="*/ 83055 h 224144"/>
                <a:gd name="connsiteX6" fmla="*/ 111583 w 147501"/>
                <a:gd name="connsiteY6" fmla="*/ 175923 h 224144"/>
                <a:gd name="connsiteX7" fmla="*/ 130632 w 147501"/>
                <a:gd name="connsiteY7" fmla="*/ 221168 h 224144"/>
                <a:gd name="connsiteX8" fmla="*/ 90151 w 147501"/>
                <a:gd name="connsiteY8" fmla="*/ 211642 h 224144"/>
                <a:gd name="connsiteX9" fmla="*/ 28239 w 147501"/>
                <a:gd name="connsiteY9" fmla="*/ 180686 h 224144"/>
                <a:gd name="connsiteX0" fmla="*/ 28239 w 147327"/>
                <a:gd name="connsiteY0" fmla="*/ 180686 h 224144"/>
                <a:gd name="connsiteX1" fmla="*/ 6808 w 147327"/>
                <a:gd name="connsiteY1" fmla="*/ 104486 h 224144"/>
                <a:gd name="connsiteX2" fmla="*/ 59195 w 147327"/>
                <a:gd name="connsiteY2" fmla="*/ 11617 h 224144"/>
                <a:gd name="connsiteX3" fmla="*/ 71101 w 147327"/>
                <a:gd name="connsiteY3" fmla="*/ 6855 h 224144"/>
                <a:gd name="connsiteX4" fmla="*/ 123489 w 147327"/>
                <a:gd name="connsiteY4" fmla="*/ 61623 h 224144"/>
                <a:gd name="connsiteX5" fmla="*/ 147301 w 147327"/>
                <a:gd name="connsiteY5" fmla="*/ 83055 h 224144"/>
                <a:gd name="connsiteX6" fmla="*/ 128252 w 147327"/>
                <a:gd name="connsiteY6" fmla="*/ 164017 h 224144"/>
                <a:gd name="connsiteX7" fmla="*/ 130632 w 147327"/>
                <a:gd name="connsiteY7" fmla="*/ 221168 h 224144"/>
                <a:gd name="connsiteX8" fmla="*/ 90151 w 147327"/>
                <a:gd name="connsiteY8" fmla="*/ 211642 h 224144"/>
                <a:gd name="connsiteX9" fmla="*/ 28239 w 147327"/>
                <a:gd name="connsiteY9" fmla="*/ 180686 h 22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327" h="224144">
                  <a:moveTo>
                    <a:pt x="28239" y="180686"/>
                  </a:moveTo>
                  <a:cubicBezTo>
                    <a:pt x="14349" y="162827"/>
                    <a:pt x="-12638" y="156477"/>
                    <a:pt x="6808" y="104486"/>
                  </a:cubicBezTo>
                  <a:cubicBezTo>
                    <a:pt x="26254" y="52495"/>
                    <a:pt x="48480" y="27889"/>
                    <a:pt x="59195" y="11617"/>
                  </a:cubicBezTo>
                  <a:cubicBezTo>
                    <a:pt x="69910" y="-4655"/>
                    <a:pt x="60385" y="-1479"/>
                    <a:pt x="71101" y="6855"/>
                  </a:cubicBezTo>
                  <a:cubicBezTo>
                    <a:pt x="81817" y="15189"/>
                    <a:pt x="110789" y="48923"/>
                    <a:pt x="123489" y="61623"/>
                  </a:cubicBezTo>
                  <a:cubicBezTo>
                    <a:pt x="136189" y="74323"/>
                    <a:pt x="146507" y="65989"/>
                    <a:pt x="147301" y="83055"/>
                  </a:cubicBezTo>
                  <a:cubicBezTo>
                    <a:pt x="148095" y="100121"/>
                    <a:pt x="131030" y="140998"/>
                    <a:pt x="128252" y="164017"/>
                  </a:cubicBezTo>
                  <a:cubicBezTo>
                    <a:pt x="125474" y="187036"/>
                    <a:pt x="135791" y="212834"/>
                    <a:pt x="130632" y="221168"/>
                  </a:cubicBezTo>
                  <a:cubicBezTo>
                    <a:pt x="125473" y="229502"/>
                    <a:pt x="107217" y="218389"/>
                    <a:pt x="90151" y="211642"/>
                  </a:cubicBezTo>
                  <a:cubicBezTo>
                    <a:pt x="73085" y="204895"/>
                    <a:pt x="42130" y="198545"/>
                    <a:pt x="28239" y="180686"/>
                  </a:cubicBezTo>
                  <a:close/>
                </a:path>
              </a:pathLst>
            </a:custGeom>
            <a:solidFill>
              <a:srgbClr val="F0F0F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Freeform: Shape 1376">
              <a:extLst>
                <a:ext uri="{FF2B5EF4-FFF2-40B4-BE49-F238E27FC236}">
                  <a16:creationId xmlns:a16="http://schemas.microsoft.com/office/drawing/2014/main" id="{C76B6881-A7AA-6710-B7C7-EF10D89A1917}"/>
                </a:ext>
              </a:extLst>
            </p:cNvPr>
            <p:cNvSpPr/>
            <p:nvPr/>
          </p:nvSpPr>
          <p:spPr>
            <a:xfrm rot="207560">
              <a:off x="5573353" y="1577218"/>
              <a:ext cx="900765" cy="525150"/>
            </a:xfrm>
            <a:custGeom>
              <a:avLst/>
              <a:gdLst>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28950 w 580428"/>
                <a:gd name="connsiteY52" fmla="*/ 200104 h 257276"/>
                <a:gd name="connsiteX53" fmla="*/ 100375 w 580428"/>
                <a:gd name="connsiteY53" fmla="*/ 181054 h 257276"/>
                <a:gd name="connsiteX54" fmla="*/ 81325 w 580428"/>
                <a:gd name="connsiteY54" fmla="*/ 188198 h 257276"/>
                <a:gd name="connsiteX55" fmla="*/ 78944 w 580428"/>
                <a:gd name="connsiteY55" fmla="*/ 226298 h 257276"/>
                <a:gd name="connsiteX56" fmla="*/ 78944 w 580428"/>
                <a:gd name="connsiteY56" fmla="*/ 185817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28950 w 580428"/>
                <a:gd name="connsiteY52" fmla="*/ 200104 h 257276"/>
                <a:gd name="connsiteX53" fmla="*/ 10037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0037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81833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1325 w 580428"/>
                <a:gd name="connsiteY54" fmla="*/ 18819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8944 w 580428"/>
                <a:gd name="connsiteY55" fmla="*/ 226298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40585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4360 w 580428"/>
                <a:gd name="connsiteY52" fmla="*/ 193239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4675 w 580428"/>
                <a:gd name="connsiteY46" fmla="*/ 245348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4675 w 580428"/>
                <a:gd name="connsiteY47" fmla="*/ 245348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5638 w 580428"/>
                <a:gd name="connsiteY47" fmla="*/ 251232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2944 w 580428"/>
                <a:gd name="connsiteY46" fmla="*/ 220322 h 257276"/>
                <a:gd name="connsiteX47" fmla="*/ 215638 w 580428"/>
                <a:gd name="connsiteY47" fmla="*/ 251232 h 257276"/>
                <a:gd name="connsiteX48" fmla="*/ 214675 w 580428"/>
                <a:gd name="connsiteY48" fmla="*/ 197723 h 257276"/>
                <a:gd name="connsiteX49" fmla="*/ 190862 w 580428"/>
                <a:gd name="connsiteY49" fmla="*/ 195342 h 257276"/>
                <a:gd name="connsiteX50" fmla="*/ 152762 w 580428"/>
                <a:gd name="connsiteY50" fmla="*/ 188198 h 257276"/>
                <a:gd name="connsiteX51" fmla="*/ 150381 w 580428"/>
                <a:gd name="connsiteY51" fmla="*/ 216773 h 257276"/>
                <a:gd name="connsiteX52" fmla="*/ 150381 w 580428"/>
                <a:gd name="connsiteY52" fmla="*/ 251372 h 257276"/>
                <a:gd name="connsiteX53" fmla="*/ 145323 w 580428"/>
                <a:gd name="connsiteY53" fmla="*/ 188336 h 257276"/>
                <a:gd name="connsiteX54" fmla="*/ 112895 w 580428"/>
                <a:gd name="connsiteY54" fmla="*/ 181054 h 257276"/>
                <a:gd name="connsiteX55" fmla="*/ 86141 w 580428"/>
                <a:gd name="connsiteY55" fmla="*/ 189178 h 257276"/>
                <a:gd name="connsiteX56" fmla="*/ 75092 w 580428"/>
                <a:gd name="connsiteY56" fmla="*/ 237085 h 257276"/>
                <a:gd name="connsiteX57" fmla="*/ 90501 w 580428"/>
                <a:gd name="connsiteY57" fmla="*/ 186798 h 257276"/>
                <a:gd name="connsiteX58" fmla="*/ 88469 w 580428"/>
                <a:gd name="connsiteY58" fmla="*/ 181054 h 257276"/>
                <a:gd name="connsiteX59" fmla="*/ 59894 w 580428"/>
                <a:gd name="connsiteY59" fmla="*/ 166767 h 257276"/>
                <a:gd name="connsiteX60" fmla="*/ 43225 w 580428"/>
                <a:gd name="connsiteY60" fmla="*/ 164385 h 257276"/>
                <a:gd name="connsiteX61" fmla="*/ 362 w 580428"/>
                <a:gd name="connsiteY61"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2294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26298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31356 w 580428"/>
                <a:gd name="connsiteY38" fmla="*/ 162004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0881 w 580428"/>
                <a:gd name="connsiteY37" fmla="*/ 178673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69456 w 580428"/>
                <a:gd name="connsiteY35" fmla="*/ 171529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1850 w 580428"/>
                <a:gd name="connsiteY24" fmla="*/ 138192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74231 w 580428"/>
                <a:gd name="connsiteY23" fmla="*/ 133429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14712 w 580428"/>
                <a:gd name="connsiteY19" fmla="*/ 88185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07556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7556 w 580428"/>
                <a:gd name="connsiteY30" fmla="*/ 15486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11408 w 580428"/>
                <a:gd name="connsiteY30" fmla="*/ 153880 h 257276"/>
                <a:gd name="connsiteX31" fmla="*/ 395650 w 580428"/>
                <a:gd name="connsiteY31" fmla="*/ 162004 h 257276"/>
                <a:gd name="connsiteX32" fmla="*/ 381362 w 580428"/>
                <a:gd name="connsiteY32" fmla="*/ 171529 h 257276"/>
                <a:gd name="connsiteX33" fmla="*/ 390887 w 580428"/>
                <a:gd name="connsiteY33" fmla="*/ 190579 h 257276"/>
                <a:gd name="connsiteX34" fmla="*/ 378981 w 580428"/>
                <a:gd name="connsiteY34" fmla="*/ 178673 h 257276"/>
                <a:gd name="connsiteX35" fmla="*/ 371382 w 580428"/>
                <a:gd name="connsiteY35" fmla="*/ 168587 h 257276"/>
                <a:gd name="connsiteX36" fmla="*/ 350406 w 580428"/>
                <a:gd name="connsiteY36" fmla="*/ 171529 h 257276"/>
                <a:gd name="connsiteX37" fmla="*/ 341844 w 580428"/>
                <a:gd name="connsiteY37" fmla="*/ 170828 h 257276"/>
                <a:gd name="connsiteX38" fmla="*/ 329430 w 580428"/>
                <a:gd name="connsiteY38" fmla="*/ 171811 h 257276"/>
                <a:gd name="connsiteX39" fmla="*/ 314687 w 580428"/>
                <a:gd name="connsiteY39" fmla="*/ 176292 h 257276"/>
                <a:gd name="connsiteX40" fmla="*/ 300400 w 580428"/>
                <a:gd name="connsiteY40" fmla="*/ 202485 h 257276"/>
                <a:gd name="connsiteX41" fmla="*/ 302781 w 580428"/>
                <a:gd name="connsiteY41" fmla="*/ 233163 h 257276"/>
                <a:gd name="connsiteX42" fmla="*/ 298019 w 580428"/>
                <a:gd name="connsiteY42" fmla="*/ 192960 h 257276"/>
                <a:gd name="connsiteX43" fmla="*/ 286112 w 580428"/>
                <a:gd name="connsiteY43" fmla="*/ 178673 h 257276"/>
                <a:gd name="connsiteX44" fmla="*/ 219437 w 580428"/>
                <a:gd name="connsiteY44" fmla="*/ 192960 h 257276"/>
                <a:gd name="connsiteX45" fmla="*/ 217110 w 580428"/>
                <a:gd name="connsiteY45" fmla="*/ 209629 h 257276"/>
                <a:gd name="connsiteX46" fmla="*/ 215638 w 580428"/>
                <a:gd name="connsiteY46" fmla="*/ 251232 h 257276"/>
                <a:gd name="connsiteX47" fmla="*/ 214675 w 580428"/>
                <a:gd name="connsiteY47" fmla="*/ 197723 h 257276"/>
                <a:gd name="connsiteX48" fmla="*/ 190862 w 580428"/>
                <a:gd name="connsiteY48" fmla="*/ 195342 h 257276"/>
                <a:gd name="connsiteX49" fmla="*/ 152762 w 580428"/>
                <a:gd name="connsiteY49" fmla="*/ 188198 h 257276"/>
                <a:gd name="connsiteX50" fmla="*/ 150381 w 580428"/>
                <a:gd name="connsiteY50" fmla="*/ 216773 h 257276"/>
                <a:gd name="connsiteX51" fmla="*/ 150381 w 580428"/>
                <a:gd name="connsiteY51" fmla="*/ 251372 h 257276"/>
                <a:gd name="connsiteX52" fmla="*/ 145323 w 580428"/>
                <a:gd name="connsiteY52" fmla="*/ 188336 h 257276"/>
                <a:gd name="connsiteX53" fmla="*/ 112895 w 580428"/>
                <a:gd name="connsiteY53" fmla="*/ 181054 h 257276"/>
                <a:gd name="connsiteX54" fmla="*/ 86141 w 580428"/>
                <a:gd name="connsiteY54" fmla="*/ 189178 h 257276"/>
                <a:gd name="connsiteX55" fmla="*/ 75092 w 580428"/>
                <a:gd name="connsiteY55" fmla="*/ 237085 h 257276"/>
                <a:gd name="connsiteX56" fmla="*/ 90501 w 580428"/>
                <a:gd name="connsiteY56" fmla="*/ 186798 h 257276"/>
                <a:gd name="connsiteX57" fmla="*/ 88469 w 580428"/>
                <a:gd name="connsiteY57" fmla="*/ 181054 h 257276"/>
                <a:gd name="connsiteX58" fmla="*/ 59894 w 580428"/>
                <a:gd name="connsiteY58" fmla="*/ 166767 h 257276"/>
                <a:gd name="connsiteX59" fmla="*/ 43225 w 580428"/>
                <a:gd name="connsiteY59" fmla="*/ 164385 h 257276"/>
                <a:gd name="connsiteX60" fmla="*/ 362 w 580428"/>
                <a:gd name="connsiteY60"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395650 w 580428"/>
                <a:gd name="connsiteY30" fmla="*/ 162004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0501 w 580428"/>
                <a:gd name="connsiteY55" fmla="*/ 186798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0501 w 580428"/>
                <a:gd name="connsiteY55" fmla="*/ 186798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86141 w 580428"/>
                <a:gd name="connsiteY53" fmla="*/ 189178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75092 w 580428"/>
                <a:gd name="connsiteY53" fmla="*/ 237085 h 257276"/>
                <a:gd name="connsiteX54" fmla="*/ 96279 w 580428"/>
                <a:gd name="connsiteY54" fmla="*/ 187779 h 257276"/>
                <a:gd name="connsiteX55" fmla="*/ 88469 w 580428"/>
                <a:gd name="connsiteY55" fmla="*/ 181054 h 257276"/>
                <a:gd name="connsiteX56" fmla="*/ 59894 w 580428"/>
                <a:gd name="connsiteY56" fmla="*/ 166767 h 257276"/>
                <a:gd name="connsiteX57" fmla="*/ 43225 w 580428"/>
                <a:gd name="connsiteY57" fmla="*/ 164385 h 257276"/>
                <a:gd name="connsiteX58" fmla="*/ 362 w 580428"/>
                <a:gd name="connsiteY58"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5092 w 580428"/>
                <a:gd name="connsiteY54" fmla="*/ 237085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2960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80428"/>
                <a:gd name="connsiteY0" fmla="*/ 197723 h 257276"/>
                <a:gd name="connsiteX1" fmla="*/ 71800 w 580428"/>
                <a:gd name="connsiteY1" fmla="*/ 242967 h 257276"/>
                <a:gd name="connsiteX2" fmla="*/ 198006 w 580428"/>
                <a:gd name="connsiteY2" fmla="*/ 257254 h 257276"/>
                <a:gd name="connsiteX3" fmla="*/ 278969 w 580428"/>
                <a:gd name="connsiteY3" fmla="*/ 240585 h 257276"/>
                <a:gd name="connsiteX4" fmla="*/ 309925 w 580428"/>
                <a:gd name="connsiteY4" fmla="*/ 235823 h 257276"/>
                <a:gd name="connsiteX5" fmla="*/ 388506 w 580428"/>
                <a:gd name="connsiteY5" fmla="*/ 202485 h 257276"/>
                <a:gd name="connsiteX6" fmla="*/ 402794 w 580428"/>
                <a:gd name="connsiteY6" fmla="*/ 195564 h 257276"/>
                <a:gd name="connsiteX7" fmla="*/ 452800 w 580428"/>
                <a:gd name="connsiteY7" fmla="*/ 164385 h 257276"/>
                <a:gd name="connsiteX8" fmla="*/ 471850 w 580428"/>
                <a:gd name="connsiteY8" fmla="*/ 150098 h 257276"/>
                <a:gd name="connsiteX9" fmla="*/ 514712 w 580428"/>
                <a:gd name="connsiteY9" fmla="*/ 104854 h 257276"/>
                <a:gd name="connsiteX10" fmla="*/ 555194 w 580428"/>
                <a:gd name="connsiteY10" fmla="*/ 59610 h 257276"/>
                <a:gd name="connsiteX11" fmla="*/ 579006 w 580428"/>
                <a:gd name="connsiteY11" fmla="*/ 14367 h 257276"/>
                <a:gd name="connsiteX12" fmla="*/ 574244 w 580428"/>
                <a:gd name="connsiteY12" fmla="*/ 79 h 257276"/>
                <a:gd name="connsiteX13" fmla="*/ 545669 w 580428"/>
                <a:gd name="connsiteY13" fmla="*/ 19129 h 257276"/>
                <a:gd name="connsiteX14" fmla="*/ 543287 w 580428"/>
                <a:gd name="connsiteY14" fmla="*/ 38179 h 257276"/>
                <a:gd name="connsiteX15" fmla="*/ 526619 w 580428"/>
                <a:gd name="connsiteY15" fmla="*/ 47704 h 257276"/>
                <a:gd name="connsiteX16" fmla="*/ 502806 w 580428"/>
                <a:gd name="connsiteY16" fmla="*/ 50085 h 257276"/>
                <a:gd name="connsiteX17" fmla="*/ 498044 w 580428"/>
                <a:gd name="connsiteY17" fmla="*/ 69135 h 257276"/>
                <a:gd name="connsiteX18" fmla="*/ 502806 w 580428"/>
                <a:gd name="connsiteY18" fmla="*/ 85804 h 257276"/>
                <a:gd name="connsiteX19" fmla="*/ 520491 w 580428"/>
                <a:gd name="connsiteY19" fmla="*/ 91127 h 257276"/>
                <a:gd name="connsiteX20" fmla="*/ 500425 w 580428"/>
                <a:gd name="connsiteY20" fmla="*/ 85804 h 257276"/>
                <a:gd name="connsiteX21" fmla="*/ 488519 w 580428"/>
                <a:gd name="connsiteY21" fmla="*/ 104854 h 257276"/>
                <a:gd name="connsiteX22" fmla="*/ 474231 w 580428"/>
                <a:gd name="connsiteY22" fmla="*/ 116760 h 257276"/>
                <a:gd name="connsiteX23" fmla="*/ 469416 w 580428"/>
                <a:gd name="connsiteY23" fmla="*/ 131467 h 257276"/>
                <a:gd name="connsiteX24" fmla="*/ 473776 w 580428"/>
                <a:gd name="connsiteY24" fmla="*/ 142115 h 257276"/>
                <a:gd name="connsiteX25" fmla="*/ 440894 w 580428"/>
                <a:gd name="connsiteY25" fmla="*/ 128667 h 257276"/>
                <a:gd name="connsiteX26" fmla="*/ 426606 w 580428"/>
                <a:gd name="connsiteY26" fmla="*/ 123904 h 257276"/>
                <a:gd name="connsiteX27" fmla="*/ 412319 w 580428"/>
                <a:gd name="connsiteY27" fmla="*/ 140573 h 257276"/>
                <a:gd name="connsiteX28" fmla="*/ 405175 w 580428"/>
                <a:gd name="connsiteY28" fmla="*/ 157242 h 257276"/>
                <a:gd name="connsiteX29" fmla="*/ 410445 w 580428"/>
                <a:gd name="connsiteY29" fmla="*/ 166767 h 257276"/>
                <a:gd name="connsiteX30" fmla="*/ 403355 w 580428"/>
                <a:gd name="connsiteY30" fmla="*/ 158081 h 257276"/>
                <a:gd name="connsiteX31" fmla="*/ 381362 w 580428"/>
                <a:gd name="connsiteY31" fmla="*/ 171529 h 257276"/>
                <a:gd name="connsiteX32" fmla="*/ 390887 w 580428"/>
                <a:gd name="connsiteY32" fmla="*/ 190579 h 257276"/>
                <a:gd name="connsiteX33" fmla="*/ 378981 w 580428"/>
                <a:gd name="connsiteY33" fmla="*/ 178673 h 257276"/>
                <a:gd name="connsiteX34" fmla="*/ 371382 w 580428"/>
                <a:gd name="connsiteY34" fmla="*/ 168587 h 257276"/>
                <a:gd name="connsiteX35" fmla="*/ 350406 w 580428"/>
                <a:gd name="connsiteY35" fmla="*/ 171529 h 257276"/>
                <a:gd name="connsiteX36" fmla="*/ 341844 w 580428"/>
                <a:gd name="connsiteY36" fmla="*/ 170828 h 257276"/>
                <a:gd name="connsiteX37" fmla="*/ 329430 w 580428"/>
                <a:gd name="connsiteY37" fmla="*/ 171811 h 257276"/>
                <a:gd name="connsiteX38" fmla="*/ 314687 w 580428"/>
                <a:gd name="connsiteY38" fmla="*/ 176292 h 257276"/>
                <a:gd name="connsiteX39" fmla="*/ 300400 w 580428"/>
                <a:gd name="connsiteY39" fmla="*/ 202485 h 257276"/>
                <a:gd name="connsiteX40" fmla="*/ 302781 w 580428"/>
                <a:gd name="connsiteY40" fmla="*/ 233163 h 257276"/>
                <a:gd name="connsiteX41" fmla="*/ 298019 w 580428"/>
                <a:gd name="connsiteY41" fmla="*/ 192960 h 257276"/>
                <a:gd name="connsiteX42" fmla="*/ 286112 w 580428"/>
                <a:gd name="connsiteY42" fmla="*/ 178673 h 257276"/>
                <a:gd name="connsiteX43" fmla="*/ 219437 w 580428"/>
                <a:gd name="connsiteY43" fmla="*/ 192960 h 257276"/>
                <a:gd name="connsiteX44" fmla="*/ 217110 w 580428"/>
                <a:gd name="connsiteY44" fmla="*/ 209629 h 257276"/>
                <a:gd name="connsiteX45" fmla="*/ 215638 w 580428"/>
                <a:gd name="connsiteY45" fmla="*/ 251232 h 257276"/>
                <a:gd name="connsiteX46" fmla="*/ 214675 w 580428"/>
                <a:gd name="connsiteY46" fmla="*/ 197723 h 257276"/>
                <a:gd name="connsiteX47" fmla="*/ 190862 w 580428"/>
                <a:gd name="connsiteY47" fmla="*/ 195342 h 257276"/>
                <a:gd name="connsiteX48" fmla="*/ 152762 w 580428"/>
                <a:gd name="connsiteY48" fmla="*/ 188198 h 257276"/>
                <a:gd name="connsiteX49" fmla="*/ 150381 w 580428"/>
                <a:gd name="connsiteY49" fmla="*/ 216773 h 257276"/>
                <a:gd name="connsiteX50" fmla="*/ 150381 w 580428"/>
                <a:gd name="connsiteY50" fmla="*/ 251372 h 257276"/>
                <a:gd name="connsiteX51" fmla="*/ 145323 w 580428"/>
                <a:gd name="connsiteY51" fmla="*/ 188336 h 257276"/>
                <a:gd name="connsiteX52" fmla="*/ 112895 w 580428"/>
                <a:gd name="connsiteY52" fmla="*/ 181054 h 257276"/>
                <a:gd name="connsiteX53" fmla="*/ 99299 w 580428"/>
                <a:gd name="connsiteY53" fmla="*/ 188940 h 257276"/>
                <a:gd name="connsiteX54" fmla="*/ 78944 w 580428"/>
                <a:gd name="connsiteY54" fmla="*/ 229240 h 257276"/>
                <a:gd name="connsiteX55" fmla="*/ 96279 w 580428"/>
                <a:gd name="connsiteY55" fmla="*/ 187779 h 257276"/>
                <a:gd name="connsiteX56" fmla="*/ 88469 w 580428"/>
                <a:gd name="connsiteY56" fmla="*/ 181054 h 257276"/>
                <a:gd name="connsiteX57" fmla="*/ 59894 w 580428"/>
                <a:gd name="connsiteY57" fmla="*/ 166767 h 257276"/>
                <a:gd name="connsiteX58" fmla="*/ 43225 w 580428"/>
                <a:gd name="connsiteY58" fmla="*/ 164385 h 257276"/>
                <a:gd name="connsiteX59" fmla="*/ 362 w 580428"/>
                <a:gd name="connsiteY59" fmla="*/ 197723 h 257276"/>
                <a:gd name="connsiteX0" fmla="*/ 362 w 575727"/>
                <a:gd name="connsiteY0" fmla="*/ 197904 h 257457"/>
                <a:gd name="connsiteX1" fmla="*/ 71800 w 575727"/>
                <a:gd name="connsiteY1" fmla="*/ 243148 h 257457"/>
                <a:gd name="connsiteX2" fmla="*/ 198006 w 575727"/>
                <a:gd name="connsiteY2" fmla="*/ 257435 h 257457"/>
                <a:gd name="connsiteX3" fmla="*/ 278969 w 575727"/>
                <a:gd name="connsiteY3" fmla="*/ 240766 h 257457"/>
                <a:gd name="connsiteX4" fmla="*/ 309925 w 575727"/>
                <a:gd name="connsiteY4" fmla="*/ 236004 h 257457"/>
                <a:gd name="connsiteX5" fmla="*/ 388506 w 575727"/>
                <a:gd name="connsiteY5" fmla="*/ 202666 h 257457"/>
                <a:gd name="connsiteX6" fmla="*/ 402794 w 575727"/>
                <a:gd name="connsiteY6" fmla="*/ 195745 h 257457"/>
                <a:gd name="connsiteX7" fmla="*/ 452800 w 575727"/>
                <a:gd name="connsiteY7" fmla="*/ 164566 h 257457"/>
                <a:gd name="connsiteX8" fmla="*/ 471850 w 575727"/>
                <a:gd name="connsiteY8" fmla="*/ 150279 h 257457"/>
                <a:gd name="connsiteX9" fmla="*/ 514712 w 575727"/>
                <a:gd name="connsiteY9" fmla="*/ 105035 h 257457"/>
                <a:gd name="connsiteX10" fmla="*/ 555194 w 575727"/>
                <a:gd name="connsiteY10" fmla="*/ 59791 h 257457"/>
                <a:gd name="connsiteX11" fmla="*/ 569944 w 575727"/>
                <a:gd name="connsiteY11" fmla="*/ 11944 h 257457"/>
                <a:gd name="connsiteX12" fmla="*/ 574244 w 575727"/>
                <a:gd name="connsiteY12" fmla="*/ 260 h 257457"/>
                <a:gd name="connsiteX13" fmla="*/ 545669 w 575727"/>
                <a:gd name="connsiteY13" fmla="*/ 19310 h 257457"/>
                <a:gd name="connsiteX14" fmla="*/ 543287 w 575727"/>
                <a:gd name="connsiteY14" fmla="*/ 38360 h 257457"/>
                <a:gd name="connsiteX15" fmla="*/ 526619 w 575727"/>
                <a:gd name="connsiteY15" fmla="*/ 47885 h 257457"/>
                <a:gd name="connsiteX16" fmla="*/ 502806 w 575727"/>
                <a:gd name="connsiteY16" fmla="*/ 50266 h 257457"/>
                <a:gd name="connsiteX17" fmla="*/ 498044 w 575727"/>
                <a:gd name="connsiteY17" fmla="*/ 69316 h 257457"/>
                <a:gd name="connsiteX18" fmla="*/ 502806 w 575727"/>
                <a:gd name="connsiteY18" fmla="*/ 85985 h 257457"/>
                <a:gd name="connsiteX19" fmla="*/ 520491 w 575727"/>
                <a:gd name="connsiteY19" fmla="*/ 91308 h 257457"/>
                <a:gd name="connsiteX20" fmla="*/ 500425 w 575727"/>
                <a:gd name="connsiteY20" fmla="*/ 85985 h 257457"/>
                <a:gd name="connsiteX21" fmla="*/ 488519 w 575727"/>
                <a:gd name="connsiteY21" fmla="*/ 105035 h 257457"/>
                <a:gd name="connsiteX22" fmla="*/ 474231 w 575727"/>
                <a:gd name="connsiteY22" fmla="*/ 116941 h 257457"/>
                <a:gd name="connsiteX23" fmla="*/ 469416 w 575727"/>
                <a:gd name="connsiteY23" fmla="*/ 131648 h 257457"/>
                <a:gd name="connsiteX24" fmla="*/ 473776 w 575727"/>
                <a:gd name="connsiteY24" fmla="*/ 142296 h 257457"/>
                <a:gd name="connsiteX25" fmla="*/ 440894 w 575727"/>
                <a:gd name="connsiteY25" fmla="*/ 128848 h 257457"/>
                <a:gd name="connsiteX26" fmla="*/ 426606 w 575727"/>
                <a:gd name="connsiteY26" fmla="*/ 124085 h 257457"/>
                <a:gd name="connsiteX27" fmla="*/ 412319 w 575727"/>
                <a:gd name="connsiteY27" fmla="*/ 140754 h 257457"/>
                <a:gd name="connsiteX28" fmla="*/ 405175 w 575727"/>
                <a:gd name="connsiteY28" fmla="*/ 157423 h 257457"/>
                <a:gd name="connsiteX29" fmla="*/ 410445 w 575727"/>
                <a:gd name="connsiteY29" fmla="*/ 166948 h 257457"/>
                <a:gd name="connsiteX30" fmla="*/ 403355 w 575727"/>
                <a:gd name="connsiteY30" fmla="*/ 158262 h 257457"/>
                <a:gd name="connsiteX31" fmla="*/ 381362 w 575727"/>
                <a:gd name="connsiteY31" fmla="*/ 171710 h 257457"/>
                <a:gd name="connsiteX32" fmla="*/ 390887 w 575727"/>
                <a:gd name="connsiteY32" fmla="*/ 190760 h 257457"/>
                <a:gd name="connsiteX33" fmla="*/ 378981 w 575727"/>
                <a:gd name="connsiteY33" fmla="*/ 178854 h 257457"/>
                <a:gd name="connsiteX34" fmla="*/ 371382 w 575727"/>
                <a:gd name="connsiteY34" fmla="*/ 168768 h 257457"/>
                <a:gd name="connsiteX35" fmla="*/ 350406 w 575727"/>
                <a:gd name="connsiteY35" fmla="*/ 171710 h 257457"/>
                <a:gd name="connsiteX36" fmla="*/ 341844 w 575727"/>
                <a:gd name="connsiteY36" fmla="*/ 171009 h 257457"/>
                <a:gd name="connsiteX37" fmla="*/ 329430 w 575727"/>
                <a:gd name="connsiteY37" fmla="*/ 171992 h 257457"/>
                <a:gd name="connsiteX38" fmla="*/ 314687 w 575727"/>
                <a:gd name="connsiteY38" fmla="*/ 176473 h 257457"/>
                <a:gd name="connsiteX39" fmla="*/ 300400 w 575727"/>
                <a:gd name="connsiteY39" fmla="*/ 202666 h 257457"/>
                <a:gd name="connsiteX40" fmla="*/ 302781 w 575727"/>
                <a:gd name="connsiteY40" fmla="*/ 233344 h 257457"/>
                <a:gd name="connsiteX41" fmla="*/ 298019 w 575727"/>
                <a:gd name="connsiteY41" fmla="*/ 193141 h 257457"/>
                <a:gd name="connsiteX42" fmla="*/ 286112 w 575727"/>
                <a:gd name="connsiteY42" fmla="*/ 178854 h 257457"/>
                <a:gd name="connsiteX43" fmla="*/ 219437 w 575727"/>
                <a:gd name="connsiteY43" fmla="*/ 193141 h 257457"/>
                <a:gd name="connsiteX44" fmla="*/ 217110 w 575727"/>
                <a:gd name="connsiteY44" fmla="*/ 209810 h 257457"/>
                <a:gd name="connsiteX45" fmla="*/ 215638 w 575727"/>
                <a:gd name="connsiteY45" fmla="*/ 251413 h 257457"/>
                <a:gd name="connsiteX46" fmla="*/ 214675 w 575727"/>
                <a:gd name="connsiteY46" fmla="*/ 197904 h 257457"/>
                <a:gd name="connsiteX47" fmla="*/ 190862 w 575727"/>
                <a:gd name="connsiteY47" fmla="*/ 195523 h 257457"/>
                <a:gd name="connsiteX48" fmla="*/ 152762 w 575727"/>
                <a:gd name="connsiteY48" fmla="*/ 188379 h 257457"/>
                <a:gd name="connsiteX49" fmla="*/ 150381 w 575727"/>
                <a:gd name="connsiteY49" fmla="*/ 216954 h 257457"/>
                <a:gd name="connsiteX50" fmla="*/ 150381 w 575727"/>
                <a:gd name="connsiteY50" fmla="*/ 251553 h 257457"/>
                <a:gd name="connsiteX51" fmla="*/ 145323 w 575727"/>
                <a:gd name="connsiteY51" fmla="*/ 188517 h 257457"/>
                <a:gd name="connsiteX52" fmla="*/ 112895 w 575727"/>
                <a:gd name="connsiteY52" fmla="*/ 181235 h 257457"/>
                <a:gd name="connsiteX53" fmla="*/ 99299 w 575727"/>
                <a:gd name="connsiteY53" fmla="*/ 189121 h 257457"/>
                <a:gd name="connsiteX54" fmla="*/ 78944 w 575727"/>
                <a:gd name="connsiteY54" fmla="*/ 229421 h 257457"/>
                <a:gd name="connsiteX55" fmla="*/ 96279 w 575727"/>
                <a:gd name="connsiteY55" fmla="*/ 187960 h 257457"/>
                <a:gd name="connsiteX56" fmla="*/ 88469 w 575727"/>
                <a:gd name="connsiteY56" fmla="*/ 181235 h 257457"/>
                <a:gd name="connsiteX57" fmla="*/ 59894 w 575727"/>
                <a:gd name="connsiteY57" fmla="*/ 166948 h 257457"/>
                <a:gd name="connsiteX58" fmla="*/ 43225 w 575727"/>
                <a:gd name="connsiteY58" fmla="*/ 164566 h 257457"/>
                <a:gd name="connsiteX59" fmla="*/ 362 w 575727"/>
                <a:gd name="connsiteY59" fmla="*/ 197904 h 257457"/>
                <a:gd name="connsiteX0" fmla="*/ 362 w 575806"/>
                <a:gd name="connsiteY0" fmla="*/ 197898 h 257451"/>
                <a:gd name="connsiteX1" fmla="*/ 71800 w 575806"/>
                <a:gd name="connsiteY1" fmla="*/ 243142 h 257451"/>
                <a:gd name="connsiteX2" fmla="*/ 198006 w 575806"/>
                <a:gd name="connsiteY2" fmla="*/ 257429 h 257451"/>
                <a:gd name="connsiteX3" fmla="*/ 278969 w 575806"/>
                <a:gd name="connsiteY3" fmla="*/ 240760 h 257451"/>
                <a:gd name="connsiteX4" fmla="*/ 309925 w 575806"/>
                <a:gd name="connsiteY4" fmla="*/ 235998 h 257451"/>
                <a:gd name="connsiteX5" fmla="*/ 388506 w 575806"/>
                <a:gd name="connsiteY5" fmla="*/ 202660 h 257451"/>
                <a:gd name="connsiteX6" fmla="*/ 402794 w 575806"/>
                <a:gd name="connsiteY6" fmla="*/ 195739 h 257451"/>
                <a:gd name="connsiteX7" fmla="*/ 452800 w 575806"/>
                <a:gd name="connsiteY7" fmla="*/ 164560 h 257451"/>
                <a:gd name="connsiteX8" fmla="*/ 471850 w 575806"/>
                <a:gd name="connsiteY8" fmla="*/ 150273 h 257451"/>
                <a:gd name="connsiteX9" fmla="*/ 514712 w 575806"/>
                <a:gd name="connsiteY9" fmla="*/ 105029 h 257451"/>
                <a:gd name="connsiteX10" fmla="*/ 552174 w 575806"/>
                <a:gd name="connsiteY10" fmla="*/ 58917 h 257451"/>
                <a:gd name="connsiteX11" fmla="*/ 569944 w 575806"/>
                <a:gd name="connsiteY11" fmla="*/ 11938 h 257451"/>
                <a:gd name="connsiteX12" fmla="*/ 574244 w 575806"/>
                <a:gd name="connsiteY12" fmla="*/ 254 h 257451"/>
                <a:gd name="connsiteX13" fmla="*/ 545669 w 575806"/>
                <a:gd name="connsiteY13" fmla="*/ 19304 h 257451"/>
                <a:gd name="connsiteX14" fmla="*/ 543287 w 575806"/>
                <a:gd name="connsiteY14" fmla="*/ 38354 h 257451"/>
                <a:gd name="connsiteX15" fmla="*/ 526619 w 575806"/>
                <a:gd name="connsiteY15" fmla="*/ 47879 h 257451"/>
                <a:gd name="connsiteX16" fmla="*/ 502806 w 575806"/>
                <a:gd name="connsiteY16" fmla="*/ 50260 h 257451"/>
                <a:gd name="connsiteX17" fmla="*/ 498044 w 575806"/>
                <a:gd name="connsiteY17" fmla="*/ 69310 h 257451"/>
                <a:gd name="connsiteX18" fmla="*/ 502806 w 575806"/>
                <a:gd name="connsiteY18" fmla="*/ 85979 h 257451"/>
                <a:gd name="connsiteX19" fmla="*/ 520491 w 575806"/>
                <a:gd name="connsiteY19" fmla="*/ 91302 h 257451"/>
                <a:gd name="connsiteX20" fmla="*/ 500425 w 575806"/>
                <a:gd name="connsiteY20" fmla="*/ 85979 h 257451"/>
                <a:gd name="connsiteX21" fmla="*/ 488519 w 575806"/>
                <a:gd name="connsiteY21" fmla="*/ 105029 h 257451"/>
                <a:gd name="connsiteX22" fmla="*/ 474231 w 575806"/>
                <a:gd name="connsiteY22" fmla="*/ 116935 h 257451"/>
                <a:gd name="connsiteX23" fmla="*/ 469416 w 575806"/>
                <a:gd name="connsiteY23" fmla="*/ 131642 h 257451"/>
                <a:gd name="connsiteX24" fmla="*/ 473776 w 575806"/>
                <a:gd name="connsiteY24" fmla="*/ 142290 h 257451"/>
                <a:gd name="connsiteX25" fmla="*/ 440894 w 575806"/>
                <a:gd name="connsiteY25" fmla="*/ 128842 h 257451"/>
                <a:gd name="connsiteX26" fmla="*/ 426606 w 575806"/>
                <a:gd name="connsiteY26" fmla="*/ 124079 h 257451"/>
                <a:gd name="connsiteX27" fmla="*/ 412319 w 575806"/>
                <a:gd name="connsiteY27" fmla="*/ 140748 h 257451"/>
                <a:gd name="connsiteX28" fmla="*/ 405175 w 575806"/>
                <a:gd name="connsiteY28" fmla="*/ 157417 h 257451"/>
                <a:gd name="connsiteX29" fmla="*/ 410445 w 575806"/>
                <a:gd name="connsiteY29" fmla="*/ 166942 h 257451"/>
                <a:gd name="connsiteX30" fmla="*/ 403355 w 575806"/>
                <a:gd name="connsiteY30" fmla="*/ 158256 h 257451"/>
                <a:gd name="connsiteX31" fmla="*/ 381362 w 575806"/>
                <a:gd name="connsiteY31" fmla="*/ 171704 h 257451"/>
                <a:gd name="connsiteX32" fmla="*/ 390887 w 575806"/>
                <a:gd name="connsiteY32" fmla="*/ 190754 h 257451"/>
                <a:gd name="connsiteX33" fmla="*/ 378981 w 575806"/>
                <a:gd name="connsiteY33" fmla="*/ 178848 h 257451"/>
                <a:gd name="connsiteX34" fmla="*/ 371382 w 575806"/>
                <a:gd name="connsiteY34" fmla="*/ 168762 h 257451"/>
                <a:gd name="connsiteX35" fmla="*/ 350406 w 575806"/>
                <a:gd name="connsiteY35" fmla="*/ 171704 h 257451"/>
                <a:gd name="connsiteX36" fmla="*/ 341844 w 575806"/>
                <a:gd name="connsiteY36" fmla="*/ 171003 h 257451"/>
                <a:gd name="connsiteX37" fmla="*/ 329430 w 575806"/>
                <a:gd name="connsiteY37" fmla="*/ 171986 h 257451"/>
                <a:gd name="connsiteX38" fmla="*/ 314687 w 575806"/>
                <a:gd name="connsiteY38" fmla="*/ 176467 h 257451"/>
                <a:gd name="connsiteX39" fmla="*/ 300400 w 575806"/>
                <a:gd name="connsiteY39" fmla="*/ 202660 h 257451"/>
                <a:gd name="connsiteX40" fmla="*/ 302781 w 575806"/>
                <a:gd name="connsiteY40" fmla="*/ 233338 h 257451"/>
                <a:gd name="connsiteX41" fmla="*/ 298019 w 575806"/>
                <a:gd name="connsiteY41" fmla="*/ 193135 h 257451"/>
                <a:gd name="connsiteX42" fmla="*/ 286112 w 575806"/>
                <a:gd name="connsiteY42" fmla="*/ 178848 h 257451"/>
                <a:gd name="connsiteX43" fmla="*/ 219437 w 575806"/>
                <a:gd name="connsiteY43" fmla="*/ 193135 h 257451"/>
                <a:gd name="connsiteX44" fmla="*/ 217110 w 575806"/>
                <a:gd name="connsiteY44" fmla="*/ 209804 h 257451"/>
                <a:gd name="connsiteX45" fmla="*/ 215638 w 575806"/>
                <a:gd name="connsiteY45" fmla="*/ 251407 h 257451"/>
                <a:gd name="connsiteX46" fmla="*/ 214675 w 575806"/>
                <a:gd name="connsiteY46" fmla="*/ 197898 h 257451"/>
                <a:gd name="connsiteX47" fmla="*/ 190862 w 575806"/>
                <a:gd name="connsiteY47" fmla="*/ 195517 h 257451"/>
                <a:gd name="connsiteX48" fmla="*/ 152762 w 575806"/>
                <a:gd name="connsiteY48" fmla="*/ 188373 h 257451"/>
                <a:gd name="connsiteX49" fmla="*/ 150381 w 575806"/>
                <a:gd name="connsiteY49" fmla="*/ 216948 h 257451"/>
                <a:gd name="connsiteX50" fmla="*/ 150381 w 575806"/>
                <a:gd name="connsiteY50" fmla="*/ 251547 h 257451"/>
                <a:gd name="connsiteX51" fmla="*/ 145323 w 575806"/>
                <a:gd name="connsiteY51" fmla="*/ 188511 h 257451"/>
                <a:gd name="connsiteX52" fmla="*/ 112895 w 575806"/>
                <a:gd name="connsiteY52" fmla="*/ 181229 h 257451"/>
                <a:gd name="connsiteX53" fmla="*/ 99299 w 575806"/>
                <a:gd name="connsiteY53" fmla="*/ 189115 h 257451"/>
                <a:gd name="connsiteX54" fmla="*/ 78944 w 575806"/>
                <a:gd name="connsiteY54" fmla="*/ 229415 h 257451"/>
                <a:gd name="connsiteX55" fmla="*/ 96279 w 575806"/>
                <a:gd name="connsiteY55" fmla="*/ 187954 h 257451"/>
                <a:gd name="connsiteX56" fmla="*/ 88469 w 575806"/>
                <a:gd name="connsiteY56" fmla="*/ 181229 h 257451"/>
                <a:gd name="connsiteX57" fmla="*/ 59894 w 575806"/>
                <a:gd name="connsiteY57" fmla="*/ 166942 h 257451"/>
                <a:gd name="connsiteX58" fmla="*/ 43225 w 575806"/>
                <a:gd name="connsiteY58" fmla="*/ 164560 h 257451"/>
                <a:gd name="connsiteX59" fmla="*/ 362 w 575806"/>
                <a:gd name="connsiteY59" fmla="*/ 197898 h 257451"/>
                <a:gd name="connsiteX0" fmla="*/ 362 w 573436"/>
                <a:gd name="connsiteY0" fmla="*/ 195467 h 255020"/>
                <a:gd name="connsiteX1" fmla="*/ 71800 w 573436"/>
                <a:gd name="connsiteY1" fmla="*/ 240711 h 255020"/>
                <a:gd name="connsiteX2" fmla="*/ 198006 w 573436"/>
                <a:gd name="connsiteY2" fmla="*/ 254998 h 255020"/>
                <a:gd name="connsiteX3" fmla="*/ 278969 w 573436"/>
                <a:gd name="connsiteY3" fmla="*/ 238329 h 255020"/>
                <a:gd name="connsiteX4" fmla="*/ 309925 w 573436"/>
                <a:gd name="connsiteY4" fmla="*/ 233567 h 255020"/>
                <a:gd name="connsiteX5" fmla="*/ 388506 w 573436"/>
                <a:gd name="connsiteY5" fmla="*/ 200229 h 255020"/>
                <a:gd name="connsiteX6" fmla="*/ 402794 w 573436"/>
                <a:gd name="connsiteY6" fmla="*/ 193308 h 255020"/>
                <a:gd name="connsiteX7" fmla="*/ 452800 w 573436"/>
                <a:gd name="connsiteY7" fmla="*/ 162129 h 255020"/>
                <a:gd name="connsiteX8" fmla="*/ 471850 w 573436"/>
                <a:gd name="connsiteY8" fmla="*/ 147842 h 255020"/>
                <a:gd name="connsiteX9" fmla="*/ 514712 w 573436"/>
                <a:gd name="connsiteY9" fmla="*/ 102598 h 255020"/>
                <a:gd name="connsiteX10" fmla="*/ 552174 w 573436"/>
                <a:gd name="connsiteY10" fmla="*/ 56486 h 255020"/>
                <a:gd name="connsiteX11" fmla="*/ 569944 w 573436"/>
                <a:gd name="connsiteY11" fmla="*/ 9507 h 255020"/>
                <a:gd name="connsiteX12" fmla="*/ 571223 w 573436"/>
                <a:gd name="connsiteY12" fmla="*/ 427 h 255020"/>
                <a:gd name="connsiteX13" fmla="*/ 545669 w 573436"/>
                <a:gd name="connsiteY13" fmla="*/ 16873 h 255020"/>
                <a:gd name="connsiteX14" fmla="*/ 543287 w 573436"/>
                <a:gd name="connsiteY14" fmla="*/ 35923 h 255020"/>
                <a:gd name="connsiteX15" fmla="*/ 526619 w 573436"/>
                <a:gd name="connsiteY15" fmla="*/ 45448 h 255020"/>
                <a:gd name="connsiteX16" fmla="*/ 502806 w 573436"/>
                <a:gd name="connsiteY16" fmla="*/ 47829 h 255020"/>
                <a:gd name="connsiteX17" fmla="*/ 498044 w 573436"/>
                <a:gd name="connsiteY17" fmla="*/ 66879 h 255020"/>
                <a:gd name="connsiteX18" fmla="*/ 502806 w 573436"/>
                <a:gd name="connsiteY18" fmla="*/ 83548 h 255020"/>
                <a:gd name="connsiteX19" fmla="*/ 520491 w 573436"/>
                <a:gd name="connsiteY19" fmla="*/ 88871 h 255020"/>
                <a:gd name="connsiteX20" fmla="*/ 500425 w 573436"/>
                <a:gd name="connsiteY20" fmla="*/ 83548 h 255020"/>
                <a:gd name="connsiteX21" fmla="*/ 488519 w 573436"/>
                <a:gd name="connsiteY21" fmla="*/ 102598 h 255020"/>
                <a:gd name="connsiteX22" fmla="*/ 474231 w 573436"/>
                <a:gd name="connsiteY22" fmla="*/ 114504 h 255020"/>
                <a:gd name="connsiteX23" fmla="*/ 469416 w 573436"/>
                <a:gd name="connsiteY23" fmla="*/ 129211 h 255020"/>
                <a:gd name="connsiteX24" fmla="*/ 473776 w 573436"/>
                <a:gd name="connsiteY24" fmla="*/ 139859 h 255020"/>
                <a:gd name="connsiteX25" fmla="*/ 440894 w 573436"/>
                <a:gd name="connsiteY25" fmla="*/ 126411 h 255020"/>
                <a:gd name="connsiteX26" fmla="*/ 426606 w 573436"/>
                <a:gd name="connsiteY26" fmla="*/ 121648 h 255020"/>
                <a:gd name="connsiteX27" fmla="*/ 412319 w 573436"/>
                <a:gd name="connsiteY27" fmla="*/ 138317 h 255020"/>
                <a:gd name="connsiteX28" fmla="*/ 405175 w 573436"/>
                <a:gd name="connsiteY28" fmla="*/ 154986 h 255020"/>
                <a:gd name="connsiteX29" fmla="*/ 410445 w 573436"/>
                <a:gd name="connsiteY29" fmla="*/ 164511 h 255020"/>
                <a:gd name="connsiteX30" fmla="*/ 403355 w 573436"/>
                <a:gd name="connsiteY30" fmla="*/ 155825 h 255020"/>
                <a:gd name="connsiteX31" fmla="*/ 381362 w 573436"/>
                <a:gd name="connsiteY31" fmla="*/ 169273 h 255020"/>
                <a:gd name="connsiteX32" fmla="*/ 390887 w 573436"/>
                <a:gd name="connsiteY32" fmla="*/ 188323 h 255020"/>
                <a:gd name="connsiteX33" fmla="*/ 378981 w 573436"/>
                <a:gd name="connsiteY33" fmla="*/ 176417 h 255020"/>
                <a:gd name="connsiteX34" fmla="*/ 371382 w 573436"/>
                <a:gd name="connsiteY34" fmla="*/ 166331 h 255020"/>
                <a:gd name="connsiteX35" fmla="*/ 350406 w 573436"/>
                <a:gd name="connsiteY35" fmla="*/ 169273 h 255020"/>
                <a:gd name="connsiteX36" fmla="*/ 341844 w 573436"/>
                <a:gd name="connsiteY36" fmla="*/ 168572 h 255020"/>
                <a:gd name="connsiteX37" fmla="*/ 329430 w 573436"/>
                <a:gd name="connsiteY37" fmla="*/ 169555 h 255020"/>
                <a:gd name="connsiteX38" fmla="*/ 314687 w 573436"/>
                <a:gd name="connsiteY38" fmla="*/ 174036 h 255020"/>
                <a:gd name="connsiteX39" fmla="*/ 300400 w 573436"/>
                <a:gd name="connsiteY39" fmla="*/ 200229 h 255020"/>
                <a:gd name="connsiteX40" fmla="*/ 302781 w 573436"/>
                <a:gd name="connsiteY40" fmla="*/ 230907 h 255020"/>
                <a:gd name="connsiteX41" fmla="*/ 298019 w 573436"/>
                <a:gd name="connsiteY41" fmla="*/ 190704 h 255020"/>
                <a:gd name="connsiteX42" fmla="*/ 286112 w 573436"/>
                <a:gd name="connsiteY42" fmla="*/ 176417 h 255020"/>
                <a:gd name="connsiteX43" fmla="*/ 219437 w 573436"/>
                <a:gd name="connsiteY43" fmla="*/ 190704 h 255020"/>
                <a:gd name="connsiteX44" fmla="*/ 217110 w 573436"/>
                <a:gd name="connsiteY44" fmla="*/ 207373 h 255020"/>
                <a:gd name="connsiteX45" fmla="*/ 215638 w 573436"/>
                <a:gd name="connsiteY45" fmla="*/ 248976 h 255020"/>
                <a:gd name="connsiteX46" fmla="*/ 214675 w 573436"/>
                <a:gd name="connsiteY46" fmla="*/ 195467 h 255020"/>
                <a:gd name="connsiteX47" fmla="*/ 190862 w 573436"/>
                <a:gd name="connsiteY47" fmla="*/ 193086 h 255020"/>
                <a:gd name="connsiteX48" fmla="*/ 152762 w 573436"/>
                <a:gd name="connsiteY48" fmla="*/ 185942 h 255020"/>
                <a:gd name="connsiteX49" fmla="*/ 150381 w 573436"/>
                <a:gd name="connsiteY49" fmla="*/ 214517 h 255020"/>
                <a:gd name="connsiteX50" fmla="*/ 150381 w 573436"/>
                <a:gd name="connsiteY50" fmla="*/ 249116 h 255020"/>
                <a:gd name="connsiteX51" fmla="*/ 145323 w 573436"/>
                <a:gd name="connsiteY51" fmla="*/ 186080 h 255020"/>
                <a:gd name="connsiteX52" fmla="*/ 112895 w 573436"/>
                <a:gd name="connsiteY52" fmla="*/ 178798 h 255020"/>
                <a:gd name="connsiteX53" fmla="*/ 99299 w 573436"/>
                <a:gd name="connsiteY53" fmla="*/ 186684 h 255020"/>
                <a:gd name="connsiteX54" fmla="*/ 78944 w 573436"/>
                <a:gd name="connsiteY54" fmla="*/ 226984 h 255020"/>
                <a:gd name="connsiteX55" fmla="*/ 96279 w 573436"/>
                <a:gd name="connsiteY55" fmla="*/ 185523 h 255020"/>
                <a:gd name="connsiteX56" fmla="*/ 88469 w 573436"/>
                <a:gd name="connsiteY56" fmla="*/ 178798 h 255020"/>
                <a:gd name="connsiteX57" fmla="*/ 59894 w 573436"/>
                <a:gd name="connsiteY57" fmla="*/ 164511 h 255020"/>
                <a:gd name="connsiteX58" fmla="*/ 43225 w 573436"/>
                <a:gd name="connsiteY58" fmla="*/ 162129 h 255020"/>
                <a:gd name="connsiteX59" fmla="*/ 362 w 573436"/>
                <a:gd name="connsiteY59" fmla="*/ 195467 h 255020"/>
                <a:gd name="connsiteX0" fmla="*/ 362 w 572159"/>
                <a:gd name="connsiteY0" fmla="*/ 193285 h 252838"/>
                <a:gd name="connsiteX1" fmla="*/ 71800 w 572159"/>
                <a:gd name="connsiteY1" fmla="*/ 238529 h 252838"/>
                <a:gd name="connsiteX2" fmla="*/ 198006 w 572159"/>
                <a:gd name="connsiteY2" fmla="*/ 252816 h 252838"/>
                <a:gd name="connsiteX3" fmla="*/ 278969 w 572159"/>
                <a:gd name="connsiteY3" fmla="*/ 236147 h 252838"/>
                <a:gd name="connsiteX4" fmla="*/ 309925 w 572159"/>
                <a:gd name="connsiteY4" fmla="*/ 231385 h 252838"/>
                <a:gd name="connsiteX5" fmla="*/ 388506 w 572159"/>
                <a:gd name="connsiteY5" fmla="*/ 198047 h 252838"/>
                <a:gd name="connsiteX6" fmla="*/ 402794 w 572159"/>
                <a:gd name="connsiteY6" fmla="*/ 191126 h 252838"/>
                <a:gd name="connsiteX7" fmla="*/ 452800 w 572159"/>
                <a:gd name="connsiteY7" fmla="*/ 159947 h 252838"/>
                <a:gd name="connsiteX8" fmla="*/ 471850 w 572159"/>
                <a:gd name="connsiteY8" fmla="*/ 145660 h 252838"/>
                <a:gd name="connsiteX9" fmla="*/ 514712 w 572159"/>
                <a:gd name="connsiteY9" fmla="*/ 100416 h 252838"/>
                <a:gd name="connsiteX10" fmla="*/ 552174 w 572159"/>
                <a:gd name="connsiteY10" fmla="*/ 54304 h 252838"/>
                <a:gd name="connsiteX11" fmla="*/ 569944 w 572159"/>
                <a:gd name="connsiteY11" fmla="*/ 7325 h 252838"/>
                <a:gd name="connsiteX12" fmla="*/ 569209 w 572159"/>
                <a:gd name="connsiteY12" fmla="*/ 849 h 252838"/>
                <a:gd name="connsiteX13" fmla="*/ 545669 w 572159"/>
                <a:gd name="connsiteY13" fmla="*/ 14691 h 252838"/>
                <a:gd name="connsiteX14" fmla="*/ 543287 w 572159"/>
                <a:gd name="connsiteY14" fmla="*/ 33741 h 252838"/>
                <a:gd name="connsiteX15" fmla="*/ 526619 w 572159"/>
                <a:gd name="connsiteY15" fmla="*/ 43266 h 252838"/>
                <a:gd name="connsiteX16" fmla="*/ 502806 w 572159"/>
                <a:gd name="connsiteY16" fmla="*/ 45647 h 252838"/>
                <a:gd name="connsiteX17" fmla="*/ 498044 w 572159"/>
                <a:gd name="connsiteY17" fmla="*/ 64697 h 252838"/>
                <a:gd name="connsiteX18" fmla="*/ 502806 w 572159"/>
                <a:gd name="connsiteY18" fmla="*/ 81366 h 252838"/>
                <a:gd name="connsiteX19" fmla="*/ 520491 w 572159"/>
                <a:gd name="connsiteY19" fmla="*/ 86689 h 252838"/>
                <a:gd name="connsiteX20" fmla="*/ 500425 w 572159"/>
                <a:gd name="connsiteY20" fmla="*/ 81366 h 252838"/>
                <a:gd name="connsiteX21" fmla="*/ 488519 w 572159"/>
                <a:gd name="connsiteY21" fmla="*/ 100416 h 252838"/>
                <a:gd name="connsiteX22" fmla="*/ 474231 w 572159"/>
                <a:gd name="connsiteY22" fmla="*/ 112322 h 252838"/>
                <a:gd name="connsiteX23" fmla="*/ 469416 w 572159"/>
                <a:gd name="connsiteY23" fmla="*/ 127029 h 252838"/>
                <a:gd name="connsiteX24" fmla="*/ 473776 w 572159"/>
                <a:gd name="connsiteY24" fmla="*/ 137677 h 252838"/>
                <a:gd name="connsiteX25" fmla="*/ 440894 w 572159"/>
                <a:gd name="connsiteY25" fmla="*/ 124229 h 252838"/>
                <a:gd name="connsiteX26" fmla="*/ 426606 w 572159"/>
                <a:gd name="connsiteY26" fmla="*/ 119466 h 252838"/>
                <a:gd name="connsiteX27" fmla="*/ 412319 w 572159"/>
                <a:gd name="connsiteY27" fmla="*/ 136135 h 252838"/>
                <a:gd name="connsiteX28" fmla="*/ 405175 w 572159"/>
                <a:gd name="connsiteY28" fmla="*/ 152804 h 252838"/>
                <a:gd name="connsiteX29" fmla="*/ 410445 w 572159"/>
                <a:gd name="connsiteY29" fmla="*/ 162329 h 252838"/>
                <a:gd name="connsiteX30" fmla="*/ 403355 w 572159"/>
                <a:gd name="connsiteY30" fmla="*/ 153643 h 252838"/>
                <a:gd name="connsiteX31" fmla="*/ 381362 w 572159"/>
                <a:gd name="connsiteY31" fmla="*/ 167091 h 252838"/>
                <a:gd name="connsiteX32" fmla="*/ 390887 w 572159"/>
                <a:gd name="connsiteY32" fmla="*/ 186141 h 252838"/>
                <a:gd name="connsiteX33" fmla="*/ 378981 w 572159"/>
                <a:gd name="connsiteY33" fmla="*/ 174235 h 252838"/>
                <a:gd name="connsiteX34" fmla="*/ 371382 w 572159"/>
                <a:gd name="connsiteY34" fmla="*/ 164149 h 252838"/>
                <a:gd name="connsiteX35" fmla="*/ 350406 w 572159"/>
                <a:gd name="connsiteY35" fmla="*/ 167091 h 252838"/>
                <a:gd name="connsiteX36" fmla="*/ 341844 w 572159"/>
                <a:gd name="connsiteY36" fmla="*/ 166390 h 252838"/>
                <a:gd name="connsiteX37" fmla="*/ 329430 w 572159"/>
                <a:gd name="connsiteY37" fmla="*/ 167373 h 252838"/>
                <a:gd name="connsiteX38" fmla="*/ 314687 w 572159"/>
                <a:gd name="connsiteY38" fmla="*/ 171854 h 252838"/>
                <a:gd name="connsiteX39" fmla="*/ 300400 w 572159"/>
                <a:gd name="connsiteY39" fmla="*/ 198047 h 252838"/>
                <a:gd name="connsiteX40" fmla="*/ 302781 w 572159"/>
                <a:gd name="connsiteY40" fmla="*/ 228725 h 252838"/>
                <a:gd name="connsiteX41" fmla="*/ 298019 w 572159"/>
                <a:gd name="connsiteY41" fmla="*/ 188522 h 252838"/>
                <a:gd name="connsiteX42" fmla="*/ 286112 w 572159"/>
                <a:gd name="connsiteY42" fmla="*/ 174235 h 252838"/>
                <a:gd name="connsiteX43" fmla="*/ 219437 w 572159"/>
                <a:gd name="connsiteY43" fmla="*/ 188522 h 252838"/>
                <a:gd name="connsiteX44" fmla="*/ 217110 w 572159"/>
                <a:gd name="connsiteY44" fmla="*/ 205191 h 252838"/>
                <a:gd name="connsiteX45" fmla="*/ 215638 w 572159"/>
                <a:gd name="connsiteY45" fmla="*/ 246794 h 252838"/>
                <a:gd name="connsiteX46" fmla="*/ 214675 w 572159"/>
                <a:gd name="connsiteY46" fmla="*/ 193285 h 252838"/>
                <a:gd name="connsiteX47" fmla="*/ 190862 w 572159"/>
                <a:gd name="connsiteY47" fmla="*/ 190904 h 252838"/>
                <a:gd name="connsiteX48" fmla="*/ 152762 w 572159"/>
                <a:gd name="connsiteY48" fmla="*/ 183760 h 252838"/>
                <a:gd name="connsiteX49" fmla="*/ 150381 w 572159"/>
                <a:gd name="connsiteY49" fmla="*/ 212335 h 252838"/>
                <a:gd name="connsiteX50" fmla="*/ 150381 w 572159"/>
                <a:gd name="connsiteY50" fmla="*/ 246934 h 252838"/>
                <a:gd name="connsiteX51" fmla="*/ 145323 w 572159"/>
                <a:gd name="connsiteY51" fmla="*/ 183898 h 252838"/>
                <a:gd name="connsiteX52" fmla="*/ 112895 w 572159"/>
                <a:gd name="connsiteY52" fmla="*/ 176616 h 252838"/>
                <a:gd name="connsiteX53" fmla="*/ 99299 w 572159"/>
                <a:gd name="connsiteY53" fmla="*/ 184502 h 252838"/>
                <a:gd name="connsiteX54" fmla="*/ 78944 w 572159"/>
                <a:gd name="connsiteY54" fmla="*/ 224802 h 252838"/>
                <a:gd name="connsiteX55" fmla="*/ 96279 w 572159"/>
                <a:gd name="connsiteY55" fmla="*/ 183341 h 252838"/>
                <a:gd name="connsiteX56" fmla="*/ 88469 w 572159"/>
                <a:gd name="connsiteY56" fmla="*/ 176616 h 252838"/>
                <a:gd name="connsiteX57" fmla="*/ 59894 w 572159"/>
                <a:gd name="connsiteY57" fmla="*/ 162329 h 252838"/>
                <a:gd name="connsiteX58" fmla="*/ 43225 w 572159"/>
                <a:gd name="connsiteY58" fmla="*/ 159947 h 252838"/>
                <a:gd name="connsiteX59" fmla="*/ 362 w 572159"/>
                <a:gd name="connsiteY59" fmla="*/ 193285 h 252838"/>
                <a:gd name="connsiteX0" fmla="*/ 362 w 572159"/>
                <a:gd name="connsiteY0" fmla="*/ 193285 h 252838"/>
                <a:gd name="connsiteX1" fmla="*/ 71800 w 572159"/>
                <a:gd name="connsiteY1" fmla="*/ 238529 h 252838"/>
                <a:gd name="connsiteX2" fmla="*/ 198006 w 572159"/>
                <a:gd name="connsiteY2" fmla="*/ 252816 h 252838"/>
                <a:gd name="connsiteX3" fmla="*/ 278969 w 572159"/>
                <a:gd name="connsiteY3" fmla="*/ 236147 h 252838"/>
                <a:gd name="connsiteX4" fmla="*/ 309925 w 572159"/>
                <a:gd name="connsiteY4" fmla="*/ 231385 h 252838"/>
                <a:gd name="connsiteX5" fmla="*/ 388506 w 572159"/>
                <a:gd name="connsiteY5" fmla="*/ 198047 h 252838"/>
                <a:gd name="connsiteX6" fmla="*/ 402794 w 572159"/>
                <a:gd name="connsiteY6" fmla="*/ 191126 h 252838"/>
                <a:gd name="connsiteX7" fmla="*/ 452800 w 572159"/>
                <a:gd name="connsiteY7" fmla="*/ 159947 h 252838"/>
                <a:gd name="connsiteX8" fmla="*/ 471850 w 572159"/>
                <a:gd name="connsiteY8" fmla="*/ 145660 h 252838"/>
                <a:gd name="connsiteX9" fmla="*/ 514712 w 572159"/>
                <a:gd name="connsiteY9" fmla="*/ 100416 h 252838"/>
                <a:gd name="connsiteX10" fmla="*/ 552174 w 572159"/>
                <a:gd name="connsiteY10" fmla="*/ 54304 h 252838"/>
                <a:gd name="connsiteX11" fmla="*/ 569944 w 572159"/>
                <a:gd name="connsiteY11" fmla="*/ 7325 h 252838"/>
                <a:gd name="connsiteX12" fmla="*/ 569209 w 572159"/>
                <a:gd name="connsiteY12" fmla="*/ 849 h 252838"/>
                <a:gd name="connsiteX13" fmla="*/ 545669 w 572159"/>
                <a:gd name="connsiteY13" fmla="*/ 14691 h 252838"/>
                <a:gd name="connsiteX14" fmla="*/ 543287 w 572159"/>
                <a:gd name="connsiteY14" fmla="*/ 33741 h 252838"/>
                <a:gd name="connsiteX15" fmla="*/ 526619 w 572159"/>
                <a:gd name="connsiteY15" fmla="*/ 43266 h 252838"/>
                <a:gd name="connsiteX16" fmla="*/ 502806 w 572159"/>
                <a:gd name="connsiteY16" fmla="*/ 45647 h 252838"/>
                <a:gd name="connsiteX17" fmla="*/ 498044 w 572159"/>
                <a:gd name="connsiteY17" fmla="*/ 64697 h 252838"/>
                <a:gd name="connsiteX18" fmla="*/ 502806 w 572159"/>
                <a:gd name="connsiteY18" fmla="*/ 81366 h 252838"/>
                <a:gd name="connsiteX19" fmla="*/ 520491 w 572159"/>
                <a:gd name="connsiteY19" fmla="*/ 86689 h 252838"/>
                <a:gd name="connsiteX20" fmla="*/ 500425 w 572159"/>
                <a:gd name="connsiteY20" fmla="*/ 81366 h 252838"/>
                <a:gd name="connsiteX21" fmla="*/ 488519 w 572159"/>
                <a:gd name="connsiteY21" fmla="*/ 100416 h 252838"/>
                <a:gd name="connsiteX22" fmla="*/ 474231 w 572159"/>
                <a:gd name="connsiteY22" fmla="*/ 112322 h 252838"/>
                <a:gd name="connsiteX23" fmla="*/ 469416 w 572159"/>
                <a:gd name="connsiteY23" fmla="*/ 127029 h 252838"/>
                <a:gd name="connsiteX24" fmla="*/ 473776 w 572159"/>
                <a:gd name="connsiteY24" fmla="*/ 137677 h 252838"/>
                <a:gd name="connsiteX25" fmla="*/ 440894 w 572159"/>
                <a:gd name="connsiteY25" fmla="*/ 124229 h 252838"/>
                <a:gd name="connsiteX26" fmla="*/ 426606 w 572159"/>
                <a:gd name="connsiteY26" fmla="*/ 119466 h 252838"/>
                <a:gd name="connsiteX27" fmla="*/ 412319 w 572159"/>
                <a:gd name="connsiteY27" fmla="*/ 136135 h 252838"/>
                <a:gd name="connsiteX28" fmla="*/ 405175 w 572159"/>
                <a:gd name="connsiteY28" fmla="*/ 152804 h 252838"/>
                <a:gd name="connsiteX29" fmla="*/ 410445 w 572159"/>
                <a:gd name="connsiteY29" fmla="*/ 162329 h 252838"/>
                <a:gd name="connsiteX30" fmla="*/ 403355 w 572159"/>
                <a:gd name="connsiteY30" fmla="*/ 153643 h 252838"/>
                <a:gd name="connsiteX31" fmla="*/ 381362 w 572159"/>
                <a:gd name="connsiteY31" fmla="*/ 167091 h 252838"/>
                <a:gd name="connsiteX32" fmla="*/ 390887 w 572159"/>
                <a:gd name="connsiteY32" fmla="*/ 186141 h 252838"/>
                <a:gd name="connsiteX33" fmla="*/ 378981 w 572159"/>
                <a:gd name="connsiteY33" fmla="*/ 174235 h 252838"/>
                <a:gd name="connsiteX34" fmla="*/ 371382 w 572159"/>
                <a:gd name="connsiteY34" fmla="*/ 164149 h 252838"/>
                <a:gd name="connsiteX35" fmla="*/ 350406 w 572159"/>
                <a:gd name="connsiteY35" fmla="*/ 167091 h 252838"/>
                <a:gd name="connsiteX36" fmla="*/ 341844 w 572159"/>
                <a:gd name="connsiteY36" fmla="*/ 166390 h 252838"/>
                <a:gd name="connsiteX37" fmla="*/ 329430 w 572159"/>
                <a:gd name="connsiteY37" fmla="*/ 167373 h 252838"/>
                <a:gd name="connsiteX38" fmla="*/ 314687 w 572159"/>
                <a:gd name="connsiteY38" fmla="*/ 171854 h 252838"/>
                <a:gd name="connsiteX39" fmla="*/ 300400 w 572159"/>
                <a:gd name="connsiteY39" fmla="*/ 198047 h 252838"/>
                <a:gd name="connsiteX40" fmla="*/ 302781 w 572159"/>
                <a:gd name="connsiteY40" fmla="*/ 228725 h 252838"/>
                <a:gd name="connsiteX41" fmla="*/ 298019 w 572159"/>
                <a:gd name="connsiteY41" fmla="*/ 188522 h 252838"/>
                <a:gd name="connsiteX42" fmla="*/ 286112 w 572159"/>
                <a:gd name="connsiteY42" fmla="*/ 174235 h 252838"/>
                <a:gd name="connsiteX43" fmla="*/ 219437 w 572159"/>
                <a:gd name="connsiteY43" fmla="*/ 188522 h 252838"/>
                <a:gd name="connsiteX44" fmla="*/ 217110 w 572159"/>
                <a:gd name="connsiteY44" fmla="*/ 205191 h 252838"/>
                <a:gd name="connsiteX45" fmla="*/ 215638 w 572159"/>
                <a:gd name="connsiteY45" fmla="*/ 246794 h 252838"/>
                <a:gd name="connsiteX46" fmla="*/ 214675 w 572159"/>
                <a:gd name="connsiteY46" fmla="*/ 193285 h 252838"/>
                <a:gd name="connsiteX47" fmla="*/ 190862 w 572159"/>
                <a:gd name="connsiteY47" fmla="*/ 190904 h 252838"/>
                <a:gd name="connsiteX48" fmla="*/ 152762 w 572159"/>
                <a:gd name="connsiteY48" fmla="*/ 183760 h 252838"/>
                <a:gd name="connsiteX49" fmla="*/ 150381 w 572159"/>
                <a:gd name="connsiteY49" fmla="*/ 212335 h 252838"/>
                <a:gd name="connsiteX50" fmla="*/ 150381 w 572159"/>
                <a:gd name="connsiteY50" fmla="*/ 246934 h 252838"/>
                <a:gd name="connsiteX51" fmla="*/ 145323 w 572159"/>
                <a:gd name="connsiteY51" fmla="*/ 183898 h 252838"/>
                <a:gd name="connsiteX52" fmla="*/ 112895 w 572159"/>
                <a:gd name="connsiteY52" fmla="*/ 176616 h 252838"/>
                <a:gd name="connsiteX53" fmla="*/ 99299 w 572159"/>
                <a:gd name="connsiteY53" fmla="*/ 184502 h 252838"/>
                <a:gd name="connsiteX54" fmla="*/ 78944 w 572159"/>
                <a:gd name="connsiteY54" fmla="*/ 224802 h 252838"/>
                <a:gd name="connsiteX55" fmla="*/ 96279 w 572159"/>
                <a:gd name="connsiteY55" fmla="*/ 183341 h 252838"/>
                <a:gd name="connsiteX56" fmla="*/ 88469 w 572159"/>
                <a:gd name="connsiteY56" fmla="*/ 176616 h 252838"/>
                <a:gd name="connsiteX57" fmla="*/ 59894 w 572159"/>
                <a:gd name="connsiteY57" fmla="*/ 162329 h 252838"/>
                <a:gd name="connsiteX58" fmla="*/ 43225 w 572159"/>
                <a:gd name="connsiteY58" fmla="*/ 159947 h 252838"/>
                <a:gd name="connsiteX59" fmla="*/ 362 w 572159"/>
                <a:gd name="connsiteY59" fmla="*/ 193285 h 252838"/>
                <a:gd name="connsiteX0" fmla="*/ 382 w 576283"/>
                <a:gd name="connsiteY0" fmla="*/ 197626 h 252836"/>
                <a:gd name="connsiteX1" fmla="*/ 75924 w 576283"/>
                <a:gd name="connsiteY1" fmla="*/ 238529 h 252836"/>
                <a:gd name="connsiteX2" fmla="*/ 202130 w 576283"/>
                <a:gd name="connsiteY2" fmla="*/ 252816 h 252836"/>
                <a:gd name="connsiteX3" fmla="*/ 283093 w 576283"/>
                <a:gd name="connsiteY3" fmla="*/ 236147 h 252836"/>
                <a:gd name="connsiteX4" fmla="*/ 314049 w 576283"/>
                <a:gd name="connsiteY4" fmla="*/ 231385 h 252836"/>
                <a:gd name="connsiteX5" fmla="*/ 392630 w 576283"/>
                <a:gd name="connsiteY5" fmla="*/ 198047 h 252836"/>
                <a:gd name="connsiteX6" fmla="*/ 406918 w 576283"/>
                <a:gd name="connsiteY6" fmla="*/ 191126 h 252836"/>
                <a:gd name="connsiteX7" fmla="*/ 456924 w 576283"/>
                <a:gd name="connsiteY7" fmla="*/ 159947 h 252836"/>
                <a:gd name="connsiteX8" fmla="*/ 475974 w 576283"/>
                <a:gd name="connsiteY8" fmla="*/ 145660 h 252836"/>
                <a:gd name="connsiteX9" fmla="*/ 518836 w 576283"/>
                <a:gd name="connsiteY9" fmla="*/ 100416 h 252836"/>
                <a:gd name="connsiteX10" fmla="*/ 556298 w 576283"/>
                <a:gd name="connsiteY10" fmla="*/ 54304 h 252836"/>
                <a:gd name="connsiteX11" fmla="*/ 574068 w 576283"/>
                <a:gd name="connsiteY11" fmla="*/ 7325 h 252836"/>
                <a:gd name="connsiteX12" fmla="*/ 573333 w 576283"/>
                <a:gd name="connsiteY12" fmla="*/ 849 h 252836"/>
                <a:gd name="connsiteX13" fmla="*/ 549793 w 576283"/>
                <a:gd name="connsiteY13" fmla="*/ 14691 h 252836"/>
                <a:gd name="connsiteX14" fmla="*/ 547411 w 576283"/>
                <a:gd name="connsiteY14" fmla="*/ 33741 h 252836"/>
                <a:gd name="connsiteX15" fmla="*/ 530743 w 576283"/>
                <a:gd name="connsiteY15" fmla="*/ 43266 h 252836"/>
                <a:gd name="connsiteX16" fmla="*/ 506930 w 576283"/>
                <a:gd name="connsiteY16" fmla="*/ 45647 h 252836"/>
                <a:gd name="connsiteX17" fmla="*/ 502168 w 576283"/>
                <a:gd name="connsiteY17" fmla="*/ 64697 h 252836"/>
                <a:gd name="connsiteX18" fmla="*/ 506930 w 576283"/>
                <a:gd name="connsiteY18" fmla="*/ 81366 h 252836"/>
                <a:gd name="connsiteX19" fmla="*/ 524615 w 576283"/>
                <a:gd name="connsiteY19" fmla="*/ 86689 h 252836"/>
                <a:gd name="connsiteX20" fmla="*/ 504549 w 576283"/>
                <a:gd name="connsiteY20" fmla="*/ 81366 h 252836"/>
                <a:gd name="connsiteX21" fmla="*/ 492643 w 576283"/>
                <a:gd name="connsiteY21" fmla="*/ 100416 h 252836"/>
                <a:gd name="connsiteX22" fmla="*/ 478355 w 576283"/>
                <a:gd name="connsiteY22" fmla="*/ 112322 h 252836"/>
                <a:gd name="connsiteX23" fmla="*/ 473540 w 576283"/>
                <a:gd name="connsiteY23" fmla="*/ 127029 h 252836"/>
                <a:gd name="connsiteX24" fmla="*/ 477900 w 576283"/>
                <a:gd name="connsiteY24" fmla="*/ 137677 h 252836"/>
                <a:gd name="connsiteX25" fmla="*/ 445018 w 576283"/>
                <a:gd name="connsiteY25" fmla="*/ 124229 h 252836"/>
                <a:gd name="connsiteX26" fmla="*/ 430730 w 576283"/>
                <a:gd name="connsiteY26" fmla="*/ 119466 h 252836"/>
                <a:gd name="connsiteX27" fmla="*/ 416443 w 576283"/>
                <a:gd name="connsiteY27" fmla="*/ 136135 h 252836"/>
                <a:gd name="connsiteX28" fmla="*/ 409299 w 576283"/>
                <a:gd name="connsiteY28" fmla="*/ 152804 h 252836"/>
                <a:gd name="connsiteX29" fmla="*/ 414569 w 576283"/>
                <a:gd name="connsiteY29" fmla="*/ 162329 h 252836"/>
                <a:gd name="connsiteX30" fmla="*/ 407479 w 576283"/>
                <a:gd name="connsiteY30" fmla="*/ 153643 h 252836"/>
                <a:gd name="connsiteX31" fmla="*/ 385486 w 576283"/>
                <a:gd name="connsiteY31" fmla="*/ 167091 h 252836"/>
                <a:gd name="connsiteX32" fmla="*/ 395011 w 576283"/>
                <a:gd name="connsiteY32" fmla="*/ 186141 h 252836"/>
                <a:gd name="connsiteX33" fmla="*/ 383105 w 576283"/>
                <a:gd name="connsiteY33" fmla="*/ 174235 h 252836"/>
                <a:gd name="connsiteX34" fmla="*/ 375506 w 576283"/>
                <a:gd name="connsiteY34" fmla="*/ 164149 h 252836"/>
                <a:gd name="connsiteX35" fmla="*/ 354530 w 576283"/>
                <a:gd name="connsiteY35" fmla="*/ 167091 h 252836"/>
                <a:gd name="connsiteX36" fmla="*/ 345968 w 576283"/>
                <a:gd name="connsiteY36" fmla="*/ 166390 h 252836"/>
                <a:gd name="connsiteX37" fmla="*/ 333554 w 576283"/>
                <a:gd name="connsiteY37" fmla="*/ 167373 h 252836"/>
                <a:gd name="connsiteX38" fmla="*/ 318811 w 576283"/>
                <a:gd name="connsiteY38" fmla="*/ 171854 h 252836"/>
                <a:gd name="connsiteX39" fmla="*/ 304524 w 576283"/>
                <a:gd name="connsiteY39" fmla="*/ 198047 h 252836"/>
                <a:gd name="connsiteX40" fmla="*/ 306905 w 576283"/>
                <a:gd name="connsiteY40" fmla="*/ 228725 h 252836"/>
                <a:gd name="connsiteX41" fmla="*/ 302143 w 576283"/>
                <a:gd name="connsiteY41" fmla="*/ 188522 h 252836"/>
                <a:gd name="connsiteX42" fmla="*/ 290236 w 576283"/>
                <a:gd name="connsiteY42" fmla="*/ 174235 h 252836"/>
                <a:gd name="connsiteX43" fmla="*/ 223561 w 576283"/>
                <a:gd name="connsiteY43" fmla="*/ 188522 h 252836"/>
                <a:gd name="connsiteX44" fmla="*/ 221234 w 576283"/>
                <a:gd name="connsiteY44" fmla="*/ 205191 h 252836"/>
                <a:gd name="connsiteX45" fmla="*/ 219762 w 576283"/>
                <a:gd name="connsiteY45" fmla="*/ 246794 h 252836"/>
                <a:gd name="connsiteX46" fmla="*/ 218799 w 576283"/>
                <a:gd name="connsiteY46" fmla="*/ 193285 h 252836"/>
                <a:gd name="connsiteX47" fmla="*/ 194986 w 576283"/>
                <a:gd name="connsiteY47" fmla="*/ 190904 h 252836"/>
                <a:gd name="connsiteX48" fmla="*/ 156886 w 576283"/>
                <a:gd name="connsiteY48" fmla="*/ 183760 h 252836"/>
                <a:gd name="connsiteX49" fmla="*/ 154505 w 576283"/>
                <a:gd name="connsiteY49" fmla="*/ 212335 h 252836"/>
                <a:gd name="connsiteX50" fmla="*/ 154505 w 576283"/>
                <a:gd name="connsiteY50" fmla="*/ 246934 h 252836"/>
                <a:gd name="connsiteX51" fmla="*/ 149447 w 576283"/>
                <a:gd name="connsiteY51" fmla="*/ 183898 h 252836"/>
                <a:gd name="connsiteX52" fmla="*/ 117019 w 576283"/>
                <a:gd name="connsiteY52" fmla="*/ 176616 h 252836"/>
                <a:gd name="connsiteX53" fmla="*/ 103423 w 576283"/>
                <a:gd name="connsiteY53" fmla="*/ 184502 h 252836"/>
                <a:gd name="connsiteX54" fmla="*/ 83068 w 576283"/>
                <a:gd name="connsiteY54" fmla="*/ 224802 h 252836"/>
                <a:gd name="connsiteX55" fmla="*/ 100403 w 576283"/>
                <a:gd name="connsiteY55" fmla="*/ 183341 h 252836"/>
                <a:gd name="connsiteX56" fmla="*/ 92593 w 576283"/>
                <a:gd name="connsiteY56" fmla="*/ 176616 h 252836"/>
                <a:gd name="connsiteX57" fmla="*/ 64018 w 576283"/>
                <a:gd name="connsiteY57" fmla="*/ 162329 h 252836"/>
                <a:gd name="connsiteX58" fmla="*/ 47349 w 576283"/>
                <a:gd name="connsiteY58" fmla="*/ 159947 h 252836"/>
                <a:gd name="connsiteX59" fmla="*/ 382 w 576283"/>
                <a:gd name="connsiteY59" fmla="*/ 197626 h 252836"/>
                <a:gd name="connsiteX0" fmla="*/ 1144 w 577045"/>
                <a:gd name="connsiteY0" fmla="*/ 197626 h 252836"/>
                <a:gd name="connsiteX1" fmla="*/ 76686 w 577045"/>
                <a:gd name="connsiteY1" fmla="*/ 238529 h 252836"/>
                <a:gd name="connsiteX2" fmla="*/ 202892 w 577045"/>
                <a:gd name="connsiteY2" fmla="*/ 252816 h 252836"/>
                <a:gd name="connsiteX3" fmla="*/ 283855 w 577045"/>
                <a:gd name="connsiteY3" fmla="*/ 236147 h 252836"/>
                <a:gd name="connsiteX4" fmla="*/ 314811 w 577045"/>
                <a:gd name="connsiteY4" fmla="*/ 231385 h 252836"/>
                <a:gd name="connsiteX5" fmla="*/ 393392 w 577045"/>
                <a:gd name="connsiteY5" fmla="*/ 198047 h 252836"/>
                <a:gd name="connsiteX6" fmla="*/ 407680 w 577045"/>
                <a:gd name="connsiteY6" fmla="*/ 191126 h 252836"/>
                <a:gd name="connsiteX7" fmla="*/ 457686 w 577045"/>
                <a:gd name="connsiteY7" fmla="*/ 159947 h 252836"/>
                <a:gd name="connsiteX8" fmla="*/ 476736 w 577045"/>
                <a:gd name="connsiteY8" fmla="*/ 145660 h 252836"/>
                <a:gd name="connsiteX9" fmla="*/ 519598 w 577045"/>
                <a:gd name="connsiteY9" fmla="*/ 100416 h 252836"/>
                <a:gd name="connsiteX10" fmla="*/ 557060 w 577045"/>
                <a:gd name="connsiteY10" fmla="*/ 54304 h 252836"/>
                <a:gd name="connsiteX11" fmla="*/ 574830 w 577045"/>
                <a:gd name="connsiteY11" fmla="*/ 7325 h 252836"/>
                <a:gd name="connsiteX12" fmla="*/ 574095 w 577045"/>
                <a:gd name="connsiteY12" fmla="*/ 849 h 252836"/>
                <a:gd name="connsiteX13" fmla="*/ 550555 w 577045"/>
                <a:gd name="connsiteY13" fmla="*/ 14691 h 252836"/>
                <a:gd name="connsiteX14" fmla="*/ 548173 w 577045"/>
                <a:gd name="connsiteY14" fmla="*/ 33741 h 252836"/>
                <a:gd name="connsiteX15" fmla="*/ 531505 w 577045"/>
                <a:gd name="connsiteY15" fmla="*/ 43266 h 252836"/>
                <a:gd name="connsiteX16" fmla="*/ 507692 w 577045"/>
                <a:gd name="connsiteY16" fmla="*/ 45647 h 252836"/>
                <a:gd name="connsiteX17" fmla="*/ 502930 w 577045"/>
                <a:gd name="connsiteY17" fmla="*/ 64697 h 252836"/>
                <a:gd name="connsiteX18" fmla="*/ 507692 w 577045"/>
                <a:gd name="connsiteY18" fmla="*/ 81366 h 252836"/>
                <a:gd name="connsiteX19" fmla="*/ 525377 w 577045"/>
                <a:gd name="connsiteY19" fmla="*/ 86689 h 252836"/>
                <a:gd name="connsiteX20" fmla="*/ 505311 w 577045"/>
                <a:gd name="connsiteY20" fmla="*/ 81366 h 252836"/>
                <a:gd name="connsiteX21" fmla="*/ 493405 w 577045"/>
                <a:gd name="connsiteY21" fmla="*/ 100416 h 252836"/>
                <a:gd name="connsiteX22" fmla="*/ 479117 w 577045"/>
                <a:gd name="connsiteY22" fmla="*/ 112322 h 252836"/>
                <a:gd name="connsiteX23" fmla="*/ 474302 w 577045"/>
                <a:gd name="connsiteY23" fmla="*/ 127029 h 252836"/>
                <a:gd name="connsiteX24" fmla="*/ 478662 w 577045"/>
                <a:gd name="connsiteY24" fmla="*/ 137677 h 252836"/>
                <a:gd name="connsiteX25" fmla="*/ 445780 w 577045"/>
                <a:gd name="connsiteY25" fmla="*/ 124229 h 252836"/>
                <a:gd name="connsiteX26" fmla="*/ 431492 w 577045"/>
                <a:gd name="connsiteY26" fmla="*/ 119466 h 252836"/>
                <a:gd name="connsiteX27" fmla="*/ 417205 w 577045"/>
                <a:gd name="connsiteY27" fmla="*/ 136135 h 252836"/>
                <a:gd name="connsiteX28" fmla="*/ 410061 w 577045"/>
                <a:gd name="connsiteY28" fmla="*/ 152804 h 252836"/>
                <a:gd name="connsiteX29" fmla="*/ 415331 w 577045"/>
                <a:gd name="connsiteY29" fmla="*/ 162329 h 252836"/>
                <a:gd name="connsiteX30" fmla="*/ 408241 w 577045"/>
                <a:gd name="connsiteY30" fmla="*/ 153643 h 252836"/>
                <a:gd name="connsiteX31" fmla="*/ 386248 w 577045"/>
                <a:gd name="connsiteY31" fmla="*/ 167091 h 252836"/>
                <a:gd name="connsiteX32" fmla="*/ 395773 w 577045"/>
                <a:gd name="connsiteY32" fmla="*/ 186141 h 252836"/>
                <a:gd name="connsiteX33" fmla="*/ 383867 w 577045"/>
                <a:gd name="connsiteY33" fmla="*/ 174235 h 252836"/>
                <a:gd name="connsiteX34" fmla="*/ 376268 w 577045"/>
                <a:gd name="connsiteY34" fmla="*/ 164149 h 252836"/>
                <a:gd name="connsiteX35" fmla="*/ 355292 w 577045"/>
                <a:gd name="connsiteY35" fmla="*/ 167091 h 252836"/>
                <a:gd name="connsiteX36" fmla="*/ 346730 w 577045"/>
                <a:gd name="connsiteY36" fmla="*/ 166390 h 252836"/>
                <a:gd name="connsiteX37" fmla="*/ 334316 w 577045"/>
                <a:gd name="connsiteY37" fmla="*/ 167373 h 252836"/>
                <a:gd name="connsiteX38" fmla="*/ 319573 w 577045"/>
                <a:gd name="connsiteY38" fmla="*/ 171854 h 252836"/>
                <a:gd name="connsiteX39" fmla="*/ 305286 w 577045"/>
                <a:gd name="connsiteY39" fmla="*/ 198047 h 252836"/>
                <a:gd name="connsiteX40" fmla="*/ 307667 w 577045"/>
                <a:gd name="connsiteY40" fmla="*/ 228725 h 252836"/>
                <a:gd name="connsiteX41" fmla="*/ 302905 w 577045"/>
                <a:gd name="connsiteY41" fmla="*/ 188522 h 252836"/>
                <a:gd name="connsiteX42" fmla="*/ 290998 w 577045"/>
                <a:gd name="connsiteY42" fmla="*/ 174235 h 252836"/>
                <a:gd name="connsiteX43" fmla="*/ 224323 w 577045"/>
                <a:gd name="connsiteY43" fmla="*/ 188522 h 252836"/>
                <a:gd name="connsiteX44" fmla="*/ 221996 w 577045"/>
                <a:gd name="connsiteY44" fmla="*/ 205191 h 252836"/>
                <a:gd name="connsiteX45" fmla="*/ 220524 w 577045"/>
                <a:gd name="connsiteY45" fmla="*/ 246794 h 252836"/>
                <a:gd name="connsiteX46" fmla="*/ 219561 w 577045"/>
                <a:gd name="connsiteY46" fmla="*/ 193285 h 252836"/>
                <a:gd name="connsiteX47" fmla="*/ 195748 w 577045"/>
                <a:gd name="connsiteY47" fmla="*/ 190904 h 252836"/>
                <a:gd name="connsiteX48" fmla="*/ 157648 w 577045"/>
                <a:gd name="connsiteY48" fmla="*/ 183760 h 252836"/>
                <a:gd name="connsiteX49" fmla="*/ 155267 w 577045"/>
                <a:gd name="connsiteY49" fmla="*/ 212335 h 252836"/>
                <a:gd name="connsiteX50" fmla="*/ 155267 w 577045"/>
                <a:gd name="connsiteY50" fmla="*/ 246934 h 252836"/>
                <a:gd name="connsiteX51" fmla="*/ 150209 w 577045"/>
                <a:gd name="connsiteY51" fmla="*/ 183898 h 252836"/>
                <a:gd name="connsiteX52" fmla="*/ 117781 w 577045"/>
                <a:gd name="connsiteY52" fmla="*/ 176616 h 252836"/>
                <a:gd name="connsiteX53" fmla="*/ 104185 w 577045"/>
                <a:gd name="connsiteY53" fmla="*/ 184502 h 252836"/>
                <a:gd name="connsiteX54" fmla="*/ 83830 w 577045"/>
                <a:gd name="connsiteY54" fmla="*/ 224802 h 252836"/>
                <a:gd name="connsiteX55" fmla="*/ 101165 w 577045"/>
                <a:gd name="connsiteY55" fmla="*/ 183341 h 252836"/>
                <a:gd name="connsiteX56" fmla="*/ 93355 w 577045"/>
                <a:gd name="connsiteY56" fmla="*/ 176616 h 252836"/>
                <a:gd name="connsiteX57" fmla="*/ 64780 w 577045"/>
                <a:gd name="connsiteY57" fmla="*/ 162329 h 252836"/>
                <a:gd name="connsiteX58" fmla="*/ 48111 w 577045"/>
                <a:gd name="connsiteY58" fmla="*/ 159947 h 252836"/>
                <a:gd name="connsiteX59" fmla="*/ 1144 w 577045"/>
                <a:gd name="connsiteY59" fmla="*/ 197626 h 252836"/>
                <a:gd name="connsiteX0" fmla="*/ 1144 w 577045"/>
                <a:gd name="connsiteY0" fmla="*/ 197626 h 252836"/>
                <a:gd name="connsiteX1" fmla="*/ 76686 w 577045"/>
                <a:gd name="connsiteY1" fmla="*/ 238529 h 252836"/>
                <a:gd name="connsiteX2" fmla="*/ 202892 w 577045"/>
                <a:gd name="connsiteY2" fmla="*/ 252816 h 252836"/>
                <a:gd name="connsiteX3" fmla="*/ 283855 w 577045"/>
                <a:gd name="connsiteY3" fmla="*/ 236147 h 252836"/>
                <a:gd name="connsiteX4" fmla="*/ 314811 w 577045"/>
                <a:gd name="connsiteY4" fmla="*/ 231385 h 252836"/>
                <a:gd name="connsiteX5" fmla="*/ 393392 w 577045"/>
                <a:gd name="connsiteY5" fmla="*/ 198047 h 252836"/>
                <a:gd name="connsiteX6" fmla="*/ 407680 w 577045"/>
                <a:gd name="connsiteY6" fmla="*/ 191126 h 252836"/>
                <a:gd name="connsiteX7" fmla="*/ 457686 w 577045"/>
                <a:gd name="connsiteY7" fmla="*/ 159947 h 252836"/>
                <a:gd name="connsiteX8" fmla="*/ 476736 w 577045"/>
                <a:gd name="connsiteY8" fmla="*/ 145660 h 252836"/>
                <a:gd name="connsiteX9" fmla="*/ 519598 w 577045"/>
                <a:gd name="connsiteY9" fmla="*/ 100416 h 252836"/>
                <a:gd name="connsiteX10" fmla="*/ 557060 w 577045"/>
                <a:gd name="connsiteY10" fmla="*/ 54304 h 252836"/>
                <a:gd name="connsiteX11" fmla="*/ 574830 w 577045"/>
                <a:gd name="connsiteY11" fmla="*/ 7325 h 252836"/>
                <a:gd name="connsiteX12" fmla="*/ 574095 w 577045"/>
                <a:gd name="connsiteY12" fmla="*/ 849 h 252836"/>
                <a:gd name="connsiteX13" fmla="*/ 550555 w 577045"/>
                <a:gd name="connsiteY13" fmla="*/ 14691 h 252836"/>
                <a:gd name="connsiteX14" fmla="*/ 548173 w 577045"/>
                <a:gd name="connsiteY14" fmla="*/ 33741 h 252836"/>
                <a:gd name="connsiteX15" fmla="*/ 531505 w 577045"/>
                <a:gd name="connsiteY15" fmla="*/ 43266 h 252836"/>
                <a:gd name="connsiteX16" fmla="*/ 507692 w 577045"/>
                <a:gd name="connsiteY16" fmla="*/ 45647 h 252836"/>
                <a:gd name="connsiteX17" fmla="*/ 502930 w 577045"/>
                <a:gd name="connsiteY17" fmla="*/ 64697 h 252836"/>
                <a:gd name="connsiteX18" fmla="*/ 507692 w 577045"/>
                <a:gd name="connsiteY18" fmla="*/ 81366 h 252836"/>
                <a:gd name="connsiteX19" fmla="*/ 525377 w 577045"/>
                <a:gd name="connsiteY19" fmla="*/ 86689 h 252836"/>
                <a:gd name="connsiteX20" fmla="*/ 505311 w 577045"/>
                <a:gd name="connsiteY20" fmla="*/ 81366 h 252836"/>
                <a:gd name="connsiteX21" fmla="*/ 493405 w 577045"/>
                <a:gd name="connsiteY21" fmla="*/ 100416 h 252836"/>
                <a:gd name="connsiteX22" fmla="*/ 479117 w 577045"/>
                <a:gd name="connsiteY22" fmla="*/ 112322 h 252836"/>
                <a:gd name="connsiteX23" fmla="*/ 474302 w 577045"/>
                <a:gd name="connsiteY23" fmla="*/ 127029 h 252836"/>
                <a:gd name="connsiteX24" fmla="*/ 478662 w 577045"/>
                <a:gd name="connsiteY24" fmla="*/ 137677 h 252836"/>
                <a:gd name="connsiteX25" fmla="*/ 445780 w 577045"/>
                <a:gd name="connsiteY25" fmla="*/ 124229 h 252836"/>
                <a:gd name="connsiteX26" fmla="*/ 431492 w 577045"/>
                <a:gd name="connsiteY26" fmla="*/ 119466 h 252836"/>
                <a:gd name="connsiteX27" fmla="*/ 417205 w 577045"/>
                <a:gd name="connsiteY27" fmla="*/ 136135 h 252836"/>
                <a:gd name="connsiteX28" fmla="*/ 410061 w 577045"/>
                <a:gd name="connsiteY28" fmla="*/ 152804 h 252836"/>
                <a:gd name="connsiteX29" fmla="*/ 415331 w 577045"/>
                <a:gd name="connsiteY29" fmla="*/ 162329 h 252836"/>
                <a:gd name="connsiteX30" fmla="*/ 408241 w 577045"/>
                <a:gd name="connsiteY30" fmla="*/ 153643 h 252836"/>
                <a:gd name="connsiteX31" fmla="*/ 386248 w 577045"/>
                <a:gd name="connsiteY31" fmla="*/ 167091 h 252836"/>
                <a:gd name="connsiteX32" fmla="*/ 395773 w 577045"/>
                <a:gd name="connsiteY32" fmla="*/ 186141 h 252836"/>
                <a:gd name="connsiteX33" fmla="*/ 383867 w 577045"/>
                <a:gd name="connsiteY33" fmla="*/ 174235 h 252836"/>
                <a:gd name="connsiteX34" fmla="*/ 376268 w 577045"/>
                <a:gd name="connsiteY34" fmla="*/ 164149 h 252836"/>
                <a:gd name="connsiteX35" fmla="*/ 355292 w 577045"/>
                <a:gd name="connsiteY35" fmla="*/ 167091 h 252836"/>
                <a:gd name="connsiteX36" fmla="*/ 346730 w 577045"/>
                <a:gd name="connsiteY36" fmla="*/ 166390 h 252836"/>
                <a:gd name="connsiteX37" fmla="*/ 334316 w 577045"/>
                <a:gd name="connsiteY37" fmla="*/ 167373 h 252836"/>
                <a:gd name="connsiteX38" fmla="*/ 319573 w 577045"/>
                <a:gd name="connsiteY38" fmla="*/ 171854 h 252836"/>
                <a:gd name="connsiteX39" fmla="*/ 305286 w 577045"/>
                <a:gd name="connsiteY39" fmla="*/ 198047 h 252836"/>
                <a:gd name="connsiteX40" fmla="*/ 307667 w 577045"/>
                <a:gd name="connsiteY40" fmla="*/ 228725 h 252836"/>
                <a:gd name="connsiteX41" fmla="*/ 302905 w 577045"/>
                <a:gd name="connsiteY41" fmla="*/ 188522 h 252836"/>
                <a:gd name="connsiteX42" fmla="*/ 290998 w 577045"/>
                <a:gd name="connsiteY42" fmla="*/ 174235 h 252836"/>
                <a:gd name="connsiteX43" fmla="*/ 224323 w 577045"/>
                <a:gd name="connsiteY43" fmla="*/ 188522 h 252836"/>
                <a:gd name="connsiteX44" fmla="*/ 221996 w 577045"/>
                <a:gd name="connsiteY44" fmla="*/ 205191 h 252836"/>
                <a:gd name="connsiteX45" fmla="*/ 220524 w 577045"/>
                <a:gd name="connsiteY45" fmla="*/ 246794 h 252836"/>
                <a:gd name="connsiteX46" fmla="*/ 219561 w 577045"/>
                <a:gd name="connsiteY46" fmla="*/ 193285 h 252836"/>
                <a:gd name="connsiteX47" fmla="*/ 195748 w 577045"/>
                <a:gd name="connsiteY47" fmla="*/ 190904 h 252836"/>
                <a:gd name="connsiteX48" fmla="*/ 157648 w 577045"/>
                <a:gd name="connsiteY48" fmla="*/ 183760 h 252836"/>
                <a:gd name="connsiteX49" fmla="*/ 155267 w 577045"/>
                <a:gd name="connsiteY49" fmla="*/ 212335 h 252836"/>
                <a:gd name="connsiteX50" fmla="*/ 155267 w 577045"/>
                <a:gd name="connsiteY50" fmla="*/ 246934 h 252836"/>
                <a:gd name="connsiteX51" fmla="*/ 150209 w 577045"/>
                <a:gd name="connsiteY51" fmla="*/ 183898 h 252836"/>
                <a:gd name="connsiteX52" fmla="*/ 117781 w 577045"/>
                <a:gd name="connsiteY52" fmla="*/ 176616 h 252836"/>
                <a:gd name="connsiteX53" fmla="*/ 104185 w 577045"/>
                <a:gd name="connsiteY53" fmla="*/ 184502 h 252836"/>
                <a:gd name="connsiteX54" fmla="*/ 83830 w 577045"/>
                <a:gd name="connsiteY54" fmla="*/ 224802 h 252836"/>
                <a:gd name="connsiteX55" fmla="*/ 101165 w 577045"/>
                <a:gd name="connsiteY55" fmla="*/ 183341 h 252836"/>
                <a:gd name="connsiteX56" fmla="*/ 93355 w 577045"/>
                <a:gd name="connsiteY56" fmla="*/ 176616 h 252836"/>
                <a:gd name="connsiteX57" fmla="*/ 64780 w 577045"/>
                <a:gd name="connsiteY57" fmla="*/ 162329 h 252836"/>
                <a:gd name="connsiteX58" fmla="*/ 48111 w 577045"/>
                <a:gd name="connsiteY58" fmla="*/ 159947 h 252836"/>
                <a:gd name="connsiteX59" fmla="*/ 1144 w 577045"/>
                <a:gd name="connsiteY59" fmla="*/ 197626 h 252836"/>
                <a:gd name="connsiteX0" fmla="*/ 0 w 575901"/>
                <a:gd name="connsiteY0" fmla="*/ 197626 h 252836"/>
                <a:gd name="connsiteX1" fmla="*/ 75542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36"/>
                <a:gd name="connsiteX1" fmla="*/ 75542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36"/>
                <a:gd name="connsiteX1" fmla="*/ 78620 w 575901"/>
                <a:gd name="connsiteY1" fmla="*/ 238529 h 252836"/>
                <a:gd name="connsiteX2" fmla="*/ 201748 w 575901"/>
                <a:gd name="connsiteY2" fmla="*/ 252816 h 252836"/>
                <a:gd name="connsiteX3" fmla="*/ 282711 w 575901"/>
                <a:gd name="connsiteY3" fmla="*/ 236147 h 252836"/>
                <a:gd name="connsiteX4" fmla="*/ 313667 w 575901"/>
                <a:gd name="connsiteY4" fmla="*/ 231385 h 252836"/>
                <a:gd name="connsiteX5" fmla="*/ 392248 w 575901"/>
                <a:gd name="connsiteY5" fmla="*/ 198047 h 252836"/>
                <a:gd name="connsiteX6" fmla="*/ 406536 w 575901"/>
                <a:gd name="connsiteY6" fmla="*/ 191126 h 252836"/>
                <a:gd name="connsiteX7" fmla="*/ 456542 w 575901"/>
                <a:gd name="connsiteY7" fmla="*/ 159947 h 252836"/>
                <a:gd name="connsiteX8" fmla="*/ 475592 w 575901"/>
                <a:gd name="connsiteY8" fmla="*/ 145660 h 252836"/>
                <a:gd name="connsiteX9" fmla="*/ 518454 w 575901"/>
                <a:gd name="connsiteY9" fmla="*/ 100416 h 252836"/>
                <a:gd name="connsiteX10" fmla="*/ 555916 w 575901"/>
                <a:gd name="connsiteY10" fmla="*/ 54304 h 252836"/>
                <a:gd name="connsiteX11" fmla="*/ 573686 w 575901"/>
                <a:gd name="connsiteY11" fmla="*/ 7325 h 252836"/>
                <a:gd name="connsiteX12" fmla="*/ 572951 w 575901"/>
                <a:gd name="connsiteY12" fmla="*/ 849 h 252836"/>
                <a:gd name="connsiteX13" fmla="*/ 549411 w 575901"/>
                <a:gd name="connsiteY13" fmla="*/ 14691 h 252836"/>
                <a:gd name="connsiteX14" fmla="*/ 547029 w 575901"/>
                <a:gd name="connsiteY14" fmla="*/ 33741 h 252836"/>
                <a:gd name="connsiteX15" fmla="*/ 530361 w 575901"/>
                <a:gd name="connsiteY15" fmla="*/ 43266 h 252836"/>
                <a:gd name="connsiteX16" fmla="*/ 506548 w 575901"/>
                <a:gd name="connsiteY16" fmla="*/ 45647 h 252836"/>
                <a:gd name="connsiteX17" fmla="*/ 501786 w 575901"/>
                <a:gd name="connsiteY17" fmla="*/ 64697 h 252836"/>
                <a:gd name="connsiteX18" fmla="*/ 506548 w 575901"/>
                <a:gd name="connsiteY18" fmla="*/ 81366 h 252836"/>
                <a:gd name="connsiteX19" fmla="*/ 524233 w 575901"/>
                <a:gd name="connsiteY19" fmla="*/ 86689 h 252836"/>
                <a:gd name="connsiteX20" fmla="*/ 504167 w 575901"/>
                <a:gd name="connsiteY20" fmla="*/ 81366 h 252836"/>
                <a:gd name="connsiteX21" fmla="*/ 492261 w 575901"/>
                <a:gd name="connsiteY21" fmla="*/ 100416 h 252836"/>
                <a:gd name="connsiteX22" fmla="*/ 477973 w 575901"/>
                <a:gd name="connsiteY22" fmla="*/ 112322 h 252836"/>
                <a:gd name="connsiteX23" fmla="*/ 473158 w 575901"/>
                <a:gd name="connsiteY23" fmla="*/ 127029 h 252836"/>
                <a:gd name="connsiteX24" fmla="*/ 477518 w 575901"/>
                <a:gd name="connsiteY24" fmla="*/ 137677 h 252836"/>
                <a:gd name="connsiteX25" fmla="*/ 444636 w 575901"/>
                <a:gd name="connsiteY25" fmla="*/ 124229 h 252836"/>
                <a:gd name="connsiteX26" fmla="*/ 430348 w 575901"/>
                <a:gd name="connsiteY26" fmla="*/ 119466 h 252836"/>
                <a:gd name="connsiteX27" fmla="*/ 416061 w 575901"/>
                <a:gd name="connsiteY27" fmla="*/ 136135 h 252836"/>
                <a:gd name="connsiteX28" fmla="*/ 408917 w 575901"/>
                <a:gd name="connsiteY28" fmla="*/ 152804 h 252836"/>
                <a:gd name="connsiteX29" fmla="*/ 414187 w 575901"/>
                <a:gd name="connsiteY29" fmla="*/ 162329 h 252836"/>
                <a:gd name="connsiteX30" fmla="*/ 407097 w 575901"/>
                <a:gd name="connsiteY30" fmla="*/ 153643 h 252836"/>
                <a:gd name="connsiteX31" fmla="*/ 385104 w 575901"/>
                <a:gd name="connsiteY31" fmla="*/ 167091 h 252836"/>
                <a:gd name="connsiteX32" fmla="*/ 394629 w 575901"/>
                <a:gd name="connsiteY32" fmla="*/ 186141 h 252836"/>
                <a:gd name="connsiteX33" fmla="*/ 382723 w 575901"/>
                <a:gd name="connsiteY33" fmla="*/ 174235 h 252836"/>
                <a:gd name="connsiteX34" fmla="*/ 375124 w 575901"/>
                <a:gd name="connsiteY34" fmla="*/ 164149 h 252836"/>
                <a:gd name="connsiteX35" fmla="*/ 354148 w 575901"/>
                <a:gd name="connsiteY35" fmla="*/ 167091 h 252836"/>
                <a:gd name="connsiteX36" fmla="*/ 345586 w 575901"/>
                <a:gd name="connsiteY36" fmla="*/ 166390 h 252836"/>
                <a:gd name="connsiteX37" fmla="*/ 333172 w 575901"/>
                <a:gd name="connsiteY37" fmla="*/ 167373 h 252836"/>
                <a:gd name="connsiteX38" fmla="*/ 318429 w 575901"/>
                <a:gd name="connsiteY38" fmla="*/ 171854 h 252836"/>
                <a:gd name="connsiteX39" fmla="*/ 304142 w 575901"/>
                <a:gd name="connsiteY39" fmla="*/ 198047 h 252836"/>
                <a:gd name="connsiteX40" fmla="*/ 306523 w 575901"/>
                <a:gd name="connsiteY40" fmla="*/ 228725 h 252836"/>
                <a:gd name="connsiteX41" fmla="*/ 301761 w 575901"/>
                <a:gd name="connsiteY41" fmla="*/ 188522 h 252836"/>
                <a:gd name="connsiteX42" fmla="*/ 289854 w 575901"/>
                <a:gd name="connsiteY42" fmla="*/ 174235 h 252836"/>
                <a:gd name="connsiteX43" fmla="*/ 223179 w 575901"/>
                <a:gd name="connsiteY43" fmla="*/ 188522 h 252836"/>
                <a:gd name="connsiteX44" fmla="*/ 220852 w 575901"/>
                <a:gd name="connsiteY44" fmla="*/ 205191 h 252836"/>
                <a:gd name="connsiteX45" fmla="*/ 219380 w 575901"/>
                <a:gd name="connsiteY45" fmla="*/ 246794 h 252836"/>
                <a:gd name="connsiteX46" fmla="*/ 218417 w 575901"/>
                <a:gd name="connsiteY46" fmla="*/ 193285 h 252836"/>
                <a:gd name="connsiteX47" fmla="*/ 194604 w 575901"/>
                <a:gd name="connsiteY47" fmla="*/ 190904 h 252836"/>
                <a:gd name="connsiteX48" fmla="*/ 156504 w 575901"/>
                <a:gd name="connsiteY48" fmla="*/ 183760 h 252836"/>
                <a:gd name="connsiteX49" fmla="*/ 154123 w 575901"/>
                <a:gd name="connsiteY49" fmla="*/ 212335 h 252836"/>
                <a:gd name="connsiteX50" fmla="*/ 154123 w 575901"/>
                <a:gd name="connsiteY50" fmla="*/ 246934 h 252836"/>
                <a:gd name="connsiteX51" fmla="*/ 149065 w 575901"/>
                <a:gd name="connsiteY51" fmla="*/ 183898 h 252836"/>
                <a:gd name="connsiteX52" fmla="*/ 116637 w 575901"/>
                <a:gd name="connsiteY52" fmla="*/ 176616 h 252836"/>
                <a:gd name="connsiteX53" fmla="*/ 103041 w 575901"/>
                <a:gd name="connsiteY53" fmla="*/ 184502 h 252836"/>
                <a:gd name="connsiteX54" fmla="*/ 82686 w 575901"/>
                <a:gd name="connsiteY54" fmla="*/ 224802 h 252836"/>
                <a:gd name="connsiteX55" fmla="*/ 100021 w 575901"/>
                <a:gd name="connsiteY55" fmla="*/ 183341 h 252836"/>
                <a:gd name="connsiteX56" fmla="*/ 92211 w 575901"/>
                <a:gd name="connsiteY56" fmla="*/ 176616 h 252836"/>
                <a:gd name="connsiteX57" fmla="*/ 63636 w 575901"/>
                <a:gd name="connsiteY57" fmla="*/ 162329 h 252836"/>
                <a:gd name="connsiteX58" fmla="*/ 46967 w 575901"/>
                <a:gd name="connsiteY58" fmla="*/ 159947 h 252836"/>
                <a:gd name="connsiteX59" fmla="*/ 0 w 575901"/>
                <a:gd name="connsiteY59" fmla="*/ 197626 h 252836"/>
                <a:gd name="connsiteX0" fmla="*/ 0 w 575901"/>
                <a:gd name="connsiteY0" fmla="*/ 197626 h 252828"/>
                <a:gd name="connsiteX1" fmla="*/ 78620 w 575901"/>
                <a:gd name="connsiteY1" fmla="*/ 238529 h 252828"/>
                <a:gd name="connsiteX2" fmla="*/ 201748 w 575901"/>
                <a:gd name="connsiteY2" fmla="*/ 252816 h 252828"/>
                <a:gd name="connsiteX3" fmla="*/ 282711 w 575901"/>
                <a:gd name="connsiteY3" fmla="*/ 236147 h 252828"/>
                <a:gd name="connsiteX4" fmla="*/ 313667 w 575901"/>
                <a:gd name="connsiteY4" fmla="*/ 231385 h 252828"/>
                <a:gd name="connsiteX5" fmla="*/ 392248 w 575901"/>
                <a:gd name="connsiteY5" fmla="*/ 198047 h 252828"/>
                <a:gd name="connsiteX6" fmla="*/ 406536 w 575901"/>
                <a:gd name="connsiteY6" fmla="*/ 191126 h 252828"/>
                <a:gd name="connsiteX7" fmla="*/ 456542 w 575901"/>
                <a:gd name="connsiteY7" fmla="*/ 159947 h 252828"/>
                <a:gd name="connsiteX8" fmla="*/ 475592 w 575901"/>
                <a:gd name="connsiteY8" fmla="*/ 145660 h 252828"/>
                <a:gd name="connsiteX9" fmla="*/ 518454 w 575901"/>
                <a:gd name="connsiteY9" fmla="*/ 100416 h 252828"/>
                <a:gd name="connsiteX10" fmla="*/ 555916 w 575901"/>
                <a:gd name="connsiteY10" fmla="*/ 54304 h 252828"/>
                <a:gd name="connsiteX11" fmla="*/ 573686 w 575901"/>
                <a:gd name="connsiteY11" fmla="*/ 7325 h 252828"/>
                <a:gd name="connsiteX12" fmla="*/ 572951 w 575901"/>
                <a:gd name="connsiteY12" fmla="*/ 849 h 252828"/>
                <a:gd name="connsiteX13" fmla="*/ 549411 w 575901"/>
                <a:gd name="connsiteY13" fmla="*/ 14691 h 252828"/>
                <a:gd name="connsiteX14" fmla="*/ 547029 w 575901"/>
                <a:gd name="connsiteY14" fmla="*/ 33741 h 252828"/>
                <a:gd name="connsiteX15" fmla="*/ 530361 w 575901"/>
                <a:gd name="connsiteY15" fmla="*/ 43266 h 252828"/>
                <a:gd name="connsiteX16" fmla="*/ 506548 w 575901"/>
                <a:gd name="connsiteY16" fmla="*/ 45647 h 252828"/>
                <a:gd name="connsiteX17" fmla="*/ 501786 w 575901"/>
                <a:gd name="connsiteY17" fmla="*/ 64697 h 252828"/>
                <a:gd name="connsiteX18" fmla="*/ 506548 w 575901"/>
                <a:gd name="connsiteY18" fmla="*/ 81366 h 252828"/>
                <a:gd name="connsiteX19" fmla="*/ 524233 w 575901"/>
                <a:gd name="connsiteY19" fmla="*/ 86689 h 252828"/>
                <a:gd name="connsiteX20" fmla="*/ 504167 w 575901"/>
                <a:gd name="connsiteY20" fmla="*/ 81366 h 252828"/>
                <a:gd name="connsiteX21" fmla="*/ 492261 w 575901"/>
                <a:gd name="connsiteY21" fmla="*/ 100416 h 252828"/>
                <a:gd name="connsiteX22" fmla="*/ 477973 w 575901"/>
                <a:gd name="connsiteY22" fmla="*/ 112322 h 252828"/>
                <a:gd name="connsiteX23" fmla="*/ 473158 w 575901"/>
                <a:gd name="connsiteY23" fmla="*/ 127029 h 252828"/>
                <a:gd name="connsiteX24" fmla="*/ 477518 w 575901"/>
                <a:gd name="connsiteY24" fmla="*/ 137677 h 252828"/>
                <a:gd name="connsiteX25" fmla="*/ 444636 w 575901"/>
                <a:gd name="connsiteY25" fmla="*/ 124229 h 252828"/>
                <a:gd name="connsiteX26" fmla="*/ 430348 w 575901"/>
                <a:gd name="connsiteY26" fmla="*/ 119466 h 252828"/>
                <a:gd name="connsiteX27" fmla="*/ 416061 w 575901"/>
                <a:gd name="connsiteY27" fmla="*/ 136135 h 252828"/>
                <a:gd name="connsiteX28" fmla="*/ 408917 w 575901"/>
                <a:gd name="connsiteY28" fmla="*/ 152804 h 252828"/>
                <a:gd name="connsiteX29" fmla="*/ 414187 w 575901"/>
                <a:gd name="connsiteY29" fmla="*/ 162329 h 252828"/>
                <a:gd name="connsiteX30" fmla="*/ 407097 w 575901"/>
                <a:gd name="connsiteY30" fmla="*/ 153643 h 252828"/>
                <a:gd name="connsiteX31" fmla="*/ 385104 w 575901"/>
                <a:gd name="connsiteY31" fmla="*/ 167091 h 252828"/>
                <a:gd name="connsiteX32" fmla="*/ 394629 w 575901"/>
                <a:gd name="connsiteY32" fmla="*/ 186141 h 252828"/>
                <a:gd name="connsiteX33" fmla="*/ 382723 w 575901"/>
                <a:gd name="connsiteY33" fmla="*/ 174235 h 252828"/>
                <a:gd name="connsiteX34" fmla="*/ 375124 w 575901"/>
                <a:gd name="connsiteY34" fmla="*/ 164149 h 252828"/>
                <a:gd name="connsiteX35" fmla="*/ 354148 w 575901"/>
                <a:gd name="connsiteY35" fmla="*/ 167091 h 252828"/>
                <a:gd name="connsiteX36" fmla="*/ 345586 w 575901"/>
                <a:gd name="connsiteY36" fmla="*/ 166390 h 252828"/>
                <a:gd name="connsiteX37" fmla="*/ 333172 w 575901"/>
                <a:gd name="connsiteY37" fmla="*/ 167373 h 252828"/>
                <a:gd name="connsiteX38" fmla="*/ 318429 w 575901"/>
                <a:gd name="connsiteY38" fmla="*/ 171854 h 252828"/>
                <a:gd name="connsiteX39" fmla="*/ 304142 w 575901"/>
                <a:gd name="connsiteY39" fmla="*/ 198047 h 252828"/>
                <a:gd name="connsiteX40" fmla="*/ 306523 w 575901"/>
                <a:gd name="connsiteY40" fmla="*/ 228725 h 252828"/>
                <a:gd name="connsiteX41" fmla="*/ 301761 w 575901"/>
                <a:gd name="connsiteY41" fmla="*/ 188522 h 252828"/>
                <a:gd name="connsiteX42" fmla="*/ 289854 w 575901"/>
                <a:gd name="connsiteY42" fmla="*/ 174235 h 252828"/>
                <a:gd name="connsiteX43" fmla="*/ 223179 w 575901"/>
                <a:gd name="connsiteY43" fmla="*/ 188522 h 252828"/>
                <a:gd name="connsiteX44" fmla="*/ 220852 w 575901"/>
                <a:gd name="connsiteY44" fmla="*/ 205191 h 252828"/>
                <a:gd name="connsiteX45" fmla="*/ 219380 w 575901"/>
                <a:gd name="connsiteY45" fmla="*/ 246794 h 252828"/>
                <a:gd name="connsiteX46" fmla="*/ 218417 w 575901"/>
                <a:gd name="connsiteY46" fmla="*/ 193285 h 252828"/>
                <a:gd name="connsiteX47" fmla="*/ 194604 w 575901"/>
                <a:gd name="connsiteY47" fmla="*/ 190904 h 252828"/>
                <a:gd name="connsiteX48" fmla="*/ 156504 w 575901"/>
                <a:gd name="connsiteY48" fmla="*/ 183760 h 252828"/>
                <a:gd name="connsiteX49" fmla="*/ 154123 w 575901"/>
                <a:gd name="connsiteY49" fmla="*/ 212335 h 252828"/>
                <a:gd name="connsiteX50" fmla="*/ 154123 w 575901"/>
                <a:gd name="connsiteY50" fmla="*/ 246934 h 252828"/>
                <a:gd name="connsiteX51" fmla="*/ 149065 w 575901"/>
                <a:gd name="connsiteY51" fmla="*/ 183898 h 252828"/>
                <a:gd name="connsiteX52" fmla="*/ 116637 w 575901"/>
                <a:gd name="connsiteY52" fmla="*/ 176616 h 252828"/>
                <a:gd name="connsiteX53" fmla="*/ 103041 w 575901"/>
                <a:gd name="connsiteY53" fmla="*/ 184502 h 252828"/>
                <a:gd name="connsiteX54" fmla="*/ 82686 w 575901"/>
                <a:gd name="connsiteY54" fmla="*/ 224802 h 252828"/>
                <a:gd name="connsiteX55" fmla="*/ 100021 w 575901"/>
                <a:gd name="connsiteY55" fmla="*/ 183341 h 252828"/>
                <a:gd name="connsiteX56" fmla="*/ 92211 w 575901"/>
                <a:gd name="connsiteY56" fmla="*/ 176616 h 252828"/>
                <a:gd name="connsiteX57" fmla="*/ 63636 w 575901"/>
                <a:gd name="connsiteY57" fmla="*/ 162329 h 252828"/>
                <a:gd name="connsiteX58" fmla="*/ 46967 w 575901"/>
                <a:gd name="connsiteY58" fmla="*/ 159947 h 252828"/>
                <a:gd name="connsiteX59" fmla="*/ 0 w 575901"/>
                <a:gd name="connsiteY59" fmla="*/ 197626 h 252828"/>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2816"/>
                <a:gd name="connsiteX1" fmla="*/ 78620 w 575901"/>
                <a:gd name="connsiteY1" fmla="*/ 235925 h 252816"/>
                <a:gd name="connsiteX2" fmla="*/ 201748 w 575901"/>
                <a:gd name="connsiteY2" fmla="*/ 252816 h 252816"/>
                <a:gd name="connsiteX3" fmla="*/ 282711 w 575901"/>
                <a:gd name="connsiteY3" fmla="*/ 236147 h 252816"/>
                <a:gd name="connsiteX4" fmla="*/ 313667 w 575901"/>
                <a:gd name="connsiteY4" fmla="*/ 231385 h 252816"/>
                <a:gd name="connsiteX5" fmla="*/ 392248 w 575901"/>
                <a:gd name="connsiteY5" fmla="*/ 198047 h 252816"/>
                <a:gd name="connsiteX6" fmla="*/ 406536 w 575901"/>
                <a:gd name="connsiteY6" fmla="*/ 191126 h 252816"/>
                <a:gd name="connsiteX7" fmla="*/ 456542 w 575901"/>
                <a:gd name="connsiteY7" fmla="*/ 159947 h 252816"/>
                <a:gd name="connsiteX8" fmla="*/ 475592 w 575901"/>
                <a:gd name="connsiteY8" fmla="*/ 145660 h 252816"/>
                <a:gd name="connsiteX9" fmla="*/ 518454 w 575901"/>
                <a:gd name="connsiteY9" fmla="*/ 100416 h 252816"/>
                <a:gd name="connsiteX10" fmla="*/ 555916 w 575901"/>
                <a:gd name="connsiteY10" fmla="*/ 54304 h 252816"/>
                <a:gd name="connsiteX11" fmla="*/ 573686 w 575901"/>
                <a:gd name="connsiteY11" fmla="*/ 7325 h 252816"/>
                <a:gd name="connsiteX12" fmla="*/ 572951 w 575901"/>
                <a:gd name="connsiteY12" fmla="*/ 849 h 252816"/>
                <a:gd name="connsiteX13" fmla="*/ 549411 w 575901"/>
                <a:gd name="connsiteY13" fmla="*/ 14691 h 252816"/>
                <a:gd name="connsiteX14" fmla="*/ 547029 w 575901"/>
                <a:gd name="connsiteY14" fmla="*/ 33741 h 252816"/>
                <a:gd name="connsiteX15" fmla="*/ 530361 w 575901"/>
                <a:gd name="connsiteY15" fmla="*/ 43266 h 252816"/>
                <a:gd name="connsiteX16" fmla="*/ 506548 w 575901"/>
                <a:gd name="connsiteY16" fmla="*/ 45647 h 252816"/>
                <a:gd name="connsiteX17" fmla="*/ 501786 w 575901"/>
                <a:gd name="connsiteY17" fmla="*/ 64697 h 252816"/>
                <a:gd name="connsiteX18" fmla="*/ 506548 w 575901"/>
                <a:gd name="connsiteY18" fmla="*/ 81366 h 252816"/>
                <a:gd name="connsiteX19" fmla="*/ 524233 w 575901"/>
                <a:gd name="connsiteY19" fmla="*/ 86689 h 252816"/>
                <a:gd name="connsiteX20" fmla="*/ 504167 w 575901"/>
                <a:gd name="connsiteY20" fmla="*/ 81366 h 252816"/>
                <a:gd name="connsiteX21" fmla="*/ 492261 w 575901"/>
                <a:gd name="connsiteY21" fmla="*/ 100416 h 252816"/>
                <a:gd name="connsiteX22" fmla="*/ 477973 w 575901"/>
                <a:gd name="connsiteY22" fmla="*/ 112322 h 252816"/>
                <a:gd name="connsiteX23" fmla="*/ 473158 w 575901"/>
                <a:gd name="connsiteY23" fmla="*/ 127029 h 252816"/>
                <a:gd name="connsiteX24" fmla="*/ 477518 w 575901"/>
                <a:gd name="connsiteY24" fmla="*/ 137677 h 252816"/>
                <a:gd name="connsiteX25" fmla="*/ 444636 w 575901"/>
                <a:gd name="connsiteY25" fmla="*/ 124229 h 252816"/>
                <a:gd name="connsiteX26" fmla="*/ 430348 w 575901"/>
                <a:gd name="connsiteY26" fmla="*/ 119466 h 252816"/>
                <a:gd name="connsiteX27" fmla="*/ 416061 w 575901"/>
                <a:gd name="connsiteY27" fmla="*/ 136135 h 252816"/>
                <a:gd name="connsiteX28" fmla="*/ 408917 w 575901"/>
                <a:gd name="connsiteY28" fmla="*/ 152804 h 252816"/>
                <a:gd name="connsiteX29" fmla="*/ 414187 w 575901"/>
                <a:gd name="connsiteY29" fmla="*/ 162329 h 252816"/>
                <a:gd name="connsiteX30" fmla="*/ 407097 w 575901"/>
                <a:gd name="connsiteY30" fmla="*/ 153643 h 252816"/>
                <a:gd name="connsiteX31" fmla="*/ 385104 w 575901"/>
                <a:gd name="connsiteY31" fmla="*/ 167091 h 252816"/>
                <a:gd name="connsiteX32" fmla="*/ 394629 w 575901"/>
                <a:gd name="connsiteY32" fmla="*/ 186141 h 252816"/>
                <a:gd name="connsiteX33" fmla="*/ 382723 w 575901"/>
                <a:gd name="connsiteY33" fmla="*/ 174235 h 252816"/>
                <a:gd name="connsiteX34" fmla="*/ 375124 w 575901"/>
                <a:gd name="connsiteY34" fmla="*/ 164149 h 252816"/>
                <a:gd name="connsiteX35" fmla="*/ 354148 w 575901"/>
                <a:gd name="connsiteY35" fmla="*/ 167091 h 252816"/>
                <a:gd name="connsiteX36" fmla="*/ 345586 w 575901"/>
                <a:gd name="connsiteY36" fmla="*/ 166390 h 252816"/>
                <a:gd name="connsiteX37" fmla="*/ 333172 w 575901"/>
                <a:gd name="connsiteY37" fmla="*/ 167373 h 252816"/>
                <a:gd name="connsiteX38" fmla="*/ 318429 w 575901"/>
                <a:gd name="connsiteY38" fmla="*/ 171854 h 252816"/>
                <a:gd name="connsiteX39" fmla="*/ 304142 w 575901"/>
                <a:gd name="connsiteY39" fmla="*/ 198047 h 252816"/>
                <a:gd name="connsiteX40" fmla="*/ 306523 w 575901"/>
                <a:gd name="connsiteY40" fmla="*/ 228725 h 252816"/>
                <a:gd name="connsiteX41" fmla="*/ 301761 w 575901"/>
                <a:gd name="connsiteY41" fmla="*/ 188522 h 252816"/>
                <a:gd name="connsiteX42" fmla="*/ 289854 w 575901"/>
                <a:gd name="connsiteY42" fmla="*/ 174235 h 252816"/>
                <a:gd name="connsiteX43" fmla="*/ 223179 w 575901"/>
                <a:gd name="connsiteY43" fmla="*/ 188522 h 252816"/>
                <a:gd name="connsiteX44" fmla="*/ 220852 w 575901"/>
                <a:gd name="connsiteY44" fmla="*/ 205191 h 252816"/>
                <a:gd name="connsiteX45" fmla="*/ 219380 w 575901"/>
                <a:gd name="connsiteY45" fmla="*/ 246794 h 252816"/>
                <a:gd name="connsiteX46" fmla="*/ 218417 w 575901"/>
                <a:gd name="connsiteY46" fmla="*/ 193285 h 252816"/>
                <a:gd name="connsiteX47" fmla="*/ 194604 w 575901"/>
                <a:gd name="connsiteY47" fmla="*/ 190904 h 252816"/>
                <a:gd name="connsiteX48" fmla="*/ 156504 w 575901"/>
                <a:gd name="connsiteY48" fmla="*/ 183760 h 252816"/>
                <a:gd name="connsiteX49" fmla="*/ 154123 w 575901"/>
                <a:gd name="connsiteY49" fmla="*/ 212335 h 252816"/>
                <a:gd name="connsiteX50" fmla="*/ 154123 w 575901"/>
                <a:gd name="connsiteY50" fmla="*/ 246934 h 252816"/>
                <a:gd name="connsiteX51" fmla="*/ 149065 w 575901"/>
                <a:gd name="connsiteY51" fmla="*/ 183898 h 252816"/>
                <a:gd name="connsiteX52" fmla="*/ 116637 w 575901"/>
                <a:gd name="connsiteY52" fmla="*/ 176616 h 252816"/>
                <a:gd name="connsiteX53" fmla="*/ 103041 w 575901"/>
                <a:gd name="connsiteY53" fmla="*/ 184502 h 252816"/>
                <a:gd name="connsiteX54" fmla="*/ 82686 w 575901"/>
                <a:gd name="connsiteY54" fmla="*/ 224802 h 252816"/>
                <a:gd name="connsiteX55" fmla="*/ 100021 w 575901"/>
                <a:gd name="connsiteY55" fmla="*/ 183341 h 252816"/>
                <a:gd name="connsiteX56" fmla="*/ 92211 w 575901"/>
                <a:gd name="connsiteY56" fmla="*/ 176616 h 252816"/>
                <a:gd name="connsiteX57" fmla="*/ 63636 w 575901"/>
                <a:gd name="connsiteY57" fmla="*/ 162329 h 252816"/>
                <a:gd name="connsiteX58" fmla="*/ 46967 w 575901"/>
                <a:gd name="connsiteY58" fmla="*/ 159947 h 252816"/>
                <a:gd name="connsiteX59" fmla="*/ 0 w 575901"/>
                <a:gd name="connsiteY59" fmla="*/ 197626 h 252816"/>
                <a:gd name="connsiteX0" fmla="*/ 0 w 575901"/>
                <a:gd name="connsiteY0" fmla="*/ 197626 h 251080"/>
                <a:gd name="connsiteX1" fmla="*/ 78620 w 575901"/>
                <a:gd name="connsiteY1" fmla="*/ 235925 h 251080"/>
                <a:gd name="connsiteX2" fmla="*/ 201748 w 575901"/>
                <a:gd name="connsiteY2" fmla="*/ 251080 h 251080"/>
                <a:gd name="connsiteX3" fmla="*/ 282711 w 575901"/>
                <a:gd name="connsiteY3" fmla="*/ 236147 h 251080"/>
                <a:gd name="connsiteX4" fmla="*/ 313667 w 575901"/>
                <a:gd name="connsiteY4" fmla="*/ 231385 h 251080"/>
                <a:gd name="connsiteX5" fmla="*/ 392248 w 575901"/>
                <a:gd name="connsiteY5" fmla="*/ 198047 h 251080"/>
                <a:gd name="connsiteX6" fmla="*/ 406536 w 575901"/>
                <a:gd name="connsiteY6" fmla="*/ 191126 h 251080"/>
                <a:gd name="connsiteX7" fmla="*/ 456542 w 575901"/>
                <a:gd name="connsiteY7" fmla="*/ 159947 h 251080"/>
                <a:gd name="connsiteX8" fmla="*/ 475592 w 575901"/>
                <a:gd name="connsiteY8" fmla="*/ 145660 h 251080"/>
                <a:gd name="connsiteX9" fmla="*/ 518454 w 575901"/>
                <a:gd name="connsiteY9" fmla="*/ 100416 h 251080"/>
                <a:gd name="connsiteX10" fmla="*/ 555916 w 575901"/>
                <a:gd name="connsiteY10" fmla="*/ 54304 h 251080"/>
                <a:gd name="connsiteX11" fmla="*/ 573686 w 575901"/>
                <a:gd name="connsiteY11" fmla="*/ 7325 h 251080"/>
                <a:gd name="connsiteX12" fmla="*/ 572951 w 575901"/>
                <a:gd name="connsiteY12" fmla="*/ 849 h 251080"/>
                <a:gd name="connsiteX13" fmla="*/ 549411 w 575901"/>
                <a:gd name="connsiteY13" fmla="*/ 14691 h 251080"/>
                <a:gd name="connsiteX14" fmla="*/ 547029 w 575901"/>
                <a:gd name="connsiteY14" fmla="*/ 33741 h 251080"/>
                <a:gd name="connsiteX15" fmla="*/ 530361 w 575901"/>
                <a:gd name="connsiteY15" fmla="*/ 43266 h 251080"/>
                <a:gd name="connsiteX16" fmla="*/ 506548 w 575901"/>
                <a:gd name="connsiteY16" fmla="*/ 45647 h 251080"/>
                <a:gd name="connsiteX17" fmla="*/ 501786 w 575901"/>
                <a:gd name="connsiteY17" fmla="*/ 64697 h 251080"/>
                <a:gd name="connsiteX18" fmla="*/ 506548 w 575901"/>
                <a:gd name="connsiteY18" fmla="*/ 81366 h 251080"/>
                <a:gd name="connsiteX19" fmla="*/ 524233 w 575901"/>
                <a:gd name="connsiteY19" fmla="*/ 86689 h 251080"/>
                <a:gd name="connsiteX20" fmla="*/ 504167 w 575901"/>
                <a:gd name="connsiteY20" fmla="*/ 81366 h 251080"/>
                <a:gd name="connsiteX21" fmla="*/ 492261 w 575901"/>
                <a:gd name="connsiteY21" fmla="*/ 100416 h 251080"/>
                <a:gd name="connsiteX22" fmla="*/ 477973 w 575901"/>
                <a:gd name="connsiteY22" fmla="*/ 112322 h 251080"/>
                <a:gd name="connsiteX23" fmla="*/ 473158 w 575901"/>
                <a:gd name="connsiteY23" fmla="*/ 127029 h 251080"/>
                <a:gd name="connsiteX24" fmla="*/ 477518 w 575901"/>
                <a:gd name="connsiteY24" fmla="*/ 137677 h 251080"/>
                <a:gd name="connsiteX25" fmla="*/ 444636 w 575901"/>
                <a:gd name="connsiteY25" fmla="*/ 124229 h 251080"/>
                <a:gd name="connsiteX26" fmla="*/ 430348 w 575901"/>
                <a:gd name="connsiteY26" fmla="*/ 119466 h 251080"/>
                <a:gd name="connsiteX27" fmla="*/ 416061 w 575901"/>
                <a:gd name="connsiteY27" fmla="*/ 136135 h 251080"/>
                <a:gd name="connsiteX28" fmla="*/ 408917 w 575901"/>
                <a:gd name="connsiteY28" fmla="*/ 152804 h 251080"/>
                <a:gd name="connsiteX29" fmla="*/ 414187 w 575901"/>
                <a:gd name="connsiteY29" fmla="*/ 162329 h 251080"/>
                <a:gd name="connsiteX30" fmla="*/ 407097 w 575901"/>
                <a:gd name="connsiteY30" fmla="*/ 153643 h 251080"/>
                <a:gd name="connsiteX31" fmla="*/ 385104 w 575901"/>
                <a:gd name="connsiteY31" fmla="*/ 167091 h 251080"/>
                <a:gd name="connsiteX32" fmla="*/ 394629 w 575901"/>
                <a:gd name="connsiteY32" fmla="*/ 186141 h 251080"/>
                <a:gd name="connsiteX33" fmla="*/ 382723 w 575901"/>
                <a:gd name="connsiteY33" fmla="*/ 174235 h 251080"/>
                <a:gd name="connsiteX34" fmla="*/ 375124 w 575901"/>
                <a:gd name="connsiteY34" fmla="*/ 164149 h 251080"/>
                <a:gd name="connsiteX35" fmla="*/ 354148 w 575901"/>
                <a:gd name="connsiteY35" fmla="*/ 167091 h 251080"/>
                <a:gd name="connsiteX36" fmla="*/ 345586 w 575901"/>
                <a:gd name="connsiteY36" fmla="*/ 166390 h 251080"/>
                <a:gd name="connsiteX37" fmla="*/ 333172 w 575901"/>
                <a:gd name="connsiteY37" fmla="*/ 167373 h 251080"/>
                <a:gd name="connsiteX38" fmla="*/ 318429 w 575901"/>
                <a:gd name="connsiteY38" fmla="*/ 171854 h 251080"/>
                <a:gd name="connsiteX39" fmla="*/ 304142 w 575901"/>
                <a:gd name="connsiteY39" fmla="*/ 198047 h 251080"/>
                <a:gd name="connsiteX40" fmla="*/ 306523 w 575901"/>
                <a:gd name="connsiteY40" fmla="*/ 228725 h 251080"/>
                <a:gd name="connsiteX41" fmla="*/ 301761 w 575901"/>
                <a:gd name="connsiteY41" fmla="*/ 188522 h 251080"/>
                <a:gd name="connsiteX42" fmla="*/ 289854 w 575901"/>
                <a:gd name="connsiteY42" fmla="*/ 174235 h 251080"/>
                <a:gd name="connsiteX43" fmla="*/ 223179 w 575901"/>
                <a:gd name="connsiteY43" fmla="*/ 188522 h 251080"/>
                <a:gd name="connsiteX44" fmla="*/ 220852 w 575901"/>
                <a:gd name="connsiteY44" fmla="*/ 205191 h 251080"/>
                <a:gd name="connsiteX45" fmla="*/ 219380 w 575901"/>
                <a:gd name="connsiteY45" fmla="*/ 246794 h 251080"/>
                <a:gd name="connsiteX46" fmla="*/ 218417 w 575901"/>
                <a:gd name="connsiteY46" fmla="*/ 193285 h 251080"/>
                <a:gd name="connsiteX47" fmla="*/ 194604 w 575901"/>
                <a:gd name="connsiteY47" fmla="*/ 190904 h 251080"/>
                <a:gd name="connsiteX48" fmla="*/ 156504 w 575901"/>
                <a:gd name="connsiteY48" fmla="*/ 183760 h 251080"/>
                <a:gd name="connsiteX49" fmla="*/ 154123 w 575901"/>
                <a:gd name="connsiteY49" fmla="*/ 212335 h 251080"/>
                <a:gd name="connsiteX50" fmla="*/ 154123 w 575901"/>
                <a:gd name="connsiteY50" fmla="*/ 246934 h 251080"/>
                <a:gd name="connsiteX51" fmla="*/ 149065 w 575901"/>
                <a:gd name="connsiteY51" fmla="*/ 183898 h 251080"/>
                <a:gd name="connsiteX52" fmla="*/ 116637 w 575901"/>
                <a:gd name="connsiteY52" fmla="*/ 176616 h 251080"/>
                <a:gd name="connsiteX53" fmla="*/ 103041 w 575901"/>
                <a:gd name="connsiteY53" fmla="*/ 184502 h 251080"/>
                <a:gd name="connsiteX54" fmla="*/ 82686 w 575901"/>
                <a:gd name="connsiteY54" fmla="*/ 224802 h 251080"/>
                <a:gd name="connsiteX55" fmla="*/ 100021 w 575901"/>
                <a:gd name="connsiteY55" fmla="*/ 183341 h 251080"/>
                <a:gd name="connsiteX56" fmla="*/ 92211 w 575901"/>
                <a:gd name="connsiteY56" fmla="*/ 176616 h 251080"/>
                <a:gd name="connsiteX57" fmla="*/ 63636 w 575901"/>
                <a:gd name="connsiteY57" fmla="*/ 162329 h 251080"/>
                <a:gd name="connsiteX58" fmla="*/ 46967 w 575901"/>
                <a:gd name="connsiteY58" fmla="*/ 159947 h 251080"/>
                <a:gd name="connsiteX59" fmla="*/ 0 w 575901"/>
                <a:gd name="connsiteY59" fmla="*/ 197626 h 251080"/>
                <a:gd name="connsiteX0" fmla="*/ 0 w 575901"/>
                <a:gd name="connsiteY0" fmla="*/ 197626 h 247456"/>
                <a:gd name="connsiteX1" fmla="*/ 78620 w 575901"/>
                <a:gd name="connsiteY1" fmla="*/ 235925 h 247456"/>
                <a:gd name="connsiteX2" fmla="*/ 201748 w 575901"/>
                <a:gd name="connsiteY2" fmla="*/ 245872 h 247456"/>
                <a:gd name="connsiteX3" fmla="*/ 282711 w 575901"/>
                <a:gd name="connsiteY3" fmla="*/ 236147 h 247456"/>
                <a:gd name="connsiteX4" fmla="*/ 313667 w 575901"/>
                <a:gd name="connsiteY4" fmla="*/ 231385 h 247456"/>
                <a:gd name="connsiteX5" fmla="*/ 392248 w 575901"/>
                <a:gd name="connsiteY5" fmla="*/ 198047 h 247456"/>
                <a:gd name="connsiteX6" fmla="*/ 406536 w 575901"/>
                <a:gd name="connsiteY6" fmla="*/ 191126 h 247456"/>
                <a:gd name="connsiteX7" fmla="*/ 456542 w 575901"/>
                <a:gd name="connsiteY7" fmla="*/ 159947 h 247456"/>
                <a:gd name="connsiteX8" fmla="*/ 475592 w 575901"/>
                <a:gd name="connsiteY8" fmla="*/ 145660 h 247456"/>
                <a:gd name="connsiteX9" fmla="*/ 518454 w 575901"/>
                <a:gd name="connsiteY9" fmla="*/ 100416 h 247456"/>
                <a:gd name="connsiteX10" fmla="*/ 555916 w 575901"/>
                <a:gd name="connsiteY10" fmla="*/ 54304 h 247456"/>
                <a:gd name="connsiteX11" fmla="*/ 573686 w 575901"/>
                <a:gd name="connsiteY11" fmla="*/ 7325 h 247456"/>
                <a:gd name="connsiteX12" fmla="*/ 572951 w 575901"/>
                <a:gd name="connsiteY12" fmla="*/ 849 h 247456"/>
                <a:gd name="connsiteX13" fmla="*/ 549411 w 575901"/>
                <a:gd name="connsiteY13" fmla="*/ 14691 h 247456"/>
                <a:gd name="connsiteX14" fmla="*/ 547029 w 575901"/>
                <a:gd name="connsiteY14" fmla="*/ 33741 h 247456"/>
                <a:gd name="connsiteX15" fmla="*/ 530361 w 575901"/>
                <a:gd name="connsiteY15" fmla="*/ 43266 h 247456"/>
                <a:gd name="connsiteX16" fmla="*/ 506548 w 575901"/>
                <a:gd name="connsiteY16" fmla="*/ 45647 h 247456"/>
                <a:gd name="connsiteX17" fmla="*/ 501786 w 575901"/>
                <a:gd name="connsiteY17" fmla="*/ 64697 h 247456"/>
                <a:gd name="connsiteX18" fmla="*/ 506548 w 575901"/>
                <a:gd name="connsiteY18" fmla="*/ 81366 h 247456"/>
                <a:gd name="connsiteX19" fmla="*/ 524233 w 575901"/>
                <a:gd name="connsiteY19" fmla="*/ 86689 h 247456"/>
                <a:gd name="connsiteX20" fmla="*/ 504167 w 575901"/>
                <a:gd name="connsiteY20" fmla="*/ 81366 h 247456"/>
                <a:gd name="connsiteX21" fmla="*/ 492261 w 575901"/>
                <a:gd name="connsiteY21" fmla="*/ 100416 h 247456"/>
                <a:gd name="connsiteX22" fmla="*/ 477973 w 575901"/>
                <a:gd name="connsiteY22" fmla="*/ 112322 h 247456"/>
                <a:gd name="connsiteX23" fmla="*/ 473158 w 575901"/>
                <a:gd name="connsiteY23" fmla="*/ 127029 h 247456"/>
                <a:gd name="connsiteX24" fmla="*/ 477518 w 575901"/>
                <a:gd name="connsiteY24" fmla="*/ 137677 h 247456"/>
                <a:gd name="connsiteX25" fmla="*/ 444636 w 575901"/>
                <a:gd name="connsiteY25" fmla="*/ 124229 h 247456"/>
                <a:gd name="connsiteX26" fmla="*/ 430348 w 575901"/>
                <a:gd name="connsiteY26" fmla="*/ 119466 h 247456"/>
                <a:gd name="connsiteX27" fmla="*/ 416061 w 575901"/>
                <a:gd name="connsiteY27" fmla="*/ 136135 h 247456"/>
                <a:gd name="connsiteX28" fmla="*/ 408917 w 575901"/>
                <a:gd name="connsiteY28" fmla="*/ 152804 h 247456"/>
                <a:gd name="connsiteX29" fmla="*/ 414187 w 575901"/>
                <a:gd name="connsiteY29" fmla="*/ 162329 h 247456"/>
                <a:gd name="connsiteX30" fmla="*/ 407097 w 575901"/>
                <a:gd name="connsiteY30" fmla="*/ 153643 h 247456"/>
                <a:gd name="connsiteX31" fmla="*/ 385104 w 575901"/>
                <a:gd name="connsiteY31" fmla="*/ 167091 h 247456"/>
                <a:gd name="connsiteX32" fmla="*/ 394629 w 575901"/>
                <a:gd name="connsiteY32" fmla="*/ 186141 h 247456"/>
                <a:gd name="connsiteX33" fmla="*/ 382723 w 575901"/>
                <a:gd name="connsiteY33" fmla="*/ 174235 h 247456"/>
                <a:gd name="connsiteX34" fmla="*/ 375124 w 575901"/>
                <a:gd name="connsiteY34" fmla="*/ 164149 h 247456"/>
                <a:gd name="connsiteX35" fmla="*/ 354148 w 575901"/>
                <a:gd name="connsiteY35" fmla="*/ 167091 h 247456"/>
                <a:gd name="connsiteX36" fmla="*/ 345586 w 575901"/>
                <a:gd name="connsiteY36" fmla="*/ 166390 h 247456"/>
                <a:gd name="connsiteX37" fmla="*/ 333172 w 575901"/>
                <a:gd name="connsiteY37" fmla="*/ 167373 h 247456"/>
                <a:gd name="connsiteX38" fmla="*/ 318429 w 575901"/>
                <a:gd name="connsiteY38" fmla="*/ 171854 h 247456"/>
                <a:gd name="connsiteX39" fmla="*/ 304142 w 575901"/>
                <a:gd name="connsiteY39" fmla="*/ 198047 h 247456"/>
                <a:gd name="connsiteX40" fmla="*/ 306523 w 575901"/>
                <a:gd name="connsiteY40" fmla="*/ 228725 h 247456"/>
                <a:gd name="connsiteX41" fmla="*/ 301761 w 575901"/>
                <a:gd name="connsiteY41" fmla="*/ 188522 h 247456"/>
                <a:gd name="connsiteX42" fmla="*/ 289854 w 575901"/>
                <a:gd name="connsiteY42" fmla="*/ 174235 h 247456"/>
                <a:gd name="connsiteX43" fmla="*/ 223179 w 575901"/>
                <a:gd name="connsiteY43" fmla="*/ 188522 h 247456"/>
                <a:gd name="connsiteX44" fmla="*/ 220852 w 575901"/>
                <a:gd name="connsiteY44" fmla="*/ 205191 h 247456"/>
                <a:gd name="connsiteX45" fmla="*/ 219380 w 575901"/>
                <a:gd name="connsiteY45" fmla="*/ 246794 h 247456"/>
                <a:gd name="connsiteX46" fmla="*/ 218417 w 575901"/>
                <a:gd name="connsiteY46" fmla="*/ 193285 h 247456"/>
                <a:gd name="connsiteX47" fmla="*/ 194604 w 575901"/>
                <a:gd name="connsiteY47" fmla="*/ 190904 h 247456"/>
                <a:gd name="connsiteX48" fmla="*/ 156504 w 575901"/>
                <a:gd name="connsiteY48" fmla="*/ 183760 h 247456"/>
                <a:gd name="connsiteX49" fmla="*/ 154123 w 575901"/>
                <a:gd name="connsiteY49" fmla="*/ 212335 h 247456"/>
                <a:gd name="connsiteX50" fmla="*/ 154123 w 575901"/>
                <a:gd name="connsiteY50" fmla="*/ 246934 h 247456"/>
                <a:gd name="connsiteX51" fmla="*/ 149065 w 575901"/>
                <a:gd name="connsiteY51" fmla="*/ 183898 h 247456"/>
                <a:gd name="connsiteX52" fmla="*/ 116637 w 575901"/>
                <a:gd name="connsiteY52" fmla="*/ 176616 h 247456"/>
                <a:gd name="connsiteX53" fmla="*/ 103041 w 575901"/>
                <a:gd name="connsiteY53" fmla="*/ 184502 h 247456"/>
                <a:gd name="connsiteX54" fmla="*/ 82686 w 575901"/>
                <a:gd name="connsiteY54" fmla="*/ 224802 h 247456"/>
                <a:gd name="connsiteX55" fmla="*/ 100021 w 575901"/>
                <a:gd name="connsiteY55" fmla="*/ 183341 h 247456"/>
                <a:gd name="connsiteX56" fmla="*/ 92211 w 575901"/>
                <a:gd name="connsiteY56" fmla="*/ 176616 h 247456"/>
                <a:gd name="connsiteX57" fmla="*/ 63636 w 575901"/>
                <a:gd name="connsiteY57" fmla="*/ 162329 h 247456"/>
                <a:gd name="connsiteX58" fmla="*/ 46967 w 575901"/>
                <a:gd name="connsiteY58" fmla="*/ 159947 h 247456"/>
                <a:gd name="connsiteX59" fmla="*/ 0 w 575901"/>
                <a:gd name="connsiteY59" fmla="*/ 197626 h 247456"/>
                <a:gd name="connsiteX0" fmla="*/ 0 w 575901"/>
                <a:gd name="connsiteY0" fmla="*/ 197626 h 248476"/>
                <a:gd name="connsiteX1" fmla="*/ 78620 w 575901"/>
                <a:gd name="connsiteY1" fmla="*/ 235925 h 248476"/>
                <a:gd name="connsiteX2" fmla="*/ 200722 w 575901"/>
                <a:gd name="connsiteY2" fmla="*/ 248476 h 248476"/>
                <a:gd name="connsiteX3" fmla="*/ 282711 w 575901"/>
                <a:gd name="connsiteY3" fmla="*/ 236147 h 248476"/>
                <a:gd name="connsiteX4" fmla="*/ 313667 w 575901"/>
                <a:gd name="connsiteY4" fmla="*/ 231385 h 248476"/>
                <a:gd name="connsiteX5" fmla="*/ 392248 w 575901"/>
                <a:gd name="connsiteY5" fmla="*/ 198047 h 248476"/>
                <a:gd name="connsiteX6" fmla="*/ 406536 w 575901"/>
                <a:gd name="connsiteY6" fmla="*/ 191126 h 248476"/>
                <a:gd name="connsiteX7" fmla="*/ 456542 w 575901"/>
                <a:gd name="connsiteY7" fmla="*/ 159947 h 248476"/>
                <a:gd name="connsiteX8" fmla="*/ 475592 w 575901"/>
                <a:gd name="connsiteY8" fmla="*/ 145660 h 248476"/>
                <a:gd name="connsiteX9" fmla="*/ 518454 w 575901"/>
                <a:gd name="connsiteY9" fmla="*/ 100416 h 248476"/>
                <a:gd name="connsiteX10" fmla="*/ 555916 w 575901"/>
                <a:gd name="connsiteY10" fmla="*/ 54304 h 248476"/>
                <a:gd name="connsiteX11" fmla="*/ 573686 w 575901"/>
                <a:gd name="connsiteY11" fmla="*/ 7325 h 248476"/>
                <a:gd name="connsiteX12" fmla="*/ 572951 w 575901"/>
                <a:gd name="connsiteY12" fmla="*/ 849 h 248476"/>
                <a:gd name="connsiteX13" fmla="*/ 549411 w 575901"/>
                <a:gd name="connsiteY13" fmla="*/ 14691 h 248476"/>
                <a:gd name="connsiteX14" fmla="*/ 547029 w 575901"/>
                <a:gd name="connsiteY14" fmla="*/ 33741 h 248476"/>
                <a:gd name="connsiteX15" fmla="*/ 530361 w 575901"/>
                <a:gd name="connsiteY15" fmla="*/ 43266 h 248476"/>
                <a:gd name="connsiteX16" fmla="*/ 506548 w 575901"/>
                <a:gd name="connsiteY16" fmla="*/ 45647 h 248476"/>
                <a:gd name="connsiteX17" fmla="*/ 501786 w 575901"/>
                <a:gd name="connsiteY17" fmla="*/ 64697 h 248476"/>
                <a:gd name="connsiteX18" fmla="*/ 506548 w 575901"/>
                <a:gd name="connsiteY18" fmla="*/ 81366 h 248476"/>
                <a:gd name="connsiteX19" fmla="*/ 524233 w 575901"/>
                <a:gd name="connsiteY19" fmla="*/ 86689 h 248476"/>
                <a:gd name="connsiteX20" fmla="*/ 504167 w 575901"/>
                <a:gd name="connsiteY20" fmla="*/ 81366 h 248476"/>
                <a:gd name="connsiteX21" fmla="*/ 492261 w 575901"/>
                <a:gd name="connsiteY21" fmla="*/ 100416 h 248476"/>
                <a:gd name="connsiteX22" fmla="*/ 477973 w 575901"/>
                <a:gd name="connsiteY22" fmla="*/ 112322 h 248476"/>
                <a:gd name="connsiteX23" fmla="*/ 473158 w 575901"/>
                <a:gd name="connsiteY23" fmla="*/ 127029 h 248476"/>
                <a:gd name="connsiteX24" fmla="*/ 477518 w 575901"/>
                <a:gd name="connsiteY24" fmla="*/ 137677 h 248476"/>
                <a:gd name="connsiteX25" fmla="*/ 444636 w 575901"/>
                <a:gd name="connsiteY25" fmla="*/ 124229 h 248476"/>
                <a:gd name="connsiteX26" fmla="*/ 430348 w 575901"/>
                <a:gd name="connsiteY26" fmla="*/ 119466 h 248476"/>
                <a:gd name="connsiteX27" fmla="*/ 416061 w 575901"/>
                <a:gd name="connsiteY27" fmla="*/ 136135 h 248476"/>
                <a:gd name="connsiteX28" fmla="*/ 408917 w 575901"/>
                <a:gd name="connsiteY28" fmla="*/ 152804 h 248476"/>
                <a:gd name="connsiteX29" fmla="*/ 414187 w 575901"/>
                <a:gd name="connsiteY29" fmla="*/ 162329 h 248476"/>
                <a:gd name="connsiteX30" fmla="*/ 407097 w 575901"/>
                <a:gd name="connsiteY30" fmla="*/ 153643 h 248476"/>
                <a:gd name="connsiteX31" fmla="*/ 385104 w 575901"/>
                <a:gd name="connsiteY31" fmla="*/ 167091 h 248476"/>
                <a:gd name="connsiteX32" fmla="*/ 394629 w 575901"/>
                <a:gd name="connsiteY32" fmla="*/ 186141 h 248476"/>
                <a:gd name="connsiteX33" fmla="*/ 382723 w 575901"/>
                <a:gd name="connsiteY33" fmla="*/ 174235 h 248476"/>
                <a:gd name="connsiteX34" fmla="*/ 375124 w 575901"/>
                <a:gd name="connsiteY34" fmla="*/ 164149 h 248476"/>
                <a:gd name="connsiteX35" fmla="*/ 354148 w 575901"/>
                <a:gd name="connsiteY35" fmla="*/ 167091 h 248476"/>
                <a:gd name="connsiteX36" fmla="*/ 345586 w 575901"/>
                <a:gd name="connsiteY36" fmla="*/ 166390 h 248476"/>
                <a:gd name="connsiteX37" fmla="*/ 333172 w 575901"/>
                <a:gd name="connsiteY37" fmla="*/ 167373 h 248476"/>
                <a:gd name="connsiteX38" fmla="*/ 318429 w 575901"/>
                <a:gd name="connsiteY38" fmla="*/ 171854 h 248476"/>
                <a:gd name="connsiteX39" fmla="*/ 304142 w 575901"/>
                <a:gd name="connsiteY39" fmla="*/ 198047 h 248476"/>
                <a:gd name="connsiteX40" fmla="*/ 306523 w 575901"/>
                <a:gd name="connsiteY40" fmla="*/ 228725 h 248476"/>
                <a:gd name="connsiteX41" fmla="*/ 301761 w 575901"/>
                <a:gd name="connsiteY41" fmla="*/ 188522 h 248476"/>
                <a:gd name="connsiteX42" fmla="*/ 289854 w 575901"/>
                <a:gd name="connsiteY42" fmla="*/ 174235 h 248476"/>
                <a:gd name="connsiteX43" fmla="*/ 223179 w 575901"/>
                <a:gd name="connsiteY43" fmla="*/ 188522 h 248476"/>
                <a:gd name="connsiteX44" fmla="*/ 220852 w 575901"/>
                <a:gd name="connsiteY44" fmla="*/ 205191 h 248476"/>
                <a:gd name="connsiteX45" fmla="*/ 219380 w 575901"/>
                <a:gd name="connsiteY45" fmla="*/ 246794 h 248476"/>
                <a:gd name="connsiteX46" fmla="*/ 218417 w 575901"/>
                <a:gd name="connsiteY46" fmla="*/ 193285 h 248476"/>
                <a:gd name="connsiteX47" fmla="*/ 194604 w 575901"/>
                <a:gd name="connsiteY47" fmla="*/ 190904 h 248476"/>
                <a:gd name="connsiteX48" fmla="*/ 156504 w 575901"/>
                <a:gd name="connsiteY48" fmla="*/ 183760 h 248476"/>
                <a:gd name="connsiteX49" fmla="*/ 154123 w 575901"/>
                <a:gd name="connsiteY49" fmla="*/ 212335 h 248476"/>
                <a:gd name="connsiteX50" fmla="*/ 154123 w 575901"/>
                <a:gd name="connsiteY50" fmla="*/ 246934 h 248476"/>
                <a:gd name="connsiteX51" fmla="*/ 149065 w 575901"/>
                <a:gd name="connsiteY51" fmla="*/ 183898 h 248476"/>
                <a:gd name="connsiteX52" fmla="*/ 116637 w 575901"/>
                <a:gd name="connsiteY52" fmla="*/ 176616 h 248476"/>
                <a:gd name="connsiteX53" fmla="*/ 103041 w 575901"/>
                <a:gd name="connsiteY53" fmla="*/ 184502 h 248476"/>
                <a:gd name="connsiteX54" fmla="*/ 82686 w 575901"/>
                <a:gd name="connsiteY54" fmla="*/ 224802 h 248476"/>
                <a:gd name="connsiteX55" fmla="*/ 100021 w 575901"/>
                <a:gd name="connsiteY55" fmla="*/ 183341 h 248476"/>
                <a:gd name="connsiteX56" fmla="*/ 92211 w 575901"/>
                <a:gd name="connsiteY56" fmla="*/ 176616 h 248476"/>
                <a:gd name="connsiteX57" fmla="*/ 63636 w 575901"/>
                <a:gd name="connsiteY57" fmla="*/ 162329 h 248476"/>
                <a:gd name="connsiteX58" fmla="*/ 46967 w 575901"/>
                <a:gd name="connsiteY58" fmla="*/ 159947 h 248476"/>
                <a:gd name="connsiteX59" fmla="*/ 0 w 575901"/>
                <a:gd name="connsiteY59" fmla="*/ 197626 h 248476"/>
                <a:gd name="connsiteX0" fmla="*/ 0 w 575901"/>
                <a:gd name="connsiteY0" fmla="*/ 197626 h 249344"/>
                <a:gd name="connsiteX1" fmla="*/ 78620 w 575901"/>
                <a:gd name="connsiteY1" fmla="*/ 235925 h 249344"/>
                <a:gd name="connsiteX2" fmla="*/ 199696 w 575901"/>
                <a:gd name="connsiteY2" fmla="*/ 249344 h 249344"/>
                <a:gd name="connsiteX3" fmla="*/ 282711 w 575901"/>
                <a:gd name="connsiteY3" fmla="*/ 236147 h 249344"/>
                <a:gd name="connsiteX4" fmla="*/ 313667 w 575901"/>
                <a:gd name="connsiteY4" fmla="*/ 231385 h 249344"/>
                <a:gd name="connsiteX5" fmla="*/ 392248 w 575901"/>
                <a:gd name="connsiteY5" fmla="*/ 198047 h 249344"/>
                <a:gd name="connsiteX6" fmla="*/ 406536 w 575901"/>
                <a:gd name="connsiteY6" fmla="*/ 191126 h 249344"/>
                <a:gd name="connsiteX7" fmla="*/ 456542 w 575901"/>
                <a:gd name="connsiteY7" fmla="*/ 159947 h 249344"/>
                <a:gd name="connsiteX8" fmla="*/ 475592 w 575901"/>
                <a:gd name="connsiteY8" fmla="*/ 145660 h 249344"/>
                <a:gd name="connsiteX9" fmla="*/ 518454 w 575901"/>
                <a:gd name="connsiteY9" fmla="*/ 100416 h 249344"/>
                <a:gd name="connsiteX10" fmla="*/ 555916 w 575901"/>
                <a:gd name="connsiteY10" fmla="*/ 54304 h 249344"/>
                <a:gd name="connsiteX11" fmla="*/ 573686 w 575901"/>
                <a:gd name="connsiteY11" fmla="*/ 7325 h 249344"/>
                <a:gd name="connsiteX12" fmla="*/ 572951 w 575901"/>
                <a:gd name="connsiteY12" fmla="*/ 849 h 249344"/>
                <a:gd name="connsiteX13" fmla="*/ 549411 w 575901"/>
                <a:gd name="connsiteY13" fmla="*/ 14691 h 249344"/>
                <a:gd name="connsiteX14" fmla="*/ 547029 w 575901"/>
                <a:gd name="connsiteY14" fmla="*/ 33741 h 249344"/>
                <a:gd name="connsiteX15" fmla="*/ 530361 w 575901"/>
                <a:gd name="connsiteY15" fmla="*/ 43266 h 249344"/>
                <a:gd name="connsiteX16" fmla="*/ 506548 w 575901"/>
                <a:gd name="connsiteY16" fmla="*/ 45647 h 249344"/>
                <a:gd name="connsiteX17" fmla="*/ 501786 w 575901"/>
                <a:gd name="connsiteY17" fmla="*/ 64697 h 249344"/>
                <a:gd name="connsiteX18" fmla="*/ 506548 w 575901"/>
                <a:gd name="connsiteY18" fmla="*/ 81366 h 249344"/>
                <a:gd name="connsiteX19" fmla="*/ 524233 w 575901"/>
                <a:gd name="connsiteY19" fmla="*/ 86689 h 249344"/>
                <a:gd name="connsiteX20" fmla="*/ 504167 w 575901"/>
                <a:gd name="connsiteY20" fmla="*/ 81366 h 249344"/>
                <a:gd name="connsiteX21" fmla="*/ 492261 w 575901"/>
                <a:gd name="connsiteY21" fmla="*/ 100416 h 249344"/>
                <a:gd name="connsiteX22" fmla="*/ 477973 w 575901"/>
                <a:gd name="connsiteY22" fmla="*/ 112322 h 249344"/>
                <a:gd name="connsiteX23" fmla="*/ 473158 w 575901"/>
                <a:gd name="connsiteY23" fmla="*/ 127029 h 249344"/>
                <a:gd name="connsiteX24" fmla="*/ 477518 w 575901"/>
                <a:gd name="connsiteY24" fmla="*/ 137677 h 249344"/>
                <a:gd name="connsiteX25" fmla="*/ 444636 w 575901"/>
                <a:gd name="connsiteY25" fmla="*/ 124229 h 249344"/>
                <a:gd name="connsiteX26" fmla="*/ 430348 w 575901"/>
                <a:gd name="connsiteY26" fmla="*/ 119466 h 249344"/>
                <a:gd name="connsiteX27" fmla="*/ 416061 w 575901"/>
                <a:gd name="connsiteY27" fmla="*/ 136135 h 249344"/>
                <a:gd name="connsiteX28" fmla="*/ 408917 w 575901"/>
                <a:gd name="connsiteY28" fmla="*/ 152804 h 249344"/>
                <a:gd name="connsiteX29" fmla="*/ 414187 w 575901"/>
                <a:gd name="connsiteY29" fmla="*/ 162329 h 249344"/>
                <a:gd name="connsiteX30" fmla="*/ 407097 w 575901"/>
                <a:gd name="connsiteY30" fmla="*/ 153643 h 249344"/>
                <a:gd name="connsiteX31" fmla="*/ 385104 w 575901"/>
                <a:gd name="connsiteY31" fmla="*/ 167091 h 249344"/>
                <a:gd name="connsiteX32" fmla="*/ 394629 w 575901"/>
                <a:gd name="connsiteY32" fmla="*/ 186141 h 249344"/>
                <a:gd name="connsiteX33" fmla="*/ 382723 w 575901"/>
                <a:gd name="connsiteY33" fmla="*/ 174235 h 249344"/>
                <a:gd name="connsiteX34" fmla="*/ 375124 w 575901"/>
                <a:gd name="connsiteY34" fmla="*/ 164149 h 249344"/>
                <a:gd name="connsiteX35" fmla="*/ 354148 w 575901"/>
                <a:gd name="connsiteY35" fmla="*/ 167091 h 249344"/>
                <a:gd name="connsiteX36" fmla="*/ 345586 w 575901"/>
                <a:gd name="connsiteY36" fmla="*/ 166390 h 249344"/>
                <a:gd name="connsiteX37" fmla="*/ 333172 w 575901"/>
                <a:gd name="connsiteY37" fmla="*/ 167373 h 249344"/>
                <a:gd name="connsiteX38" fmla="*/ 318429 w 575901"/>
                <a:gd name="connsiteY38" fmla="*/ 171854 h 249344"/>
                <a:gd name="connsiteX39" fmla="*/ 304142 w 575901"/>
                <a:gd name="connsiteY39" fmla="*/ 198047 h 249344"/>
                <a:gd name="connsiteX40" fmla="*/ 306523 w 575901"/>
                <a:gd name="connsiteY40" fmla="*/ 228725 h 249344"/>
                <a:gd name="connsiteX41" fmla="*/ 301761 w 575901"/>
                <a:gd name="connsiteY41" fmla="*/ 188522 h 249344"/>
                <a:gd name="connsiteX42" fmla="*/ 289854 w 575901"/>
                <a:gd name="connsiteY42" fmla="*/ 174235 h 249344"/>
                <a:gd name="connsiteX43" fmla="*/ 223179 w 575901"/>
                <a:gd name="connsiteY43" fmla="*/ 188522 h 249344"/>
                <a:gd name="connsiteX44" fmla="*/ 220852 w 575901"/>
                <a:gd name="connsiteY44" fmla="*/ 205191 h 249344"/>
                <a:gd name="connsiteX45" fmla="*/ 219380 w 575901"/>
                <a:gd name="connsiteY45" fmla="*/ 246794 h 249344"/>
                <a:gd name="connsiteX46" fmla="*/ 218417 w 575901"/>
                <a:gd name="connsiteY46" fmla="*/ 193285 h 249344"/>
                <a:gd name="connsiteX47" fmla="*/ 194604 w 575901"/>
                <a:gd name="connsiteY47" fmla="*/ 190904 h 249344"/>
                <a:gd name="connsiteX48" fmla="*/ 156504 w 575901"/>
                <a:gd name="connsiteY48" fmla="*/ 183760 h 249344"/>
                <a:gd name="connsiteX49" fmla="*/ 154123 w 575901"/>
                <a:gd name="connsiteY49" fmla="*/ 212335 h 249344"/>
                <a:gd name="connsiteX50" fmla="*/ 154123 w 575901"/>
                <a:gd name="connsiteY50" fmla="*/ 246934 h 249344"/>
                <a:gd name="connsiteX51" fmla="*/ 149065 w 575901"/>
                <a:gd name="connsiteY51" fmla="*/ 183898 h 249344"/>
                <a:gd name="connsiteX52" fmla="*/ 116637 w 575901"/>
                <a:gd name="connsiteY52" fmla="*/ 176616 h 249344"/>
                <a:gd name="connsiteX53" fmla="*/ 103041 w 575901"/>
                <a:gd name="connsiteY53" fmla="*/ 184502 h 249344"/>
                <a:gd name="connsiteX54" fmla="*/ 82686 w 575901"/>
                <a:gd name="connsiteY54" fmla="*/ 224802 h 249344"/>
                <a:gd name="connsiteX55" fmla="*/ 100021 w 575901"/>
                <a:gd name="connsiteY55" fmla="*/ 183341 h 249344"/>
                <a:gd name="connsiteX56" fmla="*/ 92211 w 575901"/>
                <a:gd name="connsiteY56" fmla="*/ 176616 h 249344"/>
                <a:gd name="connsiteX57" fmla="*/ 63636 w 575901"/>
                <a:gd name="connsiteY57" fmla="*/ 162329 h 249344"/>
                <a:gd name="connsiteX58" fmla="*/ 46967 w 575901"/>
                <a:gd name="connsiteY58" fmla="*/ 159947 h 249344"/>
                <a:gd name="connsiteX59" fmla="*/ 0 w 575901"/>
                <a:gd name="connsiteY59" fmla="*/ 197626 h 249344"/>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3667 w 575901"/>
                <a:gd name="connsiteY4" fmla="*/ 231385 h 249345"/>
                <a:gd name="connsiteX5" fmla="*/ 392248 w 575901"/>
                <a:gd name="connsiteY5" fmla="*/ 198047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047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06536 w 575901"/>
                <a:gd name="connsiteY6" fmla="*/ 191126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56542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5592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18454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5901"/>
                <a:gd name="connsiteY0" fmla="*/ 197626 h 249345"/>
                <a:gd name="connsiteX1" fmla="*/ 78620 w 575901"/>
                <a:gd name="connsiteY1" fmla="*/ 235925 h 249345"/>
                <a:gd name="connsiteX2" fmla="*/ 199696 w 575901"/>
                <a:gd name="connsiteY2" fmla="*/ 249344 h 249345"/>
                <a:gd name="connsiteX3" fmla="*/ 284763 w 575901"/>
                <a:gd name="connsiteY3" fmla="*/ 235279 h 249345"/>
                <a:gd name="connsiteX4" fmla="*/ 319823 w 575901"/>
                <a:gd name="connsiteY4" fmla="*/ 225309 h 249345"/>
                <a:gd name="connsiteX5" fmla="*/ 392248 w 575901"/>
                <a:gd name="connsiteY5" fmla="*/ 198915 h 249345"/>
                <a:gd name="connsiteX6" fmla="*/ 410640 w 575901"/>
                <a:gd name="connsiteY6" fmla="*/ 192862 h 249345"/>
                <a:gd name="connsiteX7" fmla="*/ 462698 w 575901"/>
                <a:gd name="connsiteY7" fmla="*/ 159947 h 249345"/>
                <a:gd name="connsiteX8" fmla="*/ 478669 w 575901"/>
                <a:gd name="connsiteY8" fmla="*/ 145660 h 249345"/>
                <a:gd name="connsiteX9" fmla="*/ 521532 w 575901"/>
                <a:gd name="connsiteY9" fmla="*/ 100416 h 249345"/>
                <a:gd name="connsiteX10" fmla="*/ 555916 w 575901"/>
                <a:gd name="connsiteY10" fmla="*/ 54304 h 249345"/>
                <a:gd name="connsiteX11" fmla="*/ 573686 w 575901"/>
                <a:gd name="connsiteY11" fmla="*/ 7325 h 249345"/>
                <a:gd name="connsiteX12" fmla="*/ 572951 w 575901"/>
                <a:gd name="connsiteY12" fmla="*/ 849 h 249345"/>
                <a:gd name="connsiteX13" fmla="*/ 549411 w 575901"/>
                <a:gd name="connsiteY13" fmla="*/ 14691 h 249345"/>
                <a:gd name="connsiteX14" fmla="*/ 547029 w 575901"/>
                <a:gd name="connsiteY14" fmla="*/ 33741 h 249345"/>
                <a:gd name="connsiteX15" fmla="*/ 530361 w 575901"/>
                <a:gd name="connsiteY15" fmla="*/ 43266 h 249345"/>
                <a:gd name="connsiteX16" fmla="*/ 506548 w 575901"/>
                <a:gd name="connsiteY16" fmla="*/ 45647 h 249345"/>
                <a:gd name="connsiteX17" fmla="*/ 501786 w 575901"/>
                <a:gd name="connsiteY17" fmla="*/ 64697 h 249345"/>
                <a:gd name="connsiteX18" fmla="*/ 506548 w 575901"/>
                <a:gd name="connsiteY18" fmla="*/ 81366 h 249345"/>
                <a:gd name="connsiteX19" fmla="*/ 524233 w 575901"/>
                <a:gd name="connsiteY19" fmla="*/ 86689 h 249345"/>
                <a:gd name="connsiteX20" fmla="*/ 504167 w 575901"/>
                <a:gd name="connsiteY20" fmla="*/ 81366 h 249345"/>
                <a:gd name="connsiteX21" fmla="*/ 492261 w 575901"/>
                <a:gd name="connsiteY21" fmla="*/ 100416 h 249345"/>
                <a:gd name="connsiteX22" fmla="*/ 477973 w 575901"/>
                <a:gd name="connsiteY22" fmla="*/ 112322 h 249345"/>
                <a:gd name="connsiteX23" fmla="*/ 473158 w 575901"/>
                <a:gd name="connsiteY23" fmla="*/ 127029 h 249345"/>
                <a:gd name="connsiteX24" fmla="*/ 477518 w 575901"/>
                <a:gd name="connsiteY24" fmla="*/ 137677 h 249345"/>
                <a:gd name="connsiteX25" fmla="*/ 444636 w 575901"/>
                <a:gd name="connsiteY25" fmla="*/ 124229 h 249345"/>
                <a:gd name="connsiteX26" fmla="*/ 430348 w 575901"/>
                <a:gd name="connsiteY26" fmla="*/ 119466 h 249345"/>
                <a:gd name="connsiteX27" fmla="*/ 416061 w 575901"/>
                <a:gd name="connsiteY27" fmla="*/ 136135 h 249345"/>
                <a:gd name="connsiteX28" fmla="*/ 408917 w 575901"/>
                <a:gd name="connsiteY28" fmla="*/ 152804 h 249345"/>
                <a:gd name="connsiteX29" fmla="*/ 414187 w 575901"/>
                <a:gd name="connsiteY29" fmla="*/ 162329 h 249345"/>
                <a:gd name="connsiteX30" fmla="*/ 407097 w 575901"/>
                <a:gd name="connsiteY30" fmla="*/ 153643 h 249345"/>
                <a:gd name="connsiteX31" fmla="*/ 385104 w 575901"/>
                <a:gd name="connsiteY31" fmla="*/ 167091 h 249345"/>
                <a:gd name="connsiteX32" fmla="*/ 394629 w 575901"/>
                <a:gd name="connsiteY32" fmla="*/ 186141 h 249345"/>
                <a:gd name="connsiteX33" fmla="*/ 382723 w 575901"/>
                <a:gd name="connsiteY33" fmla="*/ 174235 h 249345"/>
                <a:gd name="connsiteX34" fmla="*/ 375124 w 575901"/>
                <a:gd name="connsiteY34" fmla="*/ 164149 h 249345"/>
                <a:gd name="connsiteX35" fmla="*/ 354148 w 575901"/>
                <a:gd name="connsiteY35" fmla="*/ 167091 h 249345"/>
                <a:gd name="connsiteX36" fmla="*/ 345586 w 575901"/>
                <a:gd name="connsiteY36" fmla="*/ 166390 h 249345"/>
                <a:gd name="connsiteX37" fmla="*/ 333172 w 575901"/>
                <a:gd name="connsiteY37" fmla="*/ 167373 h 249345"/>
                <a:gd name="connsiteX38" fmla="*/ 318429 w 575901"/>
                <a:gd name="connsiteY38" fmla="*/ 171854 h 249345"/>
                <a:gd name="connsiteX39" fmla="*/ 304142 w 575901"/>
                <a:gd name="connsiteY39" fmla="*/ 198047 h 249345"/>
                <a:gd name="connsiteX40" fmla="*/ 306523 w 575901"/>
                <a:gd name="connsiteY40" fmla="*/ 228725 h 249345"/>
                <a:gd name="connsiteX41" fmla="*/ 301761 w 575901"/>
                <a:gd name="connsiteY41" fmla="*/ 188522 h 249345"/>
                <a:gd name="connsiteX42" fmla="*/ 289854 w 575901"/>
                <a:gd name="connsiteY42" fmla="*/ 174235 h 249345"/>
                <a:gd name="connsiteX43" fmla="*/ 223179 w 575901"/>
                <a:gd name="connsiteY43" fmla="*/ 188522 h 249345"/>
                <a:gd name="connsiteX44" fmla="*/ 220852 w 575901"/>
                <a:gd name="connsiteY44" fmla="*/ 205191 h 249345"/>
                <a:gd name="connsiteX45" fmla="*/ 219380 w 575901"/>
                <a:gd name="connsiteY45" fmla="*/ 246794 h 249345"/>
                <a:gd name="connsiteX46" fmla="*/ 218417 w 575901"/>
                <a:gd name="connsiteY46" fmla="*/ 193285 h 249345"/>
                <a:gd name="connsiteX47" fmla="*/ 194604 w 575901"/>
                <a:gd name="connsiteY47" fmla="*/ 190904 h 249345"/>
                <a:gd name="connsiteX48" fmla="*/ 156504 w 575901"/>
                <a:gd name="connsiteY48" fmla="*/ 183760 h 249345"/>
                <a:gd name="connsiteX49" fmla="*/ 154123 w 575901"/>
                <a:gd name="connsiteY49" fmla="*/ 212335 h 249345"/>
                <a:gd name="connsiteX50" fmla="*/ 154123 w 575901"/>
                <a:gd name="connsiteY50" fmla="*/ 246934 h 249345"/>
                <a:gd name="connsiteX51" fmla="*/ 149065 w 575901"/>
                <a:gd name="connsiteY51" fmla="*/ 183898 h 249345"/>
                <a:gd name="connsiteX52" fmla="*/ 116637 w 575901"/>
                <a:gd name="connsiteY52" fmla="*/ 176616 h 249345"/>
                <a:gd name="connsiteX53" fmla="*/ 103041 w 575901"/>
                <a:gd name="connsiteY53" fmla="*/ 184502 h 249345"/>
                <a:gd name="connsiteX54" fmla="*/ 82686 w 575901"/>
                <a:gd name="connsiteY54" fmla="*/ 224802 h 249345"/>
                <a:gd name="connsiteX55" fmla="*/ 100021 w 575901"/>
                <a:gd name="connsiteY55" fmla="*/ 183341 h 249345"/>
                <a:gd name="connsiteX56" fmla="*/ 92211 w 575901"/>
                <a:gd name="connsiteY56" fmla="*/ 176616 h 249345"/>
                <a:gd name="connsiteX57" fmla="*/ 63636 w 575901"/>
                <a:gd name="connsiteY57" fmla="*/ 162329 h 249345"/>
                <a:gd name="connsiteX58" fmla="*/ 46967 w 575901"/>
                <a:gd name="connsiteY58" fmla="*/ 159947 h 249345"/>
                <a:gd name="connsiteX59" fmla="*/ 0 w 575901"/>
                <a:gd name="connsiteY59" fmla="*/ 197626 h 249345"/>
                <a:gd name="connsiteX0" fmla="*/ 0 w 577791"/>
                <a:gd name="connsiteY0" fmla="*/ 196955 h 248674"/>
                <a:gd name="connsiteX1" fmla="*/ 78620 w 577791"/>
                <a:gd name="connsiteY1" fmla="*/ 235254 h 248674"/>
                <a:gd name="connsiteX2" fmla="*/ 199696 w 577791"/>
                <a:gd name="connsiteY2" fmla="*/ 248673 h 248674"/>
                <a:gd name="connsiteX3" fmla="*/ 284763 w 577791"/>
                <a:gd name="connsiteY3" fmla="*/ 234608 h 248674"/>
                <a:gd name="connsiteX4" fmla="*/ 319823 w 577791"/>
                <a:gd name="connsiteY4" fmla="*/ 224638 h 248674"/>
                <a:gd name="connsiteX5" fmla="*/ 392248 w 577791"/>
                <a:gd name="connsiteY5" fmla="*/ 198244 h 248674"/>
                <a:gd name="connsiteX6" fmla="*/ 410640 w 577791"/>
                <a:gd name="connsiteY6" fmla="*/ 192191 h 248674"/>
                <a:gd name="connsiteX7" fmla="*/ 462698 w 577791"/>
                <a:gd name="connsiteY7" fmla="*/ 159276 h 248674"/>
                <a:gd name="connsiteX8" fmla="*/ 478669 w 577791"/>
                <a:gd name="connsiteY8" fmla="*/ 144989 h 248674"/>
                <a:gd name="connsiteX9" fmla="*/ 521532 w 577791"/>
                <a:gd name="connsiteY9" fmla="*/ 99745 h 248674"/>
                <a:gd name="connsiteX10" fmla="*/ 555916 w 577791"/>
                <a:gd name="connsiteY10" fmla="*/ 53633 h 248674"/>
                <a:gd name="connsiteX11" fmla="*/ 576926 w 577791"/>
                <a:gd name="connsiteY11" fmla="*/ 13575 h 248674"/>
                <a:gd name="connsiteX12" fmla="*/ 573686 w 577791"/>
                <a:gd name="connsiteY12" fmla="*/ 6654 h 248674"/>
                <a:gd name="connsiteX13" fmla="*/ 572951 w 577791"/>
                <a:gd name="connsiteY13" fmla="*/ 178 h 248674"/>
                <a:gd name="connsiteX14" fmla="*/ 549411 w 577791"/>
                <a:gd name="connsiteY14" fmla="*/ 14020 h 248674"/>
                <a:gd name="connsiteX15" fmla="*/ 547029 w 577791"/>
                <a:gd name="connsiteY15" fmla="*/ 33070 h 248674"/>
                <a:gd name="connsiteX16" fmla="*/ 530361 w 577791"/>
                <a:gd name="connsiteY16" fmla="*/ 42595 h 248674"/>
                <a:gd name="connsiteX17" fmla="*/ 506548 w 577791"/>
                <a:gd name="connsiteY17" fmla="*/ 44976 h 248674"/>
                <a:gd name="connsiteX18" fmla="*/ 501786 w 577791"/>
                <a:gd name="connsiteY18" fmla="*/ 64026 h 248674"/>
                <a:gd name="connsiteX19" fmla="*/ 506548 w 577791"/>
                <a:gd name="connsiteY19" fmla="*/ 80695 h 248674"/>
                <a:gd name="connsiteX20" fmla="*/ 524233 w 577791"/>
                <a:gd name="connsiteY20" fmla="*/ 86018 h 248674"/>
                <a:gd name="connsiteX21" fmla="*/ 504167 w 577791"/>
                <a:gd name="connsiteY21" fmla="*/ 80695 h 248674"/>
                <a:gd name="connsiteX22" fmla="*/ 492261 w 577791"/>
                <a:gd name="connsiteY22" fmla="*/ 99745 h 248674"/>
                <a:gd name="connsiteX23" fmla="*/ 477973 w 577791"/>
                <a:gd name="connsiteY23" fmla="*/ 111651 h 248674"/>
                <a:gd name="connsiteX24" fmla="*/ 473158 w 577791"/>
                <a:gd name="connsiteY24" fmla="*/ 126358 h 248674"/>
                <a:gd name="connsiteX25" fmla="*/ 477518 w 577791"/>
                <a:gd name="connsiteY25" fmla="*/ 137006 h 248674"/>
                <a:gd name="connsiteX26" fmla="*/ 444636 w 577791"/>
                <a:gd name="connsiteY26" fmla="*/ 123558 h 248674"/>
                <a:gd name="connsiteX27" fmla="*/ 430348 w 577791"/>
                <a:gd name="connsiteY27" fmla="*/ 118795 h 248674"/>
                <a:gd name="connsiteX28" fmla="*/ 416061 w 577791"/>
                <a:gd name="connsiteY28" fmla="*/ 135464 h 248674"/>
                <a:gd name="connsiteX29" fmla="*/ 408917 w 577791"/>
                <a:gd name="connsiteY29" fmla="*/ 152133 h 248674"/>
                <a:gd name="connsiteX30" fmla="*/ 414187 w 577791"/>
                <a:gd name="connsiteY30" fmla="*/ 161658 h 248674"/>
                <a:gd name="connsiteX31" fmla="*/ 407097 w 577791"/>
                <a:gd name="connsiteY31" fmla="*/ 152972 h 248674"/>
                <a:gd name="connsiteX32" fmla="*/ 385104 w 577791"/>
                <a:gd name="connsiteY32" fmla="*/ 166420 h 248674"/>
                <a:gd name="connsiteX33" fmla="*/ 394629 w 577791"/>
                <a:gd name="connsiteY33" fmla="*/ 185470 h 248674"/>
                <a:gd name="connsiteX34" fmla="*/ 382723 w 577791"/>
                <a:gd name="connsiteY34" fmla="*/ 173564 h 248674"/>
                <a:gd name="connsiteX35" fmla="*/ 375124 w 577791"/>
                <a:gd name="connsiteY35" fmla="*/ 163478 h 248674"/>
                <a:gd name="connsiteX36" fmla="*/ 354148 w 577791"/>
                <a:gd name="connsiteY36" fmla="*/ 166420 h 248674"/>
                <a:gd name="connsiteX37" fmla="*/ 345586 w 577791"/>
                <a:gd name="connsiteY37" fmla="*/ 165719 h 248674"/>
                <a:gd name="connsiteX38" fmla="*/ 333172 w 577791"/>
                <a:gd name="connsiteY38" fmla="*/ 166702 h 248674"/>
                <a:gd name="connsiteX39" fmla="*/ 318429 w 577791"/>
                <a:gd name="connsiteY39" fmla="*/ 171183 h 248674"/>
                <a:gd name="connsiteX40" fmla="*/ 304142 w 577791"/>
                <a:gd name="connsiteY40" fmla="*/ 197376 h 248674"/>
                <a:gd name="connsiteX41" fmla="*/ 306523 w 577791"/>
                <a:gd name="connsiteY41" fmla="*/ 228054 h 248674"/>
                <a:gd name="connsiteX42" fmla="*/ 301761 w 577791"/>
                <a:gd name="connsiteY42" fmla="*/ 187851 h 248674"/>
                <a:gd name="connsiteX43" fmla="*/ 289854 w 577791"/>
                <a:gd name="connsiteY43" fmla="*/ 173564 h 248674"/>
                <a:gd name="connsiteX44" fmla="*/ 223179 w 577791"/>
                <a:gd name="connsiteY44" fmla="*/ 187851 h 248674"/>
                <a:gd name="connsiteX45" fmla="*/ 220852 w 577791"/>
                <a:gd name="connsiteY45" fmla="*/ 204520 h 248674"/>
                <a:gd name="connsiteX46" fmla="*/ 219380 w 577791"/>
                <a:gd name="connsiteY46" fmla="*/ 246123 h 248674"/>
                <a:gd name="connsiteX47" fmla="*/ 218417 w 577791"/>
                <a:gd name="connsiteY47" fmla="*/ 192614 h 248674"/>
                <a:gd name="connsiteX48" fmla="*/ 194604 w 577791"/>
                <a:gd name="connsiteY48" fmla="*/ 190233 h 248674"/>
                <a:gd name="connsiteX49" fmla="*/ 156504 w 577791"/>
                <a:gd name="connsiteY49" fmla="*/ 183089 h 248674"/>
                <a:gd name="connsiteX50" fmla="*/ 154123 w 577791"/>
                <a:gd name="connsiteY50" fmla="*/ 211664 h 248674"/>
                <a:gd name="connsiteX51" fmla="*/ 154123 w 577791"/>
                <a:gd name="connsiteY51" fmla="*/ 246263 h 248674"/>
                <a:gd name="connsiteX52" fmla="*/ 149065 w 577791"/>
                <a:gd name="connsiteY52" fmla="*/ 183227 h 248674"/>
                <a:gd name="connsiteX53" fmla="*/ 116637 w 577791"/>
                <a:gd name="connsiteY53" fmla="*/ 175945 h 248674"/>
                <a:gd name="connsiteX54" fmla="*/ 103041 w 577791"/>
                <a:gd name="connsiteY54" fmla="*/ 183831 h 248674"/>
                <a:gd name="connsiteX55" fmla="*/ 82686 w 577791"/>
                <a:gd name="connsiteY55" fmla="*/ 224131 h 248674"/>
                <a:gd name="connsiteX56" fmla="*/ 100021 w 577791"/>
                <a:gd name="connsiteY56" fmla="*/ 182670 h 248674"/>
                <a:gd name="connsiteX57" fmla="*/ 92211 w 577791"/>
                <a:gd name="connsiteY57" fmla="*/ 175945 h 248674"/>
                <a:gd name="connsiteX58" fmla="*/ 63636 w 577791"/>
                <a:gd name="connsiteY58" fmla="*/ 161658 h 248674"/>
                <a:gd name="connsiteX59" fmla="*/ 46967 w 577791"/>
                <a:gd name="connsiteY59" fmla="*/ 159276 h 248674"/>
                <a:gd name="connsiteX60" fmla="*/ 0 w 577791"/>
                <a:gd name="connsiteY60" fmla="*/ 196955 h 248674"/>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92248 w 577931"/>
                <a:gd name="connsiteY5" fmla="*/ 191600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92248 w 577931"/>
                <a:gd name="connsiteY5" fmla="*/ 191600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10640 w 577931"/>
                <a:gd name="connsiteY6" fmla="*/ 185547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5776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2698 w 577931"/>
                <a:gd name="connsiteY7" fmla="*/ 151764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7931"/>
                <a:gd name="connsiteY0" fmla="*/ 190311 h 242030"/>
                <a:gd name="connsiteX1" fmla="*/ 78620 w 577931"/>
                <a:gd name="connsiteY1" fmla="*/ 228610 h 242030"/>
                <a:gd name="connsiteX2" fmla="*/ 199696 w 577931"/>
                <a:gd name="connsiteY2" fmla="*/ 242029 h 242030"/>
                <a:gd name="connsiteX3" fmla="*/ 284763 w 577931"/>
                <a:gd name="connsiteY3" fmla="*/ 227964 h 242030"/>
                <a:gd name="connsiteX4" fmla="*/ 319823 w 577931"/>
                <a:gd name="connsiteY4" fmla="*/ 217994 h 242030"/>
                <a:gd name="connsiteX5" fmla="*/ 374808 w 577931"/>
                <a:gd name="connsiteY5" fmla="*/ 201148 h 242030"/>
                <a:gd name="connsiteX6" fmla="*/ 429106 w 577931"/>
                <a:gd name="connsiteY6" fmla="*/ 175131 h 242030"/>
                <a:gd name="connsiteX7" fmla="*/ 463724 w 577931"/>
                <a:gd name="connsiteY7" fmla="*/ 152632 h 242030"/>
                <a:gd name="connsiteX8" fmla="*/ 478669 w 577931"/>
                <a:gd name="connsiteY8" fmla="*/ 138345 h 242030"/>
                <a:gd name="connsiteX9" fmla="*/ 521532 w 577931"/>
                <a:gd name="connsiteY9" fmla="*/ 93101 h 242030"/>
                <a:gd name="connsiteX10" fmla="*/ 555916 w 577931"/>
                <a:gd name="connsiteY10" fmla="*/ 46989 h 242030"/>
                <a:gd name="connsiteX11" fmla="*/ 576926 w 577931"/>
                <a:gd name="connsiteY11" fmla="*/ 6931 h 242030"/>
                <a:gd name="connsiteX12" fmla="*/ 573686 w 577931"/>
                <a:gd name="connsiteY12" fmla="*/ 10 h 242030"/>
                <a:gd name="connsiteX13" fmla="*/ 565770 w 577931"/>
                <a:gd name="connsiteY13" fmla="*/ 6554 h 242030"/>
                <a:gd name="connsiteX14" fmla="*/ 549411 w 577931"/>
                <a:gd name="connsiteY14" fmla="*/ 7376 h 242030"/>
                <a:gd name="connsiteX15" fmla="*/ 547029 w 577931"/>
                <a:gd name="connsiteY15" fmla="*/ 26426 h 242030"/>
                <a:gd name="connsiteX16" fmla="*/ 530361 w 577931"/>
                <a:gd name="connsiteY16" fmla="*/ 35951 h 242030"/>
                <a:gd name="connsiteX17" fmla="*/ 506548 w 577931"/>
                <a:gd name="connsiteY17" fmla="*/ 38332 h 242030"/>
                <a:gd name="connsiteX18" fmla="*/ 501786 w 577931"/>
                <a:gd name="connsiteY18" fmla="*/ 57382 h 242030"/>
                <a:gd name="connsiteX19" fmla="*/ 506548 w 577931"/>
                <a:gd name="connsiteY19" fmla="*/ 74051 h 242030"/>
                <a:gd name="connsiteX20" fmla="*/ 524233 w 577931"/>
                <a:gd name="connsiteY20" fmla="*/ 79374 h 242030"/>
                <a:gd name="connsiteX21" fmla="*/ 504167 w 577931"/>
                <a:gd name="connsiteY21" fmla="*/ 74051 h 242030"/>
                <a:gd name="connsiteX22" fmla="*/ 492261 w 577931"/>
                <a:gd name="connsiteY22" fmla="*/ 93101 h 242030"/>
                <a:gd name="connsiteX23" fmla="*/ 477973 w 577931"/>
                <a:gd name="connsiteY23" fmla="*/ 105007 h 242030"/>
                <a:gd name="connsiteX24" fmla="*/ 473158 w 577931"/>
                <a:gd name="connsiteY24" fmla="*/ 119714 h 242030"/>
                <a:gd name="connsiteX25" fmla="*/ 477518 w 577931"/>
                <a:gd name="connsiteY25" fmla="*/ 130362 h 242030"/>
                <a:gd name="connsiteX26" fmla="*/ 444636 w 577931"/>
                <a:gd name="connsiteY26" fmla="*/ 116914 h 242030"/>
                <a:gd name="connsiteX27" fmla="*/ 430348 w 577931"/>
                <a:gd name="connsiteY27" fmla="*/ 112151 h 242030"/>
                <a:gd name="connsiteX28" fmla="*/ 416061 w 577931"/>
                <a:gd name="connsiteY28" fmla="*/ 128820 h 242030"/>
                <a:gd name="connsiteX29" fmla="*/ 408917 w 577931"/>
                <a:gd name="connsiteY29" fmla="*/ 145489 h 242030"/>
                <a:gd name="connsiteX30" fmla="*/ 414187 w 577931"/>
                <a:gd name="connsiteY30" fmla="*/ 155014 h 242030"/>
                <a:gd name="connsiteX31" fmla="*/ 407097 w 577931"/>
                <a:gd name="connsiteY31" fmla="*/ 146328 h 242030"/>
                <a:gd name="connsiteX32" fmla="*/ 385104 w 577931"/>
                <a:gd name="connsiteY32" fmla="*/ 159776 h 242030"/>
                <a:gd name="connsiteX33" fmla="*/ 394629 w 577931"/>
                <a:gd name="connsiteY33" fmla="*/ 178826 h 242030"/>
                <a:gd name="connsiteX34" fmla="*/ 382723 w 577931"/>
                <a:gd name="connsiteY34" fmla="*/ 166920 h 242030"/>
                <a:gd name="connsiteX35" fmla="*/ 375124 w 577931"/>
                <a:gd name="connsiteY35" fmla="*/ 156834 h 242030"/>
                <a:gd name="connsiteX36" fmla="*/ 354148 w 577931"/>
                <a:gd name="connsiteY36" fmla="*/ 159776 h 242030"/>
                <a:gd name="connsiteX37" fmla="*/ 345586 w 577931"/>
                <a:gd name="connsiteY37" fmla="*/ 159075 h 242030"/>
                <a:gd name="connsiteX38" fmla="*/ 333172 w 577931"/>
                <a:gd name="connsiteY38" fmla="*/ 160058 h 242030"/>
                <a:gd name="connsiteX39" fmla="*/ 318429 w 577931"/>
                <a:gd name="connsiteY39" fmla="*/ 164539 h 242030"/>
                <a:gd name="connsiteX40" fmla="*/ 304142 w 577931"/>
                <a:gd name="connsiteY40" fmla="*/ 190732 h 242030"/>
                <a:gd name="connsiteX41" fmla="*/ 306523 w 577931"/>
                <a:gd name="connsiteY41" fmla="*/ 221410 h 242030"/>
                <a:gd name="connsiteX42" fmla="*/ 301761 w 577931"/>
                <a:gd name="connsiteY42" fmla="*/ 181207 h 242030"/>
                <a:gd name="connsiteX43" fmla="*/ 289854 w 577931"/>
                <a:gd name="connsiteY43" fmla="*/ 166920 h 242030"/>
                <a:gd name="connsiteX44" fmla="*/ 223179 w 577931"/>
                <a:gd name="connsiteY44" fmla="*/ 181207 h 242030"/>
                <a:gd name="connsiteX45" fmla="*/ 220852 w 577931"/>
                <a:gd name="connsiteY45" fmla="*/ 197876 h 242030"/>
                <a:gd name="connsiteX46" fmla="*/ 219380 w 577931"/>
                <a:gd name="connsiteY46" fmla="*/ 239479 h 242030"/>
                <a:gd name="connsiteX47" fmla="*/ 218417 w 577931"/>
                <a:gd name="connsiteY47" fmla="*/ 185970 h 242030"/>
                <a:gd name="connsiteX48" fmla="*/ 194604 w 577931"/>
                <a:gd name="connsiteY48" fmla="*/ 183589 h 242030"/>
                <a:gd name="connsiteX49" fmla="*/ 156504 w 577931"/>
                <a:gd name="connsiteY49" fmla="*/ 176445 h 242030"/>
                <a:gd name="connsiteX50" fmla="*/ 154123 w 577931"/>
                <a:gd name="connsiteY50" fmla="*/ 205020 h 242030"/>
                <a:gd name="connsiteX51" fmla="*/ 154123 w 577931"/>
                <a:gd name="connsiteY51" fmla="*/ 239619 h 242030"/>
                <a:gd name="connsiteX52" fmla="*/ 149065 w 577931"/>
                <a:gd name="connsiteY52" fmla="*/ 176583 h 242030"/>
                <a:gd name="connsiteX53" fmla="*/ 116637 w 577931"/>
                <a:gd name="connsiteY53" fmla="*/ 169301 h 242030"/>
                <a:gd name="connsiteX54" fmla="*/ 103041 w 577931"/>
                <a:gd name="connsiteY54" fmla="*/ 177187 h 242030"/>
                <a:gd name="connsiteX55" fmla="*/ 82686 w 577931"/>
                <a:gd name="connsiteY55" fmla="*/ 217487 h 242030"/>
                <a:gd name="connsiteX56" fmla="*/ 100021 w 577931"/>
                <a:gd name="connsiteY56" fmla="*/ 176026 h 242030"/>
                <a:gd name="connsiteX57" fmla="*/ 92211 w 577931"/>
                <a:gd name="connsiteY57" fmla="*/ 169301 h 242030"/>
                <a:gd name="connsiteX58" fmla="*/ 63636 w 577931"/>
                <a:gd name="connsiteY58" fmla="*/ 155014 h 242030"/>
                <a:gd name="connsiteX59" fmla="*/ 46967 w 577931"/>
                <a:gd name="connsiteY59" fmla="*/ 152632 h 242030"/>
                <a:gd name="connsiteX60" fmla="*/ 0 w 577931"/>
                <a:gd name="connsiteY60" fmla="*/ 190311 h 242030"/>
                <a:gd name="connsiteX0" fmla="*/ 0 w 578957"/>
                <a:gd name="connsiteY0" fmla="*/ 191179 h 242030"/>
                <a:gd name="connsiteX1" fmla="*/ 79646 w 578957"/>
                <a:gd name="connsiteY1" fmla="*/ 228610 h 242030"/>
                <a:gd name="connsiteX2" fmla="*/ 200722 w 578957"/>
                <a:gd name="connsiteY2" fmla="*/ 242029 h 242030"/>
                <a:gd name="connsiteX3" fmla="*/ 285789 w 578957"/>
                <a:gd name="connsiteY3" fmla="*/ 227964 h 242030"/>
                <a:gd name="connsiteX4" fmla="*/ 320849 w 578957"/>
                <a:gd name="connsiteY4" fmla="*/ 217994 h 242030"/>
                <a:gd name="connsiteX5" fmla="*/ 375834 w 578957"/>
                <a:gd name="connsiteY5" fmla="*/ 201148 h 242030"/>
                <a:gd name="connsiteX6" fmla="*/ 430132 w 578957"/>
                <a:gd name="connsiteY6" fmla="*/ 175131 h 242030"/>
                <a:gd name="connsiteX7" fmla="*/ 464750 w 578957"/>
                <a:gd name="connsiteY7" fmla="*/ 152632 h 242030"/>
                <a:gd name="connsiteX8" fmla="*/ 479695 w 578957"/>
                <a:gd name="connsiteY8" fmla="*/ 138345 h 242030"/>
                <a:gd name="connsiteX9" fmla="*/ 522558 w 578957"/>
                <a:gd name="connsiteY9" fmla="*/ 93101 h 242030"/>
                <a:gd name="connsiteX10" fmla="*/ 556942 w 578957"/>
                <a:gd name="connsiteY10" fmla="*/ 46989 h 242030"/>
                <a:gd name="connsiteX11" fmla="*/ 577952 w 578957"/>
                <a:gd name="connsiteY11" fmla="*/ 6931 h 242030"/>
                <a:gd name="connsiteX12" fmla="*/ 574712 w 578957"/>
                <a:gd name="connsiteY12" fmla="*/ 10 h 242030"/>
                <a:gd name="connsiteX13" fmla="*/ 566796 w 578957"/>
                <a:gd name="connsiteY13" fmla="*/ 6554 h 242030"/>
                <a:gd name="connsiteX14" fmla="*/ 550437 w 578957"/>
                <a:gd name="connsiteY14" fmla="*/ 7376 h 242030"/>
                <a:gd name="connsiteX15" fmla="*/ 548055 w 578957"/>
                <a:gd name="connsiteY15" fmla="*/ 26426 h 242030"/>
                <a:gd name="connsiteX16" fmla="*/ 531387 w 578957"/>
                <a:gd name="connsiteY16" fmla="*/ 35951 h 242030"/>
                <a:gd name="connsiteX17" fmla="*/ 507574 w 578957"/>
                <a:gd name="connsiteY17" fmla="*/ 38332 h 242030"/>
                <a:gd name="connsiteX18" fmla="*/ 502812 w 578957"/>
                <a:gd name="connsiteY18" fmla="*/ 57382 h 242030"/>
                <a:gd name="connsiteX19" fmla="*/ 507574 w 578957"/>
                <a:gd name="connsiteY19" fmla="*/ 74051 h 242030"/>
                <a:gd name="connsiteX20" fmla="*/ 525259 w 578957"/>
                <a:gd name="connsiteY20" fmla="*/ 79374 h 242030"/>
                <a:gd name="connsiteX21" fmla="*/ 505193 w 578957"/>
                <a:gd name="connsiteY21" fmla="*/ 74051 h 242030"/>
                <a:gd name="connsiteX22" fmla="*/ 493287 w 578957"/>
                <a:gd name="connsiteY22" fmla="*/ 93101 h 242030"/>
                <a:gd name="connsiteX23" fmla="*/ 478999 w 578957"/>
                <a:gd name="connsiteY23" fmla="*/ 105007 h 242030"/>
                <a:gd name="connsiteX24" fmla="*/ 474184 w 578957"/>
                <a:gd name="connsiteY24" fmla="*/ 119714 h 242030"/>
                <a:gd name="connsiteX25" fmla="*/ 478544 w 578957"/>
                <a:gd name="connsiteY25" fmla="*/ 130362 h 242030"/>
                <a:gd name="connsiteX26" fmla="*/ 445662 w 578957"/>
                <a:gd name="connsiteY26" fmla="*/ 116914 h 242030"/>
                <a:gd name="connsiteX27" fmla="*/ 431374 w 578957"/>
                <a:gd name="connsiteY27" fmla="*/ 112151 h 242030"/>
                <a:gd name="connsiteX28" fmla="*/ 417087 w 578957"/>
                <a:gd name="connsiteY28" fmla="*/ 128820 h 242030"/>
                <a:gd name="connsiteX29" fmla="*/ 409943 w 578957"/>
                <a:gd name="connsiteY29" fmla="*/ 145489 h 242030"/>
                <a:gd name="connsiteX30" fmla="*/ 415213 w 578957"/>
                <a:gd name="connsiteY30" fmla="*/ 155014 h 242030"/>
                <a:gd name="connsiteX31" fmla="*/ 408123 w 578957"/>
                <a:gd name="connsiteY31" fmla="*/ 146328 h 242030"/>
                <a:gd name="connsiteX32" fmla="*/ 386130 w 578957"/>
                <a:gd name="connsiteY32" fmla="*/ 159776 h 242030"/>
                <a:gd name="connsiteX33" fmla="*/ 395655 w 578957"/>
                <a:gd name="connsiteY33" fmla="*/ 178826 h 242030"/>
                <a:gd name="connsiteX34" fmla="*/ 383749 w 578957"/>
                <a:gd name="connsiteY34" fmla="*/ 166920 h 242030"/>
                <a:gd name="connsiteX35" fmla="*/ 376150 w 578957"/>
                <a:gd name="connsiteY35" fmla="*/ 156834 h 242030"/>
                <a:gd name="connsiteX36" fmla="*/ 355174 w 578957"/>
                <a:gd name="connsiteY36" fmla="*/ 159776 h 242030"/>
                <a:gd name="connsiteX37" fmla="*/ 346612 w 578957"/>
                <a:gd name="connsiteY37" fmla="*/ 159075 h 242030"/>
                <a:gd name="connsiteX38" fmla="*/ 334198 w 578957"/>
                <a:gd name="connsiteY38" fmla="*/ 160058 h 242030"/>
                <a:gd name="connsiteX39" fmla="*/ 319455 w 578957"/>
                <a:gd name="connsiteY39" fmla="*/ 164539 h 242030"/>
                <a:gd name="connsiteX40" fmla="*/ 305168 w 578957"/>
                <a:gd name="connsiteY40" fmla="*/ 190732 h 242030"/>
                <a:gd name="connsiteX41" fmla="*/ 307549 w 578957"/>
                <a:gd name="connsiteY41" fmla="*/ 221410 h 242030"/>
                <a:gd name="connsiteX42" fmla="*/ 302787 w 578957"/>
                <a:gd name="connsiteY42" fmla="*/ 181207 h 242030"/>
                <a:gd name="connsiteX43" fmla="*/ 290880 w 578957"/>
                <a:gd name="connsiteY43" fmla="*/ 166920 h 242030"/>
                <a:gd name="connsiteX44" fmla="*/ 224205 w 578957"/>
                <a:gd name="connsiteY44" fmla="*/ 181207 h 242030"/>
                <a:gd name="connsiteX45" fmla="*/ 221878 w 578957"/>
                <a:gd name="connsiteY45" fmla="*/ 197876 h 242030"/>
                <a:gd name="connsiteX46" fmla="*/ 220406 w 578957"/>
                <a:gd name="connsiteY46" fmla="*/ 239479 h 242030"/>
                <a:gd name="connsiteX47" fmla="*/ 219443 w 578957"/>
                <a:gd name="connsiteY47" fmla="*/ 185970 h 242030"/>
                <a:gd name="connsiteX48" fmla="*/ 195630 w 578957"/>
                <a:gd name="connsiteY48" fmla="*/ 183589 h 242030"/>
                <a:gd name="connsiteX49" fmla="*/ 157530 w 578957"/>
                <a:gd name="connsiteY49" fmla="*/ 176445 h 242030"/>
                <a:gd name="connsiteX50" fmla="*/ 155149 w 578957"/>
                <a:gd name="connsiteY50" fmla="*/ 205020 h 242030"/>
                <a:gd name="connsiteX51" fmla="*/ 155149 w 578957"/>
                <a:gd name="connsiteY51" fmla="*/ 239619 h 242030"/>
                <a:gd name="connsiteX52" fmla="*/ 150091 w 578957"/>
                <a:gd name="connsiteY52" fmla="*/ 176583 h 242030"/>
                <a:gd name="connsiteX53" fmla="*/ 117663 w 578957"/>
                <a:gd name="connsiteY53" fmla="*/ 169301 h 242030"/>
                <a:gd name="connsiteX54" fmla="*/ 104067 w 578957"/>
                <a:gd name="connsiteY54" fmla="*/ 177187 h 242030"/>
                <a:gd name="connsiteX55" fmla="*/ 83712 w 578957"/>
                <a:gd name="connsiteY55" fmla="*/ 217487 h 242030"/>
                <a:gd name="connsiteX56" fmla="*/ 101047 w 578957"/>
                <a:gd name="connsiteY56" fmla="*/ 176026 h 242030"/>
                <a:gd name="connsiteX57" fmla="*/ 93237 w 578957"/>
                <a:gd name="connsiteY57" fmla="*/ 169301 h 242030"/>
                <a:gd name="connsiteX58" fmla="*/ 64662 w 578957"/>
                <a:gd name="connsiteY58" fmla="*/ 155014 h 242030"/>
                <a:gd name="connsiteX59" fmla="*/ 47993 w 578957"/>
                <a:gd name="connsiteY59" fmla="*/ 152632 h 242030"/>
                <a:gd name="connsiteX60" fmla="*/ 0 w 578957"/>
                <a:gd name="connsiteY60" fmla="*/ 191179 h 242030"/>
                <a:gd name="connsiteX0" fmla="*/ 0 w 564138"/>
                <a:gd name="connsiteY0" fmla="*/ 207879 h 242030"/>
                <a:gd name="connsiteX1" fmla="*/ 64827 w 564138"/>
                <a:gd name="connsiteY1" fmla="*/ 228610 h 242030"/>
                <a:gd name="connsiteX2" fmla="*/ 185903 w 564138"/>
                <a:gd name="connsiteY2" fmla="*/ 242029 h 242030"/>
                <a:gd name="connsiteX3" fmla="*/ 270970 w 564138"/>
                <a:gd name="connsiteY3" fmla="*/ 227964 h 242030"/>
                <a:gd name="connsiteX4" fmla="*/ 306030 w 564138"/>
                <a:gd name="connsiteY4" fmla="*/ 217994 h 242030"/>
                <a:gd name="connsiteX5" fmla="*/ 361015 w 564138"/>
                <a:gd name="connsiteY5" fmla="*/ 201148 h 242030"/>
                <a:gd name="connsiteX6" fmla="*/ 415313 w 564138"/>
                <a:gd name="connsiteY6" fmla="*/ 175131 h 242030"/>
                <a:gd name="connsiteX7" fmla="*/ 449931 w 564138"/>
                <a:gd name="connsiteY7" fmla="*/ 152632 h 242030"/>
                <a:gd name="connsiteX8" fmla="*/ 464876 w 564138"/>
                <a:gd name="connsiteY8" fmla="*/ 138345 h 242030"/>
                <a:gd name="connsiteX9" fmla="*/ 507739 w 564138"/>
                <a:gd name="connsiteY9" fmla="*/ 93101 h 242030"/>
                <a:gd name="connsiteX10" fmla="*/ 542123 w 564138"/>
                <a:gd name="connsiteY10" fmla="*/ 46989 h 242030"/>
                <a:gd name="connsiteX11" fmla="*/ 563133 w 564138"/>
                <a:gd name="connsiteY11" fmla="*/ 6931 h 242030"/>
                <a:gd name="connsiteX12" fmla="*/ 559893 w 564138"/>
                <a:gd name="connsiteY12" fmla="*/ 10 h 242030"/>
                <a:gd name="connsiteX13" fmla="*/ 551977 w 564138"/>
                <a:gd name="connsiteY13" fmla="*/ 6554 h 242030"/>
                <a:gd name="connsiteX14" fmla="*/ 535618 w 564138"/>
                <a:gd name="connsiteY14" fmla="*/ 7376 h 242030"/>
                <a:gd name="connsiteX15" fmla="*/ 533236 w 564138"/>
                <a:gd name="connsiteY15" fmla="*/ 26426 h 242030"/>
                <a:gd name="connsiteX16" fmla="*/ 516568 w 564138"/>
                <a:gd name="connsiteY16" fmla="*/ 35951 h 242030"/>
                <a:gd name="connsiteX17" fmla="*/ 492755 w 564138"/>
                <a:gd name="connsiteY17" fmla="*/ 38332 h 242030"/>
                <a:gd name="connsiteX18" fmla="*/ 487993 w 564138"/>
                <a:gd name="connsiteY18" fmla="*/ 57382 h 242030"/>
                <a:gd name="connsiteX19" fmla="*/ 492755 w 564138"/>
                <a:gd name="connsiteY19" fmla="*/ 74051 h 242030"/>
                <a:gd name="connsiteX20" fmla="*/ 510440 w 564138"/>
                <a:gd name="connsiteY20" fmla="*/ 79374 h 242030"/>
                <a:gd name="connsiteX21" fmla="*/ 490374 w 564138"/>
                <a:gd name="connsiteY21" fmla="*/ 74051 h 242030"/>
                <a:gd name="connsiteX22" fmla="*/ 478468 w 564138"/>
                <a:gd name="connsiteY22" fmla="*/ 93101 h 242030"/>
                <a:gd name="connsiteX23" fmla="*/ 464180 w 564138"/>
                <a:gd name="connsiteY23" fmla="*/ 105007 h 242030"/>
                <a:gd name="connsiteX24" fmla="*/ 459365 w 564138"/>
                <a:gd name="connsiteY24" fmla="*/ 119714 h 242030"/>
                <a:gd name="connsiteX25" fmla="*/ 463725 w 564138"/>
                <a:gd name="connsiteY25" fmla="*/ 130362 h 242030"/>
                <a:gd name="connsiteX26" fmla="*/ 430843 w 564138"/>
                <a:gd name="connsiteY26" fmla="*/ 116914 h 242030"/>
                <a:gd name="connsiteX27" fmla="*/ 416555 w 564138"/>
                <a:gd name="connsiteY27" fmla="*/ 112151 h 242030"/>
                <a:gd name="connsiteX28" fmla="*/ 402268 w 564138"/>
                <a:gd name="connsiteY28" fmla="*/ 128820 h 242030"/>
                <a:gd name="connsiteX29" fmla="*/ 395124 w 564138"/>
                <a:gd name="connsiteY29" fmla="*/ 145489 h 242030"/>
                <a:gd name="connsiteX30" fmla="*/ 400394 w 564138"/>
                <a:gd name="connsiteY30" fmla="*/ 155014 h 242030"/>
                <a:gd name="connsiteX31" fmla="*/ 393304 w 564138"/>
                <a:gd name="connsiteY31" fmla="*/ 146328 h 242030"/>
                <a:gd name="connsiteX32" fmla="*/ 371311 w 564138"/>
                <a:gd name="connsiteY32" fmla="*/ 159776 h 242030"/>
                <a:gd name="connsiteX33" fmla="*/ 380836 w 564138"/>
                <a:gd name="connsiteY33" fmla="*/ 178826 h 242030"/>
                <a:gd name="connsiteX34" fmla="*/ 368930 w 564138"/>
                <a:gd name="connsiteY34" fmla="*/ 166920 h 242030"/>
                <a:gd name="connsiteX35" fmla="*/ 361331 w 564138"/>
                <a:gd name="connsiteY35" fmla="*/ 156834 h 242030"/>
                <a:gd name="connsiteX36" fmla="*/ 340355 w 564138"/>
                <a:gd name="connsiteY36" fmla="*/ 159776 h 242030"/>
                <a:gd name="connsiteX37" fmla="*/ 331793 w 564138"/>
                <a:gd name="connsiteY37" fmla="*/ 159075 h 242030"/>
                <a:gd name="connsiteX38" fmla="*/ 319379 w 564138"/>
                <a:gd name="connsiteY38" fmla="*/ 160058 h 242030"/>
                <a:gd name="connsiteX39" fmla="*/ 304636 w 564138"/>
                <a:gd name="connsiteY39" fmla="*/ 164539 h 242030"/>
                <a:gd name="connsiteX40" fmla="*/ 290349 w 564138"/>
                <a:gd name="connsiteY40" fmla="*/ 190732 h 242030"/>
                <a:gd name="connsiteX41" fmla="*/ 292730 w 564138"/>
                <a:gd name="connsiteY41" fmla="*/ 221410 h 242030"/>
                <a:gd name="connsiteX42" fmla="*/ 287968 w 564138"/>
                <a:gd name="connsiteY42" fmla="*/ 181207 h 242030"/>
                <a:gd name="connsiteX43" fmla="*/ 276061 w 564138"/>
                <a:gd name="connsiteY43" fmla="*/ 166920 h 242030"/>
                <a:gd name="connsiteX44" fmla="*/ 209386 w 564138"/>
                <a:gd name="connsiteY44" fmla="*/ 181207 h 242030"/>
                <a:gd name="connsiteX45" fmla="*/ 207059 w 564138"/>
                <a:gd name="connsiteY45" fmla="*/ 197876 h 242030"/>
                <a:gd name="connsiteX46" fmla="*/ 205587 w 564138"/>
                <a:gd name="connsiteY46" fmla="*/ 239479 h 242030"/>
                <a:gd name="connsiteX47" fmla="*/ 204624 w 564138"/>
                <a:gd name="connsiteY47" fmla="*/ 185970 h 242030"/>
                <a:gd name="connsiteX48" fmla="*/ 180811 w 564138"/>
                <a:gd name="connsiteY48" fmla="*/ 183589 h 242030"/>
                <a:gd name="connsiteX49" fmla="*/ 142711 w 564138"/>
                <a:gd name="connsiteY49" fmla="*/ 176445 h 242030"/>
                <a:gd name="connsiteX50" fmla="*/ 140330 w 564138"/>
                <a:gd name="connsiteY50" fmla="*/ 205020 h 242030"/>
                <a:gd name="connsiteX51" fmla="*/ 140330 w 564138"/>
                <a:gd name="connsiteY51" fmla="*/ 239619 h 242030"/>
                <a:gd name="connsiteX52" fmla="*/ 135272 w 564138"/>
                <a:gd name="connsiteY52" fmla="*/ 176583 h 242030"/>
                <a:gd name="connsiteX53" fmla="*/ 102844 w 564138"/>
                <a:gd name="connsiteY53" fmla="*/ 169301 h 242030"/>
                <a:gd name="connsiteX54" fmla="*/ 89248 w 564138"/>
                <a:gd name="connsiteY54" fmla="*/ 177187 h 242030"/>
                <a:gd name="connsiteX55" fmla="*/ 68893 w 564138"/>
                <a:gd name="connsiteY55" fmla="*/ 217487 h 242030"/>
                <a:gd name="connsiteX56" fmla="*/ 86228 w 564138"/>
                <a:gd name="connsiteY56" fmla="*/ 176026 h 242030"/>
                <a:gd name="connsiteX57" fmla="*/ 78418 w 564138"/>
                <a:gd name="connsiteY57" fmla="*/ 169301 h 242030"/>
                <a:gd name="connsiteX58" fmla="*/ 49843 w 564138"/>
                <a:gd name="connsiteY58" fmla="*/ 155014 h 242030"/>
                <a:gd name="connsiteX59" fmla="*/ 33174 w 564138"/>
                <a:gd name="connsiteY59" fmla="*/ 152632 h 242030"/>
                <a:gd name="connsiteX60" fmla="*/ 0 w 564138"/>
                <a:gd name="connsiteY60" fmla="*/ 207879 h 242030"/>
                <a:gd name="connsiteX0" fmla="*/ 0 w 552919"/>
                <a:gd name="connsiteY0" fmla="*/ 207355 h 242030"/>
                <a:gd name="connsiteX1" fmla="*/ 53608 w 552919"/>
                <a:gd name="connsiteY1" fmla="*/ 228610 h 242030"/>
                <a:gd name="connsiteX2" fmla="*/ 174684 w 552919"/>
                <a:gd name="connsiteY2" fmla="*/ 242029 h 242030"/>
                <a:gd name="connsiteX3" fmla="*/ 259751 w 552919"/>
                <a:gd name="connsiteY3" fmla="*/ 227964 h 242030"/>
                <a:gd name="connsiteX4" fmla="*/ 294811 w 552919"/>
                <a:gd name="connsiteY4" fmla="*/ 217994 h 242030"/>
                <a:gd name="connsiteX5" fmla="*/ 349796 w 552919"/>
                <a:gd name="connsiteY5" fmla="*/ 201148 h 242030"/>
                <a:gd name="connsiteX6" fmla="*/ 404094 w 552919"/>
                <a:gd name="connsiteY6" fmla="*/ 175131 h 242030"/>
                <a:gd name="connsiteX7" fmla="*/ 438712 w 552919"/>
                <a:gd name="connsiteY7" fmla="*/ 152632 h 242030"/>
                <a:gd name="connsiteX8" fmla="*/ 453657 w 552919"/>
                <a:gd name="connsiteY8" fmla="*/ 138345 h 242030"/>
                <a:gd name="connsiteX9" fmla="*/ 496520 w 552919"/>
                <a:gd name="connsiteY9" fmla="*/ 93101 h 242030"/>
                <a:gd name="connsiteX10" fmla="*/ 530904 w 552919"/>
                <a:gd name="connsiteY10" fmla="*/ 46989 h 242030"/>
                <a:gd name="connsiteX11" fmla="*/ 551914 w 552919"/>
                <a:gd name="connsiteY11" fmla="*/ 6931 h 242030"/>
                <a:gd name="connsiteX12" fmla="*/ 548674 w 552919"/>
                <a:gd name="connsiteY12" fmla="*/ 10 h 242030"/>
                <a:gd name="connsiteX13" fmla="*/ 540758 w 552919"/>
                <a:gd name="connsiteY13" fmla="*/ 6554 h 242030"/>
                <a:gd name="connsiteX14" fmla="*/ 524399 w 552919"/>
                <a:gd name="connsiteY14" fmla="*/ 7376 h 242030"/>
                <a:gd name="connsiteX15" fmla="*/ 522017 w 552919"/>
                <a:gd name="connsiteY15" fmla="*/ 26426 h 242030"/>
                <a:gd name="connsiteX16" fmla="*/ 505349 w 552919"/>
                <a:gd name="connsiteY16" fmla="*/ 35951 h 242030"/>
                <a:gd name="connsiteX17" fmla="*/ 481536 w 552919"/>
                <a:gd name="connsiteY17" fmla="*/ 38332 h 242030"/>
                <a:gd name="connsiteX18" fmla="*/ 476774 w 552919"/>
                <a:gd name="connsiteY18" fmla="*/ 57382 h 242030"/>
                <a:gd name="connsiteX19" fmla="*/ 481536 w 552919"/>
                <a:gd name="connsiteY19" fmla="*/ 74051 h 242030"/>
                <a:gd name="connsiteX20" fmla="*/ 499221 w 552919"/>
                <a:gd name="connsiteY20" fmla="*/ 79374 h 242030"/>
                <a:gd name="connsiteX21" fmla="*/ 479155 w 552919"/>
                <a:gd name="connsiteY21" fmla="*/ 74051 h 242030"/>
                <a:gd name="connsiteX22" fmla="*/ 467249 w 552919"/>
                <a:gd name="connsiteY22" fmla="*/ 93101 h 242030"/>
                <a:gd name="connsiteX23" fmla="*/ 452961 w 552919"/>
                <a:gd name="connsiteY23" fmla="*/ 105007 h 242030"/>
                <a:gd name="connsiteX24" fmla="*/ 448146 w 552919"/>
                <a:gd name="connsiteY24" fmla="*/ 119714 h 242030"/>
                <a:gd name="connsiteX25" fmla="*/ 452506 w 552919"/>
                <a:gd name="connsiteY25" fmla="*/ 130362 h 242030"/>
                <a:gd name="connsiteX26" fmla="*/ 419624 w 552919"/>
                <a:gd name="connsiteY26" fmla="*/ 116914 h 242030"/>
                <a:gd name="connsiteX27" fmla="*/ 405336 w 552919"/>
                <a:gd name="connsiteY27" fmla="*/ 112151 h 242030"/>
                <a:gd name="connsiteX28" fmla="*/ 391049 w 552919"/>
                <a:gd name="connsiteY28" fmla="*/ 128820 h 242030"/>
                <a:gd name="connsiteX29" fmla="*/ 383905 w 552919"/>
                <a:gd name="connsiteY29" fmla="*/ 145489 h 242030"/>
                <a:gd name="connsiteX30" fmla="*/ 389175 w 552919"/>
                <a:gd name="connsiteY30" fmla="*/ 155014 h 242030"/>
                <a:gd name="connsiteX31" fmla="*/ 382085 w 552919"/>
                <a:gd name="connsiteY31" fmla="*/ 146328 h 242030"/>
                <a:gd name="connsiteX32" fmla="*/ 360092 w 552919"/>
                <a:gd name="connsiteY32" fmla="*/ 159776 h 242030"/>
                <a:gd name="connsiteX33" fmla="*/ 369617 w 552919"/>
                <a:gd name="connsiteY33" fmla="*/ 178826 h 242030"/>
                <a:gd name="connsiteX34" fmla="*/ 357711 w 552919"/>
                <a:gd name="connsiteY34" fmla="*/ 166920 h 242030"/>
                <a:gd name="connsiteX35" fmla="*/ 350112 w 552919"/>
                <a:gd name="connsiteY35" fmla="*/ 156834 h 242030"/>
                <a:gd name="connsiteX36" fmla="*/ 329136 w 552919"/>
                <a:gd name="connsiteY36" fmla="*/ 159776 h 242030"/>
                <a:gd name="connsiteX37" fmla="*/ 320574 w 552919"/>
                <a:gd name="connsiteY37" fmla="*/ 159075 h 242030"/>
                <a:gd name="connsiteX38" fmla="*/ 308160 w 552919"/>
                <a:gd name="connsiteY38" fmla="*/ 160058 h 242030"/>
                <a:gd name="connsiteX39" fmla="*/ 293417 w 552919"/>
                <a:gd name="connsiteY39" fmla="*/ 164539 h 242030"/>
                <a:gd name="connsiteX40" fmla="*/ 279130 w 552919"/>
                <a:gd name="connsiteY40" fmla="*/ 190732 h 242030"/>
                <a:gd name="connsiteX41" fmla="*/ 281511 w 552919"/>
                <a:gd name="connsiteY41" fmla="*/ 221410 h 242030"/>
                <a:gd name="connsiteX42" fmla="*/ 276749 w 552919"/>
                <a:gd name="connsiteY42" fmla="*/ 181207 h 242030"/>
                <a:gd name="connsiteX43" fmla="*/ 264842 w 552919"/>
                <a:gd name="connsiteY43" fmla="*/ 166920 h 242030"/>
                <a:gd name="connsiteX44" fmla="*/ 198167 w 552919"/>
                <a:gd name="connsiteY44" fmla="*/ 181207 h 242030"/>
                <a:gd name="connsiteX45" fmla="*/ 195840 w 552919"/>
                <a:gd name="connsiteY45" fmla="*/ 197876 h 242030"/>
                <a:gd name="connsiteX46" fmla="*/ 194368 w 552919"/>
                <a:gd name="connsiteY46" fmla="*/ 239479 h 242030"/>
                <a:gd name="connsiteX47" fmla="*/ 193405 w 552919"/>
                <a:gd name="connsiteY47" fmla="*/ 185970 h 242030"/>
                <a:gd name="connsiteX48" fmla="*/ 169592 w 552919"/>
                <a:gd name="connsiteY48" fmla="*/ 183589 h 242030"/>
                <a:gd name="connsiteX49" fmla="*/ 131492 w 552919"/>
                <a:gd name="connsiteY49" fmla="*/ 176445 h 242030"/>
                <a:gd name="connsiteX50" fmla="*/ 129111 w 552919"/>
                <a:gd name="connsiteY50" fmla="*/ 205020 h 242030"/>
                <a:gd name="connsiteX51" fmla="*/ 129111 w 552919"/>
                <a:gd name="connsiteY51" fmla="*/ 239619 h 242030"/>
                <a:gd name="connsiteX52" fmla="*/ 124053 w 552919"/>
                <a:gd name="connsiteY52" fmla="*/ 176583 h 242030"/>
                <a:gd name="connsiteX53" fmla="*/ 91625 w 552919"/>
                <a:gd name="connsiteY53" fmla="*/ 169301 h 242030"/>
                <a:gd name="connsiteX54" fmla="*/ 78029 w 552919"/>
                <a:gd name="connsiteY54" fmla="*/ 177187 h 242030"/>
                <a:gd name="connsiteX55" fmla="*/ 57674 w 552919"/>
                <a:gd name="connsiteY55" fmla="*/ 217487 h 242030"/>
                <a:gd name="connsiteX56" fmla="*/ 75009 w 552919"/>
                <a:gd name="connsiteY56" fmla="*/ 176026 h 242030"/>
                <a:gd name="connsiteX57" fmla="*/ 67199 w 552919"/>
                <a:gd name="connsiteY57" fmla="*/ 169301 h 242030"/>
                <a:gd name="connsiteX58" fmla="*/ 38624 w 552919"/>
                <a:gd name="connsiteY58" fmla="*/ 155014 h 242030"/>
                <a:gd name="connsiteX59" fmla="*/ 21955 w 552919"/>
                <a:gd name="connsiteY59" fmla="*/ 152632 h 242030"/>
                <a:gd name="connsiteX60" fmla="*/ 0 w 552919"/>
                <a:gd name="connsiteY60" fmla="*/ 207355 h 242030"/>
                <a:gd name="connsiteX0" fmla="*/ 147 w 553066"/>
                <a:gd name="connsiteY0" fmla="*/ 207355 h 242030"/>
                <a:gd name="connsiteX1" fmla="*/ 53755 w 553066"/>
                <a:gd name="connsiteY1" fmla="*/ 228610 h 242030"/>
                <a:gd name="connsiteX2" fmla="*/ 174831 w 553066"/>
                <a:gd name="connsiteY2" fmla="*/ 242029 h 242030"/>
                <a:gd name="connsiteX3" fmla="*/ 259898 w 553066"/>
                <a:gd name="connsiteY3" fmla="*/ 227964 h 242030"/>
                <a:gd name="connsiteX4" fmla="*/ 294958 w 553066"/>
                <a:gd name="connsiteY4" fmla="*/ 217994 h 242030"/>
                <a:gd name="connsiteX5" fmla="*/ 349943 w 553066"/>
                <a:gd name="connsiteY5" fmla="*/ 201148 h 242030"/>
                <a:gd name="connsiteX6" fmla="*/ 404241 w 553066"/>
                <a:gd name="connsiteY6" fmla="*/ 175131 h 242030"/>
                <a:gd name="connsiteX7" fmla="*/ 438859 w 553066"/>
                <a:gd name="connsiteY7" fmla="*/ 152632 h 242030"/>
                <a:gd name="connsiteX8" fmla="*/ 453804 w 553066"/>
                <a:gd name="connsiteY8" fmla="*/ 138345 h 242030"/>
                <a:gd name="connsiteX9" fmla="*/ 496667 w 553066"/>
                <a:gd name="connsiteY9" fmla="*/ 93101 h 242030"/>
                <a:gd name="connsiteX10" fmla="*/ 531051 w 553066"/>
                <a:gd name="connsiteY10" fmla="*/ 46989 h 242030"/>
                <a:gd name="connsiteX11" fmla="*/ 552061 w 553066"/>
                <a:gd name="connsiteY11" fmla="*/ 6931 h 242030"/>
                <a:gd name="connsiteX12" fmla="*/ 548821 w 553066"/>
                <a:gd name="connsiteY12" fmla="*/ 10 h 242030"/>
                <a:gd name="connsiteX13" fmla="*/ 540905 w 553066"/>
                <a:gd name="connsiteY13" fmla="*/ 6554 h 242030"/>
                <a:gd name="connsiteX14" fmla="*/ 524546 w 553066"/>
                <a:gd name="connsiteY14" fmla="*/ 7376 h 242030"/>
                <a:gd name="connsiteX15" fmla="*/ 522164 w 553066"/>
                <a:gd name="connsiteY15" fmla="*/ 26426 h 242030"/>
                <a:gd name="connsiteX16" fmla="*/ 505496 w 553066"/>
                <a:gd name="connsiteY16" fmla="*/ 35951 h 242030"/>
                <a:gd name="connsiteX17" fmla="*/ 481683 w 553066"/>
                <a:gd name="connsiteY17" fmla="*/ 38332 h 242030"/>
                <a:gd name="connsiteX18" fmla="*/ 476921 w 553066"/>
                <a:gd name="connsiteY18" fmla="*/ 57382 h 242030"/>
                <a:gd name="connsiteX19" fmla="*/ 481683 w 553066"/>
                <a:gd name="connsiteY19" fmla="*/ 74051 h 242030"/>
                <a:gd name="connsiteX20" fmla="*/ 499368 w 553066"/>
                <a:gd name="connsiteY20" fmla="*/ 79374 h 242030"/>
                <a:gd name="connsiteX21" fmla="*/ 479302 w 553066"/>
                <a:gd name="connsiteY21" fmla="*/ 74051 h 242030"/>
                <a:gd name="connsiteX22" fmla="*/ 467396 w 553066"/>
                <a:gd name="connsiteY22" fmla="*/ 93101 h 242030"/>
                <a:gd name="connsiteX23" fmla="*/ 453108 w 553066"/>
                <a:gd name="connsiteY23" fmla="*/ 105007 h 242030"/>
                <a:gd name="connsiteX24" fmla="*/ 448293 w 553066"/>
                <a:gd name="connsiteY24" fmla="*/ 119714 h 242030"/>
                <a:gd name="connsiteX25" fmla="*/ 452653 w 553066"/>
                <a:gd name="connsiteY25" fmla="*/ 130362 h 242030"/>
                <a:gd name="connsiteX26" fmla="*/ 419771 w 553066"/>
                <a:gd name="connsiteY26" fmla="*/ 116914 h 242030"/>
                <a:gd name="connsiteX27" fmla="*/ 405483 w 553066"/>
                <a:gd name="connsiteY27" fmla="*/ 112151 h 242030"/>
                <a:gd name="connsiteX28" fmla="*/ 391196 w 553066"/>
                <a:gd name="connsiteY28" fmla="*/ 128820 h 242030"/>
                <a:gd name="connsiteX29" fmla="*/ 384052 w 553066"/>
                <a:gd name="connsiteY29" fmla="*/ 145489 h 242030"/>
                <a:gd name="connsiteX30" fmla="*/ 389322 w 553066"/>
                <a:gd name="connsiteY30" fmla="*/ 155014 h 242030"/>
                <a:gd name="connsiteX31" fmla="*/ 382232 w 553066"/>
                <a:gd name="connsiteY31" fmla="*/ 146328 h 242030"/>
                <a:gd name="connsiteX32" fmla="*/ 360239 w 553066"/>
                <a:gd name="connsiteY32" fmla="*/ 159776 h 242030"/>
                <a:gd name="connsiteX33" fmla="*/ 369764 w 553066"/>
                <a:gd name="connsiteY33" fmla="*/ 178826 h 242030"/>
                <a:gd name="connsiteX34" fmla="*/ 357858 w 553066"/>
                <a:gd name="connsiteY34" fmla="*/ 166920 h 242030"/>
                <a:gd name="connsiteX35" fmla="*/ 350259 w 553066"/>
                <a:gd name="connsiteY35" fmla="*/ 156834 h 242030"/>
                <a:gd name="connsiteX36" fmla="*/ 329283 w 553066"/>
                <a:gd name="connsiteY36" fmla="*/ 159776 h 242030"/>
                <a:gd name="connsiteX37" fmla="*/ 320721 w 553066"/>
                <a:gd name="connsiteY37" fmla="*/ 159075 h 242030"/>
                <a:gd name="connsiteX38" fmla="*/ 308307 w 553066"/>
                <a:gd name="connsiteY38" fmla="*/ 160058 h 242030"/>
                <a:gd name="connsiteX39" fmla="*/ 293564 w 553066"/>
                <a:gd name="connsiteY39" fmla="*/ 164539 h 242030"/>
                <a:gd name="connsiteX40" fmla="*/ 279277 w 553066"/>
                <a:gd name="connsiteY40" fmla="*/ 190732 h 242030"/>
                <a:gd name="connsiteX41" fmla="*/ 281658 w 553066"/>
                <a:gd name="connsiteY41" fmla="*/ 221410 h 242030"/>
                <a:gd name="connsiteX42" fmla="*/ 276896 w 553066"/>
                <a:gd name="connsiteY42" fmla="*/ 181207 h 242030"/>
                <a:gd name="connsiteX43" fmla="*/ 264989 w 553066"/>
                <a:gd name="connsiteY43" fmla="*/ 166920 h 242030"/>
                <a:gd name="connsiteX44" fmla="*/ 198314 w 553066"/>
                <a:gd name="connsiteY44" fmla="*/ 181207 h 242030"/>
                <a:gd name="connsiteX45" fmla="*/ 195987 w 553066"/>
                <a:gd name="connsiteY45" fmla="*/ 197876 h 242030"/>
                <a:gd name="connsiteX46" fmla="*/ 194515 w 553066"/>
                <a:gd name="connsiteY46" fmla="*/ 239479 h 242030"/>
                <a:gd name="connsiteX47" fmla="*/ 193552 w 553066"/>
                <a:gd name="connsiteY47" fmla="*/ 185970 h 242030"/>
                <a:gd name="connsiteX48" fmla="*/ 169739 w 553066"/>
                <a:gd name="connsiteY48" fmla="*/ 183589 h 242030"/>
                <a:gd name="connsiteX49" fmla="*/ 131639 w 553066"/>
                <a:gd name="connsiteY49" fmla="*/ 176445 h 242030"/>
                <a:gd name="connsiteX50" fmla="*/ 129258 w 553066"/>
                <a:gd name="connsiteY50" fmla="*/ 205020 h 242030"/>
                <a:gd name="connsiteX51" fmla="*/ 129258 w 553066"/>
                <a:gd name="connsiteY51" fmla="*/ 239619 h 242030"/>
                <a:gd name="connsiteX52" fmla="*/ 124200 w 553066"/>
                <a:gd name="connsiteY52" fmla="*/ 176583 h 242030"/>
                <a:gd name="connsiteX53" fmla="*/ 91772 w 553066"/>
                <a:gd name="connsiteY53" fmla="*/ 169301 h 242030"/>
                <a:gd name="connsiteX54" fmla="*/ 78176 w 553066"/>
                <a:gd name="connsiteY54" fmla="*/ 177187 h 242030"/>
                <a:gd name="connsiteX55" fmla="*/ 57821 w 553066"/>
                <a:gd name="connsiteY55" fmla="*/ 217487 h 242030"/>
                <a:gd name="connsiteX56" fmla="*/ 75156 w 553066"/>
                <a:gd name="connsiteY56" fmla="*/ 176026 h 242030"/>
                <a:gd name="connsiteX57" fmla="*/ 67346 w 553066"/>
                <a:gd name="connsiteY57" fmla="*/ 169301 h 242030"/>
                <a:gd name="connsiteX58" fmla="*/ 38771 w 553066"/>
                <a:gd name="connsiteY58" fmla="*/ 155014 h 242030"/>
                <a:gd name="connsiteX59" fmla="*/ 147 w 553066"/>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91987 w 553281"/>
                <a:gd name="connsiteY53" fmla="*/ 169301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561 w 553281"/>
                <a:gd name="connsiteY57" fmla="*/ 169301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91987 w 553281"/>
                <a:gd name="connsiteY53" fmla="*/ 169301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89947 w 553281"/>
                <a:gd name="connsiteY53" fmla="*/ 172005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362 w 553281"/>
                <a:gd name="connsiteY0" fmla="*/ 207355 h 242030"/>
                <a:gd name="connsiteX1" fmla="*/ 53970 w 553281"/>
                <a:gd name="connsiteY1" fmla="*/ 228610 h 242030"/>
                <a:gd name="connsiteX2" fmla="*/ 175046 w 553281"/>
                <a:gd name="connsiteY2" fmla="*/ 242029 h 242030"/>
                <a:gd name="connsiteX3" fmla="*/ 260113 w 553281"/>
                <a:gd name="connsiteY3" fmla="*/ 227964 h 242030"/>
                <a:gd name="connsiteX4" fmla="*/ 295173 w 553281"/>
                <a:gd name="connsiteY4" fmla="*/ 217994 h 242030"/>
                <a:gd name="connsiteX5" fmla="*/ 350158 w 553281"/>
                <a:gd name="connsiteY5" fmla="*/ 201148 h 242030"/>
                <a:gd name="connsiteX6" fmla="*/ 404456 w 553281"/>
                <a:gd name="connsiteY6" fmla="*/ 175131 h 242030"/>
                <a:gd name="connsiteX7" fmla="*/ 439074 w 553281"/>
                <a:gd name="connsiteY7" fmla="*/ 152632 h 242030"/>
                <a:gd name="connsiteX8" fmla="*/ 454019 w 553281"/>
                <a:gd name="connsiteY8" fmla="*/ 138345 h 242030"/>
                <a:gd name="connsiteX9" fmla="*/ 496882 w 553281"/>
                <a:gd name="connsiteY9" fmla="*/ 93101 h 242030"/>
                <a:gd name="connsiteX10" fmla="*/ 531266 w 553281"/>
                <a:gd name="connsiteY10" fmla="*/ 46989 h 242030"/>
                <a:gd name="connsiteX11" fmla="*/ 552276 w 553281"/>
                <a:gd name="connsiteY11" fmla="*/ 6931 h 242030"/>
                <a:gd name="connsiteX12" fmla="*/ 549036 w 553281"/>
                <a:gd name="connsiteY12" fmla="*/ 10 h 242030"/>
                <a:gd name="connsiteX13" fmla="*/ 541120 w 553281"/>
                <a:gd name="connsiteY13" fmla="*/ 6554 h 242030"/>
                <a:gd name="connsiteX14" fmla="*/ 524761 w 553281"/>
                <a:gd name="connsiteY14" fmla="*/ 7376 h 242030"/>
                <a:gd name="connsiteX15" fmla="*/ 522379 w 553281"/>
                <a:gd name="connsiteY15" fmla="*/ 26426 h 242030"/>
                <a:gd name="connsiteX16" fmla="*/ 505711 w 553281"/>
                <a:gd name="connsiteY16" fmla="*/ 35951 h 242030"/>
                <a:gd name="connsiteX17" fmla="*/ 481898 w 553281"/>
                <a:gd name="connsiteY17" fmla="*/ 38332 h 242030"/>
                <a:gd name="connsiteX18" fmla="*/ 477136 w 553281"/>
                <a:gd name="connsiteY18" fmla="*/ 57382 h 242030"/>
                <a:gd name="connsiteX19" fmla="*/ 481898 w 553281"/>
                <a:gd name="connsiteY19" fmla="*/ 74051 h 242030"/>
                <a:gd name="connsiteX20" fmla="*/ 499583 w 553281"/>
                <a:gd name="connsiteY20" fmla="*/ 79374 h 242030"/>
                <a:gd name="connsiteX21" fmla="*/ 479517 w 553281"/>
                <a:gd name="connsiteY21" fmla="*/ 74051 h 242030"/>
                <a:gd name="connsiteX22" fmla="*/ 467611 w 553281"/>
                <a:gd name="connsiteY22" fmla="*/ 93101 h 242030"/>
                <a:gd name="connsiteX23" fmla="*/ 453323 w 553281"/>
                <a:gd name="connsiteY23" fmla="*/ 105007 h 242030"/>
                <a:gd name="connsiteX24" fmla="*/ 448508 w 553281"/>
                <a:gd name="connsiteY24" fmla="*/ 119714 h 242030"/>
                <a:gd name="connsiteX25" fmla="*/ 452868 w 553281"/>
                <a:gd name="connsiteY25" fmla="*/ 130362 h 242030"/>
                <a:gd name="connsiteX26" fmla="*/ 419986 w 553281"/>
                <a:gd name="connsiteY26" fmla="*/ 116914 h 242030"/>
                <a:gd name="connsiteX27" fmla="*/ 405698 w 553281"/>
                <a:gd name="connsiteY27" fmla="*/ 112151 h 242030"/>
                <a:gd name="connsiteX28" fmla="*/ 391411 w 553281"/>
                <a:gd name="connsiteY28" fmla="*/ 128820 h 242030"/>
                <a:gd name="connsiteX29" fmla="*/ 384267 w 553281"/>
                <a:gd name="connsiteY29" fmla="*/ 145489 h 242030"/>
                <a:gd name="connsiteX30" fmla="*/ 389537 w 553281"/>
                <a:gd name="connsiteY30" fmla="*/ 155014 h 242030"/>
                <a:gd name="connsiteX31" fmla="*/ 382447 w 553281"/>
                <a:gd name="connsiteY31" fmla="*/ 146328 h 242030"/>
                <a:gd name="connsiteX32" fmla="*/ 360454 w 553281"/>
                <a:gd name="connsiteY32" fmla="*/ 159776 h 242030"/>
                <a:gd name="connsiteX33" fmla="*/ 369979 w 553281"/>
                <a:gd name="connsiteY33" fmla="*/ 178826 h 242030"/>
                <a:gd name="connsiteX34" fmla="*/ 358073 w 553281"/>
                <a:gd name="connsiteY34" fmla="*/ 166920 h 242030"/>
                <a:gd name="connsiteX35" fmla="*/ 350474 w 553281"/>
                <a:gd name="connsiteY35" fmla="*/ 156834 h 242030"/>
                <a:gd name="connsiteX36" fmla="*/ 329498 w 553281"/>
                <a:gd name="connsiteY36" fmla="*/ 159776 h 242030"/>
                <a:gd name="connsiteX37" fmla="*/ 320936 w 553281"/>
                <a:gd name="connsiteY37" fmla="*/ 159075 h 242030"/>
                <a:gd name="connsiteX38" fmla="*/ 308522 w 553281"/>
                <a:gd name="connsiteY38" fmla="*/ 160058 h 242030"/>
                <a:gd name="connsiteX39" fmla="*/ 293779 w 553281"/>
                <a:gd name="connsiteY39" fmla="*/ 164539 h 242030"/>
                <a:gd name="connsiteX40" fmla="*/ 279492 w 553281"/>
                <a:gd name="connsiteY40" fmla="*/ 190732 h 242030"/>
                <a:gd name="connsiteX41" fmla="*/ 281873 w 553281"/>
                <a:gd name="connsiteY41" fmla="*/ 221410 h 242030"/>
                <a:gd name="connsiteX42" fmla="*/ 277111 w 553281"/>
                <a:gd name="connsiteY42" fmla="*/ 181207 h 242030"/>
                <a:gd name="connsiteX43" fmla="*/ 265204 w 553281"/>
                <a:gd name="connsiteY43" fmla="*/ 166920 h 242030"/>
                <a:gd name="connsiteX44" fmla="*/ 198529 w 553281"/>
                <a:gd name="connsiteY44" fmla="*/ 181207 h 242030"/>
                <a:gd name="connsiteX45" fmla="*/ 196202 w 553281"/>
                <a:gd name="connsiteY45" fmla="*/ 197876 h 242030"/>
                <a:gd name="connsiteX46" fmla="*/ 194730 w 553281"/>
                <a:gd name="connsiteY46" fmla="*/ 239479 h 242030"/>
                <a:gd name="connsiteX47" fmla="*/ 193767 w 553281"/>
                <a:gd name="connsiteY47" fmla="*/ 185970 h 242030"/>
                <a:gd name="connsiteX48" fmla="*/ 169954 w 553281"/>
                <a:gd name="connsiteY48" fmla="*/ 183589 h 242030"/>
                <a:gd name="connsiteX49" fmla="*/ 131854 w 553281"/>
                <a:gd name="connsiteY49" fmla="*/ 176445 h 242030"/>
                <a:gd name="connsiteX50" fmla="*/ 129473 w 553281"/>
                <a:gd name="connsiteY50" fmla="*/ 205020 h 242030"/>
                <a:gd name="connsiteX51" fmla="*/ 129473 w 553281"/>
                <a:gd name="connsiteY51" fmla="*/ 239619 h 242030"/>
                <a:gd name="connsiteX52" fmla="*/ 124415 w 553281"/>
                <a:gd name="connsiteY52" fmla="*/ 176583 h 242030"/>
                <a:gd name="connsiteX53" fmla="*/ 89947 w 553281"/>
                <a:gd name="connsiteY53" fmla="*/ 172005 h 242030"/>
                <a:gd name="connsiteX54" fmla="*/ 78391 w 553281"/>
                <a:gd name="connsiteY54" fmla="*/ 177187 h 242030"/>
                <a:gd name="connsiteX55" fmla="*/ 58036 w 553281"/>
                <a:gd name="connsiteY55" fmla="*/ 217487 h 242030"/>
                <a:gd name="connsiteX56" fmla="*/ 75371 w 553281"/>
                <a:gd name="connsiteY56" fmla="*/ 176026 h 242030"/>
                <a:gd name="connsiteX57" fmla="*/ 67764 w 553281"/>
                <a:gd name="connsiteY57" fmla="*/ 171900 h 242030"/>
                <a:gd name="connsiteX58" fmla="*/ 19877 w 553281"/>
                <a:gd name="connsiteY58" fmla="*/ 169820 h 242030"/>
                <a:gd name="connsiteX59" fmla="*/ 362 w 553281"/>
                <a:gd name="connsiteY59" fmla="*/ 207355 h 242030"/>
                <a:gd name="connsiteX0" fmla="*/ 264 w 558115"/>
                <a:gd name="connsiteY0" fmla="*/ 216281 h 242029"/>
                <a:gd name="connsiteX1" fmla="*/ 58804 w 558115"/>
                <a:gd name="connsiteY1" fmla="*/ 228610 h 242029"/>
                <a:gd name="connsiteX2" fmla="*/ 179880 w 558115"/>
                <a:gd name="connsiteY2" fmla="*/ 242029 h 242029"/>
                <a:gd name="connsiteX3" fmla="*/ 264947 w 558115"/>
                <a:gd name="connsiteY3" fmla="*/ 227964 h 242029"/>
                <a:gd name="connsiteX4" fmla="*/ 300007 w 558115"/>
                <a:gd name="connsiteY4" fmla="*/ 217994 h 242029"/>
                <a:gd name="connsiteX5" fmla="*/ 354992 w 558115"/>
                <a:gd name="connsiteY5" fmla="*/ 201148 h 242029"/>
                <a:gd name="connsiteX6" fmla="*/ 409290 w 558115"/>
                <a:gd name="connsiteY6" fmla="*/ 175131 h 242029"/>
                <a:gd name="connsiteX7" fmla="*/ 443908 w 558115"/>
                <a:gd name="connsiteY7" fmla="*/ 152632 h 242029"/>
                <a:gd name="connsiteX8" fmla="*/ 458853 w 558115"/>
                <a:gd name="connsiteY8" fmla="*/ 138345 h 242029"/>
                <a:gd name="connsiteX9" fmla="*/ 501716 w 558115"/>
                <a:gd name="connsiteY9" fmla="*/ 93101 h 242029"/>
                <a:gd name="connsiteX10" fmla="*/ 536100 w 558115"/>
                <a:gd name="connsiteY10" fmla="*/ 46989 h 242029"/>
                <a:gd name="connsiteX11" fmla="*/ 557110 w 558115"/>
                <a:gd name="connsiteY11" fmla="*/ 6931 h 242029"/>
                <a:gd name="connsiteX12" fmla="*/ 553870 w 558115"/>
                <a:gd name="connsiteY12" fmla="*/ 10 h 242029"/>
                <a:gd name="connsiteX13" fmla="*/ 545954 w 558115"/>
                <a:gd name="connsiteY13" fmla="*/ 6554 h 242029"/>
                <a:gd name="connsiteX14" fmla="*/ 529595 w 558115"/>
                <a:gd name="connsiteY14" fmla="*/ 7376 h 242029"/>
                <a:gd name="connsiteX15" fmla="*/ 527213 w 558115"/>
                <a:gd name="connsiteY15" fmla="*/ 26426 h 242029"/>
                <a:gd name="connsiteX16" fmla="*/ 510545 w 558115"/>
                <a:gd name="connsiteY16" fmla="*/ 35951 h 242029"/>
                <a:gd name="connsiteX17" fmla="*/ 486732 w 558115"/>
                <a:gd name="connsiteY17" fmla="*/ 38332 h 242029"/>
                <a:gd name="connsiteX18" fmla="*/ 481970 w 558115"/>
                <a:gd name="connsiteY18" fmla="*/ 57382 h 242029"/>
                <a:gd name="connsiteX19" fmla="*/ 486732 w 558115"/>
                <a:gd name="connsiteY19" fmla="*/ 74051 h 242029"/>
                <a:gd name="connsiteX20" fmla="*/ 504417 w 558115"/>
                <a:gd name="connsiteY20" fmla="*/ 79374 h 242029"/>
                <a:gd name="connsiteX21" fmla="*/ 484351 w 558115"/>
                <a:gd name="connsiteY21" fmla="*/ 74051 h 242029"/>
                <a:gd name="connsiteX22" fmla="*/ 472445 w 558115"/>
                <a:gd name="connsiteY22" fmla="*/ 93101 h 242029"/>
                <a:gd name="connsiteX23" fmla="*/ 458157 w 558115"/>
                <a:gd name="connsiteY23" fmla="*/ 105007 h 242029"/>
                <a:gd name="connsiteX24" fmla="*/ 453342 w 558115"/>
                <a:gd name="connsiteY24" fmla="*/ 119714 h 242029"/>
                <a:gd name="connsiteX25" fmla="*/ 457702 w 558115"/>
                <a:gd name="connsiteY25" fmla="*/ 130362 h 242029"/>
                <a:gd name="connsiteX26" fmla="*/ 424820 w 558115"/>
                <a:gd name="connsiteY26" fmla="*/ 116914 h 242029"/>
                <a:gd name="connsiteX27" fmla="*/ 410532 w 558115"/>
                <a:gd name="connsiteY27" fmla="*/ 112151 h 242029"/>
                <a:gd name="connsiteX28" fmla="*/ 396245 w 558115"/>
                <a:gd name="connsiteY28" fmla="*/ 128820 h 242029"/>
                <a:gd name="connsiteX29" fmla="*/ 389101 w 558115"/>
                <a:gd name="connsiteY29" fmla="*/ 145489 h 242029"/>
                <a:gd name="connsiteX30" fmla="*/ 394371 w 558115"/>
                <a:gd name="connsiteY30" fmla="*/ 155014 h 242029"/>
                <a:gd name="connsiteX31" fmla="*/ 387281 w 558115"/>
                <a:gd name="connsiteY31" fmla="*/ 146328 h 242029"/>
                <a:gd name="connsiteX32" fmla="*/ 365288 w 558115"/>
                <a:gd name="connsiteY32" fmla="*/ 159776 h 242029"/>
                <a:gd name="connsiteX33" fmla="*/ 374813 w 558115"/>
                <a:gd name="connsiteY33" fmla="*/ 178826 h 242029"/>
                <a:gd name="connsiteX34" fmla="*/ 362907 w 558115"/>
                <a:gd name="connsiteY34" fmla="*/ 166920 h 242029"/>
                <a:gd name="connsiteX35" fmla="*/ 355308 w 558115"/>
                <a:gd name="connsiteY35" fmla="*/ 156834 h 242029"/>
                <a:gd name="connsiteX36" fmla="*/ 334332 w 558115"/>
                <a:gd name="connsiteY36" fmla="*/ 159776 h 242029"/>
                <a:gd name="connsiteX37" fmla="*/ 325770 w 558115"/>
                <a:gd name="connsiteY37" fmla="*/ 159075 h 242029"/>
                <a:gd name="connsiteX38" fmla="*/ 313356 w 558115"/>
                <a:gd name="connsiteY38" fmla="*/ 160058 h 242029"/>
                <a:gd name="connsiteX39" fmla="*/ 298613 w 558115"/>
                <a:gd name="connsiteY39" fmla="*/ 164539 h 242029"/>
                <a:gd name="connsiteX40" fmla="*/ 284326 w 558115"/>
                <a:gd name="connsiteY40" fmla="*/ 190732 h 242029"/>
                <a:gd name="connsiteX41" fmla="*/ 286707 w 558115"/>
                <a:gd name="connsiteY41" fmla="*/ 221410 h 242029"/>
                <a:gd name="connsiteX42" fmla="*/ 281945 w 558115"/>
                <a:gd name="connsiteY42" fmla="*/ 181207 h 242029"/>
                <a:gd name="connsiteX43" fmla="*/ 270038 w 558115"/>
                <a:gd name="connsiteY43" fmla="*/ 166920 h 242029"/>
                <a:gd name="connsiteX44" fmla="*/ 203363 w 558115"/>
                <a:gd name="connsiteY44" fmla="*/ 181207 h 242029"/>
                <a:gd name="connsiteX45" fmla="*/ 201036 w 558115"/>
                <a:gd name="connsiteY45" fmla="*/ 197876 h 242029"/>
                <a:gd name="connsiteX46" fmla="*/ 199564 w 558115"/>
                <a:gd name="connsiteY46" fmla="*/ 239479 h 242029"/>
                <a:gd name="connsiteX47" fmla="*/ 198601 w 558115"/>
                <a:gd name="connsiteY47" fmla="*/ 185970 h 242029"/>
                <a:gd name="connsiteX48" fmla="*/ 174788 w 558115"/>
                <a:gd name="connsiteY48" fmla="*/ 183589 h 242029"/>
                <a:gd name="connsiteX49" fmla="*/ 136688 w 558115"/>
                <a:gd name="connsiteY49" fmla="*/ 176445 h 242029"/>
                <a:gd name="connsiteX50" fmla="*/ 134307 w 558115"/>
                <a:gd name="connsiteY50" fmla="*/ 205020 h 242029"/>
                <a:gd name="connsiteX51" fmla="*/ 134307 w 558115"/>
                <a:gd name="connsiteY51" fmla="*/ 239619 h 242029"/>
                <a:gd name="connsiteX52" fmla="*/ 129249 w 558115"/>
                <a:gd name="connsiteY52" fmla="*/ 176583 h 242029"/>
                <a:gd name="connsiteX53" fmla="*/ 94781 w 558115"/>
                <a:gd name="connsiteY53" fmla="*/ 172005 h 242029"/>
                <a:gd name="connsiteX54" fmla="*/ 83225 w 558115"/>
                <a:gd name="connsiteY54" fmla="*/ 177187 h 242029"/>
                <a:gd name="connsiteX55" fmla="*/ 62870 w 558115"/>
                <a:gd name="connsiteY55" fmla="*/ 217487 h 242029"/>
                <a:gd name="connsiteX56" fmla="*/ 80205 w 558115"/>
                <a:gd name="connsiteY56" fmla="*/ 176026 h 242029"/>
                <a:gd name="connsiteX57" fmla="*/ 72598 w 558115"/>
                <a:gd name="connsiteY57" fmla="*/ 171900 h 242029"/>
                <a:gd name="connsiteX58" fmla="*/ 24711 w 558115"/>
                <a:gd name="connsiteY58" fmla="*/ 169820 h 242029"/>
                <a:gd name="connsiteX59" fmla="*/ 264 w 558115"/>
                <a:gd name="connsiteY59" fmla="*/ 216281 h 242029"/>
                <a:gd name="connsiteX0" fmla="*/ 264 w 558115"/>
                <a:gd name="connsiteY0" fmla="*/ 216281 h 242029"/>
                <a:gd name="connsiteX1" fmla="*/ 58804 w 558115"/>
                <a:gd name="connsiteY1" fmla="*/ 228610 h 242029"/>
                <a:gd name="connsiteX2" fmla="*/ 179880 w 558115"/>
                <a:gd name="connsiteY2" fmla="*/ 242029 h 242029"/>
                <a:gd name="connsiteX3" fmla="*/ 264947 w 558115"/>
                <a:gd name="connsiteY3" fmla="*/ 227964 h 242029"/>
                <a:gd name="connsiteX4" fmla="*/ 300007 w 558115"/>
                <a:gd name="connsiteY4" fmla="*/ 217994 h 242029"/>
                <a:gd name="connsiteX5" fmla="*/ 354992 w 558115"/>
                <a:gd name="connsiteY5" fmla="*/ 201148 h 242029"/>
                <a:gd name="connsiteX6" fmla="*/ 409290 w 558115"/>
                <a:gd name="connsiteY6" fmla="*/ 175131 h 242029"/>
                <a:gd name="connsiteX7" fmla="*/ 443908 w 558115"/>
                <a:gd name="connsiteY7" fmla="*/ 152632 h 242029"/>
                <a:gd name="connsiteX8" fmla="*/ 458853 w 558115"/>
                <a:gd name="connsiteY8" fmla="*/ 138345 h 242029"/>
                <a:gd name="connsiteX9" fmla="*/ 501716 w 558115"/>
                <a:gd name="connsiteY9" fmla="*/ 93101 h 242029"/>
                <a:gd name="connsiteX10" fmla="*/ 536100 w 558115"/>
                <a:gd name="connsiteY10" fmla="*/ 46989 h 242029"/>
                <a:gd name="connsiteX11" fmla="*/ 557110 w 558115"/>
                <a:gd name="connsiteY11" fmla="*/ 6931 h 242029"/>
                <a:gd name="connsiteX12" fmla="*/ 553870 w 558115"/>
                <a:gd name="connsiteY12" fmla="*/ 10 h 242029"/>
                <a:gd name="connsiteX13" fmla="*/ 545954 w 558115"/>
                <a:gd name="connsiteY13" fmla="*/ 6554 h 242029"/>
                <a:gd name="connsiteX14" fmla="*/ 529595 w 558115"/>
                <a:gd name="connsiteY14" fmla="*/ 7376 h 242029"/>
                <a:gd name="connsiteX15" fmla="*/ 527213 w 558115"/>
                <a:gd name="connsiteY15" fmla="*/ 26426 h 242029"/>
                <a:gd name="connsiteX16" fmla="*/ 510545 w 558115"/>
                <a:gd name="connsiteY16" fmla="*/ 35951 h 242029"/>
                <a:gd name="connsiteX17" fmla="*/ 486732 w 558115"/>
                <a:gd name="connsiteY17" fmla="*/ 38332 h 242029"/>
                <a:gd name="connsiteX18" fmla="*/ 481970 w 558115"/>
                <a:gd name="connsiteY18" fmla="*/ 57382 h 242029"/>
                <a:gd name="connsiteX19" fmla="*/ 486732 w 558115"/>
                <a:gd name="connsiteY19" fmla="*/ 74051 h 242029"/>
                <a:gd name="connsiteX20" fmla="*/ 504417 w 558115"/>
                <a:gd name="connsiteY20" fmla="*/ 79374 h 242029"/>
                <a:gd name="connsiteX21" fmla="*/ 484351 w 558115"/>
                <a:gd name="connsiteY21" fmla="*/ 74051 h 242029"/>
                <a:gd name="connsiteX22" fmla="*/ 472445 w 558115"/>
                <a:gd name="connsiteY22" fmla="*/ 93101 h 242029"/>
                <a:gd name="connsiteX23" fmla="*/ 458157 w 558115"/>
                <a:gd name="connsiteY23" fmla="*/ 105007 h 242029"/>
                <a:gd name="connsiteX24" fmla="*/ 453342 w 558115"/>
                <a:gd name="connsiteY24" fmla="*/ 119714 h 242029"/>
                <a:gd name="connsiteX25" fmla="*/ 457702 w 558115"/>
                <a:gd name="connsiteY25" fmla="*/ 130362 h 242029"/>
                <a:gd name="connsiteX26" fmla="*/ 424820 w 558115"/>
                <a:gd name="connsiteY26" fmla="*/ 116914 h 242029"/>
                <a:gd name="connsiteX27" fmla="*/ 410532 w 558115"/>
                <a:gd name="connsiteY27" fmla="*/ 112151 h 242029"/>
                <a:gd name="connsiteX28" fmla="*/ 396245 w 558115"/>
                <a:gd name="connsiteY28" fmla="*/ 128820 h 242029"/>
                <a:gd name="connsiteX29" fmla="*/ 389101 w 558115"/>
                <a:gd name="connsiteY29" fmla="*/ 145489 h 242029"/>
                <a:gd name="connsiteX30" fmla="*/ 394371 w 558115"/>
                <a:gd name="connsiteY30" fmla="*/ 155014 h 242029"/>
                <a:gd name="connsiteX31" fmla="*/ 387281 w 558115"/>
                <a:gd name="connsiteY31" fmla="*/ 146328 h 242029"/>
                <a:gd name="connsiteX32" fmla="*/ 365288 w 558115"/>
                <a:gd name="connsiteY32" fmla="*/ 159776 h 242029"/>
                <a:gd name="connsiteX33" fmla="*/ 374813 w 558115"/>
                <a:gd name="connsiteY33" fmla="*/ 178826 h 242029"/>
                <a:gd name="connsiteX34" fmla="*/ 362907 w 558115"/>
                <a:gd name="connsiteY34" fmla="*/ 166920 h 242029"/>
                <a:gd name="connsiteX35" fmla="*/ 355308 w 558115"/>
                <a:gd name="connsiteY35" fmla="*/ 156834 h 242029"/>
                <a:gd name="connsiteX36" fmla="*/ 334332 w 558115"/>
                <a:gd name="connsiteY36" fmla="*/ 159776 h 242029"/>
                <a:gd name="connsiteX37" fmla="*/ 325770 w 558115"/>
                <a:gd name="connsiteY37" fmla="*/ 159075 h 242029"/>
                <a:gd name="connsiteX38" fmla="*/ 313356 w 558115"/>
                <a:gd name="connsiteY38" fmla="*/ 160058 h 242029"/>
                <a:gd name="connsiteX39" fmla="*/ 298613 w 558115"/>
                <a:gd name="connsiteY39" fmla="*/ 164539 h 242029"/>
                <a:gd name="connsiteX40" fmla="*/ 284326 w 558115"/>
                <a:gd name="connsiteY40" fmla="*/ 190732 h 242029"/>
                <a:gd name="connsiteX41" fmla="*/ 286707 w 558115"/>
                <a:gd name="connsiteY41" fmla="*/ 221410 h 242029"/>
                <a:gd name="connsiteX42" fmla="*/ 281945 w 558115"/>
                <a:gd name="connsiteY42" fmla="*/ 181207 h 242029"/>
                <a:gd name="connsiteX43" fmla="*/ 270038 w 558115"/>
                <a:gd name="connsiteY43" fmla="*/ 166920 h 242029"/>
                <a:gd name="connsiteX44" fmla="*/ 203363 w 558115"/>
                <a:gd name="connsiteY44" fmla="*/ 181207 h 242029"/>
                <a:gd name="connsiteX45" fmla="*/ 201036 w 558115"/>
                <a:gd name="connsiteY45" fmla="*/ 197876 h 242029"/>
                <a:gd name="connsiteX46" fmla="*/ 199564 w 558115"/>
                <a:gd name="connsiteY46" fmla="*/ 239479 h 242029"/>
                <a:gd name="connsiteX47" fmla="*/ 198601 w 558115"/>
                <a:gd name="connsiteY47" fmla="*/ 185970 h 242029"/>
                <a:gd name="connsiteX48" fmla="*/ 174788 w 558115"/>
                <a:gd name="connsiteY48" fmla="*/ 183589 h 242029"/>
                <a:gd name="connsiteX49" fmla="*/ 136688 w 558115"/>
                <a:gd name="connsiteY49" fmla="*/ 176445 h 242029"/>
                <a:gd name="connsiteX50" fmla="*/ 134307 w 558115"/>
                <a:gd name="connsiteY50" fmla="*/ 205020 h 242029"/>
                <a:gd name="connsiteX51" fmla="*/ 134307 w 558115"/>
                <a:gd name="connsiteY51" fmla="*/ 239619 h 242029"/>
                <a:gd name="connsiteX52" fmla="*/ 129249 w 558115"/>
                <a:gd name="connsiteY52" fmla="*/ 176583 h 242029"/>
                <a:gd name="connsiteX53" fmla="*/ 94781 w 558115"/>
                <a:gd name="connsiteY53" fmla="*/ 172005 h 242029"/>
                <a:gd name="connsiteX54" fmla="*/ 83225 w 558115"/>
                <a:gd name="connsiteY54" fmla="*/ 177187 h 242029"/>
                <a:gd name="connsiteX55" fmla="*/ 62870 w 558115"/>
                <a:gd name="connsiteY55" fmla="*/ 217487 h 242029"/>
                <a:gd name="connsiteX56" fmla="*/ 80205 w 558115"/>
                <a:gd name="connsiteY56" fmla="*/ 176026 h 242029"/>
                <a:gd name="connsiteX57" fmla="*/ 72598 w 558115"/>
                <a:gd name="connsiteY57" fmla="*/ 171900 h 242029"/>
                <a:gd name="connsiteX58" fmla="*/ 24711 w 558115"/>
                <a:gd name="connsiteY58" fmla="*/ 169820 h 242029"/>
                <a:gd name="connsiteX59" fmla="*/ 264 w 558115"/>
                <a:gd name="connsiteY59" fmla="*/ 216281 h 242029"/>
                <a:gd name="connsiteX0" fmla="*/ 4379 w 562230"/>
                <a:gd name="connsiteY0" fmla="*/ 216281 h 242029"/>
                <a:gd name="connsiteX1" fmla="*/ 62919 w 562230"/>
                <a:gd name="connsiteY1" fmla="*/ 228610 h 242029"/>
                <a:gd name="connsiteX2" fmla="*/ 183995 w 562230"/>
                <a:gd name="connsiteY2" fmla="*/ 242029 h 242029"/>
                <a:gd name="connsiteX3" fmla="*/ 269062 w 562230"/>
                <a:gd name="connsiteY3" fmla="*/ 227964 h 242029"/>
                <a:gd name="connsiteX4" fmla="*/ 304122 w 562230"/>
                <a:gd name="connsiteY4" fmla="*/ 217994 h 242029"/>
                <a:gd name="connsiteX5" fmla="*/ 359107 w 562230"/>
                <a:gd name="connsiteY5" fmla="*/ 201148 h 242029"/>
                <a:gd name="connsiteX6" fmla="*/ 413405 w 562230"/>
                <a:gd name="connsiteY6" fmla="*/ 175131 h 242029"/>
                <a:gd name="connsiteX7" fmla="*/ 448023 w 562230"/>
                <a:gd name="connsiteY7" fmla="*/ 152632 h 242029"/>
                <a:gd name="connsiteX8" fmla="*/ 462968 w 562230"/>
                <a:gd name="connsiteY8" fmla="*/ 138345 h 242029"/>
                <a:gd name="connsiteX9" fmla="*/ 505831 w 562230"/>
                <a:gd name="connsiteY9" fmla="*/ 93101 h 242029"/>
                <a:gd name="connsiteX10" fmla="*/ 540215 w 562230"/>
                <a:gd name="connsiteY10" fmla="*/ 46989 h 242029"/>
                <a:gd name="connsiteX11" fmla="*/ 561225 w 562230"/>
                <a:gd name="connsiteY11" fmla="*/ 6931 h 242029"/>
                <a:gd name="connsiteX12" fmla="*/ 557985 w 562230"/>
                <a:gd name="connsiteY12" fmla="*/ 10 h 242029"/>
                <a:gd name="connsiteX13" fmla="*/ 550069 w 562230"/>
                <a:gd name="connsiteY13" fmla="*/ 6554 h 242029"/>
                <a:gd name="connsiteX14" fmla="*/ 533710 w 562230"/>
                <a:gd name="connsiteY14" fmla="*/ 7376 h 242029"/>
                <a:gd name="connsiteX15" fmla="*/ 531328 w 562230"/>
                <a:gd name="connsiteY15" fmla="*/ 26426 h 242029"/>
                <a:gd name="connsiteX16" fmla="*/ 514660 w 562230"/>
                <a:gd name="connsiteY16" fmla="*/ 35951 h 242029"/>
                <a:gd name="connsiteX17" fmla="*/ 490847 w 562230"/>
                <a:gd name="connsiteY17" fmla="*/ 38332 h 242029"/>
                <a:gd name="connsiteX18" fmla="*/ 486085 w 562230"/>
                <a:gd name="connsiteY18" fmla="*/ 57382 h 242029"/>
                <a:gd name="connsiteX19" fmla="*/ 490847 w 562230"/>
                <a:gd name="connsiteY19" fmla="*/ 74051 h 242029"/>
                <a:gd name="connsiteX20" fmla="*/ 508532 w 562230"/>
                <a:gd name="connsiteY20" fmla="*/ 79374 h 242029"/>
                <a:gd name="connsiteX21" fmla="*/ 488466 w 562230"/>
                <a:gd name="connsiteY21" fmla="*/ 74051 h 242029"/>
                <a:gd name="connsiteX22" fmla="*/ 476560 w 562230"/>
                <a:gd name="connsiteY22" fmla="*/ 93101 h 242029"/>
                <a:gd name="connsiteX23" fmla="*/ 462272 w 562230"/>
                <a:gd name="connsiteY23" fmla="*/ 105007 h 242029"/>
                <a:gd name="connsiteX24" fmla="*/ 457457 w 562230"/>
                <a:gd name="connsiteY24" fmla="*/ 119714 h 242029"/>
                <a:gd name="connsiteX25" fmla="*/ 461817 w 562230"/>
                <a:gd name="connsiteY25" fmla="*/ 130362 h 242029"/>
                <a:gd name="connsiteX26" fmla="*/ 428935 w 562230"/>
                <a:gd name="connsiteY26" fmla="*/ 116914 h 242029"/>
                <a:gd name="connsiteX27" fmla="*/ 414647 w 562230"/>
                <a:gd name="connsiteY27" fmla="*/ 112151 h 242029"/>
                <a:gd name="connsiteX28" fmla="*/ 400360 w 562230"/>
                <a:gd name="connsiteY28" fmla="*/ 128820 h 242029"/>
                <a:gd name="connsiteX29" fmla="*/ 393216 w 562230"/>
                <a:gd name="connsiteY29" fmla="*/ 145489 h 242029"/>
                <a:gd name="connsiteX30" fmla="*/ 398486 w 562230"/>
                <a:gd name="connsiteY30" fmla="*/ 155014 h 242029"/>
                <a:gd name="connsiteX31" fmla="*/ 391396 w 562230"/>
                <a:gd name="connsiteY31" fmla="*/ 146328 h 242029"/>
                <a:gd name="connsiteX32" fmla="*/ 369403 w 562230"/>
                <a:gd name="connsiteY32" fmla="*/ 159776 h 242029"/>
                <a:gd name="connsiteX33" fmla="*/ 378928 w 562230"/>
                <a:gd name="connsiteY33" fmla="*/ 178826 h 242029"/>
                <a:gd name="connsiteX34" fmla="*/ 367022 w 562230"/>
                <a:gd name="connsiteY34" fmla="*/ 166920 h 242029"/>
                <a:gd name="connsiteX35" fmla="*/ 359423 w 562230"/>
                <a:gd name="connsiteY35" fmla="*/ 156834 h 242029"/>
                <a:gd name="connsiteX36" fmla="*/ 338447 w 562230"/>
                <a:gd name="connsiteY36" fmla="*/ 159776 h 242029"/>
                <a:gd name="connsiteX37" fmla="*/ 329885 w 562230"/>
                <a:gd name="connsiteY37" fmla="*/ 159075 h 242029"/>
                <a:gd name="connsiteX38" fmla="*/ 317471 w 562230"/>
                <a:gd name="connsiteY38" fmla="*/ 160058 h 242029"/>
                <a:gd name="connsiteX39" fmla="*/ 302728 w 562230"/>
                <a:gd name="connsiteY39" fmla="*/ 164539 h 242029"/>
                <a:gd name="connsiteX40" fmla="*/ 288441 w 562230"/>
                <a:gd name="connsiteY40" fmla="*/ 190732 h 242029"/>
                <a:gd name="connsiteX41" fmla="*/ 290822 w 562230"/>
                <a:gd name="connsiteY41" fmla="*/ 221410 h 242029"/>
                <a:gd name="connsiteX42" fmla="*/ 286060 w 562230"/>
                <a:gd name="connsiteY42" fmla="*/ 181207 h 242029"/>
                <a:gd name="connsiteX43" fmla="*/ 274153 w 562230"/>
                <a:gd name="connsiteY43" fmla="*/ 166920 h 242029"/>
                <a:gd name="connsiteX44" fmla="*/ 207478 w 562230"/>
                <a:gd name="connsiteY44" fmla="*/ 181207 h 242029"/>
                <a:gd name="connsiteX45" fmla="*/ 205151 w 562230"/>
                <a:gd name="connsiteY45" fmla="*/ 197876 h 242029"/>
                <a:gd name="connsiteX46" fmla="*/ 203679 w 562230"/>
                <a:gd name="connsiteY46" fmla="*/ 239479 h 242029"/>
                <a:gd name="connsiteX47" fmla="*/ 202716 w 562230"/>
                <a:gd name="connsiteY47" fmla="*/ 185970 h 242029"/>
                <a:gd name="connsiteX48" fmla="*/ 178903 w 562230"/>
                <a:gd name="connsiteY48" fmla="*/ 183589 h 242029"/>
                <a:gd name="connsiteX49" fmla="*/ 140803 w 562230"/>
                <a:gd name="connsiteY49" fmla="*/ 176445 h 242029"/>
                <a:gd name="connsiteX50" fmla="*/ 138422 w 562230"/>
                <a:gd name="connsiteY50" fmla="*/ 205020 h 242029"/>
                <a:gd name="connsiteX51" fmla="*/ 138422 w 562230"/>
                <a:gd name="connsiteY51" fmla="*/ 239619 h 242029"/>
                <a:gd name="connsiteX52" fmla="*/ 133364 w 562230"/>
                <a:gd name="connsiteY52" fmla="*/ 176583 h 242029"/>
                <a:gd name="connsiteX53" fmla="*/ 98896 w 562230"/>
                <a:gd name="connsiteY53" fmla="*/ 172005 h 242029"/>
                <a:gd name="connsiteX54" fmla="*/ 87340 w 562230"/>
                <a:gd name="connsiteY54" fmla="*/ 177187 h 242029"/>
                <a:gd name="connsiteX55" fmla="*/ 66985 w 562230"/>
                <a:gd name="connsiteY55" fmla="*/ 217487 h 242029"/>
                <a:gd name="connsiteX56" fmla="*/ 84320 w 562230"/>
                <a:gd name="connsiteY56" fmla="*/ 176026 h 242029"/>
                <a:gd name="connsiteX57" fmla="*/ 76713 w 562230"/>
                <a:gd name="connsiteY57" fmla="*/ 171900 h 242029"/>
                <a:gd name="connsiteX58" fmla="*/ 28826 w 562230"/>
                <a:gd name="connsiteY58" fmla="*/ 169820 h 242029"/>
                <a:gd name="connsiteX59" fmla="*/ 5633 w 562230"/>
                <a:gd name="connsiteY59" fmla="*/ 178614 h 242029"/>
                <a:gd name="connsiteX60" fmla="*/ 4379 w 562230"/>
                <a:gd name="connsiteY60" fmla="*/ 216281 h 242029"/>
                <a:gd name="connsiteX0" fmla="*/ 4379 w 562230"/>
                <a:gd name="connsiteY0" fmla="*/ 216281 h 242029"/>
                <a:gd name="connsiteX1" fmla="*/ 62919 w 562230"/>
                <a:gd name="connsiteY1" fmla="*/ 228610 h 242029"/>
                <a:gd name="connsiteX2" fmla="*/ 183995 w 562230"/>
                <a:gd name="connsiteY2" fmla="*/ 242029 h 242029"/>
                <a:gd name="connsiteX3" fmla="*/ 269062 w 562230"/>
                <a:gd name="connsiteY3" fmla="*/ 227964 h 242029"/>
                <a:gd name="connsiteX4" fmla="*/ 304122 w 562230"/>
                <a:gd name="connsiteY4" fmla="*/ 217994 h 242029"/>
                <a:gd name="connsiteX5" fmla="*/ 359107 w 562230"/>
                <a:gd name="connsiteY5" fmla="*/ 201148 h 242029"/>
                <a:gd name="connsiteX6" fmla="*/ 413405 w 562230"/>
                <a:gd name="connsiteY6" fmla="*/ 175131 h 242029"/>
                <a:gd name="connsiteX7" fmla="*/ 448023 w 562230"/>
                <a:gd name="connsiteY7" fmla="*/ 152632 h 242029"/>
                <a:gd name="connsiteX8" fmla="*/ 462968 w 562230"/>
                <a:gd name="connsiteY8" fmla="*/ 138345 h 242029"/>
                <a:gd name="connsiteX9" fmla="*/ 505831 w 562230"/>
                <a:gd name="connsiteY9" fmla="*/ 93101 h 242029"/>
                <a:gd name="connsiteX10" fmla="*/ 540215 w 562230"/>
                <a:gd name="connsiteY10" fmla="*/ 46989 h 242029"/>
                <a:gd name="connsiteX11" fmla="*/ 561225 w 562230"/>
                <a:gd name="connsiteY11" fmla="*/ 6931 h 242029"/>
                <a:gd name="connsiteX12" fmla="*/ 557985 w 562230"/>
                <a:gd name="connsiteY12" fmla="*/ 10 h 242029"/>
                <a:gd name="connsiteX13" fmla="*/ 550069 w 562230"/>
                <a:gd name="connsiteY13" fmla="*/ 6554 h 242029"/>
                <a:gd name="connsiteX14" fmla="*/ 533710 w 562230"/>
                <a:gd name="connsiteY14" fmla="*/ 7376 h 242029"/>
                <a:gd name="connsiteX15" fmla="*/ 531328 w 562230"/>
                <a:gd name="connsiteY15" fmla="*/ 26426 h 242029"/>
                <a:gd name="connsiteX16" fmla="*/ 514660 w 562230"/>
                <a:gd name="connsiteY16" fmla="*/ 35951 h 242029"/>
                <a:gd name="connsiteX17" fmla="*/ 490847 w 562230"/>
                <a:gd name="connsiteY17" fmla="*/ 38332 h 242029"/>
                <a:gd name="connsiteX18" fmla="*/ 486085 w 562230"/>
                <a:gd name="connsiteY18" fmla="*/ 57382 h 242029"/>
                <a:gd name="connsiteX19" fmla="*/ 490847 w 562230"/>
                <a:gd name="connsiteY19" fmla="*/ 74051 h 242029"/>
                <a:gd name="connsiteX20" fmla="*/ 508532 w 562230"/>
                <a:gd name="connsiteY20" fmla="*/ 79374 h 242029"/>
                <a:gd name="connsiteX21" fmla="*/ 488466 w 562230"/>
                <a:gd name="connsiteY21" fmla="*/ 74051 h 242029"/>
                <a:gd name="connsiteX22" fmla="*/ 476560 w 562230"/>
                <a:gd name="connsiteY22" fmla="*/ 93101 h 242029"/>
                <a:gd name="connsiteX23" fmla="*/ 462272 w 562230"/>
                <a:gd name="connsiteY23" fmla="*/ 105007 h 242029"/>
                <a:gd name="connsiteX24" fmla="*/ 457457 w 562230"/>
                <a:gd name="connsiteY24" fmla="*/ 119714 h 242029"/>
                <a:gd name="connsiteX25" fmla="*/ 461817 w 562230"/>
                <a:gd name="connsiteY25" fmla="*/ 130362 h 242029"/>
                <a:gd name="connsiteX26" fmla="*/ 428935 w 562230"/>
                <a:gd name="connsiteY26" fmla="*/ 116914 h 242029"/>
                <a:gd name="connsiteX27" fmla="*/ 414647 w 562230"/>
                <a:gd name="connsiteY27" fmla="*/ 112151 h 242029"/>
                <a:gd name="connsiteX28" fmla="*/ 400360 w 562230"/>
                <a:gd name="connsiteY28" fmla="*/ 128820 h 242029"/>
                <a:gd name="connsiteX29" fmla="*/ 393216 w 562230"/>
                <a:gd name="connsiteY29" fmla="*/ 145489 h 242029"/>
                <a:gd name="connsiteX30" fmla="*/ 398486 w 562230"/>
                <a:gd name="connsiteY30" fmla="*/ 155014 h 242029"/>
                <a:gd name="connsiteX31" fmla="*/ 391396 w 562230"/>
                <a:gd name="connsiteY31" fmla="*/ 146328 h 242029"/>
                <a:gd name="connsiteX32" fmla="*/ 369403 w 562230"/>
                <a:gd name="connsiteY32" fmla="*/ 159776 h 242029"/>
                <a:gd name="connsiteX33" fmla="*/ 378928 w 562230"/>
                <a:gd name="connsiteY33" fmla="*/ 178826 h 242029"/>
                <a:gd name="connsiteX34" fmla="*/ 367022 w 562230"/>
                <a:gd name="connsiteY34" fmla="*/ 166920 h 242029"/>
                <a:gd name="connsiteX35" fmla="*/ 359423 w 562230"/>
                <a:gd name="connsiteY35" fmla="*/ 156834 h 242029"/>
                <a:gd name="connsiteX36" fmla="*/ 338447 w 562230"/>
                <a:gd name="connsiteY36" fmla="*/ 159776 h 242029"/>
                <a:gd name="connsiteX37" fmla="*/ 329885 w 562230"/>
                <a:gd name="connsiteY37" fmla="*/ 159075 h 242029"/>
                <a:gd name="connsiteX38" fmla="*/ 317471 w 562230"/>
                <a:gd name="connsiteY38" fmla="*/ 160058 h 242029"/>
                <a:gd name="connsiteX39" fmla="*/ 302728 w 562230"/>
                <a:gd name="connsiteY39" fmla="*/ 164539 h 242029"/>
                <a:gd name="connsiteX40" fmla="*/ 288441 w 562230"/>
                <a:gd name="connsiteY40" fmla="*/ 190732 h 242029"/>
                <a:gd name="connsiteX41" fmla="*/ 290822 w 562230"/>
                <a:gd name="connsiteY41" fmla="*/ 221410 h 242029"/>
                <a:gd name="connsiteX42" fmla="*/ 286060 w 562230"/>
                <a:gd name="connsiteY42" fmla="*/ 181207 h 242029"/>
                <a:gd name="connsiteX43" fmla="*/ 274153 w 562230"/>
                <a:gd name="connsiteY43" fmla="*/ 166920 h 242029"/>
                <a:gd name="connsiteX44" fmla="*/ 207478 w 562230"/>
                <a:gd name="connsiteY44" fmla="*/ 181207 h 242029"/>
                <a:gd name="connsiteX45" fmla="*/ 205151 w 562230"/>
                <a:gd name="connsiteY45" fmla="*/ 197876 h 242029"/>
                <a:gd name="connsiteX46" fmla="*/ 203679 w 562230"/>
                <a:gd name="connsiteY46" fmla="*/ 239479 h 242029"/>
                <a:gd name="connsiteX47" fmla="*/ 202716 w 562230"/>
                <a:gd name="connsiteY47" fmla="*/ 185970 h 242029"/>
                <a:gd name="connsiteX48" fmla="*/ 178903 w 562230"/>
                <a:gd name="connsiteY48" fmla="*/ 183589 h 242029"/>
                <a:gd name="connsiteX49" fmla="*/ 140803 w 562230"/>
                <a:gd name="connsiteY49" fmla="*/ 176445 h 242029"/>
                <a:gd name="connsiteX50" fmla="*/ 138422 w 562230"/>
                <a:gd name="connsiteY50" fmla="*/ 205020 h 242029"/>
                <a:gd name="connsiteX51" fmla="*/ 138422 w 562230"/>
                <a:gd name="connsiteY51" fmla="*/ 239619 h 242029"/>
                <a:gd name="connsiteX52" fmla="*/ 133364 w 562230"/>
                <a:gd name="connsiteY52" fmla="*/ 176583 h 242029"/>
                <a:gd name="connsiteX53" fmla="*/ 98896 w 562230"/>
                <a:gd name="connsiteY53" fmla="*/ 172005 h 242029"/>
                <a:gd name="connsiteX54" fmla="*/ 87340 w 562230"/>
                <a:gd name="connsiteY54" fmla="*/ 177187 h 242029"/>
                <a:gd name="connsiteX55" fmla="*/ 66985 w 562230"/>
                <a:gd name="connsiteY55" fmla="*/ 217487 h 242029"/>
                <a:gd name="connsiteX56" fmla="*/ 84320 w 562230"/>
                <a:gd name="connsiteY56" fmla="*/ 176026 h 242029"/>
                <a:gd name="connsiteX57" fmla="*/ 76713 w 562230"/>
                <a:gd name="connsiteY57" fmla="*/ 171900 h 242029"/>
                <a:gd name="connsiteX58" fmla="*/ 28826 w 562230"/>
                <a:gd name="connsiteY58" fmla="*/ 169820 h 242029"/>
                <a:gd name="connsiteX59" fmla="*/ 5633 w 562230"/>
                <a:gd name="connsiteY59" fmla="*/ 178614 h 242029"/>
                <a:gd name="connsiteX60" fmla="*/ 4379 w 562230"/>
                <a:gd name="connsiteY60" fmla="*/ 216281 h 242029"/>
                <a:gd name="connsiteX0" fmla="*/ 780 w 558631"/>
                <a:gd name="connsiteY0" fmla="*/ 216281 h 242029"/>
                <a:gd name="connsiteX1" fmla="*/ 59320 w 558631"/>
                <a:gd name="connsiteY1" fmla="*/ 228610 h 242029"/>
                <a:gd name="connsiteX2" fmla="*/ 180396 w 558631"/>
                <a:gd name="connsiteY2" fmla="*/ 242029 h 242029"/>
                <a:gd name="connsiteX3" fmla="*/ 265463 w 558631"/>
                <a:gd name="connsiteY3" fmla="*/ 227964 h 242029"/>
                <a:gd name="connsiteX4" fmla="*/ 300523 w 558631"/>
                <a:gd name="connsiteY4" fmla="*/ 217994 h 242029"/>
                <a:gd name="connsiteX5" fmla="*/ 355508 w 558631"/>
                <a:gd name="connsiteY5" fmla="*/ 201148 h 242029"/>
                <a:gd name="connsiteX6" fmla="*/ 409806 w 558631"/>
                <a:gd name="connsiteY6" fmla="*/ 175131 h 242029"/>
                <a:gd name="connsiteX7" fmla="*/ 444424 w 558631"/>
                <a:gd name="connsiteY7" fmla="*/ 152632 h 242029"/>
                <a:gd name="connsiteX8" fmla="*/ 459369 w 558631"/>
                <a:gd name="connsiteY8" fmla="*/ 138345 h 242029"/>
                <a:gd name="connsiteX9" fmla="*/ 502232 w 558631"/>
                <a:gd name="connsiteY9" fmla="*/ 93101 h 242029"/>
                <a:gd name="connsiteX10" fmla="*/ 536616 w 558631"/>
                <a:gd name="connsiteY10" fmla="*/ 46989 h 242029"/>
                <a:gd name="connsiteX11" fmla="*/ 557626 w 558631"/>
                <a:gd name="connsiteY11" fmla="*/ 6931 h 242029"/>
                <a:gd name="connsiteX12" fmla="*/ 554386 w 558631"/>
                <a:gd name="connsiteY12" fmla="*/ 10 h 242029"/>
                <a:gd name="connsiteX13" fmla="*/ 546470 w 558631"/>
                <a:gd name="connsiteY13" fmla="*/ 6554 h 242029"/>
                <a:gd name="connsiteX14" fmla="*/ 530111 w 558631"/>
                <a:gd name="connsiteY14" fmla="*/ 7376 h 242029"/>
                <a:gd name="connsiteX15" fmla="*/ 527729 w 558631"/>
                <a:gd name="connsiteY15" fmla="*/ 26426 h 242029"/>
                <a:gd name="connsiteX16" fmla="*/ 511061 w 558631"/>
                <a:gd name="connsiteY16" fmla="*/ 35951 h 242029"/>
                <a:gd name="connsiteX17" fmla="*/ 487248 w 558631"/>
                <a:gd name="connsiteY17" fmla="*/ 38332 h 242029"/>
                <a:gd name="connsiteX18" fmla="*/ 482486 w 558631"/>
                <a:gd name="connsiteY18" fmla="*/ 57382 h 242029"/>
                <a:gd name="connsiteX19" fmla="*/ 487248 w 558631"/>
                <a:gd name="connsiteY19" fmla="*/ 74051 h 242029"/>
                <a:gd name="connsiteX20" fmla="*/ 504933 w 558631"/>
                <a:gd name="connsiteY20" fmla="*/ 79374 h 242029"/>
                <a:gd name="connsiteX21" fmla="*/ 484867 w 558631"/>
                <a:gd name="connsiteY21" fmla="*/ 74051 h 242029"/>
                <a:gd name="connsiteX22" fmla="*/ 472961 w 558631"/>
                <a:gd name="connsiteY22" fmla="*/ 93101 h 242029"/>
                <a:gd name="connsiteX23" fmla="*/ 458673 w 558631"/>
                <a:gd name="connsiteY23" fmla="*/ 105007 h 242029"/>
                <a:gd name="connsiteX24" fmla="*/ 453858 w 558631"/>
                <a:gd name="connsiteY24" fmla="*/ 119714 h 242029"/>
                <a:gd name="connsiteX25" fmla="*/ 458218 w 558631"/>
                <a:gd name="connsiteY25" fmla="*/ 130362 h 242029"/>
                <a:gd name="connsiteX26" fmla="*/ 425336 w 558631"/>
                <a:gd name="connsiteY26" fmla="*/ 116914 h 242029"/>
                <a:gd name="connsiteX27" fmla="*/ 411048 w 558631"/>
                <a:gd name="connsiteY27" fmla="*/ 112151 h 242029"/>
                <a:gd name="connsiteX28" fmla="*/ 396761 w 558631"/>
                <a:gd name="connsiteY28" fmla="*/ 128820 h 242029"/>
                <a:gd name="connsiteX29" fmla="*/ 389617 w 558631"/>
                <a:gd name="connsiteY29" fmla="*/ 145489 h 242029"/>
                <a:gd name="connsiteX30" fmla="*/ 394887 w 558631"/>
                <a:gd name="connsiteY30" fmla="*/ 155014 h 242029"/>
                <a:gd name="connsiteX31" fmla="*/ 387797 w 558631"/>
                <a:gd name="connsiteY31" fmla="*/ 146328 h 242029"/>
                <a:gd name="connsiteX32" fmla="*/ 365804 w 558631"/>
                <a:gd name="connsiteY32" fmla="*/ 159776 h 242029"/>
                <a:gd name="connsiteX33" fmla="*/ 375329 w 558631"/>
                <a:gd name="connsiteY33" fmla="*/ 178826 h 242029"/>
                <a:gd name="connsiteX34" fmla="*/ 363423 w 558631"/>
                <a:gd name="connsiteY34" fmla="*/ 166920 h 242029"/>
                <a:gd name="connsiteX35" fmla="*/ 355824 w 558631"/>
                <a:gd name="connsiteY35" fmla="*/ 156834 h 242029"/>
                <a:gd name="connsiteX36" fmla="*/ 334848 w 558631"/>
                <a:gd name="connsiteY36" fmla="*/ 159776 h 242029"/>
                <a:gd name="connsiteX37" fmla="*/ 326286 w 558631"/>
                <a:gd name="connsiteY37" fmla="*/ 159075 h 242029"/>
                <a:gd name="connsiteX38" fmla="*/ 313872 w 558631"/>
                <a:gd name="connsiteY38" fmla="*/ 160058 h 242029"/>
                <a:gd name="connsiteX39" fmla="*/ 299129 w 558631"/>
                <a:gd name="connsiteY39" fmla="*/ 164539 h 242029"/>
                <a:gd name="connsiteX40" fmla="*/ 284842 w 558631"/>
                <a:gd name="connsiteY40" fmla="*/ 190732 h 242029"/>
                <a:gd name="connsiteX41" fmla="*/ 287223 w 558631"/>
                <a:gd name="connsiteY41" fmla="*/ 221410 h 242029"/>
                <a:gd name="connsiteX42" fmla="*/ 282461 w 558631"/>
                <a:gd name="connsiteY42" fmla="*/ 181207 h 242029"/>
                <a:gd name="connsiteX43" fmla="*/ 270554 w 558631"/>
                <a:gd name="connsiteY43" fmla="*/ 166920 h 242029"/>
                <a:gd name="connsiteX44" fmla="*/ 203879 w 558631"/>
                <a:gd name="connsiteY44" fmla="*/ 181207 h 242029"/>
                <a:gd name="connsiteX45" fmla="*/ 201552 w 558631"/>
                <a:gd name="connsiteY45" fmla="*/ 197876 h 242029"/>
                <a:gd name="connsiteX46" fmla="*/ 200080 w 558631"/>
                <a:gd name="connsiteY46" fmla="*/ 239479 h 242029"/>
                <a:gd name="connsiteX47" fmla="*/ 199117 w 558631"/>
                <a:gd name="connsiteY47" fmla="*/ 185970 h 242029"/>
                <a:gd name="connsiteX48" fmla="*/ 175304 w 558631"/>
                <a:gd name="connsiteY48" fmla="*/ 183589 h 242029"/>
                <a:gd name="connsiteX49" fmla="*/ 137204 w 558631"/>
                <a:gd name="connsiteY49" fmla="*/ 176445 h 242029"/>
                <a:gd name="connsiteX50" fmla="*/ 134823 w 558631"/>
                <a:gd name="connsiteY50" fmla="*/ 205020 h 242029"/>
                <a:gd name="connsiteX51" fmla="*/ 134823 w 558631"/>
                <a:gd name="connsiteY51" fmla="*/ 239619 h 242029"/>
                <a:gd name="connsiteX52" fmla="*/ 129765 w 558631"/>
                <a:gd name="connsiteY52" fmla="*/ 176583 h 242029"/>
                <a:gd name="connsiteX53" fmla="*/ 95297 w 558631"/>
                <a:gd name="connsiteY53" fmla="*/ 172005 h 242029"/>
                <a:gd name="connsiteX54" fmla="*/ 83741 w 558631"/>
                <a:gd name="connsiteY54" fmla="*/ 177187 h 242029"/>
                <a:gd name="connsiteX55" fmla="*/ 63386 w 558631"/>
                <a:gd name="connsiteY55" fmla="*/ 217487 h 242029"/>
                <a:gd name="connsiteX56" fmla="*/ 80721 w 558631"/>
                <a:gd name="connsiteY56" fmla="*/ 176026 h 242029"/>
                <a:gd name="connsiteX57" fmla="*/ 73114 w 558631"/>
                <a:gd name="connsiteY57" fmla="*/ 171900 h 242029"/>
                <a:gd name="connsiteX58" fmla="*/ 25227 w 558631"/>
                <a:gd name="connsiteY58" fmla="*/ 169820 h 242029"/>
                <a:gd name="connsiteX59" fmla="*/ 2034 w 558631"/>
                <a:gd name="connsiteY59" fmla="*/ 178614 h 242029"/>
                <a:gd name="connsiteX60" fmla="*/ 780 w 558631"/>
                <a:gd name="connsiteY60" fmla="*/ 216281 h 242029"/>
                <a:gd name="connsiteX0" fmla="*/ 780 w 558631"/>
                <a:gd name="connsiteY0" fmla="*/ 216281 h 242029"/>
                <a:gd name="connsiteX1" fmla="*/ 59320 w 558631"/>
                <a:gd name="connsiteY1" fmla="*/ 228610 h 242029"/>
                <a:gd name="connsiteX2" fmla="*/ 180396 w 558631"/>
                <a:gd name="connsiteY2" fmla="*/ 242029 h 242029"/>
                <a:gd name="connsiteX3" fmla="*/ 265463 w 558631"/>
                <a:gd name="connsiteY3" fmla="*/ 227964 h 242029"/>
                <a:gd name="connsiteX4" fmla="*/ 300523 w 558631"/>
                <a:gd name="connsiteY4" fmla="*/ 217994 h 242029"/>
                <a:gd name="connsiteX5" fmla="*/ 355508 w 558631"/>
                <a:gd name="connsiteY5" fmla="*/ 201148 h 242029"/>
                <a:gd name="connsiteX6" fmla="*/ 409806 w 558631"/>
                <a:gd name="connsiteY6" fmla="*/ 175131 h 242029"/>
                <a:gd name="connsiteX7" fmla="*/ 444424 w 558631"/>
                <a:gd name="connsiteY7" fmla="*/ 152632 h 242029"/>
                <a:gd name="connsiteX8" fmla="*/ 459369 w 558631"/>
                <a:gd name="connsiteY8" fmla="*/ 138345 h 242029"/>
                <a:gd name="connsiteX9" fmla="*/ 502232 w 558631"/>
                <a:gd name="connsiteY9" fmla="*/ 93101 h 242029"/>
                <a:gd name="connsiteX10" fmla="*/ 536616 w 558631"/>
                <a:gd name="connsiteY10" fmla="*/ 46989 h 242029"/>
                <a:gd name="connsiteX11" fmla="*/ 557626 w 558631"/>
                <a:gd name="connsiteY11" fmla="*/ 6931 h 242029"/>
                <a:gd name="connsiteX12" fmla="*/ 554386 w 558631"/>
                <a:gd name="connsiteY12" fmla="*/ 10 h 242029"/>
                <a:gd name="connsiteX13" fmla="*/ 546470 w 558631"/>
                <a:gd name="connsiteY13" fmla="*/ 6554 h 242029"/>
                <a:gd name="connsiteX14" fmla="*/ 530111 w 558631"/>
                <a:gd name="connsiteY14" fmla="*/ 7376 h 242029"/>
                <a:gd name="connsiteX15" fmla="*/ 527729 w 558631"/>
                <a:gd name="connsiteY15" fmla="*/ 26426 h 242029"/>
                <a:gd name="connsiteX16" fmla="*/ 511061 w 558631"/>
                <a:gd name="connsiteY16" fmla="*/ 35951 h 242029"/>
                <a:gd name="connsiteX17" fmla="*/ 487248 w 558631"/>
                <a:gd name="connsiteY17" fmla="*/ 38332 h 242029"/>
                <a:gd name="connsiteX18" fmla="*/ 482486 w 558631"/>
                <a:gd name="connsiteY18" fmla="*/ 57382 h 242029"/>
                <a:gd name="connsiteX19" fmla="*/ 487248 w 558631"/>
                <a:gd name="connsiteY19" fmla="*/ 74051 h 242029"/>
                <a:gd name="connsiteX20" fmla="*/ 504933 w 558631"/>
                <a:gd name="connsiteY20" fmla="*/ 79374 h 242029"/>
                <a:gd name="connsiteX21" fmla="*/ 484867 w 558631"/>
                <a:gd name="connsiteY21" fmla="*/ 74051 h 242029"/>
                <a:gd name="connsiteX22" fmla="*/ 472961 w 558631"/>
                <a:gd name="connsiteY22" fmla="*/ 93101 h 242029"/>
                <a:gd name="connsiteX23" fmla="*/ 458673 w 558631"/>
                <a:gd name="connsiteY23" fmla="*/ 105007 h 242029"/>
                <a:gd name="connsiteX24" fmla="*/ 453858 w 558631"/>
                <a:gd name="connsiteY24" fmla="*/ 119714 h 242029"/>
                <a:gd name="connsiteX25" fmla="*/ 458218 w 558631"/>
                <a:gd name="connsiteY25" fmla="*/ 130362 h 242029"/>
                <a:gd name="connsiteX26" fmla="*/ 425336 w 558631"/>
                <a:gd name="connsiteY26" fmla="*/ 116914 h 242029"/>
                <a:gd name="connsiteX27" fmla="*/ 411048 w 558631"/>
                <a:gd name="connsiteY27" fmla="*/ 112151 h 242029"/>
                <a:gd name="connsiteX28" fmla="*/ 396761 w 558631"/>
                <a:gd name="connsiteY28" fmla="*/ 128820 h 242029"/>
                <a:gd name="connsiteX29" fmla="*/ 389617 w 558631"/>
                <a:gd name="connsiteY29" fmla="*/ 145489 h 242029"/>
                <a:gd name="connsiteX30" fmla="*/ 394887 w 558631"/>
                <a:gd name="connsiteY30" fmla="*/ 155014 h 242029"/>
                <a:gd name="connsiteX31" fmla="*/ 387797 w 558631"/>
                <a:gd name="connsiteY31" fmla="*/ 146328 h 242029"/>
                <a:gd name="connsiteX32" fmla="*/ 365804 w 558631"/>
                <a:gd name="connsiteY32" fmla="*/ 159776 h 242029"/>
                <a:gd name="connsiteX33" fmla="*/ 375329 w 558631"/>
                <a:gd name="connsiteY33" fmla="*/ 178826 h 242029"/>
                <a:gd name="connsiteX34" fmla="*/ 363423 w 558631"/>
                <a:gd name="connsiteY34" fmla="*/ 166920 h 242029"/>
                <a:gd name="connsiteX35" fmla="*/ 355824 w 558631"/>
                <a:gd name="connsiteY35" fmla="*/ 156834 h 242029"/>
                <a:gd name="connsiteX36" fmla="*/ 334848 w 558631"/>
                <a:gd name="connsiteY36" fmla="*/ 159776 h 242029"/>
                <a:gd name="connsiteX37" fmla="*/ 326286 w 558631"/>
                <a:gd name="connsiteY37" fmla="*/ 159075 h 242029"/>
                <a:gd name="connsiteX38" fmla="*/ 313872 w 558631"/>
                <a:gd name="connsiteY38" fmla="*/ 160058 h 242029"/>
                <a:gd name="connsiteX39" fmla="*/ 299129 w 558631"/>
                <a:gd name="connsiteY39" fmla="*/ 164539 h 242029"/>
                <a:gd name="connsiteX40" fmla="*/ 284842 w 558631"/>
                <a:gd name="connsiteY40" fmla="*/ 190732 h 242029"/>
                <a:gd name="connsiteX41" fmla="*/ 287223 w 558631"/>
                <a:gd name="connsiteY41" fmla="*/ 221410 h 242029"/>
                <a:gd name="connsiteX42" fmla="*/ 282461 w 558631"/>
                <a:gd name="connsiteY42" fmla="*/ 181207 h 242029"/>
                <a:gd name="connsiteX43" fmla="*/ 270554 w 558631"/>
                <a:gd name="connsiteY43" fmla="*/ 166920 h 242029"/>
                <a:gd name="connsiteX44" fmla="*/ 203879 w 558631"/>
                <a:gd name="connsiteY44" fmla="*/ 181207 h 242029"/>
                <a:gd name="connsiteX45" fmla="*/ 201552 w 558631"/>
                <a:gd name="connsiteY45" fmla="*/ 197876 h 242029"/>
                <a:gd name="connsiteX46" fmla="*/ 200080 w 558631"/>
                <a:gd name="connsiteY46" fmla="*/ 239479 h 242029"/>
                <a:gd name="connsiteX47" fmla="*/ 199117 w 558631"/>
                <a:gd name="connsiteY47" fmla="*/ 185970 h 242029"/>
                <a:gd name="connsiteX48" fmla="*/ 175304 w 558631"/>
                <a:gd name="connsiteY48" fmla="*/ 183589 h 242029"/>
                <a:gd name="connsiteX49" fmla="*/ 137204 w 558631"/>
                <a:gd name="connsiteY49" fmla="*/ 176445 h 242029"/>
                <a:gd name="connsiteX50" fmla="*/ 134823 w 558631"/>
                <a:gd name="connsiteY50" fmla="*/ 205020 h 242029"/>
                <a:gd name="connsiteX51" fmla="*/ 134823 w 558631"/>
                <a:gd name="connsiteY51" fmla="*/ 239619 h 242029"/>
                <a:gd name="connsiteX52" fmla="*/ 129765 w 558631"/>
                <a:gd name="connsiteY52" fmla="*/ 176583 h 242029"/>
                <a:gd name="connsiteX53" fmla="*/ 95297 w 558631"/>
                <a:gd name="connsiteY53" fmla="*/ 172005 h 242029"/>
                <a:gd name="connsiteX54" fmla="*/ 83741 w 558631"/>
                <a:gd name="connsiteY54" fmla="*/ 177187 h 242029"/>
                <a:gd name="connsiteX55" fmla="*/ 63386 w 558631"/>
                <a:gd name="connsiteY55" fmla="*/ 217487 h 242029"/>
                <a:gd name="connsiteX56" fmla="*/ 80721 w 558631"/>
                <a:gd name="connsiteY56" fmla="*/ 176026 h 242029"/>
                <a:gd name="connsiteX57" fmla="*/ 73114 w 558631"/>
                <a:gd name="connsiteY57" fmla="*/ 171900 h 242029"/>
                <a:gd name="connsiteX58" fmla="*/ 25227 w 558631"/>
                <a:gd name="connsiteY58" fmla="*/ 169820 h 242029"/>
                <a:gd name="connsiteX59" fmla="*/ 2034 w 558631"/>
                <a:gd name="connsiteY59" fmla="*/ 178614 h 242029"/>
                <a:gd name="connsiteX60" fmla="*/ 780 w 55863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4517 w 557851"/>
                <a:gd name="connsiteY53" fmla="*/ 172005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8985 w 557851"/>
                <a:gd name="connsiteY52" fmla="*/ 176583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188 w 557851"/>
                <a:gd name="connsiteY52" fmla="*/ 179182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188 w 557851"/>
                <a:gd name="connsiteY52" fmla="*/ 179182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9941 w 557851"/>
                <a:gd name="connsiteY56" fmla="*/ 17602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80212 w 557851"/>
                <a:gd name="connsiteY56" fmla="*/ 179492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2961 w 557851"/>
                <a:gd name="connsiteY54" fmla="*/ 177187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62606 w 557851"/>
                <a:gd name="connsiteY54" fmla="*/ 217487 h 242029"/>
                <a:gd name="connsiteX55" fmla="*/ 78375 w 557851"/>
                <a:gd name="connsiteY55" fmla="*/ 184796 h 242029"/>
                <a:gd name="connsiteX56" fmla="*/ 72334 w 557851"/>
                <a:gd name="connsiteY56" fmla="*/ 171900 h 242029"/>
                <a:gd name="connsiteX57" fmla="*/ 24447 w 557851"/>
                <a:gd name="connsiteY57" fmla="*/ 169820 h 242029"/>
                <a:gd name="connsiteX58" fmla="*/ 5606 w 557851"/>
                <a:gd name="connsiteY58" fmla="*/ 176672 h 242029"/>
                <a:gd name="connsiteX59" fmla="*/ 0 w 557851"/>
                <a:gd name="connsiteY59"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7881 w 557851"/>
                <a:gd name="connsiteY53" fmla="*/ 17184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9342 w 557851"/>
                <a:gd name="connsiteY53" fmla="*/ 17612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7851"/>
                <a:gd name="connsiteY0" fmla="*/ 216281 h 242029"/>
                <a:gd name="connsiteX1" fmla="*/ 58540 w 557851"/>
                <a:gd name="connsiteY1" fmla="*/ 228610 h 242029"/>
                <a:gd name="connsiteX2" fmla="*/ 179616 w 557851"/>
                <a:gd name="connsiteY2" fmla="*/ 242029 h 242029"/>
                <a:gd name="connsiteX3" fmla="*/ 264683 w 557851"/>
                <a:gd name="connsiteY3" fmla="*/ 227964 h 242029"/>
                <a:gd name="connsiteX4" fmla="*/ 299743 w 557851"/>
                <a:gd name="connsiteY4" fmla="*/ 217994 h 242029"/>
                <a:gd name="connsiteX5" fmla="*/ 354728 w 557851"/>
                <a:gd name="connsiteY5" fmla="*/ 201148 h 242029"/>
                <a:gd name="connsiteX6" fmla="*/ 409026 w 557851"/>
                <a:gd name="connsiteY6" fmla="*/ 175131 h 242029"/>
                <a:gd name="connsiteX7" fmla="*/ 443644 w 557851"/>
                <a:gd name="connsiteY7" fmla="*/ 152632 h 242029"/>
                <a:gd name="connsiteX8" fmla="*/ 458589 w 557851"/>
                <a:gd name="connsiteY8" fmla="*/ 138345 h 242029"/>
                <a:gd name="connsiteX9" fmla="*/ 501452 w 557851"/>
                <a:gd name="connsiteY9" fmla="*/ 93101 h 242029"/>
                <a:gd name="connsiteX10" fmla="*/ 535836 w 557851"/>
                <a:gd name="connsiteY10" fmla="*/ 46989 h 242029"/>
                <a:gd name="connsiteX11" fmla="*/ 556846 w 557851"/>
                <a:gd name="connsiteY11" fmla="*/ 6931 h 242029"/>
                <a:gd name="connsiteX12" fmla="*/ 553606 w 557851"/>
                <a:gd name="connsiteY12" fmla="*/ 10 h 242029"/>
                <a:gd name="connsiteX13" fmla="*/ 545690 w 557851"/>
                <a:gd name="connsiteY13" fmla="*/ 6554 h 242029"/>
                <a:gd name="connsiteX14" fmla="*/ 529331 w 557851"/>
                <a:gd name="connsiteY14" fmla="*/ 7376 h 242029"/>
                <a:gd name="connsiteX15" fmla="*/ 526949 w 557851"/>
                <a:gd name="connsiteY15" fmla="*/ 26426 h 242029"/>
                <a:gd name="connsiteX16" fmla="*/ 510281 w 557851"/>
                <a:gd name="connsiteY16" fmla="*/ 35951 h 242029"/>
                <a:gd name="connsiteX17" fmla="*/ 486468 w 557851"/>
                <a:gd name="connsiteY17" fmla="*/ 38332 h 242029"/>
                <a:gd name="connsiteX18" fmla="*/ 481706 w 557851"/>
                <a:gd name="connsiteY18" fmla="*/ 57382 h 242029"/>
                <a:gd name="connsiteX19" fmla="*/ 486468 w 557851"/>
                <a:gd name="connsiteY19" fmla="*/ 74051 h 242029"/>
                <a:gd name="connsiteX20" fmla="*/ 504153 w 557851"/>
                <a:gd name="connsiteY20" fmla="*/ 79374 h 242029"/>
                <a:gd name="connsiteX21" fmla="*/ 484087 w 557851"/>
                <a:gd name="connsiteY21" fmla="*/ 74051 h 242029"/>
                <a:gd name="connsiteX22" fmla="*/ 472181 w 557851"/>
                <a:gd name="connsiteY22" fmla="*/ 93101 h 242029"/>
                <a:gd name="connsiteX23" fmla="*/ 457893 w 557851"/>
                <a:gd name="connsiteY23" fmla="*/ 105007 h 242029"/>
                <a:gd name="connsiteX24" fmla="*/ 453078 w 557851"/>
                <a:gd name="connsiteY24" fmla="*/ 119714 h 242029"/>
                <a:gd name="connsiteX25" fmla="*/ 457438 w 557851"/>
                <a:gd name="connsiteY25" fmla="*/ 130362 h 242029"/>
                <a:gd name="connsiteX26" fmla="*/ 424556 w 557851"/>
                <a:gd name="connsiteY26" fmla="*/ 116914 h 242029"/>
                <a:gd name="connsiteX27" fmla="*/ 410268 w 557851"/>
                <a:gd name="connsiteY27" fmla="*/ 112151 h 242029"/>
                <a:gd name="connsiteX28" fmla="*/ 395981 w 557851"/>
                <a:gd name="connsiteY28" fmla="*/ 128820 h 242029"/>
                <a:gd name="connsiteX29" fmla="*/ 388837 w 557851"/>
                <a:gd name="connsiteY29" fmla="*/ 145489 h 242029"/>
                <a:gd name="connsiteX30" fmla="*/ 394107 w 557851"/>
                <a:gd name="connsiteY30" fmla="*/ 155014 h 242029"/>
                <a:gd name="connsiteX31" fmla="*/ 387017 w 557851"/>
                <a:gd name="connsiteY31" fmla="*/ 146328 h 242029"/>
                <a:gd name="connsiteX32" fmla="*/ 365024 w 557851"/>
                <a:gd name="connsiteY32" fmla="*/ 159776 h 242029"/>
                <a:gd name="connsiteX33" fmla="*/ 374549 w 557851"/>
                <a:gd name="connsiteY33" fmla="*/ 178826 h 242029"/>
                <a:gd name="connsiteX34" fmla="*/ 362643 w 557851"/>
                <a:gd name="connsiteY34" fmla="*/ 166920 h 242029"/>
                <a:gd name="connsiteX35" fmla="*/ 355044 w 557851"/>
                <a:gd name="connsiteY35" fmla="*/ 156834 h 242029"/>
                <a:gd name="connsiteX36" fmla="*/ 334068 w 557851"/>
                <a:gd name="connsiteY36" fmla="*/ 159776 h 242029"/>
                <a:gd name="connsiteX37" fmla="*/ 325506 w 557851"/>
                <a:gd name="connsiteY37" fmla="*/ 159075 h 242029"/>
                <a:gd name="connsiteX38" fmla="*/ 313092 w 557851"/>
                <a:gd name="connsiteY38" fmla="*/ 160058 h 242029"/>
                <a:gd name="connsiteX39" fmla="*/ 298349 w 557851"/>
                <a:gd name="connsiteY39" fmla="*/ 164539 h 242029"/>
                <a:gd name="connsiteX40" fmla="*/ 284062 w 557851"/>
                <a:gd name="connsiteY40" fmla="*/ 190732 h 242029"/>
                <a:gd name="connsiteX41" fmla="*/ 286443 w 557851"/>
                <a:gd name="connsiteY41" fmla="*/ 221410 h 242029"/>
                <a:gd name="connsiteX42" fmla="*/ 281681 w 557851"/>
                <a:gd name="connsiteY42" fmla="*/ 181207 h 242029"/>
                <a:gd name="connsiteX43" fmla="*/ 269774 w 557851"/>
                <a:gd name="connsiteY43" fmla="*/ 166920 h 242029"/>
                <a:gd name="connsiteX44" fmla="*/ 203099 w 557851"/>
                <a:gd name="connsiteY44" fmla="*/ 181207 h 242029"/>
                <a:gd name="connsiteX45" fmla="*/ 200772 w 557851"/>
                <a:gd name="connsiteY45" fmla="*/ 197876 h 242029"/>
                <a:gd name="connsiteX46" fmla="*/ 199300 w 557851"/>
                <a:gd name="connsiteY46" fmla="*/ 239479 h 242029"/>
                <a:gd name="connsiteX47" fmla="*/ 198337 w 557851"/>
                <a:gd name="connsiteY47" fmla="*/ 185970 h 242029"/>
                <a:gd name="connsiteX48" fmla="*/ 174524 w 557851"/>
                <a:gd name="connsiteY48" fmla="*/ 183589 h 242029"/>
                <a:gd name="connsiteX49" fmla="*/ 136424 w 557851"/>
                <a:gd name="connsiteY49" fmla="*/ 176445 h 242029"/>
                <a:gd name="connsiteX50" fmla="*/ 134043 w 557851"/>
                <a:gd name="connsiteY50" fmla="*/ 205020 h 242029"/>
                <a:gd name="connsiteX51" fmla="*/ 134043 w 557851"/>
                <a:gd name="connsiteY51" fmla="*/ 239619 h 242029"/>
                <a:gd name="connsiteX52" fmla="*/ 129391 w 557851"/>
                <a:gd name="connsiteY52" fmla="*/ 181781 h 242029"/>
                <a:gd name="connsiteX53" fmla="*/ 99342 w 557851"/>
                <a:gd name="connsiteY53" fmla="*/ 176128 h 242029"/>
                <a:gd name="connsiteX54" fmla="*/ 81111 w 557851"/>
                <a:gd name="connsiteY54" fmla="*/ 177495 h 242029"/>
                <a:gd name="connsiteX55" fmla="*/ 62606 w 557851"/>
                <a:gd name="connsiteY55" fmla="*/ 217487 h 242029"/>
                <a:gd name="connsiteX56" fmla="*/ 78375 w 557851"/>
                <a:gd name="connsiteY56" fmla="*/ 184796 h 242029"/>
                <a:gd name="connsiteX57" fmla="*/ 72334 w 557851"/>
                <a:gd name="connsiteY57" fmla="*/ 171900 h 242029"/>
                <a:gd name="connsiteX58" fmla="*/ 24447 w 557851"/>
                <a:gd name="connsiteY58" fmla="*/ 169820 h 242029"/>
                <a:gd name="connsiteX59" fmla="*/ 5606 w 557851"/>
                <a:gd name="connsiteY59" fmla="*/ 176672 h 242029"/>
                <a:gd name="connsiteX60" fmla="*/ 0 w 557851"/>
                <a:gd name="connsiteY60" fmla="*/ 216281 h 242029"/>
                <a:gd name="connsiteX0" fmla="*/ 0 w 559891"/>
                <a:gd name="connsiteY0" fmla="*/ 218985 h 242029"/>
                <a:gd name="connsiteX1" fmla="*/ 60580 w 559891"/>
                <a:gd name="connsiteY1" fmla="*/ 228610 h 242029"/>
                <a:gd name="connsiteX2" fmla="*/ 181656 w 559891"/>
                <a:gd name="connsiteY2" fmla="*/ 242029 h 242029"/>
                <a:gd name="connsiteX3" fmla="*/ 266723 w 559891"/>
                <a:gd name="connsiteY3" fmla="*/ 227964 h 242029"/>
                <a:gd name="connsiteX4" fmla="*/ 301783 w 559891"/>
                <a:gd name="connsiteY4" fmla="*/ 217994 h 242029"/>
                <a:gd name="connsiteX5" fmla="*/ 356768 w 559891"/>
                <a:gd name="connsiteY5" fmla="*/ 201148 h 242029"/>
                <a:gd name="connsiteX6" fmla="*/ 411066 w 559891"/>
                <a:gd name="connsiteY6" fmla="*/ 175131 h 242029"/>
                <a:gd name="connsiteX7" fmla="*/ 445684 w 559891"/>
                <a:gd name="connsiteY7" fmla="*/ 152632 h 242029"/>
                <a:gd name="connsiteX8" fmla="*/ 460629 w 559891"/>
                <a:gd name="connsiteY8" fmla="*/ 138345 h 242029"/>
                <a:gd name="connsiteX9" fmla="*/ 503492 w 559891"/>
                <a:gd name="connsiteY9" fmla="*/ 93101 h 242029"/>
                <a:gd name="connsiteX10" fmla="*/ 537876 w 559891"/>
                <a:gd name="connsiteY10" fmla="*/ 46989 h 242029"/>
                <a:gd name="connsiteX11" fmla="*/ 558886 w 559891"/>
                <a:gd name="connsiteY11" fmla="*/ 6931 h 242029"/>
                <a:gd name="connsiteX12" fmla="*/ 555646 w 559891"/>
                <a:gd name="connsiteY12" fmla="*/ 10 h 242029"/>
                <a:gd name="connsiteX13" fmla="*/ 547730 w 559891"/>
                <a:gd name="connsiteY13" fmla="*/ 6554 h 242029"/>
                <a:gd name="connsiteX14" fmla="*/ 531371 w 559891"/>
                <a:gd name="connsiteY14" fmla="*/ 7376 h 242029"/>
                <a:gd name="connsiteX15" fmla="*/ 528989 w 559891"/>
                <a:gd name="connsiteY15" fmla="*/ 26426 h 242029"/>
                <a:gd name="connsiteX16" fmla="*/ 512321 w 559891"/>
                <a:gd name="connsiteY16" fmla="*/ 35951 h 242029"/>
                <a:gd name="connsiteX17" fmla="*/ 488508 w 559891"/>
                <a:gd name="connsiteY17" fmla="*/ 38332 h 242029"/>
                <a:gd name="connsiteX18" fmla="*/ 483746 w 559891"/>
                <a:gd name="connsiteY18" fmla="*/ 57382 h 242029"/>
                <a:gd name="connsiteX19" fmla="*/ 488508 w 559891"/>
                <a:gd name="connsiteY19" fmla="*/ 74051 h 242029"/>
                <a:gd name="connsiteX20" fmla="*/ 506193 w 559891"/>
                <a:gd name="connsiteY20" fmla="*/ 79374 h 242029"/>
                <a:gd name="connsiteX21" fmla="*/ 486127 w 559891"/>
                <a:gd name="connsiteY21" fmla="*/ 74051 h 242029"/>
                <a:gd name="connsiteX22" fmla="*/ 474221 w 559891"/>
                <a:gd name="connsiteY22" fmla="*/ 93101 h 242029"/>
                <a:gd name="connsiteX23" fmla="*/ 459933 w 559891"/>
                <a:gd name="connsiteY23" fmla="*/ 105007 h 242029"/>
                <a:gd name="connsiteX24" fmla="*/ 455118 w 559891"/>
                <a:gd name="connsiteY24" fmla="*/ 119714 h 242029"/>
                <a:gd name="connsiteX25" fmla="*/ 459478 w 559891"/>
                <a:gd name="connsiteY25" fmla="*/ 130362 h 242029"/>
                <a:gd name="connsiteX26" fmla="*/ 426596 w 559891"/>
                <a:gd name="connsiteY26" fmla="*/ 116914 h 242029"/>
                <a:gd name="connsiteX27" fmla="*/ 412308 w 559891"/>
                <a:gd name="connsiteY27" fmla="*/ 112151 h 242029"/>
                <a:gd name="connsiteX28" fmla="*/ 398021 w 559891"/>
                <a:gd name="connsiteY28" fmla="*/ 128820 h 242029"/>
                <a:gd name="connsiteX29" fmla="*/ 390877 w 559891"/>
                <a:gd name="connsiteY29" fmla="*/ 145489 h 242029"/>
                <a:gd name="connsiteX30" fmla="*/ 396147 w 559891"/>
                <a:gd name="connsiteY30" fmla="*/ 155014 h 242029"/>
                <a:gd name="connsiteX31" fmla="*/ 389057 w 559891"/>
                <a:gd name="connsiteY31" fmla="*/ 146328 h 242029"/>
                <a:gd name="connsiteX32" fmla="*/ 367064 w 559891"/>
                <a:gd name="connsiteY32" fmla="*/ 159776 h 242029"/>
                <a:gd name="connsiteX33" fmla="*/ 376589 w 559891"/>
                <a:gd name="connsiteY33" fmla="*/ 178826 h 242029"/>
                <a:gd name="connsiteX34" fmla="*/ 364683 w 559891"/>
                <a:gd name="connsiteY34" fmla="*/ 166920 h 242029"/>
                <a:gd name="connsiteX35" fmla="*/ 357084 w 559891"/>
                <a:gd name="connsiteY35" fmla="*/ 156834 h 242029"/>
                <a:gd name="connsiteX36" fmla="*/ 336108 w 559891"/>
                <a:gd name="connsiteY36" fmla="*/ 159776 h 242029"/>
                <a:gd name="connsiteX37" fmla="*/ 327546 w 559891"/>
                <a:gd name="connsiteY37" fmla="*/ 159075 h 242029"/>
                <a:gd name="connsiteX38" fmla="*/ 315132 w 559891"/>
                <a:gd name="connsiteY38" fmla="*/ 160058 h 242029"/>
                <a:gd name="connsiteX39" fmla="*/ 300389 w 559891"/>
                <a:gd name="connsiteY39" fmla="*/ 164539 h 242029"/>
                <a:gd name="connsiteX40" fmla="*/ 286102 w 559891"/>
                <a:gd name="connsiteY40" fmla="*/ 190732 h 242029"/>
                <a:gd name="connsiteX41" fmla="*/ 288483 w 559891"/>
                <a:gd name="connsiteY41" fmla="*/ 221410 h 242029"/>
                <a:gd name="connsiteX42" fmla="*/ 283721 w 559891"/>
                <a:gd name="connsiteY42" fmla="*/ 181207 h 242029"/>
                <a:gd name="connsiteX43" fmla="*/ 271814 w 559891"/>
                <a:gd name="connsiteY43" fmla="*/ 166920 h 242029"/>
                <a:gd name="connsiteX44" fmla="*/ 205139 w 559891"/>
                <a:gd name="connsiteY44" fmla="*/ 181207 h 242029"/>
                <a:gd name="connsiteX45" fmla="*/ 202812 w 559891"/>
                <a:gd name="connsiteY45" fmla="*/ 197876 h 242029"/>
                <a:gd name="connsiteX46" fmla="*/ 201340 w 559891"/>
                <a:gd name="connsiteY46" fmla="*/ 239479 h 242029"/>
                <a:gd name="connsiteX47" fmla="*/ 200377 w 559891"/>
                <a:gd name="connsiteY47" fmla="*/ 185970 h 242029"/>
                <a:gd name="connsiteX48" fmla="*/ 176564 w 559891"/>
                <a:gd name="connsiteY48" fmla="*/ 183589 h 242029"/>
                <a:gd name="connsiteX49" fmla="*/ 138464 w 559891"/>
                <a:gd name="connsiteY49" fmla="*/ 176445 h 242029"/>
                <a:gd name="connsiteX50" fmla="*/ 136083 w 559891"/>
                <a:gd name="connsiteY50" fmla="*/ 205020 h 242029"/>
                <a:gd name="connsiteX51" fmla="*/ 136083 w 559891"/>
                <a:gd name="connsiteY51" fmla="*/ 239619 h 242029"/>
                <a:gd name="connsiteX52" fmla="*/ 131431 w 559891"/>
                <a:gd name="connsiteY52" fmla="*/ 181781 h 242029"/>
                <a:gd name="connsiteX53" fmla="*/ 101382 w 559891"/>
                <a:gd name="connsiteY53" fmla="*/ 176128 h 242029"/>
                <a:gd name="connsiteX54" fmla="*/ 83151 w 559891"/>
                <a:gd name="connsiteY54" fmla="*/ 177495 h 242029"/>
                <a:gd name="connsiteX55" fmla="*/ 64646 w 559891"/>
                <a:gd name="connsiteY55" fmla="*/ 217487 h 242029"/>
                <a:gd name="connsiteX56" fmla="*/ 80415 w 559891"/>
                <a:gd name="connsiteY56" fmla="*/ 184796 h 242029"/>
                <a:gd name="connsiteX57" fmla="*/ 74374 w 559891"/>
                <a:gd name="connsiteY57" fmla="*/ 171900 h 242029"/>
                <a:gd name="connsiteX58" fmla="*/ 26487 w 559891"/>
                <a:gd name="connsiteY58" fmla="*/ 169820 h 242029"/>
                <a:gd name="connsiteX59" fmla="*/ 7646 w 559891"/>
                <a:gd name="connsiteY59" fmla="*/ 176672 h 242029"/>
                <a:gd name="connsiteX60" fmla="*/ 0 w 559891"/>
                <a:gd name="connsiteY60" fmla="*/ 218985 h 242029"/>
                <a:gd name="connsiteX0" fmla="*/ 0 w 559891"/>
                <a:gd name="connsiteY0" fmla="*/ 218985 h 242105"/>
                <a:gd name="connsiteX1" fmla="*/ 60919 w 559891"/>
                <a:gd name="connsiteY1" fmla="*/ 232942 h 242105"/>
                <a:gd name="connsiteX2" fmla="*/ 181656 w 559891"/>
                <a:gd name="connsiteY2" fmla="*/ 242029 h 242105"/>
                <a:gd name="connsiteX3" fmla="*/ 266723 w 559891"/>
                <a:gd name="connsiteY3" fmla="*/ 227964 h 242105"/>
                <a:gd name="connsiteX4" fmla="*/ 301783 w 559891"/>
                <a:gd name="connsiteY4" fmla="*/ 217994 h 242105"/>
                <a:gd name="connsiteX5" fmla="*/ 356768 w 559891"/>
                <a:gd name="connsiteY5" fmla="*/ 201148 h 242105"/>
                <a:gd name="connsiteX6" fmla="*/ 411066 w 559891"/>
                <a:gd name="connsiteY6" fmla="*/ 175131 h 242105"/>
                <a:gd name="connsiteX7" fmla="*/ 445684 w 559891"/>
                <a:gd name="connsiteY7" fmla="*/ 152632 h 242105"/>
                <a:gd name="connsiteX8" fmla="*/ 460629 w 559891"/>
                <a:gd name="connsiteY8" fmla="*/ 138345 h 242105"/>
                <a:gd name="connsiteX9" fmla="*/ 503492 w 559891"/>
                <a:gd name="connsiteY9" fmla="*/ 93101 h 242105"/>
                <a:gd name="connsiteX10" fmla="*/ 537876 w 559891"/>
                <a:gd name="connsiteY10" fmla="*/ 46989 h 242105"/>
                <a:gd name="connsiteX11" fmla="*/ 558886 w 559891"/>
                <a:gd name="connsiteY11" fmla="*/ 6931 h 242105"/>
                <a:gd name="connsiteX12" fmla="*/ 555646 w 559891"/>
                <a:gd name="connsiteY12" fmla="*/ 10 h 242105"/>
                <a:gd name="connsiteX13" fmla="*/ 547730 w 559891"/>
                <a:gd name="connsiteY13" fmla="*/ 6554 h 242105"/>
                <a:gd name="connsiteX14" fmla="*/ 531371 w 559891"/>
                <a:gd name="connsiteY14" fmla="*/ 7376 h 242105"/>
                <a:gd name="connsiteX15" fmla="*/ 528989 w 559891"/>
                <a:gd name="connsiteY15" fmla="*/ 26426 h 242105"/>
                <a:gd name="connsiteX16" fmla="*/ 512321 w 559891"/>
                <a:gd name="connsiteY16" fmla="*/ 35951 h 242105"/>
                <a:gd name="connsiteX17" fmla="*/ 488508 w 559891"/>
                <a:gd name="connsiteY17" fmla="*/ 38332 h 242105"/>
                <a:gd name="connsiteX18" fmla="*/ 483746 w 559891"/>
                <a:gd name="connsiteY18" fmla="*/ 57382 h 242105"/>
                <a:gd name="connsiteX19" fmla="*/ 488508 w 559891"/>
                <a:gd name="connsiteY19" fmla="*/ 74051 h 242105"/>
                <a:gd name="connsiteX20" fmla="*/ 506193 w 559891"/>
                <a:gd name="connsiteY20" fmla="*/ 79374 h 242105"/>
                <a:gd name="connsiteX21" fmla="*/ 486127 w 559891"/>
                <a:gd name="connsiteY21" fmla="*/ 74051 h 242105"/>
                <a:gd name="connsiteX22" fmla="*/ 474221 w 559891"/>
                <a:gd name="connsiteY22" fmla="*/ 93101 h 242105"/>
                <a:gd name="connsiteX23" fmla="*/ 459933 w 559891"/>
                <a:gd name="connsiteY23" fmla="*/ 105007 h 242105"/>
                <a:gd name="connsiteX24" fmla="*/ 455118 w 559891"/>
                <a:gd name="connsiteY24" fmla="*/ 119714 h 242105"/>
                <a:gd name="connsiteX25" fmla="*/ 459478 w 559891"/>
                <a:gd name="connsiteY25" fmla="*/ 130362 h 242105"/>
                <a:gd name="connsiteX26" fmla="*/ 426596 w 559891"/>
                <a:gd name="connsiteY26" fmla="*/ 116914 h 242105"/>
                <a:gd name="connsiteX27" fmla="*/ 412308 w 559891"/>
                <a:gd name="connsiteY27" fmla="*/ 112151 h 242105"/>
                <a:gd name="connsiteX28" fmla="*/ 398021 w 559891"/>
                <a:gd name="connsiteY28" fmla="*/ 128820 h 242105"/>
                <a:gd name="connsiteX29" fmla="*/ 390877 w 559891"/>
                <a:gd name="connsiteY29" fmla="*/ 145489 h 242105"/>
                <a:gd name="connsiteX30" fmla="*/ 396147 w 559891"/>
                <a:gd name="connsiteY30" fmla="*/ 155014 h 242105"/>
                <a:gd name="connsiteX31" fmla="*/ 389057 w 559891"/>
                <a:gd name="connsiteY31" fmla="*/ 146328 h 242105"/>
                <a:gd name="connsiteX32" fmla="*/ 367064 w 559891"/>
                <a:gd name="connsiteY32" fmla="*/ 159776 h 242105"/>
                <a:gd name="connsiteX33" fmla="*/ 376589 w 559891"/>
                <a:gd name="connsiteY33" fmla="*/ 178826 h 242105"/>
                <a:gd name="connsiteX34" fmla="*/ 364683 w 559891"/>
                <a:gd name="connsiteY34" fmla="*/ 166920 h 242105"/>
                <a:gd name="connsiteX35" fmla="*/ 357084 w 559891"/>
                <a:gd name="connsiteY35" fmla="*/ 156834 h 242105"/>
                <a:gd name="connsiteX36" fmla="*/ 336108 w 559891"/>
                <a:gd name="connsiteY36" fmla="*/ 159776 h 242105"/>
                <a:gd name="connsiteX37" fmla="*/ 327546 w 559891"/>
                <a:gd name="connsiteY37" fmla="*/ 159075 h 242105"/>
                <a:gd name="connsiteX38" fmla="*/ 315132 w 559891"/>
                <a:gd name="connsiteY38" fmla="*/ 160058 h 242105"/>
                <a:gd name="connsiteX39" fmla="*/ 300389 w 559891"/>
                <a:gd name="connsiteY39" fmla="*/ 164539 h 242105"/>
                <a:gd name="connsiteX40" fmla="*/ 286102 w 559891"/>
                <a:gd name="connsiteY40" fmla="*/ 190732 h 242105"/>
                <a:gd name="connsiteX41" fmla="*/ 288483 w 559891"/>
                <a:gd name="connsiteY41" fmla="*/ 221410 h 242105"/>
                <a:gd name="connsiteX42" fmla="*/ 283721 w 559891"/>
                <a:gd name="connsiteY42" fmla="*/ 181207 h 242105"/>
                <a:gd name="connsiteX43" fmla="*/ 271814 w 559891"/>
                <a:gd name="connsiteY43" fmla="*/ 166920 h 242105"/>
                <a:gd name="connsiteX44" fmla="*/ 205139 w 559891"/>
                <a:gd name="connsiteY44" fmla="*/ 181207 h 242105"/>
                <a:gd name="connsiteX45" fmla="*/ 202812 w 559891"/>
                <a:gd name="connsiteY45" fmla="*/ 197876 h 242105"/>
                <a:gd name="connsiteX46" fmla="*/ 201340 w 559891"/>
                <a:gd name="connsiteY46" fmla="*/ 239479 h 242105"/>
                <a:gd name="connsiteX47" fmla="*/ 200377 w 559891"/>
                <a:gd name="connsiteY47" fmla="*/ 185970 h 242105"/>
                <a:gd name="connsiteX48" fmla="*/ 176564 w 559891"/>
                <a:gd name="connsiteY48" fmla="*/ 183589 h 242105"/>
                <a:gd name="connsiteX49" fmla="*/ 138464 w 559891"/>
                <a:gd name="connsiteY49" fmla="*/ 176445 h 242105"/>
                <a:gd name="connsiteX50" fmla="*/ 136083 w 559891"/>
                <a:gd name="connsiteY50" fmla="*/ 205020 h 242105"/>
                <a:gd name="connsiteX51" fmla="*/ 136083 w 559891"/>
                <a:gd name="connsiteY51" fmla="*/ 239619 h 242105"/>
                <a:gd name="connsiteX52" fmla="*/ 131431 w 559891"/>
                <a:gd name="connsiteY52" fmla="*/ 181781 h 242105"/>
                <a:gd name="connsiteX53" fmla="*/ 101382 w 559891"/>
                <a:gd name="connsiteY53" fmla="*/ 176128 h 242105"/>
                <a:gd name="connsiteX54" fmla="*/ 83151 w 559891"/>
                <a:gd name="connsiteY54" fmla="*/ 177495 h 242105"/>
                <a:gd name="connsiteX55" fmla="*/ 64646 w 559891"/>
                <a:gd name="connsiteY55" fmla="*/ 217487 h 242105"/>
                <a:gd name="connsiteX56" fmla="*/ 80415 w 559891"/>
                <a:gd name="connsiteY56" fmla="*/ 184796 h 242105"/>
                <a:gd name="connsiteX57" fmla="*/ 74374 w 559891"/>
                <a:gd name="connsiteY57" fmla="*/ 171900 h 242105"/>
                <a:gd name="connsiteX58" fmla="*/ 26487 w 559891"/>
                <a:gd name="connsiteY58" fmla="*/ 169820 h 242105"/>
                <a:gd name="connsiteX59" fmla="*/ 7646 w 559891"/>
                <a:gd name="connsiteY59" fmla="*/ 176672 h 242105"/>
                <a:gd name="connsiteX60" fmla="*/ 0 w 559891"/>
                <a:gd name="connsiteY60" fmla="*/ 218985 h 242105"/>
                <a:gd name="connsiteX0" fmla="*/ 0 w 559891"/>
                <a:gd name="connsiteY0" fmla="*/ 218985 h 242105"/>
                <a:gd name="connsiteX1" fmla="*/ 60919 w 559891"/>
                <a:gd name="connsiteY1" fmla="*/ 232942 h 242105"/>
                <a:gd name="connsiteX2" fmla="*/ 181656 w 559891"/>
                <a:gd name="connsiteY2" fmla="*/ 242029 h 242105"/>
                <a:gd name="connsiteX3" fmla="*/ 266723 w 559891"/>
                <a:gd name="connsiteY3" fmla="*/ 227964 h 242105"/>
                <a:gd name="connsiteX4" fmla="*/ 301783 w 559891"/>
                <a:gd name="connsiteY4" fmla="*/ 217994 h 242105"/>
                <a:gd name="connsiteX5" fmla="*/ 356768 w 559891"/>
                <a:gd name="connsiteY5" fmla="*/ 201148 h 242105"/>
                <a:gd name="connsiteX6" fmla="*/ 411066 w 559891"/>
                <a:gd name="connsiteY6" fmla="*/ 175131 h 242105"/>
                <a:gd name="connsiteX7" fmla="*/ 445684 w 559891"/>
                <a:gd name="connsiteY7" fmla="*/ 152632 h 242105"/>
                <a:gd name="connsiteX8" fmla="*/ 460629 w 559891"/>
                <a:gd name="connsiteY8" fmla="*/ 138345 h 242105"/>
                <a:gd name="connsiteX9" fmla="*/ 503492 w 559891"/>
                <a:gd name="connsiteY9" fmla="*/ 93101 h 242105"/>
                <a:gd name="connsiteX10" fmla="*/ 537876 w 559891"/>
                <a:gd name="connsiteY10" fmla="*/ 46989 h 242105"/>
                <a:gd name="connsiteX11" fmla="*/ 558886 w 559891"/>
                <a:gd name="connsiteY11" fmla="*/ 6931 h 242105"/>
                <a:gd name="connsiteX12" fmla="*/ 555646 w 559891"/>
                <a:gd name="connsiteY12" fmla="*/ 10 h 242105"/>
                <a:gd name="connsiteX13" fmla="*/ 547730 w 559891"/>
                <a:gd name="connsiteY13" fmla="*/ 6554 h 242105"/>
                <a:gd name="connsiteX14" fmla="*/ 531371 w 559891"/>
                <a:gd name="connsiteY14" fmla="*/ 7376 h 242105"/>
                <a:gd name="connsiteX15" fmla="*/ 528989 w 559891"/>
                <a:gd name="connsiteY15" fmla="*/ 26426 h 242105"/>
                <a:gd name="connsiteX16" fmla="*/ 512321 w 559891"/>
                <a:gd name="connsiteY16" fmla="*/ 35951 h 242105"/>
                <a:gd name="connsiteX17" fmla="*/ 488508 w 559891"/>
                <a:gd name="connsiteY17" fmla="*/ 38332 h 242105"/>
                <a:gd name="connsiteX18" fmla="*/ 483746 w 559891"/>
                <a:gd name="connsiteY18" fmla="*/ 57382 h 242105"/>
                <a:gd name="connsiteX19" fmla="*/ 488508 w 559891"/>
                <a:gd name="connsiteY19" fmla="*/ 74051 h 242105"/>
                <a:gd name="connsiteX20" fmla="*/ 506193 w 559891"/>
                <a:gd name="connsiteY20" fmla="*/ 79374 h 242105"/>
                <a:gd name="connsiteX21" fmla="*/ 486127 w 559891"/>
                <a:gd name="connsiteY21" fmla="*/ 74051 h 242105"/>
                <a:gd name="connsiteX22" fmla="*/ 474221 w 559891"/>
                <a:gd name="connsiteY22" fmla="*/ 93101 h 242105"/>
                <a:gd name="connsiteX23" fmla="*/ 459933 w 559891"/>
                <a:gd name="connsiteY23" fmla="*/ 105007 h 242105"/>
                <a:gd name="connsiteX24" fmla="*/ 455118 w 559891"/>
                <a:gd name="connsiteY24" fmla="*/ 119714 h 242105"/>
                <a:gd name="connsiteX25" fmla="*/ 459478 w 559891"/>
                <a:gd name="connsiteY25" fmla="*/ 130362 h 242105"/>
                <a:gd name="connsiteX26" fmla="*/ 426596 w 559891"/>
                <a:gd name="connsiteY26" fmla="*/ 116914 h 242105"/>
                <a:gd name="connsiteX27" fmla="*/ 412308 w 559891"/>
                <a:gd name="connsiteY27" fmla="*/ 112151 h 242105"/>
                <a:gd name="connsiteX28" fmla="*/ 398021 w 559891"/>
                <a:gd name="connsiteY28" fmla="*/ 128820 h 242105"/>
                <a:gd name="connsiteX29" fmla="*/ 390877 w 559891"/>
                <a:gd name="connsiteY29" fmla="*/ 145489 h 242105"/>
                <a:gd name="connsiteX30" fmla="*/ 396147 w 559891"/>
                <a:gd name="connsiteY30" fmla="*/ 155014 h 242105"/>
                <a:gd name="connsiteX31" fmla="*/ 389057 w 559891"/>
                <a:gd name="connsiteY31" fmla="*/ 146328 h 242105"/>
                <a:gd name="connsiteX32" fmla="*/ 367064 w 559891"/>
                <a:gd name="connsiteY32" fmla="*/ 159776 h 242105"/>
                <a:gd name="connsiteX33" fmla="*/ 376589 w 559891"/>
                <a:gd name="connsiteY33" fmla="*/ 178826 h 242105"/>
                <a:gd name="connsiteX34" fmla="*/ 364683 w 559891"/>
                <a:gd name="connsiteY34" fmla="*/ 166920 h 242105"/>
                <a:gd name="connsiteX35" fmla="*/ 357084 w 559891"/>
                <a:gd name="connsiteY35" fmla="*/ 156834 h 242105"/>
                <a:gd name="connsiteX36" fmla="*/ 336108 w 559891"/>
                <a:gd name="connsiteY36" fmla="*/ 159776 h 242105"/>
                <a:gd name="connsiteX37" fmla="*/ 327546 w 559891"/>
                <a:gd name="connsiteY37" fmla="*/ 159075 h 242105"/>
                <a:gd name="connsiteX38" fmla="*/ 315132 w 559891"/>
                <a:gd name="connsiteY38" fmla="*/ 160058 h 242105"/>
                <a:gd name="connsiteX39" fmla="*/ 300389 w 559891"/>
                <a:gd name="connsiteY39" fmla="*/ 164539 h 242105"/>
                <a:gd name="connsiteX40" fmla="*/ 286102 w 559891"/>
                <a:gd name="connsiteY40" fmla="*/ 190732 h 242105"/>
                <a:gd name="connsiteX41" fmla="*/ 288483 w 559891"/>
                <a:gd name="connsiteY41" fmla="*/ 221410 h 242105"/>
                <a:gd name="connsiteX42" fmla="*/ 283721 w 559891"/>
                <a:gd name="connsiteY42" fmla="*/ 181207 h 242105"/>
                <a:gd name="connsiteX43" fmla="*/ 271814 w 559891"/>
                <a:gd name="connsiteY43" fmla="*/ 166920 h 242105"/>
                <a:gd name="connsiteX44" fmla="*/ 205139 w 559891"/>
                <a:gd name="connsiteY44" fmla="*/ 181207 h 242105"/>
                <a:gd name="connsiteX45" fmla="*/ 202812 w 559891"/>
                <a:gd name="connsiteY45" fmla="*/ 197876 h 242105"/>
                <a:gd name="connsiteX46" fmla="*/ 201340 w 559891"/>
                <a:gd name="connsiteY46" fmla="*/ 239479 h 242105"/>
                <a:gd name="connsiteX47" fmla="*/ 200377 w 559891"/>
                <a:gd name="connsiteY47" fmla="*/ 185970 h 242105"/>
                <a:gd name="connsiteX48" fmla="*/ 176564 w 559891"/>
                <a:gd name="connsiteY48" fmla="*/ 183589 h 242105"/>
                <a:gd name="connsiteX49" fmla="*/ 138464 w 559891"/>
                <a:gd name="connsiteY49" fmla="*/ 176445 h 242105"/>
                <a:gd name="connsiteX50" fmla="*/ 136083 w 559891"/>
                <a:gd name="connsiteY50" fmla="*/ 205020 h 242105"/>
                <a:gd name="connsiteX51" fmla="*/ 136083 w 559891"/>
                <a:gd name="connsiteY51" fmla="*/ 239619 h 242105"/>
                <a:gd name="connsiteX52" fmla="*/ 131431 w 559891"/>
                <a:gd name="connsiteY52" fmla="*/ 181781 h 242105"/>
                <a:gd name="connsiteX53" fmla="*/ 101382 w 559891"/>
                <a:gd name="connsiteY53" fmla="*/ 176128 h 242105"/>
                <a:gd name="connsiteX54" fmla="*/ 83151 w 559891"/>
                <a:gd name="connsiteY54" fmla="*/ 177495 h 242105"/>
                <a:gd name="connsiteX55" fmla="*/ 64646 w 559891"/>
                <a:gd name="connsiteY55" fmla="*/ 217487 h 242105"/>
                <a:gd name="connsiteX56" fmla="*/ 80415 w 559891"/>
                <a:gd name="connsiteY56" fmla="*/ 184796 h 242105"/>
                <a:gd name="connsiteX57" fmla="*/ 74374 w 559891"/>
                <a:gd name="connsiteY57" fmla="*/ 171900 h 242105"/>
                <a:gd name="connsiteX58" fmla="*/ 26487 w 559891"/>
                <a:gd name="connsiteY58" fmla="*/ 169820 h 242105"/>
                <a:gd name="connsiteX59" fmla="*/ 7646 w 559891"/>
                <a:gd name="connsiteY59" fmla="*/ 176672 h 242105"/>
                <a:gd name="connsiteX60" fmla="*/ 0 w 559891"/>
                <a:gd name="connsiteY60" fmla="*/ 218985 h 242105"/>
                <a:gd name="connsiteX0" fmla="*/ 0 w 559891"/>
                <a:gd name="connsiteY0" fmla="*/ 218985 h 242082"/>
                <a:gd name="connsiteX1" fmla="*/ 60919 w 559891"/>
                <a:gd name="connsiteY1" fmla="*/ 232942 h 242082"/>
                <a:gd name="connsiteX2" fmla="*/ 181656 w 559891"/>
                <a:gd name="connsiteY2" fmla="*/ 242029 h 242082"/>
                <a:gd name="connsiteX3" fmla="*/ 265669 w 559891"/>
                <a:gd name="connsiteY3" fmla="*/ 228882 h 242082"/>
                <a:gd name="connsiteX4" fmla="*/ 301783 w 559891"/>
                <a:gd name="connsiteY4" fmla="*/ 217994 h 242082"/>
                <a:gd name="connsiteX5" fmla="*/ 356768 w 559891"/>
                <a:gd name="connsiteY5" fmla="*/ 201148 h 242082"/>
                <a:gd name="connsiteX6" fmla="*/ 411066 w 559891"/>
                <a:gd name="connsiteY6" fmla="*/ 175131 h 242082"/>
                <a:gd name="connsiteX7" fmla="*/ 445684 w 559891"/>
                <a:gd name="connsiteY7" fmla="*/ 152632 h 242082"/>
                <a:gd name="connsiteX8" fmla="*/ 460629 w 559891"/>
                <a:gd name="connsiteY8" fmla="*/ 138345 h 242082"/>
                <a:gd name="connsiteX9" fmla="*/ 503492 w 559891"/>
                <a:gd name="connsiteY9" fmla="*/ 93101 h 242082"/>
                <a:gd name="connsiteX10" fmla="*/ 537876 w 559891"/>
                <a:gd name="connsiteY10" fmla="*/ 46989 h 242082"/>
                <a:gd name="connsiteX11" fmla="*/ 558886 w 559891"/>
                <a:gd name="connsiteY11" fmla="*/ 6931 h 242082"/>
                <a:gd name="connsiteX12" fmla="*/ 555646 w 559891"/>
                <a:gd name="connsiteY12" fmla="*/ 10 h 242082"/>
                <a:gd name="connsiteX13" fmla="*/ 547730 w 559891"/>
                <a:gd name="connsiteY13" fmla="*/ 6554 h 242082"/>
                <a:gd name="connsiteX14" fmla="*/ 531371 w 559891"/>
                <a:gd name="connsiteY14" fmla="*/ 7376 h 242082"/>
                <a:gd name="connsiteX15" fmla="*/ 528989 w 559891"/>
                <a:gd name="connsiteY15" fmla="*/ 26426 h 242082"/>
                <a:gd name="connsiteX16" fmla="*/ 512321 w 559891"/>
                <a:gd name="connsiteY16" fmla="*/ 35951 h 242082"/>
                <a:gd name="connsiteX17" fmla="*/ 488508 w 559891"/>
                <a:gd name="connsiteY17" fmla="*/ 38332 h 242082"/>
                <a:gd name="connsiteX18" fmla="*/ 483746 w 559891"/>
                <a:gd name="connsiteY18" fmla="*/ 57382 h 242082"/>
                <a:gd name="connsiteX19" fmla="*/ 488508 w 559891"/>
                <a:gd name="connsiteY19" fmla="*/ 74051 h 242082"/>
                <a:gd name="connsiteX20" fmla="*/ 506193 w 559891"/>
                <a:gd name="connsiteY20" fmla="*/ 79374 h 242082"/>
                <a:gd name="connsiteX21" fmla="*/ 486127 w 559891"/>
                <a:gd name="connsiteY21" fmla="*/ 74051 h 242082"/>
                <a:gd name="connsiteX22" fmla="*/ 474221 w 559891"/>
                <a:gd name="connsiteY22" fmla="*/ 93101 h 242082"/>
                <a:gd name="connsiteX23" fmla="*/ 459933 w 559891"/>
                <a:gd name="connsiteY23" fmla="*/ 105007 h 242082"/>
                <a:gd name="connsiteX24" fmla="*/ 455118 w 559891"/>
                <a:gd name="connsiteY24" fmla="*/ 119714 h 242082"/>
                <a:gd name="connsiteX25" fmla="*/ 459478 w 559891"/>
                <a:gd name="connsiteY25" fmla="*/ 130362 h 242082"/>
                <a:gd name="connsiteX26" fmla="*/ 426596 w 559891"/>
                <a:gd name="connsiteY26" fmla="*/ 116914 h 242082"/>
                <a:gd name="connsiteX27" fmla="*/ 412308 w 559891"/>
                <a:gd name="connsiteY27" fmla="*/ 112151 h 242082"/>
                <a:gd name="connsiteX28" fmla="*/ 398021 w 559891"/>
                <a:gd name="connsiteY28" fmla="*/ 128820 h 242082"/>
                <a:gd name="connsiteX29" fmla="*/ 390877 w 559891"/>
                <a:gd name="connsiteY29" fmla="*/ 145489 h 242082"/>
                <a:gd name="connsiteX30" fmla="*/ 396147 w 559891"/>
                <a:gd name="connsiteY30" fmla="*/ 155014 h 242082"/>
                <a:gd name="connsiteX31" fmla="*/ 389057 w 559891"/>
                <a:gd name="connsiteY31" fmla="*/ 146328 h 242082"/>
                <a:gd name="connsiteX32" fmla="*/ 367064 w 559891"/>
                <a:gd name="connsiteY32" fmla="*/ 159776 h 242082"/>
                <a:gd name="connsiteX33" fmla="*/ 376589 w 559891"/>
                <a:gd name="connsiteY33" fmla="*/ 178826 h 242082"/>
                <a:gd name="connsiteX34" fmla="*/ 364683 w 559891"/>
                <a:gd name="connsiteY34" fmla="*/ 166920 h 242082"/>
                <a:gd name="connsiteX35" fmla="*/ 357084 w 559891"/>
                <a:gd name="connsiteY35" fmla="*/ 156834 h 242082"/>
                <a:gd name="connsiteX36" fmla="*/ 336108 w 559891"/>
                <a:gd name="connsiteY36" fmla="*/ 159776 h 242082"/>
                <a:gd name="connsiteX37" fmla="*/ 327546 w 559891"/>
                <a:gd name="connsiteY37" fmla="*/ 159075 h 242082"/>
                <a:gd name="connsiteX38" fmla="*/ 315132 w 559891"/>
                <a:gd name="connsiteY38" fmla="*/ 160058 h 242082"/>
                <a:gd name="connsiteX39" fmla="*/ 300389 w 559891"/>
                <a:gd name="connsiteY39" fmla="*/ 164539 h 242082"/>
                <a:gd name="connsiteX40" fmla="*/ 286102 w 559891"/>
                <a:gd name="connsiteY40" fmla="*/ 190732 h 242082"/>
                <a:gd name="connsiteX41" fmla="*/ 288483 w 559891"/>
                <a:gd name="connsiteY41" fmla="*/ 221410 h 242082"/>
                <a:gd name="connsiteX42" fmla="*/ 283721 w 559891"/>
                <a:gd name="connsiteY42" fmla="*/ 181207 h 242082"/>
                <a:gd name="connsiteX43" fmla="*/ 271814 w 559891"/>
                <a:gd name="connsiteY43" fmla="*/ 166920 h 242082"/>
                <a:gd name="connsiteX44" fmla="*/ 205139 w 559891"/>
                <a:gd name="connsiteY44" fmla="*/ 181207 h 242082"/>
                <a:gd name="connsiteX45" fmla="*/ 202812 w 559891"/>
                <a:gd name="connsiteY45" fmla="*/ 197876 h 242082"/>
                <a:gd name="connsiteX46" fmla="*/ 201340 w 559891"/>
                <a:gd name="connsiteY46" fmla="*/ 239479 h 242082"/>
                <a:gd name="connsiteX47" fmla="*/ 200377 w 559891"/>
                <a:gd name="connsiteY47" fmla="*/ 185970 h 242082"/>
                <a:gd name="connsiteX48" fmla="*/ 176564 w 559891"/>
                <a:gd name="connsiteY48" fmla="*/ 183589 h 242082"/>
                <a:gd name="connsiteX49" fmla="*/ 138464 w 559891"/>
                <a:gd name="connsiteY49" fmla="*/ 176445 h 242082"/>
                <a:gd name="connsiteX50" fmla="*/ 136083 w 559891"/>
                <a:gd name="connsiteY50" fmla="*/ 205020 h 242082"/>
                <a:gd name="connsiteX51" fmla="*/ 136083 w 559891"/>
                <a:gd name="connsiteY51" fmla="*/ 239619 h 242082"/>
                <a:gd name="connsiteX52" fmla="*/ 131431 w 559891"/>
                <a:gd name="connsiteY52" fmla="*/ 181781 h 242082"/>
                <a:gd name="connsiteX53" fmla="*/ 101382 w 559891"/>
                <a:gd name="connsiteY53" fmla="*/ 176128 h 242082"/>
                <a:gd name="connsiteX54" fmla="*/ 83151 w 559891"/>
                <a:gd name="connsiteY54" fmla="*/ 177495 h 242082"/>
                <a:gd name="connsiteX55" fmla="*/ 64646 w 559891"/>
                <a:gd name="connsiteY55" fmla="*/ 217487 h 242082"/>
                <a:gd name="connsiteX56" fmla="*/ 80415 w 559891"/>
                <a:gd name="connsiteY56" fmla="*/ 184796 h 242082"/>
                <a:gd name="connsiteX57" fmla="*/ 74374 w 559891"/>
                <a:gd name="connsiteY57" fmla="*/ 171900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2"/>
                <a:gd name="connsiteX1" fmla="*/ 60919 w 559891"/>
                <a:gd name="connsiteY1" fmla="*/ 232942 h 242082"/>
                <a:gd name="connsiteX2" fmla="*/ 181656 w 559891"/>
                <a:gd name="connsiteY2" fmla="*/ 242029 h 242082"/>
                <a:gd name="connsiteX3" fmla="*/ 265669 w 559891"/>
                <a:gd name="connsiteY3" fmla="*/ 228882 h 242082"/>
                <a:gd name="connsiteX4" fmla="*/ 301783 w 559891"/>
                <a:gd name="connsiteY4" fmla="*/ 217994 h 242082"/>
                <a:gd name="connsiteX5" fmla="*/ 356768 w 559891"/>
                <a:gd name="connsiteY5" fmla="*/ 201148 h 242082"/>
                <a:gd name="connsiteX6" fmla="*/ 411066 w 559891"/>
                <a:gd name="connsiteY6" fmla="*/ 175131 h 242082"/>
                <a:gd name="connsiteX7" fmla="*/ 445684 w 559891"/>
                <a:gd name="connsiteY7" fmla="*/ 152632 h 242082"/>
                <a:gd name="connsiteX8" fmla="*/ 460629 w 559891"/>
                <a:gd name="connsiteY8" fmla="*/ 138345 h 242082"/>
                <a:gd name="connsiteX9" fmla="*/ 503492 w 559891"/>
                <a:gd name="connsiteY9" fmla="*/ 93101 h 242082"/>
                <a:gd name="connsiteX10" fmla="*/ 537876 w 559891"/>
                <a:gd name="connsiteY10" fmla="*/ 46989 h 242082"/>
                <a:gd name="connsiteX11" fmla="*/ 558886 w 559891"/>
                <a:gd name="connsiteY11" fmla="*/ 6931 h 242082"/>
                <a:gd name="connsiteX12" fmla="*/ 555646 w 559891"/>
                <a:gd name="connsiteY12" fmla="*/ 10 h 242082"/>
                <a:gd name="connsiteX13" fmla="*/ 547730 w 559891"/>
                <a:gd name="connsiteY13" fmla="*/ 6554 h 242082"/>
                <a:gd name="connsiteX14" fmla="*/ 531371 w 559891"/>
                <a:gd name="connsiteY14" fmla="*/ 7376 h 242082"/>
                <a:gd name="connsiteX15" fmla="*/ 528989 w 559891"/>
                <a:gd name="connsiteY15" fmla="*/ 26426 h 242082"/>
                <a:gd name="connsiteX16" fmla="*/ 512321 w 559891"/>
                <a:gd name="connsiteY16" fmla="*/ 35951 h 242082"/>
                <a:gd name="connsiteX17" fmla="*/ 488508 w 559891"/>
                <a:gd name="connsiteY17" fmla="*/ 38332 h 242082"/>
                <a:gd name="connsiteX18" fmla="*/ 483746 w 559891"/>
                <a:gd name="connsiteY18" fmla="*/ 57382 h 242082"/>
                <a:gd name="connsiteX19" fmla="*/ 488508 w 559891"/>
                <a:gd name="connsiteY19" fmla="*/ 74051 h 242082"/>
                <a:gd name="connsiteX20" fmla="*/ 506193 w 559891"/>
                <a:gd name="connsiteY20" fmla="*/ 79374 h 242082"/>
                <a:gd name="connsiteX21" fmla="*/ 486127 w 559891"/>
                <a:gd name="connsiteY21" fmla="*/ 74051 h 242082"/>
                <a:gd name="connsiteX22" fmla="*/ 474221 w 559891"/>
                <a:gd name="connsiteY22" fmla="*/ 93101 h 242082"/>
                <a:gd name="connsiteX23" fmla="*/ 459933 w 559891"/>
                <a:gd name="connsiteY23" fmla="*/ 105007 h 242082"/>
                <a:gd name="connsiteX24" fmla="*/ 455118 w 559891"/>
                <a:gd name="connsiteY24" fmla="*/ 119714 h 242082"/>
                <a:gd name="connsiteX25" fmla="*/ 459478 w 559891"/>
                <a:gd name="connsiteY25" fmla="*/ 130362 h 242082"/>
                <a:gd name="connsiteX26" fmla="*/ 426596 w 559891"/>
                <a:gd name="connsiteY26" fmla="*/ 116914 h 242082"/>
                <a:gd name="connsiteX27" fmla="*/ 412308 w 559891"/>
                <a:gd name="connsiteY27" fmla="*/ 112151 h 242082"/>
                <a:gd name="connsiteX28" fmla="*/ 398021 w 559891"/>
                <a:gd name="connsiteY28" fmla="*/ 128820 h 242082"/>
                <a:gd name="connsiteX29" fmla="*/ 390877 w 559891"/>
                <a:gd name="connsiteY29" fmla="*/ 145489 h 242082"/>
                <a:gd name="connsiteX30" fmla="*/ 396147 w 559891"/>
                <a:gd name="connsiteY30" fmla="*/ 155014 h 242082"/>
                <a:gd name="connsiteX31" fmla="*/ 389057 w 559891"/>
                <a:gd name="connsiteY31" fmla="*/ 146328 h 242082"/>
                <a:gd name="connsiteX32" fmla="*/ 367064 w 559891"/>
                <a:gd name="connsiteY32" fmla="*/ 159776 h 242082"/>
                <a:gd name="connsiteX33" fmla="*/ 376589 w 559891"/>
                <a:gd name="connsiteY33" fmla="*/ 178826 h 242082"/>
                <a:gd name="connsiteX34" fmla="*/ 364683 w 559891"/>
                <a:gd name="connsiteY34" fmla="*/ 166920 h 242082"/>
                <a:gd name="connsiteX35" fmla="*/ 357084 w 559891"/>
                <a:gd name="connsiteY35" fmla="*/ 156834 h 242082"/>
                <a:gd name="connsiteX36" fmla="*/ 336108 w 559891"/>
                <a:gd name="connsiteY36" fmla="*/ 159776 h 242082"/>
                <a:gd name="connsiteX37" fmla="*/ 327546 w 559891"/>
                <a:gd name="connsiteY37" fmla="*/ 159075 h 242082"/>
                <a:gd name="connsiteX38" fmla="*/ 315132 w 559891"/>
                <a:gd name="connsiteY38" fmla="*/ 160058 h 242082"/>
                <a:gd name="connsiteX39" fmla="*/ 300389 w 559891"/>
                <a:gd name="connsiteY39" fmla="*/ 164539 h 242082"/>
                <a:gd name="connsiteX40" fmla="*/ 286102 w 559891"/>
                <a:gd name="connsiteY40" fmla="*/ 190732 h 242082"/>
                <a:gd name="connsiteX41" fmla="*/ 288483 w 559891"/>
                <a:gd name="connsiteY41" fmla="*/ 221410 h 242082"/>
                <a:gd name="connsiteX42" fmla="*/ 283721 w 559891"/>
                <a:gd name="connsiteY42" fmla="*/ 181207 h 242082"/>
                <a:gd name="connsiteX43" fmla="*/ 271814 w 559891"/>
                <a:gd name="connsiteY43" fmla="*/ 166920 h 242082"/>
                <a:gd name="connsiteX44" fmla="*/ 205139 w 559891"/>
                <a:gd name="connsiteY44" fmla="*/ 181207 h 242082"/>
                <a:gd name="connsiteX45" fmla="*/ 202812 w 559891"/>
                <a:gd name="connsiteY45" fmla="*/ 197876 h 242082"/>
                <a:gd name="connsiteX46" fmla="*/ 201340 w 559891"/>
                <a:gd name="connsiteY46" fmla="*/ 239479 h 242082"/>
                <a:gd name="connsiteX47" fmla="*/ 200377 w 559891"/>
                <a:gd name="connsiteY47" fmla="*/ 185970 h 242082"/>
                <a:gd name="connsiteX48" fmla="*/ 176564 w 559891"/>
                <a:gd name="connsiteY48" fmla="*/ 183589 h 242082"/>
                <a:gd name="connsiteX49" fmla="*/ 138464 w 559891"/>
                <a:gd name="connsiteY49" fmla="*/ 176445 h 242082"/>
                <a:gd name="connsiteX50" fmla="*/ 136083 w 559891"/>
                <a:gd name="connsiteY50" fmla="*/ 205020 h 242082"/>
                <a:gd name="connsiteX51" fmla="*/ 136083 w 559891"/>
                <a:gd name="connsiteY51" fmla="*/ 239619 h 242082"/>
                <a:gd name="connsiteX52" fmla="*/ 131431 w 559891"/>
                <a:gd name="connsiteY52" fmla="*/ 181781 h 242082"/>
                <a:gd name="connsiteX53" fmla="*/ 101382 w 559891"/>
                <a:gd name="connsiteY53" fmla="*/ 176128 h 242082"/>
                <a:gd name="connsiteX54" fmla="*/ 83151 w 559891"/>
                <a:gd name="connsiteY54" fmla="*/ 177495 h 242082"/>
                <a:gd name="connsiteX55" fmla="*/ 64646 w 559891"/>
                <a:gd name="connsiteY55" fmla="*/ 217487 h 242082"/>
                <a:gd name="connsiteX56" fmla="*/ 80415 w 559891"/>
                <a:gd name="connsiteY56" fmla="*/ 184796 h 242082"/>
                <a:gd name="connsiteX57" fmla="*/ 74374 w 559891"/>
                <a:gd name="connsiteY57" fmla="*/ 171900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91"/>
                <a:gd name="connsiteX1" fmla="*/ 60919 w 559891"/>
                <a:gd name="connsiteY1" fmla="*/ 232942 h 242091"/>
                <a:gd name="connsiteX2" fmla="*/ 181656 w 559891"/>
                <a:gd name="connsiteY2" fmla="*/ 242029 h 242091"/>
                <a:gd name="connsiteX3" fmla="*/ 265669 w 559891"/>
                <a:gd name="connsiteY3" fmla="*/ 228882 h 242091"/>
                <a:gd name="connsiteX4" fmla="*/ 301783 w 559891"/>
                <a:gd name="connsiteY4" fmla="*/ 217994 h 242091"/>
                <a:gd name="connsiteX5" fmla="*/ 356768 w 559891"/>
                <a:gd name="connsiteY5" fmla="*/ 201148 h 242091"/>
                <a:gd name="connsiteX6" fmla="*/ 411066 w 559891"/>
                <a:gd name="connsiteY6" fmla="*/ 175131 h 242091"/>
                <a:gd name="connsiteX7" fmla="*/ 445684 w 559891"/>
                <a:gd name="connsiteY7" fmla="*/ 152632 h 242091"/>
                <a:gd name="connsiteX8" fmla="*/ 460629 w 559891"/>
                <a:gd name="connsiteY8" fmla="*/ 138345 h 242091"/>
                <a:gd name="connsiteX9" fmla="*/ 503492 w 559891"/>
                <a:gd name="connsiteY9" fmla="*/ 93101 h 242091"/>
                <a:gd name="connsiteX10" fmla="*/ 537876 w 559891"/>
                <a:gd name="connsiteY10" fmla="*/ 46989 h 242091"/>
                <a:gd name="connsiteX11" fmla="*/ 558886 w 559891"/>
                <a:gd name="connsiteY11" fmla="*/ 6931 h 242091"/>
                <a:gd name="connsiteX12" fmla="*/ 555646 w 559891"/>
                <a:gd name="connsiteY12" fmla="*/ 10 h 242091"/>
                <a:gd name="connsiteX13" fmla="*/ 547730 w 559891"/>
                <a:gd name="connsiteY13" fmla="*/ 6554 h 242091"/>
                <a:gd name="connsiteX14" fmla="*/ 531371 w 559891"/>
                <a:gd name="connsiteY14" fmla="*/ 7376 h 242091"/>
                <a:gd name="connsiteX15" fmla="*/ 528989 w 559891"/>
                <a:gd name="connsiteY15" fmla="*/ 26426 h 242091"/>
                <a:gd name="connsiteX16" fmla="*/ 512321 w 559891"/>
                <a:gd name="connsiteY16" fmla="*/ 35951 h 242091"/>
                <a:gd name="connsiteX17" fmla="*/ 488508 w 559891"/>
                <a:gd name="connsiteY17" fmla="*/ 38332 h 242091"/>
                <a:gd name="connsiteX18" fmla="*/ 483746 w 559891"/>
                <a:gd name="connsiteY18" fmla="*/ 57382 h 242091"/>
                <a:gd name="connsiteX19" fmla="*/ 488508 w 559891"/>
                <a:gd name="connsiteY19" fmla="*/ 74051 h 242091"/>
                <a:gd name="connsiteX20" fmla="*/ 506193 w 559891"/>
                <a:gd name="connsiteY20" fmla="*/ 79374 h 242091"/>
                <a:gd name="connsiteX21" fmla="*/ 486127 w 559891"/>
                <a:gd name="connsiteY21" fmla="*/ 74051 h 242091"/>
                <a:gd name="connsiteX22" fmla="*/ 474221 w 559891"/>
                <a:gd name="connsiteY22" fmla="*/ 93101 h 242091"/>
                <a:gd name="connsiteX23" fmla="*/ 459933 w 559891"/>
                <a:gd name="connsiteY23" fmla="*/ 105007 h 242091"/>
                <a:gd name="connsiteX24" fmla="*/ 455118 w 559891"/>
                <a:gd name="connsiteY24" fmla="*/ 119714 h 242091"/>
                <a:gd name="connsiteX25" fmla="*/ 459478 w 559891"/>
                <a:gd name="connsiteY25" fmla="*/ 130362 h 242091"/>
                <a:gd name="connsiteX26" fmla="*/ 426596 w 559891"/>
                <a:gd name="connsiteY26" fmla="*/ 116914 h 242091"/>
                <a:gd name="connsiteX27" fmla="*/ 412308 w 559891"/>
                <a:gd name="connsiteY27" fmla="*/ 112151 h 242091"/>
                <a:gd name="connsiteX28" fmla="*/ 398021 w 559891"/>
                <a:gd name="connsiteY28" fmla="*/ 128820 h 242091"/>
                <a:gd name="connsiteX29" fmla="*/ 390877 w 559891"/>
                <a:gd name="connsiteY29" fmla="*/ 145489 h 242091"/>
                <a:gd name="connsiteX30" fmla="*/ 396147 w 559891"/>
                <a:gd name="connsiteY30" fmla="*/ 155014 h 242091"/>
                <a:gd name="connsiteX31" fmla="*/ 389057 w 559891"/>
                <a:gd name="connsiteY31" fmla="*/ 146328 h 242091"/>
                <a:gd name="connsiteX32" fmla="*/ 367064 w 559891"/>
                <a:gd name="connsiteY32" fmla="*/ 159776 h 242091"/>
                <a:gd name="connsiteX33" fmla="*/ 376589 w 559891"/>
                <a:gd name="connsiteY33" fmla="*/ 178826 h 242091"/>
                <a:gd name="connsiteX34" fmla="*/ 364683 w 559891"/>
                <a:gd name="connsiteY34" fmla="*/ 166920 h 242091"/>
                <a:gd name="connsiteX35" fmla="*/ 357084 w 559891"/>
                <a:gd name="connsiteY35" fmla="*/ 156834 h 242091"/>
                <a:gd name="connsiteX36" fmla="*/ 336108 w 559891"/>
                <a:gd name="connsiteY36" fmla="*/ 159776 h 242091"/>
                <a:gd name="connsiteX37" fmla="*/ 327546 w 559891"/>
                <a:gd name="connsiteY37" fmla="*/ 159075 h 242091"/>
                <a:gd name="connsiteX38" fmla="*/ 315132 w 559891"/>
                <a:gd name="connsiteY38" fmla="*/ 160058 h 242091"/>
                <a:gd name="connsiteX39" fmla="*/ 300389 w 559891"/>
                <a:gd name="connsiteY39" fmla="*/ 164539 h 242091"/>
                <a:gd name="connsiteX40" fmla="*/ 286102 w 559891"/>
                <a:gd name="connsiteY40" fmla="*/ 190732 h 242091"/>
                <a:gd name="connsiteX41" fmla="*/ 288483 w 559891"/>
                <a:gd name="connsiteY41" fmla="*/ 221410 h 242091"/>
                <a:gd name="connsiteX42" fmla="*/ 283721 w 559891"/>
                <a:gd name="connsiteY42" fmla="*/ 181207 h 242091"/>
                <a:gd name="connsiteX43" fmla="*/ 271814 w 559891"/>
                <a:gd name="connsiteY43" fmla="*/ 166920 h 242091"/>
                <a:gd name="connsiteX44" fmla="*/ 205139 w 559891"/>
                <a:gd name="connsiteY44" fmla="*/ 181207 h 242091"/>
                <a:gd name="connsiteX45" fmla="*/ 202812 w 559891"/>
                <a:gd name="connsiteY45" fmla="*/ 197876 h 242091"/>
                <a:gd name="connsiteX46" fmla="*/ 201340 w 559891"/>
                <a:gd name="connsiteY46" fmla="*/ 239479 h 242091"/>
                <a:gd name="connsiteX47" fmla="*/ 200377 w 559891"/>
                <a:gd name="connsiteY47" fmla="*/ 185970 h 242091"/>
                <a:gd name="connsiteX48" fmla="*/ 176564 w 559891"/>
                <a:gd name="connsiteY48" fmla="*/ 183589 h 242091"/>
                <a:gd name="connsiteX49" fmla="*/ 138464 w 559891"/>
                <a:gd name="connsiteY49" fmla="*/ 176445 h 242091"/>
                <a:gd name="connsiteX50" fmla="*/ 136083 w 559891"/>
                <a:gd name="connsiteY50" fmla="*/ 205020 h 242091"/>
                <a:gd name="connsiteX51" fmla="*/ 136083 w 559891"/>
                <a:gd name="connsiteY51" fmla="*/ 239619 h 242091"/>
                <a:gd name="connsiteX52" fmla="*/ 131431 w 559891"/>
                <a:gd name="connsiteY52" fmla="*/ 181781 h 242091"/>
                <a:gd name="connsiteX53" fmla="*/ 101382 w 559891"/>
                <a:gd name="connsiteY53" fmla="*/ 176128 h 242091"/>
                <a:gd name="connsiteX54" fmla="*/ 83151 w 559891"/>
                <a:gd name="connsiteY54" fmla="*/ 177495 h 242091"/>
                <a:gd name="connsiteX55" fmla="*/ 64646 w 559891"/>
                <a:gd name="connsiteY55" fmla="*/ 217487 h 242091"/>
                <a:gd name="connsiteX56" fmla="*/ 80415 w 559891"/>
                <a:gd name="connsiteY56" fmla="*/ 184796 h 242091"/>
                <a:gd name="connsiteX57" fmla="*/ 74374 w 559891"/>
                <a:gd name="connsiteY57" fmla="*/ 171900 h 242091"/>
                <a:gd name="connsiteX58" fmla="*/ 26487 w 559891"/>
                <a:gd name="connsiteY58" fmla="*/ 169820 h 242091"/>
                <a:gd name="connsiteX59" fmla="*/ 7646 w 559891"/>
                <a:gd name="connsiteY59" fmla="*/ 176672 h 242091"/>
                <a:gd name="connsiteX60" fmla="*/ 0 w 559891"/>
                <a:gd name="connsiteY60" fmla="*/ 218985 h 242091"/>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4646 w 559891"/>
                <a:gd name="connsiteY55" fmla="*/ 217487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75167 w 559891"/>
                <a:gd name="connsiteY55" fmla="*/ 219215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80415 w 559891"/>
                <a:gd name="connsiteY56" fmla="*/ 184796 h 242193"/>
                <a:gd name="connsiteX57" fmla="*/ 74374 w 559891"/>
                <a:gd name="connsiteY57" fmla="*/ 171900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80415 w 559891"/>
                <a:gd name="connsiteY56" fmla="*/ 184796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6926 w 559891"/>
                <a:gd name="connsiteY55" fmla="*/ 227283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56584 w 559891"/>
                <a:gd name="connsiteY55" fmla="*/ 227747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56584 w 559891"/>
                <a:gd name="connsiteY55" fmla="*/ 227747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1016 w 559891"/>
                <a:gd name="connsiteY55" fmla="*/ 227548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193"/>
                <a:gd name="connsiteX1" fmla="*/ 59933 w 559891"/>
                <a:gd name="connsiteY1" fmla="*/ 234727 h 242193"/>
                <a:gd name="connsiteX2" fmla="*/ 181656 w 559891"/>
                <a:gd name="connsiteY2" fmla="*/ 242029 h 242193"/>
                <a:gd name="connsiteX3" fmla="*/ 265669 w 559891"/>
                <a:gd name="connsiteY3" fmla="*/ 228882 h 242193"/>
                <a:gd name="connsiteX4" fmla="*/ 301783 w 559891"/>
                <a:gd name="connsiteY4" fmla="*/ 217994 h 242193"/>
                <a:gd name="connsiteX5" fmla="*/ 356768 w 559891"/>
                <a:gd name="connsiteY5" fmla="*/ 201148 h 242193"/>
                <a:gd name="connsiteX6" fmla="*/ 411066 w 559891"/>
                <a:gd name="connsiteY6" fmla="*/ 175131 h 242193"/>
                <a:gd name="connsiteX7" fmla="*/ 445684 w 559891"/>
                <a:gd name="connsiteY7" fmla="*/ 152632 h 242193"/>
                <a:gd name="connsiteX8" fmla="*/ 460629 w 559891"/>
                <a:gd name="connsiteY8" fmla="*/ 138345 h 242193"/>
                <a:gd name="connsiteX9" fmla="*/ 503492 w 559891"/>
                <a:gd name="connsiteY9" fmla="*/ 93101 h 242193"/>
                <a:gd name="connsiteX10" fmla="*/ 537876 w 559891"/>
                <a:gd name="connsiteY10" fmla="*/ 46989 h 242193"/>
                <a:gd name="connsiteX11" fmla="*/ 558886 w 559891"/>
                <a:gd name="connsiteY11" fmla="*/ 6931 h 242193"/>
                <a:gd name="connsiteX12" fmla="*/ 555646 w 559891"/>
                <a:gd name="connsiteY12" fmla="*/ 10 h 242193"/>
                <a:gd name="connsiteX13" fmla="*/ 547730 w 559891"/>
                <a:gd name="connsiteY13" fmla="*/ 6554 h 242193"/>
                <a:gd name="connsiteX14" fmla="*/ 531371 w 559891"/>
                <a:gd name="connsiteY14" fmla="*/ 7376 h 242193"/>
                <a:gd name="connsiteX15" fmla="*/ 528989 w 559891"/>
                <a:gd name="connsiteY15" fmla="*/ 26426 h 242193"/>
                <a:gd name="connsiteX16" fmla="*/ 512321 w 559891"/>
                <a:gd name="connsiteY16" fmla="*/ 35951 h 242193"/>
                <a:gd name="connsiteX17" fmla="*/ 488508 w 559891"/>
                <a:gd name="connsiteY17" fmla="*/ 38332 h 242193"/>
                <a:gd name="connsiteX18" fmla="*/ 483746 w 559891"/>
                <a:gd name="connsiteY18" fmla="*/ 57382 h 242193"/>
                <a:gd name="connsiteX19" fmla="*/ 488508 w 559891"/>
                <a:gd name="connsiteY19" fmla="*/ 74051 h 242193"/>
                <a:gd name="connsiteX20" fmla="*/ 506193 w 559891"/>
                <a:gd name="connsiteY20" fmla="*/ 79374 h 242193"/>
                <a:gd name="connsiteX21" fmla="*/ 486127 w 559891"/>
                <a:gd name="connsiteY21" fmla="*/ 74051 h 242193"/>
                <a:gd name="connsiteX22" fmla="*/ 474221 w 559891"/>
                <a:gd name="connsiteY22" fmla="*/ 93101 h 242193"/>
                <a:gd name="connsiteX23" fmla="*/ 459933 w 559891"/>
                <a:gd name="connsiteY23" fmla="*/ 105007 h 242193"/>
                <a:gd name="connsiteX24" fmla="*/ 455118 w 559891"/>
                <a:gd name="connsiteY24" fmla="*/ 119714 h 242193"/>
                <a:gd name="connsiteX25" fmla="*/ 459478 w 559891"/>
                <a:gd name="connsiteY25" fmla="*/ 130362 h 242193"/>
                <a:gd name="connsiteX26" fmla="*/ 426596 w 559891"/>
                <a:gd name="connsiteY26" fmla="*/ 116914 h 242193"/>
                <a:gd name="connsiteX27" fmla="*/ 412308 w 559891"/>
                <a:gd name="connsiteY27" fmla="*/ 112151 h 242193"/>
                <a:gd name="connsiteX28" fmla="*/ 398021 w 559891"/>
                <a:gd name="connsiteY28" fmla="*/ 128820 h 242193"/>
                <a:gd name="connsiteX29" fmla="*/ 390877 w 559891"/>
                <a:gd name="connsiteY29" fmla="*/ 145489 h 242193"/>
                <a:gd name="connsiteX30" fmla="*/ 396147 w 559891"/>
                <a:gd name="connsiteY30" fmla="*/ 155014 h 242193"/>
                <a:gd name="connsiteX31" fmla="*/ 389057 w 559891"/>
                <a:gd name="connsiteY31" fmla="*/ 146328 h 242193"/>
                <a:gd name="connsiteX32" fmla="*/ 367064 w 559891"/>
                <a:gd name="connsiteY32" fmla="*/ 159776 h 242193"/>
                <a:gd name="connsiteX33" fmla="*/ 376589 w 559891"/>
                <a:gd name="connsiteY33" fmla="*/ 178826 h 242193"/>
                <a:gd name="connsiteX34" fmla="*/ 364683 w 559891"/>
                <a:gd name="connsiteY34" fmla="*/ 166920 h 242193"/>
                <a:gd name="connsiteX35" fmla="*/ 357084 w 559891"/>
                <a:gd name="connsiteY35" fmla="*/ 156834 h 242193"/>
                <a:gd name="connsiteX36" fmla="*/ 336108 w 559891"/>
                <a:gd name="connsiteY36" fmla="*/ 159776 h 242193"/>
                <a:gd name="connsiteX37" fmla="*/ 327546 w 559891"/>
                <a:gd name="connsiteY37" fmla="*/ 159075 h 242193"/>
                <a:gd name="connsiteX38" fmla="*/ 315132 w 559891"/>
                <a:gd name="connsiteY38" fmla="*/ 160058 h 242193"/>
                <a:gd name="connsiteX39" fmla="*/ 300389 w 559891"/>
                <a:gd name="connsiteY39" fmla="*/ 164539 h 242193"/>
                <a:gd name="connsiteX40" fmla="*/ 286102 w 559891"/>
                <a:gd name="connsiteY40" fmla="*/ 190732 h 242193"/>
                <a:gd name="connsiteX41" fmla="*/ 288483 w 559891"/>
                <a:gd name="connsiteY41" fmla="*/ 221410 h 242193"/>
                <a:gd name="connsiteX42" fmla="*/ 283721 w 559891"/>
                <a:gd name="connsiteY42" fmla="*/ 181207 h 242193"/>
                <a:gd name="connsiteX43" fmla="*/ 271814 w 559891"/>
                <a:gd name="connsiteY43" fmla="*/ 166920 h 242193"/>
                <a:gd name="connsiteX44" fmla="*/ 205139 w 559891"/>
                <a:gd name="connsiteY44" fmla="*/ 181207 h 242193"/>
                <a:gd name="connsiteX45" fmla="*/ 202812 w 559891"/>
                <a:gd name="connsiteY45" fmla="*/ 197876 h 242193"/>
                <a:gd name="connsiteX46" fmla="*/ 201340 w 559891"/>
                <a:gd name="connsiteY46" fmla="*/ 239479 h 242193"/>
                <a:gd name="connsiteX47" fmla="*/ 200377 w 559891"/>
                <a:gd name="connsiteY47" fmla="*/ 185970 h 242193"/>
                <a:gd name="connsiteX48" fmla="*/ 176564 w 559891"/>
                <a:gd name="connsiteY48" fmla="*/ 183589 h 242193"/>
                <a:gd name="connsiteX49" fmla="*/ 138464 w 559891"/>
                <a:gd name="connsiteY49" fmla="*/ 176445 h 242193"/>
                <a:gd name="connsiteX50" fmla="*/ 136083 w 559891"/>
                <a:gd name="connsiteY50" fmla="*/ 205020 h 242193"/>
                <a:gd name="connsiteX51" fmla="*/ 136083 w 559891"/>
                <a:gd name="connsiteY51" fmla="*/ 239619 h 242193"/>
                <a:gd name="connsiteX52" fmla="*/ 131431 w 559891"/>
                <a:gd name="connsiteY52" fmla="*/ 181781 h 242193"/>
                <a:gd name="connsiteX53" fmla="*/ 101382 w 559891"/>
                <a:gd name="connsiteY53" fmla="*/ 176128 h 242193"/>
                <a:gd name="connsiteX54" fmla="*/ 83151 w 559891"/>
                <a:gd name="connsiteY54" fmla="*/ 177495 h 242193"/>
                <a:gd name="connsiteX55" fmla="*/ 61016 w 559891"/>
                <a:gd name="connsiteY55" fmla="*/ 227548 h 242193"/>
                <a:gd name="connsiteX56" fmla="*/ 71550 w 559891"/>
                <a:gd name="connsiteY56" fmla="*/ 185193 h 242193"/>
                <a:gd name="connsiteX57" fmla="*/ 63943 w 559891"/>
                <a:gd name="connsiteY57" fmla="*/ 171268 h 242193"/>
                <a:gd name="connsiteX58" fmla="*/ 26487 w 559891"/>
                <a:gd name="connsiteY58" fmla="*/ 169820 h 242193"/>
                <a:gd name="connsiteX59" fmla="*/ 7646 w 559891"/>
                <a:gd name="connsiteY59" fmla="*/ 176672 h 242193"/>
                <a:gd name="connsiteX60" fmla="*/ 0 w 559891"/>
                <a:gd name="connsiteY60" fmla="*/ 218985 h 242193"/>
                <a:gd name="connsiteX0" fmla="*/ 0 w 559891"/>
                <a:gd name="connsiteY0" fmla="*/ 218985 h 242034"/>
                <a:gd name="connsiteX1" fmla="*/ 61053 w 559891"/>
                <a:gd name="connsiteY1" fmla="*/ 230278 h 242034"/>
                <a:gd name="connsiteX2" fmla="*/ 181656 w 559891"/>
                <a:gd name="connsiteY2" fmla="*/ 242029 h 242034"/>
                <a:gd name="connsiteX3" fmla="*/ 265669 w 559891"/>
                <a:gd name="connsiteY3" fmla="*/ 228882 h 242034"/>
                <a:gd name="connsiteX4" fmla="*/ 301783 w 559891"/>
                <a:gd name="connsiteY4" fmla="*/ 217994 h 242034"/>
                <a:gd name="connsiteX5" fmla="*/ 356768 w 559891"/>
                <a:gd name="connsiteY5" fmla="*/ 201148 h 242034"/>
                <a:gd name="connsiteX6" fmla="*/ 411066 w 559891"/>
                <a:gd name="connsiteY6" fmla="*/ 175131 h 242034"/>
                <a:gd name="connsiteX7" fmla="*/ 445684 w 559891"/>
                <a:gd name="connsiteY7" fmla="*/ 152632 h 242034"/>
                <a:gd name="connsiteX8" fmla="*/ 460629 w 559891"/>
                <a:gd name="connsiteY8" fmla="*/ 138345 h 242034"/>
                <a:gd name="connsiteX9" fmla="*/ 503492 w 559891"/>
                <a:gd name="connsiteY9" fmla="*/ 93101 h 242034"/>
                <a:gd name="connsiteX10" fmla="*/ 537876 w 559891"/>
                <a:gd name="connsiteY10" fmla="*/ 46989 h 242034"/>
                <a:gd name="connsiteX11" fmla="*/ 558886 w 559891"/>
                <a:gd name="connsiteY11" fmla="*/ 6931 h 242034"/>
                <a:gd name="connsiteX12" fmla="*/ 555646 w 559891"/>
                <a:gd name="connsiteY12" fmla="*/ 10 h 242034"/>
                <a:gd name="connsiteX13" fmla="*/ 547730 w 559891"/>
                <a:gd name="connsiteY13" fmla="*/ 6554 h 242034"/>
                <a:gd name="connsiteX14" fmla="*/ 531371 w 559891"/>
                <a:gd name="connsiteY14" fmla="*/ 7376 h 242034"/>
                <a:gd name="connsiteX15" fmla="*/ 528989 w 559891"/>
                <a:gd name="connsiteY15" fmla="*/ 26426 h 242034"/>
                <a:gd name="connsiteX16" fmla="*/ 512321 w 559891"/>
                <a:gd name="connsiteY16" fmla="*/ 35951 h 242034"/>
                <a:gd name="connsiteX17" fmla="*/ 488508 w 559891"/>
                <a:gd name="connsiteY17" fmla="*/ 38332 h 242034"/>
                <a:gd name="connsiteX18" fmla="*/ 483746 w 559891"/>
                <a:gd name="connsiteY18" fmla="*/ 57382 h 242034"/>
                <a:gd name="connsiteX19" fmla="*/ 488508 w 559891"/>
                <a:gd name="connsiteY19" fmla="*/ 74051 h 242034"/>
                <a:gd name="connsiteX20" fmla="*/ 506193 w 559891"/>
                <a:gd name="connsiteY20" fmla="*/ 79374 h 242034"/>
                <a:gd name="connsiteX21" fmla="*/ 486127 w 559891"/>
                <a:gd name="connsiteY21" fmla="*/ 74051 h 242034"/>
                <a:gd name="connsiteX22" fmla="*/ 474221 w 559891"/>
                <a:gd name="connsiteY22" fmla="*/ 93101 h 242034"/>
                <a:gd name="connsiteX23" fmla="*/ 459933 w 559891"/>
                <a:gd name="connsiteY23" fmla="*/ 105007 h 242034"/>
                <a:gd name="connsiteX24" fmla="*/ 455118 w 559891"/>
                <a:gd name="connsiteY24" fmla="*/ 119714 h 242034"/>
                <a:gd name="connsiteX25" fmla="*/ 459478 w 559891"/>
                <a:gd name="connsiteY25" fmla="*/ 130362 h 242034"/>
                <a:gd name="connsiteX26" fmla="*/ 426596 w 559891"/>
                <a:gd name="connsiteY26" fmla="*/ 116914 h 242034"/>
                <a:gd name="connsiteX27" fmla="*/ 412308 w 559891"/>
                <a:gd name="connsiteY27" fmla="*/ 112151 h 242034"/>
                <a:gd name="connsiteX28" fmla="*/ 398021 w 559891"/>
                <a:gd name="connsiteY28" fmla="*/ 128820 h 242034"/>
                <a:gd name="connsiteX29" fmla="*/ 390877 w 559891"/>
                <a:gd name="connsiteY29" fmla="*/ 145489 h 242034"/>
                <a:gd name="connsiteX30" fmla="*/ 396147 w 559891"/>
                <a:gd name="connsiteY30" fmla="*/ 155014 h 242034"/>
                <a:gd name="connsiteX31" fmla="*/ 389057 w 559891"/>
                <a:gd name="connsiteY31" fmla="*/ 146328 h 242034"/>
                <a:gd name="connsiteX32" fmla="*/ 367064 w 559891"/>
                <a:gd name="connsiteY32" fmla="*/ 159776 h 242034"/>
                <a:gd name="connsiteX33" fmla="*/ 376589 w 559891"/>
                <a:gd name="connsiteY33" fmla="*/ 178826 h 242034"/>
                <a:gd name="connsiteX34" fmla="*/ 364683 w 559891"/>
                <a:gd name="connsiteY34" fmla="*/ 166920 h 242034"/>
                <a:gd name="connsiteX35" fmla="*/ 357084 w 559891"/>
                <a:gd name="connsiteY35" fmla="*/ 156834 h 242034"/>
                <a:gd name="connsiteX36" fmla="*/ 336108 w 559891"/>
                <a:gd name="connsiteY36" fmla="*/ 159776 h 242034"/>
                <a:gd name="connsiteX37" fmla="*/ 327546 w 559891"/>
                <a:gd name="connsiteY37" fmla="*/ 159075 h 242034"/>
                <a:gd name="connsiteX38" fmla="*/ 315132 w 559891"/>
                <a:gd name="connsiteY38" fmla="*/ 160058 h 242034"/>
                <a:gd name="connsiteX39" fmla="*/ 300389 w 559891"/>
                <a:gd name="connsiteY39" fmla="*/ 164539 h 242034"/>
                <a:gd name="connsiteX40" fmla="*/ 286102 w 559891"/>
                <a:gd name="connsiteY40" fmla="*/ 190732 h 242034"/>
                <a:gd name="connsiteX41" fmla="*/ 288483 w 559891"/>
                <a:gd name="connsiteY41" fmla="*/ 221410 h 242034"/>
                <a:gd name="connsiteX42" fmla="*/ 283721 w 559891"/>
                <a:gd name="connsiteY42" fmla="*/ 181207 h 242034"/>
                <a:gd name="connsiteX43" fmla="*/ 271814 w 559891"/>
                <a:gd name="connsiteY43" fmla="*/ 166920 h 242034"/>
                <a:gd name="connsiteX44" fmla="*/ 205139 w 559891"/>
                <a:gd name="connsiteY44" fmla="*/ 181207 h 242034"/>
                <a:gd name="connsiteX45" fmla="*/ 202812 w 559891"/>
                <a:gd name="connsiteY45" fmla="*/ 197876 h 242034"/>
                <a:gd name="connsiteX46" fmla="*/ 201340 w 559891"/>
                <a:gd name="connsiteY46" fmla="*/ 239479 h 242034"/>
                <a:gd name="connsiteX47" fmla="*/ 200377 w 559891"/>
                <a:gd name="connsiteY47" fmla="*/ 185970 h 242034"/>
                <a:gd name="connsiteX48" fmla="*/ 176564 w 559891"/>
                <a:gd name="connsiteY48" fmla="*/ 183589 h 242034"/>
                <a:gd name="connsiteX49" fmla="*/ 138464 w 559891"/>
                <a:gd name="connsiteY49" fmla="*/ 176445 h 242034"/>
                <a:gd name="connsiteX50" fmla="*/ 136083 w 559891"/>
                <a:gd name="connsiteY50" fmla="*/ 205020 h 242034"/>
                <a:gd name="connsiteX51" fmla="*/ 136083 w 559891"/>
                <a:gd name="connsiteY51" fmla="*/ 239619 h 242034"/>
                <a:gd name="connsiteX52" fmla="*/ 131431 w 559891"/>
                <a:gd name="connsiteY52" fmla="*/ 181781 h 242034"/>
                <a:gd name="connsiteX53" fmla="*/ 101382 w 559891"/>
                <a:gd name="connsiteY53" fmla="*/ 176128 h 242034"/>
                <a:gd name="connsiteX54" fmla="*/ 83151 w 559891"/>
                <a:gd name="connsiteY54" fmla="*/ 177495 h 242034"/>
                <a:gd name="connsiteX55" fmla="*/ 61016 w 559891"/>
                <a:gd name="connsiteY55" fmla="*/ 227548 h 242034"/>
                <a:gd name="connsiteX56" fmla="*/ 71550 w 559891"/>
                <a:gd name="connsiteY56" fmla="*/ 185193 h 242034"/>
                <a:gd name="connsiteX57" fmla="*/ 63943 w 559891"/>
                <a:gd name="connsiteY57" fmla="*/ 171268 h 242034"/>
                <a:gd name="connsiteX58" fmla="*/ 26487 w 559891"/>
                <a:gd name="connsiteY58" fmla="*/ 169820 h 242034"/>
                <a:gd name="connsiteX59" fmla="*/ 7646 w 559891"/>
                <a:gd name="connsiteY59" fmla="*/ 176672 h 242034"/>
                <a:gd name="connsiteX60" fmla="*/ 0 w 559891"/>
                <a:gd name="connsiteY60" fmla="*/ 218985 h 242034"/>
                <a:gd name="connsiteX0" fmla="*/ 0 w 559891"/>
                <a:gd name="connsiteY0" fmla="*/ 218985 h 242034"/>
                <a:gd name="connsiteX1" fmla="*/ 61053 w 559891"/>
                <a:gd name="connsiteY1" fmla="*/ 230278 h 242034"/>
                <a:gd name="connsiteX2" fmla="*/ 181656 w 559891"/>
                <a:gd name="connsiteY2" fmla="*/ 242029 h 242034"/>
                <a:gd name="connsiteX3" fmla="*/ 265669 w 559891"/>
                <a:gd name="connsiteY3" fmla="*/ 228882 h 242034"/>
                <a:gd name="connsiteX4" fmla="*/ 301783 w 559891"/>
                <a:gd name="connsiteY4" fmla="*/ 217994 h 242034"/>
                <a:gd name="connsiteX5" fmla="*/ 356768 w 559891"/>
                <a:gd name="connsiteY5" fmla="*/ 201148 h 242034"/>
                <a:gd name="connsiteX6" fmla="*/ 411066 w 559891"/>
                <a:gd name="connsiteY6" fmla="*/ 175131 h 242034"/>
                <a:gd name="connsiteX7" fmla="*/ 445684 w 559891"/>
                <a:gd name="connsiteY7" fmla="*/ 152632 h 242034"/>
                <a:gd name="connsiteX8" fmla="*/ 460629 w 559891"/>
                <a:gd name="connsiteY8" fmla="*/ 138345 h 242034"/>
                <a:gd name="connsiteX9" fmla="*/ 503492 w 559891"/>
                <a:gd name="connsiteY9" fmla="*/ 93101 h 242034"/>
                <a:gd name="connsiteX10" fmla="*/ 537876 w 559891"/>
                <a:gd name="connsiteY10" fmla="*/ 46989 h 242034"/>
                <a:gd name="connsiteX11" fmla="*/ 558886 w 559891"/>
                <a:gd name="connsiteY11" fmla="*/ 6931 h 242034"/>
                <a:gd name="connsiteX12" fmla="*/ 555646 w 559891"/>
                <a:gd name="connsiteY12" fmla="*/ 10 h 242034"/>
                <a:gd name="connsiteX13" fmla="*/ 547730 w 559891"/>
                <a:gd name="connsiteY13" fmla="*/ 6554 h 242034"/>
                <a:gd name="connsiteX14" fmla="*/ 531371 w 559891"/>
                <a:gd name="connsiteY14" fmla="*/ 7376 h 242034"/>
                <a:gd name="connsiteX15" fmla="*/ 528989 w 559891"/>
                <a:gd name="connsiteY15" fmla="*/ 26426 h 242034"/>
                <a:gd name="connsiteX16" fmla="*/ 512321 w 559891"/>
                <a:gd name="connsiteY16" fmla="*/ 35951 h 242034"/>
                <a:gd name="connsiteX17" fmla="*/ 488508 w 559891"/>
                <a:gd name="connsiteY17" fmla="*/ 38332 h 242034"/>
                <a:gd name="connsiteX18" fmla="*/ 483746 w 559891"/>
                <a:gd name="connsiteY18" fmla="*/ 57382 h 242034"/>
                <a:gd name="connsiteX19" fmla="*/ 488508 w 559891"/>
                <a:gd name="connsiteY19" fmla="*/ 74051 h 242034"/>
                <a:gd name="connsiteX20" fmla="*/ 506193 w 559891"/>
                <a:gd name="connsiteY20" fmla="*/ 79374 h 242034"/>
                <a:gd name="connsiteX21" fmla="*/ 486127 w 559891"/>
                <a:gd name="connsiteY21" fmla="*/ 74051 h 242034"/>
                <a:gd name="connsiteX22" fmla="*/ 474221 w 559891"/>
                <a:gd name="connsiteY22" fmla="*/ 93101 h 242034"/>
                <a:gd name="connsiteX23" fmla="*/ 459933 w 559891"/>
                <a:gd name="connsiteY23" fmla="*/ 105007 h 242034"/>
                <a:gd name="connsiteX24" fmla="*/ 455118 w 559891"/>
                <a:gd name="connsiteY24" fmla="*/ 119714 h 242034"/>
                <a:gd name="connsiteX25" fmla="*/ 459478 w 559891"/>
                <a:gd name="connsiteY25" fmla="*/ 130362 h 242034"/>
                <a:gd name="connsiteX26" fmla="*/ 426596 w 559891"/>
                <a:gd name="connsiteY26" fmla="*/ 116914 h 242034"/>
                <a:gd name="connsiteX27" fmla="*/ 412308 w 559891"/>
                <a:gd name="connsiteY27" fmla="*/ 112151 h 242034"/>
                <a:gd name="connsiteX28" fmla="*/ 398021 w 559891"/>
                <a:gd name="connsiteY28" fmla="*/ 128820 h 242034"/>
                <a:gd name="connsiteX29" fmla="*/ 390877 w 559891"/>
                <a:gd name="connsiteY29" fmla="*/ 145489 h 242034"/>
                <a:gd name="connsiteX30" fmla="*/ 396147 w 559891"/>
                <a:gd name="connsiteY30" fmla="*/ 155014 h 242034"/>
                <a:gd name="connsiteX31" fmla="*/ 389057 w 559891"/>
                <a:gd name="connsiteY31" fmla="*/ 146328 h 242034"/>
                <a:gd name="connsiteX32" fmla="*/ 367064 w 559891"/>
                <a:gd name="connsiteY32" fmla="*/ 159776 h 242034"/>
                <a:gd name="connsiteX33" fmla="*/ 376589 w 559891"/>
                <a:gd name="connsiteY33" fmla="*/ 178826 h 242034"/>
                <a:gd name="connsiteX34" fmla="*/ 364683 w 559891"/>
                <a:gd name="connsiteY34" fmla="*/ 166920 h 242034"/>
                <a:gd name="connsiteX35" fmla="*/ 357084 w 559891"/>
                <a:gd name="connsiteY35" fmla="*/ 156834 h 242034"/>
                <a:gd name="connsiteX36" fmla="*/ 336108 w 559891"/>
                <a:gd name="connsiteY36" fmla="*/ 159776 h 242034"/>
                <a:gd name="connsiteX37" fmla="*/ 327546 w 559891"/>
                <a:gd name="connsiteY37" fmla="*/ 159075 h 242034"/>
                <a:gd name="connsiteX38" fmla="*/ 315132 w 559891"/>
                <a:gd name="connsiteY38" fmla="*/ 160058 h 242034"/>
                <a:gd name="connsiteX39" fmla="*/ 300389 w 559891"/>
                <a:gd name="connsiteY39" fmla="*/ 164539 h 242034"/>
                <a:gd name="connsiteX40" fmla="*/ 286102 w 559891"/>
                <a:gd name="connsiteY40" fmla="*/ 190732 h 242034"/>
                <a:gd name="connsiteX41" fmla="*/ 288483 w 559891"/>
                <a:gd name="connsiteY41" fmla="*/ 221410 h 242034"/>
                <a:gd name="connsiteX42" fmla="*/ 283721 w 559891"/>
                <a:gd name="connsiteY42" fmla="*/ 181207 h 242034"/>
                <a:gd name="connsiteX43" fmla="*/ 271814 w 559891"/>
                <a:gd name="connsiteY43" fmla="*/ 166920 h 242034"/>
                <a:gd name="connsiteX44" fmla="*/ 205139 w 559891"/>
                <a:gd name="connsiteY44" fmla="*/ 181207 h 242034"/>
                <a:gd name="connsiteX45" fmla="*/ 202812 w 559891"/>
                <a:gd name="connsiteY45" fmla="*/ 197876 h 242034"/>
                <a:gd name="connsiteX46" fmla="*/ 201340 w 559891"/>
                <a:gd name="connsiteY46" fmla="*/ 239479 h 242034"/>
                <a:gd name="connsiteX47" fmla="*/ 200377 w 559891"/>
                <a:gd name="connsiteY47" fmla="*/ 185970 h 242034"/>
                <a:gd name="connsiteX48" fmla="*/ 176564 w 559891"/>
                <a:gd name="connsiteY48" fmla="*/ 183589 h 242034"/>
                <a:gd name="connsiteX49" fmla="*/ 138464 w 559891"/>
                <a:gd name="connsiteY49" fmla="*/ 176445 h 242034"/>
                <a:gd name="connsiteX50" fmla="*/ 136083 w 559891"/>
                <a:gd name="connsiteY50" fmla="*/ 205020 h 242034"/>
                <a:gd name="connsiteX51" fmla="*/ 136083 w 559891"/>
                <a:gd name="connsiteY51" fmla="*/ 239619 h 242034"/>
                <a:gd name="connsiteX52" fmla="*/ 131431 w 559891"/>
                <a:gd name="connsiteY52" fmla="*/ 181781 h 242034"/>
                <a:gd name="connsiteX53" fmla="*/ 101382 w 559891"/>
                <a:gd name="connsiteY53" fmla="*/ 176128 h 242034"/>
                <a:gd name="connsiteX54" fmla="*/ 83151 w 559891"/>
                <a:gd name="connsiteY54" fmla="*/ 177495 h 242034"/>
                <a:gd name="connsiteX55" fmla="*/ 61373 w 559891"/>
                <a:gd name="connsiteY55" fmla="*/ 231931 h 242034"/>
                <a:gd name="connsiteX56" fmla="*/ 71550 w 559891"/>
                <a:gd name="connsiteY56" fmla="*/ 185193 h 242034"/>
                <a:gd name="connsiteX57" fmla="*/ 63943 w 559891"/>
                <a:gd name="connsiteY57" fmla="*/ 171268 h 242034"/>
                <a:gd name="connsiteX58" fmla="*/ 26487 w 559891"/>
                <a:gd name="connsiteY58" fmla="*/ 169820 h 242034"/>
                <a:gd name="connsiteX59" fmla="*/ 7646 w 559891"/>
                <a:gd name="connsiteY59" fmla="*/ 176672 h 242034"/>
                <a:gd name="connsiteX60" fmla="*/ 0 w 559891"/>
                <a:gd name="connsiteY60" fmla="*/ 218985 h 242034"/>
                <a:gd name="connsiteX0" fmla="*/ 0 w 559891"/>
                <a:gd name="connsiteY0" fmla="*/ 218985 h 242032"/>
                <a:gd name="connsiteX1" fmla="*/ 43979 w 559891"/>
                <a:gd name="connsiteY1" fmla="*/ 232482 h 242032"/>
                <a:gd name="connsiteX2" fmla="*/ 61053 w 559891"/>
                <a:gd name="connsiteY2" fmla="*/ 230278 h 242032"/>
                <a:gd name="connsiteX3" fmla="*/ 181656 w 559891"/>
                <a:gd name="connsiteY3" fmla="*/ 242029 h 242032"/>
                <a:gd name="connsiteX4" fmla="*/ 265669 w 559891"/>
                <a:gd name="connsiteY4" fmla="*/ 228882 h 242032"/>
                <a:gd name="connsiteX5" fmla="*/ 301783 w 559891"/>
                <a:gd name="connsiteY5" fmla="*/ 217994 h 242032"/>
                <a:gd name="connsiteX6" fmla="*/ 356768 w 559891"/>
                <a:gd name="connsiteY6" fmla="*/ 201148 h 242032"/>
                <a:gd name="connsiteX7" fmla="*/ 411066 w 559891"/>
                <a:gd name="connsiteY7" fmla="*/ 175131 h 242032"/>
                <a:gd name="connsiteX8" fmla="*/ 445684 w 559891"/>
                <a:gd name="connsiteY8" fmla="*/ 152632 h 242032"/>
                <a:gd name="connsiteX9" fmla="*/ 460629 w 559891"/>
                <a:gd name="connsiteY9" fmla="*/ 138345 h 242032"/>
                <a:gd name="connsiteX10" fmla="*/ 503492 w 559891"/>
                <a:gd name="connsiteY10" fmla="*/ 93101 h 242032"/>
                <a:gd name="connsiteX11" fmla="*/ 537876 w 559891"/>
                <a:gd name="connsiteY11" fmla="*/ 46989 h 242032"/>
                <a:gd name="connsiteX12" fmla="*/ 558886 w 559891"/>
                <a:gd name="connsiteY12" fmla="*/ 6931 h 242032"/>
                <a:gd name="connsiteX13" fmla="*/ 555646 w 559891"/>
                <a:gd name="connsiteY13" fmla="*/ 10 h 242032"/>
                <a:gd name="connsiteX14" fmla="*/ 547730 w 559891"/>
                <a:gd name="connsiteY14" fmla="*/ 6554 h 242032"/>
                <a:gd name="connsiteX15" fmla="*/ 531371 w 559891"/>
                <a:gd name="connsiteY15" fmla="*/ 7376 h 242032"/>
                <a:gd name="connsiteX16" fmla="*/ 528989 w 559891"/>
                <a:gd name="connsiteY16" fmla="*/ 26426 h 242032"/>
                <a:gd name="connsiteX17" fmla="*/ 512321 w 559891"/>
                <a:gd name="connsiteY17" fmla="*/ 35951 h 242032"/>
                <a:gd name="connsiteX18" fmla="*/ 488508 w 559891"/>
                <a:gd name="connsiteY18" fmla="*/ 38332 h 242032"/>
                <a:gd name="connsiteX19" fmla="*/ 483746 w 559891"/>
                <a:gd name="connsiteY19" fmla="*/ 57382 h 242032"/>
                <a:gd name="connsiteX20" fmla="*/ 488508 w 559891"/>
                <a:gd name="connsiteY20" fmla="*/ 74051 h 242032"/>
                <a:gd name="connsiteX21" fmla="*/ 506193 w 559891"/>
                <a:gd name="connsiteY21" fmla="*/ 79374 h 242032"/>
                <a:gd name="connsiteX22" fmla="*/ 486127 w 559891"/>
                <a:gd name="connsiteY22" fmla="*/ 74051 h 242032"/>
                <a:gd name="connsiteX23" fmla="*/ 474221 w 559891"/>
                <a:gd name="connsiteY23" fmla="*/ 93101 h 242032"/>
                <a:gd name="connsiteX24" fmla="*/ 459933 w 559891"/>
                <a:gd name="connsiteY24" fmla="*/ 105007 h 242032"/>
                <a:gd name="connsiteX25" fmla="*/ 455118 w 559891"/>
                <a:gd name="connsiteY25" fmla="*/ 119714 h 242032"/>
                <a:gd name="connsiteX26" fmla="*/ 459478 w 559891"/>
                <a:gd name="connsiteY26" fmla="*/ 130362 h 242032"/>
                <a:gd name="connsiteX27" fmla="*/ 426596 w 559891"/>
                <a:gd name="connsiteY27" fmla="*/ 116914 h 242032"/>
                <a:gd name="connsiteX28" fmla="*/ 412308 w 559891"/>
                <a:gd name="connsiteY28" fmla="*/ 112151 h 242032"/>
                <a:gd name="connsiteX29" fmla="*/ 398021 w 559891"/>
                <a:gd name="connsiteY29" fmla="*/ 128820 h 242032"/>
                <a:gd name="connsiteX30" fmla="*/ 390877 w 559891"/>
                <a:gd name="connsiteY30" fmla="*/ 145489 h 242032"/>
                <a:gd name="connsiteX31" fmla="*/ 396147 w 559891"/>
                <a:gd name="connsiteY31" fmla="*/ 155014 h 242032"/>
                <a:gd name="connsiteX32" fmla="*/ 389057 w 559891"/>
                <a:gd name="connsiteY32" fmla="*/ 146328 h 242032"/>
                <a:gd name="connsiteX33" fmla="*/ 367064 w 559891"/>
                <a:gd name="connsiteY33" fmla="*/ 159776 h 242032"/>
                <a:gd name="connsiteX34" fmla="*/ 376589 w 559891"/>
                <a:gd name="connsiteY34" fmla="*/ 178826 h 242032"/>
                <a:gd name="connsiteX35" fmla="*/ 364683 w 559891"/>
                <a:gd name="connsiteY35" fmla="*/ 166920 h 242032"/>
                <a:gd name="connsiteX36" fmla="*/ 357084 w 559891"/>
                <a:gd name="connsiteY36" fmla="*/ 156834 h 242032"/>
                <a:gd name="connsiteX37" fmla="*/ 336108 w 559891"/>
                <a:gd name="connsiteY37" fmla="*/ 159776 h 242032"/>
                <a:gd name="connsiteX38" fmla="*/ 327546 w 559891"/>
                <a:gd name="connsiteY38" fmla="*/ 159075 h 242032"/>
                <a:gd name="connsiteX39" fmla="*/ 315132 w 559891"/>
                <a:gd name="connsiteY39" fmla="*/ 160058 h 242032"/>
                <a:gd name="connsiteX40" fmla="*/ 300389 w 559891"/>
                <a:gd name="connsiteY40" fmla="*/ 164539 h 242032"/>
                <a:gd name="connsiteX41" fmla="*/ 286102 w 559891"/>
                <a:gd name="connsiteY41" fmla="*/ 190732 h 242032"/>
                <a:gd name="connsiteX42" fmla="*/ 288483 w 559891"/>
                <a:gd name="connsiteY42" fmla="*/ 221410 h 242032"/>
                <a:gd name="connsiteX43" fmla="*/ 283721 w 559891"/>
                <a:gd name="connsiteY43" fmla="*/ 181207 h 242032"/>
                <a:gd name="connsiteX44" fmla="*/ 271814 w 559891"/>
                <a:gd name="connsiteY44" fmla="*/ 166920 h 242032"/>
                <a:gd name="connsiteX45" fmla="*/ 205139 w 559891"/>
                <a:gd name="connsiteY45" fmla="*/ 181207 h 242032"/>
                <a:gd name="connsiteX46" fmla="*/ 202812 w 559891"/>
                <a:gd name="connsiteY46" fmla="*/ 197876 h 242032"/>
                <a:gd name="connsiteX47" fmla="*/ 201340 w 559891"/>
                <a:gd name="connsiteY47" fmla="*/ 239479 h 242032"/>
                <a:gd name="connsiteX48" fmla="*/ 200377 w 559891"/>
                <a:gd name="connsiteY48" fmla="*/ 185970 h 242032"/>
                <a:gd name="connsiteX49" fmla="*/ 176564 w 559891"/>
                <a:gd name="connsiteY49" fmla="*/ 183589 h 242032"/>
                <a:gd name="connsiteX50" fmla="*/ 138464 w 559891"/>
                <a:gd name="connsiteY50" fmla="*/ 176445 h 242032"/>
                <a:gd name="connsiteX51" fmla="*/ 136083 w 559891"/>
                <a:gd name="connsiteY51" fmla="*/ 205020 h 242032"/>
                <a:gd name="connsiteX52" fmla="*/ 136083 w 559891"/>
                <a:gd name="connsiteY52" fmla="*/ 239619 h 242032"/>
                <a:gd name="connsiteX53" fmla="*/ 131431 w 559891"/>
                <a:gd name="connsiteY53" fmla="*/ 181781 h 242032"/>
                <a:gd name="connsiteX54" fmla="*/ 101382 w 559891"/>
                <a:gd name="connsiteY54" fmla="*/ 176128 h 242032"/>
                <a:gd name="connsiteX55" fmla="*/ 83151 w 559891"/>
                <a:gd name="connsiteY55" fmla="*/ 177495 h 242032"/>
                <a:gd name="connsiteX56" fmla="*/ 61373 w 559891"/>
                <a:gd name="connsiteY56" fmla="*/ 231931 h 242032"/>
                <a:gd name="connsiteX57" fmla="*/ 71550 w 559891"/>
                <a:gd name="connsiteY57" fmla="*/ 185193 h 242032"/>
                <a:gd name="connsiteX58" fmla="*/ 63943 w 559891"/>
                <a:gd name="connsiteY58" fmla="*/ 171268 h 242032"/>
                <a:gd name="connsiteX59" fmla="*/ 26487 w 559891"/>
                <a:gd name="connsiteY59" fmla="*/ 169820 h 242032"/>
                <a:gd name="connsiteX60" fmla="*/ 7646 w 559891"/>
                <a:gd name="connsiteY60" fmla="*/ 176672 h 242032"/>
                <a:gd name="connsiteX61" fmla="*/ 0 w 559891"/>
                <a:gd name="connsiteY61" fmla="*/ 218985 h 242032"/>
                <a:gd name="connsiteX0" fmla="*/ 0 w 559891"/>
                <a:gd name="connsiteY0" fmla="*/ 218985 h 242032"/>
                <a:gd name="connsiteX1" fmla="*/ 43979 w 559891"/>
                <a:gd name="connsiteY1" fmla="*/ 232482 h 242032"/>
                <a:gd name="connsiteX2" fmla="*/ 61053 w 559891"/>
                <a:gd name="connsiteY2" fmla="*/ 230278 h 242032"/>
                <a:gd name="connsiteX3" fmla="*/ 181656 w 559891"/>
                <a:gd name="connsiteY3" fmla="*/ 242029 h 242032"/>
                <a:gd name="connsiteX4" fmla="*/ 265669 w 559891"/>
                <a:gd name="connsiteY4" fmla="*/ 228882 h 242032"/>
                <a:gd name="connsiteX5" fmla="*/ 301783 w 559891"/>
                <a:gd name="connsiteY5" fmla="*/ 217994 h 242032"/>
                <a:gd name="connsiteX6" fmla="*/ 356768 w 559891"/>
                <a:gd name="connsiteY6" fmla="*/ 201148 h 242032"/>
                <a:gd name="connsiteX7" fmla="*/ 411066 w 559891"/>
                <a:gd name="connsiteY7" fmla="*/ 175131 h 242032"/>
                <a:gd name="connsiteX8" fmla="*/ 445684 w 559891"/>
                <a:gd name="connsiteY8" fmla="*/ 152632 h 242032"/>
                <a:gd name="connsiteX9" fmla="*/ 460629 w 559891"/>
                <a:gd name="connsiteY9" fmla="*/ 138345 h 242032"/>
                <a:gd name="connsiteX10" fmla="*/ 503492 w 559891"/>
                <a:gd name="connsiteY10" fmla="*/ 93101 h 242032"/>
                <a:gd name="connsiteX11" fmla="*/ 537876 w 559891"/>
                <a:gd name="connsiteY11" fmla="*/ 46989 h 242032"/>
                <a:gd name="connsiteX12" fmla="*/ 558886 w 559891"/>
                <a:gd name="connsiteY12" fmla="*/ 6931 h 242032"/>
                <a:gd name="connsiteX13" fmla="*/ 555646 w 559891"/>
                <a:gd name="connsiteY13" fmla="*/ 10 h 242032"/>
                <a:gd name="connsiteX14" fmla="*/ 547730 w 559891"/>
                <a:gd name="connsiteY14" fmla="*/ 6554 h 242032"/>
                <a:gd name="connsiteX15" fmla="*/ 531371 w 559891"/>
                <a:gd name="connsiteY15" fmla="*/ 7376 h 242032"/>
                <a:gd name="connsiteX16" fmla="*/ 528989 w 559891"/>
                <a:gd name="connsiteY16" fmla="*/ 26426 h 242032"/>
                <a:gd name="connsiteX17" fmla="*/ 512321 w 559891"/>
                <a:gd name="connsiteY17" fmla="*/ 35951 h 242032"/>
                <a:gd name="connsiteX18" fmla="*/ 488508 w 559891"/>
                <a:gd name="connsiteY18" fmla="*/ 38332 h 242032"/>
                <a:gd name="connsiteX19" fmla="*/ 483746 w 559891"/>
                <a:gd name="connsiteY19" fmla="*/ 57382 h 242032"/>
                <a:gd name="connsiteX20" fmla="*/ 488508 w 559891"/>
                <a:gd name="connsiteY20" fmla="*/ 74051 h 242032"/>
                <a:gd name="connsiteX21" fmla="*/ 506193 w 559891"/>
                <a:gd name="connsiteY21" fmla="*/ 79374 h 242032"/>
                <a:gd name="connsiteX22" fmla="*/ 486127 w 559891"/>
                <a:gd name="connsiteY22" fmla="*/ 74051 h 242032"/>
                <a:gd name="connsiteX23" fmla="*/ 474221 w 559891"/>
                <a:gd name="connsiteY23" fmla="*/ 93101 h 242032"/>
                <a:gd name="connsiteX24" fmla="*/ 459933 w 559891"/>
                <a:gd name="connsiteY24" fmla="*/ 105007 h 242032"/>
                <a:gd name="connsiteX25" fmla="*/ 455118 w 559891"/>
                <a:gd name="connsiteY25" fmla="*/ 119714 h 242032"/>
                <a:gd name="connsiteX26" fmla="*/ 459478 w 559891"/>
                <a:gd name="connsiteY26" fmla="*/ 130362 h 242032"/>
                <a:gd name="connsiteX27" fmla="*/ 426596 w 559891"/>
                <a:gd name="connsiteY27" fmla="*/ 116914 h 242032"/>
                <a:gd name="connsiteX28" fmla="*/ 412308 w 559891"/>
                <a:gd name="connsiteY28" fmla="*/ 112151 h 242032"/>
                <a:gd name="connsiteX29" fmla="*/ 398021 w 559891"/>
                <a:gd name="connsiteY29" fmla="*/ 128820 h 242032"/>
                <a:gd name="connsiteX30" fmla="*/ 390877 w 559891"/>
                <a:gd name="connsiteY30" fmla="*/ 145489 h 242032"/>
                <a:gd name="connsiteX31" fmla="*/ 396147 w 559891"/>
                <a:gd name="connsiteY31" fmla="*/ 155014 h 242032"/>
                <a:gd name="connsiteX32" fmla="*/ 389057 w 559891"/>
                <a:gd name="connsiteY32" fmla="*/ 146328 h 242032"/>
                <a:gd name="connsiteX33" fmla="*/ 367064 w 559891"/>
                <a:gd name="connsiteY33" fmla="*/ 159776 h 242032"/>
                <a:gd name="connsiteX34" fmla="*/ 376589 w 559891"/>
                <a:gd name="connsiteY34" fmla="*/ 178826 h 242032"/>
                <a:gd name="connsiteX35" fmla="*/ 364683 w 559891"/>
                <a:gd name="connsiteY35" fmla="*/ 166920 h 242032"/>
                <a:gd name="connsiteX36" fmla="*/ 357084 w 559891"/>
                <a:gd name="connsiteY36" fmla="*/ 156834 h 242032"/>
                <a:gd name="connsiteX37" fmla="*/ 336108 w 559891"/>
                <a:gd name="connsiteY37" fmla="*/ 159776 h 242032"/>
                <a:gd name="connsiteX38" fmla="*/ 327546 w 559891"/>
                <a:gd name="connsiteY38" fmla="*/ 159075 h 242032"/>
                <a:gd name="connsiteX39" fmla="*/ 315132 w 559891"/>
                <a:gd name="connsiteY39" fmla="*/ 160058 h 242032"/>
                <a:gd name="connsiteX40" fmla="*/ 300389 w 559891"/>
                <a:gd name="connsiteY40" fmla="*/ 164539 h 242032"/>
                <a:gd name="connsiteX41" fmla="*/ 286102 w 559891"/>
                <a:gd name="connsiteY41" fmla="*/ 190732 h 242032"/>
                <a:gd name="connsiteX42" fmla="*/ 288483 w 559891"/>
                <a:gd name="connsiteY42" fmla="*/ 221410 h 242032"/>
                <a:gd name="connsiteX43" fmla="*/ 283721 w 559891"/>
                <a:gd name="connsiteY43" fmla="*/ 181207 h 242032"/>
                <a:gd name="connsiteX44" fmla="*/ 271814 w 559891"/>
                <a:gd name="connsiteY44" fmla="*/ 166920 h 242032"/>
                <a:gd name="connsiteX45" fmla="*/ 205139 w 559891"/>
                <a:gd name="connsiteY45" fmla="*/ 181207 h 242032"/>
                <a:gd name="connsiteX46" fmla="*/ 202812 w 559891"/>
                <a:gd name="connsiteY46" fmla="*/ 197876 h 242032"/>
                <a:gd name="connsiteX47" fmla="*/ 201340 w 559891"/>
                <a:gd name="connsiteY47" fmla="*/ 239479 h 242032"/>
                <a:gd name="connsiteX48" fmla="*/ 200377 w 559891"/>
                <a:gd name="connsiteY48" fmla="*/ 185970 h 242032"/>
                <a:gd name="connsiteX49" fmla="*/ 176564 w 559891"/>
                <a:gd name="connsiteY49" fmla="*/ 183589 h 242032"/>
                <a:gd name="connsiteX50" fmla="*/ 138464 w 559891"/>
                <a:gd name="connsiteY50" fmla="*/ 176445 h 242032"/>
                <a:gd name="connsiteX51" fmla="*/ 136083 w 559891"/>
                <a:gd name="connsiteY51" fmla="*/ 205020 h 242032"/>
                <a:gd name="connsiteX52" fmla="*/ 136083 w 559891"/>
                <a:gd name="connsiteY52" fmla="*/ 239619 h 242032"/>
                <a:gd name="connsiteX53" fmla="*/ 131431 w 559891"/>
                <a:gd name="connsiteY53" fmla="*/ 181781 h 242032"/>
                <a:gd name="connsiteX54" fmla="*/ 101382 w 559891"/>
                <a:gd name="connsiteY54" fmla="*/ 176128 h 242032"/>
                <a:gd name="connsiteX55" fmla="*/ 83151 w 559891"/>
                <a:gd name="connsiteY55" fmla="*/ 177495 h 242032"/>
                <a:gd name="connsiteX56" fmla="*/ 71550 w 559891"/>
                <a:gd name="connsiteY56" fmla="*/ 185193 h 242032"/>
                <a:gd name="connsiteX57" fmla="*/ 63943 w 559891"/>
                <a:gd name="connsiteY57" fmla="*/ 171268 h 242032"/>
                <a:gd name="connsiteX58" fmla="*/ 26487 w 559891"/>
                <a:gd name="connsiteY58" fmla="*/ 169820 h 242032"/>
                <a:gd name="connsiteX59" fmla="*/ 7646 w 559891"/>
                <a:gd name="connsiteY59" fmla="*/ 176672 h 242032"/>
                <a:gd name="connsiteX60" fmla="*/ 0 w 559891"/>
                <a:gd name="connsiteY60" fmla="*/ 218985 h 242032"/>
                <a:gd name="connsiteX0" fmla="*/ 0 w 559891"/>
                <a:gd name="connsiteY0" fmla="*/ 218985 h 242082"/>
                <a:gd name="connsiteX1" fmla="*/ 43979 w 559891"/>
                <a:gd name="connsiteY1" fmla="*/ 232482 h 242082"/>
                <a:gd name="connsiteX2" fmla="*/ 62798 w 559891"/>
                <a:gd name="connsiteY2" fmla="*/ 233498 h 242082"/>
                <a:gd name="connsiteX3" fmla="*/ 181656 w 559891"/>
                <a:gd name="connsiteY3" fmla="*/ 242029 h 242082"/>
                <a:gd name="connsiteX4" fmla="*/ 265669 w 559891"/>
                <a:gd name="connsiteY4" fmla="*/ 228882 h 242082"/>
                <a:gd name="connsiteX5" fmla="*/ 301783 w 559891"/>
                <a:gd name="connsiteY5" fmla="*/ 217994 h 242082"/>
                <a:gd name="connsiteX6" fmla="*/ 356768 w 559891"/>
                <a:gd name="connsiteY6" fmla="*/ 201148 h 242082"/>
                <a:gd name="connsiteX7" fmla="*/ 411066 w 559891"/>
                <a:gd name="connsiteY7" fmla="*/ 175131 h 242082"/>
                <a:gd name="connsiteX8" fmla="*/ 445684 w 559891"/>
                <a:gd name="connsiteY8" fmla="*/ 152632 h 242082"/>
                <a:gd name="connsiteX9" fmla="*/ 460629 w 559891"/>
                <a:gd name="connsiteY9" fmla="*/ 138345 h 242082"/>
                <a:gd name="connsiteX10" fmla="*/ 503492 w 559891"/>
                <a:gd name="connsiteY10" fmla="*/ 93101 h 242082"/>
                <a:gd name="connsiteX11" fmla="*/ 537876 w 559891"/>
                <a:gd name="connsiteY11" fmla="*/ 46989 h 242082"/>
                <a:gd name="connsiteX12" fmla="*/ 558886 w 559891"/>
                <a:gd name="connsiteY12" fmla="*/ 6931 h 242082"/>
                <a:gd name="connsiteX13" fmla="*/ 555646 w 559891"/>
                <a:gd name="connsiteY13" fmla="*/ 10 h 242082"/>
                <a:gd name="connsiteX14" fmla="*/ 547730 w 559891"/>
                <a:gd name="connsiteY14" fmla="*/ 6554 h 242082"/>
                <a:gd name="connsiteX15" fmla="*/ 531371 w 559891"/>
                <a:gd name="connsiteY15" fmla="*/ 7376 h 242082"/>
                <a:gd name="connsiteX16" fmla="*/ 528989 w 559891"/>
                <a:gd name="connsiteY16" fmla="*/ 26426 h 242082"/>
                <a:gd name="connsiteX17" fmla="*/ 512321 w 559891"/>
                <a:gd name="connsiteY17" fmla="*/ 35951 h 242082"/>
                <a:gd name="connsiteX18" fmla="*/ 488508 w 559891"/>
                <a:gd name="connsiteY18" fmla="*/ 38332 h 242082"/>
                <a:gd name="connsiteX19" fmla="*/ 483746 w 559891"/>
                <a:gd name="connsiteY19" fmla="*/ 57382 h 242082"/>
                <a:gd name="connsiteX20" fmla="*/ 488508 w 559891"/>
                <a:gd name="connsiteY20" fmla="*/ 74051 h 242082"/>
                <a:gd name="connsiteX21" fmla="*/ 506193 w 559891"/>
                <a:gd name="connsiteY21" fmla="*/ 79374 h 242082"/>
                <a:gd name="connsiteX22" fmla="*/ 486127 w 559891"/>
                <a:gd name="connsiteY22" fmla="*/ 74051 h 242082"/>
                <a:gd name="connsiteX23" fmla="*/ 474221 w 559891"/>
                <a:gd name="connsiteY23" fmla="*/ 93101 h 242082"/>
                <a:gd name="connsiteX24" fmla="*/ 459933 w 559891"/>
                <a:gd name="connsiteY24" fmla="*/ 105007 h 242082"/>
                <a:gd name="connsiteX25" fmla="*/ 455118 w 559891"/>
                <a:gd name="connsiteY25" fmla="*/ 119714 h 242082"/>
                <a:gd name="connsiteX26" fmla="*/ 459478 w 559891"/>
                <a:gd name="connsiteY26" fmla="*/ 130362 h 242082"/>
                <a:gd name="connsiteX27" fmla="*/ 426596 w 559891"/>
                <a:gd name="connsiteY27" fmla="*/ 116914 h 242082"/>
                <a:gd name="connsiteX28" fmla="*/ 412308 w 559891"/>
                <a:gd name="connsiteY28" fmla="*/ 112151 h 242082"/>
                <a:gd name="connsiteX29" fmla="*/ 398021 w 559891"/>
                <a:gd name="connsiteY29" fmla="*/ 128820 h 242082"/>
                <a:gd name="connsiteX30" fmla="*/ 390877 w 559891"/>
                <a:gd name="connsiteY30" fmla="*/ 145489 h 242082"/>
                <a:gd name="connsiteX31" fmla="*/ 396147 w 559891"/>
                <a:gd name="connsiteY31" fmla="*/ 155014 h 242082"/>
                <a:gd name="connsiteX32" fmla="*/ 389057 w 559891"/>
                <a:gd name="connsiteY32" fmla="*/ 146328 h 242082"/>
                <a:gd name="connsiteX33" fmla="*/ 367064 w 559891"/>
                <a:gd name="connsiteY33" fmla="*/ 159776 h 242082"/>
                <a:gd name="connsiteX34" fmla="*/ 376589 w 559891"/>
                <a:gd name="connsiteY34" fmla="*/ 178826 h 242082"/>
                <a:gd name="connsiteX35" fmla="*/ 364683 w 559891"/>
                <a:gd name="connsiteY35" fmla="*/ 166920 h 242082"/>
                <a:gd name="connsiteX36" fmla="*/ 357084 w 559891"/>
                <a:gd name="connsiteY36" fmla="*/ 156834 h 242082"/>
                <a:gd name="connsiteX37" fmla="*/ 336108 w 559891"/>
                <a:gd name="connsiteY37" fmla="*/ 159776 h 242082"/>
                <a:gd name="connsiteX38" fmla="*/ 327546 w 559891"/>
                <a:gd name="connsiteY38" fmla="*/ 159075 h 242082"/>
                <a:gd name="connsiteX39" fmla="*/ 315132 w 559891"/>
                <a:gd name="connsiteY39" fmla="*/ 160058 h 242082"/>
                <a:gd name="connsiteX40" fmla="*/ 300389 w 559891"/>
                <a:gd name="connsiteY40" fmla="*/ 164539 h 242082"/>
                <a:gd name="connsiteX41" fmla="*/ 286102 w 559891"/>
                <a:gd name="connsiteY41" fmla="*/ 190732 h 242082"/>
                <a:gd name="connsiteX42" fmla="*/ 288483 w 559891"/>
                <a:gd name="connsiteY42" fmla="*/ 221410 h 242082"/>
                <a:gd name="connsiteX43" fmla="*/ 283721 w 559891"/>
                <a:gd name="connsiteY43" fmla="*/ 181207 h 242082"/>
                <a:gd name="connsiteX44" fmla="*/ 271814 w 559891"/>
                <a:gd name="connsiteY44" fmla="*/ 166920 h 242082"/>
                <a:gd name="connsiteX45" fmla="*/ 205139 w 559891"/>
                <a:gd name="connsiteY45" fmla="*/ 181207 h 242082"/>
                <a:gd name="connsiteX46" fmla="*/ 202812 w 559891"/>
                <a:gd name="connsiteY46" fmla="*/ 197876 h 242082"/>
                <a:gd name="connsiteX47" fmla="*/ 201340 w 559891"/>
                <a:gd name="connsiteY47" fmla="*/ 239479 h 242082"/>
                <a:gd name="connsiteX48" fmla="*/ 200377 w 559891"/>
                <a:gd name="connsiteY48" fmla="*/ 185970 h 242082"/>
                <a:gd name="connsiteX49" fmla="*/ 176564 w 559891"/>
                <a:gd name="connsiteY49" fmla="*/ 183589 h 242082"/>
                <a:gd name="connsiteX50" fmla="*/ 138464 w 559891"/>
                <a:gd name="connsiteY50" fmla="*/ 176445 h 242082"/>
                <a:gd name="connsiteX51" fmla="*/ 136083 w 559891"/>
                <a:gd name="connsiteY51" fmla="*/ 205020 h 242082"/>
                <a:gd name="connsiteX52" fmla="*/ 136083 w 559891"/>
                <a:gd name="connsiteY52" fmla="*/ 239619 h 242082"/>
                <a:gd name="connsiteX53" fmla="*/ 131431 w 559891"/>
                <a:gd name="connsiteY53" fmla="*/ 181781 h 242082"/>
                <a:gd name="connsiteX54" fmla="*/ 101382 w 559891"/>
                <a:gd name="connsiteY54" fmla="*/ 176128 h 242082"/>
                <a:gd name="connsiteX55" fmla="*/ 83151 w 559891"/>
                <a:gd name="connsiteY55" fmla="*/ 177495 h 242082"/>
                <a:gd name="connsiteX56" fmla="*/ 71550 w 559891"/>
                <a:gd name="connsiteY56" fmla="*/ 185193 h 242082"/>
                <a:gd name="connsiteX57" fmla="*/ 63943 w 559891"/>
                <a:gd name="connsiteY57" fmla="*/ 171268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2"/>
                <a:gd name="connsiteX1" fmla="*/ 43979 w 559891"/>
                <a:gd name="connsiteY1" fmla="*/ 232482 h 242082"/>
                <a:gd name="connsiteX2" fmla="*/ 62798 w 559891"/>
                <a:gd name="connsiteY2" fmla="*/ 233498 h 242082"/>
                <a:gd name="connsiteX3" fmla="*/ 181656 w 559891"/>
                <a:gd name="connsiteY3" fmla="*/ 242029 h 242082"/>
                <a:gd name="connsiteX4" fmla="*/ 265669 w 559891"/>
                <a:gd name="connsiteY4" fmla="*/ 228882 h 242082"/>
                <a:gd name="connsiteX5" fmla="*/ 301783 w 559891"/>
                <a:gd name="connsiteY5" fmla="*/ 217994 h 242082"/>
                <a:gd name="connsiteX6" fmla="*/ 356768 w 559891"/>
                <a:gd name="connsiteY6" fmla="*/ 201148 h 242082"/>
                <a:gd name="connsiteX7" fmla="*/ 411066 w 559891"/>
                <a:gd name="connsiteY7" fmla="*/ 175131 h 242082"/>
                <a:gd name="connsiteX8" fmla="*/ 445684 w 559891"/>
                <a:gd name="connsiteY8" fmla="*/ 152632 h 242082"/>
                <a:gd name="connsiteX9" fmla="*/ 460629 w 559891"/>
                <a:gd name="connsiteY9" fmla="*/ 138345 h 242082"/>
                <a:gd name="connsiteX10" fmla="*/ 503492 w 559891"/>
                <a:gd name="connsiteY10" fmla="*/ 93101 h 242082"/>
                <a:gd name="connsiteX11" fmla="*/ 537876 w 559891"/>
                <a:gd name="connsiteY11" fmla="*/ 46989 h 242082"/>
                <a:gd name="connsiteX12" fmla="*/ 558886 w 559891"/>
                <a:gd name="connsiteY12" fmla="*/ 6931 h 242082"/>
                <a:gd name="connsiteX13" fmla="*/ 555646 w 559891"/>
                <a:gd name="connsiteY13" fmla="*/ 10 h 242082"/>
                <a:gd name="connsiteX14" fmla="*/ 547730 w 559891"/>
                <a:gd name="connsiteY14" fmla="*/ 6554 h 242082"/>
                <a:gd name="connsiteX15" fmla="*/ 531371 w 559891"/>
                <a:gd name="connsiteY15" fmla="*/ 7376 h 242082"/>
                <a:gd name="connsiteX16" fmla="*/ 528989 w 559891"/>
                <a:gd name="connsiteY16" fmla="*/ 26426 h 242082"/>
                <a:gd name="connsiteX17" fmla="*/ 512321 w 559891"/>
                <a:gd name="connsiteY17" fmla="*/ 35951 h 242082"/>
                <a:gd name="connsiteX18" fmla="*/ 488508 w 559891"/>
                <a:gd name="connsiteY18" fmla="*/ 38332 h 242082"/>
                <a:gd name="connsiteX19" fmla="*/ 483746 w 559891"/>
                <a:gd name="connsiteY19" fmla="*/ 57382 h 242082"/>
                <a:gd name="connsiteX20" fmla="*/ 488508 w 559891"/>
                <a:gd name="connsiteY20" fmla="*/ 74051 h 242082"/>
                <a:gd name="connsiteX21" fmla="*/ 506193 w 559891"/>
                <a:gd name="connsiteY21" fmla="*/ 79374 h 242082"/>
                <a:gd name="connsiteX22" fmla="*/ 486127 w 559891"/>
                <a:gd name="connsiteY22" fmla="*/ 74051 h 242082"/>
                <a:gd name="connsiteX23" fmla="*/ 474221 w 559891"/>
                <a:gd name="connsiteY23" fmla="*/ 93101 h 242082"/>
                <a:gd name="connsiteX24" fmla="*/ 459933 w 559891"/>
                <a:gd name="connsiteY24" fmla="*/ 105007 h 242082"/>
                <a:gd name="connsiteX25" fmla="*/ 455118 w 559891"/>
                <a:gd name="connsiteY25" fmla="*/ 119714 h 242082"/>
                <a:gd name="connsiteX26" fmla="*/ 459478 w 559891"/>
                <a:gd name="connsiteY26" fmla="*/ 130362 h 242082"/>
                <a:gd name="connsiteX27" fmla="*/ 426596 w 559891"/>
                <a:gd name="connsiteY27" fmla="*/ 116914 h 242082"/>
                <a:gd name="connsiteX28" fmla="*/ 412308 w 559891"/>
                <a:gd name="connsiteY28" fmla="*/ 112151 h 242082"/>
                <a:gd name="connsiteX29" fmla="*/ 398021 w 559891"/>
                <a:gd name="connsiteY29" fmla="*/ 128820 h 242082"/>
                <a:gd name="connsiteX30" fmla="*/ 390877 w 559891"/>
                <a:gd name="connsiteY30" fmla="*/ 145489 h 242082"/>
                <a:gd name="connsiteX31" fmla="*/ 396147 w 559891"/>
                <a:gd name="connsiteY31" fmla="*/ 155014 h 242082"/>
                <a:gd name="connsiteX32" fmla="*/ 389057 w 559891"/>
                <a:gd name="connsiteY32" fmla="*/ 146328 h 242082"/>
                <a:gd name="connsiteX33" fmla="*/ 367064 w 559891"/>
                <a:gd name="connsiteY33" fmla="*/ 159776 h 242082"/>
                <a:gd name="connsiteX34" fmla="*/ 376589 w 559891"/>
                <a:gd name="connsiteY34" fmla="*/ 178826 h 242082"/>
                <a:gd name="connsiteX35" fmla="*/ 364683 w 559891"/>
                <a:gd name="connsiteY35" fmla="*/ 166920 h 242082"/>
                <a:gd name="connsiteX36" fmla="*/ 357084 w 559891"/>
                <a:gd name="connsiteY36" fmla="*/ 156834 h 242082"/>
                <a:gd name="connsiteX37" fmla="*/ 336108 w 559891"/>
                <a:gd name="connsiteY37" fmla="*/ 159776 h 242082"/>
                <a:gd name="connsiteX38" fmla="*/ 327546 w 559891"/>
                <a:gd name="connsiteY38" fmla="*/ 159075 h 242082"/>
                <a:gd name="connsiteX39" fmla="*/ 315132 w 559891"/>
                <a:gd name="connsiteY39" fmla="*/ 160058 h 242082"/>
                <a:gd name="connsiteX40" fmla="*/ 300389 w 559891"/>
                <a:gd name="connsiteY40" fmla="*/ 164539 h 242082"/>
                <a:gd name="connsiteX41" fmla="*/ 286102 w 559891"/>
                <a:gd name="connsiteY41" fmla="*/ 190732 h 242082"/>
                <a:gd name="connsiteX42" fmla="*/ 288483 w 559891"/>
                <a:gd name="connsiteY42" fmla="*/ 221410 h 242082"/>
                <a:gd name="connsiteX43" fmla="*/ 283721 w 559891"/>
                <a:gd name="connsiteY43" fmla="*/ 181207 h 242082"/>
                <a:gd name="connsiteX44" fmla="*/ 271814 w 559891"/>
                <a:gd name="connsiteY44" fmla="*/ 166920 h 242082"/>
                <a:gd name="connsiteX45" fmla="*/ 205139 w 559891"/>
                <a:gd name="connsiteY45" fmla="*/ 181207 h 242082"/>
                <a:gd name="connsiteX46" fmla="*/ 202812 w 559891"/>
                <a:gd name="connsiteY46" fmla="*/ 197876 h 242082"/>
                <a:gd name="connsiteX47" fmla="*/ 201340 w 559891"/>
                <a:gd name="connsiteY47" fmla="*/ 239479 h 242082"/>
                <a:gd name="connsiteX48" fmla="*/ 200377 w 559891"/>
                <a:gd name="connsiteY48" fmla="*/ 185970 h 242082"/>
                <a:gd name="connsiteX49" fmla="*/ 176564 w 559891"/>
                <a:gd name="connsiteY49" fmla="*/ 183589 h 242082"/>
                <a:gd name="connsiteX50" fmla="*/ 138464 w 559891"/>
                <a:gd name="connsiteY50" fmla="*/ 176445 h 242082"/>
                <a:gd name="connsiteX51" fmla="*/ 136083 w 559891"/>
                <a:gd name="connsiteY51" fmla="*/ 205020 h 242082"/>
                <a:gd name="connsiteX52" fmla="*/ 136083 w 559891"/>
                <a:gd name="connsiteY52" fmla="*/ 239619 h 242082"/>
                <a:gd name="connsiteX53" fmla="*/ 131431 w 559891"/>
                <a:gd name="connsiteY53" fmla="*/ 181781 h 242082"/>
                <a:gd name="connsiteX54" fmla="*/ 101382 w 559891"/>
                <a:gd name="connsiteY54" fmla="*/ 176128 h 242082"/>
                <a:gd name="connsiteX55" fmla="*/ 83151 w 559891"/>
                <a:gd name="connsiteY55" fmla="*/ 177495 h 242082"/>
                <a:gd name="connsiteX56" fmla="*/ 71550 w 559891"/>
                <a:gd name="connsiteY56" fmla="*/ 185193 h 242082"/>
                <a:gd name="connsiteX57" fmla="*/ 63943 w 559891"/>
                <a:gd name="connsiteY57" fmla="*/ 171268 h 242082"/>
                <a:gd name="connsiteX58" fmla="*/ 26487 w 559891"/>
                <a:gd name="connsiteY58" fmla="*/ 169820 h 242082"/>
                <a:gd name="connsiteX59" fmla="*/ 7646 w 559891"/>
                <a:gd name="connsiteY59" fmla="*/ 176672 h 242082"/>
                <a:gd name="connsiteX60" fmla="*/ 0 w 559891"/>
                <a:gd name="connsiteY60" fmla="*/ 218985 h 242082"/>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71550 w 559891"/>
                <a:gd name="connsiteY56" fmla="*/ 185193 h 242086"/>
                <a:gd name="connsiteX57" fmla="*/ 63943 w 559891"/>
                <a:gd name="connsiteY57" fmla="*/ 17126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63943 w 559891"/>
                <a:gd name="connsiteY57" fmla="*/ 17126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70389 w 559891"/>
                <a:gd name="connsiteY57" fmla="*/ 177579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83151 w 559891"/>
                <a:gd name="connsiteY55" fmla="*/ 177495 h 242086"/>
                <a:gd name="connsiteX56" fmla="*/ 67110 w 559891"/>
                <a:gd name="connsiteY56" fmla="*/ 221684 h 242086"/>
                <a:gd name="connsiteX57" fmla="*/ 65956 w 559891"/>
                <a:gd name="connsiteY57" fmla="*/ 177778 h 242086"/>
                <a:gd name="connsiteX58" fmla="*/ 26487 w 559891"/>
                <a:gd name="connsiteY58" fmla="*/ 169820 h 242086"/>
                <a:gd name="connsiteX59" fmla="*/ 7646 w 559891"/>
                <a:gd name="connsiteY59" fmla="*/ 176672 h 242086"/>
                <a:gd name="connsiteX60" fmla="*/ 0 w 559891"/>
                <a:gd name="connsiteY60" fmla="*/ 218985 h 242086"/>
                <a:gd name="connsiteX0" fmla="*/ 0 w 559891"/>
                <a:gd name="connsiteY0" fmla="*/ 218985 h 242086"/>
                <a:gd name="connsiteX1" fmla="*/ 43711 w 559891"/>
                <a:gd name="connsiteY1" fmla="*/ 229195 h 242086"/>
                <a:gd name="connsiteX2" fmla="*/ 62798 w 559891"/>
                <a:gd name="connsiteY2" fmla="*/ 233498 h 242086"/>
                <a:gd name="connsiteX3" fmla="*/ 181656 w 559891"/>
                <a:gd name="connsiteY3" fmla="*/ 242029 h 242086"/>
                <a:gd name="connsiteX4" fmla="*/ 265669 w 559891"/>
                <a:gd name="connsiteY4" fmla="*/ 228882 h 242086"/>
                <a:gd name="connsiteX5" fmla="*/ 301783 w 559891"/>
                <a:gd name="connsiteY5" fmla="*/ 217994 h 242086"/>
                <a:gd name="connsiteX6" fmla="*/ 356768 w 559891"/>
                <a:gd name="connsiteY6" fmla="*/ 201148 h 242086"/>
                <a:gd name="connsiteX7" fmla="*/ 411066 w 559891"/>
                <a:gd name="connsiteY7" fmla="*/ 175131 h 242086"/>
                <a:gd name="connsiteX8" fmla="*/ 445684 w 559891"/>
                <a:gd name="connsiteY8" fmla="*/ 152632 h 242086"/>
                <a:gd name="connsiteX9" fmla="*/ 460629 w 559891"/>
                <a:gd name="connsiteY9" fmla="*/ 138345 h 242086"/>
                <a:gd name="connsiteX10" fmla="*/ 503492 w 559891"/>
                <a:gd name="connsiteY10" fmla="*/ 93101 h 242086"/>
                <a:gd name="connsiteX11" fmla="*/ 537876 w 559891"/>
                <a:gd name="connsiteY11" fmla="*/ 46989 h 242086"/>
                <a:gd name="connsiteX12" fmla="*/ 558886 w 559891"/>
                <a:gd name="connsiteY12" fmla="*/ 6931 h 242086"/>
                <a:gd name="connsiteX13" fmla="*/ 555646 w 559891"/>
                <a:gd name="connsiteY13" fmla="*/ 10 h 242086"/>
                <a:gd name="connsiteX14" fmla="*/ 547730 w 559891"/>
                <a:gd name="connsiteY14" fmla="*/ 6554 h 242086"/>
                <a:gd name="connsiteX15" fmla="*/ 531371 w 559891"/>
                <a:gd name="connsiteY15" fmla="*/ 7376 h 242086"/>
                <a:gd name="connsiteX16" fmla="*/ 528989 w 559891"/>
                <a:gd name="connsiteY16" fmla="*/ 26426 h 242086"/>
                <a:gd name="connsiteX17" fmla="*/ 512321 w 559891"/>
                <a:gd name="connsiteY17" fmla="*/ 35951 h 242086"/>
                <a:gd name="connsiteX18" fmla="*/ 488508 w 559891"/>
                <a:gd name="connsiteY18" fmla="*/ 38332 h 242086"/>
                <a:gd name="connsiteX19" fmla="*/ 483746 w 559891"/>
                <a:gd name="connsiteY19" fmla="*/ 57382 h 242086"/>
                <a:gd name="connsiteX20" fmla="*/ 488508 w 559891"/>
                <a:gd name="connsiteY20" fmla="*/ 74051 h 242086"/>
                <a:gd name="connsiteX21" fmla="*/ 506193 w 559891"/>
                <a:gd name="connsiteY21" fmla="*/ 79374 h 242086"/>
                <a:gd name="connsiteX22" fmla="*/ 486127 w 559891"/>
                <a:gd name="connsiteY22" fmla="*/ 74051 h 242086"/>
                <a:gd name="connsiteX23" fmla="*/ 474221 w 559891"/>
                <a:gd name="connsiteY23" fmla="*/ 93101 h 242086"/>
                <a:gd name="connsiteX24" fmla="*/ 459933 w 559891"/>
                <a:gd name="connsiteY24" fmla="*/ 105007 h 242086"/>
                <a:gd name="connsiteX25" fmla="*/ 455118 w 559891"/>
                <a:gd name="connsiteY25" fmla="*/ 119714 h 242086"/>
                <a:gd name="connsiteX26" fmla="*/ 459478 w 559891"/>
                <a:gd name="connsiteY26" fmla="*/ 130362 h 242086"/>
                <a:gd name="connsiteX27" fmla="*/ 426596 w 559891"/>
                <a:gd name="connsiteY27" fmla="*/ 116914 h 242086"/>
                <a:gd name="connsiteX28" fmla="*/ 412308 w 559891"/>
                <a:gd name="connsiteY28" fmla="*/ 112151 h 242086"/>
                <a:gd name="connsiteX29" fmla="*/ 398021 w 559891"/>
                <a:gd name="connsiteY29" fmla="*/ 128820 h 242086"/>
                <a:gd name="connsiteX30" fmla="*/ 390877 w 559891"/>
                <a:gd name="connsiteY30" fmla="*/ 145489 h 242086"/>
                <a:gd name="connsiteX31" fmla="*/ 396147 w 559891"/>
                <a:gd name="connsiteY31" fmla="*/ 155014 h 242086"/>
                <a:gd name="connsiteX32" fmla="*/ 389057 w 559891"/>
                <a:gd name="connsiteY32" fmla="*/ 146328 h 242086"/>
                <a:gd name="connsiteX33" fmla="*/ 367064 w 559891"/>
                <a:gd name="connsiteY33" fmla="*/ 159776 h 242086"/>
                <a:gd name="connsiteX34" fmla="*/ 376589 w 559891"/>
                <a:gd name="connsiteY34" fmla="*/ 178826 h 242086"/>
                <a:gd name="connsiteX35" fmla="*/ 364683 w 559891"/>
                <a:gd name="connsiteY35" fmla="*/ 166920 h 242086"/>
                <a:gd name="connsiteX36" fmla="*/ 357084 w 559891"/>
                <a:gd name="connsiteY36" fmla="*/ 156834 h 242086"/>
                <a:gd name="connsiteX37" fmla="*/ 336108 w 559891"/>
                <a:gd name="connsiteY37" fmla="*/ 159776 h 242086"/>
                <a:gd name="connsiteX38" fmla="*/ 327546 w 559891"/>
                <a:gd name="connsiteY38" fmla="*/ 159075 h 242086"/>
                <a:gd name="connsiteX39" fmla="*/ 315132 w 559891"/>
                <a:gd name="connsiteY39" fmla="*/ 160058 h 242086"/>
                <a:gd name="connsiteX40" fmla="*/ 300389 w 559891"/>
                <a:gd name="connsiteY40" fmla="*/ 164539 h 242086"/>
                <a:gd name="connsiteX41" fmla="*/ 286102 w 559891"/>
                <a:gd name="connsiteY41" fmla="*/ 190732 h 242086"/>
                <a:gd name="connsiteX42" fmla="*/ 288483 w 559891"/>
                <a:gd name="connsiteY42" fmla="*/ 221410 h 242086"/>
                <a:gd name="connsiteX43" fmla="*/ 283721 w 559891"/>
                <a:gd name="connsiteY43" fmla="*/ 181207 h 242086"/>
                <a:gd name="connsiteX44" fmla="*/ 271814 w 559891"/>
                <a:gd name="connsiteY44" fmla="*/ 166920 h 242086"/>
                <a:gd name="connsiteX45" fmla="*/ 205139 w 559891"/>
                <a:gd name="connsiteY45" fmla="*/ 181207 h 242086"/>
                <a:gd name="connsiteX46" fmla="*/ 202812 w 559891"/>
                <a:gd name="connsiteY46" fmla="*/ 197876 h 242086"/>
                <a:gd name="connsiteX47" fmla="*/ 201340 w 559891"/>
                <a:gd name="connsiteY47" fmla="*/ 239479 h 242086"/>
                <a:gd name="connsiteX48" fmla="*/ 200377 w 559891"/>
                <a:gd name="connsiteY48" fmla="*/ 185970 h 242086"/>
                <a:gd name="connsiteX49" fmla="*/ 176564 w 559891"/>
                <a:gd name="connsiteY49" fmla="*/ 183589 h 242086"/>
                <a:gd name="connsiteX50" fmla="*/ 138464 w 559891"/>
                <a:gd name="connsiteY50" fmla="*/ 176445 h 242086"/>
                <a:gd name="connsiteX51" fmla="*/ 136083 w 559891"/>
                <a:gd name="connsiteY51" fmla="*/ 205020 h 242086"/>
                <a:gd name="connsiteX52" fmla="*/ 136083 w 559891"/>
                <a:gd name="connsiteY52" fmla="*/ 239619 h 242086"/>
                <a:gd name="connsiteX53" fmla="*/ 131431 w 559891"/>
                <a:gd name="connsiteY53" fmla="*/ 181781 h 242086"/>
                <a:gd name="connsiteX54" fmla="*/ 101382 w 559891"/>
                <a:gd name="connsiteY54" fmla="*/ 176128 h 242086"/>
                <a:gd name="connsiteX55" fmla="*/ 77241 w 559891"/>
                <a:gd name="connsiteY55" fmla="*/ 177760 h 242086"/>
                <a:gd name="connsiteX56" fmla="*/ 67110 w 559891"/>
                <a:gd name="connsiteY56" fmla="*/ 221684 h 242086"/>
                <a:gd name="connsiteX57" fmla="*/ 65956 w 559891"/>
                <a:gd name="connsiteY57" fmla="*/ 177778 h 242086"/>
                <a:gd name="connsiteX58" fmla="*/ 26487 w 559891"/>
                <a:gd name="connsiteY58" fmla="*/ 169820 h 242086"/>
                <a:gd name="connsiteX59" fmla="*/ 7646 w 559891"/>
                <a:gd name="connsiteY59" fmla="*/ 176672 h 242086"/>
                <a:gd name="connsiteX60" fmla="*/ 0 w 559891"/>
                <a:gd name="connsiteY60" fmla="*/ 218985 h 242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59891" h="242086">
                  <a:moveTo>
                    <a:pt x="0" y="218985"/>
                  </a:moveTo>
                  <a:cubicBezTo>
                    <a:pt x="6011" y="227739"/>
                    <a:pt x="33535" y="227313"/>
                    <a:pt x="43711" y="229195"/>
                  </a:cubicBezTo>
                  <a:cubicBezTo>
                    <a:pt x="53887" y="231077"/>
                    <a:pt x="39807" y="231359"/>
                    <a:pt x="62798" y="233498"/>
                  </a:cubicBezTo>
                  <a:cubicBezTo>
                    <a:pt x="85789" y="235637"/>
                    <a:pt x="147844" y="242798"/>
                    <a:pt x="181656" y="242029"/>
                  </a:cubicBezTo>
                  <a:cubicBezTo>
                    <a:pt x="215468" y="241260"/>
                    <a:pt x="245648" y="232888"/>
                    <a:pt x="265669" y="228882"/>
                  </a:cubicBezTo>
                  <a:cubicBezTo>
                    <a:pt x="285690" y="224876"/>
                    <a:pt x="286600" y="222616"/>
                    <a:pt x="301783" y="217994"/>
                  </a:cubicBezTo>
                  <a:cubicBezTo>
                    <a:pt x="316966" y="213372"/>
                    <a:pt x="338554" y="208292"/>
                    <a:pt x="356768" y="201148"/>
                  </a:cubicBezTo>
                  <a:cubicBezTo>
                    <a:pt x="374982" y="194004"/>
                    <a:pt x="396247" y="183217"/>
                    <a:pt x="411066" y="175131"/>
                  </a:cubicBezTo>
                  <a:cubicBezTo>
                    <a:pt x="425885" y="167045"/>
                    <a:pt x="437424" y="158763"/>
                    <a:pt x="445684" y="152632"/>
                  </a:cubicBezTo>
                  <a:cubicBezTo>
                    <a:pt x="453944" y="146501"/>
                    <a:pt x="450994" y="148267"/>
                    <a:pt x="460629" y="138345"/>
                  </a:cubicBezTo>
                  <a:cubicBezTo>
                    <a:pt x="470264" y="128423"/>
                    <a:pt x="490618" y="108327"/>
                    <a:pt x="503492" y="93101"/>
                  </a:cubicBezTo>
                  <a:cubicBezTo>
                    <a:pt x="516367" y="77875"/>
                    <a:pt x="528644" y="61351"/>
                    <a:pt x="537876" y="46989"/>
                  </a:cubicBezTo>
                  <a:cubicBezTo>
                    <a:pt x="547108" y="32627"/>
                    <a:pt x="555924" y="14761"/>
                    <a:pt x="558886" y="6931"/>
                  </a:cubicBezTo>
                  <a:cubicBezTo>
                    <a:pt x="561848" y="-899"/>
                    <a:pt x="557505" y="73"/>
                    <a:pt x="555646" y="10"/>
                  </a:cubicBezTo>
                  <a:cubicBezTo>
                    <a:pt x="553787" y="-53"/>
                    <a:pt x="551776" y="5326"/>
                    <a:pt x="547730" y="6554"/>
                  </a:cubicBezTo>
                  <a:cubicBezTo>
                    <a:pt x="543684" y="7782"/>
                    <a:pt x="534494" y="4064"/>
                    <a:pt x="531371" y="7376"/>
                  </a:cubicBezTo>
                  <a:cubicBezTo>
                    <a:pt x="528248" y="10688"/>
                    <a:pt x="532164" y="21664"/>
                    <a:pt x="528989" y="26426"/>
                  </a:cubicBezTo>
                  <a:cubicBezTo>
                    <a:pt x="525814" y="31188"/>
                    <a:pt x="519068" y="33967"/>
                    <a:pt x="512321" y="35951"/>
                  </a:cubicBezTo>
                  <a:cubicBezTo>
                    <a:pt x="505574" y="37935"/>
                    <a:pt x="493270" y="34760"/>
                    <a:pt x="488508" y="38332"/>
                  </a:cubicBezTo>
                  <a:cubicBezTo>
                    <a:pt x="483746" y="41904"/>
                    <a:pt x="483746" y="51429"/>
                    <a:pt x="483746" y="57382"/>
                  </a:cubicBezTo>
                  <a:cubicBezTo>
                    <a:pt x="483746" y="63335"/>
                    <a:pt x="484767" y="70386"/>
                    <a:pt x="488508" y="74051"/>
                  </a:cubicBezTo>
                  <a:cubicBezTo>
                    <a:pt x="492249" y="77716"/>
                    <a:pt x="506590" y="79374"/>
                    <a:pt x="506193" y="79374"/>
                  </a:cubicBezTo>
                  <a:cubicBezTo>
                    <a:pt x="505796" y="79374"/>
                    <a:pt x="491456" y="71763"/>
                    <a:pt x="486127" y="74051"/>
                  </a:cubicBezTo>
                  <a:cubicBezTo>
                    <a:pt x="480798" y="76339"/>
                    <a:pt x="478587" y="87942"/>
                    <a:pt x="474221" y="93101"/>
                  </a:cubicBezTo>
                  <a:cubicBezTo>
                    <a:pt x="469855" y="98260"/>
                    <a:pt x="463117" y="100571"/>
                    <a:pt x="459933" y="105007"/>
                  </a:cubicBezTo>
                  <a:cubicBezTo>
                    <a:pt x="456749" y="109443"/>
                    <a:pt x="455194" y="115488"/>
                    <a:pt x="455118" y="119714"/>
                  </a:cubicBezTo>
                  <a:cubicBezTo>
                    <a:pt x="455042" y="123940"/>
                    <a:pt x="464232" y="130829"/>
                    <a:pt x="459478" y="130362"/>
                  </a:cubicBezTo>
                  <a:cubicBezTo>
                    <a:pt x="454724" y="129895"/>
                    <a:pt x="434458" y="119949"/>
                    <a:pt x="426596" y="116914"/>
                  </a:cubicBezTo>
                  <a:cubicBezTo>
                    <a:pt x="418734" y="113879"/>
                    <a:pt x="417071" y="110167"/>
                    <a:pt x="412308" y="112151"/>
                  </a:cubicBezTo>
                  <a:cubicBezTo>
                    <a:pt x="407546" y="114135"/>
                    <a:pt x="401593" y="123264"/>
                    <a:pt x="398021" y="128820"/>
                  </a:cubicBezTo>
                  <a:cubicBezTo>
                    <a:pt x="394449" y="134376"/>
                    <a:pt x="391189" y="141123"/>
                    <a:pt x="390877" y="145489"/>
                  </a:cubicBezTo>
                  <a:cubicBezTo>
                    <a:pt x="390565" y="149855"/>
                    <a:pt x="396450" y="154874"/>
                    <a:pt x="396147" y="155014"/>
                  </a:cubicBezTo>
                  <a:cubicBezTo>
                    <a:pt x="395844" y="155154"/>
                    <a:pt x="393904" y="145534"/>
                    <a:pt x="389057" y="146328"/>
                  </a:cubicBezTo>
                  <a:cubicBezTo>
                    <a:pt x="384210" y="147122"/>
                    <a:pt x="369142" y="154360"/>
                    <a:pt x="367064" y="159776"/>
                  </a:cubicBezTo>
                  <a:cubicBezTo>
                    <a:pt x="364986" y="165192"/>
                    <a:pt x="376986" y="177635"/>
                    <a:pt x="376589" y="178826"/>
                  </a:cubicBezTo>
                  <a:cubicBezTo>
                    <a:pt x="376192" y="180017"/>
                    <a:pt x="367934" y="170585"/>
                    <a:pt x="364683" y="166920"/>
                  </a:cubicBezTo>
                  <a:cubicBezTo>
                    <a:pt x="361432" y="163255"/>
                    <a:pt x="361846" y="158025"/>
                    <a:pt x="357084" y="156834"/>
                  </a:cubicBezTo>
                  <a:cubicBezTo>
                    <a:pt x="352322" y="155643"/>
                    <a:pt x="341031" y="159403"/>
                    <a:pt x="336108" y="159776"/>
                  </a:cubicBezTo>
                  <a:cubicBezTo>
                    <a:pt x="331185" y="160149"/>
                    <a:pt x="331042" y="159028"/>
                    <a:pt x="327546" y="159075"/>
                  </a:cubicBezTo>
                  <a:cubicBezTo>
                    <a:pt x="324050" y="159122"/>
                    <a:pt x="319658" y="159147"/>
                    <a:pt x="315132" y="160058"/>
                  </a:cubicBezTo>
                  <a:cubicBezTo>
                    <a:pt x="310606" y="160969"/>
                    <a:pt x="305227" y="159427"/>
                    <a:pt x="300389" y="164539"/>
                  </a:cubicBezTo>
                  <a:cubicBezTo>
                    <a:pt x="295551" y="169651"/>
                    <a:pt x="288086" y="181254"/>
                    <a:pt x="286102" y="190732"/>
                  </a:cubicBezTo>
                  <a:cubicBezTo>
                    <a:pt x="284118" y="200210"/>
                    <a:pt x="288880" y="222997"/>
                    <a:pt x="288483" y="221410"/>
                  </a:cubicBezTo>
                  <a:cubicBezTo>
                    <a:pt x="288086" y="219823"/>
                    <a:pt x="286499" y="190289"/>
                    <a:pt x="283721" y="181207"/>
                  </a:cubicBezTo>
                  <a:cubicBezTo>
                    <a:pt x="280943" y="172125"/>
                    <a:pt x="284911" y="166920"/>
                    <a:pt x="271814" y="166920"/>
                  </a:cubicBezTo>
                  <a:cubicBezTo>
                    <a:pt x="258717" y="166920"/>
                    <a:pt x="216639" y="176048"/>
                    <a:pt x="205139" y="181207"/>
                  </a:cubicBezTo>
                  <a:cubicBezTo>
                    <a:pt x="193639" y="186366"/>
                    <a:pt x="203445" y="188164"/>
                    <a:pt x="202812" y="197876"/>
                  </a:cubicBezTo>
                  <a:cubicBezTo>
                    <a:pt x="202179" y="207588"/>
                    <a:pt x="201746" y="241463"/>
                    <a:pt x="201340" y="239479"/>
                  </a:cubicBezTo>
                  <a:cubicBezTo>
                    <a:pt x="200934" y="237495"/>
                    <a:pt x="204506" y="195285"/>
                    <a:pt x="200377" y="185970"/>
                  </a:cubicBezTo>
                  <a:cubicBezTo>
                    <a:pt x="196248" y="176655"/>
                    <a:pt x="186883" y="185176"/>
                    <a:pt x="176564" y="183589"/>
                  </a:cubicBezTo>
                  <a:cubicBezTo>
                    <a:pt x="166245" y="182001"/>
                    <a:pt x="145211" y="172873"/>
                    <a:pt x="138464" y="176445"/>
                  </a:cubicBezTo>
                  <a:cubicBezTo>
                    <a:pt x="131717" y="180017"/>
                    <a:pt x="136480" y="194491"/>
                    <a:pt x="136083" y="205020"/>
                  </a:cubicBezTo>
                  <a:cubicBezTo>
                    <a:pt x="135686" y="215549"/>
                    <a:pt x="136858" y="243492"/>
                    <a:pt x="136083" y="239619"/>
                  </a:cubicBezTo>
                  <a:cubicBezTo>
                    <a:pt x="135308" y="235746"/>
                    <a:pt x="137214" y="192363"/>
                    <a:pt x="131431" y="181781"/>
                  </a:cubicBezTo>
                  <a:cubicBezTo>
                    <a:pt x="125648" y="171199"/>
                    <a:pt x="110414" y="176798"/>
                    <a:pt x="101382" y="176128"/>
                  </a:cubicBezTo>
                  <a:cubicBezTo>
                    <a:pt x="92350" y="175458"/>
                    <a:pt x="82953" y="170167"/>
                    <a:pt x="77241" y="177760"/>
                  </a:cubicBezTo>
                  <a:cubicBezTo>
                    <a:pt x="71529" y="185353"/>
                    <a:pt x="70311" y="222722"/>
                    <a:pt x="67110" y="221684"/>
                  </a:cubicBezTo>
                  <a:cubicBezTo>
                    <a:pt x="63909" y="220646"/>
                    <a:pt x="72726" y="186422"/>
                    <a:pt x="65956" y="177778"/>
                  </a:cubicBezTo>
                  <a:cubicBezTo>
                    <a:pt x="59186" y="169134"/>
                    <a:pt x="39926" y="172251"/>
                    <a:pt x="26487" y="169820"/>
                  </a:cubicBezTo>
                  <a:cubicBezTo>
                    <a:pt x="15767" y="173350"/>
                    <a:pt x="11721" y="168928"/>
                    <a:pt x="7646" y="176672"/>
                  </a:cubicBezTo>
                  <a:cubicBezTo>
                    <a:pt x="3571" y="184416"/>
                    <a:pt x="591" y="198729"/>
                    <a:pt x="0" y="218985"/>
                  </a:cubicBezTo>
                  <a:close/>
                </a:path>
              </a:pathLst>
            </a:cu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1" name="Freeform: Shape 1390">
              <a:extLst>
                <a:ext uri="{FF2B5EF4-FFF2-40B4-BE49-F238E27FC236}">
                  <a16:creationId xmlns:a16="http://schemas.microsoft.com/office/drawing/2014/main" id="{4620F151-300D-AF97-8E1B-84F238C956B5}"/>
                </a:ext>
              </a:extLst>
            </p:cNvPr>
            <p:cNvSpPr/>
            <p:nvPr/>
          </p:nvSpPr>
          <p:spPr>
            <a:xfrm rot="7275208">
              <a:off x="6032619" y="1949709"/>
              <a:ext cx="144028" cy="110870"/>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 name="connsiteX0" fmla="*/ 7564 w 85876"/>
                <a:gd name="connsiteY0" fmla="*/ 33396 h 38363"/>
                <a:gd name="connsiteX1" fmla="*/ 9077 w 85876"/>
                <a:gd name="connsiteY1" fmla="*/ 21078 h 38363"/>
                <a:gd name="connsiteX2" fmla="*/ 17493 w 85876"/>
                <a:gd name="connsiteY2" fmla="*/ 269 h 38363"/>
                <a:gd name="connsiteX3" fmla="*/ 52030 w 85876"/>
                <a:gd name="connsiteY3" fmla="*/ 14413 h 38363"/>
                <a:gd name="connsiteX4" fmla="*/ 80709 w 85876"/>
                <a:gd name="connsiteY4" fmla="*/ 21163 h 38363"/>
                <a:gd name="connsiteX5" fmla="*/ 79573 w 85876"/>
                <a:gd name="connsiteY5" fmla="*/ 37346 h 38363"/>
                <a:gd name="connsiteX6" fmla="*/ 7564 w 85876"/>
                <a:gd name="connsiteY6" fmla="*/ 33396 h 38363"/>
                <a:gd name="connsiteX0" fmla="*/ 4505 w 82817"/>
                <a:gd name="connsiteY0" fmla="*/ 33396 h 38363"/>
                <a:gd name="connsiteX1" fmla="*/ 19742 w 82817"/>
                <a:gd name="connsiteY1" fmla="*/ 24309 h 38363"/>
                <a:gd name="connsiteX2" fmla="*/ 14434 w 82817"/>
                <a:gd name="connsiteY2" fmla="*/ 269 h 38363"/>
                <a:gd name="connsiteX3" fmla="*/ 48971 w 82817"/>
                <a:gd name="connsiteY3" fmla="*/ 14413 h 38363"/>
                <a:gd name="connsiteX4" fmla="*/ 77650 w 82817"/>
                <a:gd name="connsiteY4" fmla="*/ 21163 h 38363"/>
                <a:gd name="connsiteX5" fmla="*/ 76514 w 82817"/>
                <a:gd name="connsiteY5" fmla="*/ 37346 h 38363"/>
                <a:gd name="connsiteX6" fmla="*/ 4505 w 82817"/>
                <a:gd name="connsiteY6" fmla="*/ 33396 h 38363"/>
                <a:gd name="connsiteX0" fmla="*/ 4505 w 81503"/>
                <a:gd name="connsiteY0" fmla="*/ 33396 h 42520"/>
                <a:gd name="connsiteX1" fmla="*/ 19742 w 81503"/>
                <a:gd name="connsiteY1" fmla="*/ 24309 h 42520"/>
                <a:gd name="connsiteX2" fmla="*/ 14434 w 81503"/>
                <a:gd name="connsiteY2" fmla="*/ 269 h 42520"/>
                <a:gd name="connsiteX3" fmla="*/ 48971 w 81503"/>
                <a:gd name="connsiteY3" fmla="*/ 14413 h 42520"/>
                <a:gd name="connsiteX4" fmla="*/ 77650 w 81503"/>
                <a:gd name="connsiteY4" fmla="*/ 21163 h 42520"/>
                <a:gd name="connsiteX5" fmla="*/ 76514 w 81503"/>
                <a:gd name="connsiteY5" fmla="*/ 37346 h 42520"/>
                <a:gd name="connsiteX6" fmla="*/ 22738 w 81503"/>
                <a:gd name="connsiteY6" fmla="*/ 42403 h 42520"/>
                <a:gd name="connsiteX7" fmla="*/ 4505 w 81503"/>
                <a:gd name="connsiteY7" fmla="*/ 33396 h 42520"/>
                <a:gd name="connsiteX0" fmla="*/ 11210 w 88208"/>
                <a:gd name="connsiteY0" fmla="*/ 33396 h 42520"/>
                <a:gd name="connsiteX1" fmla="*/ 5020 w 88208"/>
                <a:gd name="connsiteY1" fmla="*/ 19716 h 42520"/>
                <a:gd name="connsiteX2" fmla="*/ 21139 w 88208"/>
                <a:gd name="connsiteY2" fmla="*/ 269 h 42520"/>
                <a:gd name="connsiteX3" fmla="*/ 55676 w 88208"/>
                <a:gd name="connsiteY3" fmla="*/ 14413 h 42520"/>
                <a:gd name="connsiteX4" fmla="*/ 84355 w 88208"/>
                <a:gd name="connsiteY4" fmla="*/ 21163 h 42520"/>
                <a:gd name="connsiteX5" fmla="*/ 83219 w 88208"/>
                <a:gd name="connsiteY5" fmla="*/ 37346 h 42520"/>
                <a:gd name="connsiteX6" fmla="*/ 29443 w 88208"/>
                <a:gd name="connsiteY6" fmla="*/ 42403 h 42520"/>
                <a:gd name="connsiteX7" fmla="*/ 11210 w 88208"/>
                <a:gd name="connsiteY7" fmla="*/ 33396 h 42520"/>
                <a:gd name="connsiteX0" fmla="*/ 11210 w 88208"/>
                <a:gd name="connsiteY0" fmla="*/ 33396 h 42520"/>
                <a:gd name="connsiteX1" fmla="*/ 5020 w 88208"/>
                <a:gd name="connsiteY1" fmla="*/ 19716 h 42520"/>
                <a:gd name="connsiteX2" fmla="*/ 21139 w 88208"/>
                <a:gd name="connsiteY2" fmla="*/ 269 h 42520"/>
                <a:gd name="connsiteX3" fmla="*/ 55676 w 88208"/>
                <a:gd name="connsiteY3" fmla="*/ 14413 h 42520"/>
                <a:gd name="connsiteX4" fmla="*/ 84355 w 88208"/>
                <a:gd name="connsiteY4" fmla="*/ 21163 h 42520"/>
                <a:gd name="connsiteX5" fmla="*/ 83219 w 88208"/>
                <a:gd name="connsiteY5" fmla="*/ 37346 h 42520"/>
                <a:gd name="connsiteX6" fmla="*/ 29444 w 88208"/>
                <a:gd name="connsiteY6" fmla="*/ 42403 h 42520"/>
                <a:gd name="connsiteX7" fmla="*/ 11210 w 88208"/>
                <a:gd name="connsiteY7" fmla="*/ 33396 h 42520"/>
                <a:gd name="connsiteX0" fmla="*/ 11210 w 88208"/>
                <a:gd name="connsiteY0" fmla="*/ 20857 h 29981"/>
                <a:gd name="connsiteX1" fmla="*/ 5020 w 88208"/>
                <a:gd name="connsiteY1" fmla="*/ 7177 h 29981"/>
                <a:gd name="connsiteX2" fmla="*/ 30183 w 88208"/>
                <a:gd name="connsiteY2" fmla="*/ 2186 h 29981"/>
                <a:gd name="connsiteX3" fmla="*/ 55676 w 88208"/>
                <a:gd name="connsiteY3" fmla="*/ 1874 h 29981"/>
                <a:gd name="connsiteX4" fmla="*/ 84355 w 88208"/>
                <a:gd name="connsiteY4" fmla="*/ 8624 h 29981"/>
                <a:gd name="connsiteX5" fmla="*/ 83219 w 88208"/>
                <a:gd name="connsiteY5" fmla="*/ 24807 h 29981"/>
                <a:gd name="connsiteX6" fmla="*/ 29444 w 88208"/>
                <a:gd name="connsiteY6" fmla="*/ 29864 h 29981"/>
                <a:gd name="connsiteX7" fmla="*/ 11210 w 88208"/>
                <a:gd name="connsiteY7" fmla="*/ 20857 h 29981"/>
                <a:gd name="connsiteX0" fmla="*/ 11210 w 88208"/>
                <a:gd name="connsiteY0" fmla="*/ 43395 h 52519"/>
                <a:gd name="connsiteX1" fmla="*/ 5020 w 88208"/>
                <a:gd name="connsiteY1" fmla="*/ 29715 h 52519"/>
                <a:gd name="connsiteX2" fmla="*/ 30183 w 88208"/>
                <a:gd name="connsiteY2" fmla="*/ 24724 h 52519"/>
                <a:gd name="connsiteX3" fmla="*/ 46267 w 88208"/>
                <a:gd name="connsiteY3" fmla="*/ 248 h 52519"/>
                <a:gd name="connsiteX4" fmla="*/ 84355 w 88208"/>
                <a:gd name="connsiteY4" fmla="*/ 31162 h 52519"/>
                <a:gd name="connsiteX5" fmla="*/ 83219 w 88208"/>
                <a:gd name="connsiteY5" fmla="*/ 47345 h 52519"/>
                <a:gd name="connsiteX6" fmla="*/ 29444 w 88208"/>
                <a:gd name="connsiteY6" fmla="*/ 52402 h 52519"/>
                <a:gd name="connsiteX7" fmla="*/ 11210 w 88208"/>
                <a:gd name="connsiteY7" fmla="*/ 43395 h 52519"/>
                <a:gd name="connsiteX0" fmla="*/ 11210 w 101615"/>
                <a:gd name="connsiteY0" fmla="*/ 43395 h 52538"/>
                <a:gd name="connsiteX1" fmla="*/ 5020 w 101615"/>
                <a:gd name="connsiteY1" fmla="*/ 29715 h 52538"/>
                <a:gd name="connsiteX2" fmla="*/ 30183 w 101615"/>
                <a:gd name="connsiteY2" fmla="*/ 24724 h 52538"/>
                <a:gd name="connsiteX3" fmla="*/ 46267 w 101615"/>
                <a:gd name="connsiteY3" fmla="*/ 248 h 52538"/>
                <a:gd name="connsiteX4" fmla="*/ 101260 w 101615"/>
                <a:gd name="connsiteY4" fmla="*/ 28527 h 52538"/>
                <a:gd name="connsiteX5" fmla="*/ 83219 w 101615"/>
                <a:gd name="connsiteY5" fmla="*/ 47345 h 52538"/>
                <a:gd name="connsiteX6" fmla="*/ 29444 w 101615"/>
                <a:gd name="connsiteY6" fmla="*/ 52402 h 52538"/>
                <a:gd name="connsiteX7" fmla="*/ 11210 w 101615"/>
                <a:gd name="connsiteY7" fmla="*/ 43395 h 52538"/>
                <a:gd name="connsiteX0" fmla="*/ 11210 w 101348"/>
                <a:gd name="connsiteY0" fmla="*/ 43395 h 52420"/>
                <a:gd name="connsiteX1" fmla="*/ 5020 w 101348"/>
                <a:gd name="connsiteY1" fmla="*/ 29715 h 52420"/>
                <a:gd name="connsiteX2" fmla="*/ 30183 w 101348"/>
                <a:gd name="connsiteY2" fmla="*/ 24724 h 52420"/>
                <a:gd name="connsiteX3" fmla="*/ 46267 w 101348"/>
                <a:gd name="connsiteY3" fmla="*/ 248 h 52420"/>
                <a:gd name="connsiteX4" fmla="*/ 101260 w 101348"/>
                <a:gd name="connsiteY4" fmla="*/ 28527 h 52420"/>
                <a:gd name="connsiteX5" fmla="*/ 52042 w 101348"/>
                <a:gd name="connsiteY5" fmla="*/ 32189 h 52420"/>
                <a:gd name="connsiteX6" fmla="*/ 29444 w 101348"/>
                <a:gd name="connsiteY6" fmla="*/ 52402 h 52420"/>
                <a:gd name="connsiteX7" fmla="*/ 11210 w 101348"/>
                <a:gd name="connsiteY7" fmla="*/ 43395 h 52420"/>
                <a:gd name="connsiteX0" fmla="*/ 11210 w 101327"/>
                <a:gd name="connsiteY0" fmla="*/ 43395 h 52420"/>
                <a:gd name="connsiteX1" fmla="*/ 5020 w 101327"/>
                <a:gd name="connsiteY1" fmla="*/ 29715 h 52420"/>
                <a:gd name="connsiteX2" fmla="*/ 30183 w 101327"/>
                <a:gd name="connsiteY2" fmla="*/ 24724 h 52420"/>
                <a:gd name="connsiteX3" fmla="*/ 46267 w 101327"/>
                <a:gd name="connsiteY3" fmla="*/ 248 h 52420"/>
                <a:gd name="connsiteX4" fmla="*/ 101260 w 101327"/>
                <a:gd name="connsiteY4" fmla="*/ 28527 h 52420"/>
                <a:gd name="connsiteX5" fmla="*/ 39294 w 101327"/>
                <a:gd name="connsiteY5" fmla="*/ 32345 h 52420"/>
                <a:gd name="connsiteX6" fmla="*/ 29444 w 101327"/>
                <a:gd name="connsiteY6" fmla="*/ 52402 h 52420"/>
                <a:gd name="connsiteX7" fmla="*/ 11210 w 101327"/>
                <a:gd name="connsiteY7" fmla="*/ 43395 h 52420"/>
                <a:gd name="connsiteX0" fmla="*/ 11210 w 101327"/>
                <a:gd name="connsiteY0" fmla="*/ 43376 h 52401"/>
                <a:gd name="connsiteX1" fmla="*/ 5020 w 101327"/>
                <a:gd name="connsiteY1" fmla="*/ 29696 h 52401"/>
                <a:gd name="connsiteX2" fmla="*/ 34524 w 101327"/>
                <a:gd name="connsiteY2" fmla="*/ 27079 h 52401"/>
                <a:gd name="connsiteX3" fmla="*/ 46267 w 101327"/>
                <a:gd name="connsiteY3" fmla="*/ 229 h 52401"/>
                <a:gd name="connsiteX4" fmla="*/ 101260 w 101327"/>
                <a:gd name="connsiteY4" fmla="*/ 28508 h 52401"/>
                <a:gd name="connsiteX5" fmla="*/ 39294 w 101327"/>
                <a:gd name="connsiteY5" fmla="*/ 32326 h 52401"/>
                <a:gd name="connsiteX6" fmla="*/ 29444 w 101327"/>
                <a:gd name="connsiteY6" fmla="*/ 52383 h 52401"/>
                <a:gd name="connsiteX7" fmla="*/ 11210 w 101327"/>
                <a:gd name="connsiteY7" fmla="*/ 43376 h 52401"/>
                <a:gd name="connsiteX0" fmla="*/ 11210 w 112566"/>
                <a:gd name="connsiteY0" fmla="*/ 43376 h 52400"/>
                <a:gd name="connsiteX1" fmla="*/ 5020 w 112566"/>
                <a:gd name="connsiteY1" fmla="*/ 29696 h 52400"/>
                <a:gd name="connsiteX2" fmla="*/ 34524 w 112566"/>
                <a:gd name="connsiteY2" fmla="*/ 27079 h 52400"/>
                <a:gd name="connsiteX3" fmla="*/ 46267 w 112566"/>
                <a:gd name="connsiteY3" fmla="*/ 229 h 52400"/>
                <a:gd name="connsiteX4" fmla="*/ 112509 w 112566"/>
                <a:gd name="connsiteY4" fmla="*/ 33712 h 52400"/>
                <a:gd name="connsiteX5" fmla="*/ 39294 w 112566"/>
                <a:gd name="connsiteY5" fmla="*/ 32326 h 52400"/>
                <a:gd name="connsiteX6" fmla="*/ 29444 w 112566"/>
                <a:gd name="connsiteY6" fmla="*/ 52383 h 52400"/>
                <a:gd name="connsiteX7" fmla="*/ 11210 w 112566"/>
                <a:gd name="connsiteY7" fmla="*/ 43376 h 52400"/>
                <a:gd name="connsiteX0" fmla="*/ 11210 w 135232"/>
                <a:gd name="connsiteY0" fmla="*/ 43376 h 52398"/>
                <a:gd name="connsiteX1" fmla="*/ 5020 w 135232"/>
                <a:gd name="connsiteY1" fmla="*/ 29696 h 52398"/>
                <a:gd name="connsiteX2" fmla="*/ 34524 w 135232"/>
                <a:gd name="connsiteY2" fmla="*/ 27079 h 52398"/>
                <a:gd name="connsiteX3" fmla="*/ 46267 w 135232"/>
                <a:gd name="connsiteY3" fmla="*/ 229 h 52398"/>
                <a:gd name="connsiteX4" fmla="*/ 135188 w 135232"/>
                <a:gd name="connsiteY4" fmla="*/ 48973 h 52398"/>
                <a:gd name="connsiteX5" fmla="*/ 39294 w 135232"/>
                <a:gd name="connsiteY5" fmla="*/ 32326 h 52398"/>
                <a:gd name="connsiteX6" fmla="*/ 29444 w 135232"/>
                <a:gd name="connsiteY6" fmla="*/ 52383 h 52398"/>
                <a:gd name="connsiteX7" fmla="*/ 11210 w 135232"/>
                <a:gd name="connsiteY7" fmla="*/ 43376 h 52398"/>
                <a:gd name="connsiteX0" fmla="*/ 11210 w 138650"/>
                <a:gd name="connsiteY0" fmla="*/ 43376 h 61002"/>
                <a:gd name="connsiteX1" fmla="*/ 5020 w 138650"/>
                <a:gd name="connsiteY1" fmla="*/ 29696 h 61002"/>
                <a:gd name="connsiteX2" fmla="*/ 34524 w 138650"/>
                <a:gd name="connsiteY2" fmla="*/ 27079 h 61002"/>
                <a:gd name="connsiteX3" fmla="*/ 46267 w 138650"/>
                <a:gd name="connsiteY3" fmla="*/ 229 h 61002"/>
                <a:gd name="connsiteX4" fmla="*/ 135188 w 138650"/>
                <a:gd name="connsiteY4" fmla="*/ 48973 h 61002"/>
                <a:gd name="connsiteX5" fmla="*/ 110972 w 138650"/>
                <a:gd name="connsiteY5" fmla="*/ 60314 h 61002"/>
                <a:gd name="connsiteX6" fmla="*/ 39294 w 138650"/>
                <a:gd name="connsiteY6" fmla="*/ 32326 h 61002"/>
                <a:gd name="connsiteX7" fmla="*/ 29444 w 138650"/>
                <a:gd name="connsiteY7" fmla="*/ 52383 h 61002"/>
                <a:gd name="connsiteX8" fmla="*/ 11210 w 138650"/>
                <a:gd name="connsiteY8" fmla="*/ 43376 h 61002"/>
                <a:gd name="connsiteX0" fmla="*/ 11210 w 147214"/>
                <a:gd name="connsiteY0" fmla="*/ 43376 h 61074"/>
                <a:gd name="connsiteX1" fmla="*/ 5020 w 147214"/>
                <a:gd name="connsiteY1" fmla="*/ 29696 h 61074"/>
                <a:gd name="connsiteX2" fmla="*/ 34524 w 147214"/>
                <a:gd name="connsiteY2" fmla="*/ 27079 h 61074"/>
                <a:gd name="connsiteX3" fmla="*/ 46267 w 147214"/>
                <a:gd name="connsiteY3" fmla="*/ 229 h 61074"/>
                <a:gd name="connsiteX4" fmla="*/ 144572 w 147214"/>
                <a:gd name="connsiteY4" fmla="*/ 49829 h 61074"/>
                <a:gd name="connsiteX5" fmla="*/ 110972 w 147214"/>
                <a:gd name="connsiteY5" fmla="*/ 60314 h 61074"/>
                <a:gd name="connsiteX6" fmla="*/ 39294 w 147214"/>
                <a:gd name="connsiteY6" fmla="*/ 32326 h 61074"/>
                <a:gd name="connsiteX7" fmla="*/ 29444 w 147214"/>
                <a:gd name="connsiteY7" fmla="*/ 52383 h 61074"/>
                <a:gd name="connsiteX8" fmla="*/ 11210 w 147214"/>
                <a:gd name="connsiteY8" fmla="*/ 43376 h 61074"/>
                <a:gd name="connsiteX0" fmla="*/ 11210 w 147214"/>
                <a:gd name="connsiteY0" fmla="*/ 61831 h 79529"/>
                <a:gd name="connsiteX1" fmla="*/ 5020 w 147214"/>
                <a:gd name="connsiteY1" fmla="*/ 48151 h 79529"/>
                <a:gd name="connsiteX2" fmla="*/ 34524 w 147214"/>
                <a:gd name="connsiteY2" fmla="*/ 45534 h 79529"/>
                <a:gd name="connsiteX3" fmla="*/ 14113 w 147214"/>
                <a:gd name="connsiteY3" fmla="*/ 140 h 79529"/>
                <a:gd name="connsiteX4" fmla="*/ 144572 w 147214"/>
                <a:gd name="connsiteY4" fmla="*/ 68284 h 79529"/>
                <a:gd name="connsiteX5" fmla="*/ 110972 w 147214"/>
                <a:gd name="connsiteY5" fmla="*/ 78769 h 79529"/>
                <a:gd name="connsiteX6" fmla="*/ 39294 w 147214"/>
                <a:gd name="connsiteY6" fmla="*/ 50781 h 79529"/>
                <a:gd name="connsiteX7" fmla="*/ 29444 w 147214"/>
                <a:gd name="connsiteY7" fmla="*/ 70838 h 79529"/>
                <a:gd name="connsiteX8" fmla="*/ 11210 w 147214"/>
                <a:gd name="connsiteY8" fmla="*/ 61831 h 79529"/>
                <a:gd name="connsiteX0" fmla="*/ 11210 w 147214"/>
                <a:gd name="connsiteY0" fmla="*/ 62698 h 80396"/>
                <a:gd name="connsiteX1" fmla="*/ 5020 w 147214"/>
                <a:gd name="connsiteY1" fmla="*/ 49018 h 80396"/>
                <a:gd name="connsiteX2" fmla="*/ 34524 w 147214"/>
                <a:gd name="connsiteY2" fmla="*/ 46401 h 80396"/>
                <a:gd name="connsiteX3" fmla="*/ 41072 w 147214"/>
                <a:gd name="connsiteY3" fmla="*/ 29506 h 80396"/>
                <a:gd name="connsiteX4" fmla="*/ 14113 w 147214"/>
                <a:gd name="connsiteY4" fmla="*/ 1007 h 80396"/>
                <a:gd name="connsiteX5" fmla="*/ 144572 w 147214"/>
                <a:gd name="connsiteY5" fmla="*/ 69151 h 80396"/>
                <a:gd name="connsiteX6" fmla="*/ 110972 w 147214"/>
                <a:gd name="connsiteY6" fmla="*/ 79636 h 80396"/>
                <a:gd name="connsiteX7" fmla="*/ 39294 w 147214"/>
                <a:gd name="connsiteY7" fmla="*/ 51648 h 80396"/>
                <a:gd name="connsiteX8" fmla="*/ 29444 w 147214"/>
                <a:gd name="connsiteY8" fmla="*/ 71705 h 80396"/>
                <a:gd name="connsiteX9" fmla="*/ 11210 w 147214"/>
                <a:gd name="connsiteY9" fmla="*/ 62698 h 80396"/>
                <a:gd name="connsiteX0" fmla="*/ 11210 w 147214"/>
                <a:gd name="connsiteY0" fmla="*/ 60741 h 78439"/>
                <a:gd name="connsiteX1" fmla="*/ 5020 w 147214"/>
                <a:gd name="connsiteY1" fmla="*/ 47061 h 78439"/>
                <a:gd name="connsiteX2" fmla="*/ 34524 w 147214"/>
                <a:gd name="connsiteY2" fmla="*/ 44444 h 78439"/>
                <a:gd name="connsiteX3" fmla="*/ 41072 w 147214"/>
                <a:gd name="connsiteY3" fmla="*/ 27549 h 78439"/>
                <a:gd name="connsiteX4" fmla="*/ 7387 w 147214"/>
                <a:gd name="connsiteY4" fmla="*/ 1075 h 78439"/>
                <a:gd name="connsiteX5" fmla="*/ 144572 w 147214"/>
                <a:gd name="connsiteY5" fmla="*/ 67194 h 78439"/>
                <a:gd name="connsiteX6" fmla="*/ 110972 w 147214"/>
                <a:gd name="connsiteY6" fmla="*/ 77679 h 78439"/>
                <a:gd name="connsiteX7" fmla="*/ 39294 w 147214"/>
                <a:gd name="connsiteY7" fmla="*/ 49691 h 78439"/>
                <a:gd name="connsiteX8" fmla="*/ 29444 w 147214"/>
                <a:gd name="connsiteY8" fmla="*/ 69748 h 78439"/>
                <a:gd name="connsiteX9" fmla="*/ 11210 w 147214"/>
                <a:gd name="connsiteY9" fmla="*/ 60741 h 78439"/>
                <a:gd name="connsiteX0" fmla="*/ 11210 w 147214"/>
                <a:gd name="connsiteY0" fmla="*/ 60632 h 78330"/>
                <a:gd name="connsiteX1" fmla="*/ 5020 w 147214"/>
                <a:gd name="connsiteY1" fmla="*/ 46952 h 78330"/>
                <a:gd name="connsiteX2" fmla="*/ 34524 w 147214"/>
                <a:gd name="connsiteY2" fmla="*/ 44335 h 78330"/>
                <a:gd name="connsiteX3" fmla="*/ 37800 w 147214"/>
                <a:gd name="connsiteY3" fmla="*/ 30879 h 78330"/>
                <a:gd name="connsiteX4" fmla="*/ 7387 w 147214"/>
                <a:gd name="connsiteY4" fmla="*/ 966 h 78330"/>
                <a:gd name="connsiteX5" fmla="*/ 144572 w 147214"/>
                <a:gd name="connsiteY5" fmla="*/ 67085 h 78330"/>
                <a:gd name="connsiteX6" fmla="*/ 110972 w 147214"/>
                <a:gd name="connsiteY6" fmla="*/ 77570 h 78330"/>
                <a:gd name="connsiteX7" fmla="*/ 39294 w 147214"/>
                <a:gd name="connsiteY7" fmla="*/ 49582 h 78330"/>
                <a:gd name="connsiteX8" fmla="*/ 29444 w 147214"/>
                <a:gd name="connsiteY8" fmla="*/ 69639 h 78330"/>
                <a:gd name="connsiteX9" fmla="*/ 11210 w 147214"/>
                <a:gd name="connsiteY9" fmla="*/ 60632 h 78330"/>
                <a:gd name="connsiteX0" fmla="*/ 11210 w 146625"/>
                <a:gd name="connsiteY0" fmla="*/ 60632 h 75909"/>
                <a:gd name="connsiteX1" fmla="*/ 5020 w 146625"/>
                <a:gd name="connsiteY1" fmla="*/ 46952 h 75909"/>
                <a:gd name="connsiteX2" fmla="*/ 34524 w 146625"/>
                <a:gd name="connsiteY2" fmla="*/ 44335 h 75909"/>
                <a:gd name="connsiteX3" fmla="*/ 37800 w 146625"/>
                <a:gd name="connsiteY3" fmla="*/ 30879 h 75909"/>
                <a:gd name="connsiteX4" fmla="*/ 7387 w 146625"/>
                <a:gd name="connsiteY4" fmla="*/ 966 h 75909"/>
                <a:gd name="connsiteX5" fmla="*/ 144572 w 146625"/>
                <a:gd name="connsiteY5" fmla="*/ 67085 h 75909"/>
                <a:gd name="connsiteX6" fmla="*/ 99815 w 146625"/>
                <a:gd name="connsiteY6" fmla="*/ 74794 h 75909"/>
                <a:gd name="connsiteX7" fmla="*/ 39294 w 146625"/>
                <a:gd name="connsiteY7" fmla="*/ 49582 h 75909"/>
                <a:gd name="connsiteX8" fmla="*/ 29444 w 146625"/>
                <a:gd name="connsiteY8" fmla="*/ 69639 h 75909"/>
                <a:gd name="connsiteX9" fmla="*/ 11210 w 146625"/>
                <a:gd name="connsiteY9" fmla="*/ 60632 h 75909"/>
                <a:gd name="connsiteX0" fmla="*/ 11210 w 146493"/>
                <a:gd name="connsiteY0" fmla="*/ 60632 h 74794"/>
                <a:gd name="connsiteX1" fmla="*/ 5020 w 146493"/>
                <a:gd name="connsiteY1" fmla="*/ 46952 h 74794"/>
                <a:gd name="connsiteX2" fmla="*/ 34524 w 146493"/>
                <a:gd name="connsiteY2" fmla="*/ 44335 h 74794"/>
                <a:gd name="connsiteX3" fmla="*/ 37800 w 146493"/>
                <a:gd name="connsiteY3" fmla="*/ 30879 h 74794"/>
                <a:gd name="connsiteX4" fmla="*/ 7387 w 146493"/>
                <a:gd name="connsiteY4" fmla="*/ 966 h 74794"/>
                <a:gd name="connsiteX5" fmla="*/ 144572 w 146493"/>
                <a:gd name="connsiteY5" fmla="*/ 67085 h 74794"/>
                <a:gd name="connsiteX6" fmla="*/ 99815 w 146493"/>
                <a:gd name="connsiteY6" fmla="*/ 74794 h 74794"/>
                <a:gd name="connsiteX7" fmla="*/ 39294 w 146493"/>
                <a:gd name="connsiteY7" fmla="*/ 49582 h 74794"/>
                <a:gd name="connsiteX8" fmla="*/ 29444 w 146493"/>
                <a:gd name="connsiteY8" fmla="*/ 69639 h 74794"/>
                <a:gd name="connsiteX9" fmla="*/ 11210 w 146493"/>
                <a:gd name="connsiteY9" fmla="*/ 60632 h 74794"/>
                <a:gd name="connsiteX0" fmla="*/ 11210 w 144572"/>
                <a:gd name="connsiteY0" fmla="*/ 60632 h 74794"/>
                <a:gd name="connsiteX1" fmla="*/ 5020 w 144572"/>
                <a:gd name="connsiteY1" fmla="*/ 46952 h 74794"/>
                <a:gd name="connsiteX2" fmla="*/ 34524 w 144572"/>
                <a:gd name="connsiteY2" fmla="*/ 44335 h 74794"/>
                <a:gd name="connsiteX3" fmla="*/ 37800 w 144572"/>
                <a:gd name="connsiteY3" fmla="*/ 30879 h 74794"/>
                <a:gd name="connsiteX4" fmla="*/ 7387 w 144572"/>
                <a:gd name="connsiteY4" fmla="*/ 966 h 74794"/>
                <a:gd name="connsiteX5" fmla="*/ 144572 w 144572"/>
                <a:gd name="connsiteY5" fmla="*/ 67085 h 74794"/>
                <a:gd name="connsiteX6" fmla="*/ 99815 w 144572"/>
                <a:gd name="connsiteY6" fmla="*/ 74794 h 74794"/>
                <a:gd name="connsiteX7" fmla="*/ 39294 w 144572"/>
                <a:gd name="connsiteY7" fmla="*/ 49582 h 74794"/>
                <a:gd name="connsiteX8" fmla="*/ 29444 w 144572"/>
                <a:gd name="connsiteY8" fmla="*/ 69639 h 74794"/>
                <a:gd name="connsiteX9" fmla="*/ 11210 w 144572"/>
                <a:gd name="connsiteY9" fmla="*/ 60632 h 74794"/>
                <a:gd name="connsiteX0" fmla="*/ 11210 w 144572"/>
                <a:gd name="connsiteY0" fmla="*/ 60632 h 77675"/>
                <a:gd name="connsiteX1" fmla="*/ 5020 w 144572"/>
                <a:gd name="connsiteY1" fmla="*/ 46952 h 77675"/>
                <a:gd name="connsiteX2" fmla="*/ 34524 w 144572"/>
                <a:gd name="connsiteY2" fmla="*/ 44335 h 77675"/>
                <a:gd name="connsiteX3" fmla="*/ 37800 w 144572"/>
                <a:gd name="connsiteY3" fmla="*/ 30879 h 77675"/>
                <a:gd name="connsiteX4" fmla="*/ 7387 w 144572"/>
                <a:gd name="connsiteY4" fmla="*/ 966 h 77675"/>
                <a:gd name="connsiteX5" fmla="*/ 144572 w 144572"/>
                <a:gd name="connsiteY5" fmla="*/ 67085 h 77675"/>
                <a:gd name="connsiteX6" fmla="*/ 102474 w 144572"/>
                <a:gd name="connsiteY6" fmla="*/ 77675 h 77675"/>
                <a:gd name="connsiteX7" fmla="*/ 39294 w 144572"/>
                <a:gd name="connsiteY7" fmla="*/ 49582 h 77675"/>
                <a:gd name="connsiteX8" fmla="*/ 29444 w 144572"/>
                <a:gd name="connsiteY8" fmla="*/ 69639 h 77675"/>
                <a:gd name="connsiteX9" fmla="*/ 11210 w 144572"/>
                <a:gd name="connsiteY9" fmla="*/ 60632 h 77675"/>
                <a:gd name="connsiteX0" fmla="*/ 11210 w 144572"/>
                <a:gd name="connsiteY0" fmla="*/ 60632 h 77675"/>
                <a:gd name="connsiteX1" fmla="*/ 5020 w 144572"/>
                <a:gd name="connsiteY1" fmla="*/ 46952 h 77675"/>
                <a:gd name="connsiteX2" fmla="*/ 34524 w 144572"/>
                <a:gd name="connsiteY2" fmla="*/ 44335 h 77675"/>
                <a:gd name="connsiteX3" fmla="*/ 37800 w 144572"/>
                <a:gd name="connsiteY3" fmla="*/ 30879 h 77675"/>
                <a:gd name="connsiteX4" fmla="*/ 7387 w 144572"/>
                <a:gd name="connsiteY4" fmla="*/ 966 h 77675"/>
                <a:gd name="connsiteX5" fmla="*/ 144572 w 144572"/>
                <a:gd name="connsiteY5" fmla="*/ 67085 h 77675"/>
                <a:gd name="connsiteX6" fmla="*/ 102474 w 144572"/>
                <a:gd name="connsiteY6" fmla="*/ 77675 h 77675"/>
                <a:gd name="connsiteX7" fmla="*/ 39294 w 144572"/>
                <a:gd name="connsiteY7" fmla="*/ 49582 h 77675"/>
                <a:gd name="connsiteX8" fmla="*/ 21832 w 144572"/>
                <a:gd name="connsiteY8" fmla="*/ 70703 h 77675"/>
                <a:gd name="connsiteX9" fmla="*/ 11210 w 144572"/>
                <a:gd name="connsiteY9" fmla="*/ 60632 h 77675"/>
                <a:gd name="connsiteX0" fmla="*/ 14693 w 143011"/>
                <a:gd name="connsiteY0" fmla="*/ 59113 h 77675"/>
                <a:gd name="connsiteX1" fmla="*/ 3459 w 143011"/>
                <a:gd name="connsiteY1" fmla="*/ 46952 h 77675"/>
                <a:gd name="connsiteX2" fmla="*/ 32963 w 143011"/>
                <a:gd name="connsiteY2" fmla="*/ 44335 h 77675"/>
                <a:gd name="connsiteX3" fmla="*/ 36239 w 143011"/>
                <a:gd name="connsiteY3" fmla="*/ 30879 h 77675"/>
                <a:gd name="connsiteX4" fmla="*/ 5826 w 143011"/>
                <a:gd name="connsiteY4" fmla="*/ 966 h 77675"/>
                <a:gd name="connsiteX5" fmla="*/ 143011 w 143011"/>
                <a:gd name="connsiteY5" fmla="*/ 67085 h 77675"/>
                <a:gd name="connsiteX6" fmla="*/ 100913 w 143011"/>
                <a:gd name="connsiteY6" fmla="*/ 77675 h 77675"/>
                <a:gd name="connsiteX7" fmla="*/ 37733 w 143011"/>
                <a:gd name="connsiteY7" fmla="*/ 49582 h 77675"/>
                <a:gd name="connsiteX8" fmla="*/ 20271 w 143011"/>
                <a:gd name="connsiteY8" fmla="*/ 70703 h 77675"/>
                <a:gd name="connsiteX9" fmla="*/ 14693 w 143011"/>
                <a:gd name="connsiteY9" fmla="*/ 59113 h 77675"/>
                <a:gd name="connsiteX0" fmla="*/ 24831 w 153149"/>
                <a:gd name="connsiteY0" fmla="*/ 59113 h 77675"/>
                <a:gd name="connsiteX1" fmla="*/ 1828 w 153149"/>
                <a:gd name="connsiteY1" fmla="*/ 50495 h 77675"/>
                <a:gd name="connsiteX2" fmla="*/ 43101 w 153149"/>
                <a:gd name="connsiteY2" fmla="*/ 44335 h 77675"/>
                <a:gd name="connsiteX3" fmla="*/ 46377 w 153149"/>
                <a:gd name="connsiteY3" fmla="*/ 30879 h 77675"/>
                <a:gd name="connsiteX4" fmla="*/ 15964 w 153149"/>
                <a:gd name="connsiteY4" fmla="*/ 966 h 77675"/>
                <a:gd name="connsiteX5" fmla="*/ 153149 w 153149"/>
                <a:gd name="connsiteY5" fmla="*/ 67085 h 77675"/>
                <a:gd name="connsiteX6" fmla="*/ 111051 w 153149"/>
                <a:gd name="connsiteY6" fmla="*/ 77675 h 77675"/>
                <a:gd name="connsiteX7" fmla="*/ 47871 w 153149"/>
                <a:gd name="connsiteY7" fmla="*/ 49582 h 77675"/>
                <a:gd name="connsiteX8" fmla="*/ 30409 w 153149"/>
                <a:gd name="connsiteY8" fmla="*/ 70703 h 77675"/>
                <a:gd name="connsiteX9" fmla="*/ 24831 w 153149"/>
                <a:gd name="connsiteY9"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47871 w 153149"/>
                <a:gd name="connsiteY8" fmla="*/ 49582 h 77675"/>
                <a:gd name="connsiteX9" fmla="*/ 30409 w 153149"/>
                <a:gd name="connsiteY9" fmla="*/ 70703 h 77675"/>
                <a:gd name="connsiteX10" fmla="*/ 24831 w 153149"/>
                <a:gd name="connsiteY10"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78072 w 153149"/>
                <a:gd name="connsiteY8" fmla="*/ 61351 h 77675"/>
                <a:gd name="connsiteX9" fmla="*/ 30409 w 153149"/>
                <a:gd name="connsiteY9" fmla="*/ 70703 h 77675"/>
                <a:gd name="connsiteX10" fmla="*/ 24831 w 153149"/>
                <a:gd name="connsiteY10" fmla="*/ 59113 h 77675"/>
                <a:gd name="connsiteX0" fmla="*/ 24831 w 153149"/>
                <a:gd name="connsiteY0" fmla="*/ 59113 h 77675"/>
                <a:gd name="connsiteX1" fmla="*/ 1828 w 153149"/>
                <a:gd name="connsiteY1" fmla="*/ 50495 h 77675"/>
                <a:gd name="connsiteX2" fmla="*/ 30905 w 153149"/>
                <a:gd name="connsiteY2" fmla="*/ 49035 h 77675"/>
                <a:gd name="connsiteX3" fmla="*/ 43101 w 153149"/>
                <a:gd name="connsiteY3" fmla="*/ 44335 h 77675"/>
                <a:gd name="connsiteX4" fmla="*/ 46377 w 153149"/>
                <a:gd name="connsiteY4" fmla="*/ 30879 h 77675"/>
                <a:gd name="connsiteX5" fmla="*/ 15964 w 153149"/>
                <a:gd name="connsiteY5" fmla="*/ 966 h 77675"/>
                <a:gd name="connsiteX6" fmla="*/ 153149 w 153149"/>
                <a:gd name="connsiteY6" fmla="*/ 67085 h 77675"/>
                <a:gd name="connsiteX7" fmla="*/ 111051 w 153149"/>
                <a:gd name="connsiteY7" fmla="*/ 77675 h 77675"/>
                <a:gd name="connsiteX8" fmla="*/ 78072 w 153149"/>
                <a:gd name="connsiteY8" fmla="*/ 61351 h 77675"/>
                <a:gd name="connsiteX9" fmla="*/ 30409 w 153149"/>
                <a:gd name="connsiteY9" fmla="*/ 70703 h 77675"/>
                <a:gd name="connsiteX10" fmla="*/ 24831 w 153149"/>
                <a:gd name="connsiteY10" fmla="*/ 59113 h 7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3149" h="77675">
                  <a:moveTo>
                    <a:pt x="24831" y="59113"/>
                  </a:moveTo>
                  <a:cubicBezTo>
                    <a:pt x="11030" y="54565"/>
                    <a:pt x="-5584" y="51504"/>
                    <a:pt x="1828" y="50495"/>
                  </a:cubicBezTo>
                  <a:cubicBezTo>
                    <a:pt x="2102" y="48015"/>
                    <a:pt x="24026" y="50062"/>
                    <a:pt x="30905" y="49035"/>
                  </a:cubicBezTo>
                  <a:cubicBezTo>
                    <a:pt x="37784" y="48008"/>
                    <a:pt x="39784" y="46561"/>
                    <a:pt x="43101" y="44335"/>
                  </a:cubicBezTo>
                  <a:cubicBezTo>
                    <a:pt x="46985" y="41109"/>
                    <a:pt x="49779" y="38445"/>
                    <a:pt x="46377" y="30879"/>
                  </a:cubicBezTo>
                  <a:cubicBezTo>
                    <a:pt x="42975" y="23313"/>
                    <a:pt x="-3410" y="-5615"/>
                    <a:pt x="15964" y="966"/>
                  </a:cubicBezTo>
                  <a:cubicBezTo>
                    <a:pt x="35338" y="7547"/>
                    <a:pt x="141585" y="58942"/>
                    <a:pt x="153149" y="67085"/>
                  </a:cubicBezTo>
                  <a:cubicBezTo>
                    <a:pt x="149307" y="72503"/>
                    <a:pt x="123487" y="76608"/>
                    <a:pt x="111051" y="77675"/>
                  </a:cubicBezTo>
                  <a:cubicBezTo>
                    <a:pt x="95069" y="74901"/>
                    <a:pt x="91512" y="62513"/>
                    <a:pt x="78072" y="61351"/>
                  </a:cubicBezTo>
                  <a:cubicBezTo>
                    <a:pt x="64632" y="60189"/>
                    <a:pt x="42410" y="71361"/>
                    <a:pt x="30409" y="70703"/>
                  </a:cubicBezTo>
                  <a:cubicBezTo>
                    <a:pt x="18408" y="70045"/>
                    <a:pt x="25993" y="60907"/>
                    <a:pt x="24831" y="59113"/>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Freeform: Shape 1398">
              <a:extLst>
                <a:ext uri="{FF2B5EF4-FFF2-40B4-BE49-F238E27FC236}">
                  <a16:creationId xmlns:a16="http://schemas.microsoft.com/office/drawing/2014/main" id="{CFB5F37E-1A95-F4A4-C5E3-63976A887F37}"/>
                </a:ext>
              </a:extLst>
            </p:cNvPr>
            <p:cNvSpPr/>
            <p:nvPr/>
          </p:nvSpPr>
          <p:spPr>
            <a:xfrm rot="207560">
              <a:off x="5894528" y="1941255"/>
              <a:ext cx="119521" cy="139353"/>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8747" h="122569">
                  <a:moveTo>
                    <a:pt x="12462" y="116689"/>
                  </a:moveTo>
                  <a:cubicBezTo>
                    <a:pt x="1746" y="103830"/>
                    <a:pt x="-1428" y="44061"/>
                    <a:pt x="556" y="28583"/>
                  </a:cubicBezTo>
                  <a:cubicBezTo>
                    <a:pt x="2540" y="13105"/>
                    <a:pt x="11271" y="25804"/>
                    <a:pt x="24368" y="23820"/>
                  </a:cubicBezTo>
                  <a:cubicBezTo>
                    <a:pt x="37465" y="21836"/>
                    <a:pt x="62468" y="20646"/>
                    <a:pt x="79137" y="16677"/>
                  </a:cubicBezTo>
                  <a:cubicBezTo>
                    <a:pt x="95806" y="12708"/>
                    <a:pt x="114459" y="-389"/>
                    <a:pt x="124381" y="8"/>
                  </a:cubicBezTo>
                  <a:cubicBezTo>
                    <a:pt x="134303" y="405"/>
                    <a:pt x="139462" y="13105"/>
                    <a:pt x="138668" y="19058"/>
                  </a:cubicBezTo>
                  <a:cubicBezTo>
                    <a:pt x="137874" y="25011"/>
                    <a:pt x="131127" y="32155"/>
                    <a:pt x="119618" y="35727"/>
                  </a:cubicBezTo>
                  <a:cubicBezTo>
                    <a:pt x="108109" y="39299"/>
                    <a:pt x="81518" y="36520"/>
                    <a:pt x="69612" y="40489"/>
                  </a:cubicBezTo>
                  <a:cubicBezTo>
                    <a:pt x="57706" y="44458"/>
                    <a:pt x="48975" y="45648"/>
                    <a:pt x="48181" y="59539"/>
                  </a:cubicBezTo>
                  <a:cubicBezTo>
                    <a:pt x="47387" y="73430"/>
                    <a:pt x="65644" y="92242"/>
                    <a:pt x="64850" y="105736"/>
                  </a:cubicBezTo>
                  <a:cubicBezTo>
                    <a:pt x="64056" y="119230"/>
                    <a:pt x="23178" y="129548"/>
                    <a:pt x="12462" y="11668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Freeform: Shape 1399">
              <a:extLst>
                <a:ext uri="{FF2B5EF4-FFF2-40B4-BE49-F238E27FC236}">
                  <a16:creationId xmlns:a16="http://schemas.microsoft.com/office/drawing/2014/main" id="{91D365BF-65E4-404F-9A22-C462F5F847EE}"/>
                </a:ext>
              </a:extLst>
            </p:cNvPr>
            <p:cNvSpPr/>
            <p:nvPr/>
          </p:nvSpPr>
          <p:spPr>
            <a:xfrm rot="16839570">
              <a:off x="5795292" y="1956910"/>
              <a:ext cx="80340" cy="84297"/>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0541 w 67929"/>
                <a:gd name="connsiteY0" fmla="*/ 71718 h 75435"/>
                <a:gd name="connsiteX1" fmla="*/ 2947 w 67929"/>
                <a:gd name="connsiteY1" fmla="*/ 37948 h 75435"/>
                <a:gd name="connsiteX2" fmla="*/ 5586 w 67929"/>
                <a:gd name="connsiteY2" fmla="*/ 3900 h 75435"/>
                <a:gd name="connsiteX3" fmla="*/ 64205 w 67929"/>
                <a:gd name="connsiteY3" fmla="*/ 1337 h 75435"/>
                <a:gd name="connsiteX4" fmla="*/ 60796 w 67929"/>
                <a:gd name="connsiteY4" fmla="*/ 9192 h 75435"/>
                <a:gd name="connsiteX5" fmla="*/ 51425 w 67929"/>
                <a:gd name="connsiteY5" fmla="*/ 34545 h 75435"/>
                <a:gd name="connsiteX6" fmla="*/ 64506 w 67929"/>
                <a:gd name="connsiteY6" fmla="*/ 70394 h 75435"/>
                <a:gd name="connsiteX7" fmla="*/ 10541 w 67929"/>
                <a:gd name="connsiteY7" fmla="*/ 71718 h 75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929" h="75435">
                  <a:moveTo>
                    <a:pt x="10541" y="71718"/>
                  </a:moveTo>
                  <a:cubicBezTo>
                    <a:pt x="281" y="66310"/>
                    <a:pt x="3773" y="49251"/>
                    <a:pt x="2947" y="37948"/>
                  </a:cubicBezTo>
                  <a:cubicBezTo>
                    <a:pt x="2121" y="26645"/>
                    <a:pt x="-4624" y="10002"/>
                    <a:pt x="5586" y="3900"/>
                  </a:cubicBezTo>
                  <a:cubicBezTo>
                    <a:pt x="15796" y="-2202"/>
                    <a:pt x="55003" y="455"/>
                    <a:pt x="64205" y="1337"/>
                  </a:cubicBezTo>
                  <a:cubicBezTo>
                    <a:pt x="73407" y="2219"/>
                    <a:pt x="62926" y="3657"/>
                    <a:pt x="60796" y="9192"/>
                  </a:cubicBezTo>
                  <a:cubicBezTo>
                    <a:pt x="58666" y="14727"/>
                    <a:pt x="52219" y="20654"/>
                    <a:pt x="51425" y="34545"/>
                  </a:cubicBezTo>
                  <a:cubicBezTo>
                    <a:pt x="50631" y="48436"/>
                    <a:pt x="71320" y="64199"/>
                    <a:pt x="64506" y="70394"/>
                  </a:cubicBezTo>
                  <a:cubicBezTo>
                    <a:pt x="57692" y="76589"/>
                    <a:pt x="20801" y="77126"/>
                    <a:pt x="10541" y="71718"/>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2" name="Freeform: Shape 1401">
              <a:extLst>
                <a:ext uri="{FF2B5EF4-FFF2-40B4-BE49-F238E27FC236}">
                  <a16:creationId xmlns:a16="http://schemas.microsoft.com/office/drawing/2014/main" id="{F83D99FC-5D11-CA14-521E-5316ABB7204F}"/>
                </a:ext>
              </a:extLst>
            </p:cNvPr>
            <p:cNvSpPr/>
            <p:nvPr/>
          </p:nvSpPr>
          <p:spPr>
            <a:xfrm rot="16839570">
              <a:off x="5608319" y="1920874"/>
              <a:ext cx="39969" cy="68721"/>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317 w 110848"/>
                <a:gd name="connsiteY0" fmla="*/ 45800 h 70699"/>
                <a:gd name="connsiteX1" fmla="*/ 43296 w 110848"/>
                <a:gd name="connsiteY1" fmla="*/ 37948 h 70699"/>
                <a:gd name="connsiteX2" fmla="*/ 45935 w 110848"/>
                <a:gd name="connsiteY2" fmla="*/ 3900 h 70699"/>
                <a:gd name="connsiteX3" fmla="*/ 104554 w 110848"/>
                <a:gd name="connsiteY3" fmla="*/ 1337 h 70699"/>
                <a:gd name="connsiteX4" fmla="*/ 101145 w 110848"/>
                <a:gd name="connsiteY4" fmla="*/ 9192 h 70699"/>
                <a:gd name="connsiteX5" fmla="*/ 99569 w 110848"/>
                <a:gd name="connsiteY5" fmla="*/ 26798 h 70699"/>
                <a:gd name="connsiteX6" fmla="*/ 104855 w 110848"/>
                <a:gd name="connsiteY6" fmla="*/ 70394 h 70699"/>
                <a:gd name="connsiteX7" fmla="*/ 1317 w 110848"/>
                <a:gd name="connsiteY7" fmla="*/ 45800 h 70699"/>
                <a:gd name="connsiteX0" fmla="*/ 453 w 107185"/>
                <a:gd name="connsiteY0" fmla="*/ 45800 h 55583"/>
                <a:gd name="connsiteX1" fmla="*/ 42432 w 107185"/>
                <a:gd name="connsiteY1" fmla="*/ 37948 h 55583"/>
                <a:gd name="connsiteX2" fmla="*/ 45071 w 107185"/>
                <a:gd name="connsiteY2" fmla="*/ 3900 h 55583"/>
                <a:gd name="connsiteX3" fmla="*/ 103690 w 107185"/>
                <a:gd name="connsiteY3" fmla="*/ 1337 h 55583"/>
                <a:gd name="connsiteX4" fmla="*/ 100281 w 107185"/>
                <a:gd name="connsiteY4" fmla="*/ 9192 h 55583"/>
                <a:gd name="connsiteX5" fmla="*/ 98705 w 107185"/>
                <a:gd name="connsiteY5" fmla="*/ 26798 h 55583"/>
                <a:gd name="connsiteX6" fmla="*/ 76078 w 107185"/>
                <a:gd name="connsiteY6" fmla="*/ 54944 h 55583"/>
                <a:gd name="connsiteX7" fmla="*/ 453 w 107185"/>
                <a:gd name="connsiteY7" fmla="*/ 45800 h 55583"/>
                <a:gd name="connsiteX0" fmla="*/ 453 w 107185"/>
                <a:gd name="connsiteY0" fmla="*/ 44688 h 54471"/>
                <a:gd name="connsiteX1" fmla="*/ 42432 w 107185"/>
                <a:gd name="connsiteY1" fmla="*/ 36836 h 54471"/>
                <a:gd name="connsiteX2" fmla="*/ 60739 w 107185"/>
                <a:gd name="connsiteY2" fmla="*/ 9549 h 54471"/>
                <a:gd name="connsiteX3" fmla="*/ 45071 w 107185"/>
                <a:gd name="connsiteY3" fmla="*/ 2788 h 54471"/>
                <a:gd name="connsiteX4" fmla="*/ 103690 w 107185"/>
                <a:gd name="connsiteY4" fmla="*/ 225 h 54471"/>
                <a:gd name="connsiteX5" fmla="*/ 100281 w 107185"/>
                <a:gd name="connsiteY5" fmla="*/ 8080 h 54471"/>
                <a:gd name="connsiteX6" fmla="*/ 98705 w 107185"/>
                <a:gd name="connsiteY6" fmla="*/ 25686 h 54471"/>
                <a:gd name="connsiteX7" fmla="*/ 76078 w 107185"/>
                <a:gd name="connsiteY7" fmla="*/ 53832 h 54471"/>
                <a:gd name="connsiteX8" fmla="*/ 453 w 107185"/>
                <a:gd name="connsiteY8" fmla="*/ 44688 h 54471"/>
                <a:gd name="connsiteX0" fmla="*/ 3212 w 109944"/>
                <a:gd name="connsiteY0" fmla="*/ 44688 h 67910"/>
                <a:gd name="connsiteX1" fmla="*/ 45191 w 109944"/>
                <a:gd name="connsiteY1" fmla="*/ 36836 h 67910"/>
                <a:gd name="connsiteX2" fmla="*/ 63498 w 109944"/>
                <a:gd name="connsiteY2" fmla="*/ 9549 h 67910"/>
                <a:gd name="connsiteX3" fmla="*/ 47830 w 109944"/>
                <a:gd name="connsiteY3" fmla="*/ 2788 h 67910"/>
                <a:gd name="connsiteX4" fmla="*/ 106449 w 109944"/>
                <a:gd name="connsiteY4" fmla="*/ 225 h 67910"/>
                <a:gd name="connsiteX5" fmla="*/ 103040 w 109944"/>
                <a:gd name="connsiteY5" fmla="*/ 8080 h 67910"/>
                <a:gd name="connsiteX6" fmla="*/ 101464 w 109944"/>
                <a:gd name="connsiteY6" fmla="*/ 25686 h 67910"/>
                <a:gd name="connsiteX7" fmla="*/ 78837 w 109944"/>
                <a:gd name="connsiteY7" fmla="*/ 53832 h 67910"/>
                <a:gd name="connsiteX8" fmla="*/ 11392 w 109944"/>
                <a:gd name="connsiteY8" fmla="*/ 67730 h 67910"/>
                <a:gd name="connsiteX9" fmla="*/ 3212 w 109944"/>
                <a:gd name="connsiteY9" fmla="*/ 44688 h 67910"/>
                <a:gd name="connsiteX0" fmla="*/ 3212 w 109944"/>
                <a:gd name="connsiteY0" fmla="*/ 44688 h 67893"/>
                <a:gd name="connsiteX1" fmla="*/ 45191 w 109944"/>
                <a:gd name="connsiteY1" fmla="*/ 36836 h 67893"/>
                <a:gd name="connsiteX2" fmla="*/ 63498 w 109944"/>
                <a:gd name="connsiteY2" fmla="*/ 9549 h 67893"/>
                <a:gd name="connsiteX3" fmla="*/ 47830 w 109944"/>
                <a:gd name="connsiteY3" fmla="*/ 2788 h 67893"/>
                <a:gd name="connsiteX4" fmla="*/ 106449 w 109944"/>
                <a:gd name="connsiteY4" fmla="*/ 225 h 67893"/>
                <a:gd name="connsiteX5" fmla="*/ 103040 w 109944"/>
                <a:gd name="connsiteY5" fmla="*/ 8080 h 67893"/>
                <a:gd name="connsiteX6" fmla="*/ 101464 w 109944"/>
                <a:gd name="connsiteY6" fmla="*/ 25686 h 67893"/>
                <a:gd name="connsiteX7" fmla="*/ 89544 w 109944"/>
                <a:gd name="connsiteY7" fmla="*/ 52789 h 67893"/>
                <a:gd name="connsiteX8" fmla="*/ 11392 w 109944"/>
                <a:gd name="connsiteY8" fmla="*/ 67730 h 67893"/>
                <a:gd name="connsiteX9" fmla="*/ 3212 w 109944"/>
                <a:gd name="connsiteY9" fmla="*/ 44688 h 67893"/>
                <a:gd name="connsiteX0" fmla="*/ 6436 w 106030"/>
                <a:gd name="connsiteY0" fmla="*/ 43993 h 67893"/>
                <a:gd name="connsiteX1" fmla="*/ 41277 w 106030"/>
                <a:gd name="connsiteY1" fmla="*/ 36836 h 67893"/>
                <a:gd name="connsiteX2" fmla="*/ 59584 w 106030"/>
                <a:gd name="connsiteY2" fmla="*/ 9549 h 67893"/>
                <a:gd name="connsiteX3" fmla="*/ 43916 w 106030"/>
                <a:gd name="connsiteY3" fmla="*/ 2788 h 67893"/>
                <a:gd name="connsiteX4" fmla="*/ 102535 w 106030"/>
                <a:gd name="connsiteY4" fmla="*/ 225 h 67893"/>
                <a:gd name="connsiteX5" fmla="*/ 99126 w 106030"/>
                <a:gd name="connsiteY5" fmla="*/ 8080 h 67893"/>
                <a:gd name="connsiteX6" fmla="*/ 97550 w 106030"/>
                <a:gd name="connsiteY6" fmla="*/ 25686 h 67893"/>
                <a:gd name="connsiteX7" fmla="*/ 85630 w 106030"/>
                <a:gd name="connsiteY7" fmla="*/ 52789 h 67893"/>
                <a:gd name="connsiteX8" fmla="*/ 7478 w 106030"/>
                <a:gd name="connsiteY8" fmla="*/ 67730 h 67893"/>
                <a:gd name="connsiteX9" fmla="*/ 6436 w 106030"/>
                <a:gd name="connsiteY9" fmla="*/ 43993 h 67893"/>
                <a:gd name="connsiteX0" fmla="*/ 6436 w 106030"/>
                <a:gd name="connsiteY0" fmla="*/ 43993 h 81144"/>
                <a:gd name="connsiteX1" fmla="*/ 41277 w 106030"/>
                <a:gd name="connsiteY1" fmla="*/ 36836 h 81144"/>
                <a:gd name="connsiteX2" fmla="*/ 59584 w 106030"/>
                <a:gd name="connsiteY2" fmla="*/ 9549 h 81144"/>
                <a:gd name="connsiteX3" fmla="*/ 43916 w 106030"/>
                <a:gd name="connsiteY3" fmla="*/ 2788 h 81144"/>
                <a:gd name="connsiteX4" fmla="*/ 102535 w 106030"/>
                <a:gd name="connsiteY4" fmla="*/ 225 h 81144"/>
                <a:gd name="connsiteX5" fmla="*/ 99126 w 106030"/>
                <a:gd name="connsiteY5" fmla="*/ 8080 h 81144"/>
                <a:gd name="connsiteX6" fmla="*/ 97550 w 106030"/>
                <a:gd name="connsiteY6" fmla="*/ 25686 h 81144"/>
                <a:gd name="connsiteX7" fmla="*/ 55556 w 106030"/>
                <a:gd name="connsiteY7" fmla="*/ 79476 h 81144"/>
                <a:gd name="connsiteX8" fmla="*/ 7478 w 106030"/>
                <a:gd name="connsiteY8" fmla="*/ 67730 h 81144"/>
                <a:gd name="connsiteX9" fmla="*/ 6436 w 106030"/>
                <a:gd name="connsiteY9" fmla="*/ 43993 h 81144"/>
                <a:gd name="connsiteX0" fmla="*/ 6436 w 105225"/>
                <a:gd name="connsiteY0" fmla="*/ 44769 h 81920"/>
                <a:gd name="connsiteX1" fmla="*/ 41277 w 105225"/>
                <a:gd name="connsiteY1" fmla="*/ 37612 h 81920"/>
                <a:gd name="connsiteX2" fmla="*/ 59584 w 105225"/>
                <a:gd name="connsiteY2" fmla="*/ 10325 h 81920"/>
                <a:gd name="connsiteX3" fmla="*/ 43916 w 105225"/>
                <a:gd name="connsiteY3" fmla="*/ 3564 h 81920"/>
                <a:gd name="connsiteX4" fmla="*/ 102535 w 105225"/>
                <a:gd name="connsiteY4" fmla="*/ 1001 h 81920"/>
                <a:gd name="connsiteX5" fmla="*/ 95576 w 105225"/>
                <a:gd name="connsiteY5" fmla="*/ 20382 h 81920"/>
                <a:gd name="connsiteX6" fmla="*/ 97550 w 105225"/>
                <a:gd name="connsiteY6" fmla="*/ 26462 h 81920"/>
                <a:gd name="connsiteX7" fmla="*/ 55556 w 105225"/>
                <a:gd name="connsiteY7" fmla="*/ 80252 h 81920"/>
                <a:gd name="connsiteX8" fmla="*/ 7478 w 105225"/>
                <a:gd name="connsiteY8" fmla="*/ 68506 h 81920"/>
                <a:gd name="connsiteX9" fmla="*/ 6436 w 105225"/>
                <a:gd name="connsiteY9" fmla="*/ 44769 h 81920"/>
                <a:gd name="connsiteX0" fmla="*/ 6436 w 100362"/>
                <a:gd name="connsiteY0" fmla="*/ 41691 h 78842"/>
                <a:gd name="connsiteX1" fmla="*/ 41277 w 100362"/>
                <a:gd name="connsiteY1" fmla="*/ 34534 h 78842"/>
                <a:gd name="connsiteX2" fmla="*/ 59584 w 100362"/>
                <a:gd name="connsiteY2" fmla="*/ 7247 h 78842"/>
                <a:gd name="connsiteX3" fmla="*/ 43916 w 100362"/>
                <a:gd name="connsiteY3" fmla="*/ 486 h 78842"/>
                <a:gd name="connsiteX4" fmla="*/ 95576 w 100362"/>
                <a:gd name="connsiteY4" fmla="*/ 17304 h 78842"/>
                <a:gd name="connsiteX5" fmla="*/ 97550 w 100362"/>
                <a:gd name="connsiteY5" fmla="*/ 23384 h 78842"/>
                <a:gd name="connsiteX6" fmla="*/ 55556 w 100362"/>
                <a:gd name="connsiteY6" fmla="*/ 77174 h 78842"/>
                <a:gd name="connsiteX7" fmla="*/ 7478 w 100362"/>
                <a:gd name="connsiteY7" fmla="*/ 65428 h 78842"/>
                <a:gd name="connsiteX8" fmla="*/ 6436 w 100362"/>
                <a:gd name="connsiteY8" fmla="*/ 41691 h 78842"/>
                <a:gd name="connsiteX0" fmla="*/ 6436 w 99264"/>
                <a:gd name="connsiteY0" fmla="*/ 34948 h 72099"/>
                <a:gd name="connsiteX1" fmla="*/ 41277 w 99264"/>
                <a:gd name="connsiteY1" fmla="*/ 27791 h 72099"/>
                <a:gd name="connsiteX2" fmla="*/ 59584 w 99264"/>
                <a:gd name="connsiteY2" fmla="*/ 504 h 72099"/>
                <a:gd name="connsiteX3" fmla="*/ 95576 w 99264"/>
                <a:gd name="connsiteY3" fmla="*/ 10561 h 72099"/>
                <a:gd name="connsiteX4" fmla="*/ 97550 w 99264"/>
                <a:gd name="connsiteY4" fmla="*/ 16641 h 72099"/>
                <a:gd name="connsiteX5" fmla="*/ 55556 w 99264"/>
                <a:gd name="connsiteY5" fmla="*/ 70431 h 72099"/>
                <a:gd name="connsiteX6" fmla="*/ 7478 w 99264"/>
                <a:gd name="connsiteY6" fmla="*/ 58685 h 72099"/>
                <a:gd name="connsiteX7" fmla="*/ 6436 w 99264"/>
                <a:gd name="connsiteY7" fmla="*/ 34948 h 72099"/>
                <a:gd name="connsiteX0" fmla="*/ 6436 w 99343"/>
                <a:gd name="connsiteY0" fmla="*/ 52726 h 89877"/>
                <a:gd name="connsiteX1" fmla="*/ 41277 w 99343"/>
                <a:gd name="connsiteY1" fmla="*/ 45569 h 89877"/>
                <a:gd name="connsiteX2" fmla="*/ 58437 w 99343"/>
                <a:gd name="connsiteY2" fmla="*/ 226 h 89877"/>
                <a:gd name="connsiteX3" fmla="*/ 95576 w 99343"/>
                <a:gd name="connsiteY3" fmla="*/ 28339 h 89877"/>
                <a:gd name="connsiteX4" fmla="*/ 97550 w 99343"/>
                <a:gd name="connsiteY4" fmla="*/ 34419 h 89877"/>
                <a:gd name="connsiteX5" fmla="*/ 55556 w 99343"/>
                <a:gd name="connsiteY5" fmla="*/ 88209 h 89877"/>
                <a:gd name="connsiteX6" fmla="*/ 7478 w 99343"/>
                <a:gd name="connsiteY6" fmla="*/ 76463 h 89877"/>
                <a:gd name="connsiteX7" fmla="*/ 6436 w 99343"/>
                <a:gd name="connsiteY7" fmla="*/ 52726 h 89877"/>
                <a:gd name="connsiteX0" fmla="*/ 6436 w 99343"/>
                <a:gd name="connsiteY0" fmla="*/ 52726 h 90186"/>
                <a:gd name="connsiteX1" fmla="*/ 41277 w 99343"/>
                <a:gd name="connsiteY1" fmla="*/ 45569 h 90186"/>
                <a:gd name="connsiteX2" fmla="*/ 58437 w 99343"/>
                <a:gd name="connsiteY2" fmla="*/ 226 h 90186"/>
                <a:gd name="connsiteX3" fmla="*/ 95576 w 99343"/>
                <a:gd name="connsiteY3" fmla="*/ 28339 h 90186"/>
                <a:gd name="connsiteX4" fmla="*/ 97550 w 99343"/>
                <a:gd name="connsiteY4" fmla="*/ 34419 h 90186"/>
                <a:gd name="connsiteX5" fmla="*/ 66489 w 99343"/>
                <a:gd name="connsiteY5" fmla="*/ 88542 h 90186"/>
                <a:gd name="connsiteX6" fmla="*/ 7478 w 99343"/>
                <a:gd name="connsiteY6" fmla="*/ 76463 h 90186"/>
                <a:gd name="connsiteX7" fmla="*/ 6436 w 99343"/>
                <a:gd name="connsiteY7" fmla="*/ 52726 h 90186"/>
                <a:gd name="connsiteX0" fmla="*/ 408 w 92273"/>
                <a:gd name="connsiteY0" fmla="*/ 76463 h 90671"/>
                <a:gd name="connsiteX1" fmla="*/ 34207 w 92273"/>
                <a:gd name="connsiteY1" fmla="*/ 45569 h 90671"/>
                <a:gd name="connsiteX2" fmla="*/ 51367 w 92273"/>
                <a:gd name="connsiteY2" fmla="*/ 226 h 90671"/>
                <a:gd name="connsiteX3" fmla="*/ 88506 w 92273"/>
                <a:gd name="connsiteY3" fmla="*/ 28339 h 90671"/>
                <a:gd name="connsiteX4" fmla="*/ 90480 w 92273"/>
                <a:gd name="connsiteY4" fmla="*/ 34419 h 90671"/>
                <a:gd name="connsiteX5" fmla="*/ 59419 w 92273"/>
                <a:gd name="connsiteY5" fmla="*/ 88542 h 90671"/>
                <a:gd name="connsiteX6" fmla="*/ 408 w 92273"/>
                <a:gd name="connsiteY6" fmla="*/ 76463 h 90671"/>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875" h="90936">
                  <a:moveTo>
                    <a:pt x="737" y="77824"/>
                  </a:moveTo>
                  <a:cubicBezTo>
                    <a:pt x="-3465" y="70662"/>
                    <a:pt x="11316" y="58275"/>
                    <a:pt x="19809" y="45569"/>
                  </a:cubicBezTo>
                  <a:cubicBezTo>
                    <a:pt x="28302" y="32863"/>
                    <a:pt x="27919" y="3098"/>
                    <a:pt x="36969" y="226"/>
                  </a:cubicBezTo>
                  <a:cubicBezTo>
                    <a:pt x="46019" y="-2646"/>
                    <a:pt x="67589" y="22640"/>
                    <a:pt x="74108" y="28339"/>
                  </a:cubicBezTo>
                  <a:cubicBezTo>
                    <a:pt x="80627" y="34038"/>
                    <a:pt x="76876" y="20528"/>
                    <a:pt x="76082" y="34419"/>
                  </a:cubicBezTo>
                  <a:cubicBezTo>
                    <a:pt x="75288" y="48310"/>
                    <a:pt x="57578" y="81308"/>
                    <a:pt x="45021" y="88542"/>
                  </a:cubicBezTo>
                  <a:cubicBezTo>
                    <a:pt x="32464" y="95776"/>
                    <a:pt x="4939" y="84986"/>
                    <a:pt x="737" y="77824"/>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Freeform: Shape 1402">
              <a:extLst>
                <a:ext uri="{FF2B5EF4-FFF2-40B4-BE49-F238E27FC236}">
                  <a16:creationId xmlns:a16="http://schemas.microsoft.com/office/drawing/2014/main" id="{4FF33DD8-7F66-ABBF-E1C8-BFBF24830D8F}"/>
                </a:ext>
              </a:extLst>
            </p:cNvPr>
            <p:cNvSpPr/>
            <p:nvPr/>
          </p:nvSpPr>
          <p:spPr>
            <a:xfrm rot="2547420" flipH="1" flipV="1">
              <a:off x="5699150" y="1988474"/>
              <a:ext cx="77256" cy="50228"/>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508 w 53210"/>
                <a:gd name="connsiteY0" fmla="*/ 27733 h 27923"/>
                <a:gd name="connsiteX1" fmla="*/ 18383 w 53210"/>
                <a:gd name="connsiteY1" fmla="*/ 194 h 27923"/>
                <a:gd name="connsiteX2" fmla="*/ 40408 w 53210"/>
                <a:gd name="connsiteY2" fmla="*/ 6470 h 27923"/>
                <a:gd name="connsiteX3" fmla="*/ 53139 w 53210"/>
                <a:gd name="connsiteY3" fmla="*/ 21380 h 27923"/>
                <a:gd name="connsiteX4" fmla="*/ 34923 w 53210"/>
                <a:gd name="connsiteY4" fmla="*/ 22754 h 27923"/>
                <a:gd name="connsiteX5" fmla="*/ 11885 w 53210"/>
                <a:gd name="connsiteY5" fmla="*/ 23841 h 27923"/>
                <a:gd name="connsiteX6" fmla="*/ 6399 w 53210"/>
                <a:gd name="connsiteY6" fmla="*/ 14069 h 27923"/>
                <a:gd name="connsiteX7" fmla="*/ 508 w 53210"/>
                <a:gd name="connsiteY7" fmla="*/ 27733 h 27923"/>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2147 w 53472"/>
                <a:gd name="connsiteY5" fmla="*/ 18841 h 22767"/>
                <a:gd name="connsiteX6" fmla="*/ 6661 w 53472"/>
                <a:gd name="connsiteY6" fmla="*/ 9069 h 22767"/>
                <a:gd name="connsiteX7" fmla="*/ 770 w 53472"/>
                <a:gd name="connsiteY7" fmla="*/ 22733 h 22767"/>
                <a:gd name="connsiteX0" fmla="*/ 770 w 53472"/>
                <a:gd name="connsiteY0" fmla="*/ 22733 h 22767"/>
                <a:gd name="connsiteX1" fmla="*/ 22871 w 53472"/>
                <a:gd name="connsiteY1" fmla="*/ 3461 h 22767"/>
                <a:gd name="connsiteX2" fmla="*/ 40670 w 53472"/>
                <a:gd name="connsiteY2" fmla="*/ 1470 h 22767"/>
                <a:gd name="connsiteX3" fmla="*/ 53401 w 53472"/>
                <a:gd name="connsiteY3" fmla="*/ 16380 h 22767"/>
                <a:gd name="connsiteX4" fmla="*/ 35185 w 53472"/>
                <a:gd name="connsiteY4" fmla="*/ 17754 h 22767"/>
                <a:gd name="connsiteX5" fmla="*/ 15408 w 53472"/>
                <a:gd name="connsiteY5" fmla="*/ 14657 h 22767"/>
                <a:gd name="connsiteX6" fmla="*/ 6661 w 53472"/>
                <a:gd name="connsiteY6" fmla="*/ 9069 h 22767"/>
                <a:gd name="connsiteX7" fmla="*/ 770 w 53472"/>
                <a:gd name="connsiteY7" fmla="*/ 22733 h 22767"/>
                <a:gd name="connsiteX0" fmla="*/ 770 w 53492"/>
                <a:gd name="connsiteY0" fmla="*/ 22733 h 22767"/>
                <a:gd name="connsiteX1" fmla="*/ 22871 w 53492"/>
                <a:gd name="connsiteY1" fmla="*/ 3461 h 22767"/>
                <a:gd name="connsiteX2" fmla="*/ 40670 w 53492"/>
                <a:gd name="connsiteY2" fmla="*/ 1470 h 22767"/>
                <a:gd name="connsiteX3" fmla="*/ 53401 w 53492"/>
                <a:gd name="connsiteY3" fmla="*/ 16380 h 22767"/>
                <a:gd name="connsiteX4" fmla="*/ 34377 w 53492"/>
                <a:gd name="connsiteY4" fmla="*/ 11946 h 22767"/>
                <a:gd name="connsiteX5" fmla="*/ 15408 w 53492"/>
                <a:gd name="connsiteY5" fmla="*/ 14657 h 22767"/>
                <a:gd name="connsiteX6" fmla="*/ 6661 w 53492"/>
                <a:gd name="connsiteY6" fmla="*/ 9069 h 22767"/>
                <a:gd name="connsiteX7" fmla="*/ 770 w 53492"/>
                <a:gd name="connsiteY7" fmla="*/ 22733 h 22767"/>
                <a:gd name="connsiteX0" fmla="*/ 770 w 53469"/>
                <a:gd name="connsiteY0" fmla="*/ 22733 h 22767"/>
                <a:gd name="connsiteX1" fmla="*/ 22871 w 53469"/>
                <a:gd name="connsiteY1" fmla="*/ 3461 h 22767"/>
                <a:gd name="connsiteX2" fmla="*/ 40670 w 53469"/>
                <a:gd name="connsiteY2" fmla="*/ 1470 h 22767"/>
                <a:gd name="connsiteX3" fmla="*/ 53401 w 53469"/>
                <a:gd name="connsiteY3" fmla="*/ 16380 h 22767"/>
                <a:gd name="connsiteX4" fmla="*/ 35309 w 53469"/>
                <a:gd name="connsiteY4" fmla="*/ 15883 h 22767"/>
                <a:gd name="connsiteX5" fmla="*/ 15408 w 53469"/>
                <a:gd name="connsiteY5" fmla="*/ 14657 h 22767"/>
                <a:gd name="connsiteX6" fmla="*/ 6661 w 53469"/>
                <a:gd name="connsiteY6" fmla="*/ 9069 h 22767"/>
                <a:gd name="connsiteX7" fmla="*/ 770 w 53469"/>
                <a:gd name="connsiteY7" fmla="*/ 22733 h 22767"/>
                <a:gd name="connsiteX0" fmla="*/ 186 w 46994"/>
                <a:gd name="connsiteY0" fmla="*/ 9366 h 17620"/>
                <a:gd name="connsiteX1" fmla="*/ 16396 w 46994"/>
                <a:gd name="connsiteY1" fmla="*/ 3758 h 17620"/>
                <a:gd name="connsiteX2" fmla="*/ 34195 w 46994"/>
                <a:gd name="connsiteY2" fmla="*/ 1767 h 17620"/>
                <a:gd name="connsiteX3" fmla="*/ 46926 w 46994"/>
                <a:gd name="connsiteY3" fmla="*/ 16677 h 17620"/>
                <a:gd name="connsiteX4" fmla="*/ 28834 w 46994"/>
                <a:gd name="connsiteY4" fmla="*/ 16180 h 17620"/>
                <a:gd name="connsiteX5" fmla="*/ 8933 w 46994"/>
                <a:gd name="connsiteY5" fmla="*/ 14954 h 17620"/>
                <a:gd name="connsiteX6" fmla="*/ 186 w 46994"/>
                <a:gd name="connsiteY6" fmla="*/ 9366 h 17620"/>
                <a:gd name="connsiteX0" fmla="*/ 186 w 50453"/>
                <a:gd name="connsiteY0" fmla="*/ 9571 h 16417"/>
                <a:gd name="connsiteX1" fmla="*/ 16396 w 50453"/>
                <a:gd name="connsiteY1" fmla="*/ 3963 h 16417"/>
                <a:gd name="connsiteX2" fmla="*/ 34195 w 50453"/>
                <a:gd name="connsiteY2" fmla="*/ 1972 h 16417"/>
                <a:gd name="connsiteX3" fmla="*/ 50404 w 50453"/>
                <a:gd name="connsiteY3" fmla="*/ 442 h 16417"/>
                <a:gd name="connsiteX4" fmla="*/ 28834 w 50453"/>
                <a:gd name="connsiteY4" fmla="*/ 16385 h 16417"/>
                <a:gd name="connsiteX5" fmla="*/ 8933 w 50453"/>
                <a:gd name="connsiteY5" fmla="*/ 15159 h 16417"/>
                <a:gd name="connsiteX6" fmla="*/ 186 w 50453"/>
                <a:gd name="connsiteY6" fmla="*/ 9571 h 16417"/>
                <a:gd name="connsiteX0" fmla="*/ 186 w 50935"/>
                <a:gd name="connsiteY0" fmla="*/ 18449 h 25295"/>
                <a:gd name="connsiteX1" fmla="*/ 16396 w 50935"/>
                <a:gd name="connsiteY1" fmla="*/ 12841 h 25295"/>
                <a:gd name="connsiteX2" fmla="*/ 42022 w 50935"/>
                <a:gd name="connsiteY2" fmla="*/ 808 h 25295"/>
                <a:gd name="connsiteX3" fmla="*/ 50404 w 50935"/>
                <a:gd name="connsiteY3" fmla="*/ 9320 h 25295"/>
                <a:gd name="connsiteX4" fmla="*/ 28834 w 50935"/>
                <a:gd name="connsiteY4" fmla="*/ 25263 h 25295"/>
                <a:gd name="connsiteX5" fmla="*/ 8933 w 50935"/>
                <a:gd name="connsiteY5" fmla="*/ 24037 h 25295"/>
                <a:gd name="connsiteX6" fmla="*/ 186 w 50935"/>
                <a:gd name="connsiteY6" fmla="*/ 18449 h 25295"/>
                <a:gd name="connsiteX0" fmla="*/ 186 w 51082"/>
                <a:gd name="connsiteY0" fmla="*/ 18449 h 26740"/>
                <a:gd name="connsiteX1" fmla="*/ 16396 w 51082"/>
                <a:gd name="connsiteY1" fmla="*/ 12841 h 26740"/>
                <a:gd name="connsiteX2" fmla="*/ 42022 w 51082"/>
                <a:gd name="connsiteY2" fmla="*/ 808 h 26740"/>
                <a:gd name="connsiteX3" fmla="*/ 50404 w 51082"/>
                <a:gd name="connsiteY3" fmla="*/ 9320 h 26740"/>
                <a:gd name="connsiteX4" fmla="*/ 26349 w 51082"/>
                <a:gd name="connsiteY4" fmla="*/ 26739 h 26740"/>
                <a:gd name="connsiteX5" fmla="*/ 8933 w 51082"/>
                <a:gd name="connsiteY5" fmla="*/ 24037 h 26740"/>
                <a:gd name="connsiteX6" fmla="*/ 186 w 51082"/>
                <a:gd name="connsiteY6" fmla="*/ 18449 h 26740"/>
                <a:gd name="connsiteX0" fmla="*/ 186 w 51082"/>
                <a:gd name="connsiteY0" fmla="*/ 18449 h 26740"/>
                <a:gd name="connsiteX1" fmla="*/ 16396 w 51082"/>
                <a:gd name="connsiteY1" fmla="*/ 12841 h 26740"/>
                <a:gd name="connsiteX2" fmla="*/ 42022 w 51082"/>
                <a:gd name="connsiteY2" fmla="*/ 808 h 26740"/>
                <a:gd name="connsiteX3" fmla="*/ 50404 w 51082"/>
                <a:gd name="connsiteY3" fmla="*/ 9320 h 26740"/>
                <a:gd name="connsiteX4" fmla="*/ 26349 w 51082"/>
                <a:gd name="connsiteY4" fmla="*/ 26739 h 26740"/>
                <a:gd name="connsiteX5" fmla="*/ 8933 w 51082"/>
                <a:gd name="connsiteY5" fmla="*/ 24037 h 26740"/>
                <a:gd name="connsiteX6" fmla="*/ 186 w 51082"/>
                <a:gd name="connsiteY6" fmla="*/ 18449 h 26740"/>
                <a:gd name="connsiteX0" fmla="*/ 179 w 51075"/>
                <a:gd name="connsiteY0" fmla="*/ 18449 h 29163"/>
                <a:gd name="connsiteX1" fmla="*/ 16389 w 51075"/>
                <a:gd name="connsiteY1" fmla="*/ 12841 h 29163"/>
                <a:gd name="connsiteX2" fmla="*/ 42015 w 51075"/>
                <a:gd name="connsiteY2" fmla="*/ 808 h 29163"/>
                <a:gd name="connsiteX3" fmla="*/ 50397 w 51075"/>
                <a:gd name="connsiteY3" fmla="*/ 9320 h 29163"/>
                <a:gd name="connsiteX4" fmla="*/ 26342 w 51075"/>
                <a:gd name="connsiteY4" fmla="*/ 26739 h 29163"/>
                <a:gd name="connsiteX5" fmla="*/ 9206 w 51075"/>
                <a:gd name="connsiteY5" fmla="*/ 28811 h 29163"/>
                <a:gd name="connsiteX6" fmla="*/ 179 w 51075"/>
                <a:gd name="connsiteY6" fmla="*/ 18449 h 29163"/>
                <a:gd name="connsiteX0" fmla="*/ 179 w 51075"/>
                <a:gd name="connsiteY0" fmla="*/ 18221 h 28935"/>
                <a:gd name="connsiteX1" fmla="*/ 20086 w 51075"/>
                <a:gd name="connsiteY1" fmla="*/ 19848 h 28935"/>
                <a:gd name="connsiteX2" fmla="*/ 42015 w 51075"/>
                <a:gd name="connsiteY2" fmla="*/ 580 h 28935"/>
                <a:gd name="connsiteX3" fmla="*/ 50397 w 51075"/>
                <a:gd name="connsiteY3" fmla="*/ 9092 h 28935"/>
                <a:gd name="connsiteX4" fmla="*/ 26342 w 51075"/>
                <a:gd name="connsiteY4" fmla="*/ 26511 h 28935"/>
                <a:gd name="connsiteX5" fmla="*/ 9206 w 51075"/>
                <a:gd name="connsiteY5" fmla="*/ 28583 h 28935"/>
                <a:gd name="connsiteX6" fmla="*/ 179 w 51075"/>
                <a:gd name="connsiteY6" fmla="*/ 18221 h 28935"/>
                <a:gd name="connsiteX0" fmla="*/ 179 w 52261"/>
                <a:gd name="connsiteY0" fmla="*/ 19281 h 29995"/>
                <a:gd name="connsiteX1" fmla="*/ 20086 w 52261"/>
                <a:gd name="connsiteY1" fmla="*/ 20908 h 29995"/>
                <a:gd name="connsiteX2" fmla="*/ 46861 w 52261"/>
                <a:gd name="connsiteY2" fmla="*/ 556 h 29995"/>
                <a:gd name="connsiteX3" fmla="*/ 50397 w 52261"/>
                <a:gd name="connsiteY3" fmla="*/ 10152 h 29995"/>
                <a:gd name="connsiteX4" fmla="*/ 26342 w 52261"/>
                <a:gd name="connsiteY4" fmla="*/ 27571 h 29995"/>
                <a:gd name="connsiteX5" fmla="*/ 9206 w 52261"/>
                <a:gd name="connsiteY5" fmla="*/ 29643 h 29995"/>
                <a:gd name="connsiteX6" fmla="*/ 179 w 52261"/>
                <a:gd name="connsiteY6" fmla="*/ 19281 h 29995"/>
                <a:gd name="connsiteX0" fmla="*/ 157 w 52239"/>
                <a:gd name="connsiteY0" fmla="*/ 19281 h 33768"/>
                <a:gd name="connsiteX1" fmla="*/ 20064 w 52239"/>
                <a:gd name="connsiteY1" fmla="*/ 20908 h 33768"/>
                <a:gd name="connsiteX2" fmla="*/ 46839 w 52239"/>
                <a:gd name="connsiteY2" fmla="*/ 556 h 33768"/>
                <a:gd name="connsiteX3" fmla="*/ 50375 w 52239"/>
                <a:gd name="connsiteY3" fmla="*/ 10152 h 33768"/>
                <a:gd name="connsiteX4" fmla="*/ 26320 w 52239"/>
                <a:gd name="connsiteY4" fmla="*/ 27571 h 33768"/>
                <a:gd name="connsiteX5" fmla="*/ 10116 w 52239"/>
                <a:gd name="connsiteY5" fmla="*/ 33581 h 33768"/>
                <a:gd name="connsiteX6" fmla="*/ 157 w 52239"/>
                <a:gd name="connsiteY6" fmla="*/ 19281 h 33768"/>
                <a:gd name="connsiteX0" fmla="*/ 157 w 52305"/>
                <a:gd name="connsiteY0" fmla="*/ 19281 h 33992"/>
                <a:gd name="connsiteX1" fmla="*/ 20064 w 52305"/>
                <a:gd name="connsiteY1" fmla="*/ 20908 h 33992"/>
                <a:gd name="connsiteX2" fmla="*/ 46839 w 52305"/>
                <a:gd name="connsiteY2" fmla="*/ 556 h 33992"/>
                <a:gd name="connsiteX3" fmla="*/ 50375 w 52305"/>
                <a:gd name="connsiteY3" fmla="*/ 10152 h 33992"/>
                <a:gd name="connsiteX4" fmla="*/ 25419 w 52305"/>
                <a:gd name="connsiteY4" fmla="*/ 32148 h 33992"/>
                <a:gd name="connsiteX5" fmla="*/ 10116 w 52305"/>
                <a:gd name="connsiteY5" fmla="*/ 33581 h 33992"/>
                <a:gd name="connsiteX6" fmla="*/ 157 w 52305"/>
                <a:gd name="connsiteY6" fmla="*/ 19281 h 33992"/>
                <a:gd name="connsiteX0" fmla="*/ 158 w 52306"/>
                <a:gd name="connsiteY0" fmla="*/ 19281 h 35728"/>
                <a:gd name="connsiteX1" fmla="*/ 20065 w 52306"/>
                <a:gd name="connsiteY1" fmla="*/ 20908 h 35728"/>
                <a:gd name="connsiteX2" fmla="*/ 46840 w 52306"/>
                <a:gd name="connsiteY2" fmla="*/ 556 h 35728"/>
                <a:gd name="connsiteX3" fmla="*/ 50376 w 52306"/>
                <a:gd name="connsiteY3" fmla="*/ 10152 h 35728"/>
                <a:gd name="connsiteX4" fmla="*/ 25420 w 52306"/>
                <a:gd name="connsiteY4" fmla="*/ 32148 h 35728"/>
                <a:gd name="connsiteX5" fmla="*/ 9993 w 52306"/>
                <a:gd name="connsiteY5" fmla="*/ 35452 h 35728"/>
                <a:gd name="connsiteX6" fmla="*/ 158 w 52306"/>
                <a:gd name="connsiteY6" fmla="*/ 19281 h 35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06" h="35728">
                  <a:moveTo>
                    <a:pt x="158" y="19281"/>
                  </a:moveTo>
                  <a:cubicBezTo>
                    <a:pt x="1402" y="17415"/>
                    <a:pt x="14397" y="22175"/>
                    <a:pt x="20065" y="20908"/>
                  </a:cubicBezTo>
                  <a:cubicBezTo>
                    <a:pt x="25733" y="19642"/>
                    <a:pt x="41230" y="-3880"/>
                    <a:pt x="46840" y="556"/>
                  </a:cubicBezTo>
                  <a:cubicBezTo>
                    <a:pt x="52450" y="4992"/>
                    <a:pt x="53946" y="4887"/>
                    <a:pt x="50376" y="10152"/>
                  </a:cubicBezTo>
                  <a:cubicBezTo>
                    <a:pt x="46806" y="15417"/>
                    <a:pt x="32661" y="32100"/>
                    <a:pt x="25420" y="32148"/>
                  </a:cubicBezTo>
                  <a:cubicBezTo>
                    <a:pt x="18179" y="32196"/>
                    <a:pt x="14747" y="36899"/>
                    <a:pt x="9993" y="35452"/>
                  </a:cubicBezTo>
                  <a:cubicBezTo>
                    <a:pt x="5239" y="34005"/>
                    <a:pt x="-1086" y="21147"/>
                    <a:pt x="158" y="19281"/>
                  </a:cubicBez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3" name="Freeform: Shape 1392">
              <a:extLst>
                <a:ext uri="{FF2B5EF4-FFF2-40B4-BE49-F238E27FC236}">
                  <a16:creationId xmlns:a16="http://schemas.microsoft.com/office/drawing/2014/main" id="{C2DFA9E8-1B7B-6E0C-BC4B-225BA2B90F3B}"/>
                </a:ext>
              </a:extLst>
            </p:cNvPr>
            <p:cNvSpPr/>
            <p:nvPr/>
          </p:nvSpPr>
          <p:spPr>
            <a:xfrm rot="11007560">
              <a:off x="6227091" y="1840589"/>
              <a:ext cx="74953" cy="80790"/>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 name="connsiteX0" fmla="*/ 32166 w 74352"/>
                <a:gd name="connsiteY0" fmla="*/ 25245 h 38469"/>
                <a:gd name="connsiteX1" fmla="*/ 2528 w 74352"/>
                <a:gd name="connsiteY1" fmla="*/ 21078 h 38469"/>
                <a:gd name="connsiteX2" fmla="*/ 10944 w 74352"/>
                <a:gd name="connsiteY2" fmla="*/ 269 h 38469"/>
                <a:gd name="connsiteX3" fmla="*/ 45481 w 74352"/>
                <a:gd name="connsiteY3" fmla="*/ 14413 h 38469"/>
                <a:gd name="connsiteX4" fmla="*/ 74160 w 74352"/>
                <a:gd name="connsiteY4" fmla="*/ 21163 h 38469"/>
                <a:gd name="connsiteX5" fmla="*/ 52117 w 74352"/>
                <a:gd name="connsiteY5" fmla="*/ 38432 h 38469"/>
                <a:gd name="connsiteX6" fmla="*/ 32166 w 74352"/>
                <a:gd name="connsiteY6" fmla="*/ 25245 h 38469"/>
                <a:gd name="connsiteX0" fmla="*/ 20762 w 74373"/>
                <a:gd name="connsiteY0" fmla="*/ 30673 h 38769"/>
                <a:gd name="connsiteX1" fmla="*/ 2528 w 74373"/>
                <a:gd name="connsiteY1" fmla="*/ 21078 h 38769"/>
                <a:gd name="connsiteX2" fmla="*/ 10944 w 74373"/>
                <a:gd name="connsiteY2" fmla="*/ 269 h 38769"/>
                <a:gd name="connsiteX3" fmla="*/ 45481 w 74373"/>
                <a:gd name="connsiteY3" fmla="*/ 14413 h 38769"/>
                <a:gd name="connsiteX4" fmla="*/ 74160 w 74373"/>
                <a:gd name="connsiteY4" fmla="*/ 21163 h 38769"/>
                <a:gd name="connsiteX5" fmla="*/ 52117 w 74373"/>
                <a:gd name="connsiteY5" fmla="*/ 38432 h 38769"/>
                <a:gd name="connsiteX6" fmla="*/ 20762 w 74373"/>
                <a:gd name="connsiteY6" fmla="*/ 30673 h 38769"/>
                <a:gd name="connsiteX0" fmla="*/ 40219 w 93830"/>
                <a:gd name="connsiteY0" fmla="*/ 30673 h 38769"/>
                <a:gd name="connsiteX1" fmla="*/ 1077 w 93830"/>
                <a:gd name="connsiteY1" fmla="*/ 21078 h 38769"/>
                <a:gd name="connsiteX2" fmla="*/ 30401 w 93830"/>
                <a:gd name="connsiteY2" fmla="*/ 269 h 38769"/>
                <a:gd name="connsiteX3" fmla="*/ 64938 w 93830"/>
                <a:gd name="connsiteY3" fmla="*/ 14413 h 38769"/>
                <a:gd name="connsiteX4" fmla="*/ 93617 w 93830"/>
                <a:gd name="connsiteY4" fmla="*/ 21163 h 38769"/>
                <a:gd name="connsiteX5" fmla="*/ 71574 w 93830"/>
                <a:gd name="connsiteY5" fmla="*/ 38432 h 38769"/>
                <a:gd name="connsiteX6" fmla="*/ 40219 w 93830"/>
                <a:gd name="connsiteY6" fmla="*/ 30673 h 38769"/>
                <a:gd name="connsiteX0" fmla="*/ 40219 w 93830"/>
                <a:gd name="connsiteY0" fmla="*/ 23340 h 31436"/>
                <a:gd name="connsiteX1" fmla="*/ 1077 w 93830"/>
                <a:gd name="connsiteY1" fmla="*/ 13745 h 31436"/>
                <a:gd name="connsiteX2" fmla="*/ 32302 w 93830"/>
                <a:gd name="connsiteY2" fmla="*/ 535 h 31436"/>
                <a:gd name="connsiteX3" fmla="*/ 64938 w 93830"/>
                <a:gd name="connsiteY3" fmla="*/ 7080 h 31436"/>
                <a:gd name="connsiteX4" fmla="*/ 93617 w 93830"/>
                <a:gd name="connsiteY4" fmla="*/ 13830 h 31436"/>
                <a:gd name="connsiteX5" fmla="*/ 71574 w 93830"/>
                <a:gd name="connsiteY5" fmla="*/ 31099 h 31436"/>
                <a:gd name="connsiteX6" fmla="*/ 40219 w 93830"/>
                <a:gd name="connsiteY6" fmla="*/ 23340 h 31436"/>
                <a:gd name="connsiteX0" fmla="*/ 40219 w 93830"/>
                <a:gd name="connsiteY0" fmla="*/ 23340 h 31150"/>
                <a:gd name="connsiteX1" fmla="*/ 1077 w 93830"/>
                <a:gd name="connsiteY1" fmla="*/ 13745 h 31150"/>
                <a:gd name="connsiteX2" fmla="*/ 32302 w 93830"/>
                <a:gd name="connsiteY2" fmla="*/ 535 h 31150"/>
                <a:gd name="connsiteX3" fmla="*/ 64938 w 93830"/>
                <a:gd name="connsiteY3" fmla="*/ 7080 h 31150"/>
                <a:gd name="connsiteX4" fmla="*/ 93617 w 93830"/>
                <a:gd name="connsiteY4" fmla="*/ 20343 h 31150"/>
                <a:gd name="connsiteX5" fmla="*/ 71574 w 93830"/>
                <a:gd name="connsiteY5" fmla="*/ 31099 h 31150"/>
                <a:gd name="connsiteX6" fmla="*/ 40219 w 93830"/>
                <a:gd name="connsiteY6" fmla="*/ 23340 h 31150"/>
                <a:gd name="connsiteX0" fmla="*/ 40219 w 93890"/>
                <a:gd name="connsiteY0" fmla="*/ 23340 h 35464"/>
                <a:gd name="connsiteX1" fmla="*/ 1077 w 93890"/>
                <a:gd name="connsiteY1" fmla="*/ 13745 h 35464"/>
                <a:gd name="connsiteX2" fmla="*/ 32302 w 93890"/>
                <a:gd name="connsiteY2" fmla="*/ 535 h 35464"/>
                <a:gd name="connsiteX3" fmla="*/ 64938 w 93890"/>
                <a:gd name="connsiteY3" fmla="*/ 7080 h 35464"/>
                <a:gd name="connsiteX4" fmla="*/ 93617 w 93890"/>
                <a:gd name="connsiteY4" fmla="*/ 20343 h 35464"/>
                <a:gd name="connsiteX5" fmla="*/ 75376 w 93890"/>
                <a:gd name="connsiteY5" fmla="*/ 35441 h 35464"/>
                <a:gd name="connsiteX6" fmla="*/ 40219 w 93890"/>
                <a:gd name="connsiteY6" fmla="*/ 23340 h 35464"/>
                <a:gd name="connsiteX0" fmla="*/ 40219 w 93890"/>
                <a:gd name="connsiteY0" fmla="*/ 23275 h 35399"/>
                <a:gd name="connsiteX1" fmla="*/ 1077 w 93890"/>
                <a:gd name="connsiteY1" fmla="*/ 13680 h 35399"/>
                <a:gd name="connsiteX2" fmla="*/ 32302 w 93890"/>
                <a:gd name="connsiteY2" fmla="*/ 470 h 35399"/>
                <a:gd name="connsiteX3" fmla="*/ 59236 w 93890"/>
                <a:gd name="connsiteY3" fmla="*/ 8101 h 35399"/>
                <a:gd name="connsiteX4" fmla="*/ 93617 w 93890"/>
                <a:gd name="connsiteY4" fmla="*/ 20278 h 35399"/>
                <a:gd name="connsiteX5" fmla="*/ 75376 w 93890"/>
                <a:gd name="connsiteY5" fmla="*/ 35376 h 35399"/>
                <a:gd name="connsiteX6" fmla="*/ 40219 w 93890"/>
                <a:gd name="connsiteY6" fmla="*/ 23275 h 35399"/>
                <a:gd name="connsiteX0" fmla="*/ 55121 w 108792"/>
                <a:gd name="connsiteY0" fmla="*/ 23275 h 35399"/>
                <a:gd name="connsiteX1" fmla="*/ 773 w 108792"/>
                <a:gd name="connsiteY1" fmla="*/ 13680 h 35399"/>
                <a:gd name="connsiteX2" fmla="*/ 47204 w 108792"/>
                <a:gd name="connsiteY2" fmla="*/ 470 h 35399"/>
                <a:gd name="connsiteX3" fmla="*/ 74138 w 108792"/>
                <a:gd name="connsiteY3" fmla="*/ 8101 h 35399"/>
                <a:gd name="connsiteX4" fmla="*/ 108519 w 108792"/>
                <a:gd name="connsiteY4" fmla="*/ 20278 h 35399"/>
                <a:gd name="connsiteX5" fmla="*/ 90278 w 108792"/>
                <a:gd name="connsiteY5" fmla="*/ 35376 h 35399"/>
                <a:gd name="connsiteX6" fmla="*/ 55121 w 108792"/>
                <a:gd name="connsiteY6" fmla="*/ 23275 h 35399"/>
                <a:gd name="connsiteX0" fmla="*/ 55121 w 108792"/>
                <a:gd name="connsiteY0" fmla="*/ 26532 h 35520"/>
                <a:gd name="connsiteX1" fmla="*/ 773 w 108792"/>
                <a:gd name="connsiteY1" fmla="*/ 13680 h 35520"/>
                <a:gd name="connsiteX2" fmla="*/ 47204 w 108792"/>
                <a:gd name="connsiteY2" fmla="*/ 470 h 35520"/>
                <a:gd name="connsiteX3" fmla="*/ 74138 w 108792"/>
                <a:gd name="connsiteY3" fmla="*/ 8101 h 35520"/>
                <a:gd name="connsiteX4" fmla="*/ 108519 w 108792"/>
                <a:gd name="connsiteY4" fmla="*/ 20278 h 35520"/>
                <a:gd name="connsiteX5" fmla="*/ 90278 w 108792"/>
                <a:gd name="connsiteY5" fmla="*/ 35376 h 35520"/>
                <a:gd name="connsiteX6" fmla="*/ 55121 w 108792"/>
                <a:gd name="connsiteY6" fmla="*/ 26532 h 35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792" h="35520">
                  <a:moveTo>
                    <a:pt x="55121" y="26532"/>
                  </a:moveTo>
                  <a:cubicBezTo>
                    <a:pt x="41320" y="21984"/>
                    <a:pt x="-6639" y="14689"/>
                    <a:pt x="773" y="13680"/>
                  </a:cubicBezTo>
                  <a:cubicBezTo>
                    <a:pt x="-1669" y="12256"/>
                    <a:pt x="31918" y="1873"/>
                    <a:pt x="47204" y="470"/>
                  </a:cubicBezTo>
                  <a:cubicBezTo>
                    <a:pt x="55026" y="-1863"/>
                    <a:pt x="64045" y="5099"/>
                    <a:pt x="74138" y="8101"/>
                  </a:cubicBezTo>
                  <a:cubicBezTo>
                    <a:pt x="84231" y="11103"/>
                    <a:pt x="106318" y="15941"/>
                    <a:pt x="108519" y="20278"/>
                  </a:cubicBezTo>
                  <a:cubicBezTo>
                    <a:pt x="110720" y="24615"/>
                    <a:pt x="99178" y="34334"/>
                    <a:pt x="90278" y="35376"/>
                  </a:cubicBezTo>
                  <a:cubicBezTo>
                    <a:pt x="81378" y="36418"/>
                    <a:pt x="62992" y="31638"/>
                    <a:pt x="55121" y="26532"/>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2" name="Freeform: Shape 1381">
              <a:extLst>
                <a:ext uri="{FF2B5EF4-FFF2-40B4-BE49-F238E27FC236}">
                  <a16:creationId xmlns:a16="http://schemas.microsoft.com/office/drawing/2014/main" id="{2D903D96-4CA1-1969-7BAC-E0B4678258B0}"/>
                </a:ext>
              </a:extLst>
            </p:cNvPr>
            <p:cNvSpPr/>
            <p:nvPr/>
          </p:nvSpPr>
          <p:spPr>
            <a:xfrm rot="7275208">
              <a:off x="6168203" y="1905964"/>
              <a:ext cx="73557" cy="63368"/>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 name="connsiteX0" fmla="*/ 55821 w 93743"/>
                <a:gd name="connsiteY0" fmla="*/ 13219 h 16721"/>
                <a:gd name="connsiteX1" fmla="*/ 688 w 93743"/>
                <a:gd name="connsiteY1" fmla="*/ 9364 h 16721"/>
                <a:gd name="connsiteX2" fmla="*/ 92407 w 93743"/>
                <a:gd name="connsiteY2" fmla="*/ 948 h 16721"/>
                <a:gd name="connsiteX3" fmla="*/ 78432 w 93743"/>
                <a:gd name="connsiteY3" fmla="*/ 14860 h 16721"/>
                <a:gd name="connsiteX4" fmla="*/ 55821 w 93743"/>
                <a:gd name="connsiteY4" fmla="*/ 13219 h 16721"/>
                <a:gd name="connsiteX0" fmla="*/ 55821 w 93954"/>
                <a:gd name="connsiteY0" fmla="*/ 17450 h 20952"/>
                <a:gd name="connsiteX1" fmla="*/ 688 w 93954"/>
                <a:gd name="connsiteY1" fmla="*/ 13595 h 20952"/>
                <a:gd name="connsiteX2" fmla="*/ 33191 w 93954"/>
                <a:gd name="connsiteY2" fmla="*/ 261 h 20952"/>
                <a:gd name="connsiteX3" fmla="*/ 92407 w 93954"/>
                <a:gd name="connsiteY3" fmla="*/ 5179 h 20952"/>
                <a:gd name="connsiteX4" fmla="*/ 78432 w 93954"/>
                <a:gd name="connsiteY4" fmla="*/ 19091 h 20952"/>
                <a:gd name="connsiteX5" fmla="*/ 55821 w 93954"/>
                <a:gd name="connsiteY5" fmla="*/ 17450 h 20952"/>
                <a:gd name="connsiteX0" fmla="*/ 45871 w 94229"/>
                <a:gd name="connsiteY0" fmla="*/ 20487 h 22968"/>
                <a:gd name="connsiteX1" fmla="*/ 827 w 94229"/>
                <a:gd name="connsiteY1" fmla="*/ 13595 h 22968"/>
                <a:gd name="connsiteX2" fmla="*/ 33330 w 94229"/>
                <a:gd name="connsiteY2" fmla="*/ 261 h 22968"/>
                <a:gd name="connsiteX3" fmla="*/ 92546 w 94229"/>
                <a:gd name="connsiteY3" fmla="*/ 5179 h 22968"/>
                <a:gd name="connsiteX4" fmla="*/ 78571 w 94229"/>
                <a:gd name="connsiteY4" fmla="*/ 19091 h 22968"/>
                <a:gd name="connsiteX5" fmla="*/ 45871 w 94229"/>
                <a:gd name="connsiteY5" fmla="*/ 20487 h 22968"/>
                <a:gd name="connsiteX0" fmla="*/ 45979 w 94337"/>
                <a:gd name="connsiteY0" fmla="*/ 20487 h 22968"/>
                <a:gd name="connsiteX1" fmla="*/ 935 w 94337"/>
                <a:gd name="connsiteY1" fmla="*/ 13595 h 22968"/>
                <a:gd name="connsiteX2" fmla="*/ 33438 w 94337"/>
                <a:gd name="connsiteY2" fmla="*/ 261 h 22968"/>
                <a:gd name="connsiteX3" fmla="*/ 92654 w 94337"/>
                <a:gd name="connsiteY3" fmla="*/ 5179 h 22968"/>
                <a:gd name="connsiteX4" fmla="*/ 78679 w 94337"/>
                <a:gd name="connsiteY4" fmla="*/ 19091 h 22968"/>
                <a:gd name="connsiteX5" fmla="*/ 45979 w 94337"/>
                <a:gd name="connsiteY5" fmla="*/ 20487 h 22968"/>
                <a:gd name="connsiteX0" fmla="*/ 45979 w 93374"/>
                <a:gd name="connsiteY0" fmla="*/ 20487 h 21521"/>
                <a:gd name="connsiteX1" fmla="*/ 935 w 93374"/>
                <a:gd name="connsiteY1" fmla="*/ 13595 h 21521"/>
                <a:gd name="connsiteX2" fmla="*/ 33438 w 93374"/>
                <a:gd name="connsiteY2" fmla="*/ 261 h 21521"/>
                <a:gd name="connsiteX3" fmla="*/ 92654 w 93374"/>
                <a:gd name="connsiteY3" fmla="*/ 5179 h 21521"/>
                <a:gd name="connsiteX4" fmla="*/ 55296 w 93374"/>
                <a:gd name="connsiteY4" fmla="*/ 7723 h 21521"/>
                <a:gd name="connsiteX5" fmla="*/ 45979 w 93374"/>
                <a:gd name="connsiteY5" fmla="*/ 20487 h 21521"/>
                <a:gd name="connsiteX0" fmla="*/ 45979 w 94088"/>
                <a:gd name="connsiteY0" fmla="*/ 20487 h 28135"/>
                <a:gd name="connsiteX1" fmla="*/ 935 w 94088"/>
                <a:gd name="connsiteY1" fmla="*/ 13595 h 28135"/>
                <a:gd name="connsiteX2" fmla="*/ 33438 w 94088"/>
                <a:gd name="connsiteY2" fmla="*/ 261 h 28135"/>
                <a:gd name="connsiteX3" fmla="*/ 92654 w 94088"/>
                <a:gd name="connsiteY3" fmla="*/ 5179 h 28135"/>
                <a:gd name="connsiteX4" fmla="*/ 75590 w 94088"/>
                <a:gd name="connsiteY4" fmla="*/ 27383 h 28135"/>
                <a:gd name="connsiteX5" fmla="*/ 45979 w 94088"/>
                <a:gd name="connsiteY5" fmla="*/ 20487 h 28135"/>
                <a:gd name="connsiteX0" fmla="*/ 45979 w 94088"/>
                <a:gd name="connsiteY0" fmla="*/ 29526 h 37174"/>
                <a:gd name="connsiteX1" fmla="*/ 935 w 94088"/>
                <a:gd name="connsiteY1" fmla="*/ 22634 h 37174"/>
                <a:gd name="connsiteX2" fmla="*/ 31392 w 94088"/>
                <a:gd name="connsiteY2" fmla="*/ 99 h 37174"/>
                <a:gd name="connsiteX3" fmla="*/ 92654 w 94088"/>
                <a:gd name="connsiteY3" fmla="*/ 14218 h 37174"/>
                <a:gd name="connsiteX4" fmla="*/ 75590 w 94088"/>
                <a:gd name="connsiteY4" fmla="*/ 36422 h 37174"/>
                <a:gd name="connsiteX5" fmla="*/ 45979 w 94088"/>
                <a:gd name="connsiteY5" fmla="*/ 29526 h 37174"/>
                <a:gd name="connsiteX0" fmla="*/ 45979 w 94088"/>
                <a:gd name="connsiteY0" fmla="*/ 29427 h 37075"/>
                <a:gd name="connsiteX1" fmla="*/ 935 w 94088"/>
                <a:gd name="connsiteY1" fmla="*/ 22535 h 37075"/>
                <a:gd name="connsiteX2" fmla="*/ 31392 w 94088"/>
                <a:gd name="connsiteY2" fmla="*/ 0 h 37075"/>
                <a:gd name="connsiteX3" fmla="*/ 92654 w 94088"/>
                <a:gd name="connsiteY3" fmla="*/ 14119 h 37075"/>
                <a:gd name="connsiteX4" fmla="*/ 75590 w 94088"/>
                <a:gd name="connsiteY4" fmla="*/ 36323 h 37075"/>
                <a:gd name="connsiteX5" fmla="*/ 45979 w 94088"/>
                <a:gd name="connsiteY5" fmla="*/ 29427 h 37075"/>
                <a:gd name="connsiteX0" fmla="*/ 45979 w 94088"/>
                <a:gd name="connsiteY0" fmla="*/ 33321 h 40969"/>
                <a:gd name="connsiteX1" fmla="*/ 935 w 94088"/>
                <a:gd name="connsiteY1" fmla="*/ 26429 h 40969"/>
                <a:gd name="connsiteX2" fmla="*/ 32095 w 94088"/>
                <a:gd name="connsiteY2" fmla="*/ 0 h 40969"/>
                <a:gd name="connsiteX3" fmla="*/ 92654 w 94088"/>
                <a:gd name="connsiteY3" fmla="*/ 18013 h 40969"/>
                <a:gd name="connsiteX4" fmla="*/ 75590 w 94088"/>
                <a:gd name="connsiteY4" fmla="*/ 40217 h 40969"/>
                <a:gd name="connsiteX5" fmla="*/ 45979 w 94088"/>
                <a:gd name="connsiteY5" fmla="*/ 33321 h 40969"/>
                <a:gd name="connsiteX0" fmla="*/ 40192 w 88301"/>
                <a:gd name="connsiteY0" fmla="*/ 33321 h 40969"/>
                <a:gd name="connsiteX1" fmla="*/ 1079 w 88301"/>
                <a:gd name="connsiteY1" fmla="*/ 25871 h 40969"/>
                <a:gd name="connsiteX2" fmla="*/ 26308 w 88301"/>
                <a:gd name="connsiteY2" fmla="*/ 0 h 40969"/>
                <a:gd name="connsiteX3" fmla="*/ 86867 w 88301"/>
                <a:gd name="connsiteY3" fmla="*/ 18013 h 40969"/>
                <a:gd name="connsiteX4" fmla="*/ 69803 w 88301"/>
                <a:gd name="connsiteY4" fmla="*/ 40217 h 40969"/>
                <a:gd name="connsiteX5" fmla="*/ 40192 w 88301"/>
                <a:gd name="connsiteY5" fmla="*/ 33321 h 40969"/>
                <a:gd name="connsiteX0" fmla="*/ 39242 w 88339"/>
                <a:gd name="connsiteY0" fmla="*/ 29934 h 40556"/>
                <a:gd name="connsiteX1" fmla="*/ 1106 w 88339"/>
                <a:gd name="connsiteY1" fmla="*/ 25871 h 40556"/>
                <a:gd name="connsiteX2" fmla="*/ 26335 w 88339"/>
                <a:gd name="connsiteY2" fmla="*/ 0 h 40556"/>
                <a:gd name="connsiteX3" fmla="*/ 86894 w 88339"/>
                <a:gd name="connsiteY3" fmla="*/ 18013 h 40556"/>
                <a:gd name="connsiteX4" fmla="*/ 69830 w 88339"/>
                <a:gd name="connsiteY4" fmla="*/ 40217 h 40556"/>
                <a:gd name="connsiteX5" fmla="*/ 39242 w 88339"/>
                <a:gd name="connsiteY5" fmla="*/ 29934 h 40556"/>
                <a:gd name="connsiteX0" fmla="*/ 39242 w 87911"/>
                <a:gd name="connsiteY0" fmla="*/ 29934 h 38351"/>
                <a:gd name="connsiteX1" fmla="*/ 1106 w 87911"/>
                <a:gd name="connsiteY1" fmla="*/ 25871 h 38351"/>
                <a:gd name="connsiteX2" fmla="*/ 26335 w 87911"/>
                <a:gd name="connsiteY2" fmla="*/ 0 h 38351"/>
                <a:gd name="connsiteX3" fmla="*/ 86894 w 87911"/>
                <a:gd name="connsiteY3" fmla="*/ 18013 h 38351"/>
                <a:gd name="connsiteX4" fmla="*/ 61241 w 87911"/>
                <a:gd name="connsiteY4" fmla="*/ 37895 h 38351"/>
                <a:gd name="connsiteX5" fmla="*/ 39242 w 87911"/>
                <a:gd name="connsiteY5" fmla="*/ 29934 h 38351"/>
                <a:gd name="connsiteX0" fmla="*/ 39242 w 87062"/>
                <a:gd name="connsiteY0" fmla="*/ 30122 h 38539"/>
                <a:gd name="connsiteX1" fmla="*/ 1106 w 87062"/>
                <a:gd name="connsiteY1" fmla="*/ 26059 h 38539"/>
                <a:gd name="connsiteX2" fmla="*/ 26335 w 87062"/>
                <a:gd name="connsiteY2" fmla="*/ 188 h 38539"/>
                <a:gd name="connsiteX3" fmla="*/ 39016 w 87062"/>
                <a:gd name="connsiteY3" fmla="*/ 20912 h 38539"/>
                <a:gd name="connsiteX4" fmla="*/ 86894 w 87062"/>
                <a:gd name="connsiteY4" fmla="*/ 18201 h 38539"/>
                <a:gd name="connsiteX5" fmla="*/ 61241 w 87062"/>
                <a:gd name="connsiteY5" fmla="*/ 38083 h 38539"/>
                <a:gd name="connsiteX6" fmla="*/ 39242 w 87062"/>
                <a:gd name="connsiteY6" fmla="*/ 30122 h 38539"/>
                <a:gd name="connsiteX0" fmla="*/ 40664 w 88484"/>
                <a:gd name="connsiteY0" fmla="*/ 25118 h 33535"/>
                <a:gd name="connsiteX1" fmla="*/ 2528 w 88484"/>
                <a:gd name="connsiteY1" fmla="*/ 21055 h 33535"/>
                <a:gd name="connsiteX2" fmla="*/ 10944 w 88484"/>
                <a:gd name="connsiteY2" fmla="*/ 246 h 33535"/>
                <a:gd name="connsiteX3" fmla="*/ 40438 w 88484"/>
                <a:gd name="connsiteY3" fmla="*/ 15908 h 33535"/>
                <a:gd name="connsiteX4" fmla="*/ 88316 w 88484"/>
                <a:gd name="connsiteY4" fmla="*/ 13197 h 33535"/>
                <a:gd name="connsiteX5" fmla="*/ 62663 w 88484"/>
                <a:gd name="connsiteY5" fmla="*/ 33079 h 33535"/>
                <a:gd name="connsiteX6" fmla="*/ 40664 w 88484"/>
                <a:gd name="connsiteY6" fmla="*/ 25118 h 33535"/>
                <a:gd name="connsiteX0" fmla="*/ 42072 w 88482"/>
                <a:gd name="connsiteY0" fmla="*/ 17331 h 33109"/>
                <a:gd name="connsiteX1" fmla="*/ 2528 w 88482"/>
                <a:gd name="connsiteY1" fmla="*/ 21055 h 33109"/>
                <a:gd name="connsiteX2" fmla="*/ 10944 w 88482"/>
                <a:gd name="connsiteY2" fmla="*/ 246 h 33109"/>
                <a:gd name="connsiteX3" fmla="*/ 40438 w 88482"/>
                <a:gd name="connsiteY3" fmla="*/ 15908 h 33109"/>
                <a:gd name="connsiteX4" fmla="*/ 88316 w 88482"/>
                <a:gd name="connsiteY4" fmla="*/ 13197 h 33109"/>
                <a:gd name="connsiteX5" fmla="*/ 62663 w 88482"/>
                <a:gd name="connsiteY5" fmla="*/ 33079 h 33109"/>
                <a:gd name="connsiteX6" fmla="*/ 42072 w 88482"/>
                <a:gd name="connsiteY6" fmla="*/ 17331 h 33109"/>
                <a:gd name="connsiteX0" fmla="*/ 32166 w 88496"/>
                <a:gd name="connsiteY0" fmla="*/ 25222 h 33548"/>
                <a:gd name="connsiteX1" fmla="*/ 2528 w 88496"/>
                <a:gd name="connsiteY1" fmla="*/ 21055 h 33548"/>
                <a:gd name="connsiteX2" fmla="*/ 10944 w 88496"/>
                <a:gd name="connsiteY2" fmla="*/ 246 h 33548"/>
                <a:gd name="connsiteX3" fmla="*/ 40438 w 88496"/>
                <a:gd name="connsiteY3" fmla="*/ 15908 h 33548"/>
                <a:gd name="connsiteX4" fmla="*/ 88316 w 88496"/>
                <a:gd name="connsiteY4" fmla="*/ 13197 h 33548"/>
                <a:gd name="connsiteX5" fmla="*/ 62663 w 88496"/>
                <a:gd name="connsiteY5" fmla="*/ 33079 h 33548"/>
                <a:gd name="connsiteX6" fmla="*/ 32166 w 88496"/>
                <a:gd name="connsiteY6" fmla="*/ 25222 h 33548"/>
                <a:gd name="connsiteX0" fmla="*/ 32166 w 88496"/>
                <a:gd name="connsiteY0" fmla="*/ 25245 h 33571"/>
                <a:gd name="connsiteX1" fmla="*/ 2528 w 88496"/>
                <a:gd name="connsiteY1" fmla="*/ 21078 h 33571"/>
                <a:gd name="connsiteX2" fmla="*/ 10944 w 88496"/>
                <a:gd name="connsiteY2" fmla="*/ 269 h 33571"/>
                <a:gd name="connsiteX3" fmla="*/ 45481 w 88496"/>
                <a:gd name="connsiteY3" fmla="*/ 14413 h 33571"/>
                <a:gd name="connsiteX4" fmla="*/ 88316 w 88496"/>
                <a:gd name="connsiteY4" fmla="*/ 13220 h 33571"/>
                <a:gd name="connsiteX5" fmla="*/ 62663 w 88496"/>
                <a:gd name="connsiteY5" fmla="*/ 33102 h 33571"/>
                <a:gd name="connsiteX6" fmla="*/ 32166 w 88496"/>
                <a:gd name="connsiteY6" fmla="*/ 25245 h 33571"/>
                <a:gd name="connsiteX0" fmla="*/ 32166 w 77667"/>
                <a:gd name="connsiteY0" fmla="*/ 25245 h 33456"/>
                <a:gd name="connsiteX1" fmla="*/ 2528 w 77667"/>
                <a:gd name="connsiteY1" fmla="*/ 21078 h 33456"/>
                <a:gd name="connsiteX2" fmla="*/ 10944 w 77667"/>
                <a:gd name="connsiteY2" fmla="*/ 269 h 33456"/>
                <a:gd name="connsiteX3" fmla="*/ 45481 w 77667"/>
                <a:gd name="connsiteY3" fmla="*/ 14413 h 33456"/>
                <a:gd name="connsiteX4" fmla="*/ 77340 w 77667"/>
                <a:gd name="connsiteY4" fmla="*/ 15297 h 33456"/>
                <a:gd name="connsiteX5" fmla="*/ 62663 w 77667"/>
                <a:gd name="connsiteY5" fmla="*/ 33102 h 33456"/>
                <a:gd name="connsiteX6" fmla="*/ 32166 w 77667"/>
                <a:gd name="connsiteY6" fmla="*/ 25245 h 33456"/>
                <a:gd name="connsiteX0" fmla="*/ 32166 w 78038"/>
                <a:gd name="connsiteY0" fmla="*/ 25245 h 42390"/>
                <a:gd name="connsiteX1" fmla="*/ 2528 w 78038"/>
                <a:gd name="connsiteY1" fmla="*/ 21078 h 42390"/>
                <a:gd name="connsiteX2" fmla="*/ 10944 w 78038"/>
                <a:gd name="connsiteY2" fmla="*/ 269 h 42390"/>
                <a:gd name="connsiteX3" fmla="*/ 45481 w 78038"/>
                <a:gd name="connsiteY3" fmla="*/ 14413 h 42390"/>
                <a:gd name="connsiteX4" fmla="*/ 77340 w 78038"/>
                <a:gd name="connsiteY4" fmla="*/ 15297 h 42390"/>
                <a:gd name="connsiteX5" fmla="*/ 68957 w 78038"/>
                <a:gd name="connsiteY5" fmla="*/ 42251 h 42390"/>
                <a:gd name="connsiteX6" fmla="*/ 32166 w 78038"/>
                <a:gd name="connsiteY6" fmla="*/ 25245 h 42390"/>
                <a:gd name="connsiteX0" fmla="*/ 32166 w 78940"/>
                <a:gd name="connsiteY0" fmla="*/ 25245 h 37553"/>
                <a:gd name="connsiteX1" fmla="*/ 2528 w 78940"/>
                <a:gd name="connsiteY1" fmla="*/ 21078 h 37553"/>
                <a:gd name="connsiteX2" fmla="*/ 10944 w 78940"/>
                <a:gd name="connsiteY2" fmla="*/ 269 h 37553"/>
                <a:gd name="connsiteX3" fmla="*/ 45481 w 78940"/>
                <a:gd name="connsiteY3" fmla="*/ 14413 h 37553"/>
                <a:gd name="connsiteX4" fmla="*/ 77340 w 78940"/>
                <a:gd name="connsiteY4" fmla="*/ 15297 h 37553"/>
                <a:gd name="connsiteX5" fmla="*/ 73024 w 78940"/>
                <a:gd name="connsiteY5" fmla="*/ 37346 h 37553"/>
                <a:gd name="connsiteX6" fmla="*/ 32166 w 78940"/>
                <a:gd name="connsiteY6" fmla="*/ 25245 h 37553"/>
                <a:gd name="connsiteX0" fmla="*/ 32166 w 77103"/>
                <a:gd name="connsiteY0" fmla="*/ 25245 h 37388"/>
                <a:gd name="connsiteX1" fmla="*/ 2528 w 77103"/>
                <a:gd name="connsiteY1" fmla="*/ 21078 h 37388"/>
                <a:gd name="connsiteX2" fmla="*/ 10944 w 77103"/>
                <a:gd name="connsiteY2" fmla="*/ 269 h 37388"/>
                <a:gd name="connsiteX3" fmla="*/ 45481 w 77103"/>
                <a:gd name="connsiteY3" fmla="*/ 14413 h 37388"/>
                <a:gd name="connsiteX4" fmla="*/ 74160 w 77103"/>
                <a:gd name="connsiteY4" fmla="*/ 21163 h 37388"/>
                <a:gd name="connsiteX5" fmla="*/ 73024 w 77103"/>
                <a:gd name="connsiteY5" fmla="*/ 37346 h 37388"/>
                <a:gd name="connsiteX6" fmla="*/ 32166 w 77103"/>
                <a:gd name="connsiteY6" fmla="*/ 25245 h 3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03" h="37388">
                  <a:moveTo>
                    <a:pt x="32166" y="25245"/>
                  </a:moveTo>
                  <a:cubicBezTo>
                    <a:pt x="18365" y="20697"/>
                    <a:pt x="-4884" y="22087"/>
                    <a:pt x="2528" y="21078"/>
                  </a:cubicBezTo>
                  <a:cubicBezTo>
                    <a:pt x="86" y="19654"/>
                    <a:pt x="-4342" y="1672"/>
                    <a:pt x="10944" y="269"/>
                  </a:cubicBezTo>
                  <a:cubicBezTo>
                    <a:pt x="18766" y="-2064"/>
                    <a:pt x="35388" y="11411"/>
                    <a:pt x="45481" y="14413"/>
                  </a:cubicBezTo>
                  <a:cubicBezTo>
                    <a:pt x="55574" y="17415"/>
                    <a:pt x="71959" y="16826"/>
                    <a:pt x="74160" y="21163"/>
                  </a:cubicBezTo>
                  <a:cubicBezTo>
                    <a:pt x="76361" y="25500"/>
                    <a:pt x="80023" y="36666"/>
                    <a:pt x="73024" y="37346"/>
                  </a:cubicBezTo>
                  <a:cubicBezTo>
                    <a:pt x="66025" y="38026"/>
                    <a:pt x="40037" y="30351"/>
                    <a:pt x="32166" y="25245"/>
                  </a:cubicBezTo>
                  <a:close/>
                </a:path>
              </a:pathLst>
            </a:custGeom>
            <a:solidFill>
              <a:srgbClr val="F0F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1" name="Freeform: Shape 1380">
              <a:extLst>
                <a:ext uri="{FF2B5EF4-FFF2-40B4-BE49-F238E27FC236}">
                  <a16:creationId xmlns:a16="http://schemas.microsoft.com/office/drawing/2014/main" id="{5A2F98C1-E361-1899-A8CF-6F8E531CAA18}"/>
                </a:ext>
              </a:extLst>
            </p:cNvPr>
            <p:cNvSpPr/>
            <p:nvPr/>
          </p:nvSpPr>
          <p:spPr>
            <a:xfrm rot="7275208">
              <a:off x="6292272" y="1823022"/>
              <a:ext cx="80752" cy="34717"/>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1566 w 61064"/>
                <a:gd name="connsiteY0" fmla="*/ 14688 h 29192"/>
                <a:gd name="connsiteX1" fmla="*/ 5681 w 61064"/>
                <a:gd name="connsiteY1" fmla="*/ 7 h 29192"/>
                <a:gd name="connsiteX2" fmla="*/ 54842 w 61064"/>
                <a:gd name="connsiteY2" fmla="*/ 12992 h 29192"/>
                <a:gd name="connsiteX3" fmla="*/ 58733 w 61064"/>
                <a:gd name="connsiteY3" fmla="*/ 27604 h 29192"/>
                <a:gd name="connsiteX4" fmla="*/ 26615 w 61064"/>
                <a:gd name="connsiteY4" fmla="*/ 21504 h 29192"/>
                <a:gd name="connsiteX5" fmla="*/ 20293 w 61064"/>
                <a:gd name="connsiteY5" fmla="*/ 29190 h 29192"/>
                <a:gd name="connsiteX6" fmla="*/ 10370 w 61064"/>
                <a:gd name="connsiteY6" fmla="*/ 19047 h 29192"/>
                <a:gd name="connsiteX7" fmla="*/ 1566 w 61064"/>
                <a:gd name="connsiteY7" fmla="*/ 14688 h 29192"/>
                <a:gd name="connsiteX0" fmla="*/ 1566 w 61064"/>
                <a:gd name="connsiteY0" fmla="*/ 14688 h 27816"/>
                <a:gd name="connsiteX1" fmla="*/ 5681 w 61064"/>
                <a:gd name="connsiteY1" fmla="*/ 7 h 27816"/>
                <a:gd name="connsiteX2" fmla="*/ 54842 w 61064"/>
                <a:gd name="connsiteY2" fmla="*/ 12992 h 27816"/>
                <a:gd name="connsiteX3" fmla="*/ 58733 w 61064"/>
                <a:gd name="connsiteY3" fmla="*/ 27604 h 27816"/>
                <a:gd name="connsiteX4" fmla="*/ 26615 w 61064"/>
                <a:gd name="connsiteY4" fmla="*/ 21504 h 27816"/>
                <a:gd name="connsiteX5" fmla="*/ 10370 w 61064"/>
                <a:gd name="connsiteY5" fmla="*/ 19047 h 27816"/>
                <a:gd name="connsiteX6" fmla="*/ 1566 w 61064"/>
                <a:gd name="connsiteY6" fmla="*/ 14688 h 27816"/>
                <a:gd name="connsiteX0" fmla="*/ 1566 w 62266"/>
                <a:gd name="connsiteY0" fmla="*/ 14688 h 27697"/>
                <a:gd name="connsiteX1" fmla="*/ 5681 w 62266"/>
                <a:gd name="connsiteY1" fmla="*/ 7 h 27697"/>
                <a:gd name="connsiteX2" fmla="*/ 54842 w 62266"/>
                <a:gd name="connsiteY2" fmla="*/ 12992 h 27697"/>
                <a:gd name="connsiteX3" fmla="*/ 58733 w 62266"/>
                <a:gd name="connsiteY3" fmla="*/ 27604 h 27697"/>
                <a:gd name="connsiteX4" fmla="*/ 10370 w 62266"/>
                <a:gd name="connsiteY4" fmla="*/ 19047 h 27697"/>
                <a:gd name="connsiteX5" fmla="*/ 1566 w 62266"/>
                <a:gd name="connsiteY5" fmla="*/ 14688 h 27697"/>
                <a:gd name="connsiteX0" fmla="*/ 1566 w 58789"/>
                <a:gd name="connsiteY0" fmla="*/ 14688 h 30709"/>
                <a:gd name="connsiteX1" fmla="*/ 5681 w 58789"/>
                <a:gd name="connsiteY1" fmla="*/ 7 h 30709"/>
                <a:gd name="connsiteX2" fmla="*/ 54842 w 58789"/>
                <a:gd name="connsiteY2" fmla="*/ 12992 h 30709"/>
                <a:gd name="connsiteX3" fmla="*/ 52910 w 58789"/>
                <a:gd name="connsiteY3" fmla="*/ 30641 h 30709"/>
                <a:gd name="connsiteX4" fmla="*/ 10370 w 58789"/>
                <a:gd name="connsiteY4" fmla="*/ 19047 h 30709"/>
                <a:gd name="connsiteX5" fmla="*/ 1566 w 58789"/>
                <a:gd name="connsiteY5" fmla="*/ 14688 h 30709"/>
                <a:gd name="connsiteX0" fmla="*/ 23246 w 54764"/>
                <a:gd name="connsiteY0" fmla="*/ 23368 h 30709"/>
                <a:gd name="connsiteX1" fmla="*/ 1656 w 54764"/>
                <a:gd name="connsiteY1" fmla="*/ 7 h 30709"/>
                <a:gd name="connsiteX2" fmla="*/ 50817 w 54764"/>
                <a:gd name="connsiteY2" fmla="*/ 12992 h 30709"/>
                <a:gd name="connsiteX3" fmla="*/ 48885 w 54764"/>
                <a:gd name="connsiteY3" fmla="*/ 30641 h 30709"/>
                <a:gd name="connsiteX4" fmla="*/ 6345 w 54764"/>
                <a:gd name="connsiteY4" fmla="*/ 19047 h 30709"/>
                <a:gd name="connsiteX5" fmla="*/ 23246 w 54764"/>
                <a:gd name="connsiteY5" fmla="*/ 23368 h 30709"/>
                <a:gd name="connsiteX0" fmla="*/ 8541 w 56960"/>
                <a:gd name="connsiteY0" fmla="*/ 19047 h 30733"/>
                <a:gd name="connsiteX1" fmla="*/ 3852 w 56960"/>
                <a:gd name="connsiteY1" fmla="*/ 7 h 30733"/>
                <a:gd name="connsiteX2" fmla="*/ 53013 w 56960"/>
                <a:gd name="connsiteY2" fmla="*/ 12992 h 30733"/>
                <a:gd name="connsiteX3" fmla="*/ 51081 w 56960"/>
                <a:gd name="connsiteY3" fmla="*/ 30641 h 30733"/>
                <a:gd name="connsiteX4" fmla="*/ 8541 w 56960"/>
                <a:gd name="connsiteY4" fmla="*/ 19047 h 30733"/>
                <a:gd name="connsiteX0" fmla="*/ 8541 w 66661"/>
                <a:gd name="connsiteY0" fmla="*/ 19045 h 30654"/>
                <a:gd name="connsiteX1" fmla="*/ 3852 w 66661"/>
                <a:gd name="connsiteY1" fmla="*/ 5 h 30654"/>
                <a:gd name="connsiteX2" fmla="*/ 65056 w 66661"/>
                <a:gd name="connsiteY2" fmla="*/ 16727 h 30654"/>
                <a:gd name="connsiteX3" fmla="*/ 51081 w 66661"/>
                <a:gd name="connsiteY3" fmla="*/ 30639 h 30654"/>
                <a:gd name="connsiteX4" fmla="*/ 8541 w 66661"/>
                <a:gd name="connsiteY4" fmla="*/ 19045 h 30654"/>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10928 w 69048"/>
                <a:gd name="connsiteY0" fmla="*/ 13183 h 24792"/>
                <a:gd name="connsiteX1" fmla="*/ 3058 w 69048"/>
                <a:gd name="connsiteY1" fmla="*/ 9 h 24792"/>
                <a:gd name="connsiteX2" fmla="*/ 67443 w 69048"/>
                <a:gd name="connsiteY2" fmla="*/ 10865 h 24792"/>
                <a:gd name="connsiteX3" fmla="*/ 53468 w 69048"/>
                <a:gd name="connsiteY3" fmla="*/ 24777 h 24792"/>
                <a:gd name="connsiteX4" fmla="*/ 10928 w 69048"/>
                <a:gd name="connsiteY4" fmla="*/ 13183 h 24792"/>
                <a:gd name="connsiteX0" fmla="*/ 29739 w 66949"/>
                <a:gd name="connsiteY0" fmla="*/ 19243 h 25230"/>
                <a:gd name="connsiteX1" fmla="*/ 1236 w 66949"/>
                <a:gd name="connsiteY1" fmla="*/ 9 h 25230"/>
                <a:gd name="connsiteX2" fmla="*/ 65621 w 66949"/>
                <a:gd name="connsiteY2" fmla="*/ 10865 h 25230"/>
                <a:gd name="connsiteX3" fmla="*/ 51646 w 66949"/>
                <a:gd name="connsiteY3" fmla="*/ 24777 h 25230"/>
                <a:gd name="connsiteX4" fmla="*/ 29739 w 66949"/>
                <a:gd name="connsiteY4" fmla="*/ 19243 h 25230"/>
                <a:gd name="connsiteX0" fmla="*/ 3863 w 41073"/>
                <a:gd name="connsiteY0" fmla="*/ 11428 h 17415"/>
                <a:gd name="connsiteX1" fmla="*/ 8831 w 41073"/>
                <a:gd name="connsiteY1" fmla="*/ 524 h 17415"/>
                <a:gd name="connsiteX2" fmla="*/ 39745 w 41073"/>
                <a:gd name="connsiteY2" fmla="*/ 3050 h 17415"/>
                <a:gd name="connsiteX3" fmla="*/ 25770 w 41073"/>
                <a:gd name="connsiteY3" fmla="*/ 16962 h 17415"/>
                <a:gd name="connsiteX4" fmla="*/ 3863 w 41073"/>
                <a:gd name="connsiteY4" fmla="*/ 11428 h 17415"/>
                <a:gd name="connsiteX0" fmla="*/ 3675 w 41597"/>
                <a:gd name="connsiteY0" fmla="*/ 15321 h 18823"/>
                <a:gd name="connsiteX1" fmla="*/ 9347 w 41597"/>
                <a:gd name="connsiteY1" fmla="*/ 524 h 18823"/>
                <a:gd name="connsiteX2" fmla="*/ 40261 w 41597"/>
                <a:gd name="connsiteY2" fmla="*/ 3050 h 18823"/>
                <a:gd name="connsiteX3" fmla="*/ 26286 w 41597"/>
                <a:gd name="connsiteY3" fmla="*/ 16962 h 18823"/>
                <a:gd name="connsiteX4" fmla="*/ 3675 w 41597"/>
                <a:gd name="connsiteY4" fmla="*/ 15321 h 18823"/>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4837 w 42759"/>
                <a:gd name="connsiteY0" fmla="*/ 21077 h 24579"/>
                <a:gd name="connsiteX1" fmla="*/ 6872 w 42759"/>
                <a:gd name="connsiteY1" fmla="*/ 12 h 24579"/>
                <a:gd name="connsiteX2" fmla="*/ 41423 w 42759"/>
                <a:gd name="connsiteY2" fmla="*/ 8806 h 24579"/>
                <a:gd name="connsiteX3" fmla="*/ 27448 w 42759"/>
                <a:gd name="connsiteY3" fmla="*/ 22718 h 24579"/>
                <a:gd name="connsiteX4" fmla="*/ 4837 w 42759"/>
                <a:gd name="connsiteY4" fmla="*/ 21077 h 24579"/>
                <a:gd name="connsiteX0" fmla="*/ 9766 w 47688"/>
                <a:gd name="connsiteY0" fmla="*/ 18560 h 22062"/>
                <a:gd name="connsiteX1" fmla="*/ 3394 w 47688"/>
                <a:gd name="connsiteY1" fmla="*/ 26 h 22062"/>
                <a:gd name="connsiteX2" fmla="*/ 46352 w 47688"/>
                <a:gd name="connsiteY2" fmla="*/ 6289 h 22062"/>
                <a:gd name="connsiteX3" fmla="*/ 32377 w 47688"/>
                <a:gd name="connsiteY3" fmla="*/ 20201 h 22062"/>
                <a:gd name="connsiteX4" fmla="*/ 9766 w 47688"/>
                <a:gd name="connsiteY4" fmla="*/ 18560 h 2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88" h="22062">
                  <a:moveTo>
                    <a:pt x="9766" y="18560"/>
                  </a:moveTo>
                  <a:cubicBezTo>
                    <a:pt x="1895" y="13454"/>
                    <a:pt x="-4018" y="1035"/>
                    <a:pt x="3394" y="26"/>
                  </a:cubicBezTo>
                  <a:cubicBezTo>
                    <a:pt x="12273" y="-257"/>
                    <a:pt x="40742" y="1853"/>
                    <a:pt x="46352" y="6289"/>
                  </a:cubicBezTo>
                  <a:cubicBezTo>
                    <a:pt x="51962" y="10725"/>
                    <a:pt x="38475" y="18156"/>
                    <a:pt x="32377" y="20201"/>
                  </a:cubicBezTo>
                  <a:cubicBezTo>
                    <a:pt x="26279" y="22246"/>
                    <a:pt x="17637" y="23666"/>
                    <a:pt x="9766" y="18560"/>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Freeform: Shape 1378">
              <a:extLst>
                <a:ext uri="{FF2B5EF4-FFF2-40B4-BE49-F238E27FC236}">
                  <a16:creationId xmlns:a16="http://schemas.microsoft.com/office/drawing/2014/main" id="{FF34927D-3003-A71C-6EB5-D25ED8888B22}"/>
                </a:ext>
              </a:extLst>
            </p:cNvPr>
            <p:cNvSpPr/>
            <p:nvPr/>
          </p:nvSpPr>
          <p:spPr>
            <a:xfrm rot="7275208">
              <a:off x="6351402" y="1683240"/>
              <a:ext cx="145284" cy="39817"/>
            </a:xfrm>
            <a:custGeom>
              <a:avLst/>
              <a:gdLst>
                <a:gd name="connsiteX0" fmla="*/ 44 w 60320"/>
                <a:gd name="connsiteY0" fmla="*/ 14702 h 32592"/>
                <a:gd name="connsiteX1" fmla="*/ 50050 w 60320"/>
                <a:gd name="connsiteY1" fmla="*/ 414 h 32592"/>
                <a:gd name="connsiteX2" fmla="*/ 59575 w 60320"/>
                <a:gd name="connsiteY2" fmla="*/ 31371 h 32592"/>
                <a:gd name="connsiteX3" fmla="*/ 44 w 60320"/>
                <a:gd name="connsiteY3" fmla="*/ 14702 h 32592"/>
                <a:gd name="connsiteX0" fmla="*/ 44 w 63069"/>
                <a:gd name="connsiteY0" fmla="*/ 4213 h 32828"/>
                <a:gd name="connsiteX1" fmla="*/ 50050 w 63069"/>
                <a:gd name="connsiteY1" fmla="*/ 1867 h 32828"/>
                <a:gd name="connsiteX2" fmla="*/ 59575 w 63069"/>
                <a:gd name="connsiteY2" fmla="*/ 32824 h 32828"/>
                <a:gd name="connsiteX3" fmla="*/ 44 w 63069"/>
                <a:gd name="connsiteY3" fmla="*/ 4213 h 32828"/>
                <a:gd name="connsiteX0" fmla="*/ 841 w 62294"/>
                <a:gd name="connsiteY0" fmla="*/ 3864 h 33692"/>
                <a:gd name="connsiteX1" fmla="*/ 50847 w 62294"/>
                <a:gd name="connsiteY1" fmla="*/ 1518 h 33692"/>
                <a:gd name="connsiteX2" fmla="*/ 60372 w 62294"/>
                <a:gd name="connsiteY2" fmla="*/ 32475 h 33692"/>
                <a:gd name="connsiteX3" fmla="*/ 22409 w 62294"/>
                <a:gd name="connsiteY3" fmla="*/ 25165 h 33692"/>
                <a:gd name="connsiteX4" fmla="*/ 841 w 62294"/>
                <a:gd name="connsiteY4" fmla="*/ 3864 h 33692"/>
                <a:gd name="connsiteX0" fmla="*/ 841 w 58419"/>
                <a:gd name="connsiteY0" fmla="*/ 3864 h 27022"/>
                <a:gd name="connsiteX1" fmla="*/ 50847 w 58419"/>
                <a:gd name="connsiteY1" fmla="*/ 1518 h 27022"/>
                <a:gd name="connsiteX2" fmla="*/ 54887 w 58419"/>
                <a:gd name="connsiteY2" fmla="*/ 20533 h 27022"/>
                <a:gd name="connsiteX3" fmla="*/ 22409 w 58419"/>
                <a:gd name="connsiteY3" fmla="*/ 25165 h 27022"/>
                <a:gd name="connsiteX4" fmla="*/ 841 w 58419"/>
                <a:gd name="connsiteY4" fmla="*/ 3864 h 27022"/>
                <a:gd name="connsiteX0" fmla="*/ 87 w 54202"/>
                <a:gd name="connsiteY0" fmla="*/ 7507 h 30792"/>
                <a:gd name="connsiteX1" fmla="*/ 29250 w 54202"/>
                <a:gd name="connsiteY1" fmla="*/ 819 h 30792"/>
                <a:gd name="connsiteX2" fmla="*/ 54133 w 54202"/>
                <a:gd name="connsiteY2" fmla="*/ 24176 h 30792"/>
                <a:gd name="connsiteX3" fmla="*/ 21655 w 54202"/>
                <a:gd name="connsiteY3" fmla="*/ 28808 h 30792"/>
                <a:gd name="connsiteX4" fmla="*/ 87 w 54202"/>
                <a:gd name="connsiteY4" fmla="*/ 7507 h 30792"/>
                <a:gd name="connsiteX0" fmla="*/ 87 w 62955"/>
                <a:gd name="connsiteY0" fmla="*/ 7507 h 31737"/>
                <a:gd name="connsiteX1" fmla="*/ 29250 w 62955"/>
                <a:gd name="connsiteY1" fmla="*/ 819 h 31737"/>
                <a:gd name="connsiteX2" fmla="*/ 62909 w 62955"/>
                <a:gd name="connsiteY2" fmla="*/ 27433 h 31737"/>
                <a:gd name="connsiteX3" fmla="*/ 21655 w 62955"/>
                <a:gd name="connsiteY3" fmla="*/ 28808 h 31737"/>
                <a:gd name="connsiteX4" fmla="*/ 87 w 62955"/>
                <a:gd name="connsiteY4" fmla="*/ 7507 h 31737"/>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87 w 64717"/>
                <a:gd name="connsiteY0" fmla="*/ 7507 h 31232"/>
                <a:gd name="connsiteX1" fmla="*/ 29250 w 64717"/>
                <a:gd name="connsiteY1" fmla="*/ 819 h 31232"/>
                <a:gd name="connsiteX2" fmla="*/ 54566 w 64717"/>
                <a:gd name="connsiteY2" fmla="*/ 11438 h 31232"/>
                <a:gd name="connsiteX3" fmla="*/ 62909 w 64717"/>
                <a:gd name="connsiteY3" fmla="*/ 27433 h 31232"/>
                <a:gd name="connsiteX4" fmla="*/ 21655 w 64717"/>
                <a:gd name="connsiteY4" fmla="*/ 28808 h 31232"/>
                <a:gd name="connsiteX5" fmla="*/ 87 w 64717"/>
                <a:gd name="connsiteY5" fmla="*/ 7507 h 31232"/>
                <a:gd name="connsiteX0" fmla="*/ 219 w 64849"/>
                <a:gd name="connsiteY0" fmla="*/ 7382 h 29640"/>
                <a:gd name="connsiteX1" fmla="*/ 29382 w 64849"/>
                <a:gd name="connsiteY1" fmla="*/ 694 h 29640"/>
                <a:gd name="connsiteX2" fmla="*/ 54698 w 64849"/>
                <a:gd name="connsiteY2" fmla="*/ 11313 h 29640"/>
                <a:gd name="connsiteX3" fmla="*/ 63041 w 64849"/>
                <a:gd name="connsiteY3" fmla="*/ 27308 h 29640"/>
                <a:gd name="connsiteX4" fmla="*/ 21787 w 64849"/>
                <a:gd name="connsiteY4" fmla="*/ 28683 h 29640"/>
                <a:gd name="connsiteX5" fmla="*/ 16301 w 64849"/>
                <a:gd name="connsiteY5" fmla="*/ 19997 h 29640"/>
                <a:gd name="connsiteX6" fmla="*/ 219 w 64849"/>
                <a:gd name="connsiteY6" fmla="*/ 7382 h 29640"/>
                <a:gd name="connsiteX0" fmla="*/ 219 w 65000"/>
                <a:gd name="connsiteY0" fmla="*/ 7382 h 29007"/>
                <a:gd name="connsiteX1" fmla="*/ 29382 w 65000"/>
                <a:gd name="connsiteY1" fmla="*/ 694 h 29007"/>
                <a:gd name="connsiteX2" fmla="*/ 54698 w 65000"/>
                <a:gd name="connsiteY2" fmla="*/ 11313 h 29007"/>
                <a:gd name="connsiteX3" fmla="*/ 63041 w 65000"/>
                <a:gd name="connsiteY3" fmla="*/ 27308 h 29007"/>
                <a:gd name="connsiteX4" fmla="*/ 19593 w 65000"/>
                <a:gd name="connsiteY4" fmla="*/ 27598 h 29007"/>
                <a:gd name="connsiteX5" fmla="*/ 16301 w 65000"/>
                <a:gd name="connsiteY5" fmla="*/ 19997 h 29007"/>
                <a:gd name="connsiteX6" fmla="*/ 219 w 65000"/>
                <a:gd name="connsiteY6" fmla="*/ 7382 h 29007"/>
                <a:gd name="connsiteX0" fmla="*/ 219 w 63391"/>
                <a:gd name="connsiteY0" fmla="*/ 7382 h 29063"/>
                <a:gd name="connsiteX1" fmla="*/ 29382 w 63391"/>
                <a:gd name="connsiteY1" fmla="*/ 694 h 29063"/>
                <a:gd name="connsiteX2" fmla="*/ 54698 w 63391"/>
                <a:gd name="connsiteY2" fmla="*/ 11313 h 29063"/>
                <a:gd name="connsiteX3" fmla="*/ 63041 w 63391"/>
                <a:gd name="connsiteY3" fmla="*/ 27308 h 29063"/>
                <a:gd name="connsiteX4" fmla="*/ 44825 w 63391"/>
                <a:gd name="connsiteY4" fmla="*/ 28682 h 29063"/>
                <a:gd name="connsiteX5" fmla="*/ 19593 w 63391"/>
                <a:gd name="connsiteY5" fmla="*/ 27598 h 29063"/>
                <a:gd name="connsiteX6" fmla="*/ 16301 w 63391"/>
                <a:gd name="connsiteY6" fmla="*/ 19997 h 29063"/>
                <a:gd name="connsiteX7" fmla="*/ 219 w 63391"/>
                <a:gd name="connsiteY7" fmla="*/ 7382 h 29063"/>
                <a:gd name="connsiteX0" fmla="*/ 219 w 63391"/>
                <a:gd name="connsiteY0" fmla="*/ 7382 h 32218"/>
                <a:gd name="connsiteX1" fmla="*/ 29382 w 63391"/>
                <a:gd name="connsiteY1" fmla="*/ 694 h 32218"/>
                <a:gd name="connsiteX2" fmla="*/ 54698 w 63391"/>
                <a:gd name="connsiteY2" fmla="*/ 11313 h 32218"/>
                <a:gd name="connsiteX3" fmla="*/ 63041 w 63391"/>
                <a:gd name="connsiteY3" fmla="*/ 27308 h 32218"/>
                <a:gd name="connsiteX4" fmla="*/ 44825 w 63391"/>
                <a:gd name="connsiteY4" fmla="*/ 28682 h 32218"/>
                <a:gd name="connsiteX5" fmla="*/ 16302 w 63391"/>
                <a:gd name="connsiteY5" fmla="*/ 31940 h 32218"/>
                <a:gd name="connsiteX6" fmla="*/ 16301 w 63391"/>
                <a:gd name="connsiteY6" fmla="*/ 19997 h 32218"/>
                <a:gd name="connsiteX7" fmla="*/ 219 w 63391"/>
                <a:gd name="connsiteY7" fmla="*/ 7382 h 32218"/>
                <a:gd name="connsiteX0" fmla="*/ 219 w 63391"/>
                <a:gd name="connsiteY0" fmla="*/ 7382 h 30220"/>
                <a:gd name="connsiteX1" fmla="*/ 29382 w 63391"/>
                <a:gd name="connsiteY1" fmla="*/ 694 h 30220"/>
                <a:gd name="connsiteX2" fmla="*/ 54698 w 63391"/>
                <a:gd name="connsiteY2" fmla="*/ 11313 h 30220"/>
                <a:gd name="connsiteX3" fmla="*/ 63041 w 63391"/>
                <a:gd name="connsiteY3" fmla="*/ 27308 h 30220"/>
                <a:gd name="connsiteX4" fmla="*/ 44825 w 63391"/>
                <a:gd name="connsiteY4" fmla="*/ 28682 h 30220"/>
                <a:gd name="connsiteX5" fmla="*/ 21787 w 63391"/>
                <a:gd name="connsiteY5" fmla="*/ 29769 h 30220"/>
                <a:gd name="connsiteX6" fmla="*/ 16301 w 63391"/>
                <a:gd name="connsiteY6" fmla="*/ 19997 h 30220"/>
                <a:gd name="connsiteX7" fmla="*/ 219 w 63391"/>
                <a:gd name="connsiteY7" fmla="*/ 7382 h 30220"/>
                <a:gd name="connsiteX0" fmla="*/ 219 w 63391"/>
                <a:gd name="connsiteY0" fmla="*/ 5397 h 28235"/>
                <a:gd name="connsiteX1" fmla="*/ 29382 w 63391"/>
                <a:gd name="connsiteY1" fmla="*/ 880 h 28235"/>
                <a:gd name="connsiteX2" fmla="*/ 54698 w 63391"/>
                <a:gd name="connsiteY2" fmla="*/ 9328 h 28235"/>
                <a:gd name="connsiteX3" fmla="*/ 63041 w 63391"/>
                <a:gd name="connsiteY3" fmla="*/ 25323 h 28235"/>
                <a:gd name="connsiteX4" fmla="*/ 44825 w 63391"/>
                <a:gd name="connsiteY4" fmla="*/ 26697 h 28235"/>
                <a:gd name="connsiteX5" fmla="*/ 21787 w 63391"/>
                <a:gd name="connsiteY5" fmla="*/ 27784 h 28235"/>
                <a:gd name="connsiteX6" fmla="*/ 16301 w 63391"/>
                <a:gd name="connsiteY6" fmla="*/ 18012 h 28235"/>
                <a:gd name="connsiteX7" fmla="*/ 219 w 63391"/>
                <a:gd name="connsiteY7" fmla="*/ 5397 h 28235"/>
                <a:gd name="connsiteX0" fmla="*/ 219 w 63083"/>
                <a:gd name="connsiteY0" fmla="*/ 5397 h 28235"/>
                <a:gd name="connsiteX1" fmla="*/ 29382 w 63083"/>
                <a:gd name="connsiteY1" fmla="*/ 880 h 28235"/>
                <a:gd name="connsiteX2" fmla="*/ 49213 w 63083"/>
                <a:gd name="connsiteY2" fmla="*/ 15841 h 28235"/>
                <a:gd name="connsiteX3" fmla="*/ 63041 w 63083"/>
                <a:gd name="connsiteY3" fmla="*/ 25323 h 28235"/>
                <a:gd name="connsiteX4" fmla="*/ 44825 w 63083"/>
                <a:gd name="connsiteY4" fmla="*/ 26697 h 28235"/>
                <a:gd name="connsiteX5" fmla="*/ 21787 w 63083"/>
                <a:gd name="connsiteY5" fmla="*/ 27784 h 28235"/>
                <a:gd name="connsiteX6" fmla="*/ 16301 w 63083"/>
                <a:gd name="connsiteY6" fmla="*/ 18012 h 28235"/>
                <a:gd name="connsiteX7" fmla="*/ 219 w 63083"/>
                <a:gd name="connsiteY7" fmla="*/ 5397 h 28235"/>
                <a:gd name="connsiteX0" fmla="*/ 189 w 63053"/>
                <a:gd name="connsiteY0" fmla="*/ 2693 h 25531"/>
                <a:gd name="connsiteX1" fmla="*/ 28255 w 63053"/>
                <a:gd name="connsiteY1" fmla="*/ 1433 h 25531"/>
                <a:gd name="connsiteX2" fmla="*/ 49183 w 63053"/>
                <a:gd name="connsiteY2" fmla="*/ 13137 h 25531"/>
                <a:gd name="connsiteX3" fmla="*/ 63011 w 63053"/>
                <a:gd name="connsiteY3" fmla="*/ 22619 h 25531"/>
                <a:gd name="connsiteX4" fmla="*/ 44795 w 63053"/>
                <a:gd name="connsiteY4" fmla="*/ 23993 h 25531"/>
                <a:gd name="connsiteX5" fmla="*/ 21757 w 63053"/>
                <a:gd name="connsiteY5" fmla="*/ 25080 h 25531"/>
                <a:gd name="connsiteX6" fmla="*/ 16271 w 63053"/>
                <a:gd name="connsiteY6" fmla="*/ 15308 h 25531"/>
                <a:gd name="connsiteX7" fmla="*/ 189 w 63053"/>
                <a:gd name="connsiteY7" fmla="*/ 2693 h 25531"/>
                <a:gd name="connsiteX0" fmla="*/ 189 w 63082"/>
                <a:gd name="connsiteY0" fmla="*/ 2693 h 25531"/>
                <a:gd name="connsiteX1" fmla="*/ 28255 w 63082"/>
                <a:gd name="connsiteY1" fmla="*/ 1433 h 25531"/>
                <a:gd name="connsiteX2" fmla="*/ 50280 w 63082"/>
                <a:gd name="connsiteY2" fmla="*/ 7709 h 25531"/>
                <a:gd name="connsiteX3" fmla="*/ 63011 w 63082"/>
                <a:gd name="connsiteY3" fmla="*/ 22619 h 25531"/>
                <a:gd name="connsiteX4" fmla="*/ 44795 w 63082"/>
                <a:gd name="connsiteY4" fmla="*/ 23993 h 25531"/>
                <a:gd name="connsiteX5" fmla="*/ 21757 w 63082"/>
                <a:gd name="connsiteY5" fmla="*/ 25080 h 25531"/>
                <a:gd name="connsiteX6" fmla="*/ 16271 w 63082"/>
                <a:gd name="connsiteY6" fmla="*/ 15308 h 25531"/>
                <a:gd name="connsiteX7" fmla="*/ 189 w 63082"/>
                <a:gd name="connsiteY7" fmla="*/ 2693 h 25531"/>
                <a:gd name="connsiteX0" fmla="*/ 116 w 72857"/>
                <a:gd name="connsiteY0" fmla="*/ 22584 h 24333"/>
                <a:gd name="connsiteX1" fmla="*/ 38030 w 72857"/>
                <a:gd name="connsiteY1" fmla="*/ 235 h 24333"/>
                <a:gd name="connsiteX2" fmla="*/ 60055 w 72857"/>
                <a:gd name="connsiteY2" fmla="*/ 6511 h 24333"/>
                <a:gd name="connsiteX3" fmla="*/ 72786 w 72857"/>
                <a:gd name="connsiteY3" fmla="*/ 21421 h 24333"/>
                <a:gd name="connsiteX4" fmla="*/ 54570 w 72857"/>
                <a:gd name="connsiteY4" fmla="*/ 22795 h 24333"/>
                <a:gd name="connsiteX5" fmla="*/ 31532 w 72857"/>
                <a:gd name="connsiteY5" fmla="*/ 23882 h 24333"/>
                <a:gd name="connsiteX6" fmla="*/ 26046 w 72857"/>
                <a:gd name="connsiteY6" fmla="*/ 14110 h 24333"/>
                <a:gd name="connsiteX7" fmla="*/ 116 w 72857"/>
                <a:gd name="connsiteY7" fmla="*/ 22584 h 24333"/>
                <a:gd name="connsiteX0" fmla="*/ 60 w 72801"/>
                <a:gd name="connsiteY0" fmla="*/ 22592 h 24341"/>
                <a:gd name="connsiteX1" fmla="*/ 37974 w 72801"/>
                <a:gd name="connsiteY1" fmla="*/ 243 h 24341"/>
                <a:gd name="connsiteX2" fmla="*/ 59999 w 72801"/>
                <a:gd name="connsiteY2" fmla="*/ 6519 h 24341"/>
                <a:gd name="connsiteX3" fmla="*/ 72730 w 72801"/>
                <a:gd name="connsiteY3" fmla="*/ 21429 h 24341"/>
                <a:gd name="connsiteX4" fmla="*/ 54514 w 72801"/>
                <a:gd name="connsiteY4" fmla="*/ 22803 h 24341"/>
                <a:gd name="connsiteX5" fmla="*/ 31476 w 72801"/>
                <a:gd name="connsiteY5" fmla="*/ 23890 h 24341"/>
                <a:gd name="connsiteX6" fmla="*/ 29059 w 72801"/>
                <a:gd name="connsiteY6" fmla="*/ 19880 h 24341"/>
                <a:gd name="connsiteX7" fmla="*/ 60 w 72801"/>
                <a:gd name="connsiteY7" fmla="*/ 22592 h 24341"/>
                <a:gd name="connsiteX0" fmla="*/ 7 w 72748"/>
                <a:gd name="connsiteY0" fmla="*/ 22588 h 24337"/>
                <a:gd name="connsiteX1" fmla="*/ 37921 w 72748"/>
                <a:gd name="connsiteY1" fmla="*/ 239 h 24337"/>
                <a:gd name="connsiteX2" fmla="*/ 59946 w 72748"/>
                <a:gd name="connsiteY2" fmla="*/ 6515 h 24337"/>
                <a:gd name="connsiteX3" fmla="*/ 72677 w 72748"/>
                <a:gd name="connsiteY3" fmla="*/ 21425 h 24337"/>
                <a:gd name="connsiteX4" fmla="*/ 54461 w 72748"/>
                <a:gd name="connsiteY4" fmla="*/ 22799 h 24337"/>
                <a:gd name="connsiteX5" fmla="*/ 31423 w 72748"/>
                <a:gd name="connsiteY5" fmla="*/ 23886 h 24337"/>
                <a:gd name="connsiteX6" fmla="*/ 34829 w 72748"/>
                <a:gd name="connsiteY6" fmla="*/ 16839 h 24337"/>
                <a:gd name="connsiteX7" fmla="*/ 7 w 72748"/>
                <a:gd name="connsiteY7" fmla="*/ 22588 h 24337"/>
                <a:gd name="connsiteX0" fmla="*/ 7 w 87065"/>
                <a:gd name="connsiteY0" fmla="*/ 22588 h 28030"/>
                <a:gd name="connsiteX1" fmla="*/ 37921 w 87065"/>
                <a:gd name="connsiteY1" fmla="*/ 239 h 28030"/>
                <a:gd name="connsiteX2" fmla="*/ 59946 w 87065"/>
                <a:gd name="connsiteY2" fmla="*/ 6515 h 28030"/>
                <a:gd name="connsiteX3" fmla="*/ 87038 w 87065"/>
                <a:gd name="connsiteY3" fmla="*/ 27432 h 28030"/>
                <a:gd name="connsiteX4" fmla="*/ 54461 w 87065"/>
                <a:gd name="connsiteY4" fmla="*/ 22799 h 28030"/>
                <a:gd name="connsiteX5" fmla="*/ 31423 w 87065"/>
                <a:gd name="connsiteY5" fmla="*/ 23886 h 28030"/>
                <a:gd name="connsiteX6" fmla="*/ 34829 w 87065"/>
                <a:gd name="connsiteY6" fmla="*/ 16839 h 28030"/>
                <a:gd name="connsiteX7" fmla="*/ 7 w 87065"/>
                <a:gd name="connsiteY7" fmla="*/ 22588 h 28030"/>
                <a:gd name="connsiteX0" fmla="*/ 7 w 90023"/>
                <a:gd name="connsiteY0" fmla="*/ 22588 h 27508"/>
                <a:gd name="connsiteX1" fmla="*/ 37921 w 90023"/>
                <a:gd name="connsiteY1" fmla="*/ 239 h 27508"/>
                <a:gd name="connsiteX2" fmla="*/ 84734 w 90023"/>
                <a:gd name="connsiteY2" fmla="*/ 18128 h 27508"/>
                <a:gd name="connsiteX3" fmla="*/ 87038 w 90023"/>
                <a:gd name="connsiteY3" fmla="*/ 27432 h 27508"/>
                <a:gd name="connsiteX4" fmla="*/ 54461 w 90023"/>
                <a:gd name="connsiteY4" fmla="*/ 22799 h 27508"/>
                <a:gd name="connsiteX5" fmla="*/ 31423 w 90023"/>
                <a:gd name="connsiteY5" fmla="*/ 23886 h 27508"/>
                <a:gd name="connsiteX6" fmla="*/ 34829 w 90023"/>
                <a:gd name="connsiteY6" fmla="*/ 16839 h 27508"/>
                <a:gd name="connsiteX7" fmla="*/ 7 w 90023"/>
                <a:gd name="connsiteY7" fmla="*/ 22588 h 27508"/>
                <a:gd name="connsiteX0" fmla="*/ 1 w 90017"/>
                <a:gd name="connsiteY0" fmla="*/ 18680 h 23600"/>
                <a:gd name="connsiteX1" fmla="*/ 35056 w 90017"/>
                <a:gd name="connsiteY1" fmla="*/ 276 h 23600"/>
                <a:gd name="connsiteX2" fmla="*/ 84728 w 90017"/>
                <a:gd name="connsiteY2" fmla="*/ 14220 h 23600"/>
                <a:gd name="connsiteX3" fmla="*/ 87032 w 90017"/>
                <a:gd name="connsiteY3" fmla="*/ 23524 h 23600"/>
                <a:gd name="connsiteX4" fmla="*/ 54455 w 90017"/>
                <a:gd name="connsiteY4" fmla="*/ 18891 h 23600"/>
                <a:gd name="connsiteX5" fmla="*/ 31417 w 90017"/>
                <a:gd name="connsiteY5" fmla="*/ 19978 h 23600"/>
                <a:gd name="connsiteX6" fmla="*/ 34823 w 90017"/>
                <a:gd name="connsiteY6" fmla="*/ 12931 h 23600"/>
                <a:gd name="connsiteX7" fmla="*/ 1 w 90017"/>
                <a:gd name="connsiteY7" fmla="*/ 18680 h 23600"/>
                <a:gd name="connsiteX0" fmla="*/ 1 w 89242"/>
                <a:gd name="connsiteY0" fmla="*/ 18680 h 23738"/>
                <a:gd name="connsiteX1" fmla="*/ 35056 w 89242"/>
                <a:gd name="connsiteY1" fmla="*/ 276 h 23738"/>
                <a:gd name="connsiteX2" fmla="*/ 82682 w 89242"/>
                <a:gd name="connsiteY2" fmla="*/ 10379 h 23738"/>
                <a:gd name="connsiteX3" fmla="*/ 87032 w 89242"/>
                <a:gd name="connsiteY3" fmla="*/ 23524 h 23738"/>
                <a:gd name="connsiteX4" fmla="*/ 54455 w 89242"/>
                <a:gd name="connsiteY4" fmla="*/ 18891 h 23738"/>
                <a:gd name="connsiteX5" fmla="*/ 31417 w 89242"/>
                <a:gd name="connsiteY5" fmla="*/ 19978 h 23738"/>
                <a:gd name="connsiteX6" fmla="*/ 34823 w 89242"/>
                <a:gd name="connsiteY6" fmla="*/ 12931 h 23738"/>
                <a:gd name="connsiteX7" fmla="*/ 1 w 89242"/>
                <a:gd name="connsiteY7" fmla="*/ 18680 h 23738"/>
                <a:gd name="connsiteX0" fmla="*/ 1 w 89242"/>
                <a:gd name="connsiteY0" fmla="*/ 21533 h 26591"/>
                <a:gd name="connsiteX1" fmla="*/ 33521 w 89242"/>
                <a:gd name="connsiteY1" fmla="*/ 247 h 26591"/>
                <a:gd name="connsiteX2" fmla="*/ 82682 w 89242"/>
                <a:gd name="connsiteY2" fmla="*/ 13232 h 26591"/>
                <a:gd name="connsiteX3" fmla="*/ 87032 w 89242"/>
                <a:gd name="connsiteY3" fmla="*/ 26377 h 26591"/>
                <a:gd name="connsiteX4" fmla="*/ 54455 w 89242"/>
                <a:gd name="connsiteY4" fmla="*/ 21744 h 26591"/>
                <a:gd name="connsiteX5" fmla="*/ 31417 w 89242"/>
                <a:gd name="connsiteY5" fmla="*/ 22831 h 26591"/>
                <a:gd name="connsiteX6" fmla="*/ 34823 w 89242"/>
                <a:gd name="connsiteY6" fmla="*/ 15784 h 26591"/>
                <a:gd name="connsiteX7" fmla="*/ 1 w 89242"/>
                <a:gd name="connsiteY7" fmla="*/ 21533 h 26591"/>
                <a:gd name="connsiteX0" fmla="*/ 1 w 88904"/>
                <a:gd name="connsiteY0" fmla="*/ 21533 h 28021"/>
                <a:gd name="connsiteX1" fmla="*/ 33521 w 88904"/>
                <a:gd name="connsiteY1" fmla="*/ 247 h 28021"/>
                <a:gd name="connsiteX2" fmla="*/ 82682 w 88904"/>
                <a:gd name="connsiteY2" fmla="*/ 13232 h 28021"/>
                <a:gd name="connsiteX3" fmla="*/ 86573 w 88904"/>
                <a:gd name="connsiteY3" fmla="*/ 27844 h 28021"/>
                <a:gd name="connsiteX4" fmla="*/ 54455 w 88904"/>
                <a:gd name="connsiteY4" fmla="*/ 21744 h 28021"/>
                <a:gd name="connsiteX5" fmla="*/ 31417 w 88904"/>
                <a:gd name="connsiteY5" fmla="*/ 22831 h 28021"/>
                <a:gd name="connsiteX6" fmla="*/ 34823 w 88904"/>
                <a:gd name="connsiteY6" fmla="*/ 15784 h 28021"/>
                <a:gd name="connsiteX7" fmla="*/ 1 w 88904"/>
                <a:gd name="connsiteY7" fmla="*/ 21533 h 28021"/>
                <a:gd name="connsiteX0" fmla="*/ 13 w 88916"/>
                <a:gd name="connsiteY0" fmla="*/ 21532 h 28020"/>
                <a:gd name="connsiteX1" fmla="*/ 33533 w 88916"/>
                <a:gd name="connsiteY1" fmla="*/ 246 h 28020"/>
                <a:gd name="connsiteX2" fmla="*/ 82694 w 88916"/>
                <a:gd name="connsiteY2" fmla="*/ 13231 h 28020"/>
                <a:gd name="connsiteX3" fmla="*/ 86585 w 88916"/>
                <a:gd name="connsiteY3" fmla="*/ 27843 h 28020"/>
                <a:gd name="connsiteX4" fmla="*/ 54467 w 88916"/>
                <a:gd name="connsiteY4" fmla="*/ 21743 h 28020"/>
                <a:gd name="connsiteX5" fmla="*/ 31429 w 88916"/>
                <a:gd name="connsiteY5" fmla="*/ 22830 h 28020"/>
                <a:gd name="connsiteX6" fmla="*/ 29418 w 88916"/>
                <a:gd name="connsiteY6" fmla="*/ 14927 h 28020"/>
                <a:gd name="connsiteX7" fmla="*/ 13 w 88916"/>
                <a:gd name="connsiteY7" fmla="*/ 21532 h 28020"/>
                <a:gd name="connsiteX0" fmla="*/ 22 w 78656"/>
                <a:gd name="connsiteY0" fmla="*/ 19875 h 28038"/>
                <a:gd name="connsiteX1" fmla="*/ 23273 w 78656"/>
                <a:gd name="connsiteY1" fmla="*/ 264 h 28038"/>
                <a:gd name="connsiteX2" fmla="*/ 72434 w 78656"/>
                <a:gd name="connsiteY2" fmla="*/ 13249 h 28038"/>
                <a:gd name="connsiteX3" fmla="*/ 76325 w 78656"/>
                <a:gd name="connsiteY3" fmla="*/ 27861 h 28038"/>
                <a:gd name="connsiteX4" fmla="*/ 44207 w 78656"/>
                <a:gd name="connsiteY4" fmla="*/ 21761 h 28038"/>
                <a:gd name="connsiteX5" fmla="*/ 21169 w 78656"/>
                <a:gd name="connsiteY5" fmla="*/ 22848 h 28038"/>
                <a:gd name="connsiteX6" fmla="*/ 19158 w 78656"/>
                <a:gd name="connsiteY6" fmla="*/ 14945 h 28038"/>
                <a:gd name="connsiteX7" fmla="*/ 22 w 78656"/>
                <a:gd name="connsiteY7" fmla="*/ 19875 h 28038"/>
                <a:gd name="connsiteX0" fmla="*/ 22 w 78656"/>
                <a:gd name="connsiteY0" fmla="*/ 19875 h 29451"/>
                <a:gd name="connsiteX1" fmla="*/ 23273 w 78656"/>
                <a:gd name="connsiteY1" fmla="*/ 264 h 29451"/>
                <a:gd name="connsiteX2" fmla="*/ 72434 w 78656"/>
                <a:gd name="connsiteY2" fmla="*/ 13249 h 29451"/>
                <a:gd name="connsiteX3" fmla="*/ 76325 w 78656"/>
                <a:gd name="connsiteY3" fmla="*/ 27861 h 29451"/>
                <a:gd name="connsiteX4" fmla="*/ 44207 w 78656"/>
                <a:gd name="connsiteY4" fmla="*/ 21761 h 29451"/>
                <a:gd name="connsiteX5" fmla="*/ 37885 w 78656"/>
                <a:gd name="connsiteY5" fmla="*/ 29447 h 29451"/>
                <a:gd name="connsiteX6" fmla="*/ 21169 w 78656"/>
                <a:gd name="connsiteY6" fmla="*/ 22848 h 29451"/>
                <a:gd name="connsiteX7" fmla="*/ 19158 w 78656"/>
                <a:gd name="connsiteY7" fmla="*/ 14945 h 29451"/>
                <a:gd name="connsiteX8" fmla="*/ 22 w 78656"/>
                <a:gd name="connsiteY8" fmla="*/ 19875 h 29451"/>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 name="connsiteX0" fmla="*/ 22 w 78656"/>
                <a:gd name="connsiteY0" fmla="*/ 19875 h 29449"/>
                <a:gd name="connsiteX1" fmla="*/ 23273 w 78656"/>
                <a:gd name="connsiteY1" fmla="*/ 264 h 29449"/>
                <a:gd name="connsiteX2" fmla="*/ 72434 w 78656"/>
                <a:gd name="connsiteY2" fmla="*/ 13249 h 29449"/>
                <a:gd name="connsiteX3" fmla="*/ 76325 w 78656"/>
                <a:gd name="connsiteY3" fmla="*/ 27861 h 29449"/>
                <a:gd name="connsiteX4" fmla="*/ 44207 w 78656"/>
                <a:gd name="connsiteY4" fmla="*/ 21761 h 29449"/>
                <a:gd name="connsiteX5" fmla="*/ 37885 w 78656"/>
                <a:gd name="connsiteY5" fmla="*/ 29447 h 29449"/>
                <a:gd name="connsiteX6" fmla="*/ 27962 w 78656"/>
                <a:gd name="connsiteY6" fmla="*/ 19304 h 29449"/>
                <a:gd name="connsiteX7" fmla="*/ 19158 w 78656"/>
                <a:gd name="connsiteY7" fmla="*/ 14945 h 29449"/>
                <a:gd name="connsiteX8" fmla="*/ 22 w 78656"/>
                <a:gd name="connsiteY8" fmla="*/ 19875 h 2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656" h="29449">
                  <a:moveTo>
                    <a:pt x="22" y="19875"/>
                  </a:moveTo>
                  <a:cubicBezTo>
                    <a:pt x="708" y="17428"/>
                    <a:pt x="13351" y="-2514"/>
                    <a:pt x="23273" y="264"/>
                  </a:cubicBezTo>
                  <a:cubicBezTo>
                    <a:pt x="31256" y="919"/>
                    <a:pt x="66824" y="8813"/>
                    <a:pt x="72434" y="13249"/>
                  </a:cubicBezTo>
                  <a:cubicBezTo>
                    <a:pt x="78044" y="17685"/>
                    <a:pt x="81029" y="26442"/>
                    <a:pt x="76325" y="27861"/>
                  </a:cubicBezTo>
                  <a:cubicBezTo>
                    <a:pt x="71621" y="29280"/>
                    <a:pt x="50963" y="22541"/>
                    <a:pt x="44207" y="21761"/>
                  </a:cubicBezTo>
                  <a:cubicBezTo>
                    <a:pt x="37451" y="20981"/>
                    <a:pt x="41725" y="29266"/>
                    <a:pt x="37885" y="29447"/>
                  </a:cubicBezTo>
                  <a:cubicBezTo>
                    <a:pt x="34045" y="29628"/>
                    <a:pt x="30733" y="20676"/>
                    <a:pt x="27962" y="19304"/>
                  </a:cubicBezTo>
                  <a:cubicBezTo>
                    <a:pt x="25191" y="17932"/>
                    <a:pt x="22753" y="18495"/>
                    <a:pt x="19158" y="14945"/>
                  </a:cubicBezTo>
                  <a:cubicBezTo>
                    <a:pt x="15563" y="11395"/>
                    <a:pt x="-664" y="22322"/>
                    <a:pt x="22" y="19875"/>
                  </a:cubicBez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Freeform: Shape 1414">
              <a:extLst>
                <a:ext uri="{FF2B5EF4-FFF2-40B4-BE49-F238E27FC236}">
                  <a16:creationId xmlns:a16="http://schemas.microsoft.com/office/drawing/2014/main" id="{0299E306-B767-3C65-7D60-365F86E3C48D}"/>
                </a:ext>
              </a:extLst>
            </p:cNvPr>
            <p:cNvSpPr/>
            <p:nvPr/>
          </p:nvSpPr>
          <p:spPr>
            <a:xfrm rot="16839570">
              <a:off x="5492200" y="1913261"/>
              <a:ext cx="115512" cy="52144"/>
            </a:xfrm>
            <a:custGeom>
              <a:avLst/>
              <a:gdLst>
                <a:gd name="connsiteX0" fmla="*/ 12462 w 138747"/>
                <a:gd name="connsiteY0" fmla="*/ 116689 h 131719"/>
                <a:gd name="connsiteX1" fmla="*/ 556 w 138747"/>
                <a:gd name="connsiteY1" fmla="*/ 28583 h 131719"/>
                <a:gd name="connsiteX2" fmla="*/ 24368 w 138747"/>
                <a:gd name="connsiteY2" fmla="*/ 23820 h 131719"/>
                <a:gd name="connsiteX3" fmla="*/ 79137 w 138747"/>
                <a:gd name="connsiteY3" fmla="*/ 16677 h 131719"/>
                <a:gd name="connsiteX4" fmla="*/ 124381 w 138747"/>
                <a:gd name="connsiteY4" fmla="*/ 8 h 131719"/>
                <a:gd name="connsiteX5" fmla="*/ 138668 w 138747"/>
                <a:gd name="connsiteY5" fmla="*/ 19058 h 131719"/>
                <a:gd name="connsiteX6" fmla="*/ 119618 w 138747"/>
                <a:gd name="connsiteY6" fmla="*/ 35727 h 131719"/>
                <a:gd name="connsiteX7" fmla="*/ 69612 w 138747"/>
                <a:gd name="connsiteY7" fmla="*/ 40489 h 131719"/>
                <a:gd name="connsiteX8" fmla="*/ 48181 w 138747"/>
                <a:gd name="connsiteY8" fmla="*/ 59539 h 131719"/>
                <a:gd name="connsiteX9" fmla="*/ 64850 w 138747"/>
                <a:gd name="connsiteY9" fmla="*/ 123833 h 131719"/>
                <a:gd name="connsiteX10" fmla="*/ 12462 w 138747"/>
                <a:gd name="connsiteY10" fmla="*/ 116689 h 131719"/>
                <a:gd name="connsiteX0" fmla="*/ 12462 w 138747"/>
                <a:gd name="connsiteY0" fmla="*/ 116689 h 122569"/>
                <a:gd name="connsiteX1" fmla="*/ 556 w 138747"/>
                <a:gd name="connsiteY1" fmla="*/ 28583 h 122569"/>
                <a:gd name="connsiteX2" fmla="*/ 24368 w 138747"/>
                <a:gd name="connsiteY2" fmla="*/ 23820 h 122569"/>
                <a:gd name="connsiteX3" fmla="*/ 79137 w 138747"/>
                <a:gd name="connsiteY3" fmla="*/ 16677 h 122569"/>
                <a:gd name="connsiteX4" fmla="*/ 124381 w 138747"/>
                <a:gd name="connsiteY4" fmla="*/ 8 h 122569"/>
                <a:gd name="connsiteX5" fmla="*/ 138668 w 138747"/>
                <a:gd name="connsiteY5" fmla="*/ 19058 h 122569"/>
                <a:gd name="connsiteX6" fmla="*/ 119618 w 138747"/>
                <a:gd name="connsiteY6" fmla="*/ 35727 h 122569"/>
                <a:gd name="connsiteX7" fmla="*/ 69612 w 138747"/>
                <a:gd name="connsiteY7" fmla="*/ 40489 h 122569"/>
                <a:gd name="connsiteX8" fmla="*/ 48181 w 138747"/>
                <a:gd name="connsiteY8" fmla="*/ 59539 h 122569"/>
                <a:gd name="connsiteX9" fmla="*/ 64850 w 138747"/>
                <a:gd name="connsiteY9" fmla="*/ 105736 h 122569"/>
                <a:gd name="connsiteX10" fmla="*/ 12462 w 138747"/>
                <a:gd name="connsiteY10" fmla="*/ 116689 h 122569"/>
                <a:gd name="connsiteX0" fmla="*/ 12462 w 141695"/>
                <a:gd name="connsiteY0" fmla="*/ 116689 h 122569"/>
                <a:gd name="connsiteX1" fmla="*/ 556 w 141695"/>
                <a:gd name="connsiteY1" fmla="*/ 28583 h 122569"/>
                <a:gd name="connsiteX2" fmla="*/ 24368 w 141695"/>
                <a:gd name="connsiteY2" fmla="*/ 23820 h 122569"/>
                <a:gd name="connsiteX3" fmla="*/ 79137 w 141695"/>
                <a:gd name="connsiteY3" fmla="*/ 16677 h 122569"/>
                <a:gd name="connsiteX4" fmla="*/ 124381 w 141695"/>
                <a:gd name="connsiteY4" fmla="*/ 8 h 122569"/>
                <a:gd name="connsiteX5" fmla="*/ 138668 w 141695"/>
                <a:gd name="connsiteY5" fmla="*/ 19058 h 122569"/>
                <a:gd name="connsiteX6" fmla="*/ 69612 w 141695"/>
                <a:gd name="connsiteY6" fmla="*/ 40489 h 122569"/>
                <a:gd name="connsiteX7" fmla="*/ 48181 w 141695"/>
                <a:gd name="connsiteY7" fmla="*/ 59539 h 122569"/>
                <a:gd name="connsiteX8" fmla="*/ 64850 w 141695"/>
                <a:gd name="connsiteY8" fmla="*/ 105736 h 122569"/>
                <a:gd name="connsiteX9" fmla="*/ 12462 w 141695"/>
                <a:gd name="connsiteY9" fmla="*/ 116689 h 122569"/>
                <a:gd name="connsiteX0" fmla="*/ 12462 w 124441"/>
                <a:gd name="connsiteY0" fmla="*/ 117287 h 123167"/>
                <a:gd name="connsiteX1" fmla="*/ 556 w 124441"/>
                <a:gd name="connsiteY1" fmla="*/ 29181 h 123167"/>
                <a:gd name="connsiteX2" fmla="*/ 24368 w 124441"/>
                <a:gd name="connsiteY2" fmla="*/ 24418 h 123167"/>
                <a:gd name="connsiteX3" fmla="*/ 79137 w 124441"/>
                <a:gd name="connsiteY3" fmla="*/ 17275 h 123167"/>
                <a:gd name="connsiteX4" fmla="*/ 124381 w 124441"/>
                <a:gd name="connsiteY4" fmla="*/ 606 h 123167"/>
                <a:gd name="connsiteX5" fmla="*/ 69612 w 124441"/>
                <a:gd name="connsiteY5" fmla="*/ 41087 h 123167"/>
                <a:gd name="connsiteX6" fmla="*/ 48181 w 124441"/>
                <a:gd name="connsiteY6" fmla="*/ 60137 h 123167"/>
                <a:gd name="connsiteX7" fmla="*/ 64850 w 124441"/>
                <a:gd name="connsiteY7" fmla="*/ 106334 h 123167"/>
                <a:gd name="connsiteX8" fmla="*/ 12462 w 124441"/>
                <a:gd name="connsiteY8" fmla="*/ 117287 h 123167"/>
                <a:gd name="connsiteX0" fmla="*/ 12462 w 81572"/>
                <a:gd name="connsiteY0" fmla="*/ 100596 h 106476"/>
                <a:gd name="connsiteX1" fmla="*/ 556 w 81572"/>
                <a:gd name="connsiteY1" fmla="*/ 12490 h 106476"/>
                <a:gd name="connsiteX2" fmla="*/ 24368 w 81572"/>
                <a:gd name="connsiteY2" fmla="*/ 7727 h 106476"/>
                <a:gd name="connsiteX3" fmla="*/ 79137 w 81572"/>
                <a:gd name="connsiteY3" fmla="*/ 584 h 106476"/>
                <a:gd name="connsiteX4" fmla="*/ 69612 w 81572"/>
                <a:gd name="connsiteY4" fmla="*/ 24396 h 106476"/>
                <a:gd name="connsiteX5" fmla="*/ 48181 w 81572"/>
                <a:gd name="connsiteY5" fmla="*/ 43446 h 106476"/>
                <a:gd name="connsiteX6" fmla="*/ 64850 w 81572"/>
                <a:gd name="connsiteY6" fmla="*/ 89643 h 106476"/>
                <a:gd name="connsiteX7" fmla="*/ 12462 w 81572"/>
                <a:gd name="connsiteY7" fmla="*/ 100596 h 106476"/>
                <a:gd name="connsiteX0" fmla="*/ 12462 w 69612"/>
                <a:gd name="connsiteY0" fmla="*/ 97116 h 102996"/>
                <a:gd name="connsiteX1" fmla="*/ 556 w 69612"/>
                <a:gd name="connsiteY1" fmla="*/ 9010 h 102996"/>
                <a:gd name="connsiteX2" fmla="*/ 24368 w 69612"/>
                <a:gd name="connsiteY2" fmla="*/ 4247 h 102996"/>
                <a:gd name="connsiteX3" fmla="*/ 69612 w 69612"/>
                <a:gd name="connsiteY3" fmla="*/ 20916 h 102996"/>
                <a:gd name="connsiteX4" fmla="*/ 48181 w 69612"/>
                <a:gd name="connsiteY4" fmla="*/ 39966 h 102996"/>
                <a:gd name="connsiteX5" fmla="*/ 64850 w 69612"/>
                <a:gd name="connsiteY5" fmla="*/ 86163 h 102996"/>
                <a:gd name="connsiteX6" fmla="*/ 12462 w 69612"/>
                <a:gd name="connsiteY6" fmla="*/ 97116 h 102996"/>
                <a:gd name="connsiteX0" fmla="*/ 12462 w 71381"/>
                <a:gd name="connsiteY0" fmla="*/ 97116 h 102288"/>
                <a:gd name="connsiteX1" fmla="*/ 556 w 71381"/>
                <a:gd name="connsiteY1" fmla="*/ 9010 h 102288"/>
                <a:gd name="connsiteX2" fmla="*/ 24368 w 71381"/>
                <a:gd name="connsiteY2" fmla="*/ 4247 h 102288"/>
                <a:gd name="connsiteX3" fmla="*/ 69612 w 71381"/>
                <a:gd name="connsiteY3" fmla="*/ 20916 h 102288"/>
                <a:gd name="connsiteX4" fmla="*/ 62457 w 71381"/>
                <a:gd name="connsiteY4" fmla="*/ 38091 h 102288"/>
                <a:gd name="connsiteX5" fmla="*/ 64850 w 71381"/>
                <a:gd name="connsiteY5" fmla="*/ 86163 h 102288"/>
                <a:gd name="connsiteX6" fmla="*/ 12462 w 71381"/>
                <a:gd name="connsiteY6" fmla="*/ 97116 h 102288"/>
                <a:gd name="connsiteX0" fmla="*/ 12462 w 67890"/>
                <a:gd name="connsiteY0" fmla="*/ 97206 h 102378"/>
                <a:gd name="connsiteX1" fmla="*/ 556 w 67890"/>
                <a:gd name="connsiteY1" fmla="*/ 9100 h 102378"/>
                <a:gd name="connsiteX2" fmla="*/ 24368 w 67890"/>
                <a:gd name="connsiteY2" fmla="*/ 4337 h 102378"/>
                <a:gd name="connsiteX3" fmla="*/ 57120 w 67890"/>
                <a:gd name="connsiteY3" fmla="*/ 22647 h 102378"/>
                <a:gd name="connsiteX4" fmla="*/ 62457 w 67890"/>
                <a:gd name="connsiteY4" fmla="*/ 38181 h 102378"/>
                <a:gd name="connsiteX5" fmla="*/ 64850 w 67890"/>
                <a:gd name="connsiteY5" fmla="*/ 86253 h 102378"/>
                <a:gd name="connsiteX6" fmla="*/ 12462 w 67890"/>
                <a:gd name="connsiteY6" fmla="*/ 97206 h 102378"/>
                <a:gd name="connsiteX0" fmla="*/ 12254 w 62649"/>
                <a:gd name="connsiteY0" fmla="*/ 97206 h 99799"/>
                <a:gd name="connsiteX1" fmla="*/ 348 w 62649"/>
                <a:gd name="connsiteY1" fmla="*/ 9100 h 99799"/>
                <a:gd name="connsiteX2" fmla="*/ 24160 w 62649"/>
                <a:gd name="connsiteY2" fmla="*/ 4337 h 99799"/>
                <a:gd name="connsiteX3" fmla="*/ 56912 w 62649"/>
                <a:gd name="connsiteY3" fmla="*/ 22647 h 99799"/>
                <a:gd name="connsiteX4" fmla="*/ 62249 w 62649"/>
                <a:gd name="connsiteY4" fmla="*/ 38181 h 99799"/>
                <a:gd name="connsiteX5" fmla="*/ 42533 w 62649"/>
                <a:gd name="connsiteY5" fmla="*/ 73033 h 99799"/>
                <a:gd name="connsiteX6" fmla="*/ 12254 w 62649"/>
                <a:gd name="connsiteY6" fmla="*/ 97206 h 99799"/>
                <a:gd name="connsiteX0" fmla="*/ 12254 w 57372"/>
                <a:gd name="connsiteY0" fmla="*/ 97206 h 99811"/>
                <a:gd name="connsiteX1" fmla="*/ 348 w 57372"/>
                <a:gd name="connsiteY1" fmla="*/ 9100 h 99811"/>
                <a:gd name="connsiteX2" fmla="*/ 24160 w 57372"/>
                <a:gd name="connsiteY2" fmla="*/ 4337 h 99811"/>
                <a:gd name="connsiteX3" fmla="*/ 56912 w 57372"/>
                <a:gd name="connsiteY3" fmla="*/ 22647 h 99811"/>
                <a:gd name="connsiteX4" fmla="*/ 43952 w 57372"/>
                <a:gd name="connsiteY4" fmla="*/ 37168 h 99811"/>
                <a:gd name="connsiteX5" fmla="*/ 42533 w 57372"/>
                <a:gd name="connsiteY5" fmla="*/ 73033 h 99811"/>
                <a:gd name="connsiteX6" fmla="*/ 12254 w 57372"/>
                <a:gd name="connsiteY6" fmla="*/ 97206 h 99811"/>
                <a:gd name="connsiteX0" fmla="*/ 12254 w 56714"/>
                <a:gd name="connsiteY0" fmla="*/ 96979 h 99584"/>
                <a:gd name="connsiteX1" fmla="*/ 348 w 56714"/>
                <a:gd name="connsiteY1" fmla="*/ 8873 h 99584"/>
                <a:gd name="connsiteX2" fmla="*/ 24160 w 56714"/>
                <a:gd name="connsiteY2" fmla="*/ 4110 h 99584"/>
                <a:gd name="connsiteX3" fmla="*/ 56235 w 56714"/>
                <a:gd name="connsiteY3" fmla="*/ 18293 h 99584"/>
                <a:gd name="connsiteX4" fmla="*/ 43952 w 56714"/>
                <a:gd name="connsiteY4" fmla="*/ 36941 h 99584"/>
                <a:gd name="connsiteX5" fmla="*/ 42533 w 56714"/>
                <a:gd name="connsiteY5" fmla="*/ 72806 h 99584"/>
                <a:gd name="connsiteX6" fmla="*/ 12254 w 56714"/>
                <a:gd name="connsiteY6" fmla="*/ 96979 h 99584"/>
                <a:gd name="connsiteX0" fmla="*/ 11600 w 56060"/>
                <a:gd name="connsiteY0" fmla="*/ 94621 h 96986"/>
                <a:gd name="connsiteX1" fmla="*/ 371 w 56060"/>
                <a:gd name="connsiteY1" fmla="*/ 10643 h 96986"/>
                <a:gd name="connsiteX2" fmla="*/ 23506 w 56060"/>
                <a:gd name="connsiteY2" fmla="*/ 1752 h 96986"/>
                <a:gd name="connsiteX3" fmla="*/ 55581 w 56060"/>
                <a:gd name="connsiteY3" fmla="*/ 15935 h 96986"/>
                <a:gd name="connsiteX4" fmla="*/ 43298 w 56060"/>
                <a:gd name="connsiteY4" fmla="*/ 34583 h 96986"/>
                <a:gd name="connsiteX5" fmla="*/ 41879 w 56060"/>
                <a:gd name="connsiteY5" fmla="*/ 70448 h 96986"/>
                <a:gd name="connsiteX6" fmla="*/ 11600 w 56060"/>
                <a:gd name="connsiteY6" fmla="*/ 94621 h 96986"/>
                <a:gd name="connsiteX0" fmla="*/ 13796 w 65002"/>
                <a:gd name="connsiteY0" fmla="*/ 91369 h 93734"/>
                <a:gd name="connsiteX1" fmla="*/ 2567 w 65002"/>
                <a:gd name="connsiteY1" fmla="*/ 7391 h 93734"/>
                <a:gd name="connsiteX2" fmla="*/ 61186 w 65002"/>
                <a:gd name="connsiteY2" fmla="*/ 4828 h 93734"/>
                <a:gd name="connsiteX3" fmla="*/ 57777 w 65002"/>
                <a:gd name="connsiteY3" fmla="*/ 12683 h 93734"/>
                <a:gd name="connsiteX4" fmla="*/ 45494 w 65002"/>
                <a:gd name="connsiteY4" fmla="*/ 31331 h 93734"/>
                <a:gd name="connsiteX5" fmla="*/ 44075 w 65002"/>
                <a:gd name="connsiteY5" fmla="*/ 67196 h 93734"/>
                <a:gd name="connsiteX6" fmla="*/ 13796 w 65002"/>
                <a:gd name="connsiteY6" fmla="*/ 91369 h 93734"/>
                <a:gd name="connsiteX0" fmla="*/ 14143 w 65349"/>
                <a:gd name="connsiteY0" fmla="*/ 91369 h 97310"/>
                <a:gd name="connsiteX1" fmla="*/ 2914 w 65349"/>
                <a:gd name="connsiteY1" fmla="*/ 7391 h 97310"/>
                <a:gd name="connsiteX2" fmla="*/ 61533 w 65349"/>
                <a:gd name="connsiteY2" fmla="*/ 4828 h 97310"/>
                <a:gd name="connsiteX3" fmla="*/ 58124 w 65349"/>
                <a:gd name="connsiteY3" fmla="*/ 12683 h 97310"/>
                <a:gd name="connsiteX4" fmla="*/ 45841 w 65349"/>
                <a:gd name="connsiteY4" fmla="*/ 31331 h 97310"/>
                <a:gd name="connsiteX5" fmla="*/ 59843 w 65349"/>
                <a:gd name="connsiteY5" fmla="*/ 83862 h 97310"/>
                <a:gd name="connsiteX6" fmla="*/ 14143 w 65349"/>
                <a:gd name="connsiteY6" fmla="*/ 91369 h 97310"/>
                <a:gd name="connsiteX0" fmla="*/ 9820 w 67300"/>
                <a:gd name="connsiteY0" fmla="*/ 74043 h 86547"/>
                <a:gd name="connsiteX1" fmla="*/ 4865 w 67300"/>
                <a:gd name="connsiteY1" fmla="*/ 6225 h 86547"/>
                <a:gd name="connsiteX2" fmla="*/ 63484 w 67300"/>
                <a:gd name="connsiteY2" fmla="*/ 3662 h 86547"/>
                <a:gd name="connsiteX3" fmla="*/ 60075 w 67300"/>
                <a:gd name="connsiteY3" fmla="*/ 11517 h 86547"/>
                <a:gd name="connsiteX4" fmla="*/ 47792 w 67300"/>
                <a:gd name="connsiteY4" fmla="*/ 30165 h 86547"/>
                <a:gd name="connsiteX5" fmla="*/ 61794 w 67300"/>
                <a:gd name="connsiteY5" fmla="*/ 82696 h 86547"/>
                <a:gd name="connsiteX6" fmla="*/ 9820 w 67300"/>
                <a:gd name="connsiteY6" fmla="*/ 74043 h 86547"/>
                <a:gd name="connsiteX0" fmla="*/ 9909 w 67389"/>
                <a:gd name="connsiteY0" fmla="*/ 74043 h 80480"/>
                <a:gd name="connsiteX1" fmla="*/ 4954 w 67389"/>
                <a:gd name="connsiteY1" fmla="*/ 6225 h 80480"/>
                <a:gd name="connsiteX2" fmla="*/ 63573 w 67389"/>
                <a:gd name="connsiteY2" fmla="*/ 3662 h 80480"/>
                <a:gd name="connsiteX3" fmla="*/ 60164 w 67389"/>
                <a:gd name="connsiteY3" fmla="*/ 11517 h 80480"/>
                <a:gd name="connsiteX4" fmla="*/ 47881 w 67389"/>
                <a:gd name="connsiteY4" fmla="*/ 30165 h 80480"/>
                <a:gd name="connsiteX5" fmla="*/ 63874 w 67389"/>
                <a:gd name="connsiteY5" fmla="*/ 72719 h 80480"/>
                <a:gd name="connsiteX6" fmla="*/ 9909 w 67389"/>
                <a:gd name="connsiteY6" fmla="*/ 74043 h 80480"/>
                <a:gd name="connsiteX0" fmla="*/ 9909 w 67068"/>
                <a:gd name="connsiteY0" fmla="*/ 74043 h 80533"/>
                <a:gd name="connsiteX1" fmla="*/ 4954 w 67068"/>
                <a:gd name="connsiteY1" fmla="*/ 6225 h 80533"/>
                <a:gd name="connsiteX2" fmla="*/ 63573 w 67068"/>
                <a:gd name="connsiteY2" fmla="*/ 3662 h 80533"/>
                <a:gd name="connsiteX3" fmla="*/ 60164 w 67068"/>
                <a:gd name="connsiteY3" fmla="*/ 11517 h 80533"/>
                <a:gd name="connsiteX4" fmla="*/ 58588 w 67068"/>
                <a:gd name="connsiteY4" fmla="*/ 29123 h 80533"/>
                <a:gd name="connsiteX5" fmla="*/ 63874 w 67068"/>
                <a:gd name="connsiteY5" fmla="*/ 72719 h 80533"/>
                <a:gd name="connsiteX6" fmla="*/ 9909 w 67068"/>
                <a:gd name="connsiteY6" fmla="*/ 74043 h 80533"/>
                <a:gd name="connsiteX0" fmla="*/ 6459 w 63618"/>
                <a:gd name="connsiteY0" fmla="*/ 71527 h 75903"/>
                <a:gd name="connsiteX1" fmla="*/ 16484 w 63618"/>
                <a:gd name="connsiteY1" fmla="*/ 34644 h 75903"/>
                <a:gd name="connsiteX2" fmla="*/ 1504 w 63618"/>
                <a:gd name="connsiteY2" fmla="*/ 3709 h 75903"/>
                <a:gd name="connsiteX3" fmla="*/ 60123 w 63618"/>
                <a:gd name="connsiteY3" fmla="*/ 1146 h 75903"/>
                <a:gd name="connsiteX4" fmla="*/ 56714 w 63618"/>
                <a:gd name="connsiteY4" fmla="*/ 9001 h 75903"/>
                <a:gd name="connsiteX5" fmla="*/ 55138 w 63618"/>
                <a:gd name="connsiteY5" fmla="*/ 26607 h 75903"/>
                <a:gd name="connsiteX6" fmla="*/ 60424 w 63618"/>
                <a:gd name="connsiteY6" fmla="*/ 70203 h 75903"/>
                <a:gd name="connsiteX7" fmla="*/ 6459 w 63618"/>
                <a:gd name="connsiteY7" fmla="*/ 71527 h 75903"/>
                <a:gd name="connsiteX0" fmla="*/ 10541 w 67700"/>
                <a:gd name="connsiteY0" fmla="*/ 71718 h 75893"/>
                <a:gd name="connsiteX1" fmla="*/ 2947 w 67700"/>
                <a:gd name="connsiteY1" fmla="*/ 37948 h 75893"/>
                <a:gd name="connsiteX2" fmla="*/ 5586 w 67700"/>
                <a:gd name="connsiteY2" fmla="*/ 3900 h 75893"/>
                <a:gd name="connsiteX3" fmla="*/ 64205 w 67700"/>
                <a:gd name="connsiteY3" fmla="*/ 1337 h 75893"/>
                <a:gd name="connsiteX4" fmla="*/ 60796 w 67700"/>
                <a:gd name="connsiteY4" fmla="*/ 9192 h 75893"/>
                <a:gd name="connsiteX5" fmla="*/ 59220 w 67700"/>
                <a:gd name="connsiteY5" fmla="*/ 26798 h 75893"/>
                <a:gd name="connsiteX6" fmla="*/ 64506 w 67700"/>
                <a:gd name="connsiteY6" fmla="*/ 70394 h 75893"/>
                <a:gd name="connsiteX7" fmla="*/ 10541 w 67700"/>
                <a:gd name="connsiteY7" fmla="*/ 71718 h 75893"/>
                <a:gd name="connsiteX0" fmla="*/ 1317 w 110848"/>
                <a:gd name="connsiteY0" fmla="*/ 45800 h 70699"/>
                <a:gd name="connsiteX1" fmla="*/ 43296 w 110848"/>
                <a:gd name="connsiteY1" fmla="*/ 37948 h 70699"/>
                <a:gd name="connsiteX2" fmla="*/ 45935 w 110848"/>
                <a:gd name="connsiteY2" fmla="*/ 3900 h 70699"/>
                <a:gd name="connsiteX3" fmla="*/ 104554 w 110848"/>
                <a:gd name="connsiteY3" fmla="*/ 1337 h 70699"/>
                <a:gd name="connsiteX4" fmla="*/ 101145 w 110848"/>
                <a:gd name="connsiteY4" fmla="*/ 9192 h 70699"/>
                <a:gd name="connsiteX5" fmla="*/ 99569 w 110848"/>
                <a:gd name="connsiteY5" fmla="*/ 26798 h 70699"/>
                <a:gd name="connsiteX6" fmla="*/ 104855 w 110848"/>
                <a:gd name="connsiteY6" fmla="*/ 70394 h 70699"/>
                <a:gd name="connsiteX7" fmla="*/ 1317 w 110848"/>
                <a:gd name="connsiteY7" fmla="*/ 45800 h 70699"/>
                <a:gd name="connsiteX0" fmla="*/ 453 w 107185"/>
                <a:gd name="connsiteY0" fmla="*/ 45800 h 55583"/>
                <a:gd name="connsiteX1" fmla="*/ 42432 w 107185"/>
                <a:gd name="connsiteY1" fmla="*/ 37948 h 55583"/>
                <a:gd name="connsiteX2" fmla="*/ 45071 w 107185"/>
                <a:gd name="connsiteY2" fmla="*/ 3900 h 55583"/>
                <a:gd name="connsiteX3" fmla="*/ 103690 w 107185"/>
                <a:gd name="connsiteY3" fmla="*/ 1337 h 55583"/>
                <a:gd name="connsiteX4" fmla="*/ 100281 w 107185"/>
                <a:gd name="connsiteY4" fmla="*/ 9192 h 55583"/>
                <a:gd name="connsiteX5" fmla="*/ 98705 w 107185"/>
                <a:gd name="connsiteY5" fmla="*/ 26798 h 55583"/>
                <a:gd name="connsiteX6" fmla="*/ 76078 w 107185"/>
                <a:gd name="connsiteY6" fmla="*/ 54944 h 55583"/>
                <a:gd name="connsiteX7" fmla="*/ 453 w 107185"/>
                <a:gd name="connsiteY7" fmla="*/ 45800 h 55583"/>
                <a:gd name="connsiteX0" fmla="*/ 453 w 107185"/>
                <a:gd name="connsiteY0" fmla="*/ 44688 h 54471"/>
                <a:gd name="connsiteX1" fmla="*/ 42432 w 107185"/>
                <a:gd name="connsiteY1" fmla="*/ 36836 h 54471"/>
                <a:gd name="connsiteX2" fmla="*/ 60739 w 107185"/>
                <a:gd name="connsiteY2" fmla="*/ 9549 h 54471"/>
                <a:gd name="connsiteX3" fmla="*/ 45071 w 107185"/>
                <a:gd name="connsiteY3" fmla="*/ 2788 h 54471"/>
                <a:gd name="connsiteX4" fmla="*/ 103690 w 107185"/>
                <a:gd name="connsiteY4" fmla="*/ 225 h 54471"/>
                <a:gd name="connsiteX5" fmla="*/ 100281 w 107185"/>
                <a:gd name="connsiteY5" fmla="*/ 8080 h 54471"/>
                <a:gd name="connsiteX6" fmla="*/ 98705 w 107185"/>
                <a:gd name="connsiteY6" fmla="*/ 25686 h 54471"/>
                <a:gd name="connsiteX7" fmla="*/ 76078 w 107185"/>
                <a:gd name="connsiteY7" fmla="*/ 53832 h 54471"/>
                <a:gd name="connsiteX8" fmla="*/ 453 w 107185"/>
                <a:gd name="connsiteY8" fmla="*/ 44688 h 54471"/>
                <a:gd name="connsiteX0" fmla="*/ 3212 w 109944"/>
                <a:gd name="connsiteY0" fmla="*/ 44688 h 67910"/>
                <a:gd name="connsiteX1" fmla="*/ 45191 w 109944"/>
                <a:gd name="connsiteY1" fmla="*/ 36836 h 67910"/>
                <a:gd name="connsiteX2" fmla="*/ 63498 w 109944"/>
                <a:gd name="connsiteY2" fmla="*/ 9549 h 67910"/>
                <a:gd name="connsiteX3" fmla="*/ 47830 w 109944"/>
                <a:gd name="connsiteY3" fmla="*/ 2788 h 67910"/>
                <a:gd name="connsiteX4" fmla="*/ 106449 w 109944"/>
                <a:gd name="connsiteY4" fmla="*/ 225 h 67910"/>
                <a:gd name="connsiteX5" fmla="*/ 103040 w 109944"/>
                <a:gd name="connsiteY5" fmla="*/ 8080 h 67910"/>
                <a:gd name="connsiteX6" fmla="*/ 101464 w 109944"/>
                <a:gd name="connsiteY6" fmla="*/ 25686 h 67910"/>
                <a:gd name="connsiteX7" fmla="*/ 78837 w 109944"/>
                <a:gd name="connsiteY7" fmla="*/ 53832 h 67910"/>
                <a:gd name="connsiteX8" fmla="*/ 11392 w 109944"/>
                <a:gd name="connsiteY8" fmla="*/ 67730 h 67910"/>
                <a:gd name="connsiteX9" fmla="*/ 3212 w 109944"/>
                <a:gd name="connsiteY9" fmla="*/ 44688 h 67910"/>
                <a:gd name="connsiteX0" fmla="*/ 3212 w 109944"/>
                <a:gd name="connsiteY0" fmla="*/ 44688 h 67893"/>
                <a:gd name="connsiteX1" fmla="*/ 45191 w 109944"/>
                <a:gd name="connsiteY1" fmla="*/ 36836 h 67893"/>
                <a:gd name="connsiteX2" fmla="*/ 63498 w 109944"/>
                <a:gd name="connsiteY2" fmla="*/ 9549 h 67893"/>
                <a:gd name="connsiteX3" fmla="*/ 47830 w 109944"/>
                <a:gd name="connsiteY3" fmla="*/ 2788 h 67893"/>
                <a:gd name="connsiteX4" fmla="*/ 106449 w 109944"/>
                <a:gd name="connsiteY4" fmla="*/ 225 h 67893"/>
                <a:gd name="connsiteX5" fmla="*/ 103040 w 109944"/>
                <a:gd name="connsiteY5" fmla="*/ 8080 h 67893"/>
                <a:gd name="connsiteX6" fmla="*/ 101464 w 109944"/>
                <a:gd name="connsiteY6" fmla="*/ 25686 h 67893"/>
                <a:gd name="connsiteX7" fmla="*/ 89544 w 109944"/>
                <a:gd name="connsiteY7" fmla="*/ 52789 h 67893"/>
                <a:gd name="connsiteX8" fmla="*/ 11392 w 109944"/>
                <a:gd name="connsiteY8" fmla="*/ 67730 h 67893"/>
                <a:gd name="connsiteX9" fmla="*/ 3212 w 109944"/>
                <a:gd name="connsiteY9" fmla="*/ 44688 h 67893"/>
                <a:gd name="connsiteX0" fmla="*/ 6436 w 106030"/>
                <a:gd name="connsiteY0" fmla="*/ 43993 h 67893"/>
                <a:gd name="connsiteX1" fmla="*/ 41277 w 106030"/>
                <a:gd name="connsiteY1" fmla="*/ 36836 h 67893"/>
                <a:gd name="connsiteX2" fmla="*/ 59584 w 106030"/>
                <a:gd name="connsiteY2" fmla="*/ 9549 h 67893"/>
                <a:gd name="connsiteX3" fmla="*/ 43916 w 106030"/>
                <a:gd name="connsiteY3" fmla="*/ 2788 h 67893"/>
                <a:gd name="connsiteX4" fmla="*/ 102535 w 106030"/>
                <a:gd name="connsiteY4" fmla="*/ 225 h 67893"/>
                <a:gd name="connsiteX5" fmla="*/ 99126 w 106030"/>
                <a:gd name="connsiteY5" fmla="*/ 8080 h 67893"/>
                <a:gd name="connsiteX6" fmla="*/ 97550 w 106030"/>
                <a:gd name="connsiteY6" fmla="*/ 25686 h 67893"/>
                <a:gd name="connsiteX7" fmla="*/ 85630 w 106030"/>
                <a:gd name="connsiteY7" fmla="*/ 52789 h 67893"/>
                <a:gd name="connsiteX8" fmla="*/ 7478 w 106030"/>
                <a:gd name="connsiteY8" fmla="*/ 67730 h 67893"/>
                <a:gd name="connsiteX9" fmla="*/ 6436 w 106030"/>
                <a:gd name="connsiteY9" fmla="*/ 43993 h 67893"/>
                <a:gd name="connsiteX0" fmla="*/ 6436 w 106030"/>
                <a:gd name="connsiteY0" fmla="*/ 43993 h 81144"/>
                <a:gd name="connsiteX1" fmla="*/ 41277 w 106030"/>
                <a:gd name="connsiteY1" fmla="*/ 36836 h 81144"/>
                <a:gd name="connsiteX2" fmla="*/ 59584 w 106030"/>
                <a:gd name="connsiteY2" fmla="*/ 9549 h 81144"/>
                <a:gd name="connsiteX3" fmla="*/ 43916 w 106030"/>
                <a:gd name="connsiteY3" fmla="*/ 2788 h 81144"/>
                <a:gd name="connsiteX4" fmla="*/ 102535 w 106030"/>
                <a:gd name="connsiteY4" fmla="*/ 225 h 81144"/>
                <a:gd name="connsiteX5" fmla="*/ 99126 w 106030"/>
                <a:gd name="connsiteY5" fmla="*/ 8080 h 81144"/>
                <a:gd name="connsiteX6" fmla="*/ 97550 w 106030"/>
                <a:gd name="connsiteY6" fmla="*/ 25686 h 81144"/>
                <a:gd name="connsiteX7" fmla="*/ 55556 w 106030"/>
                <a:gd name="connsiteY7" fmla="*/ 79476 h 81144"/>
                <a:gd name="connsiteX8" fmla="*/ 7478 w 106030"/>
                <a:gd name="connsiteY8" fmla="*/ 67730 h 81144"/>
                <a:gd name="connsiteX9" fmla="*/ 6436 w 106030"/>
                <a:gd name="connsiteY9" fmla="*/ 43993 h 81144"/>
                <a:gd name="connsiteX0" fmla="*/ 6436 w 105225"/>
                <a:gd name="connsiteY0" fmla="*/ 44769 h 81920"/>
                <a:gd name="connsiteX1" fmla="*/ 41277 w 105225"/>
                <a:gd name="connsiteY1" fmla="*/ 37612 h 81920"/>
                <a:gd name="connsiteX2" fmla="*/ 59584 w 105225"/>
                <a:gd name="connsiteY2" fmla="*/ 10325 h 81920"/>
                <a:gd name="connsiteX3" fmla="*/ 43916 w 105225"/>
                <a:gd name="connsiteY3" fmla="*/ 3564 h 81920"/>
                <a:gd name="connsiteX4" fmla="*/ 102535 w 105225"/>
                <a:gd name="connsiteY4" fmla="*/ 1001 h 81920"/>
                <a:gd name="connsiteX5" fmla="*/ 95576 w 105225"/>
                <a:gd name="connsiteY5" fmla="*/ 20382 h 81920"/>
                <a:gd name="connsiteX6" fmla="*/ 97550 w 105225"/>
                <a:gd name="connsiteY6" fmla="*/ 26462 h 81920"/>
                <a:gd name="connsiteX7" fmla="*/ 55556 w 105225"/>
                <a:gd name="connsiteY7" fmla="*/ 80252 h 81920"/>
                <a:gd name="connsiteX8" fmla="*/ 7478 w 105225"/>
                <a:gd name="connsiteY8" fmla="*/ 68506 h 81920"/>
                <a:gd name="connsiteX9" fmla="*/ 6436 w 105225"/>
                <a:gd name="connsiteY9" fmla="*/ 44769 h 81920"/>
                <a:gd name="connsiteX0" fmla="*/ 6436 w 100362"/>
                <a:gd name="connsiteY0" fmla="*/ 41691 h 78842"/>
                <a:gd name="connsiteX1" fmla="*/ 41277 w 100362"/>
                <a:gd name="connsiteY1" fmla="*/ 34534 h 78842"/>
                <a:gd name="connsiteX2" fmla="*/ 59584 w 100362"/>
                <a:gd name="connsiteY2" fmla="*/ 7247 h 78842"/>
                <a:gd name="connsiteX3" fmla="*/ 43916 w 100362"/>
                <a:gd name="connsiteY3" fmla="*/ 486 h 78842"/>
                <a:gd name="connsiteX4" fmla="*/ 95576 w 100362"/>
                <a:gd name="connsiteY4" fmla="*/ 17304 h 78842"/>
                <a:gd name="connsiteX5" fmla="*/ 97550 w 100362"/>
                <a:gd name="connsiteY5" fmla="*/ 23384 h 78842"/>
                <a:gd name="connsiteX6" fmla="*/ 55556 w 100362"/>
                <a:gd name="connsiteY6" fmla="*/ 77174 h 78842"/>
                <a:gd name="connsiteX7" fmla="*/ 7478 w 100362"/>
                <a:gd name="connsiteY7" fmla="*/ 65428 h 78842"/>
                <a:gd name="connsiteX8" fmla="*/ 6436 w 100362"/>
                <a:gd name="connsiteY8" fmla="*/ 41691 h 78842"/>
                <a:gd name="connsiteX0" fmla="*/ 6436 w 99264"/>
                <a:gd name="connsiteY0" fmla="*/ 34948 h 72099"/>
                <a:gd name="connsiteX1" fmla="*/ 41277 w 99264"/>
                <a:gd name="connsiteY1" fmla="*/ 27791 h 72099"/>
                <a:gd name="connsiteX2" fmla="*/ 59584 w 99264"/>
                <a:gd name="connsiteY2" fmla="*/ 504 h 72099"/>
                <a:gd name="connsiteX3" fmla="*/ 95576 w 99264"/>
                <a:gd name="connsiteY3" fmla="*/ 10561 h 72099"/>
                <a:gd name="connsiteX4" fmla="*/ 97550 w 99264"/>
                <a:gd name="connsiteY4" fmla="*/ 16641 h 72099"/>
                <a:gd name="connsiteX5" fmla="*/ 55556 w 99264"/>
                <a:gd name="connsiteY5" fmla="*/ 70431 h 72099"/>
                <a:gd name="connsiteX6" fmla="*/ 7478 w 99264"/>
                <a:gd name="connsiteY6" fmla="*/ 58685 h 72099"/>
                <a:gd name="connsiteX7" fmla="*/ 6436 w 99264"/>
                <a:gd name="connsiteY7" fmla="*/ 34948 h 72099"/>
                <a:gd name="connsiteX0" fmla="*/ 6436 w 99343"/>
                <a:gd name="connsiteY0" fmla="*/ 52726 h 89877"/>
                <a:gd name="connsiteX1" fmla="*/ 41277 w 99343"/>
                <a:gd name="connsiteY1" fmla="*/ 45569 h 89877"/>
                <a:gd name="connsiteX2" fmla="*/ 58437 w 99343"/>
                <a:gd name="connsiteY2" fmla="*/ 226 h 89877"/>
                <a:gd name="connsiteX3" fmla="*/ 95576 w 99343"/>
                <a:gd name="connsiteY3" fmla="*/ 28339 h 89877"/>
                <a:gd name="connsiteX4" fmla="*/ 97550 w 99343"/>
                <a:gd name="connsiteY4" fmla="*/ 34419 h 89877"/>
                <a:gd name="connsiteX5" fmla="*/ 55556 w 99343"/>
                <a:gd name="connsiteY5" fmla="*/ 88209 h 89877"/>
                <a:gd name="connsiteX6" fmla="*/ 7478 w 99343"/>
                <a:gd name="connsiteY6" fmla="*/ 76463 h 89877"/>
                <a:gd name="connsiteX7" fmla="*/ 6436 w 99343"/>
                <a:gd name="connsiteY7" fmla="*/ 52726 h 89877"/>
                <a:gd name="connsiteX0" fmla="*/ 6436 w 99343"/>
                <a:gd name="connsiteY0" fmla="*/ 52726 h 90186"/>
                <a:gd name="connsiteX1" fmla="*/ 41277 w 99343"/>
                <a:gd name="connsiteY1" fmla="*/ 45569 h 90186"/>
                <a:gd name="connsiteX2" fmla="*/ 58437 w 99343"/>
                <a:gd name="connsiteY2" fmla="*/ 226 h 90186"/>
                <a:gd name="connsiteX3" fmla="*/ 95576 w 99343"/>
                <a:gd name="connsiteY3" fmla="*/ 28339 h 90186"/>
                <a:gd name="connsiteX4" fmla="*/ 97550 w 99343"/>
                <a:gd name="connsiteY4" fmla="*/ 34419 h 90186"/>
                <a:gd name="connsiteX5" fmla="*/ 66489 w 99343"/>
                <a:gd name="connsiteY5" fmla="*/ 88542 h 90186"/>
                <a:gd name="connsiteX6" fmla="*/ 7478 w 99343"/>
                <a:gd name="connsiteY6" fmla="*/ 76463 h 90186"/>
                <a:gd name="connsiteX7" fmla="*/ 6436 w 99343"/>
                <a:gd name="connsiteY7" fmla="*/ 52726 h 90186"/>
                <a:gd name="connsiteX0" fmla="*/ 408 w 92273"/>
                <a:gd name="connsiteY0" fmla="*/ 76463 h 90671"/>
                <a:gd name="connsiteX1" fmla="*/ 34207 w 92273"/>
                <a:gd name="connsiteY1" fmla="*/ 45569 h 90671"/>
                <a:gd name="connsiteX2" fmla="*/ 51367 w 92273"/>
                <a:gd name="connsiteY2" fmla="*/ 226 h 90671"/>
                <a:gd name="connsiteX3" fmla="*/ 88506 w 92273"/>
                <a:gd name="connsiteY3" fmla="*/ 28339 h 90671"/>
                <a:gd name="connsiteX4" fmla="*/ 90480 w 92273"/>
                <a:gd name="connsiteY4" fmla="*/ 34419 h 90671"/>
                <a:gd name="connsiteX5" fmla="*/ 59419 w 92273"/>
                <a:gd name="connsiteY5" fmla="*/ 88542 h 90671"/>
                <a:gd name="connsiteX6" fmla="*/ 408 w 92273"/>
                <a:gd name="connsiteY6" fmla="*/ 76463 h 90671"/>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77875"/>
                <a:gd name="connsiteY0" fmla="*/ 77824 h 90936"/>
                <a:gd name="connsiteX1" fmla="*/ 19809 w 77875"/>
                <a:gd name="connsiteY1" fmla="*/ 45569 h 90936"/>
                <a:gd name="connsiteX2" fmla="*/ 36969 w 77875"/>
                <a:gd name="connsiteY2" fmla="*/ 226 h 90936"/>
                <a:gd name="connsiteX3" fmla="*/ 74108 w 77875"/>
                <a:gd name="connsiteY3" fmla="*/ 28339 h 90936"/>
                <a:gd name="connsiteX4" fmla="*/ 76082 w 77875"/>
                <a:gd name="connsiteY4" fmla="*/ 34419 h 90936"/>
                <a:gd name="connsiteX5" fmla="*/ 45021 w 77875"/>
                <a:gd name="connsiteY5" fmla="*/ 88542 h 90936"/>
                <a:gd name="connsiteX6" fmla="*/ 737 w 77875"/>
                <a:gd name="connsiteY6" fmla="*/ 77824 h 90936"/>
                <a:gd name="connsiteX0" fmla="*/ 737 w 97844"/>
                <a:gd name="connsiteY0" fmla="*/ 77822 h 91109"/>
                <a:gd name="connsiteX1" fmla="*/ 19809 w 97844"/>
                <a:gd name="connsiteY1" fmla="*/ 45567 h 91109"/>
                <a:gd name="connsiteX2" fmla="*/ 36969 w 97844"/>
                <a:gd name="connsiteY2" fmla="*/ 224 h 91109"/>
                <a:gd name="connsiteX3" fmla="*/ 74108 w 97844"/>
                <a:gd name="connsiteY3" fmla="*/ 28337 h 91109"/>
                <a:gd name="connsiteX4" fmla="*/ 97812 w 97844"/>
                <a:gd name="connsiteY4" fmla="*/ 31894 h 91109"/>
                <a:gd name="connsiteX5" fmla="*/ 45021 w 97844"/>
                <a:gd name="connsiteY5" fmla="*/ 88540 h 91109"/>
                <a:gd name="connsiteX6" fmla="*/ 737 w 97844"/>
                <a:gd name="connsiteY6" fmla="*/ 77822 h 91109"/>
                <a:gd name="connsiteX0" fmla="*/ 737 w 97844"/>
                <a:gd name="connsiteY0" fmla="*/ 71767 h 85053"/>
                <a:gd name="connsiteX1" fmla="*/ 19809 w 97844"/>
                <a:gd name="connsiteY1" fmla="*/ 39512 h 85053"/>
                <a:gd name="connsiteX2" fmla="*/ 35617 w 97844"/>
                <a:gd name="connsiteY2" fmla="*/ 274 h 85053"/>
                <a:gd name="connsiteX3" fmla="*/ 74108 w 97844"/>
                <a:gd name="connsiteY3" fmla="*/ 22282 h 85053"/>
                <a:gd name="connsiteX4" fmla="*/ 97812 w 97844"/>
                <a:gd name="connsiteY4" fmla="*/ 25839 h 85053"/>
                <a:gd name="connsiteX5" fmla="*/ 45021 w 97844"/>
                <a:gd name="connsiteY5" fmla="*/ 82485 h 85053"/>
                <a:gd name="connsiteX6" fmla="*/ 737 w 97844"/>
                <a:gd name="connsiteY6" fmla="*/ 71767 h 85053"/>
                <a:gd name="connsiteX0" fmla="*/ 737 w 97844"/>
                <a:gd name="connsiteY0" fmla="*/ 71767 h 74549"/>
                <a:gd name="connsiteX1" fmla="*/ 19809 w 97844"/>
                <a:gd name="connsiteY1" fmla="*/ 39512 h 74549"/>
                <a:gd name="connsiteX2" fmla="*/ 35617 w 97844"/>
                <a:gd name="connsiteY2" fmla="*/ 274 h 74549"/>
                <a:gd name="connsiteX3" fmla="*/ 74108 w 97844"/>
                <a:gd name="connsiteY3" fmla="*/ 22282 h 74549"/>
                <a:gd name="connsiteX4" fmla="*/ 97812 w 97844"/>
                <a:gd name="connsiteY4" fmla="*/ 25839 h 74549"/>
                <a:gd name="connsiteX5" fmla="*/ 23072 w 97844"/>
                <a:gd name="connsiteY5" fmla="*/ 63225 h 74549"/>
                <a:gd name="connsiteX6" fmla="*/ 737 w 97844"/>
                <a:gd name="connsiteY6" fmla="*/ 71767 h 74549"/>
                <a:gd name="connsiteX0" fmla="*/ 1138 w 98245"/>
                <a:gd name="connsiteY0" fmla="*/ 71767 h 74549"/>
                <a:gd name="connsiteX1" fmla="*/ 13599 w 98245"/>
                <a:gd name="connsiteY1" fmla="*/ 28384 h 74549"/>
                <a:gd name="connsiteX2" fmla="*/ 36018 w 98245"/>
                <a:gd name="connsiteY2" fmla="*/ 274 h 74549"/>
                <a:gd name="connsiteX3" fmla="*/ 74509 w 98245"/>
                <a:gd name="connsiteY3" fmla="*/ 22282 h 74549"/>
                <a:gd name="connsiteX4" fmla="*/ 98213 w 98245"/>
                <a:gd name="connsiteY4" fmla="*/ 25839 h 74549"/>
                <a:gd name="connsiteX5" fmla="*/ 23473 w 98245"/>
                <a:gd name="connsiteY5" fmla="*/ 63225 h 74549"/>
                <a:gd name="connsiteX6" fmla="*/ 1138 w 98245"/>
                <a:gd name="connsiteY6" fmla="*/ 71767 h 74549"/>
                <a:gd name="connsiteX0" fmla="*/ 157 w 170457"/>
                <a:gd name="connsiteY0" fmla="*/ 42593 h 63543"/>
                <a:gd name="connsiteX1" fmla="*/ 85811 w 170457"/>
                <a:gd name="connsiteY1" fmla="*/ 28384 h 63543"/>
                <a:gd name="connsiteX2" fmla="*/ 108230 w 170457"/>
                <a:gd name="connsiteY2" fmla="*/ 274 h 63543"/>
                <a:gd name="connsiteX3" fmla="*/ 146721 w 170457"/>
                <a:gd name="connsiteY3" fmla="*/ 22282 h 63543"/>
                <a:gd name="connsiteX4" fmla="*/ 170425 w 170457"/>
                <a:gd name="connsiteY4" fmla="*/ 25839 h 63543"/>
                <a:gd name="connsiteX5" fmla="*/ 95685 w 170457"/>
                <a:gd name="connsiteY5" fmla="*/ 63225 h 63543"/>
                <a:gd name="connsiteX6" fmla="*/ 157 w 170457"/>
                <a:gd name="connsiteY6" fmla="*/ 42593 h 63543"/>
                <a:gd name="connsiteX0" fmla="*/ 157 w 170457"/>
                <a:gd name="connsiteY0" fmla="*/ 42593 h 51277"/>
                <a:gd name="connsiteX1" fmla="*/ 85811 w 170457"/>
                <a:gd name="connsiteY1" fmla="*/ 28384 h 51277"/>
                <a:gd name="connsiteX2" fmla="*/ 108230 w 170457"/>
                <a:gd name="connsiteY2" fmla="*/ 274 h 51277"/>
                <a:gd name="connsiteX3" fmla="*/ 146721 w 170457"/>
                <a:gd name="connsiteY3" fmla="*/ 22282 h 51277"/>
                <a:gd name="connsiteX4" fmla="*/ 170425 w 170457"/>
                <a:gd name="connsiteY4" fmla="*/ 25839 h 51277"/>
                <a:gd name="connsiteX5" fmla="*/ 104596 w 170457"/>
                <a:gd name="connsiteY5" fmla="*/ 50294 h 51277"/>
                <a:gd name="connsiteX6" fmla="*/ 157 w 170457"/>
                <a:gd name="connsiteY6" fmla="*/ 42593 h 51277"/>
                <a:gd name="connsiteX0" fmla="*/ 126 w 190806"/>
                <a:gd name="connsiteY0" fmla="*/ 39011 h 50736"/>
                <a:gd name="connsiteX1" fmla="*/ 106160 w 190806"/>
                <a:gd name="connsiteY1" fmla="*/ 28384 h 50736"/>
                <a:gd name="connsiteX2" fmla="*/ 128579 w 190806"/>
                <a:gd name="connsiteY2" fmla="*/ 274 h 50736"/>
                <a:gd name="connsiteX3" fmla="*/ 167070 w 190806"/>
                <a:gd name="connsiteY3" fmla="*/ 22282 h 50736"/>
                <a:gd name="connsiteX4" fmla="*/ 190774 w 190806"/>
                <a:gd name="connsiteY4" fmla="*/ 25839 h 50736"/>
                <a:gd name="connsiteX5" fmla="*/ 124945 w 190806"/>
                <a:gd name="connsiteY5" fmla="*/ 50294 h 50736"/>
                <a:gd name="connsiteX6" fmla="*/ 126 w 190806"/>
                <a:gd name="connsiteY6" fmla="*/ 39011 h 50736"/>
                <a:gd name="connsiteX0" fmla="*/ 126 w 190943"/>
                <a:gd name="connsiteY0" fmla="*/ 39028 h 50753"/>
                <a:gd name="connsiteX1" fmla="*/ 106160 w 190943"/>
                <a:gd name="connsiteY1" fmla="*/ 28401 h 50753"/>
                <a:gd name="connsiteX2" fmla="*/ 128579 w 190943"/>
                <a:gd name="connsiteY2" fmla="*/ 291 h 50753"/>
                <a:gd name="connsiteX3" fmla="*/ 179489 w 190943"/>
                <a:gd name="connsiteY3" fmla="*/ 20857 h 50753"/>
                <a:gd name="connsiteX4" fmla="*/ 190774 w 190943"/>
                <a:gd name="connsiteY4" fmla="*/ 25856 h 50753"/>
                <a:gd name="connsiteX5" fmla="*/ 124945 w 190943"/>
                <a:gd name="connsiteY5" fmla="*/ 50311 h 50753"/>
                <a:gd name="connsiteX6" fmla="*/ 126 w 190943"/>
                <a:gd name="connsiteY6" fmla="*/ 39028 h 50753"/>
                <a:gd name="connsiteX0" fmla="*/ 126 w 190943"/>
                <a:gd name="connsiteY0" fmla="*/ 39028 h 55612"/>
                <a:gd name="connsiteX1" fmla="*/ 106160 w 190943"/>
                <a:gd name="connsiteY1" fmla="*/ 28401 h 55612"/>
                <a:gd name="connsiteX2" fmla="*/ 128579 w 190943"/>
                <a:gd name="connsiteY2" fmla="*/ 291 h 55612"/>
                <a:gd name="connsiteX3" fmla="*/ 179489 w 190943"/>
                <a:gd name="connsiteY3" fmla="*/ 20857 h 55612"/>
                <a:gd name="connsiteX4" fmla="*/ 190774 w 190943"/>
                <a:gd name="connsiteY4" fmla="*/ 25856 h 55612"/>
                <a:gd name="connsiteX5" fmla="*/ 132908 w 190943"/>
                <a:gd name="connsiteY5" fmla="*/ 55335 h 55612"/>
                <a:gd name="connsiteX6" fmla="*/ 126 w 190943"/>
                <a:gd name="connsiteY6" fmla="*/ 39028 h 55612"/>
                <a:gd name="connsiteX0" fmla="*/ 126 w 181136"/>
                <a:gd name="connsiteY0" fmla="*/ 39014 h 55902"/>
                <a:gd name="connsiteX1" fmla="*/ 106160 w 181136"/>
                <a:gd name="connsiteY1" fmla="*/ 28387 h 55902"/>
                <a:gd name="connsiteX2" fmla="*/ 128579 w 181136"/>
                <a:gd name="connsiteY2" fmla="*/ 277 h 55902"/>
                <a:gd name="connsiteX3" fmla="*/ 179489 w 181136"/>
                <a:gd name="connsiteY3" fmla="*/ 20843 h 55902"/>
                <a:gd name="connsiteX4" fmla="*/ 169225 w 181136"/>
                <a:gd name="connsiteY4" fmla="*/ 18430 h 55902"/>
                <a:gd name="connsiteX5" fmla="*/ 132908 w 181136"/>
                <a:gd name="connsiteY5" fmla="*/ 55321 h 55902"/>
                <a:gd name="connsiteX6" fmla="*/ 126 w 181136"/>
                <a:gd name="connsiteY6" fmla="*/ 39014 h 55902"/>
                <a:gd name="connsiteX0" fmla="*/ 126 w 181137"/>
                <a:gd name="connsiteY0" fmla="*/ 39014 h 55902"/>
                <a:gd name="connsiteX1" fmla="*/ 106160 w 181137"/>
                <a:gd name="connsiteY1" fmla="*/ 28387 h 55902"/>
                <a:gd name="connsiteX2" fmla="*/ 128579 w 181137"/>
                <a:gd name="connsiteY2" fmla="*/ 277 h 55902"/>
                <a:gd name="connsiteX3" fmla="*/ 179489 w 181137"/>
                <a:gd name="connsiteY3" fmla="*/ 20843 h 55902"/>
                <a:gd name="connsiteX4" fmla="*/ 169225 w 181137"/>
                <a:gd name="connsiteY4" fmla="*/ 18430 h 55902"/>
                <a:gd name="connsiteX5" fmla="*/ 132908 w 181137"/>
                <a:gd name="connsiteY5" fmla="*/ 55321 h 55902"/>
                <a:gd name="connsiteX6" fmla="*/ 126 w 181137"/>
                <a:gd name="connsiteY6" fmla="*/ 39014 h 55902"/>
                <a:gd name="connsiteX0" fmla="*/ 440 w 181451"/>
                <a:gd name="connsiteY0" fmla="*/ 39014 h 56187"/>
                <a:gd name="connsiteX1" fmla="*/ 106474 w 181451"/>
                <a:gd name="connsiteY1" fmla="*/ 28387 h 56187"/>
                <a:gd name="connsiteX2" fmla="*/ 128893 w 181451"/>
                <a:gd name="connsiteY2" fmla="*/ 277 h 56187"/>
                <a:gd name="connsiteX3" fmla="*/ 179803 w 181451"/>
                <a:gd name="connsiteY3" fmla="*/ 20843 h 56187"/>
                <a:gd name="connsiteX4" fmla="*/ 169539 w 181451"/>
                <a:gd name="connsiteY4" fmla="*/ 18430 h 56187"/>
                <a:gd name="connsiteX5" fmla="*/ 133222 w 181451"/>
                <a:gd name="connsiteY5" fmla="*/ 55321 h 56187"/>
                <a:gd name="connsiteX6" fmla="*/ 71785 w 181451"/>
                <a:gd name="connsiteY6" fmla="*/ 44079 h 56187"/>
                <a:gd name="connsiteX7" fmla="*/ 440 w 181451"/>
                <a:gd name="connsiteY7" fmla="*/ 39014 h 56187"/>
                <a:gd name="connsiteX0" fmla="*/ 363 w 193791"/>
                <a:gd name="connsiteY0" fmla="*/ 40455 h 56187"/>
                <a:gd name="connsiteX1" fmla="*/ 118814 w 193791"/>
                <a:gd name="connsiteY1" fmla="*/ 28387 h 56187"/>
                <a:gd name="connsiteX2" fmla="*/ 141233 w 193791"/>
                <a:gd name="connsiteY2" fmla="*/ 277 h 56187"/>
                <a:gd name="connsiteX3" fmla="*/ 192143 w 193791"/>
                <a:gd name="connsiteY3" fmla="*/ 20843 h 56187"/>
                <a:gd name="connsiteX4" fmla="*/ 181879 w 193791"/>
                <a:gd name="connsiteY4" fmla="*/ 18430 h 56187"/>
                <a:gd name="connsiteX5" fmla="*/ 145562 w 193791"/>
                <a:gd name="connsiteY5" fmla="*/ 55321 h 56187"/>
                <a:gd name="connsiteX6" fmla="*/ 84125 w 193791"/>
                <a:gd name="connsiteY6" fmla="*/ 44079 h 56187"/>
                <a:gd name="connsiteX7" fmla="*/ 363 w 193791"/>
                <a:gd name="connsiteY7" fmla="*/ 40455 h 5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791" h="56187">
                  <a:moveTo>
                    <a:pt x="363" y="40455"/>
                  </a:moveTo>
                  <a:cubicBezTo>
                    <a:pt x="-3839" y="33293"/>
                    <a:pt x="110321" y="41093"/>
                    <a:pt x="118814" y="28387"/>
                  </a:cubicBezTo>
                  <a:cubicBezTo>
                    <a:pt x="127307" y="15681"/>
                    <a:pt x="132183" y="3149"/>
                    <a:pt x="141233" y="277"/>
                  </a:cubicBezTo>
                  <a:cubicBezTo>
                    <a:pt x="150283" y="-2595"/>
                    <a:pt x="185369" y="17818"/>
                    <a:pt x="192143" y="20843"/>
                  </a:cubicBezTo>
                  <a:cubicBezTo>
                    <a:pt x="198917" y="23868"/>
                    <a:pt x="182673" y="4539"/>
                    <a:pt x="181879" y="18430"/>
                  </a:cubicBezTo>
                  <a:cubicBezTo>
                    <a:pt x="181085" y="32321"/>
                    <a:pt x="161854" y="51046"/>
                    <a:pt x="145562" y="55321"/>
                  </a:cubicBezTo>
                  <a:cubicBezTo>
                    <a:pt x="129270" y="59596"/>
                    <a:pt x="106255" y="46797"/>
                    <a:pt x="84125" y="44079"/>
                  </a:cubicBezTo>
                  <a:cubicBezTo>
                    <a:pt x="61995" y="41361"/>
                    <a:pt x="-5547" y="44407"/>
                    <a:pt x="363" y="4045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16" name="Tongue">
              <a:extLst>
                <a:ext uri="{FF2B5EF4-FFF2-40B4-BE49-F238E27FC236}">
                  <a16:creationId xmlns:a16="http://schemas.microsoft.com/office/drawing/2014/main" id="{BC4795F3-58E6-1A0B-441F-BEB6EE63AADF}"/>
                </a:ext>
              </a:extLst>
            </p:cNvPr>
            <p:cNvGrpSpPr/>
            <p:nvPr/>
          </p:nvGrpSpPr>
          <p:grpSpPr>
            <a:xfrm>
              <a:off x="5710179" y="1031824"/>
              <a:ext cx="806142" cy="794587"/>
              <a:chOff x="4027390" y="4220910"/>
              <a:chExt cx="1061606" cy="1004839"/>
            </a:xfrm>
          </p:grpSpPr>
          <p:sp>
            <p:nvSpPr>
              <p:cNvPr id="33" name="Freeform: Shape 32">
                <a:extLst>
                  <a:ext uri="{FF2B5EF4-FFF2-40B4-BE49-F238E27FC236}">
                    <a16:creationId xmlns:a16="http://schemas.microsoft.com/office/drawing/2014/main" id="{7EF169E7-1AA2-F7F8-D4B5-EC9D14797578}"/>
                  </a:ext>
                </a:extLst>
              </p:cNvPr>
              <p:cNvSpPr/>
              <p:nvPr/>
            </p:nvSpPr>
            <p:spPr>
              <a:xfrm>
                <a:off x="4027390" y="4220910"/>
                <a:ext cx="1061606" cy="1004839"/>
              </a:xfrm>
              <a:custGeom>
                <a:avLst/>
                <a:gdLst>
                  <a:gd name="connsiteX0" fmla="*/ 22150 w 490149"/>
                  <a:gd name="connsiteY0" fmla="*/ 76848 h 425691"/>
                  <a:gd name="connsiteX1" fmla="*/ 719 w 490149"/>
                  <a:gd name="connsiteY1" fmla="*/ 150666 h 425691"/>
                  <a:gd name="connsiteX2" fmla="*/ 53106 w 490149"/>
                  <a:gd name="connsiteY2" fmla="*/ 353073 h 425691"/>
                  <a:gd name="connsiteX3" fmla="*/ 176931 w 490149"/>
                  <a:gd name="connsiteY3" fmla="*/ 419748 h 425691"/>
                  <a:gd name="connsiteX4" fmla="*/ 272181 w 490149"/>
                  <a:gd name="connsiteY4" fmla="*/ 419748 h 425691"/>
                  <a:gd name="connsiteX5" fmla="*/ 357906 w 490149"/>
                  <a:gd name="connsiteY5" fmla="*/ 395935 h 425691"/>
                  <a:gd name="connsiteX6" fmla="*/ 384100 w 490149"/>
                  <a:gd name="connsiteY6" fmla="*/ 369741 h 425691"/>
                  <a:gd name="connsiteX7" fmla="*/ 410294 w 490149"/>
                  <a:gd name="connsiteY7" fmla="*/ 364979 h 425691"/>
                  <a:gd name="connsiteX8" fmla="*/ 455538 w 490149"/>
                  <a:gd name="connsiteY8" fmla="*/ 329260 h 425691"/>
                  <a:gd name="connsiteX9" fmla="*/ 479350 w 490149"/>
                  <a:gd name="connsiteY9" fmla="*/ 272110 h 425691"/>
                  <a:gd name="connsiteX10" fmla="*/ 486494 w 490149"/>
                  <a:gd name="connsiteY10" fmla="*/ 200673 h 425691"/>
                  <a:gd name="connsiteX11" fmla="*/ 422200 w 490149"/>
                  <a:gd name="connsiteY11" fmla="*/ 126854 h 425691"/>
                  <a:gd name="connsiteX12" fmla="*/ 334094 w 490149"/>
                  <a:gd name="connsiteY12" fmla="*/ 74466 h 425691"/>
                  <a:gd name="connsiteX13" fmla="*/ 257894 w 490149"/>
                  <a:gd name="connsiteY13" fmla="*/ 55416 h 425691"/>
                  <a:gd name="connsiteX14" fmla="*/ 179313 w 490149"/>
                  <a:gd name="connsiteY14" fmla="*/ 22079 h 425691"/>
                  <a:gd name="connsiteX15" fmla="*/ 95969 w 490149"/>
                  <a:gd name="connsiteY15" fmla="*/ 7791 h 425691"/>
                  <a:gd name="connsiteX16" fmla="*/ 41200 w 490149"/>
                  <a:gd name="connsiteY16" fmla="*/ 3029 h 425691"/>
                  <a:gd name="connsiteX17" fmla="*/ 15006 w 490149"/>
                  <a:gd name="connsiteY17" fmla="*/ 5410 h 425691"/>
                  <a:gd name="connsiteX18" fmla="*/ 22150 w 490149"/>
                  <a:gd name="connsiteY18" fmla="*/ 76848 h 425691"/>
                  <a:gd name="connsiteX0" fmla="*/ 22141 w 490140"/>
                  <a:gd name="connsiteY0" fmla="*/ 95089 h 443932"/>
                  <a:gd name="connsiteX1" fmla="*/ 710 w 490140"/>
                  <a:gd name="connsiteY1" fmla="*/ 168907 h 443932"/>
                  <a:gd name="connsiteX2" fmla="*/ 53097 w 490140"/>
                  <a:gd name="connsiteY2" fmla="*/ 371314 h 443932"/>
                  <a:gd name="connsiteX3" fmla="*/ 176922 w 490140"/>
                  <a:gd name="connsiteY3" fmla="*/ 437989 h 443932"/>
                  <a:gd name="connsiteX4" fmla="*/ 272172 w 490140"/>
                  <a:gd name="connsiteY4" fmla="*/ 437989 h 443932"/>
                  <a:gd name="connsiteX5" fmla="*/ 357897 w 490140"/>
                  <a:gd name="connsiteY5" fmla="*/ 414176 h 443932"/>
                  <a:gd name="connsiteX6" fmla="*/ 384091 w 490140"/>
                  <a:gd name="connsiteY6" fmla="*/ 387982 h 443932"/>
                  <a:gd name="connsiteX7" fmla="*/ 410285 w 490140"/>
                  <a:gd name="connsiteY7" fmla="*/ 383220 h 443932"/>
                  <a:gd name="connsiteX8" fmla="*/ 455529 w 490140"/>
                  <a:gd name="connsiteY8" fmla="*/ 347501 h 443932"/>
                  <a:gd name="connsiteX9" fmla="*/ 479341 w 490140"/>
                  <a:gd name="connsiteY9" fmla="*/ 290351 h 443932"/>
                  <a:gd name="connsiteX10" fmla="*/ 486485 w 490140"/>
                  <a:gd name="connsiteY10" fmla="*/ 218914 h 443932"/>
                  <a:gd name="connsiteX11" fmla="*/ 422191 w 490140"/>
                  <a:gd name="connsiteY11" fmla="*/ 145095 h 443932"/>
                  <a:gd name="connsiteX12" fmla="*/ 334085 w 490140"/>
                  <a:gd name="connsiteY12" fmla="*/ 92707 h 443932"/>
                  <a:gd name="connsiteX13" fmla="*/ 257885 w 490140"/>
                  <a:gd name="connsiteY13" fmla="*/ 73657 h 443932"/>
                  <a:gd name="connsiteX14" fmla="*/ 179304 w 490140"/>
                  <a:gd name="connsiteY14" fmla="*/ 40320 h 443932"/>
                  <a:gd name="connsiteX15" fmla="*/ 95960 w 490140"/>
                  <a:gd name="connsiteY15" fmla="*/ 26032 h 443932"/>
                  <a:gd name="connsiteX16" fmla="*/ 41191 w 490140"/>
                  <a:gd name="connsiteY16" fmla="*/ 21270 h 443932"/>
                  <a:gd name="connsiteX17" fmla="*/ 12615 w 490140"/>
                  <a:gd name="connsiteY17" fmla="*/ 2220 h 443932"/>
                  <a:gd name="connsiteX18" fmla="*/ 22141 w 490140"/>
                  <a:gd name="connsiteY18" fmla="*/ 95089 h 443932"/>
                  <a:gd name="connsiteX0" fmla="*/ 22141 w 490140"/>
                  <a:gd name="connsiteY0" fmla="*/ 97836 h 446679"/>
                  <a:gd name="connsiteX1" fmla="*/ 710 w 490140"/>
                  <a:gd name="connsiteY1" fmla="*/ 171654 h 446679"/>
                  <a:gd name="connsiteX2" fmla="*/ 53097 w 490140"/>
                  <a:gd name="connsiteY2" fmla="*/ 374061 h 446679"/>
                  <a:gd name="connsiteX3" fmla="*/ 176922 w 490140"/>
                  <a:gd name="connsiteY3" fmla="*/ 440736 h 446679"/>
                  <a:gd name="connsiteX4" fmla="*/ 272172 w 490140"/>
                  <a:gd name="connsiteY4" fmla="*/ 440736 h 446679"/>
                  <a:gd name="connsiteX5" fmla="*/ 357897 w 490140"/>
                  <a:gd name="connsiteY5" fmla="*/ 416923 h 446679"/>
                  <a:gd name="connsiteX6" fmla="*/ 384091 w 490140"/>
                  <a:gd name="connsiteY6" fmla="*/ 390729 h 446679"/>
                  <a:gd name="connsiteX7" fmla="*/ 410285 w 490140"/>
                  <a:gd name="connsiteY7" fmla="*/ 385967 h 446679"/>
                  <a:gd name="connsiteX8" fmla="*/ 455529 w 490140"/>
                  <a:gd name="connsiteY8" fmla="*/ 350248 h 446679"/>
                  <a:gd name="connsiteX9" fmla="*/ 479341 w 490140"/>
                  <a:gd name="connsiteY9" fmla="*/ 293098 h 446679"/>
                  <a:gd name="connsiteX10" fmla="*/ 486485 w 490140"/>
                  <a:gd name="connsiteY10" fmla="*/ 221661 h 446679"/>
                  <a:gd name="connsiteX11" fmla="*/ 422191 w 490140"/>
                  <a:gd name="connsiteY11" fmla="*/ 147842 h 446679"/>
                  <a:gd name="connsiteX12" fmla="*/ 334085 w 490140"/>
                  <a:gd name="connsiteY12" fmla="*/ 95454 h 446679"/>
                  <a:gd name="connsiteX13" fmla="*/ 257885 w 490140"/>
                  <a:gd name="connsiteY13" fmla="*/ 76404 h 446679"/>
                  <a:gd name="connsiteX14" fmla="*/ 179304 w 490140"/>
                  <a:gd name="connsiteY14" fmla="*/ 43067 h 446679"/>
                  <a:gd name="connsiteX15" fmla="*/ 95960 w 490140"/>
                  <a:gd name="connsiteY15" fmla="*/ 28779 h 446679"/>
                  <a:gd name="connsiteX16" fmla="*/ 41191 w 490140"/>
                  <a:gd name="connsiteY16" fmla="*/ 12111 h 446679"/>
                  <a:gd name="connsiteX17" fmla="*/ 12615 w 490140"/>
                  <a:gd name="connsiteY17" fmla="*/ 4967 h 446679"/>
                  <a:gd name="connsiteX18" fmla="*/ 22141 w 490140"/>
                  <a:gd name="connsiteY18" fmla="*/ 97836 h 446679"/>
                  <a:gd name="connsiteX0" fmla="*/ 22141 w 490140"/>
                  <a:gd name="connsiteY0" fmla="*/ 97836 h 446679"/>
                  <a:gd name="connsiteX1" fmla="*/ 710 w 490140"/>
                  <a:gd name="connsiteY1" fmla="*/ 171654 h 446679"/>
                  <a:gd name="connsiteX2" fmla="*/ 53097 w 490140"/>
                  <a:gd name="connsiteY2" fmla="*/ 374061 h 446679"/>
                  <a:gd name="connsiteX3" fmla="*/ 176922 w 490140"/>
                  <a:gd name="connsiteY3" fmla="*/ 440736 h 446679"/>
                  <a:gd name="connsiteX4" fmla="*/ 272172 w 490140"/>
                  <a:gd name="connsiteY4" fmla="*/ 440736 h 446679"/>
                  <a:gd name="connsiteX5" fmla="*/ 357897 w 490140"/>
                  <a:gd name="connsiteY5" fmla="*/ 416923 h 446679"/>
                  <a:gd name="connsiteX6" fmla="*/ 384091 w 490140"/>
                  <a:gd name="connsiteY6" fmla="*/ 390729 h 446679"/>
                  <a:gd name="connsiteX7" fmla="*/ 410285 w 490140"/>
                  <a:gd name="connsiteY7" fmla="*/ 385967 h 446679"/>
                  <a:gd name="connsiteX8" fmla="*/ 455529 w 490140"/>
                  <a:gd name="connsiteY8" fmla="*/ 350248 h 446679"/>
                  <a:gd name="connsiteX9" fmla="*/ 479341 w 490140"/>
                  <a:gd name="connsiteY9" fmla="*/ 293098 h 446679"/>
                  <a:gd name="connsiteX10" fmla="*/ 486485 w 490140"/>
                  <a:gd name="connsiteY10" fmla="*/ 221661 h 446679"/>
                  <a:gd name="connsiteX11" fmla="*/ 422191 w 490140"/>
                  <a:gd name="connsiteY11" fmla="*/ 147842 h 446679"/>
                  <a:gd name="connsiteX12" fmla="*/ 334085 w 490140"/>
                  <a:gd name="connsiteY12" fmla="*/ 95454 h 446679"/>
                  <a:gd name="connsiteX13" fmla="*/ 257885 w 490140"/>
                  <a:gd name="connsiteY13" fmla="*/ 76404 h 446679"/>
                  <a:gd name="connsiteX14" fmla="*/ 179304 w 490140"/>
                  <a:gd name="connsiteY14" fmla="*/ 43067 h 446679"/>
                  <a:gd name="connsiteX15" fmla="*/ 103104 w 490140"/>
                  <a:gd name="connsiteY15" fmla="*/ 21635 h 446679"/>
                  <a:gd name="connsiteX16" fmla="*/ 41191 w 490140"/>
                  <a:gd name="connsiteY16" fmla="*/ 12111 h 446679"/>
                  <a:gd name="connsiteX17" fmla="*/ 12615 w 490140"/>
                  <a:gd name="connsiteY17" fmla="*/ 4967 h 446679"/>
                  <a:gd name="connsiteX18" fmla="*/ 22141 w 490140"/>
                  <a:gd name="connsiteY18" fmla="*/ 97836 h 446679"/>
                  <a:gd name="connsiteX0" fmla="*/ 22141 w 490140"/>
                  <a:gd name="connsiteY0" fmla="*/ 102861 h 451704"/>
                  <a:gd name="connsiteX1" fmla="*/ 710 w 490140"/>
                  <a:gd name="connsiteY1" fmla="*/ 176679 h 451704"/>
                  <a:gd name="connsiteX2" fmla="*/ 53097 w 490140"/>
                  <a:gd name="connsiteY2" fmla="*/ 379086 h 451704"/>
                  <a:gd name="connsiteX3" fmla="*/ 176922 w 490140"/>
                  <a:gd name="connsiteY3" fmla="*/ 445761 h 451704"/>
                  <a:gd name="connsiteX4" fmla="*/ 272172 w 490140"/>
                  <a:gd name="connsiteY4" fmla="*/ 445761 h 451704"/>
                  <a:gd name="connsiteX5" fmla="*/ 357897 w 490140"/>
                  <a:gd name="connsiteY5" fmla="*/ 421948 h 451704"/>
                  <a:gd name="connsiteX6" fmla="*/ 384091 w 490140"/>
                  <a:gd name="connsiteY6" fmla="*/ 395754 h 451704"/>
                  <a:gd name="connsiteX7" fmla="*/ 410285 w 490140"/>
                  <a:gd name="connsiteY7" fmla="*/ 390992 h 451704"/>
                  <a:gd name="connsiteX8" fmla="*/ 455529 w 490140"/>
                  <a:gd name="connsiteY8" fmla="*/ 355273 h 451704"/>
                  <a:gd name="connsiteX9" fmla="*/ 479341 w 490140"/>
                  <a:gd name="connsiteY9" fmla="*/ 298123 h 451704"/>
                  <a:gd name="connsiteX10" fmla="*/ 486485 w 490140"/>
                  <a:gd name="connsiteY10" fmla="*/ 226686 h 451704"/>
                  <a:gd name="connsiteX11" fmla="*/ 422191 w 490140"/>
                  <a:gd name="connsiteY11" fmla="*/ 152867 h 451704"/>
                  <a:gd name="connsiteX12" fmla="*/ 334085 w 490140"/>
                  <a:gd name="connsiteY12" fmla="*/ 100479 h 451704"/>
                  <a:gd name="connsiteX13" fmla="*/ 257885 w 490140"/>
                  <a:gd name="connsiteY13" fmla="*/ 81429 h 451704"/>
                  <a:gd name="connsiteX14" fmla="*/ 179304 w 490140"/>
                  <a:gd name="connsiteY14" fmla="*/ 48092 h 451704"/>
                  <a:gd name="connsiteX15" fmla="*/ 103104 w 490140"/>
                  <a:gd name="connsiteY15" fmla="*/ 26660 h 451704"/>
                  <a:gd name="connsiteX16" fmla="*/ 41191 w 490140"/>
                  <a:gd name="connsiteY16" fmla="*/ 2848 h 451704"/>
                  <a:gd name="connsiteX17" fmla="*/ 12615 w 490140"/>
                  <a:gd name="connsiteY17" fmla="*/ 9992 h 451704"/>
                  <a:gd name="connsiteX18" fmla="*/ 22141 w 490140"/>
                  <a:gd name="connsiteY18" fmla="*/ 102861 h 451704"/>
                  <a:gd name="connsiteX0" fmla="*/ 22141 w 490140"/>
                  <a:gd name="connsiteY0" fmla="*/ 109309 h 458152"/>
                  <a:gd name="connsiteX1" fmla="*/ 710 w 490140"/>
                  <a:gd name="connsiteY1" fmla="*/ 183127 h 458152"/>
                  <a:gd name="connsiteX2" fmla="*/ 53097 w 490140"/>
                  <a:gd name="connsiteY2" fmla="*/ 385534 h 458152"/>
                  <a:gd name="connsiteX3" fmla="*/ 176922 w 490140"/>
                  <a:gd name="connsiteY3" fmla="*/ 452209 h 458152"/>
                  <a:gd name="connsiteX4" fmla="*/ 272172 w 490140"/>
                  <a:gd name="connsiteY4" fmla="*/ 452209 h 458152"/>
                  <a:gd name="connsiteX5" fmla="*/ 357897 w 490140"/>
                  <a:gd name="connsiteY5" fmla="*/ 428396 h 458152"/>
                  <a:gd name="connsiteX6" fmla="*/ 384091 w 490140"/>
                  <a:gd name="connsiteY6" fmla="*/ 402202 h 458152"/>
                  <a:gd name="connsiteX7" fmla="*/ 410285 w 490140"/>
                  <a:gd name="connsiteY7" fmla="*/ 397440 h 458152"/>
                  <a:gd name="connsiteX8" fmla="*/ 455529 w 490140"/>
                  <a:gd name="connsiteY8" fmla="*/ 361721 h 458152"/>
                  <a:gd name="connsiteX9" fmla="*/ 479341 w 490140"/>
                  <a:gd name="connsiteY9" fmla="*/ 304571 h 458152"/>
                  <a:gd name="connsiteX10" fmla="*/ 486485 w 490140"/>
                  <a:gd name="connsiteY10" fmla="*/ 233134 h 458152"/>
                  <a:gd name="connsiteX11" fmla="*/ 422191 w 490140"/>
                  <a:gd name="connsiteY11" fmla="*/ 159315 h 458152"/>
                  <a:gd name="connsiteX12" fmla="*/ 334085 w 490140"/>
                  <a:gd name="connsiteY12" fmla="*/ 106927 h 458152"/>
                  <a:gd name="connsiteX13" fmla="*/ 257885 w 490140"/>
                  <a:gd name="connsiteY13" fmla="*/ 87877 h 458152"/>
                  <a:gd name="connsiteX14" fmla="*/ 179304 w 490140"/>
                  <a:gd name="connsiteY14" fmla="*/ 54540 h 458152"/>
                  <a:gd name="connsiteX15" fmla="*/ 103104 w 490140"/>
                  <a:gd name="connsiteY15" fmla="*/ 33108 h 458152"/>
                  <a:gd name="connsiteX16" fmla="*/ 41191 w 490140"/>
                  <a:gd name="connsiteY16" fmla="*/ 9296 h 458152"/>
                  <a:gd name="connsiteX17" fmla="*/ 12615 w 490140"/>
                  <a:gd name="connsiteY17" fmla="*/ 6915 h 458152"/>
                  <a:gd name="connsiteX18" fmla="*/ 22141 w 490140"/>
                  <a:gd name="connsiteY18" fmla="*/ 109309 h 458152"/>
                  <a:gd name="connsiteX0" fmla="*/ 22141 w 490140"/>
                  <a:gd name="connsiteY0" fmla="*/ 109309 h 458152"/>
                  <a:gd name="connsiteX1" fmla="*/ 710 w 490140"/>
                  <a:gd name="connsiteY1" fmla="*/ 183127 h 458152"/>
                  <a:gd name="connsiteX2" fmla="*/ 53097 w 490140"/>
                  <a:gd name="connsiteY2" fmla="*/ 385534 h 458152"/>
                  <a:gd name="connsiteX3" fmla="*/ 176922 w 490140"/>
                  <a:gd name="connsiteY3" fmla="*/ 452209 h 458152"/>
                  <a:gd name="connsiteX4" fmla="*/ 272172 w 490140"/>
                  <a:gd name="connsiteY4" fmla="*/ 452209 h 458152"/>
                  <a:gd name="connsiteX5" fmla="*/ 357897 w 490140"/>
                  <a:gd name="connsiteY5" fmla="*/ 428396 h 458152"/>
                  <a:gd name="connsiteX6" fmla="*/ 384091 w 490140"/>
                  <a:gd name="connsiteY6" fmla="*/ 402202 h 458152"/>
                  <a:gd name="connsiteX7" fmla="*/ 410285 w 490140"/>
                  <a:gd name="connsiteY7" fmla="*/ 397440 h 458152"/>
                  <a:gd name="connsiteX8" fmla="*/ 455529 w 490140"/>
                  <a:gd name="connsiteY8" fmla="*/ 361721 h 458152"/>
                  <a:gd name="connsiteX9" fmla="*/ 479341 w 490140"/>
                  <a:gd name="connsiteY9" fmla="*/ 304571 h 458152"/>
                  <a:gd name="connsiteX10" fmla="*/ 486485 w 490140"/>
                  <a:gd name="connsiteY10" fmla="*/ 233134 h 458152"/>
                  <a:gd name="connsiteX11" fmla="*/ 422191 w 490140"/>
                  <a:gd name="connsiteY11" fmla="*/ 159315 h 458152"/>
                  <a:gd name="connsiteX12" fmla="*/ 334085 w 490140"/>
                  <a:gd name="connsiteY12" fmla="*/ 106927 h 458152"/>
                  <a:gd name="connsiteX13" fmla="*/ 257885 w 490140"/>
                  <a:gd name="connsiteY13" fmla="*/ 87877 h 458152"/>
                  <a:gd name="connsiteX14" fmla="*/ 179304 w 490140"/>
                  <a:gd name="connsiteY14" fmla="*/ 54540 h 458152"/>
                  <a:gd name="connsiteX15" fmla="*/ 103104 w 490140"/>
                  <a:gd name="connsiteY15" fmla="*/ 33108 h 458152"/>
                  <a:gd name="connsiteX16" fmla="*/ 48335 w 490140"/>
                  <a:gd name="connsiteY16" fmla="*/ 9296 h 458152"/>
                  <a:gd name="connsiteX17" fmla="*/ 12615 w 490140"/>
                  <a:gd name="connsiteY17" fmla="*/ 6915 h 458152"/>
                  <a:gd name="connsiteX18" fmla="*/ 22141 w 490140"/>
                  <a:gd name="connsiteY18" fmla="*/ 109309 h 458152"/>
                  <a:gd name="connsiteX0" fmla="*/ 22141 w 490312"/>
                  <a:gd name="connsiteY0" fmla="*/ 109309 h 458152"/>
                  <a:gd name="connsiteX1" fmla="*/ 710 w 490312"/>
                  <a:gd name="connsiteY1" fmla="*/ 183127 h 458152"/>
                  <a:gd name="connsiteX2" fmla="*/ 53097 w 490312"/>
                  <a:gd name="connsiteY2" fmla="*/ 385534 h 458152"/>
                  <a:gd name="connsiteX3" fmla="*/ 176922 w 490312"/>
                  <a:gd name="connsiteY3" fmla="*/ 452209 h 458152"/>
                  <a:gd name="connsiteX4" fmla="*/ 272172 w 490312"/>
                  <a:gd name="connsiteY4" fmla="*/ 452209 h 458152"/>
                  <a:gd name="connsiteX5" fmla="*/ 357897 w 490312"/>
                  <a:gd name="connsiteY5" fmla="*/ 428396 h 458152"/>
                  <a:gd name="connsiteX6" fmla="*/ 384091 w 490312"/>
                  <a:gd name="connsiteY6" fmla="*/ 402202 h 458152"/>
                  <a:gd name="connsiteX7" fmla="*/ 410285 w 490312"/>
                  <a:gd name="connsiteY7" fmla="*/ 397440 h 458152"/>
                  <a:gd name="connsiteX8" fmla="*/ 455529 w 490312"/>
                  <a:gd name="connsiteY8" fmla="*/ 361721 h 458152"/>
                  <a:gd name="connsiteX9" fmla="*/ 479341 w 490312"/>
                  <a:gd name="connsiteY9" fmla="*/ 304571 h 458152"/>
                  <a:gd name="connsiteX10" fmla="*/ 486485 w 490312"/>
                  <a:gd name="connsiteY10" fmla="*/ 233134 h 458152"/>
                  <a:gd name="connsiteX11" fmla="*/ 419809 w 490312"/>
                  <a:gd name="connsiteY11" fmla="*/ 168840 h 458152"/>
                  <a:gd name="connsiteX12" fmla="*/ 334085 w 490312"/>
                  <a:gd name="connsiteY12" fmla="*/ 106927 h 458152"/>
                  <a:gd name="connsiteX13" fmla="*/ 257885 w 490312"/>
                  <a:gd name="connsiteY13" fmla="*/ 87877 h 458152"/>
                  <a:gd name="connsiteX14" fmla="*/ 179304 w 490312"/>
                  <a:gd name="connsiteY14" fmla="*/ 54540 h 458152"/>
                  <a:gd name="connsiteX15" fmla="*/ 103104 w 490312"/>
                  <a:gd name="connsiteY15" fmla="*/ 33108 h 458152"/>
                  <a:gd name="connsiteX16" fmla="*/ 48335 w 490312"/>
                  <a:gd name="connsiteY16" fmla="*/ 9296 h 458152"/>
                  <a:gd name="connsiteX17" fmla="*/ 12615 w 490312"/>
                  <a:gd name="connsiteY17" fmla="*/ 6915 h 458152"/>
                  <a:gd name="connsiteX18" fmla="*/ 22141 w 490312"/>
                  <a:gd name="connsiteY18" fmla="*/ 109309 h 458152"/>
                  <a:gd name="connsiteX0" fmla="*/ 22141 w 483227"/>
                  <a:gd name="connsiteY0" fmla="*/ 109309 h 458152"/>
                  <a:gd name="connsiteX1" fmla="*/ 710 w 483227"/>
                  <a:gd name="connsiteY1" fmla="*/ 183127 h 458152"/>
                  <a:gd name="connsiteX2" fmla="*/ 53097 w 483227"/>
                  <a:gd name="connsiteY2" fmla="*/ 385534 h 458152"/>
                  <a:gd name="connsiteX3" fmla="*/ 176922 w 483227"/>
                  <a:gd name="connsiteY3" fmla="*/ 452209 h 458152"/>
                  <a:gd name="connsiteX4" fmla="*/ 272172 w 483227"/>
                  <a:gd name="connsiteY4" fmla="*/ 452209 h 458152"/>
                  <a:gd name="connsiteX5" fmla="*/ 357897 w 483227"/>
                  <a:gd name="connsiteY5" fmla="*/ 428396 h 458152"/>
                  <a:gd name="connsiteX6" fmla="*/ 384091 w 483227"/>
                  <a:gd name="connsiteY6" fmla="*/ 402202 h 458152"/>
                  <a:gd name="connsiteX7" fmla="*/ 410285 w 483227"/>
                  <a:gd name="connsiteY7" fmla="*/ 397440 h 458152"/>
                  <a:gd name="connsiteX8" fmla="*/ 455529 w 483227"/>
                  <a:gd name="connsiteY8" fmla="*/ 361721 h 458152"/>
                  <a:gd name="connsiteX9" fmla="*/ 479341 w 483227"/>
                  <a:gd name="connsiteY9" fmla="*/ 304571 h 458152"/>
                  <a:gd name="connsiteX10" fmla="*/ 476960 w 483227"/>
                  <a:gd name="connsiteY10" fmla="*/ 233134 h 458152"/>
                  <a:gd name="connsiteX11" fmla="*/ 419809 w 483227"/>
                  <a:gd name="connsiteY11" fmla="*/ 168840 h 458152"/>
                  <a:gd name="connsiteX12" fmla="*/ 334085 w 483227"/>
                  <a:gd name="connsiteY12" fmla="*/ 106927 h 458152"/>
                  <a:gd name="connsiteX13" fmla="*/ 257885 w 483227"/>
                  <a:gd name="connsiteY13" fmla="*/ 87877 h 458152"/>
                  <a:gd name="connsiteX14" fmla="*/ 179304 w 483227"/>
                  <a:gd name="connsiteY14" fmla="*/ 54540 h 458152"/>
                  <a:gd name="connsiteX15" fmla="*/ 103104 w 483227"/>
                  <a:gd name="connsiteY15" fmla="*/ 33108 h 458152"/>
                  <a:gd name="connsiteX16" fmla="*/ 48335 w 483227"/>
                  <a:gd name="connsiteY16" fmla="*/ 9296 h 458152"/>
                  <a:gd name="connsiteX17" fmla="*/ 12615 w 483227"/>
                  <a:gd name="connsiteY17" fmla="*/ 6915 h 458152"/>
                  <a:gd name="connsiteX18" fmla="*/ 22141 w 483227"/>
                  <a:gd name="connsiteY18" fmla="*/ 109309 h 458152"/>
                  <a:gd name="connsiteX0" fmla="*/ 22141 w 479861"/>
                  <a:gd name="connsiteY0" fmla="*/ 109309 h 458152"/>
                  <a:gd name="connsiteX1" fmla="*/ 710 w 479861"/>
                  <a:gd name="connsiteY1" fmla="*/ 183127 h 458152"/>
                  <a:gd name="connsiteX2" fmla="*/ 53097 w 479861"/>
                  <a:gd name="connsiteY2" fmla="*/ 385534 h 458152"/>
                  <a:gd name="connsiteX3" fmla="*/ 176922 w 479861"/>
                  <a:gd name="connsiteY3" fmla="*/ 452209 h 458152"/>
                  <a:gd name="connsiteX4" fmla="*/ 272172 w 479861"/>
                  <a:gd name="connsiteY4" fmla="*/ 452209 h 458152"/>
                  <a:gd name="connsiteX5" fmla="*/ 357897 w 479861"/>
                  <a:gd name="connsiteY5" fmla="*/ 428396 h 458152"/>
                  <a:gd name="connsiteX6" fmla="*/ 384091 w 479861"/>
                  <a:gd name="connsiteY6" fmla="*/ 402202 h 458152"/>
                  <a:gd name="connsiteX7" fmla="*/ 410285 w 479861"/>
                  <a:gd name="connsiteY7" fmla="*/ 397440 h 458152"/>
                  <a:gd name="connsiteX8" fmla="*/ 455529 w 479861"/>
                  <a:gd name="connsiteY8" fmla="*/ 361721 h 458152"/>
                  <a:gd name="connsiteX9" fmla="*/ 469816 w 479861"/>
                  <a:gd name="connsiteY9" fmla="*/ 304571 h 458152"/>
                  <a:gd name="connsiteX10" fmla="*/ 476960 w 479861"/>
                  <a:gd name="connsiteY10" fmla="*/ 233134 h 458152"/>
                  <a:gd name="connsiteX11" fmla="*/ 419809 w 479861"/>
                  <a:gd name="connsiteY11" fmla="*/ 168840 h 458152"/>
                  <a:gd name="connsiteX12" fmla="*/ 334085 w 479861"/>
                  <a:gd name="connsiteY12" fmla="*/ 106927 h 458152"/>
                  <a:gd name="connsiteX13" fmla="*/ 257885 w 479861"/>
                  <a:gd name="connsiteY13" fmla="*/ 87877 h 458152"/>
                  <a:gd name="connsiteX14" fmla="*/ 179304 w 479861"/>
                  <a:gd name="connsiteY14" fmla="*/ 54540 h 458152"/>
                  <a:gd name="connsiteX15" fmla="*/ 103104 w 479861"/>
                  <a:gd name="connsiteY15" fmla="*/ 33108 h 458152"/>
                  <a:gd name="connsiteX16" fmla="*/ 48335 w 479861"/>
                  <a:gd name="connsiteY16" fmla="*/ 9296 h 458152"/>
                  <a:gd name="connsiteX17" fmla="*/ 12615 w 479861"/>
                  <a:gd name="connsiteY17" fmla="*/ 6915 h 458152"/>
                  <a:gd name="connsiteX18" fmla="*/ 22141 w 479861"/>
                  <a:gd name="connsiteY18" fmla="*/ 109309 h 458152"/>
                  <a:gd name="connsiteX0" fmla="*/ 22141 w 479861"/>
                  <a:gd name="connsiteY0" fmla="*/ 109309 h 458152"/>
                  <a:gd name="connsiteX1" fmla="*/ 710 w 479861"/>
                  <a:gd name="connsiteY1" fmla="*/ 183127 h 458152"/>
                  <a:gd name="connsiteX2" fmla="*/ 53097 w 479861"/>
                  <a:gd name="connsiteY2" fmla="*/ 385534 h 458152"/>
                  <a:gd name="connsiteX3" fmla="*/ 176922 w 479861"/>
                  <a:gd name="connsiteY3" fmla="*/ 452209 h 458152"/>
                  <a:gd name="connsiteX4" fmla="*/ 272172 w 479861"/>
                  <a:gd name="connsiteY4" fmla="*/ 452209 h 458152"/>
                  <a:gd name="connsiteX5" fmla="*/ 357897 w 479861"/>
                  <a:gd name="connsiteY5" fmla="*/ 428396 h 458152"/>
                  <a:gd name="connsiteX6" fmla="*/ 384091 w 479861"/>
                  <a:gd name="connsiteY6" fmla="*/ 402202 h 458152"/>
                  <a:gd name="connsiteX7" fmla="*/ 410285 w 479861"/>
                  <a:gd name="connsiteY7" fmla="*/ 397440 h 458152"/>
                  <a:gd name="connsiteX8" fmla="*/ 455529 w 479861"/>
                  <a:gd name="connsiteY8" fmla="*/ 361721 h 458152"/>
                  <a:gd name="connsiteX9" fmla="*/ 469816 w 479861"/>
                  <a:gd name="connsiteY9" fmla="*/ 304571 h 458152"/>
                  <a:gd name="connsiteX10" fmla="*/ 476960 w 479861"/>
                  <a:gd name="connsiteY10" fmla="*/ 233134 h 458152"/>
                  <a:gd name="connsiteX11" fmla="*/ 419809 w 479861"/>
                  <a:gd name="connsiteY11" fmla="*/ 166458 h 458152"/>
                  <a:gd name="connsiteX12" fmla="*/ 334085 w 479861"/>
                  <a:gd name="connsiteY12" fmla="*/ 106927 h 458152"/>
                  <a:gd name="connsiteX13" fmla="*/ 257885 w 479861"/>
                  <a:gd name="connsiteY13" fmla="*/ 87877 h 458152"/>
                  <a:gd name="connsiteX14" fmla="*/ 179304 w 479861"/>
                  <a:gd name="connsiteY14" fmla="*/ 54540 h 458152"/>
                  <a:gd name="connsiteX15" fmla="*/ 103104 w 479861"/>
                  <a:gd name="connsiteY15" fmla="*/ 33108 h 458152"/>
                  <a:gd name="connsiteX16" fmla="*/ 48335 w 479861"/>
                  <a:gd name="connsiteY16" fmla="*/ 9296 h 458152"/>
                  <a:gd name="connsiteX17" fmla="*/ 12615 w 479861"/>
                  <a:gd name="connsiteY17" fmla="*/ 6915 h 458152"/>
                  <a:gd name="connsiteX18" fmla="*/ 22141 w 479861"/>
                  <a:gd name="connsiteY18" fmla="*/ 109309 h 458152"/>
                  <a:gd name="connsiteX0" fmla="*/ 22141 w 486287"/>
                  <a:gd name="connsiteY0" fmla="*/ 109309 h 458152"/>
                  <a:gd name="connsiteX1" fmla="*/ 710 w 486287"/>
                  <a:gd name="connsiteY1" fmla="*/ 183127 h 458152"/>
                  <a:gd name="connsiteX2" fmla="*/ 53097 w 486287"/>
                  <a:gd name="connsiteY2" fmla="*/ 385534 h 458152"/>
                  <a:gd name="connsiteX3" fmla="*/ 176922 w 486287"/>
                  <a:gd name="connsiteY3" fmla="*/ 452209 h 458152"/>
                  <a:gd name="connsiteX4" fmla="*/ 272172 w 486287"/>
                  <a:gd name="connsiteY4" fmla="*/ 452209 h 458152"/>
                  <a:gd name="connsiteX5" fmla="*/ 357897 w 486287"/>
                  <a:gd name="connsiteY5" fmla="*/ 428396 h 458152"/>
                  <a:gd name="connsiteX6" fmla="*/ 384091 w 486287"/>
                  <a:gd name="connsiteY6" fmla="*/ 402202 h 458152"/>
                  <a:gd name="connsiteX7" fmla="*/ 410285 w 486287"/>
                  <a:gd name="connsiteY7" fmla="*/ 397440 h 458152"/>
                  <a:gd name="connsiteX8" fmla="*/ 455529 w 486287"/>
                  <a:gd name="connsiteY8" fmla="*/ 361721 h 458152"/>
                  <a:gd name="connsiteX9" fmla="*/ 469816 w 486287"/>
                  <a:gd name="connsiteY9" fmla="*/ 304571 h 458152"/>
                  <a:gd name="connsiteX10" fmla="*/ 484103 w 486287"/>
                  <a:gd name="connsiteY10" fmla="*/ 254565 h 458152"/>
                  <a:gd name="connsiteX11" fmla="*/ 419809 w 486287"/>
                  <a:gd name="connsiteY11" fmla="*/ 166458 h 458152"/>
                  <a:gd name="connsiteX12" fmla="*/ 334085 w 486287"/>
                  <a:gd name="connsiteY12" fmla="*/ 106927 h 458152"/>
                  <a:gd name="connsiteX13" fmla="*/ 257885 w 486287"/>
                  <a:gd name="connsiteY13" fmla="*/ 87877 h 458152"/>
                  <a:gd name="connsiteX14" fmla="*/ 179304 w 486287"/>
                  <a:gd name="connsiteY14" fmla="*/ 54540 h 458152"/>
                  <a:gd name="connsiteX15" fmla="*/ 103104 w 486287"/>
                  <a:gd name="connsiteY15" fmla="*/ 33108 h 458152"/>
                  <a:gd name="connsiteX16" fmla="*/ 48335 w 486287"/>
                  <a:gd name="connsiteY16" fmla="*/ 9296 h 458152"/>
                  <a:gd name="connsiteX17" fmla="*/ 12615 w 486287"/>
                  <a:gd name="connsiteY17" fmla="*/ 6915 h 458152"/>
                  <a:gd name="connsiteX18" fmla="*/ 22141 w 486287"/>
                  <a:gd name="connsiteY18" fmla="*/ 109309 h 458152"/>
                  <a:gd name="connsiteX0" fmla="*/ 22141 w 490108"/>
                  <a:gd name="connsiteY0" fmla="*/ 109309 h 458152"/>
                  <a:gd name="connsiteX1" fmla="*/ 710 w 490108"/>
                  <a:gd name="connsiteY1" fmla="*/ 183127 h 458152"/>
                  <a:gd name="connsiteX2" fmla="*/ 53097 w 490108"/>
                  <a:gd name="connsiteY2" fmla="*/ 385534 h 458152"/>
                  <a:gd name="connsiteX3" fmla="*/ 176922 w 490108"/>
                  <a:gd name="connsiteY3" fmla="*/ 452209 h 458152"/>
                  <a:gd name="connsiteX4" fmla="*/ 272172 w 490108"/>
                  <a:gd name="connsiteY4" fmla="*/ 452209 h 458152"/>
                  <a:gd name="connsiteX5" fmla="*/ 357897 w 490108"/>
                  <a:gd name="connsiteY5" fmla="*/ 428396 h 458152"/>
                  <a:gd name="connsiteX6" fmla="*/ 384091 w 490108"/>
                  <a:gd name="connsiteY6" fmla="*/ 402202 h 458152"/>
                  <a:gd name="connsiteX7" fmla="*/ 410285 w 490108"/>
                  <a:gd name="connsiteY7" fmla="*/ 397440 h 458152"/>
                  <a:gd name="connsiteX8" fmla="*/ 455529 w 490108"/>
                  <a:gd name="connsiteY8" fmla="*/ 361721 h 458152"/>
                  <a:gd name="connsiteX9" fmla="*/ 484104 w 490108"/>
                  <a:gd name="connsiteY9" fmla="*/ 311715 h 458152"/>
                  <a:gd name="connsiteX10" fmla="*/ 484103 w 490108"/>
                  <a:gd name="connsiteY10" fmla="*/ 254565 h 458152"/>
                  <a:gd name="connsiteX11" fmla="*/ 419809 w 490108"/>
                  <a:gd name="connsiteY11" fmla="*/ 166458 h 458152"/>
                  <a:gd name="connsiteX12" fmla="*/ 334085 w 490108"/>
                  <a:gd name="connsiteY12" fmla="*/ 106927 h 458152"/>
                  <a:gd name="connsiteX13" fmla="*/ 257885 w 490108"/>
                  <a:gd name="connsiteY13" fmla="*/ 87877 h 458152"/>
                  <a:gd name="connsiteX14" fmla="*/ 179304 w 490108"/>
                  <a:gd name="connsiteY14" fmla="*/ 54540 h 458152"/>
                  <a:gd name="connsiteX15" fmla="*/ 103104 w 490108"/>
                  <a:gd name="connsiteY15" fmla="*/ 33108 h 458152"/>
                  <a:gd name="connsiteX16" fmla="*/ 48335 w 490108"/>
                  <a:gd name="connsiteY16" fmla="*/ 9296 h 458152"/>
                  <a:gd name="connsiteX17" fmla="*/ 12615 w 490108"/>
                  <a:gd name="connsiteY17" fmla="*/ 6915 h 458152"/>
                  <a:gd name="connsiteX18" fmla="*/ 22141 w 490108"/>
                  <a:gd name="connsiteY18" fmla="*/ 109309 h 458152"/>
                  <a:gd name="connsiteX0" fmla="*/ 22141 w 493632"/>
                  <a:gd name="connsiteY0" fmla="*/ 109309 h 458152"/>
                  <a:gd name="connsiteX1" fmla="*/ 710 w 493632"/>
                  <a:gd name="connsiteY1" fmla="*/ 183127 h 458152"/>
                  <a:gd name="connsiteX2" fmla="*/ 53097 w 493632"/>
                  <a:gd name="connsiteY2" fmla="*/ 385534 h 458152"/>
                  <a:gd name="connsiteX3" fmla="*/ 176922 w 493632"/>
                  <a:gd name="connsiteY3" fmla="*/ 452209 h 458152"/>
                  <a:gd name="connsiteX4" fmla="*/ 272172 w 493632"/>
                  <a:gd name="connsiteY4" fmla="*/ 452209 h 458152"/>
                  <a:gd name="connsiteX5" fmla="*/ 357897 w 493632"/>
                  <a:gd name="connsiteY5" fmla="*/ 428396 h 458152"/>
                  <a:gd name="connsiteX6" fmla="*/ 384091 w 493632"/>
                  <a:gd name="connsiteY6" fmla="*/ 402202 h 458152"/>
                  <a:gd name="connsiteX7" fmla="*/ 410285 w 493632"/>
                  <a:gd name="connsiteY7" fmla="*/ 397440 h 458152"/>
                  <a:gd name="connsiteX8" fmla="*/ 455529 w 493632"/>
                  <a:gd name="connsiteY8" fmla="*/ 361721 h 458152"/>
                  <a:gd name="connsiteX9" fmla="*/ 484104 w 493632"/>
                  <a:gd name="connsiteY9" fmla="*/ 311715 h 458152"/>
                  <a:gd name="connsiteX10" fmla="*/ 488866 w 493632"/>
                  <a:gd name="connsiteY10" fmla="*/ 252184 h 458152"/>
                  <a:gd name="connsiteX11" fmla="*/ 419809 w 493632"/>
                  <a:gd name="connsiteY11" fmla="*/ 166458 h 458152"/>
                  <a:gd name="connsiteX12" fmla="*/ 334085 w 493632"/>
                  <a:gd name="connsiteY12" fmla="*/ 106927 h 458152"/>
                  <a:gd name="connsiteX13" fmla="*/ 257885 w 493632"/>
                  <a:gd name="connsiteY13" fmla="*/ 87877 h 458152"/>
                  <a:gd name="connsiteX14" fmla="*/ 179304 w 493632"/>
                  <a:gd name="connsiteY14" fmla="*/ 54540 h 458152"/>
                  <a:gd name="connsiteX15" fmla="*/ 103104 w 493632"/>
                  <a:gd name="connsiteY15" fmla="*/ 33108 h 458152"/>
                  <a:gd name="connsiteX16" fmla="*/ 48335 w 493632"/>
                  <a:gd name="connsiteY16" fmla="*/ 9296 h 458152"/>
                  <a:gd name="connsiteX17" fmla="*/ 12615 w 493632"/>
                  <a:gd name="connsiteY17" fmla="*/ 6915 h 458152"/>
                  <a:gd name="connsiteX18" fmla="*/ 22141 w 493632"/>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3104 w 494690"/>
                  <a:gd name="connsiteY15" fmla="*/ 33108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3104 w 494690"/>
                  <a:gd name="connsiteY15" fmla="*/ 33108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7877 h 458152"/>
                  <a:gd name="connsiteX14" fmla="*/ 179304 w 494690"/>
                  <a:gd name="connsiteY14" fmla="*/ 54540 h 458152"/>
                  <a:gd name="connsiteX15" fmla="*/ 105485 w 494690"/>
                  <a:gd name="connsiteY15" fmla="*/ 25964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94690"/>
                  <a:gd name="connsiteY0" fmla="*/ 109309 h 458152"/>
                  <a:gd name="connsiteX1" fmla="*/ 710 w 494690"/>
                  <a:gd name="connsiteY1" fmla="*/ 183127 h 458152"/>
                  <a:gd name="connsiteX2" fmla="*/ 53097 w 494690"/>
                  <a:gd name="connsiteY2" fmla="*/ 385534 h 458152"/>
                  <a:gd name="connsiteX3" fmla="*/ 176922 w 494690"/>
                  <a:gd name="connsiteY3" fmla="*/ 452209 h 458152"/>
                  <a:gd name="connsiteX4" fmla="*/ 272172 w 494690"/>
                  <a:gd name="connsiteY4" fmla="*/ 452209 h 458152"/>
                  <a:gd name="connsiteX5" fmla="*/ 357897 w 494690"/>
                  <a:gd name="connsiteY5" fmla="*/ 428396 h 458152"/>
                  <a:gd name="connsiteX6" fmla="*/ 384091 w 494690"/>
                  <a:gd name="connsiteY6" fmla="*/ 402202 h 458152"/>
                  <a:gd name="connsiteX7" fmla="*/ 410285 w 494690"/>
                  <a:gd name="connsiteY7" fmla="*/ 397440 h 458152"/>
                  <a:gd name="connsiteX8" fmla="*/ 455529 w 494690"/>
                  <a:gd name="connsiteY8" fmla="*/ 361721 h 458152"/>
                  <a:gd name="connsiteX9" fmla="*/ 484104 w 494690"/>
                  <a:gd name="connsiteY9" fmla="*/ 311715 h 458152"/>
                  <a:gd name="connsiteX10" fmla="*/ 488866 w 494690"/>
                  <a:gd name="connsiteY10" fmla="*/ 252184 h 458152"/>
                  <a:gd name="connsiteX11" fmla="*/ 419809 w 494690"/>
                  <a:gd name="connsiteY11" fmla="*/ 166458 h 458152"/>
                  <a:gd name="connsiteX12" fmla="*/ 334085 w 494690"/>
                  <a:gd name="connsiteY12" fmla="*/ 106927 h 458152"/>
                  <a:gd name="connsiteX13" fmla="*/ 257885 w 494690"/>
                  <a:gd name="connsiteY13" fmla="*/ 80733 h 458152"/>
                  <a:gd name="connsiteX14" fmla="*/ 179304 w 494690"/>
                  <a:gd name="connsiteY14" fmla="*/ 54540 h 458152"/>
                  <a:gd name="connsiteX15" fmla="*/ 105485 w 494690"/>
                  <a:gd name="connsiteY15" fmla="*/ 25964 h 458152"/>
                  <a:gd name="connsiteX16" fmla="*/ 48335 w 494690"/>
                  <a:gd name="connsiteY16" fmla="*/ 9296 h 458152"/>
                  <a:gd name="connsiteX17" fmla="*/ 12615 w 494690"/>
                  <a:gd name="connsiteY17" fmla="*/ 6915 h 458152"/>
                  <a:gd name="connsiteX18" fmla="*/ 22141 w 494690"/>
                  <a:gd name="connsiteY18" fmla="*/ 109309 h 458152"/>
                  <a:gd name="connsiteX0" fmla="*/ 22141 w 489787"/>
                  <a:gd name="connsiteY0" fmla="*/ 109309 h 458152"/>
                  <a:gd name="connsiteX1" fmla="*/ 710 w 489787"/>
                  <a:gd name="connsiteY1" fmla="*/ 183127 h 458152"/>
                  <a:gd name="connsiteX2" fmla="*/ 53097 w 489787"/>
                  <a:gd name="connsiteY2" fmla="*/ 385534 h 458152"/>
                  <a:gd name="connsiteX3" fmla="*/ 176922 w 489787"/>
                  <a:gd name="connsiteY3" fmla="*/ 452209 h 458152"/>
                  <a:gd name="connsiteX4" fmla="*/ 272172 w 489787"/>
                  <a:gd name="connsiteY4" fmla="*/ 452209 h 458152"/>
                  <a:gd name="connsiteX5" fmla="*/ 357897 w 489787"/>
                  <a:gd name="connsiteY5" fmla="*/ 428396 h 458152"/>
                  <a:gd name="connsiteX6" fmla="*/ 384091 w 489787"/>
                  <a:gd name="connsiteY6" fmla="*/ 402202 h 458152"/>
                  <a:gd name="connsiteX7" fmla="*/ 410285 w 489787"/>
                  <a:gd name="connsiteY7" fmla="*/ 397440 h 458152"/>
                  <a:gd name="connsiteX8" fmla="*/ 455529 w 489787"/>
                  <a:gd name="connsiteY8" fmla="*/ 361721 h 458152"/>
                  <a:gd name="connsiteX9" fmla="*/ 484104 w 489787"/>
                  <a:gd name="connsiteY9" fmla="*/ 311715 h 458152"/>
                  <a:gd name="connsiteX10" fmla="*/ 488866 w 489787"/>
                  <a:gd name="connsiteY10" fmla="*/ 252184 h 458152"/>
                  <a:gd name="connsiteX11" fmla="*/ 471856 w 489787"/>
                  <a:gd name="connsiteY11" fmla="*/ 216878 h 458152"/>
                  <a:gd name="connsiteX12" fmla="*/ 419809 w 489787"/>
                  <a:gd name="connsiteY12" fmla="*/ 166458 h 458152"/>
                  <a:gd name="connsiteX13" fmla="*/ 334085 w 489787"/>
                  <a:gd name="connsiteY13" fmla="*/ 106927 h 458152"/>
                  <a:gd name="connsiteX14" fmla="*/ 257885 w 489787"/>
                  <a:gd name="connsiteY14" fmla="*/ 80733 h 458152"/>
                  <a:gd name="connsiteX15" fmla="*/ 179304 w 489787"/>
                  <a:gd name="connsiteY15" fmla="*/ 54540 h 458152"/>
                  <a:gd name="connsiteX16" fmla="*/ 105485 w 489787"/>
                  <a:gd name="connsiteY16" fmla="*/ 25964 h 458152"/>
                  <a:gd name="connsiteX17" fmla="*/ 48335 w 489787"/>
                  <a:gd name="connsiteY17" fmla="*/ 9296 h 458152"/>
                  <a:gd name="connsiteX18" fmla="*/ 12615 w 489787"/>
                  <a:gd name="connsiteY18" fmla="*/ 6915 h 458152"/>
                  <a:gd name="connsiteX19" fmla="*/ 22141 w 489787"/>
                  <a:gd name="connsiteY19" fmla="*/ 109309 h 458152"/>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8611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8611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3 w 489796"/>
                  <a:gd name="connsiteY9" fmla="*/ 319593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8943"/>
                  <a:gd name="connsiteY0" fmla="*/ 117187 h 466030"/>
                  <a:gd name="connsiteX1" fmla="*/ 719 w 488943"/>
                  <a:gd name="connsiteY1" fmla="*/ 191005 h 466030"/>
                  <a:gd name="connsiteX2" fmla="*/ 53106 w 488943"/>
                  <a:gd name="connsiteY2" fmla="*/ 393412 h 466030"/>
                  <a:gd name="connsiteX3" fmla="*/ 176931 w 488943"/>
                  <a:gd name="connsiteY3" fmla="*/ 460087 h 466030"/>
                  <a:gd name="connsiteX4" fmla="*/ 272181 w 488943"/>
                  <a:gd name="connsiteY4" fmla="*/ 460087 h 466030"/>
                  <a:gd name="connsiteX5" fmla="*/ 357906 w 488943"/>
                  <a:gd name="connsiteY5" fmla="*/ 436274 h 466030"/>
                  <a:gd name="connsiteX6" fmla="*/ 384100 w 488943"/>
                  <a:gd name="connsiteY6" fmla="*/ 410080 h 466030"/>
                  <a:gd name="connsiteX7" fmla="*/ 410294 w 488943"/>
                  <a:gd name="connsiteY7" fmla="*/ 405318 h 466030"/>
                  <a:gd name="connsiteX8" fmla="*/ 455538 w 488943"/>
                  <a:gd name="connsiteY8" fmla="*/ 369599 h 466030"/>
                  <a:gd name="connsiteX9" fmla="*/ 476970 w 488943"/>
                  <a:gd name="connsiteY9" fmla="*/ 319593 h 466030"/>
                  <a:gd name="connsiteX10" fmla="*/ 488875 w 488943"/>
                  <a:gd name="connsiteY10" fmla="*/ 260062 h 466030"/>
                  <a:gd name="connsiteX11" fmla="*/ 471865 w 488943"/>
                  <a:gd name="connsiteY11" fmla="*/ 224756 h 466030"/>
                  <a:gd name="connsiteX12" fmla="*/ 419818 w 488943"/>
                  <a:gd name="connsiteY12" fmla="*/ 174336 h 466030"/>
                  <a:gd name="connsiteX13" fmla="*/ 334094 w 488943"/>
                  <a:gd name="connsiteY13" fmla="*/ 114805 h 466030"/>
                  <a:gd name="connsiteX14" fmla="*/ 257894 w 488943"/>
                  <a:gd name="connsiteY14" fmla="*/ 83848 h 466030"/>
                  <a:gd name="connsiteX15" fmla="*/ 179313 w 488943"/>
                  <a:gd name="connsiteY15" fmla="*/ 62418 h 466030"/>
                  <a:gd name="connsiteX16" fmla="*/ 105494 w 488943"/>
                  <a:gd name="connsiteY16" fmla="*/ 33842 h 466030"/>
                  <a:gd name="connsiteX17" fmla="*/ 48344 w 488943"/>
                  <a:gd name="connsiteY17" fmla="*/ 17174 h 466030"/>
                  <a:gd name="connsiteX18" fmla="*/ 15005 w 488943"/>
                  <a:gd name="connsiteY18" fmla="*/ 5268 h 466030"/>
                  <a:gd name="connsiteX19" fmla="*/ 22150 w 488943"/>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4 w 489796"/>
                  <a:gd name="connsiteY9" fmla="*/ 310068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34094 w 489796"/>
                  <a:gd name="connsiteY13" fmla="*/ 114805 h 466030"/>
                  <a:gd name="connsiteX14" fmla="*/ 257894 w 489796"/>
                  <a:gd name="connsiteY14" fmla="*/ 83848 h 466030"/>
                  <a:gd name="connsiteX15" fmla="*/ 179313 w 489796"/>
                  <a:gd name="connsiteY15" fmla="*/ 62418 h 466030"/>
                  <a:gd name="connsiteX16" fmla="*/ 105494 w 489796"/>
                  <a:gd name="connsiteY16" fmla="*/ 33842 h 466030"/>
                  <a:gd name="connsiteX17" fmla="*/ 48344 w 489796"/>
                  <a:gd name="connsiteY17" fmla="*/ 17174 h 466030"/>
                  <a:gd name="connsiteX18" fmla="*/ 15005 w 489796"/>
                  <a:gd name="connsiteY18" fmla="*/ 5268 h 466030"/>
                  <a:gd name="connsiteX19" fmla="*/ 22150 w 489796"/>
                  <a:gd name="connsiteY19" fmla="*/ 117187 h 466030"/>
                  <a:gd name="connsiteX0" fmla="*/ 22150 w 489796"/>
                  <a:gd name="connsiteY0" fmla="*/ 117187 h 466030"/>
                  <a:gd name="connsiteX1" fmla="*/ 719 w 489796"/>
                  <a:gd name="connsiteY1" fmla="*/ 191005 h 466030"/>
                  <a:gd name="connsiteX2" fmla="*/ 53106 w 489796"/>
                  <a:gd name="connsiteY2" fmla="*/ 393412 h 466030"/>
                  <a:gd name="connsiteX3" fmla="*/ 176931 w 489796"/>
                  <a:gd name="connsiteY3" fmla="*/ 460087 h 466030"/>
                  <a:gd name="connsiteX4" fmla="*/ 272181 w 489796"/>
                  <a:gd name="connsiteY4" fmla="*/ 460087 h 466030"/>
                  <a:gd name="connsiteX5" fmla="*/ 357906 w 489796"/>
                  <a:gd name="connsiteY5" fmla="*/ 436274 h 466030"/>
                  <a:gd name="connsiteX6" fmla="*/ 384100 w 489796"/>
                  <a:gd name="connsiteY6" fmla="*/ 410080 h 466030"/>
                  <a:gd name="connsiteX7" fmla="*/ 410294 w 489796"/>
                  <a:gd name="connsiteY7" fmla="*/ 405318 h 466030"/>
                  <a:gd name="connsiteX8" fmla="*/ 455538 w 489796"/>
                  <a:gd name="connsiteY8" fmla="*/ 369599 h 466030"/>
                  <a:gd name="connsiteX9" fmla="*/ 484114 w 489796"/>
                  <a:gd name="connsiteY9" fmla="*/ 310068 h 466030"/>
                  <a:gd name="connsiteX10" fmla="*/ 488875 w 489796"/>
                  <a:gd name="connsiteY10" fmla="*/ 260062 h 466030"/>
                  <a:gd name="connsiteX11" fmla="*/ 471865 w 489796"/>
                  <a:gd name="connsiteY11" fmla="*/ 224756 h 466030"/>
                  <a:gd name="connsiteX12" fmla="*/ 419818 w 489796"/>
                  <a:gd name="connsiteY12" fmla="*/ 174336 h 466030"/>
                  <a:gd name="connsiteX13" fmla="*/ 390903 w 489796"/>
                  <a:gd name="connsiteY13" fmla="*/ 146174 h 466030"/>
                  <a:gd name="connsiteX14" fmla="*/ 334094 w 489796"/>
                  <a:gd name="connsiteY14" fmla="*/ 114805 h 466030"/>
                  <a:gd name="connsiteX15" fmla="*/ 257894 w 489796"/>
                  <a:gd name="connsiteY15" fmla="*/ 83848 h 466030"/>
                  <a:gd name="connsiteX16" fmla="*/ 179313 w 489796"/>
                  <a:gd name="connsiteY16" fmla="*/ 62418 h 466030"/>
                  <a:gd name="connsiteX17" fmla="*/ 105494 w 489796"/>
                  <a:gd name="connsiteY17" fmla="*/ 33842 h 466030"/>
                  <a:gd name="connsiteX18" fmla="*/ 48344 w 489796"/>
                  <a:gd name="connsiteY18" fmla="*/ 17174 h 466030"/>
                  <a:gd name="connsiteX19" fmla="*/ 15005 w 489796"/>
                  <a:gd name="connsiteY19" fmla="*/ 5268 h 466030"/>
                  <a:gd name="connsiteX20" fmla="*/ 22150 w 489796"/>
                  <a:gd name="connsiteY20" fmla="*/ 117187 h 466030"/>
                  <a:gd name="connsiteX0" fmla="*/ 23620 w 491266"/>
                  <a:gd name="connsiteY0" fmla="*/ 117187 h 467067"/>
                  <a:gd name="connsiteX1" fmla="*/ 2189 w 491266"/>
                  <a:gd name="connsiteY1" fmla="*/ 191005 h 467067"/>
                  <a:gd name="connsiteX2" fmla="*/ 85533 w 491266"/>
                  <a:gd name="connsiteY2" fmla="*/ 379125 h 467067"/>
                  <a:gd name="connsiteX3" fmla="*/ 178401 w 491266"/>
                  <a:gd name="connsiteY3" fmla="*/ 460087 h 467067"/>
                  <a:gd name="connsiteX4" fmla="*/ 273651 w 491266"/>
                  <a:gd name="connsiteY4" fmla="*/ 460087 h 467067"/>
                  <a:gd name="connsiteX5" fmla="*/ 359376 w 491266"/>
                  <a:gd name="connsiteY5" fmla="*/ 436274 h 467067"/>
                  <a:gd name="connsiteX6" fmla="*/ 385570 w 491266"/>
                  <a:gd name="connsiteY6" fmla="*/ 410080 h 467067"/>
                  <a:gd name="connsiteX7" fmla="*/ 411764 w 491266"/>
                  <a:gd name="connsiteY7" fmla="*/ 405318 h 467067"/>
                  <a:gd name="connsiteX8" fmla="*/ 457008 w 491266"/>
                  <a:gd name="connsiteY8" fmla="*/ 369599 h 467067"/>
                  <a:gd name="connsiteX9" fmla="*/ 485584 w 491266"/>
                  <a:gd name="connsiteY9" fmla="*/ 310068 h 467067"/>
                  <a:gd name="connsiteX10" fmla="*/ 490345 w 491266"/>
                  <a:gd name="connsiteY10" fmla="*/ 260062 h 467067"/>
                  <a:gd name="connsiteX11" fmla="*/ 473335 w 491266"/>
                  <a:gd name="connsiteY11" fmla="*/ 224756 h 467067"/>
                  <a:gd name="connsiteX12" fmla="*/ 421288 w 491266"/>
                  <a:gd name="connsiteY12" fmla="*/ 174336 h 467067"/>
                  <a:gd name="connsiteX13" fmla="*/ 392373 w 491266"/>
                  <a:gd name="connsiteY13" fmla="*/ 146174 h 467067"/>
                  <a:gd name="connsiteX14" fmla="*/ 335564 w 491266"/>
                  <a:gd name="connsiteY14" fmla="*/ 114805 h 467067"/>
                  <a:gd name="connsiteX15" fmla="*/ 259364 w 491266"/>
                  <a:gd name="connsiteY15" fmla="*/ 83848 h 467067"/>
                  <a:gd name="connsiteX16" fmla="*/ 180783 w 491266"/>
                  <a:gd name="connsiteY16" fmla="*/ 62418 h 467067"/>
                  <a:gd name="connsiteX17" fmla="*/ 106964 w 491266"/>
                  <a:gd name="connsiteY17" fmla="*/ 33842 h 467067"/>
                  <a:gd name="connsiteX18" fmla="*/ 49814 w 491266"/>
                  <a:gd name="connsiteY18" fmla="*/ 17174 h 467067"/>
                  <a:gd name="connsiteX19" fmla="*/ 16475 w 491266"/>
                  <a:gd name="connsiteY19" fmla="*/ 5268 h 467067"/>
                  <a:gd name="connsiteX20" fmla="*/ 23620 w 491266"/>
                  <a:gd name="connsiteY20" fmla="*/ 117187 h 467067"/>
                  <a:gd name="connsiteX0" fmla="*/ 23620 w 491266"/>
                  <a:gd name="connsiteY0" fmla="*/ 117187 h 467067"/>
                  <a:gd name="connsiteX1" fmla="*/ 2189 w 491266"/>
                  <a:gd name="connsiteY1" fmla="*/ 191005 h 467067"/>
                  <a:gd name="connsiteX2" fmla="*/ 85533 w 491266"/>
                  <a:gd name="connsiteY2" fmla="*/ 379125 h 467067"/>
                  <a:gd name="connsiteX3" fmla="*/ 195070 w 491266"/>
                  <a:gd name="connsiteY3" fmla="*/ 460087 h 467067"/>
                  <a:gd name="connsiteX4" fmla="*/ 273651 w 491266"/>
                  <a:gd name="connsiteY4" fmla="*/ 460087 h 467067"/>
                  <a:gd name="connsiteX5" fmla="*/ 359376 w 491266"/>
                  <a:gd name="connsiteY5" fmla="*/ 436274 h 467067"/>
                  <a:gd name="connsiteX6" fmla="*/ 385570 w 491266"/>
                  <a:gd name="connsiteY6" fmla="*/ 410080 h 467067"/>
                  <a:gd name="connsiteX7" fmla="*/ 411764 w 491266"/>
                  <a:gd name="connsiteY7" fmla="*/ 405318 h 467067"/>
                  <a:gd name="connsiteX8" fmla="*/ 457008 w 491266"/>
                  <a:gd name="connsiteY8" fmla="*/ 369599 h 467067"/>
                  <a:gd name="connsiteX9" fmla="*/ 485584 w 491266"/>
                  <a:gd name="connsiteY9" fmla="*/ 310068 h 467067"/>
                  <a:gd name="connsiteX10" fmla="*/ 490345 w 491266"/>
                  <a:gd name="connsiteY10" fmla="*/ 260062 h 467067"/>
                  <a:gd name="connsiteX11" fmla="*/ 473335 w 491266"/>
                  <a:gd name="connsiteY11" fmla="*/ 224756 h 467067"/>
                  <a:gd name="connsiteX12" fmla="*/ 421288 w 491266"/>
                  <a:gd name="connsiteY12" fmla="*/ 174336 h 467067"/>
                  <a:gd name="connsiteX13" fmla="*/ 392373 w 491266"/>
                  <a:gd name="connsiteY13" fmla="*/ 146174 h 467067"/>
                  <a:gd name="connsiteX14" fmla="*/ 335564 w 491266"/>
                  <a:gd name="connsiteY14" fmla="*/ 114805 h 467067"/>
                  <a:gd name="connsiteX15" fmla="*/ 259364 w 491266"/>
                  <a:gd name="connsiteY15" fmla="*/ 83848 h 467067"/>
                  <a:gd name="connsiteX16" fmla="*/ 180783 w 491266"/>
                  <a:gd name="connsiteY16" fmla="*/ 62418 h 467067"/>
                  <a:gd name="connsiteX17" fmla="*/ 106964 w 491266"/>
                  <a:gd name="connsiteY17" fmla="*/ 33842 h 467067"/>
                  <a:gd name="connsiteX18" fmla="*/ 49814 w 491266"/>
                  <a:gd name="connsiteY18" fmla="*/ 17174 h 467067"/>
                  <a:gd name="connsiteX19" fmla="*/ 16475 w 491266"/>
                  <a:gd name="connsiteY19" fmla="*/ 5268 h 467067"/>
                  <a:gd name="connsiteX20" fmla="*/ 23620 w 491266"/>
                  <a:gd name="connsiteY20" fmla="*/ 117187 h 467067"/>
                  <a:gd name="connsiteX0" fmla="*/ 12540 w 480186"/>
                  <a:gd name="connsiteY0" fmla="*/ 117187 h 467067"/>
                  <a:gd name="connsiteX1" fmla="*/ 3016 w 480186"/>
                  <a:gd name="connsiteY1" fmla="*/ 191005 h 467067"/>
                  <a:gd name="connsiteX2" fmla="*/ 74453 w 480186"/>
                  <a:gd name="connsiteY2" fmla="*/ 379125 h 467067"/>
                  <a:gd name="connsiteX3" fmla="*/ 183990 w 480186"/>
                  <a:gd name="connsiteY3" fmla="*/ 460087 h 467067"/>
                  <a:gd name="connsiteX4" fmla="*/ 262571 w 480186"/>
                  <a:gd name="connsiteY4" fmla="*/ 460087 h 467067"/>
                  <a:gd name="connsiteX5" fmla="*/ 348296 w 480186"/>
                  <a:gd name="connsiteY5" fmla="*/ 436274 h 467067"/>
                  <a:gd name="connsiteX6" fmla="*/ 374490 w 480186"/>
                  <a:gd name="connsiteY6" fmla="*/ 410080 h 467067"/>
                  <a:gd name="connsiteX7" fmla="*/ 400684 w 480186"/>
                  <a:gd name="connsiteY7" fmla="*/ 405318 h 467067"/>
                  <a:gd name="connsiteX8" fmla="*/ 445928 w 480186"/>
                  <a:gd name="connsiteY8" fmla="*/ 369599 h 467067"/>
                  <a:gd name="connsiteX9" fmla="*/ 474504 w 480186"/>
                  <a:gd name="connsiteY9" fmla="*/ 310068 h 467067"/>
                  <a:gd name="connsiteX10" fmla="*/ 479265 w 480186"/>
                  <a:gd name="connsiteY10" fmla="*/ 260062 h 467067"/>
                  <a:gd name="connsiteX11" fmla="*/ 462255 w 480186"/>
                  <a:gd name="connsiteY11" fmla="*/ 224756 h 467067"/>
                  <a:gd name="connsiteX12" fmla="*/ 410208 w 480186"/>
                  <a:gd name="connsiteY12" fmla="*/ 174336 h 467067"/>
                  <a:gd name="connsiteX13" fmla="*/ 381293 w 480186"/>
                  <a:gd name="connsiteY13" fmla="*/ 146174 h 467067"/>
                  <a:gd name="connsiteX14" fmla="*/ 324484 w 480186"/>
                  <a:gd name="connsiteY14" fmla="*/ 114805 h 467067"/>
                  <a:gd name="connsiteX15" fmla="*/ 248284 w 480186"/>
                  <a:gd name="connsiteY15" fmla="*/ 83848 h 467067"/>
                  <a:gd name="connsiteX16" fmla="*/ 169703 w 480186"/>
                  <a:gd name="connsiteY16" fmla="*/ 62418 h 467067"/>
                  <a:gd name="connsiteX17" fmla="*/ 95884 w 480186"/>
                  <a:gd name="connsiteY17" fmla="*/ 33842 h 467067"/>
                  <a:gd name="connsiteX18" fmla="*/ 38734 w 480186"/>
                  <a:gd name="connsiteY18" fmla="*/ 17174 h 467067"/>
                  <a:gd name="connsiteX19" fmla="*/ 5395 w 480186"/>
                  <a:gd name="connsiteY19" fmla="*/ 5268 h 467067"/>
                  <a:gd name="connsiteX20" fmla="*/ 12540 w 480186"/>
                  <a:gd name="connsiteY20" fmla="*/ 117187 h 467067"/>
                  <a:gd name="connsiteX0" fmla="*/ 9769 w 477415"/>
                  <a:gd name="connsiteY0" fmla="*/ 117187 h 467067"/>
                  <a:gd name="connsiteX1" fmla="*/ 245 w 477415"/>
                  <a:gd name="connsiteY1" fmla="*/ 191005 h 467067"/>
                  <a:gd name="connsiteX2" fmla="*/ 71682 w 477415"/>
                  <a:gd name="connsiteY2" fmla="*/ 379125 h 467067"/>
                  <a:gd name="connsiteX3" fmla="*/ 181219 w 477415"/>
                  <a:gd name="connsiteY3" fmla="*/ 460087 h 467067"/>
                  <a:gd name="connsiteX4" fmla="*/ 259800 w 477415"/>
                  <a:gd name="connsiteY4" fmla="*/ 460087 h 467067"/>
                  <a:gd name="connsiteX5" fmla="*/ 345525 w 477415"/>
                  <a:gd name="connsiteY5" fmla="*/ 436274 h 467067"/>
                  <a:gd name="connsiteX6" fmla="*/ 371719 w 477415"/>
                  <a:gd name="connsiteY6" fmla="*/ 410080 h 467067"/>
                  <a:gd name="connsiteX7" fmla="*/ 397913 w 477415"/>
                  <a:gd name="connsiteY7" fmla="*/ 405318 h 467067"/>
                  <a:gd name="connsiteX8" fmla="*/ 443157 w 477415"/>
                  <a:gd name="connsiteY8" fmla="*/ 369599 h 467067"/>
                  <a:gd name="connsiteX9" fmla="*/ 471733 w 477415"/>
                  <a:gd name="connsiteY9" fmla="*/ 310068 h 467067"/>
                  <a:gd name="connsiteX10" fmla="*/ 476494 w 477415"/>
                  <a:gd name="connsiteY10" fmla="*/ 260062 h 467067"/>
                  <a:gd name="connsiteX11" fmla="*/ 459484 w 477415"/>
                  <a:gd name="connsiteY11" fmla="*/ 224756 h 467067"/>
                  <a:gd name="connsiteX12" fmla="*/ 407437 w 477415"/>
                  <a:gd name="connsiteY12" fmla="*/ 174336 h 467067"/>
                  <a:gd name="connsiteX13" fmla="*/ 378522 w 477415"/>
                  <a:gd name="connsiteY13" fmla="*/ 146174 h 467067"/>
                  <a:gd name="connsiteX14" fmla="*/ 321713 w 477415"/>
                  <a:gd name="connsiteY14" fmla="*/ 114805 h 467067"/>
                  <a:gd name="connsiteX15" fmla="*/ 245513 w 477415"/>
                  <a:gd name="connsiteY15" fmla="*/ 83848 h 467067"/>
                  <a:gd name="connsiteX16" fmla="*/ 166932 w 477415"/>
                  <a:gd name="connsiteY16" fmla="*/ 62418 h 467067"/>
                  <a:gd name="connsiteX17" fmla="*/ 93113 w 477415"/>
                  <a:gd name="connsiteY17" fmla="*/ 33842 h 467067"/>
                  <a:gd name="connsiteX18" fmla="*/ 35963 w 477415"/>
                  <a:gd name="connsiteY18" fmla="*/ 17174 h 467067"/>
                  <a:gd name="connsiteX19" fmla="*/ 2624 w 477415"/>
                  <a:gd name="connsiteY19" fmla="*/ 5268 h 467067"/>
                  <a:gd name="connsiteX20" fmla="*/ 9769 w 477415"/>
                  <a:gd name="connsiteY20"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8503 w 477396"/>
                  <a:gd name="connsiteY14" fmla="*/ 146174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4220 w 477396"/>
                  <a:gd name="connsiteY14" fmla="*/ 154735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0 w 477396"/>
                  <a:gd name="connsiteY0" fmla="*/ 117187 h 467067"/>
                  <a:gd name="connsiteX1" fmla="*/ 226 w 477396"/>
                  <a:gd name="connsiteY1" fmla="*/ 191005 h 467067"/>
                  <a:gd name="connsiteX2" fmla="*/ 21316 w 477396"/>
                  <a:gd name="connsiteY2" fmla="*/ 296193 h 467067"/>
                  <a:gd name="connsiteX3" fmla="*/ 71663 w 477396"/>
                  <a:gd name="connsiteY3" fmla="*/ 379125 h 467067"/>
                  <a:gd name="connsiteX4" fmla="*/ 181200 w 477396"/>
                  <a:gd name="connsiteY4" fmla="*/ 460087 h 467067"/>
                  <a:gd name="connsiteX5" fmla="*/ 259781 w 477396"/>
                  <a:gd name="connsiteY5" fmla="*/ 460087 h 467067"/>
                  <a:gd name="connsiteX6" fmla="*/ 345506 w 477396"/>
                  <a:gd name="connsiteY6" fmla="*/ 436274 h 467067"/>
                  <a:gd name="connsiteX7" fmla="*/ 371700 w 477396"/>
                  <a:gd name="connsiteY7" fmla="*/ 410080 h 467067"/>
                  <a:gd name="connsiteX8" fmla="*/ 397894 w 477396"/>
                  <a:gd name="connsiteY8" fmla="*/ 405318 h 467067"/>
                  <a:gd name="connsiteX9" fmla="*/ 443138 w 477396"/>
                  <a:gd name="connsiteY9" fmla="*/ 369599 h 467067"/>
                  <a:gd name="connsiteX10" fmla="*/ 471714 w 477396"/>
                  <a:gd name="connsiteY10" fmla="*/ 310068 h 467067"/>
                  <a:gd name="connsiteX11" fmla="*/ 476475 w 477396"/>
                  <a:gd name="connsiteY11" fmla="*/ 260062 h 467067"/>
                  <a:gd name="connsiteX12" fmla="*/ 459465 w 477396"/>
                  <a:gd name="connsiteY12" fmla="*/ 224756 h 467067"/>
                  <a:gd name="connsiteX13" fmla="*/ 407418 w 477396"/>
                  <a:gd name="connsiteY13" fmla="*/ 174336 h 467067"/>
                  <a:gd name="connsiteX14" fmla="*/ 376362 w 477396"/>
                  <a:gd name="connsiteY14" fmla="*/ 146174 h 467067"/>
                  <a:gd name="connsiteX15" fmla="*/ 321694 w 477396"/>
                  <a:gd name="connsiteY15" fmla="*/ 114805 h 467067"/>
                  <a:gd name="connsiteX16" fmla="*/ 245494 w 477396"/>
                  <a:gd name="connsiteY16" fmla="*/ 83848 h 467067"/>
                  <a:gd name="connsiteX17" fmla="*/ 166913 w 477396"/>
                  <a:gd name="connsiteY17" fmla="*/ 62418 h 467067"/>
                  <a:gd name="connsiteX18" fmla="*/ 93094 w 477396"/>
                  <a:gd name="connsiteY18" fmla="*/ 33842 h 467067"/>
                  <a:gd name="connsiteX19" fmla="*/ 35944 w 477396"/>
                  <a:gd name="connsiteY19" fmla="*/ 17174 h 467067"/>
                  <a:gd name="connsiteX20" fmla="*/ 2605 w 477396"/>
                  <a:gd name="connsiteY20" fmla="*/ 5268 h 467067"/>
                  <a:gd name="connsiteX21" fmla="*/ 9750 w 477396"/>
                  <a:gd name="connsiteY21" fmla="*/ 117187 h 467067"/>
                  <a:gd name="connsiteX0" fmla="*/ 9756 w 477402"/>
                  <a:gd name="connsiteY0" fmla="*/ 101708 h 451588"/>
                  <a:gd name="connsiteX1" fmla="*/ 232 w 477402"/>
                  <a:gd name="connsiteY1" fmla="*/ 175526 h 451588"/>
                  <a:gd name="connsiteX2" fmla="*/ 21322 w 477402"/>
                  <a:gd name="connsiteY2" fmla="*/ 280714 h 451588"/>
                  <a:gd name="connsiteX3" fmla="*/ 71669 w 477402"/>
                  <a:gd name="connsiteY3" fmla="*/ 363646 h 451588"/>
                  <a:gd name="connsiteX4" fmla="*/ 181206 w 477402"/>
                  <a:gd name="connsiteY4" fmla="*/ 444608 h 451588"/>
                  <a:gd name="connsiteX5" fmla="*/ 259787 w 477402"/>
                  <a:gd name="connsiteY5" fmla="*/ 444608 h 451588"/>
                  <a:gd name="connsiteX6" fmla="*/ 345512 w 477402"/>
                  <a:gd name="connsiteY6" fmla="*/ 420795 h 451588"/>
                  <a:gd name="connsiteX7" fmla="*/ 371706 w 477402"/>
                  <a:gd name="connsiteY7" fmla="*/ 394601 h 451588"/>
                  <a:gd name="connsiteX8" fmla="*/ 397900 w 477402"/>
                  <a:gd name="connsiteY8" fmla="*/ 389839 h 451588"/>
                  <a:gd name="connsiteX9" fmla="*/ 443144 w 477402"/>
                  <a:gd name="connsiteY9" fmla="*/ 354120 h 451588"/>
                  <a:gd name="connsiteX10" fmla="*/ 471720 w 477402"/>
                  <a:gd name="connsiteY10" fmla="*/ 294589 h 451588"/>
                  <a:gd name="connsiteX11" fmla="*/ 476481 w 477402"/>
                  <a:gd name="connsiteY11" fmla="*/ 244583 h 451588"/>
                  <a:gd name="connsiteX12" fmla="*/ 459471 w 477402"/>
                  <a:gd name="connsiteY12" fmla="*/ 209277 h 451588"/>
                  <a:gd name="connsiteX13" fmla="*/ 407424 w 477402"/>
                  <a:gd name="connsiteY13" fmla="*/ 158857 h 451588"/>
                  <a:gd name="connsiteX14" fmla="*/ 376368 w 477402"/>
                  <a:gd name="connsiteY14" fmla="*/ 130695 h 451588"/>
                  <a:gd name="connsiteX15" fmla="*/ 321700 w 477402"/>
                  <a:gd name="connsiteY15" fmla="*/ 99326 h 451588"/>
                  <a:gd name="connsiteX16" fmla="*/ 245500 w 477402"/>
                  <a:gd name="connsiteY16" fmla="*/ 68369 h 451588"/>
                  <a:gd name="connsiteX17" fmla="*/ 166919 w 477402"/>
                  <a:gd name="connsiteY17" fmla="*/ 46939 h 451588"/>
                  <a:gd name="connsiteX18" fmla="*/ 93100 w 477402"/>
                  <a:gd name="connsiteY18" fmla="*/ 18363 h 451588"/>
                  <a:gd name="connsiteX19" fmla="*/ 35950 w 477402"/>
                  <a:gd name="connsiteY19" fmla="*/ 1695 h 451588"/>
                  <a:gd name="connsiteX20" fmla="*/ 4753 w 477402"/>
                  <a:gd name="connsiteY20" fmla="*/ 11192 h 451588"/>
                  <a:gd name="connsiteX21" fmla="*/ 9756 w 477402"/>
                  <a:gd name="connsiteY21" fmla="*/ 101708 h 45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7402" h="451588">
                    <a:moveTo>
                      <a:pt x="9756" y="101708"/>
                    </a:moveTo>
                    <a:cubicBezTo>
                      <a:pt x="9003" y="129097"/>
                      <a:pt x="-1696" y="145692"/>
                      <a:pt x="232" y="175526"/>
                    </a:cubicBezTo>
                    <a:cubicBezTo>
                      <a:pt x="2160" y="205360"/>
                      <a:pt x="9416" y="249361"/>
                      <a:pt x="21322" y="280714"/>
                    </a:cubicBezTo>
                    <a:cubicBezTo>
                      <a:pt x="33228" y="312067"/>
                      <a:pt x="45022" y="336330"/>
                      <a:pt x="71669" y="363646"/>
                    </a:cubicBezTo>
                    <a:cubicBezTo>
                      <a:pt x="98316" y="390962"/>
                      <a:pt x="149853" y="431114"/>
                      <a:pt x="181206" y="444608"/>
                    </a:cubicBezTo>
                    <a:cubicBezTo>
                      <a:pt x="212559" y="458102"/>
                      <a:pt x="232403" y="448577"/>
                      <a:pt x="259787" y="444608"/>
                    </a:cubicBezTo>
                    <a:cubicBezTo>
                      <a:pt x="287171" y="440639"/>
                      <a:pt x="326859" y="429130"/>
                      <a:pt x="345512" y="420795"/>
                    </a:cubicBezTo>
                    <a:cubicBezTo>
                      <a:pt x="364165" y="412461"/>
                      <a:pt x="362975" y="399760"/>
                      <a:pt x="371706" y="394601"/>
                    </a:cubicBezTo>
                    <a:cubicBezTo>
                      <a:pt x="380437" y="389442"/>
                      <a:pt x="385994" y="396586"/>
                      <a:pt x="397900" y="389839"/>
                    </a:cubicBezTo>
                    <a:cubicBezTo>
                      <a:pt x="409806" y="383092"/>
                      <a:pt x="430841" y="369995"/>
                      <a:pt x="443144" y="354120"/>
                    </a:cubicBezTo>
                    <a:cubicBezTo>
                      <a:pt x="455447" y="338245"/>
                      <a:pt x="466164" y="312845"/>
                      <a:pt x="471720" y="294589"/>
                    </a:cubicBezTo>
                    <a:cubicBezTo>
                      <a:pt x="477276" y="276333"/>
                      <a:pt x="478522" y="258802"/>
                      <a:pt x="476481" y="244583"/>
                    </a:cubicBezTo>
                    <a:cubicBezTo>
                      <a:pt x="474440" y="230364"/>
                      <a:pt x="470981" y="223565"/>
                      <a:pt x="459471" y="209277"/>
                    </a:cubicBezTo>
                    <a:cubicBezTo>
                      <a:pt x="447961" y="194989"/>
                      <a:pt x="421274" y="171954"/>
                      <a:pt x="407424" y="158857"/>
                    </a:cubicBezTo>
                    <a:cubicBezTo>
                      <a:pt x="393574" y="145760"/>
                      <a:pt x="390655" y="140617"/>
                      <a:pt x="376368" y="130695"/>
                    </a:cubicBezTo>
                    <a:cubicBezTo>
                      <a:pt x="362081" y="120773"/>
                      <a:pt x="343511" y="109714"/>
                      <a:pt x="321700" y="99326"/>
                    </a:cubicBezTo>
                    <a:cubicBezTo>
                      <a:pt x="299889" y="88938"/>
                      <a:pt x="271297" y="77100"/>
                      <a:pt x="245500" y="68369"/>
                    </a:cubicBezTo>
                    <a:cubicBezTo>
                      <a:pt x="219703" y="59638"/>
                      <a:pt x="192319" y="55273"/>
                      <a:pt x="166919" y="46939"/>
                    </a:cubicBezTo>
                    <a:cubicBezTo>
                      <a:pt x="141519" y="38605"/>
                      <a:pt x="114928" y="25904"/>
                      <a:pt x="93100" y="18363"/>
                    </a:cubicBezTo>
                    <a:cubicBezTo>
                      <a:pt x="71272" y="10822"/>
                      <a:pt x="49444" y="2092"/>
                      <a:pt x="35950" y="1695"/>
                    </a:cubicBezTo>
                    <a:cubicBezTo>
                      <a:pt x="22456" y="1298"/>
                      <a:pt x="9119" y="-5477"/>
                      <a:pt x="4753" y="11192"/>
                    </a:cubicBezTo>
                    <a:cubicBezTo>
                      <a:pt x="387" y="27861"/>
                      <a:pt x="10510" y="74319"/>
                      <a:pt x="9756" y="101708"/>
                    </a:cubicBezTo>
                    <a:close/>
                  </a:path>
                </a:pathLst>
              </a:custGeom>
              <a:solidFill>
                <a:schemeClr val="bg2">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tongue">
                <a:extLst>
                  <a:ext uri="{FF2B5EF4-FFF2-40B4-BE49-F238E27FC236}">
                    <a16:creationId xmlns:a16="http://schemas.microsoft.com/office/drawing/2014/main" id="{845DFB85-B966-9DBD-2A83-8EA59B65523A}"/>
                  </a:ext>
                </a:extLst>
              </p:cNvPr>
              <p:cNvGrpSpPr/>
              <p:nvPr/>
            </p:nvGrpSpPr>
            <p:grpSpPr>
              <a:xfrm>
                <a:off x="4027403" y="4382895"/>
                <a:ext cx="1056858" cy="762325"/>
                <a:chOff x="2850473" y="3754488"/>
                <a:chExt cx="475267" cy="342599"/>
              </a:xfrm>
            </p:grpSpPr>
            <p:sp>
              <p:nvSpPr>
                <p:cNvPr id="36" name="Freeform: Shape 35">
                  <a:extLst>
                    <a:ext uri="{FF2B5EF4-FFF2-40B4-BE49-F238E27FC236}">
                      <a16:creationId xmlns:a16="http://schemas.microsoft.com/office/drawing/2014/main" id="{C7631D98-D536-1B05-3FDF-0727EC8B32BE}"/>
                    </a:ext>
                  </a:extLst>
                </p:cNvPr>
                <p:cNvSpPr>
                  <a:spLocks/>
                </p:cNvSpPr>
                <p:nvPr/>
              </p:nvSpPr>
              <p:spPr>
                <a:xfrm>
                  <a:off x="2850473" y="3769522"/>
                  <a:ext cx="475267" cy="327565"/>
                </a:xfrm>
                <a:custGeom>
                  <a:avLst/>
                  <a:gdLst>
                    <a:gd name="connsiteX0" fmla="*/ 5964 w 421981"/>
                    <a:gd name="connsiteY0" fmla="*/ 33538 h 301867"/>
                    <a:gd name="connsiteX1" fmla="*/ 77402 w 421981"/>
                    <a:gd name="connsiteY1" fmla="*/ 2581 h 301867"/>
                    <a:gd name="connsiteX2" fmla="*/ 175033 w 421981"/>
                    <a:gd name="connsiteY2" fmla="*/ 2581 h 301867"/>
                    <a:gd name="connsiteX3" fmla="*/ 229802 w 421981"/>
                    <a:gd name="connsiteY3" fmla="*/ 9725 h 301867"/>
                    <a:gd name="connsiteX4" fmla="*/ 239327 w 421981"/>
                    <a:gd name="connsiteY4" fmla="*/ 59731 h 301867"/>
                    <a:gd name="connsiteX5" fmla="*/ 239327 w 421981"/>
                    <a:gd name="connsiteY5" fmla="*/ 140694 h 301867"/>
                    <a:gd name="connsiteX6" fmla="*/ 244089 w 421981"/>
                    <a:gd name="connsiteY6" fmla="*/ 35919 h 301867"/>
                    <a:gd name="connsiteX7" fmla="*/ 260758 w 421981"/>
                    <a:gd name="connsiteY7" fmla="*/ 16869 h 301867"/>
                    <a:gd name="connsiteX8" fmla="*/ 322670 w 421981"/>
                    <a:gd name="connsiteY8" fmla="*/ 19250 h 301867"/>
                    <a:gd name="connsiteX9" fmla="*/ 382202 w 421981"/>
                    <a:gd name="connsiteY9" fmla="*/ 62113 h 301867"/>
                    <a:gd name="connsiteX10" fmla="*/ 417920 w 421981"/>
                    <a:gd name="connsiteY10" fmla="*/ 138313 h 301867"/>
                    <a:gd name="connsiteX11" fmla="*/ 413158 w 421981"/>
                    <a:gd name="connsiteY11" fmla="*/ 197844 h 301867"/>
                    <a:gd name="connsiteX12" fmla="*/ 346483 w 421981"/>
                    <a:gd name="connsiteY12" fmla="*/ 254994 h 301867"/>
                    <a:gd name="connsiteX13" fmla="*/ 255995 w 421981"/>
                    <a:gd name="connsiteY13" fmla="*/ 283569 h 301867"/>
                    <a:gd name="connsiteX14" fmla="*/ 229802 w 421981"/>
                    <a:gd name="connsiteY14" fmla="*/ 271663 h 301867"/>
                    <a:gd name="connsiteX15" fmla="*/ 234564 w 421981"/>
                    <a:gd name="connsiteY15" fmla="*/ 238325 h 301867"/>
                    <a:gd name="connsiteX16" fmla="*/ 225039 w 421981"/>
                    <a:gd name="connsiteY16" fmla="*/ 285950 h 301867"/>
                    <a:gd name="connsiteX17" fmla="*/ 189320 w 421981"/>
                    <a:gd name="connsiteY17" fmla="*/ 297856 h 301867"/>
                    <a:gd name="connsiteX18" fmla="*/ 127408 w 421981"/>
                    <a:gd name="connsiteY18" fmla="*/ 297856 h 301867"/>
                    <a:gd name="connsiteX19" fmla="*/ 53589 w 421981"/>
                    <a:gd name="connsiteY19" fmla="*/ 250231 h 301867"/>
                    <a:gd name="connsiteX20" fmla="*/ 22633 w 421981"/>
                    <a:gd name="connsiteY20" fmla="*/ 188319 h 301867"/>
                    <a:gd name="connsiteX21" fmla="*/ 5964 w 421981"/>
                    <a:gd name="connsiteY21" fmla="*/ 124025 h 301867"/>
                    <a:gd name="connsiteX22" fmla="*/ 5964 w 421981"/>
                    <a:gd name="connsiteY22" fmla="*/ 33538 h 301867"/>
                    <a:gd name="connsiteX0" fmla="*/ 3560 w 434230"/>
                    <a:gd name="connsiteY0" fmla="*/ 13017 h 300489"/>
                    <a:gd name="connsiteX1" fmla="*/ 89651 w 434230"/>
                    <a:gd name="connsiteY1" fmla="*/ 1203 h 300489"/>
                    <a:gd name="connsiteX2" fmla="*/ 187282 w 434230"/>
                    <a:gd name="connsiteY2" fmla="*/ 1203 h 300489"/>
                    <a:gd name="connsiteX3" fmla="*/ 242051 w 434230"/>
                    <a:gd name="connsiteY3" fmla="*/ 8347 h 300489"/>
                    <a:gd name="connsiteX4" fmla="*/ 251576 w 434230"/>
                    <a:gd name="connsiteY4" fmla="*/ 58353 h 300489"/>
                    <a:gd name="connsiteX5" fmla="*/ 251576 w 434230"/>
                    <a:gd name="connsiteY5" fmla="*/ 139316 h 300489"/>
                    <a:gd name="connsiteX6" fmla="*/ 256338 w 434230"/>
                    <a:gd name="connsiteY6" fmla="*/ 34541 h 300489"/>
                    <a:gd name="connsiteX7" fmla="*/ 273007 w 434230"/>
                    <a:gd name="connsiteY7" fmla="*/ 15491 h 300489"/>
                    <a:gd name="connsiteX8" fmla="*/ 334919 w 434230"/>
                    <a:gd name="connsiteY8" fmla="*/ 17872 h 300489"/>
                    <a:gd name="connsiteX9" fmla="*/ 394451 w 434230"/>
                    <a:gd name="connsiteY9" fmla="*/ 60735 h 300489"/>
                    <a:gd name="connsiteX10" fmla="*/ 430169 w 434230"/>
                    <a:gd name="connsiteY10" fmla="*/ 136935 h 300489"/>
                    <a:gd name="connsiteX11" fmla="*/ 425407 w 434230"/>
                    <a:gd name="connsiteY11" fmla="*/ 196466 h 300489"/>
                    <a:gd name="connsiteX12" fmla="*/ 358732 w 434230"/>
                    <a:gd name="connsiteY12" fmla="*/ 253616 h 300489"/>
                    <a:gd name="connsiteX13" fmla="*/ 268244 w 434230"/>
                    <a:gd name="connsiteY13" fmla="*/ 282191 h 300489"/>
                    <a:gd name="connsiteX14" fmla="*/ 242051 w 434230"/>
                    <a:gd name="connsiteY14" fmla="*/ 270285 h 300489"/>
                    <a:gd name="connsiteX15" fmla="*/ 246813 w 434230"/>
                    <a:gd name="connsiteY15" fmla="*/ 236947 h 300489"/>
                    <a:gd name="connsiteX16" fmla="*/ 237288 w 434230"/>
                    <a:gd name="connsiteY16" fmla="*/ 284572 h 300489"/>
                    <a:gd name="connsiteX17" fmla="*/ 201569 w 434230"/>
                    <a:gd name="connsiteY17" fmla="*/ 296478 h 300489"/>
                    <a:gd name="connsiteX18" fmla="*/ 139657 w 434230"/>
                    <a:gd name="connsiteY18" fmla="*/ 296478 h 300489"/>
                    <a:gd name="connsiteX19" fmla="*/ 65838 w 434230"/>
                    <a:gd name="connsiteY19" fmla="*/ 248853 h 300489"/>
                    <a:gd name="connsiteX20" fmla="*/ 34882 w 434230"/>
                    <a:gd name="connsiteY20" fmla="*/ 186941 h 300489"/>
                    <a:gd name="connsiteX21" fmla="*/ 18213 w 434230"/>
                    <a:gd name="connsiteY21" fmla="*/ 122647 h 300489"/>
                    <a:gd name="connsiteX22" fmla="*/ 3560 w 434230"/>
                    <a:gd name="connsiteY22" fmla="*/ 13017 h 300489"/>
                    <a:gd name="connsiteX0" fmla="*/ 3368 w 434038"/>
                    <a:gd name="connsiteY0" fmla="*/ 73121 h 360593"/>
                    <a:gd name="connsiteX1" fmla="*/ 86528 w 434038"/>
                    <a:gd name="connsiteY1" fmla="*/ 54 h 360593"/>
                    <a:gd name="connsiteX2" fmla="*/ 187090 w 434038"/>
                    <a:gd name="connsiteY2" fmla="*/ 61307 h 360593"/>
                    <a:gd name="connsiteX3" fmla="*/ 241859 w 434038"/>
                    <a:gd name="connsiteY3" fmla="*/ 68451 h 360593"/>
                    <a:gd name="connsiteX4" fmla="*/ 251384 w 434038"/>
                    <a:gd name="connsiteY4" fmla="*/ 118457 h 360593"/>
                    <a:gd name="connsiteX5" fmla="*/ 251384 w 434038"/>
                    <a:gd name="connsiteY5" fmla="*/ 199420 h 360593"/>
                    <a:gd name="connsiteX6" fmla="*/ 256146 w 434038"/>
                    <a:gd name="connsiteY6" fmla="*/ 94645 h 360593"/>
                    <a:gd name="connsiteX7" fmla="*/ 272815 w 434038"/>
                    <a:gd name="connsiteY7" fmla="*/ 75595 h 360593"/>
                    <a:gd name="connsiteX8" fmla="*/ 334727 w 434038"/>
                    <a:gd name="connsiteY8" fmla="*/ 77976 h 360593"/>
                    <a:gd name="connsiteX9" fmla="*/ 394259 w 434038"/>
                    <a:gd name="connsiteY9" fmla="*/ 120839 h 360593"/>
                    <a:gd name="connsiteX10" fmla="*/ 429977 w 434038"/>
                    <a:gd name="connsiteY10" fmla="*/ 197039 h 360593"/>
                    <a:gd name="connsiteX11" fmla="*/ 425215 w 434038"/>
                    <a:gd name="connsiteY11" fmla="*/ 256570 h 360593"/>
                    <a:gd name="connsiteX12" fmla="*/ 358540 w 434038"/>
                    <a:gd name="connsiteY12" fmla="*/ 313720 h 360593"/>
                    <a:gd name="connsiteX13" fmla="*/ 268052 w 434038"/>
                    <a:gd name="connsiteY13" fmla="*/ 342295 h 360593"/>
                    <a:gd name="connsiteX14" fmla="*/ 241859 w 434038"/>
                    <a:gd name="connsiteY14" fmla="*/ 330389 h 360593"/>
                    <a:gd name="connsiteX15" fmla="*/ 246621 w 434038"/>
                    <a:gd name="connsiteY15" fmla="*/ 297051 h 360593"/>
                    <a:gd name="connsiteX16" fmla="*/ 237096 w 434038"/>
                    <a:gd name="connsiteY16" fmla="*/ 344676 h 360593"/>
                    <a:gd name="connsiteX17" fmla="*/ 201377 w 434038"/>
                    <a:gd name="connsiteY17" fmla="*/ 356582 h 360593"/>
                    <a:gd name="connsiteX18" fmla="*/ 139465 w 434038"/>
                    <a:gd name="connsiteY18" fmla="*/ 356582 h 360593"/>
                    <a:gd name="connsiteX19" fmla="*/ 65646 w 434038"/>
                    <a:gd name="connsiteY19" fmla="*/ 308957 h 360593"/>
                    <a:gd name="connsiteX20" fmla="*/ 34690 w 434038"/>
                    <a:gd name="connsiteY20" fmla="*/ 247045 h 360593"/>
                    <a:gd name="connsiteX21" fmla="*/ 18021 w 434038"/>
                    <a:gd name="connsiteY21" fmla="*/ 182751 h 360593"/>
                    <a:gd name="connsiteX22" fmla="*/ 3368 w 434038"/>
                    <a:gd name="connsiteY22" fmla="*/ 73121 h 360593"/>
                    <a:gd name="connsiteX0" fmla="*/ 3368 w 434038"/>
                    <a:gd name="connsiteY0" fmla="*/ 117443 h 404915"/>
                    <a:gd name="connsiteX1" fmla="*/ 86528 w 434038"/>
                    <a:gd name="connsiteY1" fmla="*/ 44376 h 404915"/>
                    <a:gd name="connsiteX2" fmla="*/ 210535 w 434038"/>
                    <a:gd name="connsiteY2" fmla="*/ 2267 h 404915"/>
                    <a:gd name="connsiteX3" fmla="*/ 241859 w 434038"/>
                    <a:gd name="connsiteY3" fmla="*/ 112773 h 404915"/>
                    <a:gd name="connsiteX4" fmla="*/ 251384 w 434038"/>
                    <a:gd name="connsiteY4" fmla="*/ 162779 h 404915"/>
                    <a:gd name="connsiteX5" fmla="*/ 251384 w 434038"/>
                    <a:gd name="connsiteY5" fmla="*/ 243742 h 404915"/>
                    <a:gd name="connsiteX6" fmla="*/ 256146 w 434038"/>
                    <a:gd name="connsiteY6" fmla="*/ 138967 h 404915"/>
                    <a:gd name="connsiteX7" fmla="*/ 272815 w 434038"/>
                    <a:gd name="connsiteY7" fmla="*/ 119917 h 404915"/>
                    <a:gd name="connsiteX8" fmla="*/ 334727 w 434038"/>
                    <a:gd name="connsiteY8" fmla="*/ 122298 h 404915"/>
                    <a:gd name="connsiteX9" fmla="*/ 394259 w 434038"/>
                    <a:gd name="connsiteY9" fmla="*/ 165161 h 404915"/>
                    <a:gd name="connsiteX10" fmla="*/ 429977 w 434038"/>
                    <a:gd name="connsiteY10" fmla="*/ 241361 h 404915"/>
                    <a:gd name="connsiteX11" fmla="*/ 425215 w 434038"/>
                    <a:gd name="connsiteY11" fmla="*/ 300892 h 404915"/>
                    <a:gd name="connsiteX12" fmla="*/ 358540 w 434038"/>
                    <a:gd name="connsiteY12" fmla="*/ 358042 h 404915"/>
                    <a:gd name="connsiteX13" fmla="*/ 268052 w 434038"/>
                    <a:gd name="connsiteY13" fmla="*/ 386617 h 404915"/>
                    <a:gd name="connsiteX14" fmla="*/ 241859 w 434038"/>
                    <a:gd name="connsiteY14" fmla="*/ 374711 h 404915"/>
                    <a:gd name="connsiteX15" fmla="*/ 246621 w 434038"/>
                    <a:gd name="connsiteY15" fmla="*/ 341373 h 404915"/>
                    <a:gd name="connsiteX16" fmla="*/ 237096 w 434038"/>
                    <a:gd name="connsiteY16" fmla="*/ 388998 h 404915"/>
                    <a:gd name="connsiteX17" fmla="*/ 201377 w 434038"/>
                    <a:gd name="connsiteY17" fmla="*/ 400904 h 404915"/>
                    <a:gd name="connsiteX18" fmla="*/ 139465 w 434038"/>
                    <a:gd name="connsiteY18" fmla="*/ 400904 h 404915"/>
                    <a:gd name="connsiteX19" fmla="*/ 65646 w 434038"/>
                    <a:gd name="connsiteY19" fmla="*/ 353279 h 404915"/>
                    <a:gd name="connsiteX20" fmla="*/ 34690 w 434038"/>
                    <a:gd name="connsiteY20" fmla="*/ 291367 h 404915"/>
                    <a:gd name="connsiteX21" fmla="*/ 18021 w 434038"/>
                    <a:gd name="connsiteY21" fmla="*/ 227073 h 404915"/>
                    <a:gd name="connsiteX22" fmla="*/ 3368 w 434038"/>
                    <a:gd name="connsiteY22" fmla="*/ 117443 h 404915"/>
                    <a:gd name="connsiteX0" fmla="*/ 2068 w 432738"/>
                    <a:gd name="connsiteY0" fmla="*/ 129282 h 416754"/>
                    <a:gd name="connsiteX1" fmla="*/ 64715 w 432738"/>
                    <a:gd name="connsiteY1" fmla="*/ 14106 h 416754"/>
                    <a:gd name="connsiteX2" fmla="*/ 209235 w 432738"/>
                    <a:gd name="connsiteY2" fmla="*/ 14106 h 416754"/>
                    <a:gd name="connsiteX3" fmla="*/ 240559 w 432738"/>
                    <a:gd name="connsiteY3" fmla="*/ 124612 h 416754"/>
                    <a:gd name="connsiteX4" fmla="*/ 250084 w 432738"/>
                    <a:gd name="connsiteY4" fmla="*/ 174618 h 416754"/>
                    <a:gd name="connsiteX5" fmla="*/ 250084 w 432738"/>
                    <a:gd name="connsiteY5" fmla="*/ 255581 h 416754"/>
                    <a:gd name="connsiteX6" fmla="*/ 254846 w 432738"/>
                    <a:gd name="connsiteY6" fmla="*/ 150806 h 416754"/>
                    <a:gd name="connsiteX7" fmla="*/ 271515 w 432738"/>
                    <a:gd name="connsiteY7" fmla="*/ 131756 h 416754"/>
                    <a:gd name="connsiteX8" fmla="*/ 333427 w 432738"/>
                    <a:gd name="connsiteY8" fmla="*/ 134137 h 416754"/>
                    <a:gd name="connsiteX9" fmla="*/ 392959 w 432738"/>
                    <a:gd name="connsiteY9" fmla="*/ 177000 h 416754"/>
                    <a:gd name="connsiteX10" fmla="*/ 428677 w 432738"/>
                    <a:gd name="connsiteY10" fmla="*/ 253200 h 416754"/>
                    <a:gd name="connsiteX11" fmla="*/ 423915 w 432738"/>
                    <a:gd name="connsiteY11" fmla="*/ 312731 h 416754"/>
                    <a:gd name="connsiteX12" fmla="*/ 357240 w 432738"/>
                    <a:gd name="connsiteY12" fmla="*/ 369881 h 416754"/>
                    <a:gd name="connsiteX13" fmla="*/ 266752 w 432738"/>
                    <a:gd name="connsiteY13" fmla="*/ 398456 h 416754"/>
                    <a:gd name="connsiteX14" fmla="*/ 240559 w 432738"/>
                    <a:gd name="connsiteY14" fmla="*/ 386550 h 416754"/>
                    <a:gd name="connsiteX15" fmla="*/ 245321 w 432738"/>
                    <a:gd name="connsiteY15" fmla="*/ 353212 h 416754"/>
                    <a:gd name="connsiteX16" fmla="*/ 235796 w 432738"/>
                    <a:gd name="connsiteY16" fmla="*/ 400837 h 416754"/>
                    <a:gd name="connsiteX17" fmla="*/ 200077 w 432738"/>
                    <a:gd name="connsiteY17" fmla="*/ 412743 h 416754"/>
                    <a:gd name="connsiteX18" fmla="*/ 138165 w 432738"/>
                    <a:gd name="connsiteY18" fmla="*/ 412743 h 416754"/>
                    <a:gd name="connsiteX19" fmla="*/ 64346 w 432738"/>
                    <a:gd name="connsiteY19" fmla="*/ 365118 h 416754"/>
                    <a:gd name="connsiteX20" fmla="*/ 33390 w 432738"/>
                    <a:gd name="connsiteY20" fmla="*/ 303206 h 416754"/>
                    <a:gd name="connsiteX21" fmla="*/ 16721 w 432738"/>
                    <a:gd name="connsiteY21" fmla="*/ 238912 h 416754"/>
                    <a:gd name="connsiteX22" fmla="*/ 2068 w 432738"/>
                    <a:gd name="connsiteY22" fmla="*/ 129282 h 416754"/>
                    <a:gd name="connsiteX0" fmla="*/ 2068 w 432738"/>
                    <a:gd name="connsiteY0" fmla="*/ 124768 h 412240"/>
                    <a:gd name="connsiteX1" fmla="*/ 64715 w 432738"/>
                    <a:gd name="connsiteY1" fmla="*/ 9592 h 412240"/>
                    <a:gd name="connsiteX2" fmla="*/ 209235 w 432738"/>
                    <a:gd name="connsiteY2" fmla="*/ 9592 h 412240"/>
                    <a:gd name="connsiteX3" fmla="*/ 264004 w 432738"/>
                    <a:gd name="connsiteY3" fmla="*/ 35875 h 412240"/>
                    <a:gd name="connsiteX4" fmla="*/ 250084 w 432738"/>
                    <a:gd name="connsiteY4" fmla="*/ 170104 h 412240"/>
                    <a:gd name="connsiteX5" fmla="*/ 250084 w 432738"/>
                    <a:gd name="connsiteY5" fmla="*/ 251067 h 412240"/>
                    <a:gd name="connsiteX6" fmla="*/ 254846 w 432738"/>
                    <a:gd name="connsiteY6" fmla="*/ 146292 h 412240"/>
                    <a:gd name="connsiteX7" fmla="*/ 271515 w 432738"/>
                    <a:gd name="connsiteY7" fmla="*/ 127242 h 412240"/>
                    <a:gd name="connsiteX8" fmla="*/ 333427 w 432738"/>
                    <a:gd name="connsiteY8" fmla="*/ 129623 h 412240"/>
                    <a:gd name="connsiteX9" fmla="*/ 392959 w 432738"/>
                    <a:gd name="connsiteY9" fmla="*/ 172486 h 412240"/>
                    <a:gd name="connsiteX10" fmla="*/ 428677 w 432738"/>
                    <a:gd name="connsiteY10" fmla="*/ 248686 h 412240"/>
                    <a:gd name="connsiteX11" fmla="*/ 423915 w 432738"/>
                    <a:gd name="connsiteY11" fmla="*/ 308217 h 412240"/>
                    <a:gd name="connsiteX12" fmla="*/ 357240 w 432738"/>
                    <a:gd name="connsiteY12" fmla="*/ 365367 h 412240"/>
                    <a:gd name="connsiteX13" fmla="*/ 266752 w 432738"/>
                    <a:gd name="connsiteY13" fmla="*/ 393942 h 412240"/>
                    <a:gd name="connsiteX14" fmla="*/ 240559 w 432738"/>
                    <a:gd name="connsiteY14" fmla="*/ 382036 h 412240"/>
                    <a:gd name="connsiteX15" fmla="*/ 245321 w 432738"/>
                    <a:gd name="connsiteY15" fmla="*/ 348698 h 412240"/>
                    <a:gd name="connsiteX16" fmla="*/ 235796 w 432738"/>
                    <a:gd name="connsiteY16" fmla="*/ 396323 h 412240"/>
                    <a:gd name="connsiteX17" fmla="*/ 200077 w 432738"/>
                    <a:gd name="connsiteY17" fmla="*/ 408229 h 412240"/>
                    <a:gd name="connsiteX18" fmla="*/ 138165 w 432738"/>
                    <a:gd name="connsiteY18" fmla="*/ 408229 h 412240"/>
                    <a:gd name="connsiteX19" fmla="*/ 64346 w 432738"/>
                    <a:gd name="connsiteY19" fmla="*/ 360604 h 412240"/>
                    <a:gd name="connsiteX20" fmla="*/ 33390 w 432738"/>
                    <a:gd name="connsiteY20" fmla="*/ 298692 h 412240"/>
                    <a:gd name="connsiteX21" fmla="*/ 16721 w 432738"/>
                    <a:gd name="connsiteY21" fmla="*/ 234398 h 412240"/>
                    <a:gd name="connsiteX22" fmla="*/ 2068 w 432738"/>
                    <a:gd name="connsiteY22" fmla="*/ 124768 h 412240"/>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50084 w 432738"/>
                    <a:gd name="connsiteY5" fmla="*/ 251065 h 412238"/>
                    <a:gd name="connsiteX6" fmla="*/ 254846 w 432738"/>
                    <a:gd name="connsiteY6" fmla="*/ 146290 h 412238"/>
                    <a:gd name="connsiteX7" fmla="*/ 271515 w 432738"/>
                    <a:gd name="connsiteY7" fmla="*/ 127240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54846 w 432738"/>
                    <a:gd name="connsiteY6" fmla="*/ 146290 h 412238"/>
                    <a:gd name="connsiteX7" fmla="*/ 271515 w 432738"/>
                    <a:gd name="connsiteY7" fmla="*/ 127240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54846 w 432738"/>
                    <a:gd name="connsiteY6" fmla="*/ 146290 h 412238"/>
                    <a:gd name="connsiteX7" fmla="*/ 286169 w 432738"/>
                    <a:gd name="connsiteY7" fmla="*/ 123413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2068 w 432738"/>
                    <a:gd name="connsiteY0" fmla="*/ 124766 h 412238"/>
                    <a:gd name="connsiteX1" fmla="*/ 64715 w 432738"/>
                    <a:gd name="connsiteY1" fmla="*/ 9590 h 412238"/>
                    <a:gd name="connsiteX2" fmla="*/ 209235 w 432738"/>
                    <a:gd name="connsiteY2" fmla="*/ 9590 h 412238"/>
                    <a:gd name="connsiteX3" fmla="*/ 264004 w 432738"/>
                    <a:gd name="connsiteY3" fmla="*/ 35873 h 412238"/>
                    <a:gd name="connsiteX4" fmla="*/ 258874 w 432738"/>
                    <a:gd name="connsiteY4" fmla="*/ 170102 h 412238"/>
                    <a:gd name="connsiteX5" fmla="*/ 264737 w 432738"/>
                    <a:gd name="connsiteY5" fmla="*/ 254892 h 412238"/>
                    <a:gd name="connsiteX6" fmla="*/ 269499 w 432738"/>
                    <a:gd name="connsiteY6" fmla="*/ 146290 h 412238"/>
                    <a:gd name="connsiteX7" fmla="*/ 286169 w 432738"/>
                    <a:gd name="connsiteY7" fmla="*/ 123413 h 412238"/>
                    <a:gd name="connsiteX8" fmla="*/ 333427 w 432738"/>
                    <a:gd name="connsiteY8" fmla="*/ 129621 h 412238"/>
                    <a:gd name="connsiteX9" fmla="*/ 392959 w 432738"/>
                    <a:gd name="connsiteY9" fmla="*/ 172484 h 412238"/>
                    <a:gd name="connsiteX10" fmla="*/ 428677 w 432738"/>
                    <a:gd name="connsiteY10" fmla="*/ 248684 h 412238"/>
                    <a:gd name="connsiteX11" fmla="*/ 423915 w 432738"/>
                    <a:gd name="connsiteY11" fmla="*/ 308215 h 412238"/>
                    <a:gd name="connsiteX12" fmla="*/ 357240 w 432738"/>
                    <a:gd name="connsiteY12" fmla="*/ 365365 h 412238"/>
                    <a:gd name="connsiteX13" fmla="*/ 266752 w 432738"/>
                    <a:gd name="connsiteY13" fmla="*/ 393940 h 412238"/>
                    <a:gd name="connsiteX14" fmla="*/ 240559 w 432738"/>
                    <a:gd name="connsiteY14" fmla="*/ 382034 h 412238"/>
                    <a:gd name="connsiteX15" fmla="*/ 245321 w 432738"/>
                    <a:gd name="connsiteY15" fmla="*/ 348696 h 412238"/>
                    <a:gd name="connsiteX16" fmla="*/ 235796 w 432738"/>
                    <a:gd name="connsiteY16" fmla="*/ 396321 h 412238"/>
                    <a:gd name="connsiteX17" fmla="*/ 200077 w 432738"/>
                    <a:gd name="connsiteY17" fmla="*/ 408227 h 412238"/>
                    <a:gd name="connsiteX18" fmla="*/ 138165 w 432738"/>
                    <a:gd name="connsiteY18" fmla="*/ 408227 h 412238"/>
                    <a:gd name="connsiteX19" fmla="*/ 64346 w 432738"/>
                    <a:gd name="connsiteY19" fmla="*/ 360602 h 412238"/>
                    <a:gd name="connsiteX20" fmla="*/ 33390 w 432738"/>
                    <a:gd name="connsiteY20" fmla="*/ 298690 h 412238"/>
                    <a:gd name="connsiteX21" fmla="*/ 16721 w 432738"/>
                    <a:gd name="connsiteY21" fmla="*/ 234396 h 412238"/>
                    <a:gd name="connsiteX22" fmla="*/ 2068 w 432738"/>
                    <a:gd name="connsiteY22" fmla="*/ 124766 h 412238"/>
                    <a:gd name="connsiteX0" fmla="*/ 1009 w 460985"/>
                    <a:gd name="connsiteY0" fmla="*/ 91905 h 410003"/>
                    <a:gd name="connsiteX1" fmla="*/ 92962 w 460985"/>
                    <a:gd name="connsiteY1" fmla="*/ 7355 h 410003"/>
                    <a:gd name="connsiteX2" fmla="*/ 237482 w 460985"/>
                    <a:gd name="connsiteY2" fmla="*/ 7355 h 410003"/>
                    <a:gd name="connsiteX3" fmla="*/ 292251 w 460985"/>
                    <a:gd name="connsiteY3" fmla="*/ 33638 h 410003"/>
                    <a:gd name="connsiteX4" fmla="*/ 287121 w 460985"/>
                    <a:gd name="connsiteY4" fmla="*/ 167867 h 410003"/>
                    <a:gd name="connsiteX5" fmla="*/ 292984 w 460985"/>
                    <a:gd name="connsiteY5" fmla="*/ 252657 h 410003"/>
                    <a:gd name="connsiteX6" fmla="*/ 297746 w 460985"/>
                    <a:gd name="connsiteY6" fmla="*/ 144055 h 410003"/>
                    <a:gd name="connsiteX7" fmla="*/ 314416 w 460985"/>
                    <a:gd name="connsiteY7" fmla="*/ 121178 h 410003"/>
                    <a:gd name="connsiteX8" fmla="*/ 361674 w 460985"/>
                    <a:gd name="connsiteY8" fmla="*/ 127386 h 410003"/>
                    <a:gd name="connsiteX9" fmla="*/ 421206 w 460985"/>
                    <a:gd name="connsiteY9" fmla="*/ 170249 h 410003"/>
                    <a:gd name="connsiteX10" fmla="*/ 456924 w 460985"/>
                    <a:gd name="connsiteY10" fmla="*/ 246449 h 410003"/>
                    <a:gd name="connsiteX11" fmla="*/ 452162 w 460985"/>
                    <a:gd name="connsiteY11" fmla="*/ 305980 h 410003"/>
                    <a:gd name="connsiteX12" fmla="*/ 385487 w 460985"/>
                    <a:gd name="connsiteY12" fmla="*/ 363130 h 410003"/>
                    <a:gd name="connsiteX13" fmla="*/ 294999 w 460985"/>
                    <a:gd name="connsiteY13" fmla="*/ 391705 h 410003"/>
                    <a:gd name="connsiteX14" fmla="*/ 268806 w 460985"/>
                    <a:gd name="connsiteY14" fmla="*/ 379799 h 410003"/>
                    <a:gd name="connsiteX15" fmla="*/ 273568 w 460985"/>
                    <a:gd name="connsiteY15" fmla="*/ 346461 h 410003"/>
                    <a:gd name="connsiteX16" fmla="*/ 264043 w 460985"/>
                    <a:gd name="connsiteY16" fmla="*/ 394086 h 410003"/>
                    <a:gd name="connsiteX17" fmla="*/ 228324 w 460985"/>
                    <a:gd name="connsiteY17" fmla="*/ 405992 h 410003"/>
                    <a:gd name="connsiteX18" fmla="*/ 166412 w 460985"/>
                    <a:gd name="connsiteY18" fmla="*/ 405992 h 410003"/>
                    <a:gd name="connsiteX19" fmla="*/ 92593 w 460985"/>
                    <a:gd name="connsiteY19" fmla="*/ 358367 h 410003"/>
                    <a:gd name="connsiteX20" fmla="*/ 61637 w 460985"/>
                    <a:gd name="connsiteY20" fmla="*/ 296455 h 410003"/>
                    <a:gd name="connsiteX21" fmla="*/ 44968 w 460985"/>
                    <a:gd name="connsiteY21" fmla="*/ 232161 h 410003"/>
                    <a:gd name="connsiteX22" fmla="*/ 1009 w 460985"/>
                    <a:gd name="connsiteY22" fmla="*/ 91905 h 410003"/>
                    <a:gd name="connsiteX0" fmla="*/ 5291 w 465267"/>
                    <a:gd name="connsiteY0" fmla="*/ 91905 h 410003"/>
                    <a:gd name="connsiteX1" fmla="*/ 97244 w 465267"/>
                    <a:gd name="connsiteY1" fmla="*/ 7355 h 410003"/>
                    <a:gd name="connsiteX2" fmla="*/ 241764 w 465267"/>
                    <a:gd name="connsiteY2" fmla="*/ 7355 h 410003"/>
                    <a:gd name="connsiteX3" fmla="*/ 296533 w 465267"/>
                    <a:gd name="connsiteY3" fmla="*/ 33638 h 410003"/>
                    <a:gd name="connsiteX4" fmla="*/ 291403 w 465267"/>
                    <a:gd name="connsiteY4" fmla="*/ 167867 h 410003"/>
                    <a:gd name="connsiteX5" fmla="*/ 297266 w 465267"/>
                    <a:gd name="connsiteY5" fmla="*/ 252657 h 410003"/>
                    <a:gd name="connsiteX6" fmla="*/ 302028 w 465267"/>
                    <a:gd name="connsiteY6" fmla="*/ 144055 h 410003"/>
                    <a:gd name="connsiteX7" fmla="*/ 318698 w 465267"/>
                    <a:gd name="connsiteY7" fmla="*/ 121178 h 410003"/>
                    <a:gd name="connsiteX8" fmla="*/ 365956 w 465267"/>
                    <a:gd name="connsiteY8" fmla="*/ 127386 h 410003"/>
                    <a:gd name="connsiteX9" fmla="*/ 425488 w 465267"/>
                    <a:gd name="connsiteY9" fmla="*/ 170249 h 410003"/>
                    <a:gd name="connsiteX10" fmla="*/ 461206 w 465267"/>
                    <a:gd name="connsiteY10" fmla="*/ 246449 h 410003"/>
                    <a:gd name="connsiteX11" fmla="*/ 456444 w 465267"/>
                    <a:gd name="connsiteY11" fmla="*/ 305980 h 410003"/>
                    <a:gd name="connsiteX12" fmla="*/ 389769 w 465267"/>
                    <a:gd name="connsiteY12" fmla="*/ 363130 h 410003"/>
                    <a:gd name="connsiteX13" fmla="*/ 299281 w 465267"/>
                    <a:gd name="connsiteY13" fmla="*/ 391705 h 410003"/>
                    <a:gd name="connsiteX14" fmla="*/ 273088 w 465267"/>
                    <a:gd name="connsiteY14" fmla="*/ 379799 h 410003"/>
                    <a:gd name="connsiteX15" fmla="*/ 277850 w 465267"/>
                    <a:gd name="connsiteY15" fmla="*/ 346461 h 410003"/>
                    <a:gd name="connsiteX16" fmla="*/ 268325 w 465267"/>
                    <a:gd name="connsiteY16" fmla="*/ 394086 h 410003"/>
                    <a:gd name="connsiteX17" fmla="*/ 232606 w 465267"/>
                    <a:gd name="connsiteY17" fmla="*/ 405992 h 410003"/>
                    <a:gd name="connsiteX18" fmla="*/ 170694 w 465267"/>
                    <a:gd name="connsiteY18" fmla="*/ 405992 h 410003"/>
                    <a:gd name="connsiteX19" fmla="*/ 96875 w 465267"/>
                    <a:gd name="connsiteY19" fmla="*/ 358367 h 410003"/>
                    <a:gd name="connsiteX20" fmla="*/ 65919 w 465267"/>
                    <a:gd name="connsiteY20" fmla="*/ 296455 h 410003"/>
                    <a:gd name="connsiteX21" fmla="*/ 17014 w 465267"/>
                    <a:gd name="connsiteY21" fmla="*/ 285758 h 410003"/>
                    <a:gd name="connsiteX22" fmla="*/ 5291 w 465267"/>
                    <a:gd name="connsiteY22" fmla="*/ 91905 h 410003"/>
                    <a:gd name="connsiteX0" fmla="*/ 5552 w 465528"/>
                    <a:gd name="connsiteY0" fmla="*/ 91905 h 418797"/>
                    <a:gd name="connsiteX1" fmla="*/ 97505 w 465528"/>
                    <a:gd name="connsiteY1" fmla="*/ 7355 h 418797"/>
                    <a:gd name="connsiteX2" fmla="*/ 242025 w 465528"/>
                    <a:gd name="connsiteY2" fmla="*/ 7355 h 418797"/>
                    <a:gd name="connsiteX3" fmla="*/ 296794 w 465528"/>
                    <a:gd name="connsiteY3" fmla="*/ 33638 h 418797"/>
                    <a:gd name="connsiteX4" fmla="*/ 291664 w 465528"/>
                    <a:gd name="connsiteY4" fmla="*/ 167867 h 418797"/>
                    <a:gd name="connsiteX5" fmla="*/ 297527 w 465528"/>
                    <a:gd name="connsiteY5" fmla="*/ 252657 h 418797"/>
                    <a:gd name="connsiteX6" fmla="*/ 302289 w 465528"/>
                    <a:gd name="connsiteY6" fmla="*/ 144055 h 418797"/>
                    <a:gd name="connsiteX7" fmla="*/ 318959 w 465528"/>
                    <a:gd name="connsiteY7" fmla="*/ 121178 h 418797"/>
                    <a:gd name="connsiteX8" fmla="*/ 366217 w 465528"/>
                    <a:gd name="connsiteY8" fmla="*/ 127386 h 418797"/>
                    <a:gd name="connsiteX9" fmla="*/ 425749 w 465528"/>
                    <a:gd name="connsiteY9" fmla="*/ 170249 h 418797"/>
                    <a:gd name="connsiteX10" fmla="*/ 461467 w 465528"/>
                    <a:gd name="connsiteY10" fmla="*/ 246449 h 418797"/>
                    <a:gd name="connsiteX11" fmla="*/ 456705 w 465528"/>
                    <a:gd name="connsiteY11" fmla="*/ 305980 h 418797"/>
                    <a:gd name="connsiteX12" fmla="*/ 390030 w 465528"/>
                    <a:gd name="connsiteY12" fmla="*/ 363130 h 418797"/>
                    <a:gd name="connsiteX13" fmla="*/ 299542 w 465528"/>
                    <a:gd name="connsiteY13" fmla="*/ 391705 h 418797"/>
                    <a:gd name="connsiteX14" fmla="*/ 273349 w 465528"/>
                    <a:gd name="connsiteY14" fmla="*/ 379799 h 418797"/>
                    <a:gd name="connsiteX15" fmla="*/ 278111 w 465528"/>
                    <a:gd name="connsiteY15" fmla="*/ 346461 h 418797"/>
                    <a:gd name="connsiteX16" fmla="*/ 268586 w 465528"/>
                    <a:gd name="connsiteY16" fmla="*/ 394086 h 418797"/>
                    <a:gd name="connsiteX17" fmla="*/ 232867 w 465528"/>
                    <a:gd name="connsiteY17" fmla="*/ 405992 h 418797"/>
                    <a:gd name="connsiteX18" fmla="*/ 170955 w 465528"/>
                    <a:gd name="connsiteY18" fmla="*/ 405992 h 418797"/>
                    <a:gd name="connsiteX19" fmla="*/ 97136 w 465528"/>
                    <a:gd name="connsiteY19" fmla="*/ 358367 h 418797"/>
                    <a:gd name="connsiteX20" fmla="*/ 74972 w 465528"/>
                    <a:gd name="connsiteY20" fmla="*/ 415131 h 418797"/>
                    <a:gd name="connsiteX21" fmla="*/ 17275 w 465528"/>
                    <a:gd name="connsiteY21" fmla="*/ 285758 h 418797"/>
                    <a:gd name="connsiteX22" fmla="*/ 5552 w 465528"/>
                    <a:gd name="connsiteY22" fmla="*/ 91905 h 418797"/>
                    <a:gd name="connsiteX0" fmla="*/ 5552 w 465528"/>
                    <a:gd name="connsiteY0" fmla="*/ 91905 h 519172"/>
                    <a:gd name="connsiteX1" fmla="*/ 97505 w 465528"/>
                    <a:gd name="connsiteY1" fmla="*/ 7355 h 519172"/>
                    <a:gd name="connsiteX2" fmla="*/ 242025 w 465528"/>
                    <a:gd name="connsiteY2" fmla="*/ 7355 h 519172"/>
                    <a:gd name="connsiteX3" fmla="*/ 296794 w 465528"/>
                    <a:gd name="connsiteY3" fmla="*/ 33638 h 519172"/>
                    <a:gd name="connsiteX4" fmla="*/ 291664 w 465528"/>
                    <a:gd name="connsiteY4" fmla="*/ 167867 h 519172"/>
                    <a:gd name="connsiteX5" fmla="*/ 297527 w 465528"/>
                    <a:gd name="connsiteY5" fmla="*/ 252657 h 519172"/>
                    <a:gd name="connsiteX6" fmla="*/ 302289 w 465528"/>
                    <a:gd name="connsiteY6" fmla="*/ 144055 h 519172"/>
                    <a:gd name="connsiteX7" fmla="*/ 318959 w 465528"/>
                    <a:gd name="connsiteY7" fmla="*/ 121178 h 519172"/>
                    <a:gd name="connsiteX8" fmla="*/ 366217 w 465528"/>
                    <a:gd name="connsiteY8" fmla="*/ 127386 h 519172"/>
                    <a:gd name="connsiteX9" fmla="*/ 425749 w 465528"/>
                    <a:gd name="connsiteY9" fmla="*/ 170249 h 519172"/>
                    <a:gd name="connsiteX10" fmla="*/ 461467 w 465528"/>
                    <a:gd name="connsiteY10" fmla="*/ 246449 h 519172"/>
                    <a:gd name="connsiteX11" fmla="*/ 456705 w 465528"/>
                    <a:gd name="connsiteY11" fmla="*/ 305980 h 519172"/>
                    <a:gd name="connsiteX12" fmla="*/ 390030 w 465528"/>
                    <a:gd name="connsiteY12" fmla="*/ 363130 h 519172"/>
                    <a:gd name="connsiteX13" fmla="*/ 299542 w 465528"/>
                    <a:gd name="connsiteY13" fmla="*/ 391705 h 519172"/>
                    <a:gd name="connsiteX14" fmla="*/ 273349 w 465528"/>
                    <a:gd name="connsiteY14" fmla="*/ 379799 h 519172"/>
                    <a:gd name="connsiteX15" fmla="*/ 278111 w 465528"/>
                    <a:gd name="connsiteY15" fmla="*/ 346461 h 519172"/>
                    <a:gd name="connsiteX16" fmla="*/ 268586 w 465528"/>
                    <a:gd name="connsiteY16" fmla="*/ 394086 h 519172"/>
                    <a:gd name="connsiteX17" fmla="*/ 232867 w 465528"/>
                    <a:gd name="connsiteY17" fmla="*/ 405992 h 519172"/>
                    <a:gd name="connsiteX18" fmla="*/ 170955 w 465528"/>
                    <a:gd name="connsiteY18" fmla="*/ 405992 h 519172"/>
                    <a:gd name="connsiteX19" fmla="*/ 161608 w 465528"/>
                    <a:gd name="connsiteY19" fmla="*/ 519152 h 519172"/>
                    <a:gd name="connsiteX20" fmla="*/ 74972 w 465528"/>
                    <a:gd name="connsiteY20" fmla="*/ 415131 h 519172"/>
                    <a:gd name="connsiteX21" fmla="*/ 17275 w 465528"/>
                    <a:gd name="connsiteY21" fmla="*/ 285758 h 519172"/>
                    <a:gd name="connsiteX22" fmla="*/ 5552 w 465528"/>
                    <a:gd name="connsiteY22" fmla="*/ 91905 h 519172"/>
                    <a:gd name="connsiteX0" fmla="*/ 5552 w 465528"/>
                    <a:gd name="connsiteY0" fmla="*/ 91905 h 531537"/>
                    <a:gd name="connsiteX1" fmla="*/ 97505 w 465528"/>
                    <a:gd name="connsiteY1" fmla="*/ 7355 h 531537"/>
                    <a:gd name="connsiteX2" fmla="*/ 242025 w 465528"/>
                    <a:gd name="connsiteY2" fmla="*/ 7355 h 531537"/>
                    <a:gd name="connsiteX3" fmla="*/ 296794 w 465528"/>
                    <a:gd name="connsiteY3" fmla="*/ 33638 h 531537"/>
                    <a:gd name="connsiteX4" fmla="*/ 291664 w 465528"/>
                    <a:gd name="connsiteY4" fmla="*/ 167867 h 531537"/>
                    <a:gd name="connsiteX5" fmla="*/ 297527 w 465528"/>
                    <a:gd name="connsiteY5" fmla="*/ 252657 h 531537"/>
                    <a:gd name="connsiteX6" fmla="*/ 302289 w 465528"/>
                    <a:gd name="connsiteY6" fmla="*/ 144055 h 531537"/>
                    <a:gd name="connsiteX7" fmla="*/ 318959 w 465528"/>
                    <a:gd name="connsiteY7" fmla="*/ 121178 h 531537"/>
                    <a:gd name="connsiteX8" fmla="*/ 366217 w 465528"/>
                    <a:gd name="connsiteY8" fmla="*/ 127386 h 531537"/>
                    <a:gd name="connsiteX9" fmla="*/ 425749 w 465528"/>
                    <a:gd name="connsiteY9" fmla="*/ 170249 h 531537"/>
                    <a:gd name="connsiteX10" fmla="*/ 461467 w 465528"/>
                    <a:gd name="connsiteY10" fmla="*/ 246449 h 531537"/>
                    <a:gd name="connsiteX11" fmla="*/ 456705 w 465528"/>
                    <a:gd name="connsiteY11" fmla="*/ 305980 h 531537"/>
                    <a:gd name="connsiteX12" fmla="*/ 390030 w 465528"/>
                    <a:gd name="connsiteY12" fmla="*/ 363130 h 531537"/>
                    <a:gd name="connsiteX13" fmla="*/ 299542 w 465528"/>
                    <a:gd name="connsiteY13" fmla="*/ 391705 h 531537"/>
                    <a:gd name="connsiteX14" fmla="*/ 273349 w 465528"/>
                    <a:gd name="connsiteY14" fmla="*/ 379799 h 531537"/>
                    <a:gd name="connsiteX15" fmla="*/ 278111 w 465528"/>
                    <a:gd name="connsiteY15" fmla="*/ 346461 h 531537"/>
                    <a:gd name="connsiteX16" fmla="*/ 268586 w 465528"/>
                    <a:gd name="connsiteY16" fmla="*/ 394086 h 531537"/>
                    <a:gd name="connsiteX17" fmla="*/ 232867 w 465528"/>
                    <a:gd name="connsiteY17" fmla="*/ 405992 h 531537"/>
                    <a:gd name="connsiteX18" fmla="*/ 232497 w 465528"/>
                    <a:gd name="connsiteY18" fmla="*/ 517011 h 531537"/>
                    <a:gd name="connsiteX19" fmla="*/ 161608 w 465528"/>
                    <a:gd name="connsiteY19" fmla="*/ 519152 h 531537"/>
                    <a:gd name="connsiteX20" fmla="*/ 74972 w 465528"/>
                    <a:gd name="connsiteY20" fmla="*/ 415131 h 531537"/>
                    <a:gd name="connsiteX21" fmla="*/ 17275 w 465528"/>
                    <a:gd name="connsiteY21" fmla="*/ 285758 h 531537"/>
                    <a:gd name="connsiteX22" fmla="*/ 5552 w 465528"/>
                    <a:gd name="connsiteY22" fmla="*/ 91905 h 531537"/>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278111 w 465528"/>
                    <a:gd name="connsiteY15" fmla="*/ 346461 h 526790"/>
                    <a:gd name="connsiteX16" fmla="*/ 268586 w 465528"/>
                    <a:gd name="connsiteY16" fmla="*/ 394086 h 526790"/>
                    <a:gd name="connsiteX17" fmla="*/ 288549 w 465528"/>
                    <a:gd name="connsiteY17" fmla="*/ 501699 h 526790"/>
                    <a:gd name="connsiteX18" fmla="*/ 232497 w 465528"/>
                    <a:gd name="connsiteY18" fmla="*/ 517011 h 526790"/>
                    <a:gd name="connsiteX19" fmla="*/ 161608 w 465528"/>
                    <a:gd name="connsiteY19" fmla="*/ 519152 h 526790"/>
                    <a:gd name="connsiteX20" fmla="*/ 74972 w 465528"/>
                    <a:gd name="connsiteY20" fmla="*/ 415131 h 526790"/>
                    <a:gd name="connsiteX21" fmla="*/ 17275 w 465528"/>
                    <a:gd name="connsiteY21" fmla="*/ 285758 h 526790"/>
                    <a:gd name="connsiteX22" fmla="*/ 5552 w 465528"/>
                    <a:gd name="connsiteY22"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278111 w 465528"/>
                    <a:gd name="connsiteY15" fmla="*/ 346461 h 526790"/>
                    <a:gd name="connsiteX16" fmla="*/ 300823 w 465528"/>
                    <a:gd name="connsiteY16" fmla="*/ 482135 h 526790"/>
                    <a:gd name="connsiteX17" fmla="*/ 288549 w 465528"/>
                    <a:gd name="connsiteY17" fmla="*/ 501699 h 526790"/>
                    <a:gd name="connsiteX18" fmla="*/ 232497 w 465528"/>
                    <a:gd name="connsiteY18" fmla="*/ 517011 h 526790"/>
                    <a:gd name="connsiteX19" fmla="*/ 161608 w 465528"/>
                    <a:gd name="connsiteY19" fmla="*/ 519152 h 526790"/>
                    <a:gd name="connsiteX20" fmla="*/ 74972 w 465528"/>
                    <a:gd name="connsiteY20" fmla="*/ 415131 h 526790"/>
                    <a:gd name="connsiteX21" fmla="*/ 17275 w 465528"/>
                    <a:gd name="connsiteY21" fmla="*/ 285758 h 526790"/>
                    <a:gd name="connsiteX22" fmla="*/ 5552 w 465528"/>
                    <a:gd name="connsiteY22"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273349 w 465528"/>
                    <a:gd name="connsiteY14" fmla="*/ 379799 h 526790"/>
                    <a:gd name="connsiteX15" fmla="*/ 300823 w 465528"/>
                    <a:gd name="connsiteY15" fmla="*/ 482135 h 526790"/>
                    <a:gd name="connsiteX16" fmla="*/ 288549 w 465528"/>
                    <a:gd name="connsiteY16" fmla="*/ 501699 h 526790"/>
                    <a:gd name="connsiteX17" fmla="*/ 232497 w 465528"/>
                    <a:gd name="connsiteY17" fmla="*/ 517011 h 526790"/>
                    <a:gd name="connsiteX18" fmla="*/ 161608 w 465528"/>
                    <a:gd name="connsiteY18" fmla="*/ 519152 h 526790"/>
                    <a:gd name="connsiteX19" fmla="*/ 74972 w 465528"/>
                    <a:gd name="connsiteY19" fmla="*/ 415131 h 526790"/>
                    <a:gd name="connsiteX20" fmla="*/ 17275 w 465528"/>
                    <a:gd name="connsiteY20" fmla="*/ 285758 h 526790"/>
                    <a:gd name="connsiteX21" fmla="*/ 5552 w 465528"/>
                    <a:gd name="connsiteY21"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299542 w 465528"/>
                    <a:gd name="connsiteY13" fmla="*/ 391705 h 526790"/>
                    <a:gd name="connsiteX14" fmla="*/ 300823 w 465528"/>
                    <a:gd name="connsiteY14" fmla="*/ 482135 h 526790"/>
                    <a:gd name="connsiteX15" fmla="*/ 288549 w 465528"/>
                    <a:gd name="connsiteY15" fmla="*/ 501699 h 526790"/>
                    <a:gd name="connsiteX16" fmla="*/ 232497 w 465528"/>
                    <a:gd name="connsiteY16" fmla="*/ 517011 h 526790"/>
                    <a:gd name="connsiteX17" fmla="*/ 161608 w 465528"/>
                    <a:gd name="connsiteY17" fmla="*/ 519152 h 526790"/>
                    <a:gd name="connsiteX18" fmla="*/ 74972 w 465528"/>
                    <a:gd name="connsiteY18" fmla="*/ 415131 h 526790"/>
                    <a:gd name="connsiteX19" fmla="*/ 17275 w 465528"/>
                    <a:gd name="connsiteY19" fmla="*/ 285758 h 526790"/>
                    <a:gd name="connsiteX20" fmla="*/ 5552 w 465528"/>
                    <a:gd name="connsiteY20" fmla="*/ 91905 h 526790"/>
                    <a:gd name="connsiteX0" fmla="*/ 5552 w 465528"/>
                    <a:gd name="connsiteY0" fmla="*/ 91905 h 526790"/>
                    <a:gd name="connsiteX1" fmla="*/ 97505 w 465528"/>
                    <a:gd name="connsiteY1" fmla="*/ 7355 h 526790"/>
                    <a:gd name="connsiteX2" fmla="*/ 242025 w 465528"/>
                    <a:gd name="connsiteY2" fmla="*/ 7355 h 526790"/>
                    <a:gd name="connsiteX3" fmla="*/ 296794 w 465528"/>
                    <a:gd name="connsiteY3" fmla="*/ 33638 h 526790"/>
                    <a:gd name="connsiteX4" fmla="*/ 291664 w 465528"/>
                    <a:gd name="connsiteY4" fmla="*/ 167867 h 526790"/>
                    <a:gd name="connsiteX5" fmla="*/ 297527 w 465528"/>
                    <a:gd name="connsiteY5" fmla="*/ 252657 h 526790"/>
                    <a:gd name="connsiteX6" fmla="*/ 302289 w 465528"/>
                    <a:gd name="connsiteY6" fmla="*/ 144055 h 526790"/>
                    <a:gd name="connsiteX7" fmla="*/ 318959 w 465528"/>
                    <a:gd name="connsiteY7" fmla="*/ 121178 h 526790"/>
                    <a:gd name="connsiteX8" fmla="*/ 366217 w 465528"/>
                    <a:gd name="connsiteY8" fmla="*/ 127386 h 526790"/>
                    <a:gd name="connsiteX9" fmla="*/ 425749 w 465528"/>
                    <a:gd name="connsiteY9" fmla="*/ 170249 h 526790"/>
                    <a:gd name="connsiteX10" fmla="*/ 461467 w 465528"/>
                    <a:gd name="connsiteY10" fmla="*/ 246449 h 526790"/>
                    <a:gd name="connsiteX11" fmla="*/ 456705 w 465528"/>
                    <a:gd name="connsiteY11" fmla="*/ 305980 h 526790"/>
                    <a:gd name="connsiteX12" fmla="*/ 390030 w 465528"/>
                    <a:gd name="connsiteY12" fmla="*/ 363130 h 526790"/>
                    <a:gd name="connsiteX13" fmla="*/ 358154 w 465528"/>
                    <a:gd name="connsiteY13" fmla="*/ 498897 h 526790"/>
                    <a:gd name="connsiteX14" fmla="*/ 300823 w 465528"/>
                    <a:gd name="connsiteY14" fmla="*/ 482135 h 526790"/>
                    <a:gd name="connsiteX15" fmla="*/ 288549 w 465528"/>
                    <a:gd name="connsiteY15" fmla="*/ 501699 h 526790"/>
                    <a:gd name="connsiteX16" fmla="*/ 232497 w 465528"/>
                    <a:gd name="connsiteY16" fmla="*/ 517011 h 526790"/>
                    <a:gd name="connsiteX17" fmla="*/ 161608 w 465528"/>
                    <a:gd name="connsiteY17" fmla="*/ 519152 h 526790"/>
                    <a:gd name="connsiteX18" fmla="*/ 74972 w 465528"/>
                    <a:gd name="connsiteY18" fmla="*/ 415131 h 526790"/>
                    <a:gd name="connsiteX19" fmla="*/ 17275 w 465528"/>
                    <a:gd name="connsiteY19" fmla="*/ 285758 h 526790"/>
                    <a:gd name="connsiteX20" fmla="*/ 5552 w 465528"/>
                    <a:gd name="connsiteY20" fmla="*/ 91905 h 526790"/>
                    <a:gd name="connsiteX0" fmla="*/ 5552 w 474360"/>
                    <a:gd name="connsiteY0" fmla="*/ 91905 h 526790"/>
                    <a:gd name="connsiteX1" fmla="*/ 97505 w 474360"/>
                    <a:gd name="connsiteY1" fmla="*/ 7355 h 526790"/>
                    <a:gd name="connsiteX2" fmla="*/ 242025 w 474360"/>
                    <a:gd name="connsiteY2" fmla="*/ 7355 h 526790"/>
                    <a:gd name="connsiteX3" fmla="*/ 296794 w 474360"/>
                    <a:gd name="connsiteY3" fmla="*/ 33638 h 526790"/>
                    <a:gd name="connsiteX4" fmla="*/ 291664 w 474360"/>
                    <a:gd name="connsiteY4" fmla="*/ 167867 h 526790"/>
                    <a:gd name="connsiteX5" fmla="*/ 297527 w 474360"/>
                    <a:gd name="connsiteY5" fmla="*/ 252657 h 526790"/>
                    <a:gd name="connsiteX6" fmla="*/ 302289 w 474360"/>
                    <a:gd name="connsiteY6" fmla="*/ 144055 h 526790"/>
                    <a:gd name="connsiteX7" fmla="*/ 318959 w 474360"/>
                    <a:gd name="connsiteY7" fmla="*/ 121178 h 526790"/>
                    <a:gd name="connsiteX8" fmla="*/ 366217 w 474360"/>
                    <a:gd name="connsiteY8" fmla="*/ 127386 h 526790"/>
                    <a:gd name="connsiteX9" fmla="*/ 425749 w 474360"/>
                    <a:gd name="connsiteY9" fmla="*/ 170249 h 526790"/>
                    <a:gd name="connsiteX10" fmla="*/ 461467 w 474360"/>
                    <a:gd name="connsiteY10" fmla="*/ 246449 h 526790"/>
                    <a:gd name="connsiteX11" fmla="*/ 456705 w 474360"/>
                    <a:gd name="connsiteY11" fmla="*/ 305980 h 526790"/>
                    <a:gd name="connsiteX12" fmla="*/ 469157 w 474360"/>
                    <a:gd name="connsiteY12" fmla="*/ 451180 h 526790"/>
                    <a:gd name="connsiteX13" fmla="*/ 358154 w 474360"/>
                    <a:gd name="connsiteY13" fmla="*/ 498897 h 526790"/>
                    <a:gd name="connsiteX14" fmla="*/ 300823 w 474360"/>
                    <a:gd name="connsiteY14" fmla="*/ 482135 h 526790"/>
                    <a:gd name="connsiteX15" fmla="*/ 288549 w 474360"/>
                    <a:gd name="connsiteY15" fmla="*/ 501699 h 526790"/>
                    <a:gd name="connsiteX16" fmla="*/ 232497 w 474360"/>
                    <a:gd name="connsiteY16" fmla="*/ 517011 h 526790"/>
                    <a:gd name="connsiteX17" fmla="*/ 161608 w 474360"/>
                    <a:gd name="connsiteY17" fmla="*/ 519152 h 526790"/>
                    <a:gd name="connsiteX18" fmla="*/ 74972 w 474360"/>
                    <a:gd name="connsiteY18" fmla="*/ 415131 h 526790"/>
                    <a:gd name="connsiteX19" fmla="*/ 17275 w 474360"/>
                    <a:gd name="connsiteY19" fmla="*/ 285758 h 526790"/>
                    <a:gd name="connsiteX20" fmla="*/ 5552 w 474360"/>
                    <a:gd name="connsiteY20" fmla="*/ 91905 h 526790"/>
                    <a:gd name="connsiteX0" fmla="*/ 5552 w 550509"/>
                    <a:gd name="connsiteY0" fmla="*/ 91905 h 526790"/>
                    <a:gd name="connsiteX1" fmla="*/ 97505 w 550509"/>
                    <a:gd name="connsiteY1" fmla="*/ 7355 h 526790"/>
                    <a:gd name="connsiteX2" fmla="*/ 242025 w 550509"/>
                    <a:gd name="connsiteY2" fmla="*/ 7355 h 526790"/>
                    <a:gd name="connsiteX3" fmla="*/ 296794 w 550509"/>
                    <a:gd name="connsiteY3" fmla="*/ 33638 h 526790"/>
                    <a:gd name="connsiteX4" fmla="*/ 291664 w 550509"/>
                    <a:gd name="connsiteY4" fmla="*/ 167867 h 526790"/>
                    <a:gd name="connsiteX5" fmla="*/ 297527 w 550509"/>
                    <a:gd name="connsiteY5" fmla="*/ 252657 h 526790"/>
                    <a:gd name="connsiteX6" fmla="*/ 302289 w 550509"/>
                    <a:gd name="connsiteY6" fmla="*/ 144055 h 526790"/>
                    <a:gd name="connsiteX7" fmla="*/ 318959 w 550509"/>
                    <a:gd name="connsiteY7" fmla="*/ 121178 h 526790"/>
                    <a:gd name="connsiteX8" fmla="*/ 366217 w 550509"/>
                    <a:gd name="connsiteY8" fmla="*/ 127386 h 526790"/>
                    <a:gd name="connsiteX9" fmla="*/ 425749 w 550509"/>
                    <a:gd name="connsiteY9" fmla="*/ 170249 h 526790"/>
                    <a:gd name="connsiteX10" fmla="*/ 461467 w 550509"/>
                    <a:gd name="connsiteY10" fmla="*/ 246449 h 526790"/>
                    <a:gd name="connsiteX11" fmla="*/ 550485 w 550509"/>
                    <a:gd name="connsiteY11" fmla="*/ 359576 h 526790"/>
                    <a:gd name="connsiteX12" fmla="*/ 469157 w 550509"/>
                    <a:gd name="connsiteY12" fmla="*/ 451180 h 526790"/>
                    <a:gd name="connsiteX13" fmla="*/ 358154 w 550509"/>
                    <a:gd name="connsiteY13" fmla="*/ 498897 h 526790"/>
                    <a:gd name="connsiteX14" fmla="*/ 300823 w 550509"/>
                    <a:gd name="connsiteY14" fmla="*/ 482135 h 526790"/>
                    <a:gd name="connsiteX15" fmla="*/ 288549 w 550509"/>
                    <a:gd name="connsiteY15" fmla="*/ 501699 h 526790"/>
                    <a:gd name="connsiteX16" fmla="*/ 232497 w 550509"/>
                    <a:gd name="connsiteY16" fmla="*/ 517011 h 526790"/>
                    <a:gd name="connsiteX17" fmla="*/ 161608 w 550509"/>
                    <a:gd name="connsiteY17" fmla="*/ 519152 h 526790"/>
                    <a:gd name="connsiteX18" fmla="*/ 74972 w 550509"/>
                    <a:gd name="connsiteY18" fmla="*/ 415131 h 526790"/>
                    <a:gd name="connsiteX19" fmla="*/ 17275 w 550509"/>
                    <a:gd name="connsiteY19" fmla="*/ 285758 h 526790"/>
                    <a:gd name="connsiteX20" fmla="*/ 5552 w 550509"/>
                    <a:gd name="connsiteY20" fmla="*/ 91905 h 526790"/>
                    <a:gd name="connsiteX0" fmla="*/ 5552 w 580558"/>
                    <a:gd name="connsiteY0" fmla="*/ 91905 h 526790"/>
                    <a:gd name="connsiteX1" fmla="*/ 97505 w 580558"/>
                    <a:gd name="connsiteY1" fmla="*/ 7355 h 526790"/>
                    <a:gd name="connsiteX2" fmla="*/ 242025 w 580558"/>
                    <a:gd name="connsiteY2" fmla="*/ 7355 h 526790"/>
                    <a:gd name="connsiteX3" fmla="*/ 296794 w 580558"/>
                    <a:gd name="connsiteY3" fmla="*/ 33638 h 526790"/>
                    <a:gd name="connsiteX4" fmla="*/ 291664 w 580558"/>
                    <a:gd name="connsiteY4" fmla="*/ 167867 h 526790"/>
                    <a:gd name="connsiteX5" fmla="*/ 297527 w 580558"/>
                    <a:gd name="connsiteY5" fmla="*/ 252657 h 526790"/>
                    <a:gd name="connsiteX6" fmla="*/ 302289 w 580558"/>
                    <a:gd name="connsiteY6" fmla="*/ 144055 h 526790"/>
                    <a:gd name="connsiteX7" fmla="*/ 318959 w 580558"/>
                    <a:gd name="connsiteY7" fmla="*/ 121178 h 526790"/>
                    <a:gd name="connsiteX8" fmla="*/ 366217 w 580558"/>
                    <a:gd name="connsiteY8" fmla="*/ 127386 h 526790"/>
                    <a:gd name="connsiteX9" fmla="*/ 425749 w 580558"/>
                    <a:gd name="connsiteY9" fmla="*/ 170249 h 526790"/>
                    <a:gd name="connsiteX10" fmla="*/ 572830 w 580558"/>
                    <a:gd name="connsiteY10" fmla="*/ 231136 h 526790"/>
                    <a:gd name="connsiteX11" fmla="*/ 550485 w 580558"/>
                    <a:gd name="connsiteY11" fmla="*/ 359576 h 526790"/>
                    <a:gd name="connsiteX12" fmla="*/ 469157 w 580558"/>
                    <a:gd name="connsiteY12" fmla="*/ 451180 h 526790"/>
                    <a:gd name="connsiteX13" fmla="*/ 358154 w 580558"/>
                    <a:gd name="connsiteY13" fmla="*/ 498897 h 526790"/>
                    <a:gd name="connsiteX14" fmla="*/ 300823 w 580558"/>
                    <a:gd name="connsiteY14" fmla="*/ 482135 h 526790"/>
                    <a:gd name="connsiteX15" fmla="*/ 288549 w 580558"/>
                    <a:gd name="connsiteY15" fmla="*/ 501699 h 526790"/>
                    <a:gd name="connsiteX16" fmla="*/ 232497 w 580558"/>
                    <a:gd name="connsiteY16" fmla="*/ 517011 h 526790"/>
                    <a:gd name="connsiteX17" fmla="*/ 161608 w 580558"/>
                    <a:gd name="connsiteY17" fmla="*/ 519152 h 526790"/>
                    <a:gd name="connsiteX18" fmla="*/ 74972 w 580558"/>
                    <a:gd name="connsiteY18" fmla="*/ 415131 h 526790"/>
                    <a:gd name="connsiteX19" fmla="*/ 17275 w 580558"/>
                    <a:gd name="connsiteY19" fmla="*/ 285758 h 526790"/>
                    <a:gd name="connsiteX20" fmla="*/ 5552 w 580558"/>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8959 w 575855"/>
                    <a:gd name="connsiteY7" fmla="*/ 121178 h 526790"/>
                    <a:gd name="connsiteX8" fmla="*/ 366217 w 575855"/>
                    <a:gd name="connsiteY8" fmla="*/ 127386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8959 w 575855"/>
                    <a:gd name="connsiteY7" fmla="*/ 121178 h 526790"/>
                    <a:gd name="connsiteX8" fmla="*/ 392593 w 575855"/>
                    <a:gd name="connsiteY8" fmla="*/ 20194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905 h 526790"/>
                    <a:gd name="connsiteX1" fmla="*/ 97505 w 575855"/>
                    <a:gd name="connsiteY1" fmla="*/ 7355 h 526790"/>
                    <a:gd name="connsiteX2" fmla="*/ 242025 w 575855"/>
                    <a:gd name="connsiteY2" fmla="*/ 7355 h 526790"/>
                    <a:gd name="connsiteX3" fmla="*/ 296794 w 575855"/>
                    <a:gd name="connsiteY3" fmla="*/ 33638 h 526790"/>
                    <a:gd name="connsiteX4" fmla="*/ 291664 w 575855"/>
                    <a:gd name="connsiteY4" fmla="*/ 167867 h 526790"/>
                    <a:gd name="connsiteX5" fmla="*/ 297527 w 575855"/>
                    <a:gd name="connsiteY5" fmla="*/ 252657 h 526790"/>
                    <a:gd name="connsiteX6" fmla="*/ 302289 w 575855"/>
                    <a:gd name="connsiteY6" fmla="*/ 144055 h 526790"/>
                    <a:gd name="connsiteX7" fmla="*/ 316029 w 575855"/>
                    <a:gd name="connsiteY7" fmla="*/ 17815 h 526790"/>
                    <a:gd name="connsiteX8" fmla="*/ 392593 w 575855"/>
                    <a:gd name="connsiteY8" fmla="*/ 20194 h 526790"/>
                    <a:gd name="connsiteX9" fmla="*/ 493153 w 575855"/>
                    <a:gd name="connsiteY9" fmla="*/ 105169 h 526790"/>
                    <a:gd name="connsiteX10" fmla="*/ 572830 w 575855"/>
                    <a:gd name="connsiteY10" fmla="*/ 231136 h 526790"/>
                    <a:gd name="connsiteX11" fmla="*/ 550485 w 575855"/>
                    <a:gd name="connsiteY11" fmla="*/ 359576 h 526790"/>
                    <a:gd name="connsiteX12" fmla="*/ 469157 w 575855"/>
                    <a:gd name="connsiteY12" fmla="*/ 451180 h 526790"/>
                    <a:gd name="connsiteX13" fmla="*/ 358154 w 575855"/>
                    <a:gd name="connsiteY13" fmla="*/ 498897 h 526790"/>
                    <a:gd name="connsiteX14" fmla="*/ 300823 w 575855"/>
                    <a:gd name="connsiteY14" fmla="*/ 482135 h 526790"/>
                    <a:gd name="connsiteX15" fmla="*/ 288549 w 575855"/>
                    <a:gd name="connsiteY15" fmla="*/ 501699 h 526790"/>
                    <a:gd name="connsiteX16" fmla="*/ 232497 w 575855"/>
                    <a:gd name="connsiteY16" fmla="*/ 517011 h 526790"/>
                    <a:gd name="connsiteX17" fmla="*/ 161608 w 575855"/>
                    <a:gd name="connsiteY17" fmla="*/ 519152 h 526790"/>
                    <a:gd name="connsiteX18" fmla="*/ 74972 w 575855"/>
                    <a:gd name="connsiteY18" fmla="*/ 415131 h 526790"/>
                    <a:gd name="connsiteX19" fmla="*/ 17275 w 575855"/>
                    <a:gd name="connsiteY19" fmla="*/ 285758 h 526790"/>
                    <a:gd name="connsiteX20" fmla="*/ 5552 w 575855"/>
                    <a:gd name="connsiteY20" fmla="*/ 91905 h 526790"/>
                    <a:gd name="connsiteX0" fmla="*/ 5552 w 575855"/>
                    <a:gd name="connsiteY0" fmla="*/ 91731 h 526616"/>
                    <a:gd name="connsiteX1" fmla="*/ 97505 w 575855"/>
                    <a:gd name="connsiteY1" fmla="*/ 7181 h 526616"/>
                    <a:gd name="connsiteX2" fmla="*/ 242025 w 575855"/>
                    <a:gd name="connsiteY2" fmla="*/ 7181 h 526616"/>
                    <a:gd name="connsiteX3" fmla="*/ 282141 w 575855"/>
                    <a:gd name="connsiteY3" fmla="*/ 29635 h 526616"/>
                    <a:gd name="connsiteX4" fmla="*/ 291664 w 575855"/>
                    <a:gd name="connsiteY4" fmla="*/ 167693 h 526616"/>
                    <a:gd name="connsiteX5" fmla="*/ 297527 w 575855"/>
                    <a:gd name="connsiteY5" fmla="*/ 252483 h 526616"/>
                    <a:gd name="connsiteX6" fmla="*/ 302289 w 575855"/>
                    <a:gd name="connsiteY6" fmla="*/ 143881 h 526616"/>
                    <a:gd name="connsiteX7" fmla="*/ 316029 w 575855"/>
                    <a:gd name="connsiteY7" fmla="*/ 17641 h 526616"/>
                    <a:gd name="connsiteX8" fmla="*/ 392593 w 575855"/>
                    <a:gd name="connsiteY8" fmla="*/ 20020 h 526616"/>
                    <a:gd name="connsiteX9" fmla="*/ 493153 w 575855"/>
                    <a:gd name="connsiteY9" fmla="*/ 104995 h 526616"/>
                    <a:gd name="connsiteX10" fmla="*/ 572830 w 575855"/>
                    <a:gd name="connsiteY10" fmla="*/ 230962 h 526616"/>
                    <a:gd name="connsiteX11" fmla="*/ 550485 w 575855"/>
                    <a:gd name="connsiteY11" fmla="*/ 359402 h 526616"/>
                    <a:gd name="connsiteX12" fmla="*/ 469157 w 575855"/>
                    <a:gd name="connsiteY12" fmla="*/ 451006 h 526616"/>
                    <a:gd name="connsiteX13" fmla="*/ 358154 w 575855"/>
                    <a:gd name="connsiteY13" fmla="*/ 498723 h 526616"/>
                    <a:gd name="connsiteX14" fmla="*/ 300823 w 575855"/>
                    <a:gd name="connsiteY14" fmla="*/ 481961 h 526616"/>
                    <a:gd name="connsiteX15" fmla="*/ 288549 w 575855"/>
                    <a:gd name="connsiteY15" fmla="*/ 501525 h 526616"/>
                    <a:gd name="connsiteX16" fmla="*/ 232497 w 575855"/>
                    <a:gd name="connsiteY16" fmla="*/ 516837 h 526616"/>
                    <a:gd name="connsiteX17" fmla="*/ 161608 w 575855"/>
                    <a:gd name="connsiteY17" fmla="*/ 518978 h 526616"/>
                    <a:gd name="connsiteX18" fmla="*/ 74972 w 575855"/>
                    <a:gd name="connsiteY18" fmla="*/ 414957 h 526616"/>
                    <a:gd name="connsiteX19" fmla="*/ 17275 w 575855"/>
                    <a:gd name="connsiteY19" fmla="*/ 285584 h 526616"/>
                    <a:gd name="connsiteX20" fmla="*/ 5552 w 575855"/>
                    <a:gd name="connsiteY20" fmla="*/ 91731 h 52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75855" h="526616">
                      <a:moveTo>
                        <a:pt x="5552" y="91731"/>
                      </a:moveTo>
                      <a:cubicBezTo>
                        <a:pt x="18924" y="45331"/>
                        <a:pt x="58093" y="21273"/>
                        <a:pt x="97505" y="7181"/>
                      </a:cubicBezTo>
                      <a:cubicBezTo>
                        <a:pt x="136917" y="-6911"/>
                        <a:pt x="211252" y="3439"/>
                        <a:pt x="242025" y="7181"/>
                      </a:cubicBezTo>
                      <a:cubicBezTo>
                        <a:pt x="272798" y="10923"/>
                        <a:pt x="273868" y="2883"/>
                        <a:pt x="282141" y="29635"/>
                      </a:cubicBezTo>
                      <a:cubicBezTo>
                        <a:pt x="290414" y="56387"/>
                        <a:pt x="289100" y="130552"/>
                        <a:pt x="291664" y="167693"/>
                      </a:cubicBezTo>
                      <a:cubicBezTo>
                        <a:pt x="294228" y="204834"/>
                        <a:pt x="295756" y="256452"/>
                        <a:pt x="297527" y="252483"/>
                      </a:cubicBezTo>
                      <a:cubicBezTo>
                        <a:pt x="299298" y="248514"/>
                        <a:pt x="299205" y="183021"/>
                        <a:pt x="302289" y="143881"/>
                      </a:cubicBezTo>
                      <a:cubicBezTo>
                        <a:pt x="305373" y="104741"/>
                        <a:pt x="300978" y="38284"/>
                        <a:pt x="316029" y="17641"/>
                      </a:cubicBezTo>
                      <a:cubicBezTo>
                        <a:pt x="331080" y="-3002"/>
                        <a:pt x="363072" y="5461"/>
                        <a:pt x="392593" y="20020"/>
                      </a:cubicBezTo>
                      <a:cubicBezTo>
                        <a:pt x="422114" y="34579"/>
                        <a:pt x="463114" y="69838"/>
                        <a:pt x="493153" y="104995"/>
                      </a:cubicBezTo>
                      <a:cubicBezTo>
                        <a:pt x="523192" y="140152"/>
                        <a:pt x="563275" y="188561"/>
                        <a:pt x="572830" y="230962"/>
                      </a:cubicBezTo>
                      <a:cubicBezTo>
                        <a:pt x="582385" y="273363"/>
                        <a:pt x="567764" y="322728"/>
                        <a:pt x="550485" y="359402"/>
                      </a:cubicBezTo>
                      <a:cubicBezTo>
                        <a:pt x="533206" y="396076"/>
                        <a:pt x="501212" y="427786"/>
                        <a:pt x="469157" y="451006"/>
                      </a:cubicBezTo>
                      <a:cubicBezTo>
                        <a:pt x="437102" y="474226"/>
                        <a:pt x="386210" y="493564"/>
                        <a:pt x="358154" y="498723"/>
                      </a:cubicBezTo>
                      <a:cubicBezTo>
                        <a:pt x="330098" y="503882"/>
                        <a:pt x="312424" y="481494"/>
                        <a:pt x="300823" y="481961"/>
                      </a:cubicBezTo>
                      <a:cubicBezTo>
                        <a:pt x="289222" y="482428"/>
                        <a:pt x="299937" y="495712"/>
                        <a:pt x="288549" y="501525"/>
                      </a:cubicBezTo>
                      <a:cubicBezTo>
                        <a:pt x="277161" y="507338"/>
                        <a:pt x="253654" y="513928"/>
                        <a:pt x="232497" y="516837"/>
                      </a:cubicBezTo>
                      <a:cubicBezTo>
                        <a:pt x="211340" y="519746"/>
                        <a:pt x="187862" y="535958"/>
                        <a:pt x="161608" y="518978"/>
                      </a:cubicBezTo>
                      <a:cubicBezTo>
                        <a:pt x="135354" y="501998"/>
                        <a:pt x="82909" y="435991"/>
                        <a:pt x="74972" y="414957"/>
                      </a:cubicBezTo>
                      <a:cubicBezTo>
                        <a:pt x="67035" y="393923"/>
                        <a:pt x="28845" y="339455"/>
                        <a:pt x="17275" y="285584"/>
                      </a:cubicBezTo>
                      <a:cubicBezTo>
                        <a:pt x="5705" y="231713"/>
                        <a:pt x="-7820" y="138131"/>
                        <a:pt x="5552" y="91731"/>
                      </a:cubicBezTo>
                      <a:close/>
                    </a:path>
                  </a:pathLst>
                </a:custGeom>
                <a:solidFill>
                  <a:schemeClr val="bg2">
                    <a:lumMod val="90000"/>
                  </a:schemeClr>
                </a:solidFill>
                <a:ln w="3175">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040DB59F-074E-2B99-3919-06A2F4B39452}"/>
                    </a:ext>
                  </a:extLst>
                </p:cNvPr>
                <p:cNvSpPr/>
                <p:nvPr/>
              </p:nvSpPr>
              <p:spPr>
                <a:xfrm>
                  <a:off x="2880162" y="3795712"/>
                  <a:ext cx="402882" cy="287353"/>
                </a:xfrm>
                <a:custGeom>
                  <a:avLst/>
                  <a:gdLst>
                    <a:gd name="connsiteX0" fmla="*/ 5964 w 421981"/>
                    <a:gd name="connsiteY0" fmla="*/ 33538 h 301867"/>
                    <a:gd name="connsiteX1" fmla="*/ 77402 w 421981"/>
                    <a:gd name="connsiteY1" fmla="*/ 2581 h 301867"/>
                    <a:gd name="connsiteX2" fmla="*/ 175033 w 421981"/>
                    <a:gd name="connsiteY2" fmla="*/ 2581 h 301867"/>
                    <a:gd name="connsiteX3" fmla="*/ 229802 w 421981"/>
                    <a:gd name="connsiteY3" fmla="*/ 9725 h 301867"/>
                    <a:gd name="connsiteX4" fmla="*/ 239327 w 421981"/>
                    <a:gd name="connsiteY4" fmla="*/ 59731 h 301867"/>
                    <a:gd name="connsiteX5" fmla="*/ 239327 w 421981"/>
                    <a:gd name="connsiteY5" fmla="*/ 140694 h 301867"/>
                    <a:gd name="connsiteX6" fmla="*/ 244089 w 421981"/>
                    <a:gd name="connsiteY6" fmla="*/ 35919 h 301867"/>
                    <a:gd name="connsiteX7" fmla="*/ 260758 w 421981"/>
                    <a:gd name="connsiteY7" fmla="*/ 16869 h 301867"/>
                    <a:gd name="connsiteX8" fmla="*/ 322670 w 421981"/>
                    <a:gd name="connsiteY8" fmla="*/ 19250 h 301867"/>
                    <a:gd name="connsiteX9" fmla="*/ 382202 w 421981"/>
                    <a:gd name="connsiteY9" fmla="*/ 62113 h 301867"/>
                    <a:gd name="connsiteX10" fmla="*/ 417920 w 421981"/>
                    <a:gd name="connsiteY10" fmla="*/ 138313 h 301867"/>
                    <a:gd name="connsiteX11" fmla="*/ 413158 w 421981"/>
                    <a:gd name="connsiteY11" fmla="*/ 197844 h 301867"/>
                    <a:gd name="connsiteX12" fmla="*/ 346483 w 421981"/>
                    <a:gd name="connsiteY12" fmla="*/ 254994 h 301867"/>
                    <a:gd name="connsiteX13" fmla="*/ 255995 w 421981"/>
                    <a:gd name="connsiteY13" fmla="*/ 283569 h 301867"/>
                    <a:gd name="connsiteX14" fmla="*/ 229802 w 421981"/>
                    <a:gd name="connsiteY14" fmla="*/ 271663 h 301867"/>
                    <a:gd name="connsiteX15" fmla="*/ 234564 w 421981"/>
                    <a:gd name="connsiteY15" fmla="*/ 238325 h 301867"/>
                    <a:gd name="connsiteX16" fmla="*/ 225039 w 421981"/>
                    <a:gd name="connsiteY16" fmla="*/ 285950 h 301867"/>
                    <a:gd name="connsiteX17" fmla="*/ 189320 w 421981"/>
                    <a:gd name="connsiteY17" fmla="*/ 297856 h 301867"/>
                    <a:gd name="connsiteX18" fmla="*/ 127408 w 421981"/>
                    <a:gd name="connsiteY18" fmla="*/ 297856 h 301867"/>
                    <a:gd name="connsiteX19" fmla="*/ 53589 w 421981"/>
                    <a:gd name="connsiteY19" fmla="*/ 250231 h 301867"/>
                    <a:gd name="connsiteX20" fmla="*/ 22633 w 421981"/>
                    <a:gd name="connsiteY20" fmla="*/ 188319 h 301867"/>
                    <a:gd name="connsiteX21" fmla="*/ 5964 w 421981"/>
                    <a:gd name="connsiteY21" fmla="*/ 124025 h 301867"/>
                    <a:gd name="connsiteX22" fmla="*/ 5964 w 421981"/>
                    <a:gd name="connsiteY22" fmla="*/ 33538 h 301867"/>
                    <a:gd name="connsiteX0" fmla="*/ 1181 w 417198"/>
                    <a:gd name="connsiteY0" fmla="*/ 33538 h 301867"/>
                    <a:gd name="connsiteX1" fmla="*/ 72619 w 417198"/>
                    <a:gd name="connsiteY1" fmla="*/ 2581 h 301867"/>
                    <a:gd name="connsiteX2" fmla="*/ 170250 w 417198"/>
                    <a:gd name="connsiteY2" fmla="*/ 2581 h 301867"/>
                    <a:gd name="connsiteX3" fmla="*/ 225019 w 417198"/>
                    <a:gd name="connsiteY3" fmla="*/ 9725 h 301867"/>
                    <a:gd name="connsiteX4" fmla="*/ 234544 w 417198"/>
                    <a:gd name="connsiteY4" fmla="*/ 59731 h 301867"/>
                    <a:gd name="connsiteX5" fmla="*/ 234544 w 417198"/>
                    <a:gd name="connsiteY5" fmla="*/ 140694 h 301867"/>
                    <a:gd name="connsiteX6" fmla="*/ 239306 w 417198"/>
                    <a:gd name="connsiteY6" fmla="*/ 35919 h 301867"/>
                    <a:gd name="connsiteX7" fmla="*/ 255975 w 417198"/>
                    <a:gd name="connsiteY7" fmla="*/ 16869 h 301867"/>
                    <a:gd name="connsiteX8" fmla="*/ 317887 w 417198"/>
                    <a:gd name="connsiteY8" fmla="*/ 19250 h 301867"/>
                    <a:gd name="connsiteX9" fmla="*/ 377419 w 417198"/>
                    <a:gd name="connsiteY9" fmla="*/ 62113 h 301867"/>
                    <a:gd name="connsiteX10" fmla="*/ 413137 w 417198"/>
                    <a:gd name="connsiteY10" fmla="*/ 138313 h 301867"/>
                    <a:gd name="connsiteX11" fmla="*/ 408375 w 417198"/>
                    <a:gd name="connsiteY11" fmla="*/ 197844 h 301867"/>
                    <a:gd name="connsiteX12" fmla="*/ 341700 w 417198"/>
                    <a:gd name="connsiteY12" fmla="*/ 254994 h 301867"/>
                    <a:gd name="connsiteX13" fmla="*/ 251212 w 417198"/>
                    <a:gd name="connsiteY13" fmla="*/ 283569 h 301867"/>
                    <a:gd name="connsiteX14" fmla="*/ 225019 w 417198"/>
                    <a:gd name="connsiteY14" fmla="*/ 271663 h 301867"/>
                    <a:gd name="connsiteX15" fmla="*/ 229781 w 417198"/>
                    <a:gd name="connsiteY15" fmla="*/ 238325 h 301867"/>
                    <a:gd name="connsiteX16" fmla="*/ 220256 w 417198"/>
                    <a:gd name="connsiteY16" fmla="*/ 285950 h 301867"/>
                    <a:gd name="connsiteX17" fmla="*/ 184537 w 417198"/>
                    <a:gd name="connsiteY17" fmla="*/ 297856 h 301867"/>
                    <a:gd name="connsiteX18" fmla="*/ 122625 w 417198"/>
                    <a:gd name="connsiteY18" fmla="*/ 297856 h 301867"/>
                    <a:gd name="connsiteX19" fmla="*/ 48806 w 417198"/>
                    <a:gd name="connsiteY19" fmla="*/ 250231 h 301867"/>
                    <a:gd name="connsiteX20" fmla="*/ 17850 w 417198"/>
                    <a:gd name="connsiteY20" fmla="*/ 188319 h 301867"/>
                    <a:gd name="connsiteX21" fmla="*/ 27375 w 417198"/>
                    <a:gd name="connsiteY21" fmla="*/ 121644 h 301867"/>
                    <a:gd name="connsiteX22" fmla="*/ 1181 w 417198"/>
                    <a:gd name="connsiteY22" fmla="*/ 33538 h 301867"/>
                    <a:gd name="connsiteX0" fmla="*/ 1349 w 417366"/>
                    <a:gd name="connsiteY0" fmla="*/ 33538 h 301867"/>
                    <a:gd name="connsiteX1" fmla="*/ 72787 w 417366"/>
                    <a:gd name="connsiteY1" fmla="*/ 2581 h 301867"/>
                    <a:gd name="connsiteX2" fmla="*/ 170418 w 417366"/>
                    <a:gd name="connsiteY2" fmla="*/ 2581 h 301867"/>
                    <a:gd name="connsiteX3" fmla="*/ 225187 w 417366"/>
                    <a:gd name="connsiteY3" fmla="*/ 9725 h 301867"/>
                    <a:gd name="connsiteX4" fmla="*/ 234712 w 417366"/>
                    <a:gd name="connsiteY4" fmla="*/ 59731 h 301867"/>
                    <a:gd name="connsiteX5" fmla="*/ 234712 w 417366"/>
                    <a:gd name="connsiteY5" fmla="*/ 140694 h 301867"/>
                    <a:gd name="connsiteX6" fmla="*/ 239474 w 417366"/>
                    <a:gd name="connsiteY6" fmla="*/ 35919 h 301867"/>
                    <a:gd name="connsiteX7" fmla="*/ 256143 w 417366"/>
                    <a:gd name="connsiteY7" fmla="*/ 16869 h 301867"/>
                    <a:gd name="connsiteX8" fmla="*/ 318055 w 417366"/>
                    <a:gd name="connsiteY8" fmla="*/ 19250 h 301867"/>
                    <a:gd name="connsiteX9" fmla="*/ 377587 w 417366"/>
                    <a:gd name="connsiteY9" fmla="*/ 62113 h 301867"/>
                    <a:gd name="connsiteX10" fmla="*/ 413305 w 417366"/>
                    <a:gd name="connsiteY10" fmla="*/ 138313 h 301867"/>
                    <a:gd name="connsiteX11" fmla="*/ 408543 w 417366"/>
                    <a:gd name="connsiteY11" fmla="*/ 197844 h 301867"/>
                    <a:gd name="connsiteX12" fmla="*/ 341868 w 417366"/>
                    <a:gd name="connsiteY12" fmla="*/ 254994 h 301867"/>
                    <a:gd name="connsiteX13" fmla="*/ 251380 w 417366"/>
                    <a:gd name="connsiteY13" fmla="*/ 283569 h 301867"/>
                    <a:gd name="connsiteX14" fmla="*/ 225187 w 417366"/>
                    <a:gd name="connsiteY14" fmla="*/ 271663 h 301867"/>
                    <a:gd name="connsiteX15" fmla="*/ 229949 w 417366"/>
                    <a:gd name="connsiteY15" fmla="*/ 238325 h 301867"/>
                    <a:gd name="connsiteX16" fmla="*/ 220424 w 417366"/>
                    <a:gd name="connsiteY16" fmla="*/ 285950 h 301867"/>
                    <a:gd name="connsiteX17" fmla="*/ 184705 w 417366"/>
                    <a:gd name="connsiteY17" fmla="*/ 297856 h 301867"/>
                    <a:gd name="connsiteX18" fmla="*/ 122793 w 417366"/>
                    <a:gd name="connsiteY18" fmla="*/ 297856 h 301867"/>
                    <a:gd name="connsiteX19" fmla="*/ 48974 w 417366"/>
                    <a:gd name="connsiteY19" fmla="*/ 250231 h 301867"/>
                    <a:gd name="connsiteX20" fmla="*/ 46593 w 417366"/>
                    <a:gd name="connsiteY20" fmla="*/ 193082 h 301867"/>
                    <a:gd name="connsiteX21" fmla="*/ 27543 w 417366"/>
                    <a:gd name="connsiteY21" fmla="*/ 121644 h 301867"/>
                    <a:gd name="connsiteX22" fmla="*/ 1349 w 417366"/>
                    <a:gd name="connsiteY22" fmla="*/ 33538 h 301867"/>
                    <a:gd name="connsiteX0" fmla="*/ 1349 w 417366"/>
                    <a:gd name="connsiteY0" fmla="*/ 33538 h 302915"/>
                    <a:gd name="connsiteX1" fmla="*/ 72787 w 417366"/>
                    <a:gd name="connsiteY1" fmla="*/ 2581 h 302915"/>
                    <a:gd name="connsiteX2" fmla="*/ 170418 w 417366"/>
                    <a:gd name="connsiteY2" fmla="*/ 2581 h 302915"/>
                    <a:gd name="connsiteX3" fmla="*/ 225187 w 417366"/>
                    <a:gd name="connsiteY3" fmla="*/ 9725 h 302915"/>
                    <a:gd name="connsiteX4" fmla="*/ 234712 w 417366"/>
                    <a:gd name="connsiteY4" fmla="*/ 59731 h 302915"/>
                    <a:gd name="connsiteX5" fmla="*/ 234712 w 417366"/>
                    <a:gd name="connsiteY5" fmla="*/ 140694 h 302915"/>
                    <a:gd name="connsiteX6" fmla="*/ 239474 w 417366"/>
                    <a:gd name="connsiteY6" fmla="*/ 35919 h 302915"/>
                    <a:gd name="connsiteX7" fmla="*/ 256143 w 417366"/>
                    <a:gd name="connsiteY7" fmla="*/ 16869 h 302915"/>
                    <a:gd name="connsiteX8" fmla="*/ 318055 w 417366"/>
                    <a:gd name="connsiteY8" fmla="*/ 19250 h 302915"/>
                    <a:gd name="connsiteX9" fmla="*/ 377587 w 417366"/>
                    <a:gd name="connsiteY9" fmla="*/ 62113 h 302915"/>
                    <a:gd name="connsiteX10" fmla="*/ 413305 w 417366"/>
                    <a:gd name="connsiteY10" fmla="*/ 138313 h 302915"/>
                    <a:gd name="connsiteX11" fmla="*/ 408543 w 417366"/>
                    <a:gd name="connsiteY11" fmla="*/ 197844 h 302915"/>
                    <a:gd name="connsiteX12" fmla="*/ 341868 w 417366"/>
                    <a:gd name="connsiteY12" fmla="*/ 254994 h 302915"/>
                    <a:gd name="connsiteX13" fmla="*/ 251380 w 417366"/>
                    <a:gd name="connsiteY13" fmla="*/ 283569 h 302915"/>
                    <a:gd name="connsiteX14" fmla="*/ 225187 w 417366"/>
                    <a:gd name="connsiteY14" fmla="*/ 271663 h 302915"/>
                    <a:gd name="connsiteX15" fmla="*/ 229949 w 417366"/>
                    <a:gd name="connsiteY15" fmla="*/ 238325 h 302915"/>
                    <a:gd name="connsiteX16" fmla="*/ 220424 w 417366"/>
                    <a:gd name="connsiteY16" fmla="*/ 285950 h 302915"/>
                    <a:gd name="connsiteX17" fmla="*/ 184705 w 417366"/>
                    <a:gd name="connsiteY17" fmla="*/ 297856 h 302915"/>
                    <a:gd name="connsiteX18" fmla="*/ 122793 w 417366"/>
                    <a:gd name="connsiteY18" fmla="*/ 297856 h 302915"/>
                    <a:gd name="connsiteX19" fmla="*/ 65643 w 417366"/>
                    <a:gd name="connsiteY19" fmla="*/ 235943 h 302915"/>
                    <a:gd name="connsiteX20" fmla="*/ 46593 w 417366"/>
                    <a:gd name="connsiteY20" fmla="*/ 193082 h 302915"/>
                    <a:gd name="connsiteX21" fmla="*/ 27543 w 417366"/>
                    <a:gd name="connsiteY21" fmla="*/ 121644 h 302915"/>
                    <a:gd name="connsiteX22" fmla="*/ 1349 w 417366"/>
                    <a:gd name="connsiteY22" fmla="*/ 33538 h 302915"/>
                    <a:gd name="connsiteX0" fmla="*/ 1349 w 417366"/>
                    <a:gd name="connsiteY0" fmla="*/ 33538 h 298665"/>
                    <a:gd name="connsiteX1" fmla="*/ 72787 w 417366"/>
                    <a:gd name="connsiteY1" fmla="*/ 2581 h 298665"/>
                    <a:gd name="connsiteX2" fmla="*/ 170418 w 417366"/>
                    <a:gd name="connsiteY2" fmla="*/ 2581 h 298665"/>
                    <a:gd name="connsiteX3" fmla="*/ 225187 w 417366"/>
                    <a:gd name="connsiteY3" fmla="*/ 9725 h 298665"/>
                    <a:gd name="connsiteX4" fmla="*/ 234712 w 417366"/>
                    <a:gd name="connsiteY4" fmla="*/ 59731 h 298665"/>
                    <a:gd name="connsiteX5" fmla="*/ 234712 w 417366"/>
                    <a:gd name="connsiteY5" fmla="*/ 140694 h 298665"/>
                    <a:gd name="connsiteX6" fmla="*/ 239474 w 417366"/>
                    <a:gd name="connsiteY6" fmla="*/ 35919 h 298665"/>
                    <a:gd name="connsiteX7" fmla="*/ 256143 w 417366"/>
                    <a:gd name="connsiteY7" fmla="*/ 16869 h 298665"/>
                    <a:gd name="connsiteX8" fmla="*/ 318055 w 417366"/>
                    <a:gd name="connsiteY8" fmla="*/ 19250 h 298665"/>
                    <a:gd name="connsiteX9" fmla="*/ 377587 w 417366"/>
                    <a:gd name="connsiteY9" fmla="*/ 62113 h 298665"/>
                    <a:gd name="connsiteX10" fmla="*/ 413305 w 417366"/>
                    <a:gd name="connsiteY10" fmla="*/ 138313 h 298665"/>
                    <a:gd name="connsiteX11" fmla="*/ 408543 w 417366"/>
                    <a:gd name="connsiteY11" fmla="*/ 197844 h 298665"/>
                    <a:gd name="connsiteX12" fmla="*/ 341868 w 417366"/>
                    <a:gd name="connsiteY12" fmla="*/ 254994 h 298665"/>
                    <a:gd name="connsiteX13" fmla="*/ 251380 w 417366"/>
                    <a:gd name="connsiteY13" fmla="*/ 283569 h 298665"/>
                    <a:gd name="connsiteX14" fmla="*/ 225187 w 417366"/>
                    <a:gd name="connsiteY14" fmla="*/ 271663 h 298665"/>
                    <a:gd name="connsiteX15" fmla="*/ 229949 w 417366"/>
                    <a:gd name="connsiteY15" fmla="*/ 238325 h 298665"/>
                    <a:gd name="connsiteX16" fmla="*/ 220424 w 417366"/>
                    <a:gd name="connsiteY16" fmla="*/ 285950 h 298665"/>
                    <a:gd name="connsiteX17" fmla="*/ 184705 w 417366"/>
                    <a:gd name="connsiteY17" fmla="*/ 297856 h 298665"/>
                    <a:gd name="connsiteX18" fmla="*/ 127556 w 417366"/>
                    <a:gd name="connsiteY18" fmla="*/ 290713 h 298665"/>
                    <a:gd name="connsiteX19" fmla="*/ 65643 w 417366"/>
                    <a:gd name="connsiteY19" fmla="*/ 235943 h 298665"/>
                    <a:gd name="connsiteX20" fmla="*/ 46593 w 417366"/>
                    <a:gd name="connsiteY20" fmla="*/ 193082 h 298665"/>
                    <a:gd name="connsiteX21" fmla="*/ 27543 w 417366"/>
                    <a:gd name="connsiteY21" fmla="*/ 121644 h 298665"/>
                    <a:gd name="connsiteX22" fmla="*/ 1349 w 417366"/>
                    <a:gd name="connsiteY22" fmla="*/ 33538 h 298665"/>
                    <a:gd name="connsiteX0" fmla="*/ 1349 w 417366"/>
                    <a:gd name="connsiteY0" fmla="*/ 33538 h 298314"/>
                    <a:gd name="connsiteX1" fmla="*/ 72787 w 417366"/>
                    <a:gd name="connsiteY1" fmla="*/ 2581 h 298314"/>
                    <a:gd name="connsiteX2" fmla="*/ 170418 w 417366"/>
                    <a:gd name="connsiteY2" fmla="*/ 2581 h 298314"/>
                    <a:gd name="connsiteX3" fmla="*/ 225187 w 417366"/>
                    <a:gd name="connsiteY3" fmla="*/ 9725 h 298314"/>
                    <a:gd name="connsiteX4" fmla="*/ 234712 w 417366"/>
                    <a:gd name="connsiteY4" fmla="*/ 59731 h 298314"/>
                    <a:gd name="connsiteX5" fmla="*/ 234712 w 417366"/>
                    <a:gd name="connsiteY5" fmla="*/ 140694 h 298314"/>
                    <a:gd name="connsiteX6" fmla="*/ 239474 w 417366"/>
                    <a:gd name="connsiteY6" fmla="*/ 35919 h 298314"/>
                    <a:gd name="connsiteX7" fmla="*/ 256143 w 417366"/>
                    <a:gd name="connsiteY7" fmla="*/ 16869 h 298314"/>
                    <a:gd name="connsiteX8" fmla="*/ 318055 w 417366"/>
                    <a:gd name="connsiteY8" fmla="*/ 19250 h 298314"/>
                    <a:gd name="connsiteX9" fmla="*/ 377587 w 417366"/>
                    <a:gd name="connsiteY9" fmla="*/ 62113 h 298314"/>
                    <a:gd name="connsiteX10" fmla="*/ 413305 w 417366"/>
                    <a:gd name="connsiteY10" fmla="*/ 138313 h 298314"/>
                    <a:gd name="connsiteX11" fmla="*/ 408543 w 417366"/>
                    <a:gd name="connsiteY11" fmla="*/ 197844 h 298314"/>
                    <a:gd name="connsiteX12" fmla="*/ 341868 w 417366"/>
                    <a:gd name="connsiteY12" fmla="*/ 254994 h 298314"/>
                    <a:gd name="connsiteX13" fmla="*/ 251380 w 417366"/>
                    <a:gd name="connsiteY13" fmla="*/ 283569 h 298314"/>
                    <a:gd name="connsiteX14" fmla="*/ 225187 w 417366"/>
                    <a:gd name="connsiteY14" fmla="*/ 271663 h 298314"/>
                    <a:gd name="connsiteX15" fmla="*/ 229949 w 417366"/>
                    <a:gd name="connsiteY15" fmla="*/ 238325 h 298314"/>
                    <a:gd name="connsiteX16" fmla="*/ 220424 w 417366"/>
                    <a:gd name="connsiteY16" fmla="*/ 285950 h 298314"/>
                    <a:gd name="connsiteX17" fmla="*/ 184705 w 417366"/>
                    <a:gd name="connsiteY17" fmla="*/ 297856 h 298314"/>
                    <a:gd name="connsiteX18" fmla="*/ 127556 w 417366"/>
                    <a:gd name="connsiteY18" fmla="*/ 290713 h 298314"/>
                    <a:gd name="connsiteX19" fmla="*/ 63261 w 417366"/>
                    <a:gd name="connsiteY19" fmla="*/ 245468 h 298314"/>
                    <a:gd name="connsiteX20" fmla="*/ 46593 w 417366"/>
                    <a:gd name="connsiteY20" fmla="*/ 193082 h 298314"/>
                    <a:gd name="connsiteX21" fmla="*/ 27543 w 417366"/>
                    <a:gd name="connsiteY21" fmla="*/ 121644 h 298314"/>
                    <a:gd name="connsiteX22" fmla="*/ 1349 w 417366"/>
                    <a:gd name="connsiteY22" fmla="*/ 33538 h 298314"/>
                    <a:gd name="connsiteX0" fmla="*/ 1219 w 417236"/>
                    <a:gd name="connsiteY0" fmla="*/ 33538 h 298314"/>
                    <a:gd name="connsiteX1" fmla="*/ 72657 w 417236"/>
                    <a:gd name="connsiteY1" fmla="*/ 2581 h 298314"/>
                    <a:gd name="connsiteX2" fmla="*/ 170288 w 417236"/>
                    <a:gd name="connsiteY2" fmla="*/ 2581 h 298314"/>
                    <a:gd name="connsiteX3" fmla="*/ 225057 w 417236"/>
                    <a:gd name="connsiteY3" fmla="*/ 9725 h 298314"/>
                    <a:gd name="connsiteX4" fmla="*/ 234582 w 417236"/>
                    <a:gd name="connsiteY4" fmla="*/ 59731 h 298314"/>
                    <a:gd name="connsiteX5" fmla="*/ 234582 w 417236"/>
                    <a:gd name="connsiteY5" fmla="*/ 140694 h 298314"/>
                    <a:gd name="connsiteX6" fmla="*/ 239344 w 417236"/>
                    <a:gd name="connsiteY6" fmla="*/ 35919 h 298314"/>
                    <a:gd name="connsiteX7" fmla="*/ 256013 w 417236"/>
                    <a:gd name="connsiteY7" fmla="*/ 16869 h 298314"/>
                    <a:gd name="connsiteX8" fmla="*/ 317925 w 417236"/>
                    <a:gd name="connsiteY8" fmla="*/ 19250 h 298314"/>
                    <a:gd name="connsiteX9" fmla="*/ 377457 w 417236"/>
                    <a:gd name="connsiteY9" fmla="*/ 62113 h 298314"/>
                    <a:gd name="connsiteX10" fmla="*/ 413175 w 417236"/>
                    <a:gd name="connsiteY10" fmla="*/ 138313 h 298314"/>
                    <a:gd name="connsiteX11" fmla="*/ 408413 w 417236"/>
                    <a:gd name="connsiteY11" fmla="*/ 197844 h 298314"/>
                    <a:gd name="connsiteX12" fmla="*/ 341738 w 417236"/>
                    <a:gd name="connsiteY12" fmla="*/ 254994 h 298314"/>
                    <a:gd name="connsiteX13" fmla="*/ 251250 w 417236"/>
                    <a:gd name="connsiteY13" fmla="*/ 283569 h 298314"/>
                    <a:gd name="connsiteX14" fmla="*/ 225057 w 417236"/>
                    <a:gd name="connsiteY14" fmla="*/ 271663 h 298314"/>
                    <a:gd name="connsiteX15" fmla="*/ 229819 w 417236"/>
                    <a:gd name="connsiteY15" fmla="*/ 238325 h 298314"/>
                    <a:gd name="connsiteX16" fmla="*/ 220294 w 417236"/>
                    <a:gd name="connsiteY16" fmla="*/ 285950 h 298314"/>
                    <a:gd name="connsiteX17" fmla="*/ 184575 w 417236"/>
                    <a:gd name="connsiteY17" fmla="*/ 297856 h 298314"/>
                    <a:gd name="connsiteX18" fmla="*/ 127426 w 417236"/>
                    <a:gd name="connsiteY18" fmla="*/ 290713 h 298314"/>
                    <a:gd name="connsiteX19" fmla="*/ 63131 w 417236"/>
                    <a:gd name="connsiteY19" fmla="*/ 245468 h 298314"/>
                    <a:gd name="connsiteX20" fmla="*/ 25031 w 417236"/>
                    <a:gd name="connsiteY20" fmla="*/ 181176 h 298314"/>
                    <a:gd name="connsiteX21" fmla="*/ 27413 w 417236"/>
                    <a:gd name="connsiteY21" fmla="*/ 121644 h 298314"/>
                    <a:gd name="connsiteX22" fmla="*/ 1219 w 417236"/>
                    <a:gd name="connsiteY22" fmla="*/ 33538 h 298314"/>
                    <a:gd name="connsiteX0" fmla="*/ 2211 w 418228"/>
                    <a:gd name="connsiteY0" fmla="*/ 33538 h 298314"/>
                    <a:gd name="connsiteX1" fmla="*/ 73649 w 418228"/>
                    <a:gd name="connsiteY1" fmla="*/ 2581 h 298314"/>
                    <a:gd name="connsiteX2" fmla="*/ 171280 w 418228"/>
                    <a:gd name="connsiteY2" fmla="*/ 2581 h 298314"/>
                    <a:gd name="connsiteX3" fmla="*/ 226049 w 418228"/>
                    <a:gd name="connsiteY3" fmla="*/ 9725 h 298314"/>
                    <a:gd name="connsiteX4" fmla="*/ 235574 w 418228"/>
                    <a:gd name="connsiteY4" fmla="*/ 59731 h 298314"/>
                    <a:gd name="connsiteX5" fmla="*/ 235574 w 418228"/>
                    <a:gd name="connsiteY5" fmla="*/ 140694 h 298314"/>
                    <a:gd name="connsiteX6" fmla="*/ 240336 w 418228"/>
                    <a:gd name="connsiteY6" fmla="*/ 35919 h 298314"/>
                    <a:gd name="connsiteX7" fmla="*/ 257005 w 418228"/>
                    <a:gd name="connsiteY7" fmla="*/ 16869 h 298314"/>
                    <a:gd name="connsiteX8" fmla="*/ 318917 w 418228"/>
                    <a:gd name="connsiteY8" fmla="*/ 19250 h 298314"/>
                    <a:gd name="connsiteX9" fmla="*/ 378449 w 418228"/>
                    <a:gd name="connsiteY9" fmla="*/ 62113 h 298314"/>
                    <a:gd name="connsiteX10" fmla="*/ 414167 w 418228"/>
                    <a:gd name="connsiteY10" fmla="*/ 138313 h 298314"/>
                    <a:gd name="connsiteX11" fmla="*/ 409405 w 418228"/>
                    <a:gd name="connsiteY11" fmla="*/ 197844 h 298314"/>
                    <a:gd name="connsiteX12" fmla="*/ 342730 w 418228"/>
                    <a:gd name="connsiteY12" fmla="*/ 254994 h 298314"/>
                    <a:gd name="connsiteX13" fmla="*/ 252242 w 418228"/>
                    <a:gd name="connsiteY13" fmla="*/ 283569 h 298314"/>
                    <a:gd name="connsiteX14" fmla="*/ 226049 w 418228"/>
                    <a:gd name="connsiteY14" fmla="*/ 271663 h 298314"/>
                    <a:gd name="connsiteX15" fmla="*/ 230811 w 418228"/>
                    <a:gd name="connsiteY15" fmla="*/ 238325 h 298314"/>
                    <a:gd name="connsiteX16" fmla="*/ 221286 w 418228"/>
                    <a:gd name="connsiteY16" fmla="*/ 285950 h 298314"/>
                    <a:gd name="connsiteX17" fmla="*/ 185567 w 418228"/>
                    <a:gd name="connsiteY17" fmla="*/ 297856 h 298314"/>
                    <a:gd name="connsiteX18" fmla="*/ 128418 w 418228"/>
                    <a:gd name="connsiteY18" fmla="*/ 290713 h 298314"/>
                    <a:gd name="connsiteX19" fmla="*/ 64123 w 418228"/>
                    <a:gd name="connsiteY19" fmla="*/ 245468 h 298314"/>
                    <a:gd name="connsiteX20" fmla="*/ 26023 w 418228"/>
                    <a:gd name="connsiteY20" fmla="*/ 181176 h 298314"/>
                    <a:gd name="connsiteX21" fmla="*/ 18880 w 418228"/>
                    <a:gd name="connsiteY21" fmla="*/ 114500 h 298314"/>
                    <a:gd name="connsiteX22" fmla="*/ 2211 w 418228"/>
                    <a:gd name="connsiteY22" fmla="*/ 33538 h 298314"/>
                    <a:gd name="connsiteX0" fmla="*/ 5960 w 400545"/>
                    <a:gd name="connsiteY0" fmla="*/ 36095 h 298489"/>
                    <a:gd name="connsiteX1" fmla="*/ 55966 w 400545"/>
                    <a:gd name="connsiteY1" fmla="*/ 2756 h 298489"/>
                    <a:gd name="connsiteX2" fmla="*/ 153597 w 400545"/>
                    <a:gd name="connsiteY2" fmla="*/ 2756 h 298489"/>
                    <a:gd name="connsiteX3" fmla="*/ 208366 w 400545"/>
                    <a:gd name="connsiteY3" fmla="*/ 9900 h 298489"/>
                    <a:gd name="connsiteX4" fmla="*/ 217891 w 400545"/>
                    <a:gd name="connsiteY4" fmla="*/ 59906 h 298489"/>
                    <a:gd name="connsiteX5" fmla="*/ 217891 w 400545"/>
                    <a:gd name="connsiteY5" fmla="*/ 140869 h 298489"/>
                    <a:gd name="connsiteX6" fmla="*/ 222653 w 400545"/>
                    <a:gd name="connsiteY6" fmla="*/ 36094 h 298489"/>
                    <a:gd name="connsiteX7" fmla="*/ 239322 w 400545"/>
                    <a:gd name="connsiteY7" fmla="*/ 17044 h 298489"/>
                    <a:gd name="connsiteX8" fmla="*/ 301234 w 400545"/>
                    <a:gd name="connsiteY8" fmla="*/ 19425 h 298489"/>
                    <a:gd name="connsiteX9" fmla="*/ 360766 w 400545"/>
                    <a:gd name="connsiteY9" fmla="*/ 62288 h 298489"/>
                    <a:gd name="connsiteX10" fmla="*/ 396484 w 400545"/>
                    <a:gd name="connsiteY10" fmla="*/ 138488 h 298489"/>
                    <a:gd name="connsiteX11" fmla="*/ 391722 w 400545"/>
                    <a:gd name="connsiteY11" fmla="*/ 198019 h 298489"/>
                    <a:gd name="connsiteX12" fmla="*/ 325047 w 400545"/>
                    <a:gd name="connsiteY12" fmla="*/ 255169 h 298489"/>
                    <a:gd name="connsiteX13" fmla="*/ 234559 w 400545"/>
                    <a:gd name="connsiteY13" fmla="*/ 283744 h 298489"/>
                    <a:gd name="connsiteX14" fmla="*/ 208366 w 400545"/>
                    <a:gd name="connsiteY14" fmla="*/ 271838 h 298489"/>
                    <a:gd name="connsiteX15" fmla="*/ 213128 w 400545"/>
                    <a:gd name="connsiteY15" fmla="*/ 238500 h 298489"/>
                    <a:gd name="connsiteX16" fmla="*/ 203603 w 400545"/>
                    <a:gd name="connsiteY16" fmla="*/ 286125 h 298489"/>
                    <a:gd name="connsiteX17" fmla="*/ 167884 w 400545"/>
                    <a:gd name="connsiteY17" fmla="*/ 298031 h 298489"/>
                    <a:gd name="connsiteX18" fmla="*/ 110735 w 400545"/>
                    <a:gd name="connsiteY18" fmla="*/ 290888 h 298489"/>
                    <a:gd name="connsiteX19" fmla="*/ 46440 w 400545"/>
                    <a:gd name="connsiteY19" fmla="*/ 245643 h 298489"/>
                    <a:gd name="connsiteX20" fmla="*/ 8340 w 400545"/>
                    <a:gd name="connsiteY20" fmla="*/ 181351 h 298489"/>
                    <a:gd name="connsiteX21" fmla="*/ 1197 w 400545"/>
                    <a:gd name="connsiteY21" fmla="*/ 114675 h 298489"/>
                    <a:gd name="connsiteX22" fmla="*/ 5960 w 400545"/>
                    <a:gd name="connsiteY22" fmla="*/ 36095 h 298489"/>
                    <a:gd name="connsiteX0" fmla="*/ 8331 w 402916"/>
                    <a:gd name="connsiteY0" fmla="*/ 33604 h 295998"/>
                    <a:gd name="connsiteX1" fmla="*/ 94056 w 402916"/>
                    <a:gd name="connsiteY1" fmla="*/ 7409 h 295998"/>
                    <a:gd name="connsiteX2" fmla="*/ 155968 w 402916"/>
                    <a:gd name="connsiteY2" fmla="*/ 265 h 295998"/>
                    <a:gd name="connsiteX3" fmla="*/ 210737 w 402916"/>
                    <a:gd name="connsiteY3" fmla="*/ 7409 h 295998"/>
                    <a:gd name="connsiteX4" fmla="*/ 220262 w 402916"/>
                    <a:gd name="connsiteY4" fmla="*/ 57415 h 295998"/>
                    <a:gd name="connsiteX5" fmla="*/ 220262 w 402916"/>
                    <a:gd name="connsiteY5" fmla="*/ 138378 h 295998"/>
                    <a:gd name="connsiteX6" fmla="*/ 225024 w 402916"/>
                    <a:gd name="connsiteY6" fmla="*/ 33603 h 295998"/>
                    <a:gd name="connsiteX7" fmla="*/ 241693 w 402916"/>
                    <a:gd name="connsiteY7" fmla="*/ 14553 h 295998"/>
                    <a:gd name="connsiteX8" fmla="*/ 303605 w 402916"/>
                    <a:gd name="connsiteY8" fmla="*/ 16934 h 295998"/>
                    <a:gd name="connsiteX9" fmla="*/ 363137 w 402916"/>
                    <a:gd name="connsiteY9" fmla="*/ 59797 h 295998"/>
                    <a:gd name="connsiteX10" fmla="*/ 398855 w 402916"/>
                    <a:gd name="connsiteY10" fmla="*/ 135997 h 295998"/>
                    <a:gd name="connsiteX11" fmla="*/ 394093 w 402916"/>
                    <a:gd name="connsiteY11" fmla="*/ 195528 h 295998"/>
                    <a:gd name="connsiteX12" fmla="*/ 327418 w 402916"/>
                    <a:gd name="connsiteY12" fmla="*/ 252678 h 295998"/>
                    <a:gd name="connsiteX13" fmla="*/ 236930 w 402916"/>
                    <a:gd name="connsiteY13" fmla="*/ 281253 h 295998"/>
                    <a:gd name="connsiteX14" fmla="*/ 210737 w 402916"/>
                    <a:gd name="connsiteY14" fmla="*/ 269347 h 295998"/>
                    <a:gd name="connsiteX15" fmla="*/ 215499 w 402916"/>
                    <a:gd name="connsiteY15" fmla="*/ 236009 h 295998"/>
                    <a:gd name="connsiteX16" fmla="*/ 205974 w 402916"/>
                    <a:gd name="connsiteY16" fmla="*/ 283634 h 295998"/>
                    <a:gd name="connsiteX17" fmla="*/ 170255 w 402916"/>
                    <a:gd name="connsiteY17" fmla="*/ 295540 h 295998"/>
                    <a:gd name="connsiteX18" fmla="*/ 113106 w 402916"/>
                    <a:gd name="connsiteY18" fmla="*/ 288397 h 295998"/>
                    <a:gd name="connsiteX19" fmla="*/ 48811 w 402916"/>
                    <a:gd name="connsiteY19" fmla="*/ 243152 h 295998"/>
                    <a:gd name="connsiteX20" fmla="*/ 10711 w 402916"/>
                    <a:gd name="connsiteY20" fmla="*/ 178860 h 295998"/>
                    <a:gd name="connsiteX21" fmla="*/ 3568 w 402916"/>
                    <a:gd name="connsiteY21" fmla="*/ 112184 h 295998"/>
                    <a:gd name="connsiteX22" fmla="*/ 8331 w 402916"/>
                    <a:gd name="connsiteY22" fmla="*/ 33604 h 295998"/>
                    <a:gd name="connsiteX0" fmla="*/ 27555 w 400709"/>
                    <a:gd name="connsiteY0" fmla="*/ 21697 h 295998"/>
                    <a:gd name="connsiteX1" fmla="*/ 91849 w 400709"/>
                    <a:gd name="connsiteY1" fmla="*/ 7409 h 295998"/>
                    <a:gd name="connsiteX2" fmla="*/ 153761 w 400709"/>
                    <a:gd name="connsiteY2" fmla="*/ 265 h 295998"/>
                    <a:gd name="connsiteX3" fmla="*/ 208530 w 400709"/>
                    <a:gd name="connsiteY3" fmla="*/ 7409 h 295998"/>
                    <a:gd name="connsiteX4" fmla="*/ 218055 w 400709"/>
                    <a:gd name="connsiteY4" fmla="*/ 57415 h 295998"/>
                    <a:gd name="connsiteX5" fmla="*/ 218055 w 400709"/>
                    <a:gd name="connsiteY5" fmla="*/ 138378 h 295998"/>
                    <a:gd name="connsiteX6" fmla="*/ 222817 w 400709"/>
                    <a:gd name="connsiteY6" fmla="*/ 33603 h 295998"/>
                    <a:gd name="connsiteX7" fmla="*/ 239486 w 400709"/>
                    <a:gd name="connsiteY7" fmla="*/ 14553 h 295998"/>
                    <a:gd name="connsiteX8" fmla="*/ 301398 w 400709"/>
                    <a:gd name="connsiteY8" fmla="*/ 16934 h 295998"/>
                    <a:gd name="connsiteX9" fmla="*/ 360930 w 400709"/>
                    <a:gd name="connsiteY9" fmla="*/ 59797 h 295998"/>
                    <a:gd name="connsiteX10" fmla="*/ 396648 w 400709"/>
                    <a:gd name="connsiteY10" fmla="*/ 135997 h 295998"/>
                    <a:gd name="connsiteX11" fmla="*/ 391886 w 400709"/>
                    <a:gd name="connsiteY11" fmla="*/ 195528 h 295998"/>
                    <a:gd name="connsiteX12" fmla="*/ 325211 w 400709"/>
                    <a:gd name="connsiteY12" fmla="*/ 252678 h 295998"/>
                    <a:gd name="connsiteX13" fmla="*/ 234723 w 400709"/>
                    <a:gd name="connsiteY13" fmla="*/ 281253 h 295998"/>
                    <a:gd name="connsiteX14" fmla="*/ 208530 w 400709"/>
                    <a:gd name="connsiteY14" fmla="*/ 269347 h 295998"/>
                    <a:gd name="connsiteX15" fmla="*/ 213292 w 400709"/>
                    <a:gd name="connsiteY15" fmla="*/ 236009 h 295998"/>
                    <a:gd name="connsiteX16" fmla="*/ 203767 w 400709"/>
                    <a:gd name="connsiteY16" fmla="*/ 283634 h 295998"/>
                    <a:gd name="connsiteX17" fmla="*/ 168048 w 400709"/>
                    <a:gd name="connsiteY17" fmla="*/ 295540 h 295998"/>
                    <a:gd name="connsiteX18" fmla="*/ 110899 w 400709"/>
                    <a:gd name="connsiteY18" fmla="*/ 288397 h 295998"/>
                    <a:gd name="connsiteX19" fmla="*/ 46604 w 400709"/>
                    <a:gd name="connsiteY19" fmla="*/ 243152 h 295998"/>
                    <a:gd name="connsiteX20" fmla="*/ 8504 w 400709"/>
                    <a:gd name="connsiteY20" fmla="*/ 178860 h 295998"/>
                    <a:gd name="connsiteX21" fmla="*/ 1361 w 400709"/>
                    <a:gd name="connsiteY21" fmla="*/ 112184 h 295998"/>
                    <a:gd name="connsiteX22" fmla="*/ 27555 w 400709"/>
                    <a:gd name="connsiteY22" fmla="*/ 21697 h 295998"/>
                    <a:gd name="connsiteX0" fmla="*/ 27555 w 400709"/>
                    <a:gd name="connsiteY0" fmla="*/ 21697 h 303664"/>
                    <a:gd name="connsiteX1" fmla="*/ 91849 w 400709"/>
                    <a:gd name="connsiteY1" fmla="*/ 7409 h 303664"/>
                    <a:gd name="connsiteX2" fmla="*/ 153761 w 400709"/>
                    <a:gd name="connsiteY2" fmla="*/ 265 h 303664"/>
                    <a:gd name="connsiteX3" fmla="*/ 208530 w 400709"/>
                    <a:gd name="connsiteY3" fmla="*/ 7409 h 303664"/>
                    <a:gd name="connsiteX4" fmla="*/ 218055 w 400709"/>
                    <a:gd name="connsiteY4" fmla="*/ 57415 h 303664"/>
                    <a:gd name="connsiteX5" fmla="*/ 218055 w 400709"/>
                    <a:gd name="connsiteY5" fmla="*/ 138378 h 303664"/>
                    <a:gd name="connsiteX6" fmla="*/ 222817 w 400709"/>
                    <a:gd name="connsiteY6" fmla="*/ 33603 h 303664"/>
                    <a:gd name="connsiteX7" fmla="*/ 239486 w 400709"/>
                    <a:gd name="connsiteY7" fmla="*/ 14553 h 303664"/>
                    <a:gd name="connsiteX8" fmla="*/ 301398 w 400709"/>
                    <a:gd name="connsiteY8" fmla="*/ 16934 h 303664"/>
                    <a:gd name="connsiteX9" fmla="*/ 360930 w 400709"/>
                    <a:gd name="connsiteY9" fmla="*/ 59797 h 303664"/>
                    <a:gd name="connsiteX10" fmla="*/ 396648 w 400709"/>
                    <a:gd name="connsiteY10" fmla="*/ 135997 h 303664"/>
                    <a:gd name="connsiteX11" fmla="*/ 391886 w 400709"/>
                    <a:gd name="connsiteY11" fmla="*/ 195528 h 303664"/>
                    <a:gd name="connsiteX12" fmla="*/ 325211 w 400709"/>
                    <a:gd name="connsiteY12" fmla="*/ 252678 h 303664"/>
                    <a:gd name="connsiteX13" fmla="*/ 234723 w 400709"/>
                    <a:gd name="connsiteY13" fmla="*/ 281253 h 303664"/>
                    <a:gd name="connsiteX14" fmla="*/ 208530 w 400709"/>
                    <a:gd name="connsiteY14" fmla="*/ 269347 h 303664"/>
                    <a:gd name="connsiteX15" fmla="*/ 213292 w 400709"/>
                    <a:gd name="connsiteY15" fmla="*/ 236009 h 303664"/>
                    <a:gd name="connsiteX16" fmla="*/ 203767 w 400709"/>
                    <a:gd name="connsiteY16" fmla="*/ 283634 h 303664"/>
                    <a:gd name="connsiteX17" fmla="*/ 168048 w 400709"/>
                    <a:gd name="connsiteY17" fmla="*/ 295540 h 303664"/>
                    <a:gd name="connsiteX18" fmla="*/ 108518 w 400709"/>
                    <a:gd name="connsiteY18" fmla="*/ 300303 h 303664"/>
                    <a:gd name="connsiteX19" fmla="*/ 46604 w 400709"/>
                    <a:gd name="connsiteY19" fmla="*/ 243152 h 303664"/>
                    <a:gd name="connsiteX20" fmla="*/ 8504 w 400709"/>
                    <a:gd name="connsiteY20" fmla="*/ 178860 h 303664"/>
                    <a:gd name="connsiteX21" fmla="*/ 1361 w 400709"/>
                    <a:gd name="connsiteY21" fmla="*/ 112184 h 303664"/>
                    <a:gd name="connsiteX22" fmla="*/ 27555 w 400709"/>
                    <a:gd name="connsiteY22" fmla="*/ 21697 h 303664"/>
                    <a:gd name="connsiteX0" fmla="*/ 27555 w 400709"/>
                    <a:gd name="connsiteY0" fmla="*/ 21697 h 303664"/>
                    <a:gd name="connsiteX1" fmla="*/ 91849 w 400709"/>
                    <a:gd name="connsiteY1" fmla="*/ 7409 h 303664"/>
                    <a:gd name="connsiteX2" fmla="*/ 153761 w 400709"/>
                    <a:gd name="connsiteY2" fmla="*/ 265 h 303664"/>
                    <a:gd name="connsiteX3" fmla="*/ 208530 w 400709"/>
                    <a:gd name="connsiteY3" fmla="*/ 7409 h 303664"/>
                    <a:gd name="connsiteX4" fmla="*/ 218055 w 400709"/>
                    <a:gd name="connsiteY4" fmla="*/ 57415 h 303664"/>
                    <a:gd name="connsiteX5" fmla="*/ 218055 w 400709"/>
                    <a:gd name="connsiteY5" fmla="*/ 138378 h 303664"/>
                    <a:gd name="connsiteX6" fmla="*/ 222817 w 400709"/>
                    <a:gd name="connsiteY6" fmla="*/ 33603 h 303664"/>
                    <a:gd name="connsiteX7" fmla="*/ 239486 w 400709"/>
                    <a:gd name="connsiteY7" fmla="*/ 14553 h 303664"/>
                    <a:gd name="connsiteX8" fmla="*/ 301398 w 400709"/>
                    <a:gd name="connsiteY8" fmla="*/ 16934 h 303664"/>
                    <a:gd name="connsiteX9" fmla="*/ 360930 w 400709"/>
                    <a:gd name="connsiteY9" fmla="*/ 59797 h 303664"/>
                    <a:gd name="connsiteX10" fmla="*/ 396648 w 400709"/>
                    <a:gd name="connsiteY10" fmla="*/ 135997 h 303664"/>
                    <a:gd name="connsiteX11" fmla="*/ 391886 w 400709"/>
                    <a:gd name="connsiteY11" fmla="*/ 195528 h 303664"/>
                    <a:gd name="connsiteX12" fmla="*/ 325211 w 400709"/>
                    <a:gd name="connsiteY12" fmla="*/ 252678 h 303664"/>
                    <a:gd name="connsiteX13" fmla="*/ 234723 w 400709"/>
                    <a:gd name="connsiteY13" fmla="*/ 281253 h 303664"/>
                    <a:gd name="connsiteX14" fmla="*/ 208530 w 400709"/>
                    <a:gd name="connsiteY14" fmla="*/ 269347 h 303664"/>
                    <a:gd name="connsiteX15" fmla="*/ 213292 w 400709"/>
                    <a:gd name="connsiteY15" fmla="*/ 236009 h 303664"/>
                    <a:gd name="connsiteX16" fmla="*/ 203767 w 400709"/>
                    <a:gd name="connsiteY16" fmla="*/ 283634 h 303664"/>
                    <a:gd name="connsiteX17" fmla="*/ 168048 w 400709"/>
                    <a:gd name="connsiteY17" fmla="*/ 295540 h 303664"/>
                    <a:gd name="connsiteX18" fmla="*/ 108518 w 400709"/>
                    <a:gd name="connsiteY18" fmla="*/ 300303 h 303664"/>
                    <a:gd name="connsiteX19" fmla="*/ 37079 w 400709"/>
                    <a:gd name="connsiteY19" fmla="*/ 243152 h 303664"/>
                    <a:gd name="connsiteX20" fmla="*/ 8504 w 400709"/>
                    <a:gd name="connsiteY20" fmla="*/ 178860 h 303664"/>
                    <a:gd name="connsiteX21" fmla="*/ 1361 w 400709"/>
                    <a:gd name="connsiteY21" fmla="*/ 112184 h 303664"/>
                    <a:gd name="connsiteX22" fmla="*/ 27555 w 400709"/>
                    <a:gd name="connsiteY22" fmla="*/ 21697 h 303664"/>
                    <a:gd name="connsiteX0" fmla="*/ 30901 w 404055"/>
                    <a:gd name="connsiteY0" fmla="*/ 21697 h 303664"/>
                    <a:gd name="connsiteX1" fmla="*/ 95195 w 404055"/>
                    <a:gd name="connsiteY1" fmla="*/ 7409 h 303664"/>
                    <a:gd name="connsiteX2" fmla="*/ 157107 w 404055"/>
                    <a:gd name="connsiteY2" fmla="*/ 265 h 303664"/>
                    <a:gd name="connsiteX3" fmla="*/ 211876 w 404055"/>
                    <a:gd name="connsiteY3" fmla="*/ 7409 h 303664"/>
                    <a:gd name="connsiteX4" fmla="*/ 221401 w 404055"/>
                    <a:gd name="connsiteY4" fmla="*/ 57415 h 303664"/>
                    <a:gd name="connsiteX5" fmla="*/ 221401 w 404055"/>
                    <a:gd name="connsiteY5" fmla="*/ 138378 h 303664"/>
                    <a:gd name="connsiteX6" fmla="*/ 226163 w 404055"/>
                    <a:gd name="connsiteY6" fmla="*/ 33603 h 303664"/>
                    <a:gd name="connsiteX7" fmla="*/ 242832 w 404055"/>
                    <a:gd name="connsiteY7" fmla="*/ 14553 h 303664"/>
                    <a:gd name="connsiteX8" fmla="*/ 304744 w 404055"/>
                    <a:gd name="connsiteY8" fmla="*/ 16934 h 303664"/>
                    <a:gd name="connsiteX9" fmla="*/ 364276 w 404055"/>
                    <a:gd name="connsiteY9" fmla="*/ 59797 h 303664"/>
                    <a:gd name="connsiteX10" fmla="*/ 399994 w 404055"/>
                    <a:gd name="connsiteY10" fmla="*/ 135997 h 303664"/>
                    <a:gd name="connsiteX11" fmla="*/ 395232 w 404055"/>
                    <a:gd name="connsiteY11" fmla="*/ 195528 h 303664"/>
                    <a:gd name="connsiteX12" fmla="*/ 328557 w 404055"/>
                    <a:gd name="connsiteY12" fmla="*/ 252678 h 303664"/>
                    <a:gd name="connsiteX13" fmla="*/ 238069 w 404055"/>
                    <a:gd name="connsiteY13" fmla="*/ 281253 h 303664"/>
                    <a:gd name="connsiteX14" fmla="*/ 211876 w 404055"/>
                    <a:gd name="connsiteY14" fmla="*/ 269347 h 303664"/>
                    <a:gd name="connsiteX15" fmla="*/ 216638 w 404055"/>
                    <a:gd name="connsiteY15" fmla="*/ 236009 h 303664"/>
                    <a:gd name="connsiteX16" fmla="*/ 207113 w 404055"/>
                    <a:gd name="connsiteY16" fmla="*/ 283634 h 303664"/>
                    <a:gd name="connsiteX17" fmla="*/ 171394 w 404055"/>
                    <a:gd name="connsiteY17" fmla="*/ 295540 h 303664"/>
                    <a:gd name="connsiteX18" fmla="*/ 111864 w 404055"/>
                    <a:gd name="connsiteY18" fmla="*/ 300303 h 303664"/>
                    <a:gd name="connsiteX19" fmla="*/ 40425 w 404055"/>
                    <a:gd name="connsiteY19" fmla="*/ 243152 h 303664"/>
                    <a:gd name="connsiteX20" fmla="*/ 4706 w 404055"/>
                    <a:gd name="connsiteY20" fmla="*/ 178860 h 303664"/>
                    <a:gd name="connsiteX21" fmla="*/ 4707 w 404055"/>
                    <a:gd name="connsiteY21" fmla="*/ 112184 h 303664"/>
                    <a:gd name="connsiteX22" fmla="*/ 30901 w 404055"/>
                    <a:gd name="connsiteY22" fmla="*/ 21697 h 303664"/>
                    <a:gd name="connsiteX0" fmla="*/ 37195 w 410349"/>
                    <a:gd name="connsiteY0" fmla="*/ 21697 h 303664"/>
                    <a:gd name="connsiteX1" fmla="*/ 101489 w 410349"/>
                    <a:gd name="connsiteY1" fmla="*/ 7409 h 303664"/>
                    <a:gd name="connsiteX2" fmla="*/ 163401 w 410349"/>
                    <a:gd name="connsiteY2" fmla="*/ 265 h 303664"/>
                    <a:gd name="connsiteX3" fmla="*/ 218170 w 410349"/>
                    <a:gd name="connsiteY3" fmla="*/ 7409 h 303664"/>
                    <a:gd name="connsiteX4" fmla="*/ 227695 w 410349"/>
                    <a:gd name="connsiteY4" fmla="*/ 57415 h 303664"/>
                    <a:gd name="connsiteX5" fmla="*/ 227695 w 410349"/>
                    <a:gd name="connsiteY5" fmla="*/ 138378 h 303664"/>
                    <a:gd name="connsiteX6" fmla="*/ 232457 w 410349"/>
                    <a:gd name="connsiteY6" fmla="*/ 33603 h 303664"/>
                    <a:gd name="connsiteX7" fmla="*/ 249126 w 410349"/>
                    <a:gd name="connsiteY7" fmla="*/ 14553 h 303664"/>
                    <a:gd name="connsiteX8" fmla="*/ 311038 w 410349"/>
                    <a:gd name="connsiteY8" fmla="*/ 16934 h 303664"/>
                    <a:gd name="connsiteX9" fmla="*/ 370570 w 410349"/>
                    <a:gd name="connsiteY9" fmla="*/ 59797 h 303664"/>
                    <a:gd name="connsiteX10" fmla="*/ 406288 w 410349"/>
                    <a:gd name="connsiteY10" fmla="*/ 135997 h 303664"/>
                    <a:gd name="connsiteX11" fmla="*/ 401526 w 410349"/>
                    <a:gd name="connsiteY11" fmla="*/ 195528 h 303664"/>
                    <a:gd name="connsiteX12" fmla="*/ 334851 w 410349"/>
                    <a:gd name="connsiteY12" fmla="*/ 252678 h 303664"/>
                    <a:gd name="connsiteX13" fmla="*/ 244363 w 410349"/>
                    <a:gd name="connsiteY13" fmla="*/ 281253 h 303664"/>
                    <a:gd name="connsiteX14" fmla="*/ 218170 w 410349"/>
                    <a:gd name="connsiteY14" fmla="*/ 269347 h 303664"/>
                    <a:gd name="connsiteX15" fmla="*/ 222932 w 410349"/>
                    <a:gd name="connsiteY15" fmla="*/ 236009 h 303664"/>
                    <a:gd name="connsiteX16" fmla="*/ 213407 w 410349"/>
                    <a:gd name="connsiteY16" fmla="*/ 283634 h 303664"/>
                    <a:gd name="connsiteX17" fmla="*/ 177688 w 410349"/>
                    <a:gd name="connsiteY17" fmla="*/ 295540 h 303664"/>
                    <a:gd name="connsiteX18" fmla="*/ 118158 w 410349"/>
                    <a:gd name="connsiteY18" fmla="*/ 300303 h 303664"/>
                    <a:gd name="connsiteX19" fmla="*/ 46719 w 410349"/>
                    <a:gd name="connsiteY19" fmla="*/ 243152 h 303664"/>
                    <a:gd name="connsiteX20" fmla="*/ 11000 w 410349"/>
                    <a:gd name="connsiteY20" fmla="*/ 178860 h 303664"/>
                    <a:gd name="connsiteX21" fmla="*/ 1476 w 410349"/>
                    <a:gd name="connsiteY21" fmla="*/ 112184 h 303664"/>
                    <a:gd name="connsiteX22" fmla="*/ 37195 w 410349"/>
                    <a:gd name="connsiteY22" fmla="*/ 21697 h 303664"/>
                    <a:gd name="connsiteX0" fmla="*/ 52482 w 411349"/>
                    <a:gd name="connsiteY0" fmla="*/ 40747 h 303664"/>
                    <a:gd name="connsiteX1" fmla="*/ 102489 w 411349"/>
                    <a:gd name="connsiteY1" fmla="*/ 7409 h 303664"/>
                    <a:gd name="connsiteX2" fmla="*/ 164401 w 411349"/>
                    <a:gd name="connsiteY2" fmla="*/ 265 h 303664"/>
                    <a:gd name="connsiteX3" fmla="*/ 219170 w 411349"/>
                    <a:gd name="connsiteY3" fmla="*/ 7409 h 303664"/>
                    <a:gd name="connsiteX4" fmla="*/ 228695 w 411349"/>
                    <a:gd name="connsiteY4" fmla="*/ 57415 h 303664"/>
                    <a:gd name="connsiteX5" fmla="*/ 228695 w 411349"/>
                    <a:gd name="connsiteY5" fmla="*/ 138378 h 303664"/>
                    <a:gd name="connsiteX6" fmla="*/ 233457 w 411349"/>
                    <a:gd name="connsiteY6" fmla="*/ 33603 h 303664"/>
                    <a:gd name="connsiteX7" fmla="*/ 250126 w 411349"/>
                    <a:gd name="connsiteY7" fmla="*/ 14553 h 303664"/>
                    <a:gd name="connsiteX8" fmla="*/ 312038 w 411349"/>
                    <a:gd name="connsiteY8" fmla="*/ 16934 h 303664"/>
                    <a:gd name="connsiteX9" fmla="*/ 371570 w 411349"/>
                    <a:gd name="connsiteY9" fmla="*/ 59797 h 303664"/>
                    <a:gd name="connsiteX10" fmla="*/ 407288 w 411349"/>
                    <a:gd name="connsiteY10" fmla="*/ 135997 h 303664"/>
                    <a:gd name="connsiteX11" fmla="*/ 402526 w 411349"/>
                    <a:gd name="connsiteY11" fmla="*/ 195528 h 303664"/>
                    <a:gd name="connsiteX12" fmla="*/ 335851 w 411349"/>
                    <a:gd name="connsiteY12" fmla="*/ 252678 h 303664"/>
                    <a:gd name="connsiteX13" fmla="*/ 245363 w 411349"/>
                    <a:gd name="connsiteY13" fmla="*/ 281253 h 303664"/>
                    <a:gd name="connsiteX14" fmla="*/ 219170 w 411349"/>
                    <a:gd name="connsiteY14" fmla="*/ 269347 h 303664"/>
                    <a:gd name="connsiteX15" fmla="*/ 223932 w 411349"/>
                    <a:gd name="connsiteY15" fmla="*/ 236009 h 303664"/>
                    <a:gd name="connsiteX16" fmla="*/ 214407 w 411349"/>
                    <a:gd name="connsiteY16" fmla="*/ 283634 h 303664"/>
                    <a:gd name="connsiteX17" fmla="*/ 178688 w 411349"/>
                    <a:gd name="connsiteY17" fmla="*/ 295540 h 303664"/>
                    <a:gd name="connsiteX18" fmla="*/ 119158 w 411349"/>
                    <a:gd name="connsiteY18" fmla="*/ 300303 h 303664"/>
                    <a:gd name="connsiteX19" fmla="*/ 47719 w 411349"/>
                    <a:gd name="connsiteY19" fmla="*/ 243152 h 303664"/>
                    <a:gd name="connsiteX20" fmla="*/ 12000 w 411349"/>
                    <a:gd name="connsiteY20" fmla="*/ 178860 h 303664"/>
                    <a:gd name="connsiteX21" fmla="*/ 2476 w 411349"/>
                    <a:gd name="connsiteY21" fmla="*/ 112184 h 303664"/>
                    <a:gd name="connsiteX22" fmla="*/ 52482 w 411349"/>
                    <a:gd name="connsiteY22" fmla="*/ 40747 h 303664"/>
                    <a:gd name="connsiteX0" fmla="*/ 52482 w 411349"/>
                    <a:gd name="connsiteY0" fmla="*/ 42510 h 305427"/>
                    <a:gd name="connsiteX1" fmla="*/ 112014 w 411349"/>
                    <a:gd name="connsiteY1" fmla="*/ 32984 h 305427"/>
                    <a:gd name="connsiteX2" fmla="*/ 164401 w 411349"/>
                    <a:gd name="connsiteY2" fmla="*/ 2028 h 305427"/>
                    <a:gd name="connsiteX3" fmla="*/ 219170 w 411349"/>
                    <a:gd name="connsiteY3" fmla="*/ 9172 h 305427"/>
                    <a:gd name="connsiteX4" fmla="*/ 228695 w 411349"/>
                    <a:gd name="connsiteY4" fmla="*/ 59178 h 305427"/>
                    <a:gd name="connsiteX5" fmla="*/ 228695 w 411349"/>
                    <a:gd name="connsiteY5" fmla="*/ 140141 h 305427"/>
                    <a:gd name="connsiteX6" fmla="*/ 233457 w 411349"/>
                    <a:gd name="connsiteY6" fmla="*/ 35366 h 305427"/>
                    <a:gd name="connsiteX7" fmla="*/ 250126 w 411349"/>
                    <a:gd name="connsiteY7" fmla="*/ 16316 h 305427"/>
                    <a:gd name="connsiteX8" fmla="*/ 312038 w 411349"/>
                    <a:gd name="connsiteY8" fmla="*/ 18697 h 305427"/>
                    <a:gd name="connsiteX9" fmla="*/ 371570 w 411349"/>
                    <a:gd name="connsiteY9" fmla="*/ 61560 h 305427"/>
                    <a:gd name="connsiteX10" fmla="*/ 407288 w 411349"/>
                    <a:gd name="connsiteY10" fmla="*/ 137760 h 305427"/>
                    <a:gd name="connsiteX11" fmla="*/ 402526 w 411349"/>
                    <a:gd name="connsiteY11" fmla="*/ 197291 h 305427"/>
                    <a:gd name="connsiteX12" fmla="*/ 335851 w 411349"/>
                    <a:gd name="connsiteY12" fmla="*/ 254441 h 305427"/>
                    <a:gd name="connsiteX13" fmla="*/ 245363 w 411349"/>
                    <a:gd name="connsiteY13" fmla="*/ 283016 h 305427"/>
                    <a:gd name="connsiteX14" fmla="*/ 219170 w 411349"/>
                    <a:gd name="connsiteY14" fmla="*/ 271110 h 305427"/>
                    <a:gd name="connsiteX15" fmla="*/ 223932 w 411349"/>
                    <a:gd name="connsiteY15" fmla="*/ 237772 h 305427"/>
                    <a:gd name="connsiteX16" fmla="*/ 214407 w 411349"/>
                    <a:gd name="connsiteY16" fmla="*/ 285397 h 305427"/>
                    <a:gd name="connsiteX17" fmla="*/ 178688 w 411349"/>
                    <a:gd name="connsiteY17" fmla="*/ 297303 h 305427"/>
                    <a:gd name="connsiteX18" fmla="*/ 119158 w 411349"/>
                    <a:gd name="connsiteY18" fmla="*/ 302066 h 305427"/>
                    <a:gd name="connsiteX19" fmla="*/ 47719 w 411349"/>
                    <a:gd name="connsiteY19" fmla="*/ 244915 h 305427"/>
                    <a:gd name="connsiteX20" fmla="*/ 12000 w 411349"/>
                    <a:gd name="connsiteY20" fmla="*/ 180623 h 305427"/>
                    <a:gd name="connsiteX21" fmla="*/ 2476 w 411349"/>
                    <a:gd name="connsiteY21" fmla="*/ 113947 h 305427"/>
                    <a:gd name="connsiteX22" fmla="*/ 52482 w 411349"/>
                    <a:gd name="connsiteY22" fmla="*/ 42510 h 305427"/>
                    <a:gd name="connsiteX0" fmla="*/ 52482 w 411349"/>
                    <a:gd name="connsiteY0" fmla="*/ 35323 h 298240"/>
                    <a:gd name="connsiteX1" fmla="*/ 112014 w 411349"/>
                    <a:gd name="connsiteY1" fmla="*/ 25797 h 298240"/>
                    <a:gd name="connsiteX2" fmla="*/ 169164 w 411349"/>
                    <a:gd name="connsiteY2" fmla="*/ 11510 h 298240"/>
                    <a:gd name="connsiteX3" fmla="*/ 219170 w 411349"/>
                    <a:gd name="connsiteY3" fmla="*/ 1985 h 298240"/>
                    <a:gd name="connsiteX4" fmla="*/ 228695 w 411349"/>
                    <a:gd name="connsiteY4" fmla="*/ 51991 h 298240"/>
                    <a:gd name="connsiteX5" fmla="*/ 228695 w 411349"/>
                    <a:gd name="connsiteY5" fmla="*/ 132954 h 298240"/>
                    <a:gd name="connsiteX6" fmla="*/ 233457 w 411349"/>
                    <a:gd name="connsiteY6" fmla="*/ 28179 h 298240"/>
                    <a:gd name="connsiteX7" fmla="*/ 250126 w 411349"/>
                    <a:gd name="connsiteY7" fmla="*/ 9129 h 298240"/>
                    <a:gd name="connsiteX8" fmla="*/ 312038 w 411349"/>
                    <a:gd name="connsiteY8" fmla="*/ 11510 h 298240"/>
                    <a:gd name="connsiteX9" fmla="*/ 371570 w 411349"/>
                    <a:gd name="connsiteY9" fmla="*/ 54373 h 298240"/>
                    <a:gd name="connsiteX10" fmla="*/ 407288 w 411349"/>
                    <a:gd name="connsiteY10" fmla="*/ 130573 h 298240"/>
                    <a:gd name="connsiteX11" fmla="*/ 402526 w 411349"/>
                    <a:gd name="connsiteY11" fmla="*/ 190104 h 298240"/>
                    <a:gd name="connsiteX12" fmla="*/ 335851 w 411349"/>
                    <a:gd name="connsiteY12" fmla="*/ 247254 h 298240"/>
                    <a:gd name="connsiteX13" fmla="*/ 245363 w 411349"/>
                    <a:gd name="connsiteY13" fmla="*/ 275829 h 298240"/>
                    <a:gd name="connsiteX14" fmla="*/ 219170 w 411349"/>
                    <a:gd name="connsiteY14" fmla="*/ 263923 h 298240"/>
                    <a:gd name="connsiteX15" fmla="*/ 223932 w 411349"/>
                    <a:gd name="connsiteY15" fmla="*/ 230585 h 298240"/>
                    <a:gd name="connsiteX16" fmla="*/ 214407 w 411349"/>
                    <a:gd name="connsiteY16" fmla="*/ 278210 h 298240"/>
                    <a:gd name="connsiteX17" fmla="*/ 178688 w 411349"/>
                    <a:gd name="connsiteY17" fmla="*/ 290116 h 298240"/>
                    <a:gd name="connsiteX18" fmla="*/ 119158 w 411349"/>
                    <a:gd name="connsiteY18" fmla="*/ 294879 h 298240"/>
                    <a:gd name="connsiteX19" fmla="*/ 47719 w 411349"/>
                    <a:gd name="connsiteY19" fmla="*/ 237728 h 298240"/>
                    <a:gd name="connsiteX20" fmla="*/ 12000 w 411349"/>
                    <a:gd name="connsiteY20" fmla="*/ 173436 h 298240"/>
                    <a:gd name="connsiteX21" fmla="*/ 2476 w 411349"/>
                    <a:gd name="connsiteY21" fmla="*/ 106760 h 298240"/>
                    <a:gd name="connsiteX22" fmla="*/ 52482 w 411349"/>
                    <a:gd name="connsiteY22" fmla="*/ 35323 h 298240"/>
                    <a:gd name="connsiteX0" fmla="*/ 52482 w 411349"/>
                    <a:gd name="connsiteY0" fmla="*/ 29195 h 292112"/>
                    <a:gd name="connsiteX1" fmla="*/ 112014 w 411349"/>
                    <a:gd name="connsiteY1" fmla="*/ 19669 h 292112"/>
                    <a:gd name="connsiteX2" fmla="*/ 169164 w 411349"/>
                    <a:gd name="connsiteY2" fmla="*/ 5382 h 292112"/>
                    <a:gd name="connsiteX3" fmla="*/ 223933 w 411349"/>
                    <a:gd name="connsiteY3" fmla="*/ 3001 h 292112"/>
                    <a:gd name="connsiteX4" fmla="*/ 228695 w 411349"/>
                    <a:gd name="connsiteY4" fmla="*/ 45863 h 292112"/>
                    <a:gd name="connsiteX5" fmla="*/ 228695 w 411349"/>
                    <a:gd name="connsiteY5" fmla="*/ 126826 h 292112"/>
                    <a:gd name="connsiteX6" fmla="*/ 233457 w 411349"/>
                    <a:gd name="connsiteY6" fmla="*/ 22051 h 292112"/>
                    <a:gd name="connsiteX7" fmla="*/ 250126 w 411349"/>
                    <a:gd name="connsiteY7" fmla="*/ 3001 h 292112"/>
                    <a:gd name="connsiteX8" fmla="*/ 312038 w 411349"/>
                    <a:gd name="connsiteY8" fmla="*/ 5382 h 292112"/>
                    <a:gd name="connsiteX9" fmla="*/ 371570 w 411349"/>
                    <a:gd name="connsiteY9" fmla="*/ 48245 h 292112"/>
                    <a:gd name="connsiteX10" fmla="*/ 407288 w 411349"/>
                    <a:gd name="connsiteY10" fmla="*/ 124445 h 292112"/>
                    <a:gd name="connsiteX11" fmla="*/ 402526 w 411349"/>
                    <a:gd name="connsiteY11" fmla="*/ 183976 h 292112"/>
                    <a:gd name="connsiteX12" fmla="*/ 335851 w 411349"/>
                    <a:gd name="connsiteY12" fmla="*/ 241126 h 292112"/>
                    <a:gd name="connsiteX13" fmla="*/ 245363 w 411349"/>
                    <a:gd name="connsiteY13" fmla="*/ 269701 h 292112"/>
                    <a:gd name="connsiteX14" fmla="*/ 219170 w 411349"/>
                    <a:gd name="connsiteY14" fmla="*/ 257795 h 292112"/>
                    <a:gd name="connsiteX15" fmla="*/ 223932 w 411349"/>
                    <a:gd name="connsiteY15" fmla="*/ 224457 h 292112"/>
                    <a:gd name="connsiteX16" fmla="*/ 214407 w 411349"/>
                    <a:gd name="connsiteY16" fmla="*/ 272082 h 292112"/>
                    <a:gd name="connsiteX17" fmla="*/ 178688 w 411349"/>
                    <a:gd name="connsiteY17" fmla="*/ 283988 h 292112"/>
                    <a:gd name="connsiteX18" fmla="*/ 119158 w 411349"/>
                    <a:gd name="connsiteY18" fmla="*/ 288751 h 292112"/>
                    <a:gd name="connsiteX19" fmla="*/ 47719 w 411349"/>
                    <a:gd name="connsiteY19" fmla="*/ 231600 h 292112"/>
                    <a:gd name="connsiteX20" fmla="*/ 12000 w 411349"/>
                    <a:gd name="connsiteY20" fmla="*/ 167308 h 292112"/>
                    <a:gd name="connsiteX21" fmla="*/ 2476 w 411349"/>
                    <a:gd name="connsiteY21" fmla="*/ 100632 h 292112"/>
                    <a:gd name="connsiteX22" fmla="*/ 52482 w 411349"/>
                    <a:gd name="connsiteY22" fmla="*/ 29195 h 292112"/>
                    <a:gd name="connsiteX0" fmla="*/ 52482 w 411349"/>
                    <a:gd name="connsiteY0" fmla="*/ 28874 h 291791"/>
                    <a:gd name="connsiteX1" fmla="*/ 112014 w 411349"/>
                    <a:gd name="connsiteY1" fmla="*/ 19348 h 291791"/>
                    <a:gd name="connsiteX2" fmla="*/ 178689 w 411349"/>
                    <a:gd name="connsiteY2" fmla="*/ 93168 h 291791"/>
                    <a:gd name="connsiteX3" fmla="*/ 223933 w 411349"/>
                    <a:gd name="connsiteY3" fmla="*/ 2680 h 291791"/>
                    <a:gd name="connsiteX4" fmla="*/ 228695 w 411349"/>
                    <a:gd name="connsiteY4" fmla="*/ 45542 h 291791"/>
                    <a:gd name="connsiteX5" fmla="*/ 228695 w 411349"/>
                    <a:gd name="connsiteY5" fmla="*/ 126505 h 291791"/>
                    <a:gd name="connsiteX6" fmla="*/ 233457 w 411349"/>
                    <a:gd name="connsiteY6" fmla="*/ 21730 h 291791"/>
                    <a:gd name="connsiteX7" fmla="*/ 250126 w 411349"/>
                    <a:gd name="connsiteY7" fmla="*/ 2680 h 291791"/>
                    <a:gd name="connsiteX8" fmla="*/ 312038 w 411349"/>
                    <a:gd name="connsiteY8" fmla="*/ 5061 h 291791"/>
                    <a:gd name="connsiteX9" fmla="*/ 371570 w 411349"/>
                    <a:gd name="connsiteY9" fmla="*/ 47924 h 291791"/>
                    <a:gd name="connsiteX10" fmla="*/ 407288 w 411349"/>
                    <a:gd name="connsiteY10" fmla="*/ 124124 h 291791"/>
                    <a:gd name="connsiteX11" fmla="*/ 402526 w 411349"/>
                    <a:gd name="connsiteY11" fmla="*/ 183655 h 291791"/>
                    <a:gd name="connsiteX12" fmla="*/ 335851 w 411349"/>
                    <a:gd name="connsiteY12" fmla="*/ 240805 h 291791"/>
                    <a:gd name="connsiteX13" fmla="*/ 245363 w 411349"/>
                    <a:gd name="connsiteY13" fmla="*/ 269380 h 291791"/>
                    <a:gd name="connsiteX14" fmla="*/ 219170 w 411349"/>
                    <a:gd name="connsiteY14" fmla="*/ 257474 h 291791"/>
                    <a:gd name="connsiteX15" fmla="*/ 223932 w 411349"/>
                    <a:gd name="connsiteY15" fmla="*/ 224136 h 291791"/>
                    <a:gd name="connsiteX16" fmla="*/ 214407 w 411349"/>
                    <a:gd name="connsiteY16" fmla="*/ 271761 h 291791"/>
                    <a:gd name="connsiteX17" fmla="*/ 178688 w 411349"/>
                    <a:gd name="connsiteY17" fmla="*/ 283667 h 291791"/>
                    <a:gd name="connsiteX18" fmla="*/ 119158 w 411349"/>
                    <a:gd name="connsiteY18" fmla="*/ 288430 h 291791"/>
                    <a:gd name="connsiteX19" fmla="*/ 47719 w 411349"/>
                    <a:gd name="connsiteY19" fmla="*/ 231279 h 291791"/>
                    <a:gd name="connsiteX20" fmla="*/ 12000 w 411349"/>
                    <a:gd name="connsiteY20" fmla="*/ 166987 h 291791"/>
                    <a:gd name="connsiteX21" fmla="*/ 2476 w 411349"/>
                    <a:gd name="connsiteY21" fmla="*/ 100311 h 291791"/>
                    <a:gd name="connsiteX22" fmla="*/ 52482 w 411349"/>
                    <a:gd name="connsiteY22" fmla="*/ 28874 h 291791"/>
                    <a:gd name="connsiteX0" fmla="*/ 52482 w 411349"/>
                    <a:gd name="connsiteY0" fmla="*/ 28874 h 291791"/>
                    <a:gd name="connsiteX1" fmla="*/ 112014 w 411349"/>
                    <a:gd name="connsiteY1" fmla="*/ 19348 h 291791"/>
                    <a:gd name="connsiteX2" fmla="*/ 169164 w 411349"/>
                    <a:gd name="connsiteY2" fmla="*/ 7443 h 291791"/>
                    <a:gd name="connsiteX3" fmla="*/ 223933 w 411349"/>
                    <a:gd name="connsiteY3" fmla="*/ 2680 h 291791"/>
                    <a:gd name="connsiteX4" fmla="*/ 228695 w 411349"/>
                    <a:gd name="connsiteY4" fmla="*/ 45542 h 291791"/>
                    <a:gd name="connsiteX5" fmla="*/ 228695 w 411349"/>
                    <a:gd name="connsiteY5" fmla="*/ 126505 h 291791"/>
                    <a:gd name="connsiteX6" fmla="*/ 233457 w 411349"/>
                    <a:gd name="connsiteY6" fmla="*/ 21730 h 291791"/>
                    <a:gd name="connsiteX7" fmla="*/ 250126 w 411349"/>
                    <a:gd name="connsiteY7" fmla="*/ 2680 h 291791"/>
                    <a:gd name="connsiteX8" fmla="*/ 312038 w 411349"/>
                    <a:gd name="connsiteY8" fmla="*/ 5061 h 291791"/>
                    <a:gd name="connsiteX9" fmla="*/ 371570 w 411349"/>
                    <a:gd name="connsiteY9" fmla="*/ 47924 h 291791"/>
                    <a:gd name="connsiteX10" fmla="*/ 407288 w 411349"/>
                    <a:gd name="connsiteY10" fmla="*/ 124124 h 291791"/>
                    <a:gd name="connsiteX11" fmla="*/ 402526 w 411349"/>
                    <a:gd name="connsiteY11" fmla="*/ 183655 h 291791"/>
                    <a:gd name="connsiteX12" fmla="*/ 335851 w 411349"/>
                    <a:gd name="connsiteY12" fmla="*/ 240805 h 291791"/>
                    <a:gd name="connsiteX13" fmla="*/ 245363 w 411349"/>
                    <a:gd name="connsiteY13" fmla="*/ 269380 h 291791"/>
                    <a:gd name="connsiteX14" fmla="*/ 219170 w 411349"/>
                    <a:gd name="connsiteY14" fmla="*/ 257474 h 291791"/>
                    <a:gd name="connsiteX15" fmla="*/ 223932 w 411349"/>
                    <a:gd name="connsiteY15" fmla="*/ 224136 h 291791"/>
                    <a:gd name="connsiteX16" fmla="*/ 214407 w 411349"/>
                    <a:gd name="connsiteY16" fmla="*/ 271761 h 291791"/>
                    <a:gd name="connsiteX17" fmla="*/ 178688 w 411349"/>
                    <a:gd name="connsiteY17" fmla="*/ 283667 h 291791"/>
                    <a:gd name="connsiteX18" fmla="*/ 119158 w 411349"/>
                    <a:gd name="connsiteY18" fmla="*/ 288430 h 291791"/>
                    <a:gd name="connsiteX19" fmla="*/ 47719 w 411349"/>
                    <a:gd name="connsiteY19" fmla="*/ 231279 h 291791"/>
                    <a:gd name="connsiteX20" fmla="*/ 12000 w 411349"/>
                    <a:gd name="connsiteY20" fmla="*/ 166987 h 291791"/>
                    <a:gd name="connsiteX21" fmla="*/ 2476 w 411349"/>
                    <a:gd name="connsiteY21" fmla="*/ 100311 h 291791"/>
                    <a:gd name="connsiteX22" fmla="*/ 52482 w 411349"/>
                    <a:gd name="connsiteY22" fmla="*/ 28874 h 291791"/>
                    <a:gd name="connsiteX0" fmla="*/ 52482 w 411349"/>
                    <a:gd name="connsiteY0" fmla="*/ 31253 h 294170"/>
                    <a:gd name="connsiteX1" fmla="*/ 112014 w 411349"/>
                    <a:gd name="connsiteY1" fmla="*/ 21727 h 294170"/>
                    <a:gd name="connsiteX2" fmla="*/ 166782 w 411349"/>
                    <a:gd name="connsiteY2" fmla="*/ 2678 h 294170"/>
                    <a:gd name="connsiteX3" fmla="*/ 223933 w 411349"/>
                    <a:gd name="connsiteY3" fmla="*/ 5059 h 294170"/>
                    <a:gd name="connsiteX4" fmla="*/ 228695 w 411349"/>
                    <a:gd name="connsiteY4" fmla="*/ 47921 h 294170"/>
                    <a:gd name="connsiteX5" fmla="*/ 228695 w 411349"/>
                    <a:gd name="connsiteY5" fmla="*/ 128884 h 294170"/>
                    <a:gd name="connsiteX6" fmla="*/ 233457 w 411349"/>
                    <a:gd name="connsiteY6" fmla="*/ 24109 h 294170"/>
                    <a:gd name="connsiteX7" fmla="*/ 250126 w 411349"/>
                    <a:gd name="connsiteY7" fmla="*/ 5059 h 294170"/>
                    <a:gd name="connsiteX8" fmla="*/ 312038 w 411349"/>
                    <a:gd name="connsiteY8" fmla="*/ 7440 h 294170"/>
                    <a:gd name="connsiteX9" fmla="*/ 371570 w 411349"/>
                    <a:gd name="connsiteY9" fmla="*/ 50303 h 294170"/>
                    <a:gd name="connsiteX10" fmla="*/ 407288 w 411349"/>
                    <a:gd name="connsiteY10" fmla="*/ 126503 h 294170"/>
                    <a:gd name="connsiteX11" fmla="*/ 402526 w 411349"/>
                    <a:gd name="connsiteY11" fmla="*/ 186034 h 294170"/>
                    <a:gd name="connsiteX12" fmla="*/ 335851 w 411349"/>
                    <a:gd name="connsiteY12" fmla="*/ 243184 h 294170"/>
                    <a:gd name="connsiteX13" fmla="*/ 245363 w 411349"/>
                    <a:gd name="connsiteY13" fmla="*/ 271759 h 294170"/>
                    <a:gd name="connsiteX14" fmla="*/ 219170 w 411349"/>
                    <a:gd name="connsiteY14" fmla="*/ 259853 h 294170"/>
                    <a:gd name="connsiteX15" fmla="*/ 223932 w 411349"/>
                    <a:gd name="connsiteY15" fmla="*/ 226515 h 294170"/>
                    <a:gd name="connsiteX16" fmla="*/ 214407 w 411349"/>
                    <a:gd name="connsiteY16" fmla="*/ 274140 h 294170"/>
                    <a:gd name="connsiteX17" fmla="*/ 178688 w 411349"/>
                    <a:gd name="connsiteY17" fmla="*/ 286046 h 294170"/>
                    <a:gd name="connsiteX18" fmla="*/ 119158 w 411349"/>
                    <a:gd name="connsiteY18" fmla="*/ 290809 h 294170"/>
                    <a:gd name="connsiteX19" fmla="*/ 47719 w 411349"/>
                    <a:gd name="connsiteY19" fmla="*/ 233658 h 294170"/>
                    <a:gd name="connsiteX20" fmla="*/ 12000 w 411349"/>
                    <a:gd name="connsiteY20" fmla="*/ 169366 h 294170"/>
                    <a:gd name="connsiteX21" fmla="*/ 2476 w 411349"/>
                    <a:gd name="connsiteY21" fmla="*/ 102690 h 294170"/>
                    <a:gd name="connsiteX22" fmla="*/ 52482 w 411349"/>
                    <a:gd name="connsiteY22" fmla="*/ 31253 h 294170"/>
                    <a:gd name="connsiteX0" fmla="*/ 52482 w 411349"/>
                    <a:gd name="connsiteY0" fmla="*/ 30423 h 293340"/>
                    <a:gd name="connsiteX1" fmla="*/ 104870 w 411349"/>
                    <a:gd name="connsiteY1" fmla="*/ 6609 h 293340"/>
                    <a:gd name="connsiteX2" fmla="*/ 166782 w 411349"/>
                    <a:gd name="connsiteY2" fmla="*/ 1848 h 293340"/>
                    <a:gd name="connsiteX3" fmla="*/ 223933 w 411349"/>
                    <a:gd name="connsiteY3" fmla="*/ 4229 h 293340"/>
                    <a:gd name="connsiteX4" fmla="*/ 228695 w 411349"/>
                    <a:gd name="connsiteY4" fmla="*/ 47091 h 293340"/>
                    <a:gd name="connsiteX5" fmla="*/ 228695 w 411349"/>
                    <a:gd name="connsiteY5" fmla="*/ 128054 h 293340"/>
                    <a:gd name="connsiteX6" fmla="*/ 233457 w 411349"/>
                    <a:gd name="connsiteY6" fmla="*/ 23279 h 293340"/>
                    <a:gd name="connsiteX7" fmla="*/ 250126 w 411349"/>
                    <a:gd name="connsiteY7" fmla="*/ 4229 h 293340"/>
                    <a:gd name="connsiteX8" fmla="*/ 312038 w 411349"/>
                    <a:gd name="connsiteY8" fmla="*/ 6610 h 293340"/>
                    <a:gd name="connsiteX9" fmla="*/ 371570 w 411349"/>
                    <a:gd name="connsiteY9" fmla="*/ 49473 h 293340"/>
                    <a:gd name="connsiteX10" fmla="*/ 407288 w 411349"/>
                    <a:gd name="connsiteY10" fmla="*/ 125673 h 293340"/>
                    <a:gd name="connsiteX11" fmla="*/ 402526 w 411349"/>
                    <a:gd name="connsiteY11" fmla="*/ 185204 h 293340"/>
                    <a:gd name="connsiteX12" fmla="*/ 335851 w 411349"/>
                    <a:gd name="connsiteY12" fmla="*/ 242354 h 293340"/>
                    <a:gd name="connsiteX13" fmla="*/ 245363 w 411349"/>
                    <a:gd name="connsiteY13" fmla="*/ 270929 h 293340"/>
                    <a:gd name="connsiteX14" fmla="*/ 219170 w 411349"/>
                    <a:gd name="connsiteY14" fmla="*/ 259023 h 293340"/>
                    <a:gd name="connsiteX15" fmla="*/ 223932 w 411349"/>
                    <a:gd name="connsiteY15" fmla="*/ 225685 h 293340"/>
                    <a:gd name="connsiteX16" fmla="*/ 214407 w 411349"/>
                    <a:gd name="connsiteY16" fmla="*/ 273310 h 293340"/>
                    <a:gd name="connsiteX17" fmla="*/ 178688 w 411349"/>
                    <a:gd name="connsiteY17" fmla="*/ 285216 h 293340"/>
                    <a:gd name="connsiteX18" fmla="*/ 119158 w 411349"/>
                    <a:gd name="connsiteY18" fmla="*/ 289979 h 293340"/>
                    <a:gd name="connsiteX19" fmla="*/ 47719 w 411349"/>
                    <a:gd name="connsiteY19" fmla="*/ 232828 h 293340"/>
                    <a:gd name="connsiteX20" fmla="*/ 12000 w 411349"/>
                    <a:gd name="connsiteY20" fmla="*/ 168536 h 293340"/>
                    <a:gd name="connsiteX21" fmla="*/ 2476 w 411349"/>
                    <a:gd name="connsiteY21" fmla="*/ 101860 h 293340"/>
                    <a:gd name="connsiteX22" fmla="*/ 52482 w 411349"/>
                    <a:gd name="connsiteY22" fmla="*/ 30423 h 293340"/>
                    <a:gd name="connsiteX0" fmla="*/ 58810 w 417677"/>
                    <a:gd name="connsiteY0" fmla="*/ 30423 h 293340"/>
                    <a:gd name="connsiteX1" fmla="*/ 111198 w 417677"/>
                    <a:gd name="connsiteY1" fmla="*/ 6609 h 293340"/>
                    <a:gd name="connsiteX2" fmla="*/ 173110 w 417677"/>
                    <a:gd name="connsiteY2" fmla="*/ 1848 h 293340"/>
                    <a:gd name="connsiteX3" fmla="*/ 230261 w 417677"/>
                    <a:gd name="connsiteY3" fmla="*/ 4229 h 293340"/>
                    <a:gd name="connsiteX4" fmla="*/ 235023 w 417677"/>
                    <a:gd name="connsiteY4" fmla="*/ 47091 h 293340"/>
                    <a:gd name="connsiteX5" fmla="*/ 235023 w 417677"/>
                    <a:gd name="connsiteY5" fmla="*/ 128054 h 293340"/>
                    <a:gd name="connsiteX6" fmla="*/ 239785 w 417677"/>
                    <a:gd name="connsiteY6" fmla="*/ 23279 h 293340"/>
                    <a:gd name="connsiteX7" fmla="*/ 256454 w 417677"/>
                    <a:gd name="connsiteY7" fmla="*/ 4229 h 293340"/>
                    <a:gd name="connsiteX8" fmla="*/ 318366 w 417677"/>
                    <a:gd name="connsiteY8" fmla="*/ 6610 h 293340"/>
                    <a:gd name="connsiteX9" fmla="*/ 377898 w 417677"/>
                    <a:gd name="connsiteY9" fmla="*/ 49473 h 293340"/>
                    <a:gd name="connsiteX10" fmla="*/ 413616 w 417677"/>
                    <a:gd name="connsiteY10" fmla="*/ 125673 h 293340"/>
                    <a:gd name="connsiteX11" fmla="*/ 408854 w 417677"/>
                    <a:gd name="connsiteY11" fmla="*/ 185204 h 293340"/>
                    <a:gd name="connsiteX12" fmla="*/ 342179 w 417677"/>
                    <a:gd name="connsiteY12" fmla="*/ 242354 h 293340"/>
                    <a:gd name="connsiteX13" fmla="*/ 251691 w 417677"/>
                    <a:gd name="connsiteY13" fmla="*/ 270929 h 293340"/>
                    <a:gd name="connsiteX14" fmla="*/ 225498 w 417677"/>
                    <a:gd name="connsiteY14" fmla="*/ 259023 h 293340"/>
                    <a:gd name="connsiteX15" fmla="*/ 230260 w 417677"/>
                    <a:gd name="connsiteY15" fmla="*/ 225685 h 293340"/>
                    <a:gd name="connsiteX16" fmla="*/ 220735 w 417677"/>
                    <a:gd name="connsiteY16" fmla="*/ 273310 h 293340"/>
                    <a:gd name="connsiteX17" fmla="*/ 185016 w 417677"/>
                    <a:gd name="connsiteY17" fmla="*/ 285216 h 293340"/>
                    <a:gd name="connsiteX18" fmla="*/ 125486 w 417677"/>
                    <a:gd name="connsiteY18" fmla="*/ 289979 h 293340"/>
                    <a:gd name="connsiteX19" fmla="*/ 54047 w 417677"/>
                    <a:gd name="connsiteY19" fmla="*/ 232828 h 293340"/>
                    <a:gd name="connsiteX20" fmla="*/ 18328 w 417677"/>
                    <a:gd name="connsiteY20" fmla="*/ 168536 h 293340"/>
                    <a:gd name="connsiteX21" fmla="*/ 1660 w 417677"/>
                    <a:gd name="connsiteY21" fmla="*/ 99479 h 293340"/>
                    <a:gd name="connsiteX22" fmla="*/ 58810 w 417677"/>
                    <a:gd name="connsiteY22" fmla="*/ 30423 h 293340"/>
                    <a:gd name="connsiteX0" fmla="*/ 51257 w 417268"/>
                    <a:gd name="connsiteY0" fmla="*/ 30423 h 293340"/>
                    <a:gd name="connsiteX1" fmla="*/ 110789 w 417268"/>
                    <a:gd name="connsiteY1" fmla="*/ 6609 h 293340"/>
                    <a:gd name="connsiteX2" fmla="*/ 172701 w 417268"/>
                    <a:gd name="connsiteY2" fmla="*/ 1848 h 293340"/>
                    <a:gd name="connsiteX3" fmla="*/ 229852 w 417268"/>
                    <a:gd name="connsiteY3" fmla="*/ 4229 h 293340"/>
                    <a:gd name="connsiteX4" fmla="*/ 234614 w 417268"/>
                    <a:gd name="connsiteY4" fmla="*/ 47091 h 293340"/>
                    <a:gd name="connsiteX5" fmla="*/ 234614 w 417268"/>
                    <a:gd name="connsiteY5" fmla="*/ 128054 h 293340"/>
                    <a:gd name="connsiteX6" fmla="*/ 239376 w 417268"/>
                    <a:gd name="connsiteY6" fmla="*/ 23279 h 293340"/>
                    <a:gd name="connsiteX7" fmla="*/ 256045 w 417268"/>
                    <a:gd name="connsiteY7" fmla="*/ 4229 h 293340"/>
                    <a:gd name="connsiteX8" fmla="*/ 317957 w 417268"/>
                    <a:gd name="connsiteY8" fmla="*/ 6610 h 293340"/>
                    <a:gd name="connsiteX9" fmla="*/ 377489 w 417268"/>
                    <a:gd name="connsiteY9" fmla="*/ 49473 h 293340"/>
                    <a:gd name="connsiteX10" fmla="*/ 413207 w 417268"/>
                    <a:gd name="connsiteY10" fmla="*/ 125673 h 293340"/>
                    <a:gd name="connsiteX11" fmla="*/ 408445 w 417268"/>
                    <a:gd name="connsiteY11" fmla="*/ 185204 h 293340"/>
                    <a:gd name="connsiteX12" fmla="*/ 341770 w 417268"/>
                    <a:gd name="connsiteY12" fmla="*/ 242354 h 293340"/>
                    <a:gd name="connsiteX13" fmla="*/ 251282 w 417268"/>
                    <a:gd name="connsiteY13" fmla="*/ 270929 h 293340"/>
                    <a:gd name="connsiteX14" fmla="*/ 225089 w 417268"/>
                    <a:gd name="connsiteY14" fmla="*/ 259023 h 293340"/>
                    <a:gd name="connsiteX15" fmla="*/ 229851 w 417268"/>
                    <a:gd name="connsiteY15" fmla="*/ 225685 h 293340"/>
                    <a:gd name="connsiteX16" fmla="*/ 220326 w 417268"/>
                    <a:gd name="connsiteY16" fmla="*/ 273310 h 293340"/>
                    <a:gd name="connsiteX17" fmla="*/ 184607 w 417268"/>
                    <a:gd name="connsiteY17" fmla="*/ 285216 h 293340"/>
                    <a:gd name="connsiteX18" fmla="*/ 125077 w 417268"/>
                    <a:gd name="connsiteY18" fmla="*/ 289979 h 293340"/>
                    <a:gd name="connsiteX19" fmla="*/ 53638 w 417268"/>
                    <a:gd name="connsiteY19" fmla="*/ 232828 h 293340"/>
                    <a:gd name="connsiteX20" fmla="*/ 17919 w 417268"/>
                    <a:gd name="connsiteY20" fmla="*/ 168536 h 293340"/>
                    <a:gd name="connsiteX21" fmla="*/ 1251 w 417268"/>
                    <a:gd name="connsiteY21" fmla="*/ 99479 h 293340"/>
                    <a:gd name="connsiteX22" fmla="*/ 51257 w 417268"/>
                    <a:gd name="connsiteY22" fmla="*/ 30423 h 293340"/>
                    <a:gd name="connsiteX0" fmla="*/ 51257 w 417268"/>
                    <a:gd name="connsiteY0" fmla="*/ 30423 h 292310"/>
                    <a:gd name="connsiteX1" fmla="*/ 110789 w 417268"/>
                    <a:gd name="connsiteY1" fmla="*/ 6609 h 292310"/>
                    <a:gd name="connsiteX2" fmla="*/ 172701 w 417268"/>
                    <a:gd name="connsiteY2" fmla="*/ 1848 h 292310"/>
                    <a:gd name="connsiteX3" fmla="*/ 229852 w 417268"/>
                    <a:gd name="connsiteY3" fmla="*/ 4229 h 292310"/>
                    <a:gd name="connsiteX4" fmla="*/ 234614 w 417268"/>
                    <a:gd name="connsiteY4" fmla="*/ 47091 h 292310"/>
                    <a:gd name="connsiteX5" fmla="*/ 234614 w 417268"/>
                    <a:gd name="connsiteY5" fmla="*/ 128054 h 292310"/>
                    <a:gd name="connsiteX6" fmla="*/ 239376 w 417268"/>
                    <a:gd name="connsiteY6" fmla="*/ 23279 h 292310"/>
                    <a:gd name="connsiteX7" fmla="*/ 256045 w 417268"/>
                    <a:gd name="connsiteY7" fmla="*/ 4229 h 292310"/>
                    <a:gd name="connsiteX8" fmla="*/ 317957 w 417268"/>
                    <a:gd name="connsiteY8" fmla="*/ 6610 h 292310"/>
                    <a:gd name="connsiteX9" fmla="*/ 377489 w 417268"/>
                    <a:gd name="connsiteY9" fmla="*/ 49473 h 292310"/>
                    <a:gd name="connsiteX10" fmla="*/ 413207 w 417268"/>
                    <a:gd name="connsiteY10" fmla="*/ 125673 h 292310"/>
                    <a:gd name="connsiteX11" fmla="*/ 408445 w 417268"/>
                    <a:gd name="connsiteY11" fmla="*/ 185204 h 292310"/>
                    <a:gd name="connsiteX12" fmla="*/ 341770 w 417268"/>
                    <a:gd name="connsiteY12" fmla="*/ 242354 h 292310"/>
                    <a:gd name="connsiteX13" fmla="*/ 251282 w 417268"/>
                    <a:gd name="connsiteY13" fmla="*/ 270929 h 292310"/>
                    <a:gd name="connsiteX14" fmla="*/ 225089 w 417268"/>
                    <a:gd name="connsiteY14" fmla="*/ 259023 h 292310"/>
                    <a:gd name="connsiteX15" fmla="*/ 229851 w 417268"/>
                    <a:gd name="connsiteY15" fmla="*/ 225685 h 292310"/>
                    <a:gd name="connsiteX16" fmla="*/ 220326 w 417268"/>
                    <a:gd name="connsiteY16" fmla="*/ 273310 h 292310"/>
                    <a:gd name="connsiteX17" fmla="*/ 184607 w 417268"/>
                    <a:gd name="connsiteY17" fmla="*/ 285216 h 292310"/>
                    <a:gd name="connsiteX18" fmla="*/ 125077 w 417268"/>
                    <a:gd name="connsiteY18" fmla="*/ 289979 h 292310"/>
                    <a:gd name="connsiteX19" fmla="*/ 53638 w 417268"/>
                    <a:gd name="connsiteY19" fmla="*/ 247115 h 292310"/>
                    <a:gd name="connsiteX20" fmla="*/ 17919 w 417268"/>
                    <a:gd name="connsiteY20" fmla="*/ 168536 h 292310"/>
                    <a:gd name="connsiteX21" fmla="*/ 1251 w 417268"/>
                    <a:gd name="connsiteY21" fmla="*/ 99479 h 292310"/>
                    <a:gd name="connsiteX22" fmla="*/ 51257 w 417268"/>
                    <a:gd name="connsiteY22" fmla="*/ 30423 h 292310"/>
                    <a:gd name="connsiteX0" fmla="*/ 51257 w 417268"/>
                    <a:gd name="connsiteY0" fmla="*/ 30423 h 298726"/>
                    <a:gd name="connsiteX1" fmla="*/ 110789 w 417268"/>
                    <a:gd name="connsiteY1" fmla="*/ 6609 h 298726"/>
                    <a:gd name="connsiteX2" fmla="*/ 172701 w 417268"/>
                    <a:gd name="connsiteY2" fmla="*/ 1848 h 298726"/>
                    <a:gd name="connsiteX3" fmla="*/ 229852 w 417268"/>
                    <a:gd name="connsiteY3" fmla="*/ 4229 h 298726"/>
                    <a:gd name="connsiteX4" fmla="*/ 234614 w 417268"/>
                    <a:gd name="connsiteY4" fmla="*/ 47091 h 298726"/>
                    <a:gd name="connsiteX5" fmla="*/ 234614 w 417268"/>
                    <a:gd name="connsiteY5" fmla="*/ 128054 h 298726"/>
                    <a:gd name="connsiteX6" fmla="*/ 239376 w 417268"/>
                    <a:gd name="connsiteY6" fmla="*/ 23279 h 298726"/>
                    <a:gd name="connsiteX7" fmla="*/ 256045 w 417268"/>
                    <a:gd name="connsiteY7" fmla="*/ 4229 h 298726"/>
                    <a:gd name="connsiteX8" fmla="*/ 317957 w 417268"/>
                    <a:gd name="connsiteY8" fmla="*/ 6610 h 298726"/>
                    <a:gd name="connsiteX9" fmla="*/ 377489 w 417268"/>
                    <a:gd name="connsiteY9" fmla="*/ 49473 h 298726"/>
                    <a:gd name="connsiteX10" fmla="*/ 413207 w 417268"/>
                    <a:gd name="connsiteY10" fmla="*/ 125673 h 298726"/>
                    <a:gd name="connsiteX11" fmla="*/ 408445 w 417268"/>
                    <a:gd name="connsiteY11" fmla="*/ 185204 h 298726"/>
                    <a:gd name="connsiteX12" fmla="*/ 341770 w 417268"/>
                    <a:gd name="connsiteY12" fmla="*/ 242354 h 298726"/>
                    <a:gd name="connsiteX13" fmla="*/ 251282 w 417268"/>
                    <a:gd name="connsiteY13" fmla="*/ 270929 h 298726"/>
                    <a:gd name="connsiteX14" fmla="*/ 225089 w 417268"/>
                    <a:gd name="connsiteY14" fmla="*/ 259023 h 298726"/>
                    <a:gd name="connsiteX15" fmla="*/ 229851 w 417268"/>
                    <a:gd name="connsiteY15" fmla="*/ 225685 h 298726"/>
                    <a:gd name="connsiteX16" fmla="*/ 220326 w 417268"/>
                    <a:gd name="connsiteY16" fmla="*/ 273310 h 298726"/>
                    <a:gd name="connsiteX17" fmla="*/ 184607 w 417268"/>
                    <a:gd name="connsiteY17" fmla="*/ 285216 h 298726"/>
                    <a:gd name="connsiteX18" fmla="*/ 129839 w 417268"/>
                    <a:gd name="connsiteY18" fmla="*/ 297123 h 298726"/>
                    <a:gd name="connsiteX19" fmla="*/ 53638 w 417268"/>
                    <a:gd name="connsiteY19" fmla="*/ 247115 h 298726"/>
                    <a:gd name="connsiteX20" fmla="*/ 17919 w 417268"/>
                    <a:gd name="connsiteY20" fmla="*/ 168536 h 298726"/>
                    <a:gd name="connsiteX21" fmla="*/ 1251 w 417268"/>
                    <a:gd name="connsiteY21" fmla="*/ 99479 h 298726"/>
                    <a:gd name="connsiteX22" fmla="*/ 51257 w 417268"/>
                    <a:gd name="connsiteY22" fmla="*/ 30423 h 298726"/>
                    <a:gd name="connsiteX0" fmla="*/ 51257 w 417268"/>
                    <a:gd name="connsiteY0" fmla="*/ 30423 h 298726"/>
                    <a:gd name="connsiteX1" fmla="*/ 110789 w 417268"/>
                    <a:gd name="connsiteY1" fmla="*/ 6609 h 298726"/>
                    <a:gd name="connsiteX2" fmla="*/ 172701 w 417268"/>
                    <a:gd name="connsiteY2" fmla="*/ 1848 h 298726"/>
                    <a:gd name="connsiteX3" fmla="*/ 229852 w 417268"/>
                    <a:gd name="connsiteY3" fmla="*/ 4229 h 298726"/>
                    <a:gd name="connsiteX4" fmla="*/ 234614 w 417268"/>
                    <a:gd name="connsiteY4" fmla="*/ 47091 h 298726"/>
                    <a:gd name="connsiteX5" fmla="*/ 234614 w 417268"/>
                    <a:gd name="connsiteY5" fmla="*/ 128054 h 298726"/>
                    <a:gd name="connsiteX6" fmla="*/ 239376 w 417268"/>
                    <a:gd name="connsiteY6" fmla="*/ 23279 h 298726"/>
                    <a:gd name="connsiteX7" fmla="*/ 256045 w 417268"/>
                    <a:gd name="connsiteY7" fmla="*/ 4229 h 298726"/>
                    <a:gd name="connsiteX8" fmla="*/ 317957 w 417268"/>
                    <a:gd name="connsiteY8" fmla="*/ 6610 h 298726"/>
                    <a:gd name="connsiteX9" fmla="*/ 377489 w 417268"/>
                    <a:gd name="connsiteY9" fmla="*/ 49473 h 298726"/>
                    <a:gd name="connsiteX10" fmla="*/ 413207 w 417268"/>
                    <a:gd name="connsiteY10" fmla="*/ 125673 h 298726"/>
                    <a:gd name="connsiteX11" fmla="*/ 408445 w 417268"/>
                    <a:gd name="connsiteY11" fmla="*/ 185204 h 298726"/>
                    <a:gd name="connsiteX12" fmla="*/ 341770 w 417268"/>
                    <a:gd name="connsiteY12" fmla="*/ 242354 h 298726"/>
                    <a:gd name="connsiteX13" fmla="*/ 251282 w 417268"/>
                    <a:gd name="connsiteY13" fmla="*/ 270929 h 298726"/>
                    <a:gd name="connsiteX14" fmla="*/ 225089 w 417268"/>
                    <a:gd name="connsiteY14" fmla="*/ 259023 h 298726"/>
                    <a:gd name="connsiteX15" fmla="*/ 229851 w 417268"/>
                    <a:gd name="connsiteY15" fmla="*/ 225685 h 298726"/>
                    <a:gd name="connsiteX16" fmla="*/ 220326 w 417268"/>
                    <a:gd name="connsiteY16" fmla="*/ 273310 h 298726"/>
                    <a:gd name="connsiteX17" fmla="*/ 184607 w 417268"/>
                    <a:gd name="connsiteY17" fmla="*/ 285216 h 298726"/>
                    <a:gd name="connsiteX18" fmla="*/ 129839 w 417268"/>
                    <a:gd name="connsiteY18" fmla="*/ 297123 h 298726"/>
                    <a:gd name="connsiteX19" fmla="*/ 53638 w 417268"/>
                    <a:gd name="connsiteY19" fmla="*/ 247115 h 298726"/>
                    <a:gd name="connsiteX20" fmla="*/ 17919 w 417268"/>
                    <a:gd name="connsiteY20" fmla="*/ 168536 h 298726"/>
                    <a:gd name="connsiteX21" fmla="*/ 1251 w 417268"/>
                    <a:gd name="connsiteY21" fmla="*/ 63760 h 298726"/>
                    <a:gd name="connsiteX22" fmla="*/ 51257 w 417268"/>
                    <a:gd name="connsiteY22" fmla="*/ 30423 h 298726"/>
                    <a:gd name="connsiteX0" fmla="*/ 36871 w 402882"/>
                    <a:gd name="connsiteY0" fmla="*/ 30423 h 298726"/>
                    <a:gd name="connsiteX1" fmla="*/ 96403 w 402882"/>
                    <a:gd name="connsiteY1" fmla="*/ 6609 h 298726"/>
                    <a:gd name="connsiteX2" fmla="*/ 158315 w 402882"/>
                    <a:gd name="connsiteY2" fmla="*/ 1848 h 298726"/>
                    <a:gd name="connsiteX3" fmla="*/ 215466 w 402882"/>
                    <a:gd name="connsiteY3" fmla="*/ 4229 h 298726"/>
                    <a:gd name="connsiteX4" fmla="*/ 220228 w 402882"/>
                    <a:gd name="connsiteY4" fmla="*/ 47091 h 298726"/>
                    <a:gd name="connsiteX5" fmla="*/ 220228 w 402882"/>
                    <a:gd name="connsiteY5" fmla="*/ 128054 h 298726"/>
                    <a:gd name="connsiteX6" fmla="*/ 224990 w 402882"/>
                    <a:gd name="connsiteY6" fmla="*/ 23279 h 298726"/>
                    <a:gd name="connsiteX7" fmla="*/ 241659 w 402882"/>
                    <a:gd name="connsiteY7" fmla="*/ 4229 h 298726"/>
                    <a:gd name="connsiteX8" fmla="*/ 303571 w 402882"/>
                    <a:gd name="connsiteY8" fmla="*/ 6610 h 298726"/>
                    <a:gd name="connsiteX9" fmla="*/ 363103 w 402882"/>
                    <a:gd name="connsiteY9" fmla="*/ 49473 h 298726"/>
                    <a:gd name="connsiteX10" fmla="*/ 398821 w 402882"/>
                    <a:gd name="connsiteY10" fmla="*/ 125673 h 298726"/>
                    <a:gd name="connsiteX11" fmla="*/ 394059 w 402882"/>
                    <a:gd name="connsiteY11" fmla="*/ 185204 h 298726"/>
                    <a:gd name="connsiteX12" fmla="*/ 327384 w 402882"/>
                    <a:gd name="connsiteY12" fmla="*/ 242354 h 298726"/>
                    <a:gd name="connsiteX13" fmla="*/ 236896 w 402882"/>
                    <a:gd name="connsiteY13" fmla="*/ 270929 h 298726"/>
                    <a:gd name="connsiteX14" fmla="*/ 210703 w 402882"/>
                    <a:gd name="connsiteY14" fmla="*/ 259023 h 298726"/>
                    <a:gd name="connsiteX15" fmla="*/ 215465 w 402882"/>
                    <a:gd name="connsiteY15" fmla="*/ 225685 h 298726"/>
                    <a:gd name="connsiteX16" fmla="*/ 205940 w 402882"/>
                    <a:gd name="connsiteY16" fmla="*/ 273310 h 298726"/>
                    <a:gd name="connsiteX17" fmla="*/ 170221 w 402882"/>
                    <a:gd name="connsiteY17" fmla="*/ 285216 h 298726"/>
                    <a:gd name="connsiteX18" fmla="*/ 115453 w 402882"/>
                    <a:gd name="connsiteY18" fmla="*/ 297123 h 298726"/>
                    <a:gd name="connsiteX19" fmla="*/ 39252 w 402882"/>
                    <a:gd name="connsiteY19" fmla="*/ 247115 h 298726"/>
                    <a:gd name="connsiteX20" fmla="*/ 3533 w 402882"/>
                    <a:gd name="connsiteY20" fmla="*/ 168536 h 298726"/>
                    <a:gd name="connsiteX21" fmla="*/ 8297 w 402882"/>
                    <a:gd name="connsiteY21" fmla="*/ 66142 h 298726"/>
                    <a:gd name="connsiteX22" fmla="*/ 36871 w 402882"/>
                    <a:gd name="connsiteY22" fmla="*/ 30423 h 29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2882" h="298726">
                      <a:moveTo>
                        <a:pt x="36871" y="30423"/>
                      </a:moveTo>
                      <a:cubicBezTo>
                        <a:pt x="51555" y="20501"/>
                        <a:pt x="76162" y="11372"/>
                        <a:pt x="96403" y="6609"/>
                      </a:cubicBezTo>
                      <a:cubicBezTo>
                        <a:pt x="116644" y="1847"/>
                        <a:pt x="138471" y="2245"/>
                        <a:pt x="158315" y="1848"/>
                      </a:cubicBezTo>
                      <a:cubicBezTo>
                        <a:pt x="178159" y="1451"/>
                        <a:pt x="205147" y="-3311"/>
                        <a:pt x="215466" y="4229"/>
                      </a:cubicBezTo>
                      <a:cubicBezTo>
                        <a:pt x="225785" y="11769"/>
                        <a:pt x="219434" y="26454"/>
                        <a:pt x="220228" y="47091"/>
                      </a:cubicBezTo>
                      <a:cubicBezTo>
                        <a:pt x="221022" y="67728"/>
                        <a:pt x="219434" y="132023"/>
                        <a:pt x="220228" y="128054"/>
                      </a:cubicBezTo>
                      <a:cubicBezTo>
                        <a:pt x="221022" y="124085"/>
                        <a:pt x="221418" y="43916"/>
                        <a:pt x="224990" y="23279"/>
                      </a:cubicBezTo>
                      <a:cubicBezTo>
                        <a:pt x="228562" y="2642"/>
                        <a:pt x="228562" y="7007"/>
                        <a:pt x="241659" y="4229"/>
                      </a:cubicBezTo>
                      <a:cubicBezTo>
                        <a:pt x="254756" y="1451"/>
                        <a:pt x="283330" y="-931"/>
                        <a:pt x="303571" y="6610"/>
                      </a:cubicBezTo>
                      <a:cubicBezTo>
                        <a:pt x="323812" y="14151"/>
                        <a:pt x="347228" y="29629"/>
                        <a:pt x="363103" y="49473"/>
                      </a:cubicBezTo>
                      <a:cubicBezTo>
                        <a:pt x="378978" y="69317"/>
                        <a:pt x="393662" y="103051"/>
                        <a:pt x="398821" y="125673"/>
                      </a:cubicBezTo>
                      <a:cubicBezTo>
                        <a:pt x="403980" y="148295"/>
                        <a:pt x="405965" y="165757"/>
                        <a:pt x="394059" y="185204"/>
                      </a:cubicBezTo>
                      <a:cubicBezTo>
                        <a:pt x="382153" y="204651"/>
                        <a:pt x="353578" y="228067"/>
                        <a:pt x="327384" y="242354"/>
                      </a:cubicBezTo>
                      <a:cubicBezTo>
                        <a:pt x="301190" y="256641"/>
                        <a:pt x="256343" y="268151"/>
                        <a:pt x="236896" y="270929"/>
                      </a:cubicBezTo>
                      <a:cubicBezTo>
                        <a:pt x="217449" y="273707"/>
                        <a:pt x="214275" y="266564"/>
                        <a:pt x="210703" y="259023"/>
                      </a:cubicBezTo>
                      <a:cubicBezTo>
                        <a:pt x="207131" y="251482"/>
                        <a:pt x="216259" y="223304"/>
                        <a:pt x="215465" y="225685"/>
                      </a:cubicBezTo>
                      <a:cubicBezTo>
                        <a:pt x="214671" y="228066"/>
                        <a:pt x="213481" y="263388"/>
                        <a:pt x="205940" y="273310"/>
                      </a:cubicBezTo>
                      <a:cubicBezTo>
                        <a:pt x="198399" y="283232"/>
                        <a:pt x="185302" y="281247"/>
                        <a:pt x="170221" y="285216"/>
                      </a:cubicBezTo>
                      <a:cubicBezTo>
                        <a:pt x="155140" y="289185"/>
                        <a:pt x="137281" y="303473"/>
                        <a:pt x="115453" y="297123"/>
                      </a:cubicBezTo>
                      <a:cubicBezTo>
                        <a:pt x="93625" y="290773"/>
                        <a:pt x="57905" y="268546"/>
                        <a:pt x="39252" y="247115"/>
                      </a:cubicBezTo>
                      <a:cubicBezTo>
                        <a:pt x="20599" y="225684"/>
                        <a:pt x="11470" y="189570"/>
                        <a:pt x="3533" y="168536"/>
                      </a:cubicBezTo>
                      <a:cubicBezTo>
                        <a:pt x="-4404" y="147502"/>
                        <a:pt x="2741" y="89161"/>
                        <a:pt x="8297" y="66142"/>
                      </a:cubicBezTo>
                      <a:cubicBezTo>
                        <a:pt x="13853" y="43123"/>
                        <a:pt x="22187" y="40345"/>
                        <a:pt x="36871" y="30423"/>
                      </a:cubicBezTo>
                      <a:close/>
                    </a:path>
                  </a:pathLst>
                </a:custGeom>
                <a:solidFill>
                  <a:schemeClr val="bg2"/>
                </a:solidFill>
                <a:ln w="3175">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031FD7B4-198A-1A2D-715C-2CF4571795A4}"/>
                    </a:ext>
                  </a:extLst>
                </p:cNvPr>
                <p:cNvSpPr/>
                <p:nvPr/>
              </p:nvSpPr>
              <p:spPr>
                <a:xfrm>
                  <a:off x="2940286" y="3754488"/>
                  <a:ext cx="180100" cy="157046"/>
                </a:xfrm>
                <a:custGeom>
                  <a:avLst/>
                  <a:gdLst>
                    <a:gd name="connsiteX0" fmla="*/ 192 w 43567"/>
                    <a:gd name="connsiteY0" fmla="*/ 1511 h 143141"/>
                    <a:gd name="connsiteX1" fmla="*/ 43054 w 43567"/>
                    <a:gd name="connsiteY1" fmla="*/ 44374 h 143141"/>
                    <a:gd name="connsiteX2" fmla="*/ 24004 w 43567"/>
                    <a:gd name="connsiteY2" fmla="*/ 142005 h 143141"/>
                    <a:gd name="connsiteX3" fmla="*/ 26386 w 43567"/>
                    <a:gd name="connsiteY3" fmla="*/ 94380 h 143141"/>
                    <a:gd name="connsiteX4" fmla="*/ 192 w 43567"/>
                    <a:gd name="connsiteY4" fmla="*/ 1511 h 143141"/>
                    <a:gd name="connsiteX0" fmla="*/ 22 w 32543"/>
                    <a:gd name="connsiteY0" fmla="*/ 8382 h 150012"/>
                    <a:gd name="connsiteX1" fmla="*/ 31539 w 32543"/>
                    <a:gd name="connsiteY1" fmla="*/ 20289 h 150012"/>
                    <a:gd name="connsiteX2" fmla="*/ 23834 w 32543"/>
                    <a:gd name="connsiteY2" fmla="*/ 148876 h 150012"/>
                    <a:gd name="connsiteX3" fmla="*/ 26216 w 32543"/>
                    <a:gd name="connsiteY3" fmla="*/ 101251 h 150012"/>
                    <a:gd name="connsiteX4" fmla="*/ 22 w 32543"/>
                    <a:gd name="connsiteY4" fmla="*/ 8382 h 150012"/>
                    <a:gd name="connsiteX0" fmla="*/ 212 w 32732"/>
                    <a:gd name="connsiteY0" fmla="*/ 8383 h 150013"/>
                    <a:gd name="connsiteX1" fmla="*/ 31729 w 32732"/>
                    <a:gd name="connsiteY1" fmla="*/ 20290 h 150013"/>
                    <a:gd name="connsiteX2" fmla="*/ 24024 w 32732"/>
                    <a:gd name="connsiteY2" fmla="*/ 148877 h 150013"/>
                    <a:gd name="connsiteX3" fmla="*/ 17330 w 32732"/>
                    <a:gd name="connsiteY3" fmla="*/ 101252 h 150013"/>
                    <a:gd name="connsiteX4" fmla="*/ 212 w 32732"/>
                    <a:gd name="connsiteY4" fmla="*/ 8383 h 150013"/>
                    <a:gd name="connsiteX0" fmla="*/ 267 w 34476"/>
                    <a:gd name="connsiteY0" fmla="*/ 8268 h 147782"/>
                    <a:gd name="connsiteX1" fmla="*/ 31784 w 34476"/>
                    <a:gd name="connsiteY1" fmla="*/ 20175 h 147782"/>
                    <a:gd name="connsiteX2" fmla="*/ 30887 w 34476"/>
                    <a:gd name="connsiteY2" fmla="*/ 146380 h 147782"/>
                    <a:gd name="connsiteX3" fmla="*/ 17385 w 34476"/>
                    <a:gd name="connsiteY3" fmla="*/ 101137 h 147782"/>
                    <a:gd name="connsiteX4" fmla="*/ 267 w 34476"/>
                    <a:gd name="connsiteY4" fmla="*/ 8268 h 147782"/>
                    <a:gd name="connsiteX0" fmla="*/ 383 w 34592"/>
                    <a:gd name="connsiteY0" fmla="*/ 4796 h 144091"/>
                    <a:gd name="connsiteX1" fmla="*/ 31900 w 34592"/>
                    <a:gd name="connsiteY1" fmla="*/ 16703 h 144091"/>
                    <a:gd name="connsiteX2" fmla="*/ 31003 w 34592"/>
                    <a:gd name="connsiteY2" fmla="*/ 142908 h 144091"/>
                    <a:gd name="connsiteX3" fmla="*/ 17501 w 34592"/>
                    <a:gd name="connsiteY3" fmla="*/ 97665 h 144091"/>
                    <a:gd name="connsiteX4" fmla="*/ 14589 w 34592"/>
                    <a:gd name="connsiteY4" fmla="*/ 48526 h 144091"/>
                    <a:gd name="connsiteX5" fmla="*/ 383 w 34592"/>
                    <a:gd name="connsiteY5" fmla="*/ 4796 h 144091"/>
                    <a:gd name="connsiteX0" fmla="*/ 383 w 34592"/>
                    <a:gd name="connsiteY0" fmla="*/ 4796 h 144091"/>
                    <a:gd name="connsiteX1" fmla="*/ 31900 w 34592"/>
                    <a:gd name="connsiteY1" fmla="*/ 16703 h 144091"/>
                    <a:gd name="connsiteX2" fmla="*/ 31003 w 34592"/>
                    <a:gd name="connsiteY2" fmla="*/ 142908 h 144091"/>
                    <a:gd name="connsiteX3" fmla="*/ 24309 w 34592"/>
                    <a:gd name="connsiteY3" fmla="*/ 97665 h 144091"/>
                    <a:gd name="connsiteX4" fmla="*/ 14589 w 34592"/>
                    <a:gd name="connsiteY4" fmla="*/ 48526 h 144091"/>
                    <a:gd name="connsiteX5" fmla="*/ 383 w 34592"/>
                    <a:gd name="connsiteY5" fmla="*/ 4796 h 144091"/>
                    <a:gd name="connsiteX0" fmla="*/ 106 w 90102"/>
                    <a:gd name="connsiteY0" fmla="*/ 2459 h 150776"/>
                    <a:gd name="connsiteX1" fmla="*/ 83585 w 90102"/>
                    <a:gd name="connsiteY1" fmla="*/ 23388 h 150776"/>
                    <a:gd name="connsiteX2" fmla="*/ 82688 w 90102"/>
                    <a:gd name="connsiteY2" fmla="*/ 149593 h 150776"/>
                    <a:gd name="connsiteX3" fmla="*/ 75994 w 90102"/>
                    <a:gd name="connsiteY3" fmla="*/ 104350 h 150776"/>
                    <a:gd name="connsiteX4" fmla="*/ 66274 w 90102"/>
                    <a:gd name="connsiteY4" fmla="*/ 55211 h 150776"/>
                    <a:gd name="connsiteX5" fmla="*/ 106 w 90102"/>
                    <a:gd name="connsiteY5" fmla="*/ 2459 h 150776"/>
                    <a:gd name="connsiteX0" fmla="*/ 196 w 90192"/>
                    <a:gd name="connsiteY0" fmla="*/ 1025 h 149342"/>
                    <a:gd name="connsiteX1" fmla="*/ 83675 w 90192"/>
                    <a:gd name="connsiteY1" fmla="*/ 21954 h 149342"/>
                    <a:gd name="connsiteX2" fmla="*/ 82778 w 90192"/>
                    <a:gd name="connsiteY2" fmla="*/ 148159 h 149342"/>
                    <a:gd name="connsiteX3" fmla="*/ 76084 w 90192"/>
                    <a:gd name="connsiteY3" fmla="*/ 102916 h 149342"/>
                    <a:gd name="connsiteX4" fmla="*/ 60989 w 90192"/>
                    <a:gd name="connsiteY4" fmla="*/ 33928 h 149342"/>
                    <a:gd name="connsiteX5" fmla="*/ 196 w 90192"/>
                    <a:gd name="connsiteY5" fmla="*/ 1025 h 149342"/>
                    <a:gd name="connsiteX0" fmla="*/ 116 w 138219"/>
                    <a:gd name="connsiteY0" fmla="*/ 796 h 150917"/>
                    <a:gd name="connsiteX1" fmla="*/ 128390 w 138219"/>
                    <a:gd name="connsiteY1" fmla="*/ 23529 h 150917"/>
                    <a:gd name="connsiteX2" fmla="*/ 127493 w 138219"/>
                    <a:gd name="connsiteY2" fmla="*/ 149734 h 150917"/>
                    <a:gd name="connsiteX3" fmla="*/ 120799 w 138219"/>
                    <a:gd name="connsiteY3" fmla="*/ 104491 h 150917"/>
                    <a:gd name="connsiteX4" fmla="*/ 105704 w 138219"/>
                    <a:gd name="connsiteY4" fmla="*/ 35503 h 150917"/>
                    <a:gd name="connsiteX5" fmla="*/ 116 w 138219"/>
                    <a:gd name="connsiteY5" fmla="*/ 796 h 150917"/>
                    <a:gd name="connsiteX0" fmla="*/ 96 w 163216"/>
                    <a:gd name="connsiteY0" fmla="*/ 2205 h 145108"/>
                    <a:gd name="connsiteX1" fmla="*/ 151663 w 163216"/>
                    <a:gd name="connsiteY1" fmla="*/ 17720 h 145108"/>
                    <a:gd name="connsiteX2" fmla="*/ 150766 w 163216"/>
                    <a:gd name="connsiteY2" fmla="*/ 143925 h 145108"/>
                    <a:gd name="connsiteX3" fmla="*/ 144072 w 163216"/>
                    <a:gd name="connsiteY3" fmla="*/ 98682 h 145108"/>
                    <a:gd name="connsiteX4" fmla="*/ 128977 w 163216"/>
                    <a:gd name="connsiteY4" fmla="*/ 29694 h 145108"/>
                    <a:gd name="connsiteX5" fmla="*/ 96 w 163216"/>
                    <a:gd name="connsiteY5" fmla="*/ 2205 h 145108"/>
                    <a:gd name="connsiteX0" fmla="*/ 96 w 163216"/>
                    <a:gd name="connsiteY0" fmla="*/ 1296 h 144199"/>
                    <a:gd name="connsiteX1" fmla="*/ 151663 w 163216"/>
                    <a:gd name="connsiteY1" fmla="*/ 16811 h 144199"/>
                    <a:gd name="connsiteX2" fmla="*/ 150766 w 163216"/>
                    <a:gd name="connsiteY2" fmla="*/ 143016 h 144199"/>
                    <a:gd name="connsiteX3" fmla="*/ 144072 w 163216"/>
                    <a:gd name="connsiteY3" fmla="*/ 97773 h 144199"/>
                    <a:gd name="connsiteX4" fmla="*/ 128977 w 163216"/>
                    <a:gd name="connsiteY4" fmla="*/ 16154 h 144199"/>
                    <a:gd name="connsiteX5" fmla="*/ 96 w 163216"/>
                    <a:gd name="connsiteY5" fmla="*/ 1296 h 144199"/>
                    <a:gd name="connsiteX0" fmla="*/ 183 w 170226"/>
                    <a:gd name="connsiteY0" fmla="*/ 14440 h 159776"/>
                    <a:gd name="connsiteX1" fmla="*/ 160709 w 170226"/>
                    <a:gd name="connsiteY1" fmla="*/ 10106 h 159776"/>
                    <a:gd name="connsiteX2" fmla="*/ 150853 w 170226"/>
                    <a:gd name="connsiteY2" fmla="*/ 156160 h 159776"/>
                    <a:gd name="connsiteX3" fmla="*/ 144159 w 170226"/>
                    <a:gd name="connsiteY3" fmla="*/ 110917 h 159776"/>
                    <a:gd name="connsiteX4" fmla="*/ 129064 w 170226"/>
                    <a:gd name="connsiteY4" fmla="*/ 29298 h 159776"/>
                    <a:gd name="connsiteX5" fmla="*/ 183 w 170226"/>
                    <a:gd name="connsiteY5" fmla="*/ 14440 h 159776"/>
                    <a:gd name="connsiteX0" fmla="*/ 183 w 165616"/>
                    <a:gd name="connsiteY0" fmla="*/ 10444 h 155780"/>
                    <a:gd name="connsiteX1" fmla="*/ 160709 w 165616"/>
                    <a:gd name="connsiteY1" fmla="*/ 6110 h 155780"/>
                    <a:gd name="connsiteX2" fmla="*/ 150853 w 165616"/>
                    <a:gd name="connsiteY2" fmla="*/ 152164 h 155780"/>
                    <a:gd name="connsiteX3" fmla="*/ 144159 w 165616"/>
                    <a:gd name="connsiteY3" fmla="*/ 106921 h 155780"/>
                    <a:gd name="connsiteX4" fmla="*/ 129064 w 165616"/>
                    <a:gd name="connsiteY4" fmla="*/ 25302 h 155780"/>
                    <a:gd name="connsiteX5" fmla="*/ 183 w 165616"/>
                    <a:gd name="connsiteY5" fmla="*/ 10444 h 155780"/>
                    <a:gd name="connsiteX0" fmla="*/ 295 w 173747"/>
                    <a:gd name="connsiteY0" fmla="*/ 10444 h 155780"/>
                    <a:gd name="connsiteX1" fmla="*/ 169780 w 173747"/>
                    <a:gd name="connsiteY1" fmla="*/ 6110 h 155780"/>
                    <a:gd name="connsiteX2" fmla="*/ 150965 w 173747"/>
                    <a:gd name="connsiteY2" fmla="*/ 152164 h 155780"/>
                    <a:gd name="connsiteX3" fmla="*/ 144271 w 173747"/>
                    <a:gd name="connsiteY3" fmla="*/ 106921 h 155780"/>
                    <a:gd name="connsiteX4" fmla="*/ 129176 w 173747"/>
                    <a:gd name="connsiteY4" fmla="*/ 25302 h 155780"/>
                    <a:gd name="connsiteX5" fmla="*/ 295 w 173747"/>
                    <a:gd name="connsiteY5" fmla="*/ 10444 h 155780"/>
                    <a:gd name="connsiteX0" fmla="*/ 295 w 180186"/>
                    <a:gd name="connsiteY0" fmla="*/ 5471 h 149582"/>
                    <a:gd name="connsiteX1" fmla="*/ 169780 w 180186"/>
                    <a:gd name="connsiteY1" fmla="*/ 1137 h 149582"/>
                    <a:gd name="connsiteX2" fmla="*/ 160579 w 180186"/>
                    <a:gd name="connsiteY2" fmla="*/ 24872 h 149582"/>
                    <a:gd name="connsiteX3" fmla="*/ 150965 w 180186"/>
                    <a:gd name="connsiteY3" fmla="*/ 147191 h 149582"/>
                    <a:gd name="connsiteX4" fmla="*/ 144271 w 180186"/>
                    <a:gd name="connsiteY4" fmla="*/ 101948 h 149582"/>
                    <a:gd name="connsiteX5" fmla="*/ 129176 w 180186"/>
                    <a:gd name="connsiteY5" fmla="*/ 20329 h 149582"/>
                    <a:gd name="connsiteX6" fmla="*/ 295 w 180186"/>
                    <a:gd name="connsiteY6" fmla="*/ 5471 h 149582"/>
                    <a:gd name="connsiteX0" fmla="*/ 31 w 171615"/>
                    <a:gd name="connsiteY0" fmla="*/ 8123 h 152234"/>
                    <a:gd name="connsiteX1" fmla="*/ 117311 w 171615"/>
                    <a:gd name="connsiteY1" fmla="*/ 460 h 152234"/>
                    <a:gd name="connsiteX2" fmla="*/ 169516 w 171615"/>
                    <a:gd name="connsiteY2" fmla="*/ 3789 h 152234"/>
                    <a:gd name="connsiteX3" fmla="*/ 160315 w 171615"/>
                    <a:gd name="connsiteY3" fmla="*/ 27524 h 152234"/>
                    <a:gd name="connsiteX4" fmla="*/ 150701 w 171615"/>
                    <a:gd name="connsiteY4" fmla="*/ 149843 h 152234"/>
                    <a:gd name="connsiteX5" fmla="*/ 144007 w 171615"/>
                    <a:gd name="connsiteY5" fmla="*/ 104600 h 152234"/>
                    <a:gd name="connsiteX6" fmla="*/ 128912 w 171615"/>
                    <a:gd name="connsiteY6" fmla="*/ 22981 h 152234"/>
                    <a:gd name="connsiteX7" fmla="*/ 31 w 171615"/>
                    <a:gd name="connsiteY7" fmla="*/ 8123 h 152234"/>
                    <a:gd name="connsiteX0" fmla="*/ 29 w 173405"/>
                    <a:gd name="connsiteY0" fmla="*/ 1623 h 152952"/>
                    <a:gd name="connsiteX1" fmla="*/ 119101 w 173405"/>
                    <a:gd name="connsiteY1" fmla="*/ 1178 h 152952"/>
                    <a:gd name="connsiteX2" fmla="*/ 171306 w 173405"/>
                    <a:gd name="connsiteY2" fmla="*/ 4507 h 152952"/>
                    <a:gd name="connsiteX3" fmla="*/ 162105 w 173405"/>
                    <a:gd name="connsiteY3" fmla="*/ 28242 h 152952"/>
                    <a:gd name="connsiteX4" fmla="*/ 152491 w 173405"/>
                    <a:gd name="connsiteY4" fmla="*/ 150561 h 152952"/>
                    <a:gd name="connsiteX5" fmla="*/ 145797 w 173405"/>
                    <a:gd name="connsiteY5" fmla="*/ 105318 h 152952"/>
                    <a:gd name="connsiteX6" fmla="*/ 130702 w 173405"/>
                    <a:gd name="connsiteY6" fmla="*/ 23699 h 152952"/>
                    <a:gd name="connsiteX7" fmla="*/ 29 w 173405"/>
                    <a:gd name="connsiteY7" fmla="*/ 1623 h 152952"/>
                    <a:gd name="connsiteX0" fmla="*/ 9 w 173038"/>
                    <a:gd name="connsiteY0" fmla="*/ 585 h 151914"/>
                    <a:gd name="connsiteX1" fmla="*/ 124456 w 173038"/>
                    <a:gd name="connsiteY1" fmla="*/ 5553 h 151914"/>
                    <a:gd name="connsiteX2" fmla="*/ 171286 w 173038"/>
                    <a:gd name="connsiteY2" fmla="*/ 3469 h 151914"/>
                    <a:gd name="connsiteX3" fmla="*/ 162085 w 173038"/>
                    <a:gd name="connsiteY3" fmla="*/ 27204 h 151914"/>
                    <a:gd name="connsiteX4" fmla="*/ 152471 w 173038"/>
                    <a:gd name="connsiteY4" fmla="*/ 149523 h 151914"/>
                    <a:gd name="connsiteX5" fmla="*/ 145777 w 173038"/>
                    <a:gd name="connsiteY5" fmla="*/ 104280 h 151914"/>
                    <a:gd name="connsiteX6" fmla="*/ 130682 w 173038"/>
                    <a:gd name="connsiteY6" fmla="*/ 22661 h 151914"/>
                    <a:gd name="connsiteX7" fmla="*/ 9 w 173038"/>
                    <a:gd name="connsiteY7" fmla="*/ 585 h 151914"/>
                    <a:gd name="connsiteX0" fmla="*/ 21 w 173280"/>
                    <a:gd name="connsiteY0" fmla="*/ 1623 h 152952"/>
                    <a:gd name="connsiteX1" fmla="*/ 120885 w 173280"/>
                    <a:gd name="connsiteY1" fmla="*/ 1178 h 152952"/>
                    <a:gd name="connsiteX2" fmla="*/ 171298 w 173280"/>
                    <a:gd name="connsiteY2" fmla="*/ 4507 h 152952"/>
                    <a:gd name="connsiteX3" fmla="*/ 162097 w 173280"/>
                    <a:gd name="connsiteY3" fmla="*/ 28242 h 152952"/>
                    <a:gd name="connsiteX4" fmla="*/ 152483 w 173280"/>
                    <a:gd name="connsiteY4" fmla="*/ 150561 h 152952"/>
                    <a:gd name="connsiteX5" fmla="*/ 145789 w 173280"/>
                    <a:gd name="connsiteY5" fmla="*/ 105318 h 152952"/>
                    <a:gd name="connsiteX6" fmla="*/ 130694 w 173280"/>
                    <a:gd name="connsiteY6" fmla="*/ 23699 h 152952"/>
                    <a:gd name="connsiteX7" fmla="*/ 21 w 173280"/>
                    <a:gd name="connsiteY7" fmla="*/ 1623 h 152952"/>
                    <a:gd name="connsiteX0" fmla="*/ 21 w 173280"/>
                    <a:gd name="connsiteY0" fmla="*/ 5717 h 157046"/>
                    <a:gd name="connsiteX1" fmla="*/ 120885 w 173280"/>
                    <a:gd name="connsiteY1" fmla="*/ 5272 h 157046"/>
                    <a:gd name="connsiteX2" fmla="*/ 171298 w 173280"/>
                    <a:gd name="connsiteY2" fmla="*/ 8601 h 157046"/>
                    <a:gd name="connsiteX3" fmla="*/ 162097 w 173280"/>
                    <a:gd name="connsiteY3" fmla="*/ 32336 h 157046"/>
                    <a:gd name="connsiteX4" fmla="*/ 152483 w 173280"/>
                    <a:gd name="connsiteY4" fmla="*/ 154655 h 157046"/>
                    <a:gd name="connsiteX5" fmla="*/ 145789 w 173280"/>
                    <a:gd name="connsiteY5" fmla="*/ 109412 h 157046"/>
                    <a:gd name="connsiteX6" fmla="*/ 130694 w 173280"/>
                    <a:gd name="connsiteY6" fmla="*/ 27793 h 157046"/>
                    <a:gd name="connsiteX7" fmla="*/ 21 w 173280"/>
                    <a:gd name="connsiteY7" fmla="*/ 5717 h 157046"/>
                    <a:gd name="connsiteX0" fmla="*/ 21 w 173280"/>
                    <a:gd name="connsiteY0" fmla="*/ 5717 h 157046"/>
                    <a:gd name="connsiteX1" fmla="*/ 120885 w 173280"/>
                    <a:gd name="connsiteY1" fmla="*/ 5272 h 157046"/>
                    <a:gd name="connsiteX2" fmla="*/ 171298 w 173280"/>
                    <a:gd name="connsiteY2" fmla="*/ 8601 h 157046"/>
                    <a:gd name="connsiteX3" fmla="*/ 162097 w 173280"/>
                    <a:gd name="connsiteY3" fmla="*/ 32336 h 157046"/>
                    <a:gd name="connsiteX4" fmla="*/ 152483 w 173280"/>
                    <a:gd name="connsiteY4" fmla="*/ 154655 h 157046"/>
                    <a:gd name="connsiteX5" fmla="*/ 145789 w 173280"/>
                    <a:gd name="connsiteY5" fmla="*/ 109412 h 157046"/>
                    <a:gd name="connsiteX6" fmla="*/ 130694 w 173280"/>
                    <a:gd name="connsiteY6" fmla="*/ 27793 h 157046"/>
                    <a:gd name="connsiteX7" fmla="*/ 21 w 173280"/>
                    <a:gd name="connsiteY7" fmla="*/ 5717 h 157046"/>
                    <a:gd name="connsiteX0" fmla="*/ 3900 w 177159"/>
                    <a:gd name="connsiteY0" fmla="*/ 5717 h 157046"/>
                    <a:gd name="connsiteX1" fmla="*/ 42341 w 177159"/>
                    <a:gd name="connsiteY1" fmla="*/ 1660 h 157046"/>
                    <a:gd name="connsiteX2" fmla="*/ 124764 w 177159"/>
                    <a:gd name="connsiteY2" fmla="*/ 5272 h 157046"/>
                    <a:gd name="connsiteX3" fmla="*/ 175177 w 177159"/>
                    <a:gd name="connsiteY3" fmla="*/ 8601 h 157046"/>
                    <a:gd name="connsiteX4" fmla="*/ 165976 w 177159"/>
                    <a:gd name="connsiteY4" fmla="*/ 32336 h 157046"/>
                    <a:gd name="connsiteX5" fmla="*/ 156362 w 177159"/>
                    <a:gd name="connsiteY5" fmla="*/ 154655 h 157046"/>
                    <a:gd name="connsiteX6" fmla="*/ 149668 w 177159"/>
                    <a:gd name="connsiteY6" fmla="*/ 109412 h 157046"/>
                    <a:gd name="connsiteX7" fmla="*/ 134573 w 177159"/>
                    <a:gd name="connsiteY7" fmla="*/ 27793 h 157046"/>
                    <a:gd name="connsiteX8" fmla="*/ 3900 w 177159"/>
                    <a:gd name="connsiteY8" fmla="*/ 5717 h 157046"/>
                    <a:gd name="connsiteX0" fmla="*/ 4054 w 175521"/>
                    <a:gd name="connsiteY0" fmla="*/ 16544 h 157046"/>
                    <a:gd name="connsiteX1" fmla="*/ 40703 w 175521"/>
                    <a:gd name="connsiteY1" fmla="*/ 1660 h 157046"/>
                    <a:gd name="connsiteX2" fmla="*/ 123126 w 175521"/>
                    <a:gd name="connsiteY2" fmla="*/ 5272 h 157046"/>
                    <a:gd name="connsiteX3" fmla="*/ 173539 w 175521"/>
                    <a:gd name="connsiteY3" fmla="*/ 8601 h 157046"/>
                    <a:gd name="connsiteX4" fmla="*/ 164338 w 175521"/>
                    <a:gd name="connsiteY4" fmla="*/ 32336 h 157046"/>
                    <a:gd name="connsiteX5" fmla="*/ 154724 w 175521"/>
                    <a:gd name="connsiteY5" fmla="*/ 154655 h 157046"/>
                    <a:gd name="connsiteX6" fmla="*/ 148030 w 175521"/>
                    <a:gd name="connsiteY6" fmla="*/ 109412 h 157046"/>
                    <a:gd name="connsiteX7" fmla="*/ 132935 w 175521"/>
                    <a:gd name="connsiteY7" fmla="*/ 27793 h 157046"/>
                    <a:gd name="connsiteX8" fmla="*/ 4054 w 175521"/>
                    <a:gd name="connsiteY8" fmla="*/ 16544 h 157046"/>
                    <a:gd name="connsiteX0" fmla="*/ 161 w 171628"/>
                    <a:gd name="connsiteY0" fmla="*/ 16544 h 157046"/>
                    <a:gd name="connsiteX1" fmla="*/ 36810 w 171628"/>
                    <a:gd name="connsiteY1" fmla="*/ 1660 h 157046"/>
                    <a:gd name="connsiteX2" fmla="*/ 119233 w 171628"/>
                    <a:gd name="connsiteY2" fmla="*/ 5272 h 157046"/>
                    <a:gd name="connsiteX3" fmla="*/ 169646 w 171628"/>
                    <a:gd name="connsiteY3" fmla="*/ 8601 h 157046"/>
                    <a:gd name="connsiteX4" fmla="*/ 160445 w 171628"/>
                    <a:gd name="connsiteY4" fmla="*/ 32336 h 157046"/>
                    <a:gd name="connsiteX5" fmla="*/ 150831 w 171628"/>
                    <a:gd name="connsiteY5" fmla="*/ 154655 h 157046"/>
                    <a:gd name="connsiteX6" fmla="*/ 144137 w 171628"/>
                    <a:gd name="connsiteY6" fmla="*/ 109412 h 157046"/>
                    <a:gd name="connsiteX7" fmla="*/ 129042 w 171628"/>
                    <a:gd name="connsiteY7" fmla="*/ 27793 h 157046"/>
                    <a:gd name="connsiteX8" fmla="*/ 49353 w 171628"/>
                    <a:gd name="connsiteY8" fmla="*/ 10682 h 157046"/>
                    <a:gd name="connsiteX9" fmla="*/ 161 w 171628"/>
                    <a:gd name="connsiteY9" fmla="*/ 16544 h 157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628" h="157046">
                      <a:moveTo>
                        <a:pt x="161" y="16544"/>
                      </a:moveTo>
                      <a:cubicBezTo>
                        <a:pt x="-1929" y="15040"/>
                        <a:pt x="16666" y="1734"/>
                        <a:pt x="36810" y="1660"/>
                      </a:cubicBezTo>
                      <a:cubicBezTo>
                        <a:pt x="56954" y="1586"/>
                        <a:pt x="97094" y="4115"/>
                        <a:pt x="119233" y="5272"/>
                      </a:cubicBezTo>
                      <a:cubicBezTo>
                        <a:pt x="142105" y="-6277"/>
                        <a:pt x="162777" y="4090"/>
                        <a:pt x="169646" y="8601"/>
                      </a:cubicBezTo>
                      <a:cubicBezTo>
                        <a:pt x="176515" y="13112"/>
                        <a:pt x="163581" y="7994"/>
                        <a:pt x="160445" y="32336"/>
                      </a:cubicBezTo>
                      <a:cubicBezTo>
                        <a:pt x="157309" y="56678"/>
                        <a:pt x="153549" y="141809"/>
                        <a:pt x="150831" y="154655"/>
                      </a:cubicBezTo>
                      <a:cubicBezTo>
                        <a:pt x="148113" y="167501"/>
                        <a:pt x="146873" y="125142"/>
                        <a:pt x="144137" y="109412"/>
                      </a:cubicBezTo>
                      <a:cubicBezTo>
                        <a:pt x="141401" y="93682"/>
                        <a:pt x="144839" y="44248"/>
                        <a:pt x="129042" y="27793"/>
                      </a:cubicBezTo>
                      <a:cubicBezTo>
                        <a:pt x="113245" y="11338"/>
                        <a:pt x="70833" y="12557"/>
                        <a:pt x="49353" y="10682"/>
                      </a:cubicBezTo>
                      <a:cubicBezTo>
                        <a:pt x="27873" y="8807"/>
                        <a:pt x="2252" y="18048"/>
                        <a:pt x="161" y="1654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418" name="Freeform: Shape 1417">
              <a:extLst>
                <a:ext uri="{FF2B5EF4-FFF2-40B4-BE49-F238E27FC236}">
                  <a16:creationId xmlns:a16="http://schemas.microsoft.com/office/drawing/2014/main" id="{7FAA6A71-65F4-F4E2-F762-55F6A23369FC}"/>
                </a:ext>
              </a:extLst>
            </p:cNvPr>
            <p:cNvSpPr/>
            <p:nvPr/>
          </p:nvSpPr>
          <p:spPr>
            <a:xfrm>
              <a:off x="5300670" y="1228120"/>
              <a:ext cx="242512" cy="589746"/>
            </a:xfrm>
            <a:custGeom>
              <a:avLst/>
              <a:gdLst>
                <a:gd name="connsiteX0" fmla="*/ 422 w 319363"/>
                <a:gd name="connsiteY0" fmla="*/ 260015 h 745796"/>
                <a:gd name="connsiteX1" fmla="*/ 26616 w 319363"/>
                <a:gd name="connsiteY1" fmla="*/ 452896 h 745796"/>
                <a:gd name="connsiteX2" fmla="*/ 126629 w 319363"/>
                <a:gd name="connsiteY2" fmla="*/ 631490 h 745796"/>
                <a:gd name="connsiteX3" fmla="*/ 198066 w 319363"/>
                <a:gd name="connsiteY3" fmla="*/ 745790 h 745796"/>
                <a:gd name="connsiteX4" fmla="*/ 267122 w 319363"/>
                <a:gd name="connsiteY4" fmla="*/ 636252 h 745796"/>
                <a:gd name="connsiteX5" fmla="*/ 309985 w 319363"/>
                <a:gd name="connsiteY5" fmla="*/ 533858 h 745796"/>
                <a:gd name="connsiteX6" fmla="*/ 312366 w 319363"/>
                <a:gd name="connsiteY6" fmla="*/ 438608 h 745796"/>
                <a:gd name="connsiteX7" fmla="*/ 231404 w 319363"/>
                <a:gd name="connsiteY7" fmla="*/ 281446 h 745796"/>
                <a:gd name="connsiteX8" fmla="*/ 193304 w 319363"/>
                <a:gd name="connsiteY8" fmla="*/ 100471 h 745796"/>
                <a:gd name="connsiteX9" fmla="*/ 155204 w 319363"/>
                <a:gd name="connsiteY9" fmla="*/ 458 h 745796"/>
                <a:gd name="connsiteX10" fmla="*/ 121866 w 319363"/>
                <a:gd name="connsiteY10" fmla="*/ 74277 h 745796"/>
                <a:gd name="connsiteX11" fmla="*/ 136154 w 319363"/>
                <a:gd name="connsiteY11" fmla="*/ 307640 h 745796"/>
                <a:gd name="connsiteX12" fmla="*/ 133772 w 319363"/>
                <a:gd name="connsiteY12" fmla="*/ 343358 h 745796"/>
                <a:gd name="connsiteX13" fmla="*/ 98054 w 319363"/>
                <a:gd name="connsiteY13" fmla="*/ 267158 h 745796"/>
                <a:gd name="connsiteX14" fmla="*/ 67097 w 319363"/>
                <a:gd name="connsiteY14" fmla="*/ 305258 h 745796"/>
                <a:gd name="connsiteX15" fmla="*/ 40904 w 319363"/>
                <a:gd name="connsiteY15" fmla="*/ 314783 h 745796"/>
                <a:gd name="connsiteX16" fmla="*/ 422 w 319363"/>
                <a:gd name="connsiteY16" fmla="*/ 260015 h 745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9363" h="745796">
                  <a:moveTo>
                    <a:pt x="422" y="260015"/>
                  </a:moveTo>
                  <a:cubicBezTo>
                    <a:pt x="-1959" y="283034"/>
                    <a:pt x="5582" y="390984"/>
                    <a:pt x="26616" y="452896"/>
                  </a:cubicBezTo>
                  <a:cubicBezTo>
                    <a:pt x="47650" y="514808"/>
                    <a:pt x="98054" y="582674"/>
                    <a:pt x="126629" y="631490"/>
                  </a:cubicBezTo>
                  <a:cubicBezTo>
                    <a:pt x="155204" y="680306"/>
                    <a:pt x="174651" y="744996"/>
                    <a:pt x="198066" y="745790"/>
                  </a:cubicBezTo>
                  <a:cubicBezTo>
                    <a:pt x="221481" y="746584"/>
                    <a:pt x="248469" y="671574"/>
                    <a:pt x="267122" y="636252"/>
                  </a:cubicBezTo>
                  <a:cubicBezTo>
                    <a:pt x="285775" y="600930"/>
                    <a:pt x="302444" y="566799"/>
                    <a:pt x="309985" y="533858"/>
                  </a:cubicBezTo>
                  <a:cubicBezTo>
                    <a:pt x="317526" y="500917"/>
                    <a:pt x="325463" y="480677"/>
                    <a:pt x="312366" y="438608"/>
                  </a:cubicBezTo>
                  <a:cubicBezTo>
                    <a:pt x="299269" y="396539"/>
                    <a:pt x="251248" y="337802"/>
                    <a:pt x="231404" y="281446"/>
                  </a:cubicBezTo>
                  <a:cubicBezTo>
                    <a:pt x="211560" y="225090"/>
                    <a:pt x="206004" y="147302"/>
                    <a:pt x="193304" y="100471"/>
                  </a:cubicBezTo>
                  <a:cubicBezTo>
                    <a:pt x="180604" y="53640"/>
                    <a:pt x="167110" y="4824"/>
                    <a:pt x="155204" y="458"/>
                  </a:cubicBezTo>
                  <a:cubicBezTo>
                    <a:pt x="143298" y="-3908"/>
                    <a:pt x="125041" y="23080"/>
                    <a:pt x="121866" y="74277"/>
                  </a:cubicBezTo>
                  <a:cubicBezTo>
                    <a:pt x="118691" y="125474"/>
                    <a:pt x="134170" y="262793"/>
                    <a:pt x="136154" y="307640"/>
                  </a:cubicBezTo>
                  <a:cubicBezTo>
                    <a:pt x="138138" y="352487"/>
                    <a:pt x="140122" y="350105"/>
                    <a:pt x="133772" y="343358"/>
                  </a:cubicBezTo>
                  <a:cubicBezTo>
                    <a:pt x="127422" y="336611"/>
                    <a:pt x="109166" y="273508"/>
                    <a:pt x="98054" y="267158"/>
                  </a:cubicBezTo>
                  <a:cubicBezTo>
                    <a:pt x="86942" y="260808"/>
                    <a:pt x="76622" y="297321"/>
                    <a:pt x="67097" y="305258"/>
                  </a:cubicBezTo>
                  <a:cubicBezTo>
                    <a:pt x="57572" y="313195"/>
                    <a:pt x="45666" y="320339"/>
                    <a:pt x="40904" y="314783"/>
                  </a:cubicBezTo>
                  <a:cubicBezTo>
                    <a:pt x="36142" y="309227"/>
                    <a:pt x="2803" y="236996"/>
                    <a:pt x="422" y="260015"/>
                  </a:cubicBezTo>
                  <a:close/>
                </a:path>
              </a:pathLst>
            </a:custGeom>
            <a:solidFill>
              <a:srgbClr val="CCCAC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Freeform: Shape 1419">
              <a:extLst>
                <a:ext uri="{FF2B5EF4-FFF2-40B4-BE49-F238E27FC236}">
                  <a16:creationId xmlns:a16="http://schemas.microsoft.com/office/drawing/2014/main" id="{FFEC037E-5D4C-B946-68FB-5D6CAA70FF0F}"/>
                </a:ext>
              </a:extLst>
            </p:cNvPr>
            <p:cNvSpPr/>
            <p:nvPr/>
          </p:nvSpPr>
          <p:spPr>
            <a:xfrm>
              <a:off x="5501699" y="1117317"/>
              <a:ext cx="146999" cy="427598"/>
            </a:xfrm>
            <a:custGeom>
              <a:avLst/>
              <a:gdLst>
                <a:gd name="connsiteX0" fmla="*/ 54775 w 193582"/>
                <a:gd name="connsiteY0" fmla="*/ 428713 h 540743"/>
                <a:gd name="connsiteX1" fmla="*/ 9531 w 193582"/>
                <a:gd name="connsiteY1" fmla="*/ 288219 h 540743"/>
                <a:gd name="connsiteX2" fmla="*/ 2387 w 193582"/>
                <a:gd name="connsiteY2" fmla="*/ 166775 h 540743"/>
                <a:gd name="connsiteX3" fmla="*/ 40487 w 193582"/>
                <a:gd name="connsiteY3" fmla="*/ 112006 h 540743"/>
                <a:gd name="connsiteX4" fmla="*/ 100019 w 193582"/>
                <a:gd name="connsiteY4" fmla="*/ 45331 h 540743"/>
                <a:gd name="connsiteX5" fmla="*/ 135737 w 193582"/>
                <a:gd name="connsiteY5" fmla="*/ 14375 h 540743"/>
                <a:gd name="connsiteX6" fmla="*/ 183362 w 193582"/>
                <a:gd name="connsiteY6" fmla="*/ 9613 h 540743"/>
                <a:gd name="connsiteX7" fmla="*/ 192887 w 193582"/>
                <a:gd name="connsiteY7" fmla="*/ 142963 h 540743"/>
                <a:gd name="connsiteX8" fmla="*/ 171456 w 193582"/>
                <a:gd name="connsiteY8" fmla="*/ 219163 h 540743"/>
                <a:gd name="connsiteX9" fmla="*/ 119069 w 193582"/>
                <a:gd name="connsiteY9" fmla="*/ 238213 h 540743"/>
                <a:gd name="connsiteX10" fmla="*/ 100019 w 193582"/>
                <a:gd name="connsiteY10" fmla="*/ 183444 h 540743"/>
                <a:gd name="connsiteX11" fmla="*/ 92875 w 193582"/>
                <a:gd name="connsiteY11" fmla="*/ 228688 h 540743"/>
                <a:gd name="connsiteX12" fmla="*/ 123831 w 193582"/>
                <a:gd name="connsiteY12" fmla="*/ 345369 h 540743"/>
                <a:gd name="connsiteX13" fmla="*/ 97637 w 193582"/>
                <a:gd name="connsiteY13" fmla="*/ 483481 h 540743"/>
                <a:gd name="connsiteX14" fmla="*/ 95256 w 193582"/>
                <a:gd name="connsiteY14" fmla="*/ 540631 h 540743"/>
                <a:gd name="connsiteX15" fmla="*/ 50012 w 193582"/>
                <a:gd name="connsiteY15" fmla="*/ 495388 h 540743"/>
                <a:gd name="connsiteX16" fmla="*/ 54775 w 193582"/>
                <a:gd name="connsiteY16" fmla="*/ 428713 h 54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3582" h="540743">
                  <a:moveTo>
                    <a:pt x="54775" y="428713"/>
                  </a:moveTo>
                  <a:cubicBezTo>
                    <a:pt x="48028" y="394185"/>
                    <a:pt x="18262" y="331875"/>
                    <a:pt x="9531" y="288219"/>
                  </a:cubicBezTo>
                  <a:cubicBezTo>
                    <a:pt x="800" y="244563"/>
                    <a:pt x="-2772" y="196144"/>
                    <a:pt x="2387" y="166775"/>
                  </a:cubicBezTo>
                  <a:cubicBezTo>
                    <a:pt x="7546" y="137406"/>
                    <a:pt x="24215" y="132247"/>
                    <a:pt x="40487" y="112006"/>
                  </a:cubicBezTo>
                  <a:cubicBezTo>
                    <a:pt x="56759" y="91765"/>
                    <a:pt x="84144" y="61603"/>
                    <a:pt x="100019" y="45331"/>
                  </a:cubicBezTo>
                  <a:cubicBezTo>
                    <a:pt x="115894" y="29059"/>
                    <a:pt x="121846" y="20328"/>
                    <a:pt x="135737" y="14375"/>
                  </a:cubicBezTo>
                  <a:cubicBezTo>
                    <a:pt x="149628" y="8422"/>
                    <a:pt x="173837" y="-11818"/>
                    <a:pt x="183362" y="9613"/>
                  </a:cubicBezTo>
                  <a:cubicBezTo>
                    <a:pt x="192887" y="31044"/>
                    <a:pt x="194871" y="108038"/>
                    <a:pt x="192887" y="142963"/>
                  </a:cubicBezTo>
                  <a:cubicBezTo>
                    <a:pt x="190903" y="177888"/>
                    <a:pt x="183759" y="203288"/>
                    <a:pt x="171456" y="219163"/>
                  </a:cubicBezTo>
                  <a:cubicBezTo>
                    <a:pt x="159153" y="235038"/>
                    <a:pt x="130975" y="244166"/>
                    <a:pt x="119069" y="238213"/>
                  </a:cubicBezTo>
                  <a:cubicBezTo>
                    <a:pt x="107163" y="232260"/>
                    <a:pt x="104385" y="185031"/>
                    <a:pt x="100019" y="183444"/>
                  </a:cubicBezTo>
                  <a:cubicBezTo>
                    <a:pt x="95653" y="181857"/>
                    <a:pt x="88906" y="201700"/>
                    <a:pt x="92875" y="228688"/>
                  </a:cubicBezTo>
                  <a:cubicBezTo>
                    <a:pt x="96844" y="255675"/>
                    <a:pt x="123037" y="302904"/>
                    <a:pt x="123831" y="345369"/>
                  </a:cubicBezTo>
                  <a:cubicBezTo>
                    <a:pt x="124625" y="387834"/>
                    <a:pt x="102399" y="450937"/>
                    <a:pt x="97637" y="483481"/>
                  </a:cubicBezTo>
                  <a:cubicBezTo>
                    <a:pt x="92875" y="516025"/>
                    <a:pt x="103194" y="538647"/>
                    <a:pt x="95256" y="540631"/>
                  </a:cubicBezTo>
                  <a:cubicBezTo>
                    <a:pt x="87319" y="542616"/>
                    <a:pt x="58743" y="518010"/>
                    <a:pt x="50012" y="495388"/>
                  </a:cubicBezTo>
                  <a:cubicBezTo>
                    <a:pt x="41281" y="472766"/>
                    <a:pt x="61522" y="463241"/>
                    <a:pt x="54775" y="428713"/>
                  </a:cubicBezTo>
                  <a:close/>
                </a:path>
              </a:pathLst>
            </a:custGeom>
            <a:solidFill>
              <a:srgbClr val="CC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06" name="upper teeth">
              <a:extLst>
                <a:ext uri="{FF2B5EF4-FFF2-40B4-BE49-F238E27FC236}">
                  <a16:creationId xmlns:a16="http://schemas.microsoft.com/office/drawing/2014/main" id="{42C60200-D913-5346-6E04-E2D9272DF91E}"/>
                </a:ext>
              </a:extLst>
            </p:cNvPr>
            <p:cNvGrpSpPr/>
            <p:nvPr/>
          </p:nvGrpSpPr>
          <p:grpSpPr>
            <a:xfrm>
              <a:off x="5320074" y="1003767"/>
              <a:ext cx="662767" cy="193268"/>
              <a:chOff x="2619445" y="3665741"/>
              <a:chExt cx="392494" cy="109840"/>
            </a:xfrm>
          </p:grpSpPr>
          <p:sp>
            <p:nvSpPr>
              <p:cNvPr id="23" name="Freeform: Shape 22">
                <a:extLst>
                  <a:ext uri="{FF2B5EF4-FFF2-40B4-BE49-F238E27FC236}">
                    <a16:creationId xmlns:a16="http://schemas.microsoft.com/office/drawing/2014/main" id="{7A88D80D-C395-464C-5765-D98AF7B329C3}"/>
                  </a:ext>
                </a:extLst>
              </p:cNvPr>
              <p:cNvSpPr/>
              <p:nvPr/>
            </p:nvSpPr>
            <p:spPr>
              <a:xfrm>
                <a:off x="2619445" y="3665741"/>
                <a:ext cx="392494" cy="109840"/>
              </a:xfrm>
              <a:custGeom>
                <a:avLst/>
                <a:gdLst>
                  <a:gd name="connsiteX0" fmla="*/ 146 w 404212"/>
                  <a:gd name="connsiteY0" fmla="*/ 79701 h 118729"/>
                  <a:gd name="connsiteX1" fmla="*/ 41421 w 404212"/>
                  <a:gd name="connsiteY1" fmla="*/ 32076 h 118729"/>
                  <a:gd name="connsiteX2" fmla="*/ 133496 w 404212"/>
                  <a:gd name="connsiteY2" fmla="*/ 6676 h 118729"/>
                  <a:gd name="connsiteX3" fmla="*/ 171596 w 404212"/>
                  <a:gd name="connsiteY3" fmla="*/ 13026 h 118729"/>
                  <a:gd name="connsiteX4" fmla="*/ 190646 w 404212"/>
                  <a:gd name="connsiteY4" fmla="*/ 326 h 118729"/>
                  <a:gd name="connsiteX5" fmla="*/ 289071 w 404212"/>
                  <a:gd name="connsiteY5" fmla="*/ 28901 h 118729"/>
                  <a:gd name="connsiteX6" fmla="*/ 397021 w 404212"/>
                  <a:gd name="connsiteY6" fmla="*/ 67001 h 118729"/>
                  <a:gd name="connsiteX7" fmla="*/ 387496 w 404212"/>
                  <a:gd name="connsiteY7" fmla="*/ 86051 h 118729"/>
                  <a:gd name="connsiteX8" fmla="*/ 333521 w 404212"/>
                  <a:gd name="connsiteY8" fmla="*/ 95576 h 118729"/>
                  <a:gd name="connsiteX9" fmla="*/ 298596 w 404212"/>
                  <a:gd name="connsiteY9" fmla="*/ 92401 h 118729"/>
                  <a:gd name="connsiteX10" fmla="*/ 289071 w 404212"/>
                  <a:gd name="connsiteY10" fmla="*/ 54301 h 118729"/>
                  <a:gd name="connsiteX11" fmla="*/ 285896 w 404212"/>
                  <a:gd name="connsiteY11" fmla="*/ 89226 h 118729"/>
                  <a:gd name="connsiteX12" fmla="*/ 244621 w 404212"/>
                  <a:gd name="connsiteY12" fmla="*/ 117801 h 118729"/>
                  <a:gd name="connsiteX13" fmla="*/ 155721 w 404212"/>
                  <a:gd name="connsiteY13" fmla="*/ 105101 h 118729"/>
                  <a:gd name="connsiteX14" fmla="*/ 155721 w 404212"/>
                  <a:gd name="connsiteY14" fmla="*/ 41601 h 118729"/>
                  <a:gd name="connsiteX15" fmla="*/ 158896 w 404212"/>
                  <a:gd name="connsiteY15" fmla="*/ 89226 h 118729"/>
                  <a:gd name="connsiteX16" fmla="*/ 123971 w 404212"/>
                  <a:gd name="connsiteY16" fmla="*/ 108276 h 118729"/>
                  <a:gd name="connsiteX17" fmla="*/ 60471 w 404212"/>
                  <a:gd name="connsiteY17" fmla="*/ 105101 h 118729"/>
                  <a:gd name="connsiteX18" fmla="*/ 57296 w 404212"/>
                  <a:gd name="connsiteY18" fmla="*/ 63826 h 118729"/>
                  <a:gd name="connsiteX19" fmla="*/ 57296 w 404212"/>
                  <a:gd name="connsiteY19" fmla="*/ 63826 h 118729"/>
                  <a:gd name="connsiteX20" fmla="*/ 54121 w 404212"/>
                  <a:gd name="connsiteY20" fmla="*/ 92401 h 118729"/>
                  <a:gd name="connsiteX21" fmla="*/ 146 w 404212"/>
                  <a:gd name="connsiteY21" fmla="*/ 79701 h 118729"/>
                  <a:gd name="connsiteX0" fmla="*/ 130 w 404196"/>
                  <a:gd name="connsiteY0" fmla="*/ 79717 h 118745"/>
                  <a:gd name="connsiteX1" fmla="*/ 41405 w 404196"/>
                  <a:gd name="connsiteY1" fmla="*/ 32092 h 118745"/>
                  <a:gd name="connsiteX2" fmla="*/ 114430 w 404196"/>
                  <a:gd name="connsiteY2" fmla="*/ 11454 h 118745"/>
                  <a:gd name="connsiteX3" fmla="*/ 171580 w 404196"/>
                  <a:gd name="connsiteY3" fmla="*/ 13042 h 118745"/>
                  <a:gd name="connsiteX4" fmla="*/ 190630 w 404196"/>
                  <a:gd name="connsiteY4" fmla="*/ 342 h 118745"/>
                  <a:gd name="connsiteX5" fmla="*/ 289055 w 404196"/>
                  <a:gd name="connsiteY5" fmla="*/ 28917 h 118745"/>
                  <a:gd name="connsiteX6" fmla="*/ 397005 w 404196"/>
                  <a:gd name="connsiteY6" fmla="*/ 67017 h 118745"/>
                  <a:gd name="connsiteX7" fmla="*/ 387480 w 404196"/>
                  <a:gd name="connsiteY7" fmla="*/ 86067 h 118745"/>
                  <a:gd name="connsiteX8" fmla="*/ 333505 w 404196"/>
                  <a:gd name="connsiteY8" fmla="*/ 95592 h 118745"/>
                  <a:gd name="connsiteX9" fmla="*/ 298580 w 404196"/>
                  <a:gd name="connsiteY9" fmla="*/ 92417 h 118745"/>
                  <a:gd name="connsiteX10" fmla="*/ 289055 w 404196"/>
                  <a:gd name="connsiteY10" fmla="*/ 54317 h 118745"/>
                  <a:gd name="connsiteX11" fmla="*/ 285880 w 404196"/>
                  <a:gd name="connsiteY11" fmla="*/ 89242 h 118745"/>
                  <a:gd name="connsiteX12" fmla="*/ 244605 w 404196"/>
                  <a:gd name="connsiteY12" fmla="*/ 117817 h 118745"/>
                  <a:gd name="connsiteX13" fmla="*/ 155705 w 404196"/>
                  <a:gd name="connsiteY13" fmla="*/ 105117 h 118745"/>
                  <a:gd name="connsiteX14" fmla="*/ 155705 w 404196"/>
                  <a:gd name="connsiteY14" fmla="*/ 41617 h 118745"/>
                  <a:gd name="connsiteX15" fmla="*/ 158880 w 404196"/>
                  <a:gd name="connsiteY15" fmla="*/ 89242 h 118745"/>
                  <a:gd name="connsiteX16" fmla="*/ 123955 w 404196"/>
                  <a:gd name="connsiteY16" fmla="*/ 108292 h 118745"/>
                  <a:gd name="connsiteX17" fmla="*/ 60455 w 404196"/>
                  <a:gd name="connsiteY17" fmla="*/ 105117 h 118745"/>
                  <a:gd name="connsiteX18" fmla="*/ 57280 w 404196"/>
                  <a:gd name="connsiteY18" fmla="*/ 63842 h 118745"/>
                  <a:gd name="connsiteX19" fmla="*/ 57280 w 404196"/>
                  <a:gd name="connsiteY19" fmla="*/ 63842 h 118745"/>
                  <a:gd name="connsiteX20" fmla="*/ 54105 w 404196"/>
                  <a:gd name="connsiteY20" fmla="*/ 92417 h 118745"/>
                  <a:gd name="connsiteX21" fmla="*/ 130 w 404196"/>
                  <a:gd name="connsiteY21" fmla="*/ 79717 h 118745"/>
                  <a:gd name="connsiteX0" fmla="*/ 130 w 404196"/>
                  <a:gd name="connsiteY0" fmla="*/ 79384 h 118412"/>
                  <a:gd name="connsiteX1" fmla="*/ 41405 w 404196"/>
                  <a:gd name="connsiteY1" fmla="*/ 31759 h 118412"/>
                  <a:gd name="connsiteX2" fmla="*/ 114430 w 404196"/>
                  <a:gd name="connsiteY2" fmla="*/ 11121 h 118412"/>
                  <a:gd name="connsiteX3" fmla="*/ 171580 w 404196"/>
                  <a:gd name="connsiteY3" fmla="*/ 12709 h 118412"/>
                  <a:gd name="connsiteX4" fmla="*/ 190630 w 404196"/>
                  <a:gd name="connsiteY4" fmla="*/ 9 h 118412"/>
                  <a:gd name="connsiteX5" fmla="*/ 214027 w 404196"/>
                  <a:gd name="connsiteY5" fmla="*/ 14821 h 118412"/>
                  <a:gd name="connsiteX6" fmla="*/ 289055 w 404196"/>
                  <a:gd name="connsiteY6" fmla="*/ 28584 h 118412"/>
                  <a:gd name="connsiteX7" fmla="*/ 397005 w 404196"/>
                  <a:gd name="connsiteY7" fmla="*/ 66684 h 118412"/>
                  <a:gd name="connsiteX8" fmla="*/ 387480 w 404196"/>
                  <a:gd name="connsiteY8" fmla="*/ 85734 h 118412"/>
                  <a:gd name="connsiteX9" fmla="*/ 333505 w 404196"/>
                  <a:gd name="connsiteY9" fmla="*/ 95259 h 118412"/>
                  <a:gd name="connsiteX10" fmla="*/ 298580 w 404196"/>
                  <a:gd name="connsiteY10" fmla="*/ 92084 h 118412"/>
                  <a:gd name="connsiteX11" fmla="*/ 289055 w 404196"/>
                  <a:gd name="connsiteY11" fmla="*/ 53984 h 118412"/>
                  <a:gd name="connsiteX12" fmla="*/ 285880 w 404196"/>
                  <a:gd name="connsiteY12" fmla="*/ 88909 h 118412"/>
                  <a:gd name="connsiteX13" fmla="*/ 244605 w 404196"/>
                  <a:gd name="connsiteY13" fmla="*/ 117484 h 118412"/>
                  <a:gd name="connsiteX14" fmla="*/ 155705 w 404196"/>
                  <a:gd name="connsiteY14" fmla="*/ 104784 h 118412"/>
                  <a:gd name="connsiteX15" fmla="*/ 155705 w 404196"/>
                  <a:gd name="connsiteY15" fmla="*/ 41284 h 118412"/>
                  <a:gd name="connsiteX16" fmla="*/ 158880 w 404196"/>
                  <a:gd name="connsiteY16" fmla="*/ 88909 h 118412"/>
                  <a:gd name="connsiteX17" fmla="*/ 123955 w 404196"/>
                  <a:gd name="connsiteY17" fmla="*/ 107959 h 118412"/>
                  <a:gd name="connsiteX18" fmla="*/ 60455 w 404196"/>
                  <a:gd name="connsiteY18" fmla="*/ 104784 h 118412"/>
                  <a:gd name="connsiteX19" fmla="*/ 57280 w 404196"/>
                  <a:gd name="connsiteY19" fmla="*/ 63509 h 118412"/>
                  <a:gd name="connsiteX20" fmla="*/ 57280 w 404196"/>
                  <a:gd name="connsiteY20" fmla="*/ 63509 h 118412"/>
                  <a:gd name="connsiteX21" fmla="*/ 54105 w 404196"/>
                  <a:gd name="connsiteY21" fmla="*/ 92084 h 118412"/>
                  <a:gd name="connsiteX22" fmla="*/ 130 w 404196"/>
                  <a:gd name="connsiteY22" fmla="*/ 79384 h 118412"/>
                  <a:gd name="connsiteX0" fmla="*/ 130 w 403317"/>
                  <a:gd name="connsiteY0" fmla="*/ 79384 h 118412"/>
                  <a:gd name="connsiteX1" fmla="*/ 41405 w 403317"/>
                  <a:gd name="connsiteY1" fmla="*/ 31759 h 118412"/>
                  <a:gd name="connsiteX2" fmla="*/ 114430 w 403317"/>
                  <a:gd name="connsiteY2" fmla="*/ 11121 h 118412"/>
                  <a:gd name="connsiteX3" fmla="*/ 171580 w 403317"/>
                  <a:gd name="connsiteY3" fmla="*/ 12709 h 118412"/>
                  <a:gd name="connsiteX4" fmla="*/ 190630 w 403317"/>
                  <a:gd name="connsiteY4" fmla="*/ 9 h 118412"/>
                  <a:gd name="connsiteX5" fmla="*/ 214027 w 403317"/>
                  <a:gd name="connsiteY5" fmla="*/ 14821 h 118412"/>
                  <a:gd name="connsiteX6" fmla="*/ 300961 w 403317"/>
                  <a:gd name="connsiteY6" fmla="*/ 35728 h 118412"/>
                  <a:gd name="connsiteX7" fmla="*/ 397005 w 403317"/>
                  <a:gd name="connsiteY7" fmla="*/ 66684 h 118412"/>
                  <a:gd name="connsiteX8" fmla="*/ 387480 w 403317"/>
                  <a:gd name="connsiteY8" fmla="*/ 85734 h 118412"/>
                  <a:gd name="connsiteX9" fmla="*/ 333505 w 403317"/>
                  <a:gd name="connsiteY9" fmla="*/ 95259 h 118412"/>
                  <a:gd name="connsiteX10" fmla="*/ 298580 w 403317"/>
                  <a:gd name="connsiteY10" fmla="*/ 92084 h 118412"/>
                  <a:gd name="connsiteX11" fmla="*/ 289055 w 403317"/>
                  <a:gd name="connsiteY11" fmla="*/ 53984 h 118412"/>
                  <a:gd name="connsiteX12" fmla="*/ 285880 w 403317"/>
                  <a:gd name="connsiteY12" fmla="*/ 88909 h 118412"/>
                  <a:gd name="connsiteX13" fmla="*/ 244605 w 403317"/>
                  <a:gd name="connsiteY13" fmla="*/ 117484 h 118412"/>
                  <a:gd name="connsiteX14" fmla="*/ 155705 w 403317"/>
                  <a:gd name="connsiteY14" fmla="*/ 104784 h 118412"/>
                  <a:gd name="connsiteX15" fmla="*/ 155705 w 403317"/>
                  <a:gd name="connsiteY15" fmla="*/ 41284 h 118412"/>
                  <a:gd name="connsiteX16" fmla="*/ 158880 w 403317"/>
                  <a:gd name="connsiteY16" fmla="*/ 88909 h 118412"/>
                  <a:gd name="connsiteX17" fmla="*/ 123955 w 403317"/>
                  <a:gd name="connsiteY17" fmla="*/ 107959 h 118412"/>
                  <a:gd name="connsiteX18" fmla="*/ 60455 w 403317"/>
                  <a:gd name="connsiteY18" fmla="*/ 104784 h 118412"/>
                  <a:gd name="connsiteX19" fmla="*/ 57280 w 403317"/>
                  <a:gd name="connsiteY19" fmla="*/ 63509 h 118412"/>
                  <a:gd name="connsiteX20" fmla="*/ 57280 w 403317"/>
                  <a:gd name="connsiteY20" fmla="*/ 63509 h 118412"/>
                  <a:gd name="connsiteX21" fmla="*/ 54105 w 403317"/>
                  <a:gd name="connsiteY21" fmla="*/ 92084 h 118412"/>
                  <a:gd name="connsiteX22" fmla="*/ 130 w 403317"/>
                  <a:gd name="connsiteY22" fmla="*/ 79384 h 118412"/>
                  <a:gd name="connsiteX0" fmla="*/ 130 w 403317"/>
                  <a:gd name="connsiteY0" fmla="*/ 79376 h 118404"/>
                  <a:gd name="connsiteX1" fmla="*/ 41405 w 403317"/>
                  <a:gd name="connsiteY1" fmla="*/ 31751 h 118404"/>
                  <a:gd name="connsiteX2" fmla="*/ 114430 w 403317"/>
                  <a:gd name="connsiteY2" fmla="*/ 11113 h 118404"/>
                  <a:gd name="connsiteX3" fmla="*/ 171580 w 403317"/>
                  <a:gd name="connsiteY3" fmla="*/ 12701 h 118404"/>
                  <a:gd name="connsiteX4" fmla="*/ 190630 w 403317"/>
                  <a:gd name="connsiteY4" fmla="*/ 1 h 118404"/>
                  <a:gd name="connsiteX5" fmla="*/ 237840 w 403317"/>
                  <a:gd name="connsiteY5" fmla="*/ 12432 h 118404"/>
                  <a:gd name="connsiteX6" fmla="*/ 300961 w 403317"/>
                  <a:gd name="connsiteY6" fmla="*/ 35720 h 118404"/>
                  <a:gd name="connsiteX7" fmla="*/ 397005 w 403317"/>
                  <a:gd name="connsiteY7" fmla="*/ 66676 h 118404"/>
                  <a:gd name="connsiteX8" fmla="*/ 387480 w 403317"/>
                  <a:gd name="connsiteY8" fmla="*/ 85726 h 118404"/>
                  <a:gd name="connsiteX9" fmla="*/ 333505 w 403317"/>
                  <a:gd name="connsiteY9" fmla="*/ 95251 h 118404"/>
                  <a:gd name="connsiteX10" fmla="*/ 298580 w 403317"/>
                  <a:gd name="connsiteY10" fmla="*/ 92076 h 118404"/>
                  <a:gd name="connsiteX11" fmla="*/ 289055 w 403317"/>
                  <a:gd name="connsiteY11" fmla="*/ 53976 h 118404"/>
                  <a:gd name="connsiteX12" fmla="*/ 285880 w 403317"/>
                  <a:gd name="connsiteY12" fmla="*/ 88901 h 118404"/>
                  <a:gd name="connsiteX13" fmla="*/ 244605 w 403317"/>
                  <a:gd name="connsiteY13" fmla="*/ 117476 h 118404"/>
                  <a:gd name="connsiteX14" fmla="*/ 155705 w 403317"/>
                  <a:gd name="connsiteY14" fmla="*/ 104776 h 118404"/>
                  <a:gd name="connsiteX15" fmla="*/ 155705 w 403317"/>
                  <a:gd name="connsiteY15" fmla="*/ 41276 h 118404"/>
                  <a:gd name="connsiteX16" fmla="*/ 158880 w 403317"/>
                  <a:gd name="connsiteY16" fmla="*/ 88901 h 118404"/>
                  <a:gd name="connsiteX17" fmla="*/ 123955 w 403317"/>
                  <a:gd name="connsiteY17" fmla="*/ 107951 h 118404"/>
                  <a:gd name="connsiteX18" fmla="*/ 60455 w 403317"/>
                  <a:gd name="connsiteY18" fmla="*/ 104776 h 118404"/>
                  <a:gd name="connsiteX19" fmla="*/ 57280 w 403317"/>
                  <a:gd name="connsiteY19" fmla="*/ 63501 h 118404"/>
                  <a:gd name="connsiteX20" fmla="*/ 57280 w 403317"/>
                  <a:gd name="connsiteY20" fmla="*/ 63501 h 118404"/>
                  <a:gd name="connsiteX21" fmla="*/ 54105 w 403317"/>
                  <a:gd name="connsiteY21" fmla="*/ 92076 h 118404"/>
                  <a:gd name="connsiteX22" fmla="*/ 130 w 403317"/>
                  <a:gd name="connsiteY22" fmla="*/ 79376 h 118404"/>
                  <a:gd name="connsiteX0" fmla="*/ 130 w 401445"/>
                  <a:gd name="connsiteY0" fmla="*/ 79376 h 118404"/>
                  <a:gd name="connsiteX1" fmla="*/ 41405 w 401445"/>
                  <a:gd name="connsiteY1" fmla="*/ 31751 h 118404"/>
                  <a:gd name="connsiteX2" fmla="*/ 114430 w 401445"/>
                  <a:gd name="connsiteY2" fmla="*/ 11113 h 118404"/>
                  <a:gd name="connsiteX3" fmla="*/ 171580 w 401445"/>
                  <a:gd name="connsiteY3" fmla="*/ 12701 h 118404"/>
                  <a:gd name="connsiteX4" fmla="*/ 190630 w 401445"/>
                  <a:gd name="connsiteY4" fmla="*/ 1 h 118404"/>
                  <a:gd name="connsiteX5" fmla="*/ 237840 w 401445"/>
                  <a:gd name="connsiteY5" fmla="*/ 12432 h 118404"/>
                  <a:gd name="connsiteX6" fmla="*/ 300961 w 401445"/>
                  <a:gd name="connsiteY6" fmla="*/ 35720 h 118404"/>
                  <a:gd name="connsiteX7" fmla="*/ 394623 w 401445"/>
                  <a:gd name="connsiteY7" fmla="*/ 76201 h 118404"/>
                  <a:gd name="connsiteX8" fmla="*/ 387480 w 401445"/>
                  <a:gd name="connsiteY8" fmla="*/ 85726 h 118404"/>
                  <a:gd name="connsiteX9" fmla="*/ 333505 w 401445"/>
                  <a:gd name="connsiteY9" fmla="*/ 95251 h 118404"/>
                  <a:gd name="connsiteX10" fmla="*/ 298580 w 401445"/>
                  <a:gd name="connsiteY10" fmla="*/ 92076 h 118404"/>
                  <a:gd name="connsiteX11" fmla="*/ 289055 w 401445"/>
                  <a:gd name="connsiteY11" fmla="*/ 53976 h 118404"/>
                  <a:gd name="connsiteX12" fmla="*/ 285880 w 401445"/>
                  <a:gd name="connsiteY12" fmla="*/ 88901 h 118404"/>
                  <a:gd name="connsiteX13" fmla="*/ 244605 w 401445"/>
                  <a:gd name="connsiteY13" fmla="*/ 117476 h 118404"/>
                  <a:gd name="connsiteX14" fmla="*/ 155705 w 401445"/>
                  <a:gd name="connsiteY14" fmla="*/ 104776 h 118404"/>
                  <a:gd name="connsiteX15" fmla="*/ 155705 w 401445"/>
                  <a:gd name="connsiteY15" fmla="*/ 41276 h 118404"/>
                  <a:gd name="connsiteX16" fmla="*/ 158880 w 401445"/>
                  <a:gd name="connsiteY16" fmla="*/ 88901 h 118404"/>
                  <a:gd name="connsiteX17" fmla="*/ 123955 w 401445"/>
                  <a:gd name="connsiteY17" fmla="*/ 107951 h 118404"/>
                  <a:gd name="connsiteX18" fmla="*/ 60455 w 401445"/>
                  <a:gd name="connsiteY18" fmla="*/ 104776 h 118404"/>
                  <a:gd name="connsiteX19" fmla="*/ 57280 w 401445"/>
                  <a:gd name="connsiteY19" fmla="*/ 63501 h 118404"/>
                  <a:gd name="connsiteX20" fmla="*/ 57280 w 401445"/>
                  <a:gd name="connsiteY20" fmla="*/ 63501 h 118404"/>
                  <a:gd name="connsiteX21" fmla="*/ 54105 w 401445"/>
                  <a:gd name="connsiteY21" fmla="*/ 92076 h 118404"/>
                  <a:gd name="connsiteX22" fmla="*/ 130 w 401445"/>
                  <a:gd name="connsiteY22" fmla="*/ 79376 h 118404"/>
                  <a:gd name="connsiteX0" fmla="*/ 130 w 392494"/>
                  <a:gd name="connsiteY0" fmla="*/ 79376 h 118404"/>
                  <a:gd name="connsiteX1" fmla="*/ 41405 w 392494"/>
                  <a:gd name="connsiteY1" fmla="*/ 31751 h 118404"/>
                  <a:gd name="connsiteX2" fmla="*/ 114430 w 392494"/>
                  <a:gd name="connsiteY2" fmla="*/ 11113 h 118404"/>
                  <a:gd name="connsiteX3" fmla="*/ 171580 w 392494"/>
                  <a:gd name="connsiteY3" fmla="*/ 12701 h 118404"/>
                  <a:gd name="connsiteX4" fmla="*/ 190630 w 392494"/>
                  <a:gd name="connsiteY4" fmla="*/ 1 h 118404"/>
                  <a:gd name="connsiteX5" fmla="*/ 237840 w 392494"/>
                  <a:gd name="connsiteY5" fmla="*/ 12432 h 118404"/>
                  <a:gd name="connsiteX6" fmla="*/ 300961 w 392494"/>
                  <a:gd name="connsiteY6" fmla="*/ 35720 h 118404"/>
                  <a:gd name="connsiteX7" fmla="*/ 380335 w 392494"/>
                  <a:gd name="connsiteY7" fmla="*/ 64295 h 118404"/>
                  <a:gd name="connsiteX8" fmla="*/ 387480 w 392494"/>
                  <a:gd name="connsiteY8" fmla="*/ 85726 h 118404"/>
                  <a:gd name="connsiteX9" fmla="*/ 333505 w 392494"/>
                  <a:gd name="connsiteY9" fmla="*/ 95251 h 118404"/>
                  <a:gd name="connsiteX10" fmla="*/ 298580 w 392494"/>
                  <a:gd name="connsiteY10" fmla="*/ 92076 h 118404"/>
                  <a:gd name="connsiteX11" fmla="*/ 289055 w 392494"/>
                  <a:gd name="connsiteY11" fmla="*/ 53976 h 118404"/>
                  <a:gd name="connsiteX12" fmla="*/ 285880 w 392494"/>
                  <a:gd name="connsiteY12" fmla="*/ 88901 h 118404"/>
                  <a:gd name="connsiteX13" fmla="*/ 244605 w 392494"/>
                  <a:gd name="connsiteY13" fmla="*/ 117476 h 118404"/>
                  <a:gd name="connsiteX14" fmla="*/ 155705 w 392494"/>
                  <a:gd name="connsiteY14" fmla="*/ 104776 h 118404"/>
                  <a:gd name="connsiteX15" fmla="*/ 155705 w 392494"/>
                  <a:gd name="connsiteY15" fmla="*/ 41276 h 118404"/>
                  <a:gd name="connsiteX16" fmla="*/ 158880 w 392494"/>
                  <a:gd name="connsiteY16" fmla="*/ 88901 h 118404"/>
                  <a:gd name="connsiteX17" fmla="*/ 123955 w 392494"/>
                  <a:gd name="connsiteY17" fmla="*/ 107951 h 118404"/>
                  <a:gd name="connsiteX18" fmla="*/ 60455 w 392494"/>
                  <a:gd name="connsiteY18" fmla="*/ 104776 h 118404"/>
                  <a:gd name="connsiteX19" fmla="*/ 57280 w 392494"/>
                  <a:gd name="connsiteY19" fmla="*/ 63501 h 118404"/>
                  <a:gd name="connsiteX20" fmla="*/ 57280 w 392494"/>
                  <a:gd name="connsiteY20" fmla="*/ 63501 h 118404"/>
                  <a:gd name="connsiteX21" fmla="*/ 54105 w 392494"/>
                  <a:gd name="connsiteY21" fmla="*/ 92076 h 118404"/>
                  <a:gd name="connsiteX22" fmla="*/ 130 w 392494"/>
                  <a:gd name="connsiteY22" fmla="*/ 79376 h 11840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8880 w 392494"/>
                  <a:gd name="connsiteY16" fmla="*/ 79751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1737 w 392494"/>
                  <a:gd name="connsiteY16" fmla="*/ 79751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56500 w 392494"/>
                  <a:gd name="connsiteY16" fmla="*/ 82132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254"/>
                  <a:gd name="connsiteX1" fmla="*/ 41405 w 392494"/>
                  <a:gd name="connsiteY1" fmla="*/ 22601 h 109254"/>
                  <a:gd name="connsiteX2" fmla="*/ 114430 w 392494"/>
                  <a:gd name="connsiteY2" fmla="*/ 1963 h 109254"/>
                  <a:gd name="connsiteX3" fmla="*/ 171580 w 392494"/>
                  <a:gd name="connsiteY3" fmla="*/ 3551 h 109254"/>
                  <a:gd name="connsiteX4" fmla="*/ 202536 w 392494"/>
                  <a:gd name="connsiteY4" fmla="*/ 376 h 109254"/>
                  <a:gd name="connsiteX5" fmla="*/ 237840 w 392494"/>
                  <a:gd name="connsiteY5" fmla="*/ 3282 h 109254"/>
                  <a:gd name="connsiteX6" fmla="*/ 300961 w 392494"/>
                  <a:gd name="connsiteY6" fmla="*/ 26570 h 109254"/>
                  <a:gd name="connsiteX7" fmla="*/ 380335 w 392494"/>
                  <a:gd name="connsiteY7" fmla="*/ 55145 h 109254"/>
                  <a:gd name="connsiteX8" fmla="*/ 387480 w 392494"/>
                  <a:gd name="connsiteY8" fmla="*/ 76576 h 109254"/>
                  <a:gd name="connsiteX9" fmla="*/ 333505 w 392494"/>
                  <a:gd name="connsiteY9" fmla="*/ 86101 h 109254"/>
                  <a:gd name="connsiteX10" fmla="*/ 298580 w 392494"/>
                  <a:gd name="connsiteY10" fmla="*/ 82926 h 109254"/>
                  <a:gd name="connsiteX11" fmla="*/ 289055 w 392494"/>
                  <a:gd name="connsiteY11" fmla="*/ 44826 h 109254"/>
                  <a:gd name="connsiteX12" fmla="*/ 285880 w 392494"/>
                  <a:gd name="connsiteY12" fmla="*/ 79751 h 109254"/>
                  <a:gd name="connsiteX13" fmla="*/ 244605 w 392494"/>
                  <a:gd name="connsiteY13" fmla="*/ 108326 h 109254"/>
                  <a:gd name="connsiteX14" fmla="*/ 155705 w 392494"/>
                  <a:gd name="connsiteY14" fmla="*/ 95626 h 109254"/>
                  <a:gd name="connsiteX15" fmla="*/ 155705 w 392494"/>
                  <a:gd name="connsiteY15" fmla="*/ 32126 h 109254"/>
                  <a:gd name="connsiteX16" fmla="*/ 144594 w 392494"/>
                  <a:gd name="connsiteY16" fmla="*/ 84513 h 109254"/>
                  <a:gd name="connsiteX17" fmla="*/ 123955 w 392494"/>
                  <a:gd name="connsiteY17" fmla="*/ 98801 h 109254"/>
                  <a:gd name="connsiteX18" fmla="*/ 60455 w 392494"/>
                  <a:gd name="connsiteY18" fmla="*/ 95626 h 109254"/>
                  <a:gd name="connsiteX19" fmla="*/ 57280 w 392494"/>
                  <a:gd name="connsiteY19" fmla="*/ 54351 h 109254"/>
                  <a:gd name="connsiteX20" fmla="*/ 57280 w 392494"/>
                  <a:gd name="connsiteY20" fmla="*/ 54351 h 109254"/>
                  <a:gd name="connsiteX21" fmla="*/ 54105 w 392494"/>
                  <a:gd name="connsiteY21" fmla="*/ 82926 h 109254"/>
                  <a:gd name="connsiteX22" fmla="*/ 130 w 392494"/>
                  <a:gd name="connsiteY22" fmla="*/ 70226 h 109254"/>
                  <a:gd name="connsiteX0" fmla="*/ 130 w 392494"/>
                  <a:gd name="connsiteY0" fmla="*/ 70226 h 109840"/>
                  <a:gd name="connsiteX1" fmla="*/ 41405 w 392494"/>
                  <a:gd name="connsiteY1" fmla="*/ 22601 h 109840"/>
                  <a:gd name="connsiteX2" fmla="*/ 114430 w 392494"/>
                  <a:gd name="connsiteY2" fmla="*/ 1963 h 109840"/>
                  <a:gd name="connsiteX3" fmla="*/ 171580 w 392494"/>
                  <a:gd name="connsiteY3" fmla="*/ 3551 h 109840"/>
                  <a:gd name="connsiteX4" fmla="*/ 202536 w 392494"/>
                  <a:gd name="connsiteY4" fmla="*/ 376 h 109840"/>
                  <a:gd name="connsiteX5" fmla="*/ 237840 w 392494"/>
                  <a:gd name="connsiteY5" fmla="*/ 3282 h 109840"/>
                  <a:gd name="connsiteX6" fmla="*/ 300961 w 392494"/>
                  <a:gd name="connsiteY6" fmla="*/ 26570 h 109840"/>
                  <a:gd name="connsiteX7" fmla="*/ 380335 w 392494"/>
                  <a:gd name="connsiteY7" fmla="*/ 55145 h 109840"/>
                  <a:gd name="connsiteX8" fmla="*/ 387480 w 392494"/>
                  <a:gd name="connsiteY8" fmla="*/ 76576 h 109840"/>
                  <a:gd name="connsiteX9" fmla="*/ 333505 w 392494"/>
                  <a:gd name="connsiteY9" fmla="*/ 86101 h 109840"/>
                  <a:gd name="connsiteX10" fmla="*/ 298580 w 392494"/>
                  <a:gd name="connsiteY10" fmla="*/ 82926 h 109840"/>
                  <a:gd name="connsiteX11" fmla="*/ 289055 w 392494"/>
                  <a:gd name="connsiteY11" fmla="*/ 44826 h 109840"/>
                  <a:gd name="connsiteX12" fmla="*/ 285880 w 392494"/>
                  <a:gd name="connsiteY12" fmla="*/ 79751 h 109840"/>
                  <a:gd name="connsiteX13" fmla="*/ 244605 w 392494"/>
                  <a:gd name="connsiteY13" fmla="*/ 108326 h 109840"/>
                  <a:gd name="connsiteX14" fmla="*/ 167611 w 392494"/>
                  <a:gd name="connsiteY14" fmla="*/ 98008 h 109840"/>
                  <a:gd name="connsiteX15" fmla="*/ 155705 w 392494"/>
                  <a:gd name="connsiteY15" fmla="*/ 32126 h 109840"/>
                  <a:gd name="connsiteX16" fmla="*/ 144594 w 392494"/>
                  <a:gd name="connsiteY16" fmla="*/ 84513 h 109840"/>
                  <a:gd name="connsiteX17" fmla="*/ 123955 w 392494"/>
                  <a:gd name="connsiteY17" fmla="*/ 98801 h 109840"/>
                  <a:gd name="connsiteX18" fmla="*/ 60455 w 392494"/>
                  <a:gd name="connsiteY18" fmla="*/ 95626 h 109840"/>
                  <a:gd name="connsiteX19" fmla="*/ 57280 w 392494"/>
                  <a:gd name="connsiteY19" fmla="*/ 54351 h 109840"/>
                  <a:gd name="connsiteX20" fmla="*/ 57280 w 392494"/>
                  <a:gd name="connsiteY20" fmla="*/ 54351 h 109840"/>
                  <a:gd name="connsiteX21" fmla="*/ 54105 w 392494"/>
                  <a:gd name="connsiteY21" fmla="*/ 82926 h 109840"/>
                  <a:gd name="connsiteX22" fmla="*/ 130 w 392494"/>
                  <a:gd name="connsiteY22" fmla="*/ 70226 h 109840"/>
                  <a:gd name="connsiteX0" fmla="*/ 130 w 392494"/>
                  <a:gd name="connsiteY0" fmla="*/ 70226 h 109840"/>
                  <a:gd name="connsiteX1" fmla="*/ 41405 w 392494"/>
                  <a:gd name="connsiteY1" fmla="*/ 22601 h 109840"/>
                  <a:gd name="connsiteX2" fmla="*/ 114430 w 392494"/>
                  <a:gd name="connsiteY2" fmla="*/ 1963 h 109840"/>
                  <a:gd name="connsiteX3" fmla="*/ 171580 w 392494"/>
                  <a:gd name="connsiteY3" fmla="*/ 3551 h 109840"/>
                  <a:gd name="connsiteX4" fmla="*/ 202536 w 392494"/>
                  <a:gd name="connsiteY4" fmla="*/ 376 h 109840"/>
                  <a:gd name="connsiteX5" fmla="*/ 237840 w 392494"/>
                  <a:gd name="connsiteY5" fmla="*/ 3282 h 109840"/>
                  <a:gd name="connsiteX6" fmla="*/ 300961 w 392494"/>
                  <a:gd name="connsiteY6" fmla="*/ 26570 h 109840"/>
                  <a:gd name="connsiteX7" fmla="*/ 380335 w 392494"/>
                  <a:gd name="connsiteY7" fmla="*/ 55145 h 109840"/>
                  <a:gd name="connsiteX8" fmla="*/ 387480 w 392494"/>
                  <a:gd name="connsiteY8" fmla="*/ 76576 h 109840"/>
                  <a:gd name="connsiteX9" fmla="*/ 333505 w 392494"/>
                  <a:gd name="connsiteY9" fmla="*/ 86101 h 109840"/>
                  <a:gd name="connsiteX10" fmla="*/ 298580 w 392494"/>
                  <a:gd name="connsiteY10" fmla="*/ 82926 h 109840"/>
                  <a:gd name="connsiteX11" fmla="*/ 289055 w 392494"/>
                  <a:gd name="connsiteY11" fmla="*/ 44826 h 109840"/>
                  <a:gd name="connsiteX12" fmla="*/ 285880 w 392494"/>
                  <a:gd name="connsiteY12" fmla="*/ 79751 h 109840"/>
                  <a:gd name="connsiteX13" fmla="*/ 244605 w 392494"/>
                  <a:gd name="connsiteY13" fmla="*/ 108326 h 109840"/>
                  <a:gd name="connsiteX14" fmla="*/ 167611 w 392494"/>
                  <a:gd name="connsiteY14" fmla="*/ 98008 h 109840"/>
                  <a:gd name="connsiteX15" fmla="*/ 155705 w 392494"/>
                  <a:gd name="connsiteY15" fmla="*/ 32126 h 109840"/>
                  <a:gd name="connsiteX16" fmla="*/ 151738 w 392494"/>
                  <a:gd name="connsiteY16" fmla="*/ 86894 h 109840"/>
                  <a:gd name="connsiteX17" fmla="*/ 123955 w 392494"/>
                  <a:gd name="connsiteY17" fmla="*/ 98801 h 109840"/>
                  <a:gd name="connsiteX18" fmla="*/ 60455 w 392494"/>
                  <a:gd name="connsiteY18" fmla="*/ 95626 h 109840"/>
                  <a:gd name="connsiteX19" fmla="*/ 57280 w 392494"/>
                  <a:gd name="connsiteY19" fmla="*/ 54351 h 109840"/>
                  <a:gd name="connsiteX20" fmla="*/ 57280 w 392494"/>
                  <a:gd name="connsiteY20" fmla="*/ 54351 h 109840"/>
                  <a:gd name="connsiteX21" fmla="*/ 54105 w 392494"/>
                  <a:gd name="connsiteY21" fmla="*/ 82926 h 109840"/>
                  <a:gd name="connsiteX22" fmla="*/ 130 w 392494"/>
                  <a:gd name="connsiteY22" fmla="*/ 70226 h 10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2494" h="109840">
                    <a:moveTo>
                      <a:pt x="130" y="70226"/>
                    </a:moveTo>
                    <a:cubicBezTo>
                      <a:pt x="-1987" y="60172"/>
                      <a:pt x="22355" y="33978"/>
                      <a:pt x="41405" y="22601"/>
                    </a:cubicBezTo>
                    <a:cubicBezTo>
                      <a:pt x="60455" y="11224"/>
                      <a:pt x="92734" y="5138"/>
                      <a:pt x="114430" y="1963"/>
                    </a:cubicBezTo>
                    <a:cubicBezTo>
                      <a:pt x="136126" y="-1212"/>
                      <a:pt x="156896" y="3816"/>
                      <a:pt x="171580" y="3551"/>
                    </a:cubicBezTo>
                    <a:cubicBezTo>
                      <a:pt x="186264" y="3287"/>
                      <a:pt x="191493" y="421"/>
                      <a:pt x="202536" y="376"/>
                    </a:cubicBezTo>
                    <a:cubicBezTo>
                      <a:pt x="213579" y="331"/>
                      <a:pt x="221436" y="-1481"/>
                      <a:pt x="237840" y="3282"/>
                    </a:cubicBezTo>
                    <a:cubicBezTo>
                      <a:pt x="254244" y="8045"/>
                      <a:pt x="277212" y="17926"/>
                      <a:pt x="300961" y="26570"/>
                    </a:cubicBezTo>
                    <a:cubicBezTo>
                      <a:pt x="324710" y="35214"/>
                      <a:pt x="365915" y="46811"/>
                      <a:pt x="380335" y="55145"/>
                    </a:cubicBezTo>
                    <a:cubicBezTo>
                      <a:pt x="394755" y="63479"/>
                      <a:pt x="395285" y="71417"/>
                      <a:pt x="387480" y="76576"/>
                    </a:cubicBezTo>
                    <a:cubicBezTo>
                      <a:pt x="379675" y="81735"/>
                      <a:pt x="348322" y="85043"/>
                      <a:pt x="333505" y="86101"/>
                    </a:cubicBezTo>
                    <a:cubicBezTo>
                      <a:pt x="318688" y="87159"/>
                      <a:pt x="305988" y="89805"/>
                      <a:pt x="298580" y="82926"/>
                    </a:cubicBezTo>
                    <a:cubicBezTo>
                      <a:pt x="291172" y="76047"/>
                      <a:pt x="291172" y="45355"/>
                      <a:pt x="289055" y="44826"/>
                    </a:cubicBezTo>
                    <a:cubicBezTo>
                      <a:pt x="286938" y="44297"/>
                      <a:pt x="293288" y="69168"/>
                      <a:pt x="285880" y="79751"/>
                    </a:cubicBezTo>
                    <a:cubicBezTo>
                      <a:pt x="278472" y="90334"/>
                      <a:pt x="264316" y="105283"/>
                      <a:pt x="244605" y="108326"/>
                    </a:cubicBezTo>
                    <a:cubicBezTo>
                      <a:pt x="224894" y="111369"/>
                      <a:pt x="182428" y="110708"/>
                      <a:pt x="167611" y="98008"/>
                    </a:cubicBezTo>
                    <a:cubicBezTo>
                      <a:pt x="152794" y="85308"/>
                      <a:pt x="158350" y="33978"/>
                      <a:pt x="155705" y="32126"/>
                    </a:cubicBezTo>
                    <a:cubicBezTo>
                      <a:pt x="153060" y="30274"/>
                      <a:pt x="157030" y="75781"/>
                      <a:pt x="151738" y="86894"/>
                    </a:cubicBezTo>
                    <a:cubicBezTo>
                      <a:pt x="146446" y="98007"/>
                      <a:pt x="139169" y="97346"/>
                      <a:pt x="123955" y="98801"/>
                    </a:cubicBezTo>
                    <a:cubicBezTo>
                      <a:pt x="108741" y="100256"/>
                      <a:pt x="71568" y="103034"/>
                      <a:pt x="60455" y="95626"/>
                    </a:cubicBezTo>
                    <a:cubicBezTo>
                      <a:pt x="49343" y="88218"/>
                      <a:pt x="57280" y="54351"/>
                      <a:pt x="57280" y="54351"/>
                    </a:cubicBezTo>
                    <a:lnTo>
                      <a:pt x="57280" y="54351"/>
                    </a:lnTo>
                    <a:cubicBezTo>
                      <a:pt x="56751" y="59113"/>
                      <a:pt x="56751" y="77105"/>
                      <a:pt x="54105" y="82926"/>
                    </a:cubicBezTo>
                    <a:cubicBezTo>
                      <a:pt x="51459" y="88747"/>
                      <a:pt x="2247" y="80280"/>
                      <a:pt x="130" y="70226"/>
                    </a:cubicBezTo>
                    <a:close/>
                  </a:path>
                </a:pathLst>
              </a:cu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CD1C853D-3F83-325C-BD93-CC9478D6BB48}"/>
                  </a:ext>
                </a:extLst>
              </p:cNvPr>
              <p:cNvSpPr/>
              <p:nvPr/>
            </p:nvSpPr>
            <p:spPr>
              <a:xfrm>
                <a:off x="2651780" y="3667829"/>
                <a:ext cx="306519" cy="88489"/>
              </a:xfrm>
              <a:custGeom>
                <a:avLst/>
                <a:gdLst>
                  <a:gd name="connsiteX0" fmla="*/ 92 w 307054"/>
                  <a:gd name="connsiteY0" fmla="*/ 32207 h 68794"/>
                  <a:gd name="connsiteX1" fmla="*/ 47717 w 307054"/>
                  <a:gd name="connsiteY1" fmla="*/ 6807 h 68794"/>
                  <a:gd name="connsiteX2" fmla="*/ 181067 w 307054"/>
                  <a:gd name="connsiteY2" fmla="*/ 457 h 68794"/>
                  <a:gd name="connsiteX3" fmla="*/ 244567 w 307054"/>
                  <a:gd name="connsiteY3" fmla="*/ 16332 h 68794"/>
                  <a:gd name="connsiteX4" fmla="*/ 301717 w 307054"/>
                  <a:gd name="connsiteY4" fmla="*/ 22682 h 68794"/>
                  <a:gd name="connsiteX5" fmla="*/ 301717 w 307054"/>
                  <a:gd name="connsiteY5" fmla="*/ 41732 h 68794"/>
                  <a:gd name="connsiteX6" fmla="*/ 276317 w 307054"/>
                  <a:gd name="connsiteY6" fmla="*/ 41732 h 68794"/>
                  <a:gd name="connsiteX7" fmla="*/ 241392 w 307054"/>
                  <a:gd name="connsiteY7" fmla="*/ 32207 h 68794"/>
                  <a:gd name="connsiteX8" fmla="*/ 212817 w 307054"/>
                  <a:gd name="connsiteY8" fmla="*/ 38557 h 68794"/>
                  <a:gd name="connsiteX9" fmla="*/ 196942 w 307054"/>
                  <a:gd name="connsiteY9" fmla="*/ 67132 h 68794"/>
                  <a:gd name="connsiteX10" fmla="*/ 174717 w 307054"/>
                  <a:gd name="connsiteY10" fmla="*/ 60782 h 68794"/>
                  <a:gd name="connsiteX11" fmla="*/ 171542 w 307054"/>
                  <a:gd name="connsiteY11" fmla="*/ 22682 h 68794"/>
                  <a:gd name="connsiteX12" fmla="*/ 136617 w 307054"/>
                  <a:gd name="connsiteY12" fmla="*/ 19507 h 68794"/>
                  <a:gd name="connsiteX13" fmla="*/ 82642 w 307054"/>
                  <a:gd name="connsiteY13" fmla="*/ 22682 h 68794"/>
                  <a:gd name="connsiteX14" fmla="*/ 76292 w 307054"/>
                  <a:gd name="connsiteY14" fmla="*/ 48082 h 68794"/>
                  <a:gd name="connsiteX15" fmla="*/ 73117 w 307054"/>
                  <a:gd name="connsiteY15" fmla="*/ 60782 h 68794"/>
                  <a:gd name="connsiteX16" fmla="*/ 57242 w 307054"/>
                  <a:gd name="connsiteY16" fmla="*/ 48082 h 68794"/>
                  <a:gd name="connsiteX17" fmla="*/ 92 w 307054"/>
                  <a:gd name="connsiteY17" fmla="*/ 32207 h 68794"/>
                  <a:gd name="connsiteX0" fmla="*/ 92 w 307054"/>
                  <a:gd name="connsiteY0" fmla="*/ 32207 h 68794"/>
                  <a:gd name="connsiteX1" fmla="*/ 47717 w 307054"/>
                  <a:gd name="connsiteY1" fmla="*/ 6807 h 68794"/>
                  <a:gd name="connsiteX2" fmla="*/ 181067 w 307054"/>
                  <a:gd name="connsiteY2" fmla="*/ 457 h 68794"/>
                  <a:gd name="connsiteX3" fmla="*/ 244567 w 307054"/>
                  <a:gd name="connsiteY3" fmla="*/ 16332 h 68794"/>
                  <a:gd name="connsiteX4" fmla="*/ 301717 w 307054"/>
                  <a:gd name="connsiteY4" fmla="*/ 22682 h 68794"/>
                  <a:gd name="connsiteX5" fmla="*/ 301717 w 307054"/>
                  <a:gd name="connsiteY5" fmla="*/ 53638 h 68794"/>
                  <a:gd name="connsiteX6" fmla="*/ 276317 w 307054"/>
                  <a:gd name="connsiteY6" fmla="*/ 41732 h 68794"/>
                  <a:gd name="connsiteX7" fmla="*/ 241392 w 307054"/>
                  <a:gd name="connsiteY7" fmla="*/ 32207 h 68794"/>
                  <a:gd name="connsiteX8" fmla="*/ 212817 w 307054"/>
                  <a:gd name="connsiteY8" fmla="*/ 38557 h 68794"/>
                  <a:gd name="connsiteX9" fmla="*/ 196942 w 307054"/>
                  <a:gd name="connsiteY9" fmla="*/ 67132 h 68794"/>
                  <a:gd name="connsiteX10" fmla="*/ 174717 w 307054"/>
                  <a:gd name="connsiteY10" fmla="*/ 60782 h 68794"/>
                  <a:gd name="connsiteX11" fmla="*/ 171542 w 307054"/>
                  <a:gd name="connsiteY11" fmla="*/ 22682 h 68794"/>
                  <a:gd name="connsiteX12" fmla="*/ 136617 w 307054"/>
                  <a:gd name="connsiteY12" fmla="*/ 19507 h 68794"/>
                  <a:gd name="connsiteX13" fmla="*/ 82642 w 307054"/>
                  <a:gd name="connsiteY13" fmla="*/ 22682 h 68794"/>
                  <a:gd name="connsiteX14" fmla="*/ 76292 w 307054"/>
                  <a:gd name="connsiteY14" fmla="*/ 48082 h 68794"/>
                  <a:gd name="connsiteX15" fmla="*/ 73117 w 307054"/>
                  <a:gd name="connsiteY15" fmla="*/ 60782 h 68794"/>
                  <a:gd name="connsiteX16" fmla="*/ 57242 w 307054"/>
                  <a:gd name="connsiteY16" fmla="*/ 48082 h 68794"/>
                  <a:gd name="connsiteX17" fmla="*/ 92 w 307054"/>
                  <a:gd name="connsiteY17" fmla="*/ 32207 h 68794"/>
                  <a:gd name="connsiteX0" fmla="*/ 92 w 303333"/>
                  <a:gd name="connsiteY0" fmla="*/ 32207 h 68794"/>
                  <a:gd name="connsiteX1" fmla="*/ 47717 w 303333"/>
                  <a:gd name="connsiteY1" fmla="*/ 6807 h 68794"/>
                  <a:gd name="connsiteX2" fmla="*/ 181067 w 303333"/>
                  <a:gd name="connsiteY2" fmla="*/ 457 h 68794"/>
                  <a:gd name="connsiteX3" fmla="*/ 244567 w 303333"/>
                  <a:gd name="connsiteY3" fmla="*/ 16332 h 68794"/>
                  <a:gd name="connsiteX4" fmla="*/ 294573 w 303333"/>
                  <a:gd name="connsiteY4" fmla="*/ 32207 h 68794"/>
                  <a:gd name="connsiteX5" fmla="*/ 301717 w 303333"/>
                  <a:gd name="connsiteY5" fmla="*/ 53638 h 68794"/>
                  <a:gd name="connsiteX6" fmla="*/ 276317 w 303333"/>
                  <a:gd name="connsiteY6" fmla="*/ 41732 h 68794"/>
                  <a:gd name="connsiteX7" fmla="*/ 241392 w 303333"/>
                  <a:gd name="connsiteY7" fmla="*/ 32207 h 68794"/>
                  <a:gd name="connsiteX8" fmla="*/ 212817 w 303333"/>
                  <a:gd name="connsiteY8" fmla="*/ 38557 h 68794"/>
                  <a:gd name="connsiteX9" fmla="*/ 196942 w 303333"/>
                  <a:gd name="connsiteY9" fmla="*/ 67132 h 68794"/>
                  <a:gd name="connsiteX10" fmla="*/ 174717 w 303333"/>
                  <a:gd name="connsiteY10" fmla="*/ 60782 h 68794"/>
                  <a:gd name="connsiteX11" fmla="*/ 171542 w 303333"/>
                  <a:gd name="connsiteY11" fmla="*/ 22682 h 68794"/>
                  <a:gd name="connsiteX12" fmla="*/ 136617 w 303333"/>
                  <a:gd name="connsiteY12" fmla="*/ 19507 h 68794"/>
                  <a:gd name="connsiteX13" fmla="*/ 82642 w 303333"/>
                  <a:gd name="connsiteY13" fmla="*/ 22682 h 68794"/>
                  <a:gd name="connsiteX14" fmla="*/ 76292 w 303333"/>
                  <a:gd name="connsiteY14" fmla="*/ 48082 h 68794"/>
                  <a:gd name="connsiteX15" fmla="*/ 73117 w 303333"/>
                  <a:gd name="connsiteY15" fmla="*/ 60782 h 68794"/>
                  <a:gd name="connsiteX16" fmla="*/ 57242 w 303333"/>
                  <a:gd name="connsiteY16" fmla="*/ 48082 h 68794"/>
                  <a:gd name="connsiteX17" fmla="*/ 92 w 303333"/>
                  <a:gd name="connsiteY17" fmla="*/ 32207 h 68794"/>
                  <a:gd name="connsiteX0" fmla="*/ 92 w 303333"/>
                  <a:gd name="connsiteY0" fmla="*/ 32207 h 68794"/>
                  <a:gd name="connsiteX1" fmla="*/ 47717 w 303333"/>
                  <a:gd name="connsiteY1" fmla="*/ 6807 h 68794"/>
                  <a:gd name="connsiteX2" fmla="*/ 181067 w 303333"/>
                  <a:gd name="connsiteY2" fmla="*/ 457 h 68794"/>
                  <a:gd name="connsiteX3" fmla="*/ 244567 w 303333"/>
                  <a:gd name="connsiteY3" fmla="*/ 16332 h 68794"/>
                  <a:gd name="connsiteX4" fmla="*/ 294573 w 303333"/>
                  <a:gd name="connsiteY4" fmla="*/ 32207 h 68794"/>
                  <a:gd name="connsiteX5" fmla="*/ 301717 w 303333"/>
                  <a:gd name="connsiteY5" fmla="*/ 53638 h 68794"/>
                  <a:gd name="connsiteX6" fmla="*/ 276317 w 303333"/>
                  <a:gd name="connsiteY6" fmla="*/ 41732 h 68794"/>
                  <a:gd name="connsiteX7" fmla="*/ 241392 w 303333"/>
                  <a:gd name="connsiteY7" fmla="*/ 20300 h 68794"/>
                  <a:gd name="connsiteX8" fmla="*/ 212817 w 303333"/>
                  <a:gd name="connsiteY8" fmla="*/ 38557 h 68794"/>
                  <a:gd name="connsiteX9" fmla="*/ 196942 w 303333"/>
                  <a:gd name="connsiteY9" fmla="*/ 67132 h 68794"/>
                  <a:gd name="connsiteX10" fmla="*/ 174717 w 303333"/>
                  <a:gd name="connsiteY10" fmla="*/ 60782 h 68794"/>
                  <a:gd name="connsiteX11" fmla="*/ 171542 w 303333"/>
                  <a:gd name="connsiteY11" fmla="*/ 22682 h 68794"/>
                  <a:gd name="connsiteX12" fmla="*/ 136617 w 303333"/>
                  <a:gd name="connsiteY12" fmla="*/ 19507 h 68794"/>
                  <a:gd name="connsiteX13" fmla="*/ 82642 w 303333"/>
                  <a:gd name="connsiteY13" fmla="*/ 22682 h 68794"/>
                  <a:gd name="connsiteX14" fmla="*/ 76292 w 303333"/>
                  <a:gd name="connsiteY14" fmla="*/ 48082 h 68794"/>
                  <a:gd name="connsiteX15" fmla="*/ 73117 w 303333"/>
                  <a:gd name="connsiteY15" fmla="*/ 60782 h 68794"/>
                  <a:gd name="connsiteX16" fmla="*/ 57242 w 303333"/>
                  <a:gd name="connsiteY16" fmla="*/ 48082 h 68794"/>
                  <a:gd name="connsiteX17" fmla="*/ 92 w 303333"/>
                  <a:gd name="connsiteY17" fmla="*/ 32207 h 68794"/>
                  <a:gd name="connsiteX0" fmla="*/ 92 w 303333"/>
                  <a:gd name="connsiteY0" fmla="*/ 39085 h 75672"/>
                  <a:gd name="connsiteX1" fmla="*/ 47717 w 303333"/>
                  <a:gd name="connsiteY1" fmla="*/ 13685 h 75672"/>
                  <a:gd name="connsiteX2" fmla="*/ 181067 w 303333"/>
                  <a:gd name="connsiteY2" fmla="*/ 191 h 75672"/>
                  <a:gd name="connsiteX3" fmla="*/ 244567 w 303333"/>
                  <a:gd name="connsiteY3" fmla="*/ 23210 h 75672"/>
                  <a:gd name="connsiteX4" fmla="*/ 294573 w 303333"/>
                  <a:gd name="connsiteY4" fmla="*/ 39085 h 75672"/>
                  <a:gd name="connsiteX5" fmla="*/ 301717 w 303333"/>
                  <a:gd name="connsiteY5" fmla="*/ 60516 h 75672"/>
                  <a:gd name="connsiteX6" fmla="*/ 276317 w 303333"/>
                  <a:gd name="connsiteY6" fmla="*/ 48610 h 75672"/>
                  <a:gd name="connsiteX7" fmla="*/ 241392 w 303333"/>
                  <a:gd name="connsiteY7" fmla="*/ 27178 h 75672"/>
                  <a:gd name="connsiteX8" fmla="*/ 212817 w 303333"/>
                  <a:gd name="connsiteY8" fmla="*/ 45435 h 75672"/>
                  <a:gd name="connsiteX9" fmla="*/ 196942 w 303333"/>
                  <a:gd name="connsiteY9" fmla="*/ 74010 h 75672"/>
                  <a:gd name="connsiteX10" fmla="*/ 174717 w 303333"/>
                  <a:gd name="connsiteY10" fmla="*/ 67660 h 75672"/>
                  <a:gd name="connsiteX11" fmla="*/ 171542 w 303333"/>
                  <a:gd name="connsiteY11" fmla="*/ 29560 h 75672"/>
                  <a:gd name="connsiteX12" fmla="*/ 136617 w 303333"/>
                  <a:gd name="connsiteY12" fmla="*/ 26385 h 75672"/>
                  <a:gd name="connsiteX13" fmla="*/ 82642 w 303333"/>
                  <a:gd name="connsiteY13" fmla="*/ 29560 h 75672"/>
                  <a:gd name="connsiteX14" fmla="*/ 76292 w 303333"/>
                  <a:gd name="connsiteY14" fmla="*/ 54960 h 75672"/>
                  <a:gd name="connsiteX15" fmla="*/ 73117 w 303333"/>
                  <a:gd name="connsiteY15" fmla="*/ 67660 h 75672"/>
                  <a:gd name="connsiteX16" fmla="*/ 57242 w 303333"/>
                  <a:gd name="connsiteY16" fmla="*/ 54960 h 75672"/>
                  <a:gd name="connsiteX17" fmla="*/ 92 w 303333"/>
                  <a:gd name="connsiteY17" fmla="*/ 39085 h 75672"/>
                  <a:gd name="connsiteX0" fmla="*/ 92 w 303333"/>
                  <a:gd name="connsiteY0" fmla="*/ 39085 h 75672"/>
                  <a:gd name="connsiteX1" fmla="*/ 47717 w 303333"/>
                  <a:gd name="connsiteY1" fmla="*/ 13685 h 75672"/>
                  <a:gd name="connsiteX2" fmla="*/ 181067 w 303333"/>
                  <a:gd name="connsiteY2" fmla="*/ 191 h 75672"/>
                  <a:gd name="connsiteX3" fmla="*/ 244567 w 303333"/>
                  <a:gd name="connsiteY3" fmla="*/ 23210 h 75672"/>
                  <a:gd name="connsiteX4" fmla="*/ 294573 w 303333"/>
                  <a:gd name="connsiteY4" fmla="*/ 39085 h 75672"/>
                  <a:gd name="connsiteX5" fmla="*/ 301717 w 303333"/>
                  <a:gd name="connsiteY5" fmla="*/ 60516 h 75672"/>
                  <a:gd name="connsiteX6" fmla="*/ 276317 w 303333"/>
                  <a:gd name="connsiteY6" fmla="*/ 48610 h 75672"/>
                  <a:gd name="connsiteX7" fmla="*/ 241392 w 303333"/>
                  <a:gd name="connsiteY7" fmla="*/ 27178 h 75672"/>
                  <a:gd name="connsiteX8" fmla="*/ 212817 w 303333"/>
                  <a:gd name="connsiteY8" fmla="*/ 45435 h 75672"/>
                  <a:gd name="connsiteX9" fmla="*/ 196942 w 303333"/>
                  <a:gd name="connsiteY9" fmla="*/ 74010 h 75672"/>
                  <a:gd name="connsiteX10" fmla="*/ 174717 w 303333"/>
                  <a:gd name="connsiteY10" fmla="*/ 67660 h 75672"/>
                  <a:gd name="connsiteX11" fmla="*/ 171542 w 303333"/>
                  <a:gd name="connsiteY11" fmla="*/ 29560 h 75672"/>
                  <a:gd name="connsiteX12" fmla="*/ 136617 w 303333"/>
                  <a:gd name="connsiteY12" fmla="*/ 26385 h 75672"/>
                  <a:gd name="connsiteX13" fmla="*/ 82642 w 303333"/>
                  <a:gd name="connsiteY13" fmla="*/ 29560 h 75672"/>
                  <a:gd name="connsiteX14" fmla="*/ 76292 w 303333"/>
                  <a:gd name="connsiteY14" fmla="*/ 54960 h 75672"/>
                  <a:gd name="connsiteX15" fmla="*/ 73117 w 303333"/>
                  <a:gd name="connsiteY15" fmla="*/ 67660 h 75672"/>
                  <a:gd name="connsiteX16" fmla="*/ 57242 w 303333"/>
                  <a:gd name="connsiteY16" fmla="*/ 54960 h 75672"/>
                  <a:gd name="connsiteX17" fmla="*/ 92 w 303333"/>
                  <a:gd name="connsiteY17" fmla="*/ 39085 h 75672"/>
                  <a:gd name="connsiteX0" fmla="*/ 67 w 303308"/>
                  <a:gd name="connsiteY0" fmla="*/ 39589 h 76176"/>
                  <a:gd name="connsiteX1" fmla="*/ 47692 w 303308"/>
                  <a:gd name="connsiteY1" fmla="*/ 14189 h 76176"/>
                  <a:gd name="connsiteX2" fmla="*/ 131722 w 303308"/>
                  <a:gd name="connsiteY2" fmla="*/ 6708 h 76176"/>
                  <a:gd name="connsiteX3" fmla="*/ 181042 w 303308"/>
                  <a:gd name="connsiteY3" fmla="*/ 695 h 76176"/>
                  <a:gd name="connsiteX4" fmla="*/ 244542 w 303308"/>
                  <a:gd name="connsiteY4" fmla="*/ 23714 h 76176"/>
                  <a:gd name="connsiteX5" fmla="*/ 294548 w 303308"/>
                  <a:gd name="connsiteY5" fmla="*/ 39589 h 76176"/>
                  <a:gd name="connsiteX6" fmla="*/ 301692 w 303308"/>
                  <a:gd name="connsiteY6" fmla="*/ 61020 h 76176"/>
                  <a:gd name="connsiteX7" fmla="*/ 276292 w 303308"/>
                  <a:gd name="connsiteY7" fmla="*/ 49114 h 76176"/>
                  <a:gd name="connsiteX8" fmla="*/ 241367 w 303308"/>
                  <a:gd name="connsiteY8" fmla="*/ 27682 h 76176"/>
                  <a:gd name="connsiteX9" fmla="*/ 212792 w 303308"/>
                  <a:gd name="connsiteY9" fmla="*/ 45939 h 76176"/>
                  <a:gd name="connsiteX10" fmla="*/ 196917 w 303308"/>
                  <a:gd name="connsiteY10" fmla="*/ 74514 h 76176"/>
                  <a:gd name="connsiteX11" fmla="*/ 174692 w 303308"/>
                  <a:gd name="connsiteY11" fmla="*/ 68164 h 76176"/>
                  <a:gd name="connsiteX12" fmla="*/ 171517 w 303308"/>
                  <a:gd name="connsiteY12" fmla="*/ 30064 h 76176"/>
                  <a:gd name="connsiteX13" fmla="*/ 136592 w 303308"/>
                  <a:gd name="connsiteY13" fmla="*/ 26889 h 76176"/>
                  <a:gd name="connsiteX14" fmla="*/ 82617 w 303308"/>
                  <a:gd name="connsiteY14" fmla="*/ 30064 h 76176"/>
                  <a:gd name="connsiteX15" fmla="*/ 76267 w 303308"/>
                  <a:gd name="connsiteY15" fmla="*/ 55464 h 76176"/>
                  <a:gd name="connsiteX16" fmla="*/ 73092 w 303308"/>
                  <a:gd name="connsiteY16" fmla="*/ 68164 h 76176"/>
                  <a:gd name="connsiteX17" fmla="*/ 57217 w 303308"/>
                  <a:gd name="connsiteY17" fmla="*/ 55464 h 76176"/>
                  <a:gd name="connsiteX18" fmla="*/ 67 w 303308"/>
                  <a:gd name="connsiteY18" fmla="*/ 39589 h 76176"/>
                  <a:gd name="connsiteX0" fmla="*/ 74 w 303315"/>
                  <a:gd name="connsiteY0" fmla="*/ 39589 h 76176"/>
                  <a:gd name="connsiteX1" fmla="*/ 71511 w 303315"/>
                  <a:gd name="connsiteY1" fmla="*/ 2282 h 76176"/>
                  <a:gd name="connsiteX2" fmla="*/ 131729 w 303315"/>
                  <a:gd name="connsiteY2" fmla="*/ 6708 h 76176"/>
                  <a:gd name="connsiteX3" fmla="*/ 181049 w 303315"/>
                  <a:gd name="connsiteY3" fmla="*/ 695 h 76176"/>
                  <a:gd name="connsiteX4" fmla="*/ 244549 w 303315"/>
                  <a:gd name="connsiteY4" fmla="*/ 23714 h 76176"/>
                  <a:gd name="connsiteX5" fmla="*/ 294555 w 303315"/>
                  <a:gd name="connsiteY5" fmla="*/ 39589 h 76176"/>
                  <a:gd name="connsiteX6" fmla="*/ 301699 w 303315"/>
                  <a:gd name="connsiteY6" fmla="*/ 61020 h 76176"/>
                  <a:gd name="connsiteX7" fmla="*/ 276299 w 303315"/>
                  <a:gd name="connsiteY7" fmla="*/ 49114 h 76176"/>
                  <a:gd name="connsiteX8" fmla="*/ 241374 w 303315"/>
                  <a:gd name="connsiteY8" fmla="*/ 27682 h 76176"/>
                  <a:gd name="connsiteX9" fmla="*/ 212799 w 303315"/>
                  <a:gd name="connsiteY9" fmla="*/ 45939 h 76176"/>
                  <a:gd name="connsiteX10" fmla="*/ 196924 w 303315"/>
                  <a:gd name="connsiteY10" fmla="*/ 74514 h 76176"/>
                  <a:gd name="connsiteX11" fmla="*/ 174699 w 303315"/>
                  <a:gd name="connsiteY11" fmla="*/ 68164 h 76176"/>
                  <a:gd name="connsiteX12" fmla="*/ 171524 w 303315"/>
                  <a:gd name="connsiteY12" fmla="*/ 30064 h 76176"/>
                  <a:gd name="connsiteX13" fmla="*/ 136599 w 303315"/>
                  <a:gd name="connsiteY13" fmla="*/ 26889 h 76176"/>
                  <a:gd name="connsiteX14" fmla="*/ 82624 w 303315"/>
                  <a:gd name="connsiteY14" fmla="*/ 30064 h 76176"/>
                  <a:gd name="connsiteX15" fmla="*/ 76274 w 303315"/>
                  <a:gd name="connsiteY15" fmla="*/ 55464 h 76176"/>
                  <a:gd name="connsiteX16" fmla="*/ 73099 w 303315"/>
                  <a:gd name="connsiteY16" fmla="*/ 68164 h 76176"/>
                  <a:gd name="connsiteX17" fmla="*/ 57224 w 303315"/>
                  <a:gd name="connsiteY17" fmla="*/ 55464 h 76176"/>
                  <a:gd name="connsiteX18" fmla="*/ 74 w 303315"/>
                  <a:gd name="connsiteY18" fmla="*/ 39589 h 76176"/>
                  <a:gd name="connsiteX0" fmla="*/ 86 w 303327"/>
                  <a:gd name="connsiteY0" fmla="*/ 39589 h 76176"/>
                  <a:gd name="connsiteX1" fmla="*/ 71523 w 303327"/>
                  <a:gd name="connsiteY1" fmla="*/ 2282 h 76176"/>
                  <a:gd name="connsiteX2" fmla="*/ 131741 w 303327"/>
                  <a:gd name="connsiteY2" fmla="*/ 6708 h 76176"/>
                  <a:gd name="connsiteX3" fmla="*/ 181061 w 303327"/>
                  <a:gd name="connsiteY3" fmla="*/ 695 h 76176"/>
                  <a:gd name="connsiteX4" fmla="*/ 244561 w 303327"/>
                  <a:gd name="connsiteY4" fmla="*/ 23714 h 76176"/>
                  <a:gd name="connsiteX5" fmla="*/ 294567 w 303327"/>
                  <a:gd name="connsiteY5" fmla="*/ 39589 h 76176"/>
                  <a:gd name="connsiteX6" fmla="*/ 301711 w 303327"/>
                  <a:gd name="connsiteY6" fmla="*/ 61020 h 76176"/>
                  <a:gd name="connsiteX7" fmla="*/ 276311 w 303327"/>
                  <a:gd name="connsiteY7" fmla="*/ 49114 h 76176"/>
                  <a:gd name="connsiteX8" fmla="*/ 241386 w 303327"/>
                  <a:gd name="connsiteY8" fmla="*/ 27682 h 76176"/>
                  <a:gd name="connsiteX9" fmla="*/ 212811 w 303327"/>
                  <a:gd name="connsiteY9" fmla="*/ 45939 h 76176"/>
                  <a:gd name="connsiteX10" fmla="*/ 196936 w 303327"/>
                  <a:gd name="connsiteY10" fmla="*/ 74514 h 76176"/>
                  <a:gd name="connsiteX11" fmla="*/ 174711 w 303327"/>
                  <a:gd name="connsiteY11" fmla="*/ 68164 h 76176"/>
                  <a:gd name="connsiteX12" fmla="*/ 171536 w 303327"/>
                  <a:gd name="connsiteY12" fmla="*/ 30064 h 76176"/>
                  <a:gd name="connsiteX13" fmla="*/ 136611 w 303327"/>
                  <a:gd name="connsiteY13" fmla="*/ 26889 h 76176"/>
                  <a:gd name="connsiteX14" fmla="*/ 82636 w 303327"/>
                  <a:gd name="connsiteY14" fmla="*/ 30064 h 76176"/>
                  <a:gd name="connsiteX15" fmla="*/ 76286 w 303327"/>
                  <a:gd name="connsiteY15" fmla="*/ 55464 h 76176"/>
                  <a:gd name="connsiteX16" fmla="*/ 73111 w 303327"/>
                  <a:gd name="connsiteY16" fmla="*/ 68164 h 76176"/>
                  <a:gd name="connsiteX17" fmla="*/ 57236 w 303327"/>
                  <a:gd name="connsiteY17" fmla="*/ 55464 h 76176"/>
                  <a:gd name="connsiteX18" fmla="*/ 86 w 303327"/>
                  <a:gd name="connsiteY18" fmla="*/ 39589 h 76176"/>
                  <a:gd name="connsiteX0" fmla="*/ 575 w 303816"/>
                  <a:gd name="connsiteY0" fmla="*/ 39589 h 76176"/>
                  <a:gd name="connsiteX1" fmla="*/ 72012 w 303816"/>
                  <a:gd name="connsiteY1" fmla="*/ 2282 h 76176"/>
                  <a:gd name="connsiteX2" fmla="*/ 132230 w 303816"/>
                  <a:gd name="connsiteY2" fmla="*/ 6708 h 76176"/>
                  <a:gd name="connsiteX3" fmla="*/ 181550 w 303816"/>
                  <a:gd name="connsiteY3" fmla="*/ 695 h 76176"/>
                  <a:gd name="connsiteX4" fmla="*/ 245050 w 303816"/>
                  <a:gd name="connsiteY4" fmla="*/ 23714 h 76176"/>
                  <a:gd name="connsiteX5" fmla="*/ 295056 w 303816"/>
                  <a:gd name="connsiteY5" fmla="*/ 39589 h 76176"/>
                  <a:gd name="connsiteX6" fmla="*/ 302200 w 303816"/>
                  <a:gd name="connsiteY6" fmla="*/ 61020 h 76176"/>
                  <a:gd name="connsiteX7" fmla="*/ 276800 w 303816"/>
                  <a:gd name="connsiteY7" fmla="*/ 49114 h 76176"/>
                  <a:gd name="connsiteX8" fmla="*/ 241875 w 303816"/>
                  <a:gd name="connsiteY8" fmla="*/ 27682 h 76176"/>
                  <a:gd name="connsiteX9" fmla="*/ 213300 w 303816"/>
                  <a:gd name="connsiteY9" fmla="*/ 45939 h 76176"/>
                  <a:gd name="connsiteX10" fmla="*/ 197425 w 303816"/>
                  <a:gd name="connsiteY10" fmla="*/ 74514 h 76176"/>
                  <a:gd name="connsiteX11" fmla="*/ 175200 w 303816"/>
                  <a:gd name="connsiteY11" fmla="*/ 68164 h 76176"/>
                  <a:gd name="connsiteX12" fmla="*/ 172025 w 303816"/>
                  <a:gd name="connsiteY12" fmla="*/ 30064 h 76176"/>
                  <a:gd name="connsiteX13" fmla="*/ 137100 w 303816"/>
                  <a:gd name="connsiteY13" fmla="*/ 26889 h 76176"/>
                  <a:gd name="connsiteX14" fmla="*/ 83125 w 303816"/>
                  <a:gd name="connsiteY14" fmla="*/ 30064 h 76176"/>
                  <a:gd name="connsiteX15" fmla="*/ 76775 w 303816"/>
                  <a:gd name="connsiteY15" fmla="*/ 55464 h 76176"/>
                  <a:gd name="connsiteX16" fmla="*/ 73600 w 303816"/>
                  <a:gd name="connsiteY16" fmla="*/ 68164 h 76176"/>
                  <a:gd name="connsiteX17" fmla="*/ 57725 w 303816"/>
                  <a:gd name="connsiteY17" fmla="*/ 55464 h 76176"/>
                  <a:gd name="connsiteX18" fmla="*/ 39362 w 303816"/>
                  <a:gd name="connsiteY18" fmla="*/ 30520 h 76176"/>
                  <a:gd name="connsiteX19" fmla="*/ 575 w 303816"/>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57396 w 303487"/>
                  <a:gd name="connsiteY17" fmla="*/ 55464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64540 w 303487"/>
                  <a:gd name="connsiteY17" fmla="*/ 67370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73271 w 303487"/>
                  <a:gd name="connsiteY16" fmla="*/ 68164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76446 w 303487"/>
                  <a:gd name="connsiteY15" fmla="*/ 55464 h 76176"/>
                  <a:gd name="connsiteX16" fmla="*/ 85177 w 303487"/>
                  <a:gd name="connsiteY16" fmla="*/ 72926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48558 w 303487"/>
                  <a:gd name="connsiteY18" fmla="*/ 30520 h 76176"/>
                  <a:gd name="connsiteX19" fmla="*/ 246 w 303487"/>
                  <a:gd name="connsiteY19"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2796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62845 w 303487"/>
                  <a:gd name="connsiteY18" fmla="*/ 35283 h 76176"/>
                  <a:gd name="connsiteX19" fmla="*/ 48558 w 303487"/>
                  <a:gd name="connsiteY19" fmla="*/ 30520 h 76176"/>
                  <a:gd name="connsiteX20" fmla="*/ 246 w 303487"/>
                  <a:gd name="connsiteY20" fmla="*/ 39589 h 76176"/>
                  <a:gd name="connsiteX0" fmla="*/ 246 w 303487"/>
                  <a:gd name="connsiteY0" fmla="*/ 39589 h 76176"/>
                  <a:gd name="connsiteX1" fmla="*/ 71683 w 303487"/>
                  <a:gd name="connsiteY1" fmla="*/ 2282 h 76176"/>
                  <a:gd name="connsiteX2" fmla="*/ 131901 w 303487"/>
                  <a:gd name="connsiteY2" fmla="*/ 6708 h 76176"/>
                  <a:gd name="connsiteX3" fmla="*/ 181221 w 303487"/>
                  <a:gd name="connsiteY3" fmla="*/ 695 h 76176"/>
                  <a:gd name="connsiteX4" fmla="*/ 244721 w 303487"/>
                  <a:gd name="connsiteY4" fmla="*/ 23714 h 76176"/>
                  <a:gd name="connsiteX5" fmla="*/ 294727 w 303487"/>
                  <a:gd name="connsiteY5" fmla="*/ 39589 h 76176"/>
                  <a:gd name="connsiteX6" fmla="*/ 301871 w 303487"/>
                  <a:gd name="connsiteY6" fmla="*/ 61020 h 76176"/>
                  <a:gd name="connsiteX7" fmla="*/ 276471 w 303487"/>
                  <a:gd name="connsiteY7" fmla="*/ 49114 h 76176"/>
                  <a:gd name="connsiteX8" fmla="*/ 241546 w 303487"/>
                  <a:gd name="connsiteY8" fmla="*/ 27682 h 76176"/>
                  <a:gd name="connsiteX9" fmla="*/ 212971 w 303487"/>
                  <a:gd name="connsiteY9" fmla="*/ 45939 h 76176"/>
                  <a:gd name="connsiteX10" fmla="*/ 197096 w 303487"/>
                  <a:gd name="connsiteY10" fmla="*/ 74514 h 76176"/>
                  <a:gd name="connsiteX11" fmla="*/ 174871 w 303487"/>
                  <a:gd name="connsiteY11" fmla="*/ 68164 h 76176"/>
                  <a:gd name="connsiteX12" fmla="*/ 171696 w 303487"/>
                  <a:gd name="connsiteY12" fmla="*/ 30064 h 76176"/>
                  <a:gd name="connsiteX13" fmla="*/ 136771 w 303487"/>
                  <a:gd name="connsiteY13" fmla="*/ 26889 h 76176"/>
                  <a:gd name="connsiteX14" fmla="*/ 89939 w 303487"/>
                  <a:gd name="connsiteY14" fmla="*/ 30064 h 76176"/>
                  <a:gd name="connsiteX15" fmla="*/ 88352 w 303487"/>
                  <a:gd name="connsiteY15" fmla="*/ 60226 h 76176"/>
                  <a:gd name="connsiteX16" fmla="*/ 85177 w 303487"/>
                  <a:gd name="connsiteY16" fmla="*/ 72926 h 76176"/>
                  <a:gd name="connsiteX17" fmla="*/ 71684 w 303487"/>
                  <a:gd name="connsiteY17" fmla="*/ 69751 h 76176"/>
                  <a:gd name="connsiteX18" fmla="*/ 62845 w 303487"/>
                  <a:gd name="connsiteY18" fmla="*/ 35283 h 76176"/>
                  <a:gd name="connsiteX19" fmla="*/ 48558 w 303487"/>
                  <a:gd name="connsiteY19" fmla="*/ 30520 h 76176"/>
                  <a:gd name="connsiteX20" fmla="*/ 246 w 303487"/>
                  <a:gd name="connsiteY20" fmla="*/ 39589 h 76176"/>
                  <a:gd name="connsiteX0" fmla="*/ 246 w 303487"/>
                  <a:gd name="connsiteY0" fmla="*/ 39589 h 85198"/>
                  <a:gd name="connsiteX1" fmla="*/ 71683 w 303487"/>
                  <a:gd name="connsiteY1" fmla="*/ 2282 h 85198"/>
                  <a:gd name="connsiteX2" fmla="*/ 131901 w 303487"/>
                  <a:gd name="connsiteY2" fmla="*/ 6708 h 85198"/>
                  <a:gd name="connsiteX3" fmla="*/ 181221 w 303487"/>
                  <a:gd name="connsiteY3" fmla="*/ 695 h 85198"/>
                  <a:gd name="connsiteX4" fmla="*/ 244721 w 303487"/>
                  <a:gd name="connsiteY4" fmla="*/ 23714 h 85198"/>
                  <a:gd name="connsiteX5" fmla="*/ 294727 w 303487"/>
                  <a:gd name="connsiteY5" fmla="*/ 39589 h 85198"/>
                  <a:gd name="connsiteX6" fmla="*/ 301871 w 303487"/>
                  <a:gd name="connsiteY6" fmla="*/ 61020 h 85198"/>
                  <a:gd name="connsiteX7" fmla="*/ 276471 w 303487"/>
                  <a:gd name="connsiteY7" fmla="*/ 49114 h 85198"/>
                  <a:gd name="connsiteX8" fmla="*/ 241546 w 303487"/>
                  <a:gd name="connsiteY8" fmla="*/ 27682 h 85198"/>
                  <a:gd name="connsiteX9" fmla="*/ 212971 w 303487"/>
                  <a:gd name="connsiteY9" fmla="*/ 45939 h 85198"/>
                  <a:gd name="connsiteX10" fmla="*/ 197096 w 303487"/>
                  <a:gd name="connsiteY10" fmla="*/ 74514 h 85198"/>
                  <a:gd name="connsiteX11" fmla="*/ 177253 w 303487"/>
                  <a:gd name="connsiteY11" fmla="*/ 82451 h 85198"/>
                  <a:gd name="connsiteX12" fmla="*/ 171696 w 303487"/>
                  <a:gd name="connsiteY12" fmla="*/ 30064 h 85198"/>
                  <a:gd name="connsiteX13" fmla="*/ 136771 w 303487"/>
                  <a:gd name="connsiteY13" fmla="*/ 26889 h 85198"/>
                  <a:gd name="connsiteX14" fmla="*/ 89939 w 303487"/>
                  <a:gd name="connsiteY14" fmla="*/ 30064 h 85198"/>
                  <a:gd name="connsiteX15" fmla="*/ 88352 w 303487"/>
                  <a:gd name="connsiteY15" fmla="*/ 60226 h 85198"/>
                  <a:gd name="connsiteX16" fmla="*/ 85177 w 303487"/>
                  <a:gd name="connsiteY16" fmla="*/ 72926 h 85198"/>
                  <a:gd name="connsiteX17" fmla="*/ 71684 w 303487"/>
                  <a:gd name="connsiteY17" fmla="*/ 69751 h 85198"/>
                  <a:gd name="connsiteX18" fmla="*/ 62845 w 303487"/>
                  <a:gd name="connsiteY18" fmla="*/ 35283 h 85198"/>
                  <a:gd name="connsiteX19" fmla="*/ 48558 w 303487"/>
                  <a:gd name="connsiteY19" fmla="*/ 30520 h 85198"/>
                  <a:gd name="connsiteX20" fmla="*/ 246 w 303487"/>
                  <a:gd name="connsiteY20" fmla="*/ 39589 h 85198"/>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41546 w 303487"/>
                  <a:gd name="connsiteY8" fmla="*/ 27682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41546 w 303487"/>
                  <a:gd name="connsiteY8" fmla="*/ 27682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487"/>
                  <a:gd name="connsiteY0" fmla="*/ 39589 h 87665"/>
                  <a:gd name="connsiteX1" fmla="*/ 71683 w 303487"/>
                  <a:gd name="connsiteY1" fmla="*/ 2282 h 87665"/>
                  <a:gd name="connsiteX2" fmla="*/ 131901 w 303487"/>
                  <a:gd name="connsiteY2" fmla="*/ 6708 h 87665"/>
                  <a:gd name="connsiteX3" fmla="*/ 181221 w 303487"/>
                  <a:gd name="connsiteY3" fmla="*/ 695 h 87665"/>
                  <a:gd name="connsiteX4" fmla="*/ 244721 w 303487"/>
                  <a:gd name="connsiteY4" fmla="*/ 23714 h 87665"/>
                  <a:gd name="connsiteX5" fmla="*/ 294727 w 303487"/>
                  <a:gd name="connsiteY5" fmla="*/ 39589 h 87665"/>
                  <a:gd name="connsiteX6" fmla="*/ 301871 w 303487"/>
                  <a:gd name="connsiteY6" fmla="*/ 61020 h 87665"/>
                  <a:gd name="connsiteX7" fmla="*/ 276471 w 303487"/>
                  <a:gd name="connsiteY7" fmla="*/ 49114 h 87665"/>
                  <a:gd name="connsiteX8" fmla="*/ 239165 w 303487"/>
                  <a:gd name="connsiteY8" fmla="*/ 44350 h 87665"/>
                  <a:gd name="connsiteX9" fmla="*/ 212971 w 303487"/>
                  <a:gd name="connsiteY9" fmla="*/ 45939 h 87665"/>
                  <a:gd name="connsiteX10" fmla="*/ 199477 w 303487"/>
                  <a:gd name="connsiteY10" fmla="*/ 81658 h 87665"/>
                  <a:gd name="connsiteX11" fmla="*/ 177253 w 303487"/>
                  <a:gd name="connsiteY11" fmla="*/ 82451 h 87665"/>
                  <a:gd name="connsiteX12" fmla="*/ 171696 w 303487"/>
                  <a:gd name="connsiteY12" fmla="*/ 30064 h 87665"/>
                  <a:gd name="connsiteX13" fmla="*/ 136771 w 303487"/>
                  <a:gd name="connsiteY13" fmla="*/ 26889 h 87665"/>
                  <a:gd name="connsiteX14" fmla="*/ 89939 w 303487"/>
                  <a:gd name="connsiteY14" fmla="*/ 30064 h 87665"/>
                  <a:gd name="connsiteX15" fmla="*/ 88352 w 303487"/>
                  <a:gd name="connsiteY15" fmla="*/ 60226 h 87665"/>
                  <a:gd name="connsiteX16" fmla="*/ 85177 w 303487"/>
                  <a:gd name="connsiteY16" fmla="*/ 72926 h 87665"/>
                  <a:gd name="connsiteX17" fmla="*/ 71684 w 303487"/>
                  <a:gd name="connsiteY17" fmla="*/ 69751 h 87665"/>
                  <a:gd name="connsiteX18" fmla="*/ 62845 w 303487"/>
                  <a:gd name="connsiteY18" fmla="*/ 35283 h 87665"/>
                  <a:gd name="connsiteX19" fmla="*/ 48558 w 303487"/>
                  <a:gd name="connsiteY19" fmla="*/ 30520 h 87665"/>
                  <a:gd name="connsiteX20" fmla="*/ 246 w 303487"/>
                  <a:gd name="connsiteY20" fmla="*/ 39589 h 87665"/>
                  <a:gd name="connsiteX0" fmla="*/ 246 w 303321"/>
                  <a:gd name="connsiteY0" fmla="*/ 39322 h 87398"/>
                  <a:gd name="connsiteX1" fmla="*/ 71683 w 303321"/>
                  <a:gd name="connsiteY1" fmla="*/ 2015 h 87398"/>
                  <a:gd name="connsiteX2" fmla="*/ 131901 w 303321"/>
                  <a:gd name="connsiteY2" fmla="*/ 6441 h 87398"/>
                  <a:gd name="connsiteX3" fmla="*/ 181221 w 303321"/>
                  <a:gd name="connsiteY3" fmla="*/ 428 h 87398"/>
                  <a:gd name="connsiteX4" fmla="*/ 249483 w 303321"/>
                  <a:gd name="connsiteY4" fmla="*/ 18685 h 87398"/>
                  <a:gd name="connsiteX5" fmla="*/ 294727 w 303321"/>
                  <a:gd name="connsiteY5" fmla="*/ 39322 h 87398"/>
                  <a:gd name="connsiteX6" fmla="*/ 301871 w 303321"/>
                  <a:gd name="connsiteY6" fmla="*/ 60753 h 87398"/>
                  <a:gd name="connsiteX7" fmla="*/ 276471 w 303321"/>
                  <a:gd name="connsiteY7" fmla="*/ 48847 h 87398"/>
                  <a:gd name="connsiteX8" fmla="*/ 239165 w 303321"/>
                  <a:gd name="connsiteY8" fmla="*/ 44083 h 87398"/>
                  <a:gd name="connsiteX9" fmla="*/ 212971 w 303321"/>
                  <a:gd name="connsiteY9" fmla="*/ 45672 h 87398"/>
                  <a:gd name="connsiteX10" fmla="*/ 199477 w 303321"/>
                  <a:gd name="connsiteY10" fmla="*/ 81391 h 87398"/>
                  <a:gd name="connsiteX11" fmla="*/ 177253 w 303321"/>
                  <a:gd name="connsiteY11" fmla="*/ 82184 h 87398"/>
                  <a:gd name="connsiteX12" fmla="*/ 171696 w 303321"/>
                  <a:gd name="connsiteY12" fmla="*/ 29797 h 87398"/>
                  <a:gd name="connsiteX13" fmla="*/ 136771 w 303321"/>
                  <a:gd name="connsiteY13" fmla="*/ 26622 h 87398"/>
                  <a:gd name="connsiteX14" fmla="*/ 89939 w 303321"/>
                  <a:gd name="connsiteY14" fmla="*/ 29797 h 87398"/>
                  <a:gd name="connsiteX15" fmla="*/ 88352 w 303321"/>
                  <a:gd name="connsiteY15" fmla="*/ 59959 h 87398"/>
                  <a:gd name="connsiteX16" fmla="*/ 85177 w 303321"/>
                  <a:gd name="connsiteY16" fmla="*/ 72659 h 87398"/>
                  <a:gd name="connsiteX17" fmla="*/ 71684 w 303321"/>
                  <a:gd name="connsiteY17" fmla="*/ 69484 h 87398"/>
                  <a:gd name="connsiteX18" fmla="*/ 62845 w 303321"/>
                  <a:gd name="connsiteY18" fmla="*/ 35016 h 87398"/>
                  <a:gd name="connsiteX19" fmla="*/ 48558 w 303321"/>
                  <a:gd name="connsiteY19" fmla="*/ 30253 h 87398"/>
                  <a:gd name="connsiteX20" fmla="*/ 246 w 303321"/>
                  <a:gd name="connsiteY20" fmla="*/ 39322 h 87398"/>
                  <a:gd name="connsiteX0" fmla="*/ 246 w 303321"/>
                  <a:gd name="connsiteY0" fmla="*/ 39322 h 87398"/>
                  <a:gd name="connsiteX1" fmla="*/ 71683 w 303321"/>
                  <a:gd name="connsiteY1" fmla="*/ 2015 h 87398"/>
                  <a:gd name="connsiteX2" fmla="*/ 131901 w 303321"/>
                  <a:gd name="connsiteY2" fmla="*/ 6441 h 87398"/>
                  <a:gd name="connsiteX3" fmla="*/ 181221 w 303321"/>
                  <a:gd name="connsiteY3" fmla="*/ 428 h 87398"/>
                  <a:gd name="connsiteX4" fmla="*/ 249483 w 303321"/>
                  <a:gd name="connsiteY4" fmla="*/ 18685 h 87398"/>
                  <a:gd name="connsiteX5" fmla="*/ 294727 w 303321"/>
                  <a:gd name="connsiteY5" fmla="*/ 39322 h 87398"/>
                  <a:gd name="connsiteX6" fmla="*/ 301871 w 303321"/>
                  <a:gd name="connsiteY6" fmla="*/ 60753 h 87398"/>
                  <a:gd name="connsiteX7" fmla="*/ 276471 w 303321"/>
                  <a:gd name="connsiteY7" fmla="*/ 48847 h 87398"/>
                  <a:gd name="connsiteX8" fmla="*/ 243928 w 303321"/>
                  <a:gd name="connsiteY8" fmla="*/ 29796 h 87398"/>
                  <a:gd name="connsiteX9" fmla="*/ 212971 w 303321"/>
                  <a:gd name="connsiteY9" fmla="*/ 45672 h 87398"/>
                  <a:gd name="connsiteX10" fmla="*/ 199477 w 303321"/>
                  <a:gd name="connsiteY10" fmla="*/ 81391 h 87398"/>
                  <a:gd name="connsiteX11" fmla="*/ 177253 w 303321"/>
                  <a:gd name="connsiteY11" fmla="*/ 82184 h 87398"/>
                  <a:gd name="connsiteX12" fmla="*/ 171696 w 303321"/>
                  <a:gd name="connsiteY12" fmla="*/ 29797 h 87398"/>
                  <a:gd name="connsiteX13" fmla="*/ 136771 w 303321"/>
                  <a:gd name="connsiteY13" fmla="*/ 26622 h 87398"/>
                  <a:gd name="connsiteX14" fmla="*/ 89939 w 303321"/>
                  <a:gd name="connsiteY14" fmla="*/ 29797 h 87398"/>
                  <a:gd name="connsiteX15" fmla="*/ 88352 w 303321"/>
                  <a:gd name="connsiteY15" fmla="*/ 59959 h 87398"/>
                  <a:gd name="connsiteX16" fmla="*/ 85177 w 303321"/>
                  <a:gd name="connsiteY16" fmla="*/ 72659 h 87398"/>
                  <a:gd name="connsiteX17" fmla="*/ 71684 w 303321"/>
                  <a:gd name="connsiteY17" fmla="*/ 69484 h 87398"/>
                  <a:gd name="connsiteX18" fmla="*/ 62845 w 303321"/>
                  <a:gd name="connsiteY18" fmla="*/ 35016 h 87398"/>
                  <a:gd name="connsiteX19" fmla="*/ 48558 w 303321"/>
                  <a:gd name="connsiteY19" fmla="*/ 30253 h 87398"/>
                  <a:gd name="connsiteX20" fmla="*/ 246 w 303321"/>
                  <a:gd name="connsiteY20" fmla="*/ 39322 h 87398"/>
                  <a:gd name="connsiteX0" fmla="*/ 246 w 303321"/>
                  <a:gd name="connsiteY0" fmla="*/ 39322 h 88489"/>
                  <a:gd name="connsiteX1" fmla="*/ 71683 w 303321"/>
                  <a:gd name="connsiteY1" fmla="*/ 2015 h 88489"/>
                  <a:gd name="connsiteX2" fmla="*/ 131901 w 303321"/>
                  <a:gd name="connsiteY2" fmla="*/ 6441 h 88489"/>
                  <a:gd name="connsiteX3" fmla="*/ 181221 w 303321"/>
                  <a:gd name="connsiteY3" fmla="*/ 428 h 88489"/>
                  <a:gd name="connsiteX4" fmla="*/ 249483 w 303321"/>
                  <a:gd name="connsiteY4" fmla="*/ 18685 h 88489"/>
                  <a:gd name="connsiteX5" fmla="*/ 294727 w 303321"/>
                  <a:gd name="connsiteY5" fmla="*/ 39322 h 88489"/>
                  <a:gd name="connsiteX6" fmla="*/ 301871 w 303321"/>
                  <a:gd name="connsiteY6" fmla="*/ 60753 h 88489"/>
                  <a:gd name="connsiteX7" fmla="*/ 276471 w 303321"/>
                  <a:gd name="connsiteY7" fmla="*/ 48847 h 88489"/>
                  <a:gd name="connsiteX8" fmla="*/ 243928 w 303321"/>
                  <a:gd name="connsiteY8" fmla="*/ 29796 h 88489"/>
                  <a:gd name="connsiteX9" fmla="*/ 208209 w 303321"/>
                  <a:gd name="connsiteY9" fmla="*/ 26622 h 88489"/>
                  <a:gd name="connsiteX10" fmla="*/ 199477 w 303321"/>
                  <a:gd name="connsiteY10" fmla="*/ 81391 h 88489"/>
                  <a:gd name="connsiteX11" fmla="*/ 177253 w 303321"/>
                  <a:gd name="connsiteY11" fmla="*/ 82184 h 88489"/>
                  <a:gd name="connsiteX12" fmla="*/ 171696 w 303321"/>
                  <a:gd name="connsiteY12" fmla="*/ 29797 h 88489"/>
                  <a:gd name="connsiteX13" fmla="*/ 136771 w 303321"/>
                  <a:gd name="connsiteY13" fmla="*/ 26622 h 88489"/>
                  <a:gd name="connsiteX14" fmla="*/ 89939 w 303321"/>
                  <a:gd name="connsiteY14" fmla="*/ 29797 h 88489"/>
                  <a:gd name="connsiteX15" fmla="*/ 88352 w 303321"/>
                  <a:gd name="connsiteY15" fmla="*/ 59959 h 88489"/>
                  <a:gd name="connsiteX16" fmla="*/ 85177 w 303321"/>
                  <a:gd name="connsiteY16" fmla="*/ 72659 h 88489"/>
                  <a:gd name="connsiteX17" fmla="*/ 71684 w 303321"/>
                  <a:gd name="connsiteY17" fmla="*/ 69484 h 88489"/>
                  <a:gd name="connsiteX18" fmla="*/ 62845 w 303321"/>
                  <a:gd name="connsiteY18" fmla="*/ 35016 h 88489"/>
                  <a:gd name="connsiteX19" fmla="*/ 48558 w 303321"/>
                  <a:gd name="connsiteY19" fmla="*/ 30253 h 88489"/>
                  <a:gd name="connsiteX20" fmla="*/ 246 w 303321"/>
                  <a:gd name="connsiteY20" fmla="*/ 39322 h 88489"/>
                  <a:gd name="connsiteX0" fmla="*/ 246 w 302794"/>
                  <a:gd name="connsiteY0" fmla="*/ 39322 h 88489"/>
                  <a:gd name="connsiteX1" fmla="*/ 71683 w 302794"/>
                  <a:gd name="connsiteY1" fmla="*/ 2015 h 88489"/>
                  <a:gd name="connsiteX2" fmla="*/ 131901 w 302794"/>
                  <a:gd name="connsiteY2" fmla="*/ 6441 h 88489"/>
                  <a:gd name="connsiteX3" fmla="*/ 181221 w 302794"/>
                  <a:gd name="connsiteY3" fmla="*/ 428 h 88489"/>
                  <a:gd name="connsiteX4" fmla="*/ 249483 w 302794"/>
                  <a:gd name="connsiteY4" fmla="*/ 18685 h 88489"/>
                  <a:gd name="connsiteX5" fmla="*/ 294727 w 302794"/>
                  <a:gd name="connsiteY5" fmla="*/ 39322 h 88489"/>
                  <a:gd name="connsiteX6" fmla="*/ 301871 w 302794"/>
                  <a:gd name="connsiteY6" fmla="*/ 60753 h 88489"/>
                  <a:gd name="connsiteX7" fmla="*/ 283615 w 302794"/>
                  <a:gd name="connsiteY7" fmla="*/ 44085 h 88489"/>
                  <a:gd name="connsiteX8" fmla="*/ 243928 w 302794"/>
                  <a:gd name="connsiteY8" fmla="*/ 29796 h 88489"/>
                  <a:gd name="connsiteX9" fmla="*/ 208209 w 302794"/>
                  <a:gd name="connsiteY9" fmla="*/ 26622 h 88489"/>
                  <a:gd name="connsiteX10" fmla="*/ 199477 w 302794"/>
                  <a:gd name="connsiteY10" fmla="*/ 81391 h 88489"/>
                  <a:gd name="connsiteX11" fmla="*/ 177253 w 302794"/>
                  <a:gd name="connsiteY11" fmla="*/ 82184 h 88489"/>
                  <a:gd name="connsiteX12" fmla="*/ 171696 w 302794"/>
                  <a:gd name="connsiteY12" fmla="*/ 29797 h 88489"/>
                  <a:gd name="connsiteX13" fmla="*/ 136771 w 302794"/>
                  <a:gd name="connsiteY13" fmla="*/ 26622 h 88489"/>
                  <a:gd name="connsiteX14" fmla="*/ 89939 w 302794"/>
                  <a:gd name="connsiteY14" fmla="*/ 29797 h 88489"/>
                  <a:gd name="connsiteX15" fmla="*/ 88352 w 302794"/>
                  <a:gd name="connsiteY15" fmla="*/ 59959 h 88489"/>
                  <a:gd name="connsiteX16" fmla="*/ 85177 w 302794"/>
                  <a:gd name="connsiteY16" fmla="*/ 72659 h 88489"/>
                  <a:gd name="connsiteX17" fmla="*/ 71684 w 302794"/>
                  <a:gd name="connsiteY17" fmla="*/ 69484 h 88489"/>
                  <a:gd name="connsiteX18" fmla="*/ 62845 w 302794"/>
                  <a:gd name="connsiteY18" fmla="*/ 35016 h 88489"/>
                  <a:gd name="connsiteX19" fmla="*/ 48558 w 302794"/>
                  <a:gd name="connsiteY19" fmla="*/ 30253 h 88489"/>
                  <a:gd name="connsiteX20" fmla="*/ 246 w 302794"/>
                  <a:gd name="connsiteY20" fmla="*/ 39322 h 88489"/>
                  <a:gd name="connsiteX0" fmla="*/ 246 w 306519"/>
                  <a:gd name="connsiteY0" fmla="*/ 39322 h 88489"/>
                  <a:gd name="connsiteX1" fmla="*/ 71683 w 306519"/>
                  <a:gd name="connsiteY1" fmla="*/ 2015 h 88489"/>
                  <a:gd name="connsiteX2" fmla="*/ 131901 w 306519"/>
                  <a:gd name="connsiteY2" fmla="*/ 6441 h 88489"/>
                  <a:gd name="connsiteX3" fmla="*/ 181221 w 306519"/>
                  <a:gd name="connsiteY3" fmla="*/ 428 h 88489"/>
                  <a:gd name="connsiteX4" fmla="*/ 249483 w 306519"/>
                  <a:gd name="connsiteY4" fmla="*/ 18685 h 88489"/>
                  <a:gd name="connsiteX5" fmla="*/ 301871 w 306519"/>
                  <a:gd name="connsiteY5" fmla="*/ 46466 h 88489"/>
                  <a:gd name="connsiteX6" fmla="*/ 301871 w 306519"/>
                  <a:gd name="connsiteY6" fmla="*/ 60753 h 88489"/>
                  <a:gd name="connsiteX7" fmla="*/ 283615 w 306519"/>
                  <a:gd name="connsiteY7" fmla="*/ 44085 h 88489"/>
                  <a:gd name="connsiteX8" fmla="*/ 243928 w 306519"/>
                  <a:gd name="connsiteY8" fmla="*/ 29796 h 88489"/>
                  <a:gd name="connsiteX9" fmla="*/ 208209 w 306519"/>
                  <a:gd name="connsiteY9" fmla="*/ 26622 h 88489"/>
                  <a:gd name="connsiteX10" fmla="*/ 199477 w 306519"/>
                  <a:gd name="connsiteY10" fmla="*/ 81391 h 88489"/>
                  <a:gd name="connsiteX11" fmla="*/ 177253 w 306519"/>
                  <a:gd name="connsiteY11" fmla="*/ 82184 h 88489"/>
                  <a:gd name="connsiteX12" fmla="*/ 171696 w 306519"/>
                  <a:gd name="connsiteY12" fmla="*/ 29797 h 88489"/>
                  <a:gd name="connsiteX13" fmla="*/ 136771 w 306519"/>
                  <a:gd name="connsiteY13" fmla="*/ 26622 h 88489"/>
                  <a:gd name="connsiteX14" fmla="*/ 89939 w 306519"/>
                  <a:gd name="connsiteY14" fmla="*/ 29797 h 88489"/>
                  <a:gd name="connsiteX15" fmla="*/ 88352 w 306519"/>
                  <a:gd name="connsiteY15" fmla="*/ 59959 h 88489"/>
                  <a:gd name="connsiteX16" fmla="*/ 85177 w 306519"/>
                  <a:gd name="connsiteY16" fmla="*/ 72659 h 88489"/>
                  <a:gd name="connsiteX17" fmla="*/ 71684 w 306519"/>
                  <a:gd name="connsiteY17" fmla="*/ 69484 h 88489"/>
                  <a:gd name="connsiteX18" fmla="*/ 62845 w 306519"/>
                  <a:gd name="connsiteY18" fmla="*/ 35016 h 88489"/>
                  <a:gd name="connsiteX19" fmla="*/ 48558 w 306519"/>
                  <a:gd name="connsiteY19" fmla="*/ 30253 h 88489"/>
                  <a:gd name="connsiteX20" fmla="*/ 246 w 306519"/>
                  <a:gd name="connsiteY20" fmla="*/ 39322 h 8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6519" h="88489">
                    <a:moveTo>
                      <a:pt x="246" y="39322"/>
                    </a:moveTo>
                    <a:cubicBezTo>
                      <a:pt x="4100" y="34616"/>
                      <a:pt x="49740" y="7495"/>
                      <a:pt x="71683" y="2015"/>
                    </a:cubicBezTo>
                    <a:cubicBezTo>
                      <a:pt x="93626" y="-3465"/>
                      <a:pt x="109676" y="8690"/>
                      <a:pt x="131901" y="6441"/>
                    </a:cubicBezTo>
                    <a:cubicBezTo>
                      <a:pt x="154126" y="4192"/>
                      <a:pt x="161624" y="-1613"/>
                      <a:pt x="181221" y="428"/>
                    </a:cubicBezTo>
                    <a:cubicBezTo>
                      <a:pt x="200818" y="2469"/>
                      <a:pt x="229375" y="11012"/>
                      <a:pt x="249483" y="18685"/>
                    </a:cubicBezTo>
                    <a:cubicBezTo>
                      <a:pt x="269591" y="26358"/>
                      <a:pt x="293140" y="39455"/>
                      <a:pt x="301871" y="46466"/>
                    </a:cubicBezTo>
                    <a:cubicBezTo>
                      <a:pt x="310602" y="53477"/>
                      <a:pt x="304914" y="61150"/>
                      <a:pt x="301871" y="60753"/>
                    </a:cubicBezTo>
                    <a:cubicBezTo>
                      <a:pt x="298828" y="60356"/>
                      <a:pt x="293272" y="49244"/>
                      <a:pt x="283615" y="44085"/>
                    </a:cubicBezTo>
                    <a:cubicBezTo>
                      <a:pt x="273958" y="38926"/>
                      <a:pt x="256496" y="32706"/>
                      <a:pt x="243928" y="29796"/>
                    </a:cubicBezTo>
                    <a:cubicBezTo>
                      <a:pt x="231360" y="26886"/>
                      <a:pt x="215617" y="18023"/>
                      <a:pt x="208209" y="26622"/>
                    </a:cubicBezTo>
                    <a:cubicBezTo>
                      <a:pt x="200801" y="35221"/>
                      <a:pt x="204636" y="72131"/>
                      <a:pt x="199477" y="81391"/>
                    </a:cubicBezTo>
                    <a:cubicBezTo>
                      <a:pt x="194318" y="90651"/>
                      <a:pt x="181883" y="90783"/>
                      <a:pt x="177253" y="82184"/>
                    </a:cubicBezTo>
                    <a:cubicBezTo>
                      <a:pt x="172623" y="73585"/>
                      <a:pt x="178443" y="39057"/>
                      <a:pt x="171696" y="29797"/>
                    </a:cubicBezTo>
                    <a:cubicBezTo>
                      <a:pt x="164949" y="20537"/>
                      <a:pt x="150397" y="26622"/>
                      <a:pt x="136771" y="26622"/>
                    </a:cubicBezTo>
                    <a:cubicBezTo>
                      <a:pt x="123145" y="26622"/>
                      <a:pt x="98009" y="24241"/>
                      <a:pt x="89939" y="29797"/>
                    </a:cubicBezTo>
                    <a:cubicBezTo>
                      <a:pt x="81869" y="35353"/>
                      <a:pt x="89146" y="52815"/>
                      <a:pt x="88352" y="59959"/>
                    </a:cubicBezTo>
                    <a:cubicBezTo>
                      <a:pt x="87558" y="67103"/>
                      <a:pt x="88352" y="72659"/>
                      <a:pt x="85177" y="72659"/>
                    </a:cubicBezTo>
                    <a:cubicBezTo>
                      <a:pt x="82002" y="72659"/>
                      <a:pt x="75406" y="75758"/>
                      <a:pt x="71684" y="69484"/>
                    </a:cubicBezTo>
                    <a:cubicBezTo>
                      <a:pt x="67962" y="63210"/>
                      <a:pt x="66699" y="41554"/>
                      <a:pt x="62845" y="35016"/>
                    </a:cubicBezTo>
                    <a:cubicBezTo>
                      <a:pt x="58991" y="28478"/>
                      <a:pt x="57800" y="31123"/>
                      <a:pt x="48558" y="30253"/>
                    </a:cubicBezTo>
                    <a:cubicBezTo>
                      <a:pt x="39033" y="27607"/>
                      <a:pt x="-3608" y="44028"/>
                      <a:pt x="246" y="39322"/>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1" name="Freeform: Shape 1420">
              <a:extLst>
                <a:ext uri="{FF2B5EF4-FFF2-40B4-BE49-F238E27FC236}">
                  <a16:creationId xmlns:a16="http://schemas.microsoft.com/office/drawing/2014/main" id="{3556C39F-97F8-3161-077B-78BF62715128}"/>
                </a:ext>
              </a:extLst>
            </p:cNvPr>
            <p:cNvSpPr/>
            <p:nvPr/>
          </p:nvSpPr>
          <p:spPr>
            <a:xfrm>
              <a:off x="5332183" y="1166336"/>
              <a:ext cx="58241" cy="271190"/>
            </a:xfrm>
            <a:custGeom>
              <a:avLst/>
              <a:gdLst>
                <a:gd name="connsiteX0" fmla="*/ 1785 w 76697"/>
                <a:gd name="connsiteY0" fmla="*/ 76210 h 342949"/>
                <a:gd name="connsiteX1" fmla="*/ 16072 w 76697"/>
                <a:gd name="connsiteY1" fmla="*/ 171460 h 342949"/>
                <a:gd name="connsiteX2" fmla="*/ 75604 w 76697"/>
                <a:gd name="connsiteY2" fmla="*/ 342910 h 342949"/>
                <a:gd name="connsiteX3" fmla="*/ 51791 w 76697"/>
                <a:gd name="connsiteY3" fmla="*/ 185748 h 342949"/>
                <a:gd name="connsiteX4" fmla="*/ 16072 w 76697"/>
                <a:gd name="connsiteY4" fmla="*/ 26204 h 342949"/>
                <a:gd name="connsiteX5" fmla="*/ 1785 w 76697"/>
                <a:gd name="connsiteY5" fmla="*/ 2391 h 342949"/>
                <a:gd name="connsiteX6" fmla="*/ 1785 w 76697"/>
                <a:gd name="connsiteY6" fmla="*/ 76210 h 342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97" h="342949">
                  <a:moveTo>
                    <a:pt x="1785" y="76210"/>
                  </a:moveTo>
                  <a:cubicBezTo>
                    <a:pt x="4166" y="104388"/>
                    <a:pt x="3769" y="127010"/>
                    <a:pt x="16072" y="171460"/>
                  </a:cubicBezTo>
                  <a:cubicBezTo>
                    <a:pt x="28375" y="215910"/>
                    <a:pt x="69651" y="340529"/>
                    <a:pt x="75604" y="342910"/>
                  </a:cubicBezTo>
                  <a:cubicBezTo>
                    <a:pt x="81557" y="345291"/>
                    <a:pt x="61713" y="238532"/>
                    <a:pt x="51791" y="185748"/>
                  </a:cubicBezTo>
                  <a:cubicBezTo>
                    <a:pt x="41869" y="132964"/>
                    <a:pt x="24406" y="56763"/>
                    <a:pt x="16072" y="26204"/>
                  </a:cubicBezTo>
                  <a:cubicBezTo>
                    <a:pt x="7738" y="-4355"/>
                    <a:pt x="4166" y="-1578"/>
                    <a:pt x="1785" y="2391"/>
                  </a:cubicBezTo>
                  <a:cubicBezTo>
                    <a:pt x="-596" y="6360"/>
                    <a:pt x="-596" y="48032"/>
                    <a:pt x="1785" y="76210"/>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Freeform: Shape 1421">
              <a:extLst>
                <a:ext uri="{FF2B5EF4-FFF2-40B4-BE49-F238E27FC236}">
                  <a16:creationId xmlns:a16="http://schemas.microsoft.com/office/drawing/2014/main" id="{AAEC3CE4-830A-723E-6846-18B379E2843C}"/>
                </a:ext>
              </a:extLst>
            </p:cNvPr>
            <p:cNvSpPr/>
            <p:nvPr/>
          </p:nvSpPr>
          <p:spPr>
            <a:xfrm>
              <a:off x="5573691" y="1288341"/>
              <a:ext cx="98141" cy="225023"/>
            </a:xfrm>
            <a:custGeom>
              <a:avLst/>
              <a:gdLst>
                <a:gd name="connsiteX0" fmla="*/ 1785 w 76697"/>
                <a:gd name="connsiteY0" fmla="*/ 76210 h 342949"/>
                <a:gd name="connsiteX1" fmla="*/ 16072 w 76697"/>
                <a:gd name="connsiteY1" fmla="*/ 171460 h 342949"/>
                <a:gd name="connsiteX2" fmla="*/ 75604 w 76697"/>
                <a:gd name="connsiteY2" fmla="*/ 342910 h 342949"/>
                <a:gd name="connsiteX3" fmla="*/ 51791 w 76697"/>
                <a:gd name="connsiteY3" fmla="*/ 185748 h 342949"/>
                <a:gd name="connsiteX4" fmla="*/ 16072 w 76697"/>
                <a:gd name="connsiteY4" fmla="*/ 26204 h 342949"/>
                <a:gd name="connsiteX5" fmla="*/ 1785 w 76697"/>
                <a:gd name="connsiteY5" fmla="*/ 2391 h 342949"/>
                <a:gd name="connsiteX6" fmla="*/ 1785 w 76697"/>
                <a:gd name="connsiteY6" fmla="*/ 76210 h 342949"/>
                <a:gd name="connsiteX0" fmla="*/ 16940 w 91852"/>
                <a:gd name="connsiteY0" fmla="*/ 66028 h 332767"/>
                <a:gd name="connsiteX1" fmla="*/ 31227 w 91852"/>
                <a:gd name="connsiteY1" fmla="*/ 161278 h 332767"/>
                <a:gd name="connsiteX2" fmla="*/ 90759 w 91852"/>
                <a:gd name="connsiteY2" fmla="*/ 332728 h 332767"/>
                <a:gd name="connsiteX3" fmla="*/ 66946 w 91852"/>
                <a:gd name="connsiteY3" fmla="*/ 175566 h 332767"/>
                <a:gd name="connsiteX4" fmla="*/ 31227 w 91852"/>
                <a:gd name="connsiteY4" fmla="*/ 16022 h 332767"/>
                <a:gd name="connsiteX5" fmla="*/ 272 w 91852"/>
                <a:gd name="connsiteY5" fmla="*/ 11259 h 332767"/>
                <a:gd name="connsiteX6" fmla="*/ 16940 w 91852"/>
                <a:gd name="connsiteY6" fmla="*/ 66028 h 332767"/>
                <a:gd name="connsiteX0" fmla="*/ 17022 w 91917"/>
                <a:gd name="connsiteY0" fmla="*/ 54785 h 321521"/>
                <a:gd name="connsiteX1" fmla="*/ 31309 w 91917"/>
                <a:gd name="connsiteY1" fmla="*/ 150035 h 321521"/>
                <a:gd name="connsiteX2" fmla="*/ 90841 w 91917"/>
                <a:gd name="connsiteY2" fmla="*/ 321485 h 321521"/>
                <a:gd name="connsiteX3" fmla="*/ 67028 w 91917"/>
                <a:gd name="connsiteY3" fmla="*/ 164323 h 321521"/>
                <a:gd name="connsiteX4" fmla="*/ 33690 w 91917"/>
                <a:gd name="connsiteY4" fmla="*/ 59547 h 321521"/>
                <a:gd name="connsiteX5" fmla="*/ 354 w 91917"/>
                <a:gd name="connsiteY5" fmla="*/ 16 h 321521"/>
                <a:gd name="connsiteX6" fmla="*/ 17022 w 91917"/>
                <a:gd name="connsiteY6" fmla="*/ 54785 h 321521"/>
                <a:gd name="connsiteX0" fmla="*/ 17022 w 94985"/>
                <a:gd name="connsiteY0" fmla="*/ 54785 h 321591"/>
                <a:gd name="connsiteX1" fmla="*/ 31309 w 94985"/>
                <a:gd name="connsiteY1" fmla="*/ 150035 h 321591"/>
                <a:gd name="connsiteX2" fmla="*/ 90841 w 94985"/>
                <a:gd name="connsiteY2" fmla="*/ 321485 h 321591"/>
                <a:gd name="connsiteX3" fmla="*/ 83697 w 94985"/>
                <a:gd name="connsiteY3" fmla="*/ 123842 h 321591"/>
                <a:gd name="connsiteX4" fmla="*/ 33690 w 94985"/>
                <a:gd name="connsiteY4" fmla="*/ 59547 h 321591"/>
                <a:gd name="connsiteX5" fmla="*/ 354 w 94985"/>
                <a:gd name="connsiteY5" fmla="*/ 16 h 321591"/>
                <a:gd name="connsiteX6" fmla="*/ 17022 w 94985"/>
                <a:gd name="connsiteY6" fmla="*/ 54785 h 321591"/>
                <a:gd name="connsiteX0" fmla="*/ 17022 w 91133"/>
                <a:gd name="connsiteY0" fmla="*/ 54785 h 321824"/>
                <a:gd name="connsiteX1" fmla="*/ 31309 w 91133"/>
                <a:gd name="connsiteY1" fmla="*/ 150035 h 321824"/>
                <a:gd name="connsiteX2" fmla="*/ 90841 w 91133"/>
                <a:gd name="connsiteY2" fmla="*/ 321485 h 321824"/>
                <a:gd name="connsiteX3" fmla="*/ 55302 w 91133"/>
                <a:gd name="connsiteY3" fmla="*/ 192086 h 321824"/>
                <a:gd name="connsiteX4" fmla="*/ 83697 w 91133"/>
                <a:gd name="connsiteY4" fmla="*/ 123842 h 321824"/>
                <a:gd name="connsiteX5" fmla="*/ 33690 w 91133"/>
                <a:gd name="connsiteY5" fmla="*/ 59547 h 321824"/>
                <a:gd name="connsiteX6" fmla="*/ 354 w 91133"/>
                <a:gd name="connsiteY6" fmla="*/ 16 h 321824"/>
                <a:gd name="connsiteX7" fmla="*/ 17022 w 91133"/>
                <a:gd name="connsiteY7" fmla="*/ 54785 h 321824"/>
                <a:gd name="connsiteX0" fmla="*/ 17022 w 83970"/>
                <a:gd name="connsiteY0" fmla="*/ 54785 h 283906"/>
                <a:gd name="connsiteX1" fmla="*/ 31309 w 83970"/>
                <a:gd name="connsiteY1" fmla="*/ 150035 h 283906"/>
                <a:gd name="connsiteX2" fmla="*/ 33691 w 83970"/>
                <a:gd name="connsiteY2" fmla="*/ 283385 h 283906"/>
                <a:gd name="connsiteX3" fmla="*/ 55302 w 83970"/>
                <a:gd name="connsiteY3" fmla="*/ 192086 h 283906"/>
                <a:gd name="connsiteX4" fmla="*/ 83697 w 83970"/>
                <a:gd name="connsiteY4" fmla="*/ 123842 h 283906"/>
                <a:gd name="connsiteX5" fmla="*/ 33690 w 83970"/>
                <a:gd name="connsiteY5" fmla="*/ 59547 h 283906"/>
                <a:gd name="connsiteX6" fmla="*/ 354 w 83970"/>
                <a:gd name="connsiteY6" fmla="*/ 16 h 283906"/>
                <a:gd name="connsiteX7" fmla="*/ 17022 w 83970"/>
                <a:gd name="connsiteY7" fmla="*/ 54785 h 283906"/>
                <a:gd name="connsiteX0" fmla="*/ 17022 w 84564"/>
                <a:gd name="connsiteY0" fmla="*/ 54785 h 285426"/>
                <a:gd name="connsiteX1" fmla="*/ 31309 w 84564"/>
                <a:gd name="connsiteY1" fmla="*/ 150035 h 285426"/>
                <a:gd name="connsiteX2" fmla="*/ 33691 w 84564"/>
                <a:gd name="connsiteY2" fmla="*/ 283385 h 285426"/>
                <a:gd name="connsiteX3" fmla="*/ 67208 w 84564"/>
                <a:gd name="connsiteY3" fmla="*/ 220661 h 285426"/>
                <a:gd name="connsiteX4" fmla="*/ 83697 w 84564"/>
                <a:gd name="connsiteY4" fmla="*/ 123842 h 285426"/>
                <a:gd name="connsiteX5" fmla="*/ 33690 w 84564"/>
                <a:gd name="connsiteY5" fmla="*/ 59547 h 285426"/>
                <a:gd name="connsiteX6" fmla="*/ 354 w 84564"/>
                <a:gd name="connsiteY6" fmla="*/ 16 h 285426"/>
                <a:gd name="connsiteX7" fmla="*/ 17022 w 84564"/>
                <a:gd name="connsiteY7" fmla="*/ 54785 h 285426"/>
                <a:gd name="connsiteX0" fmla="*/ 17059 w 84601"/>
                <a:gd name="connsiteY0" fmla="*/ 54783 h 286228"/>
                <a:gd name="connsiteX1" fmla="*/ 40871 w 84601"/>
                <a:gd name="connsiteY1" fmla="*/ 133365 h 286228"/>
                <a:gd name="connsiteX2" fmla="*/ 33728 w 84601"/>
                <a:gd name="connsiteY2" fmla="*/ 283383 h 286228"/>
                <a:gd name="connsiteX3" fmla="*/ 67245 w 84601"/>
                <a:gd name="connsiteY3" fmla="*/ 220659 h 286228"/>
                <a:gd name="connsiteX4" fmla="*/ 83734 w 84601"/>
                <a:gd name="connsiteY4" fmla="*/ 123840 h 286228"/>
                <a:gd name="connsiteX5" fmla="*/ 33727 w 84601"/>
                <a:gd name="connsiteY5" fmla="*/ 59545 h 286228"/>
                <a:gd name="connsiteX6" fmla="*/ 391 w 84601"/>
                <a:gd name="connsiteY6" fmla="*/ 14 h 286228"/>
                <a:gd name="connsiteX7" fmla="*/ 17059 w 84601"/>
                <a:gd name="connsiteY7" fmla="*/ 54783 h 286228"/>
                <a:gd name="connsiteX0" fmla="*/ 17259 w 84605"/>
                <a:gd name="connsiteY0" fmla="*/ 55015 h 286460"/>
                <a:gd name="connsiteX1" fmla="*/ 41071 w 84605"/>
                <a:gd name="connsiteY1" fmla="*/ 133597 h 286460"/>
                <a:gd name="connsiteX2" fmla="*/ 33928 w 84605"/>
                <a:gd name="connsiteY2" fmla="*/ 283615 h 286460"/>
                <a:gd name="connsiteX3" fmla="*/ 67445 w 84605"/>
                <a:gd name="connsiteY3" fmla="*/ 220891 h 286460"/>
                <a:gd name="connsiteX4" fmla="*/ 83934 w 84605"/>
                <a:gd name="connsiteY4" fmla="*/ 124072 h 286460"/>
                <a:gd name="connsiteX5" fmla="*/ 38689 w 84605"/>
                <a:gd name="connsiteY5" fmla="*/ 76446 h 286460"/>
                <a:gd name="connsiteX6" fmla="*/ 591 w 84605"/>
                <a:gd name="connsiteY6" fmla="*/ 246 h 286460"/>
                <a:gd name="connsiteX7" fmla="*/ 17259 w 84605"/>
                <a:gd name="connsiteY7" fmla="*/ 55015 h 286460"/>
                <a:gd name="connsiteX0" fmla="*/ 17259 w 129420"/>
                <a:gd name="connsiteY0" fmla="*/ 55015 h 286460"/>
                <a:gd name="connsiteX1" fmla="*/ 41071 w 129420"/>
                <a:gd name="connsiteY1" fmla="*/ 133597 h 286460"/>
                <a:gd name="connsiteX2" fmla="*/ 33928 w 129420"/>
                <a:gd name="connsiteY2" fmla="*/ 283615 h 286460"/>
                <a:gd name="connsiteX3" fmla="*/ 67445 w 129420"/>
                <a:gd name="connsiteY3" fmla="*/ 220891 h 286460"/>
                <a:gd name="connsiteX4" fmla="*/ 129178 w 129420"/>
                <a:gd name="connsiteY4" fmla="*/ 105022 h 286460"/>
                <a:gd name="connsiteX5" fmla="*/ 38689 w 129420"/>
                <a:gd name="connsiteY5" fmla="*/ 76446 h 286460"/>
                <a:gd name="connsiteX6" fmla="*/ 591 w 129420"/>
                <a:gd name="connsiteY6" fmla="*/ 246 h 286460"/>
                <a:gd name="connsiteX7" fmla="*/ 17259 w 129420"/>
                <a:gd name="connsiteY7" fmla="*/ 55015 h 286460"/>
                <a:gd name="connsiteX0" fmla="*/ 17259 w 129339"/>
                <a:gd name="connsiteY0" fmla="*/ 55015 h 284566"/>
                <a:gd name="connsiteX1" fmla="*/ 41071 w 129339"/>
                <a:gd name="connsiteY1" fmla="*/ 133597 h 284566"/>
                <a:gd name="connsiteX2" fmla="*/ 33928 w 129339"/>
                <a:gd name="connsiteY2" fmla="*/ 283615 h 284566"/>
                <a:gd name="connsiteX3" fmla="*/ 62683 w 129339"/>
                <a:gd name="connsiteY3" fmla="*/ 192316 h 284566"/>
                <a:gd name="connsiteX4" fmla="*/ 129178 w 129339"/>
                <a:gd name="connsiteY4" fmla="*/ 105022 h 284566"/>
                <a:gd name="connsiteX5" fmla="*/ 38689 w 129339"/>
                <a:gd name="connsiteY5" fmla="*/ 76446 h 284566"/>
                <a:gd name="connsiteX6" fmla="*/ 591 w 129339"/>
                <a:gd name="connsiteY6" fmla="*/ 246 h 284566"/>
                <a:gd name="connsiteX7" fmla="*/ 17259 w 129339"/>
                <a:gd name="connsiteY7" fmla="*/ 55015 h 284566"/>
                <a:gd name="connsiteX0" fmla="*/ 17259 w 129242"/>
                <a:gd name="connsiteY0" fmla="*/ 55015 h 284566"/>
                <a:gd name="connsiteX1" fmla="*/ 41071 w 129242"/>
                <a:gd name="connsiteY1" fmla="*/ 133597 h 284566"/>
                <a:gd name="connsiteX2" fmla="*/ 33928 w 129242"/>
                <a:gd name="connsiteY2" fmla="*/ 283615 h 284566"/>
                <a:gd name="connsiteX3" fmla="*/ 62683 w 129242"/>
                <a:gd name="connsiteY3" fmla="*/ 192316 h 284566"/>
                <a:gd name="connsiteX4" fmla="*/ 129178 w 129242"/>
                <a:gd name="connsiteY4" fmla="*/ 105022 h 284566"/>
                <a:gd name="connsiteX5" fmla="*/ 74269 w 129242"/>
                <a:gd name="connsiteY5" fmla="*/ 138615 h 284566"/>
                <a:gd name="connsiteX6" fmla="*/ 38689 w 129242"/>
                <a:gd name="connsiteY6" fmla="*/ 76446 h 284566"/>
                <a:gd name="connsiteX7" fmla="*/ 591 w 129242"/>
                <a:gd name="connsiteY7" fmla="*/ 246 h 284566"/>
                <a:gd name="connsiteX8" fmla="*/ 17259 w 129242"/>
                <a:gd name="connsiteY8" fmla="*/ 55015 h 284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242" h="284566">
                  <a:moveTo>
                    <a:pt x="17259" y="55015"/>
                  </a:moveTo>
                  <a:cubicBezTo>
                    <a:pt x="24006" y="77240"/>
                    <a:pt x="38293" y="95497"/>
                    <a:pt x="41071" y="133597"/>
                  </a:cubicBezTo>
                  <a:cubicBezTo>
                    <a:pt x="43849" y="171697"/>
                    <a:pt x="30326" y="273829"/>
                    <a:pt x="33928" y="283615"/>
                  </a:cubicBezTo>
                  <a:cubicBezTo>
                    <a:pt x="37530" y="293401"/>
                    <a:pt x="63874" y="225256"/>
                    <a:pt x="62683" y="192316"/>
                  </a:cubicBezTo>
                  <a:cubicBezTo>
                    <a:pt x="61492" y="159376"/>
                    <a:pt x="127247" y="113972"/>
                    <a:pt x="129178" y="105022"/>
                  </a:cubicBezTo>
                  <a:cubicBezTo>
                    <a:pt x="131109" y="96072"/>
                    <a:pt x="89351" y="143378"/>
                    <a:pt x="74269" y="138615"/>
                  </a:cubicBezTo>
                  <a:cubicBezTo>
                    <a:pt x="59187" y="133852"/>
                    <a:pt x="50969" y="92364"/>
                    <a:pt x="38689" y="76446"/>
                  </a:cubicBezTo>
                  <a:cubicBezTo>
                    <a:pt x="26409" y="60528"/>
                    <a:pt x="4163" y="3818"/>
                    <a:pt x="591" y="246"/>
                  </a:cubicBezTo>
                  <a:cubicBezTo>
                    <a:pt x="-2981" y="-3326"/>
                    <a:pt x="10512" y="32790"/>
                    <a:pt x="17259" y="55015"/>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Flowchart: Direct Access Storage 1423">
              <a:extLst>
                <a:ext uri="{FF2B5EF4-FFF2-40B4-BE49-F238E27FC236}">
                  <a16:creationId xmlns:a16="http://schemas.microsoft.com/office/drawing/2014/main" id="{B8F2879A-190F-D7C6-3417-FBDD641C8976}"/>
                </a:ext>
              </a:extLst>
            </p:cNvPr>
            <p:cNvSpPr/>
            <p:nvPr/>
          </p:nvSpPr>
          <p:spPr>
            <a:xfrm>
              <a:off x="5527098" y="1441788"/>
              <a:ext cx="55587" cy="186941"/>
            </a:xfrm>
            <a:prstGeom prst="flowChartMagneticDrum">
              <a:avLst/>
            </a:prstGeom>
            <a:solidFill>
              <a:schemeClr val="accent1">
                <a:lumMod val="40000"/>
                <a:lumOff val="6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5" name="Flowchart: Direct Access Storage 1424">
              <a:extLst>
                <a:ext uri="{FF2B5EF4-FFF2-40B4-BE49-F238E27FC236}">
                  <a16:creationId xmlns:a16="http://schemas.microsoft.com/office/drawing/2014/main" id="{CB892908-B291-4402-AED4-D98F18D895E0}"/>
                </a:ext>
              </a:extLst>
            </p:cNvPr>
            <p:cNvSpPr/>
            <p:nvPr/>
          </p:nvSpPr>
          <p:spPr>
            <a:xfrm>
              <a:off x="5562142" y="1344175"/>
              <a:ext cx="55587" cy="186941"/>
            </a:xfrm>
            <a:prstGeom prst="flowChartMagneticDrum">
              <a:avLst/>
            </a:prstGeom>
            <a:solidFill>
              <a:schemeClr val="accent1">
                <a:lumMod val="40000"/>
                <a:lumOff val="6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4F5523E1-F1AF-8CBF-4128-D0380A9723D4}"/>
              </a:ext>
            </a:extLst>
          </p:cNvPr>
          <p:cNvGrpSpPr/>
          <p:nvPr/>
        </p:nvGrpSpPr>
        <p:grpSpPr>
          <a:xfrm>
            <a:off x="1971069" y="4861367"/>
            <a:ext cx="4429730" cy="1606656"/>
            <a:chOff x="1971069" y="4861367"/>
            <a:chExt cx="4429730" cy="1606656"/>
          </a:xfrm>
        </p:grpSpPr>
        <p:sp>
          <p:nvSpPr>
            <p:cNvPr id="1356" name="Straight Connector 1355">
              <a:extLst>
                <a:ext uri="{FF2B5EF4-FFF2-40B4-BE49-F238E27FC236}">
                  <a16:creationId xmlns:a16="http://schemas.microsoft.com/office/drawing/2014/main" id="{77DB8E58-B2F7-CB7E-BDD6-4455A694E1B4}"/>
                </a:ext>
              </a:extLst>
            </p:cNvPr>
            <p:cNvSpPr/>
            <p:nvPr/>
          </p:nvSpPr>
          <p:spPr>
            <a:xfrm flipH="1">
              <a:off x="2297429" y="4865671"/>
              <a:ext cx="0" cy="929339"/>
            </a:xfrm>
            <a:prstGeom prst="line">
              <a:avLst/>
            </a:prstGeom>
            <a:noFill/>
            <a:ln w="19050" cap="flat" cmpd="sng" algn="ctr">
              <a:solidFill>
                <a:schemeClr val="accent1">
                  <a:hueOff val="0"/>
                  <a:satOff val="0"/>
                  <a:lumOff val="0"/>
                  <a:alphaOff val="0"/>
                </a:schemeClr>
              </a:solidFill>
              <a:prstDash val="solid"/>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grpSp>
          <p:nvGrpSpPr>
            <p:cNvPr id="4" name="Group 3">
              <a:extLst>
                <a:ext uri="{FF2B5EF4-FFF2-40B4-BE49-F238E27FC236}">
                  <a16:creationId xmlns:a16="http://schemas.microsoft.com/office/drawing/2014/main" id="{8AA7CC1E-E803-ECB4-32D4-58196B2A3FBB}"/>
                </a:ext>
              </a:extLst>
            </p:cNvPr>
            <p:cNvGrpSpPr/>
            <p:nvPr/>
          </p:nvGrpSpPr>
          <p:grpSpPr>
            <a:xfrm>
              <a:off x="1971069" y="5801823"/>
              <a:ext cx="4429730" cy="547085"/>
              <a:chOff x="1902489" y="1055406"/>
              <a:chExt cx="4429730" cy="547085"/>
            </a:xfrm>
          </p:grpSpPr>
          <p:sp>
            <p:nvSpPr>
              <p:cNvPr id="7" name="TextBox 6">
                <a:extLst>
                  <a:ext uri="{FF2B5EF4-FFF2-40B4-BE49-F238E27FC236}">
                    <a16:creationId xmlns:a16="http://schemas.microsoft.com/office/drawing/2014/main" id="{E18C53C3-6C76-3F10-AB5E-77F1AA9C0339}"/>
                  </a:ext>
                </a:extLst>
              </p:cNvPr>
              <p:cNvSpPr txBox="1"/>
              <p:nvPr/>
            </p:nvSpPr>
            <p:spPr>
              <a:xfrm>
                <a:off x="2450560" y="1104894"/>
                <a:ext cx="3881659" cy="369332"/>
              </a:xfrm>
              <a:prstGeom prst="rect">
                <a:avLst/>
              </a:prstGeom>
              <a:noFill/>
            </p:spPr>
            <p:txBody>
              <a:bodyPr wrap="square" rtlCol="0">
                <a:spAutoFit/>
              </a:bodyPr>
              <a:lstStyle/>
              <a:p>
                <a:r>
                  <a:rPr lang="en-US" dirty="0"/>
                  <a:t>Misoprostol alone</a:t>
                </a:r>
              </a:p>
            </p:txBody>
          </p:sp>
          <p:pic>
            <p:nvPicPr>
              <p:cNvPr id="9" name="Picture 8" descr="Graphical user interface, application&#10;&#10;Description automatically generated">
                <a:extLst>
                  <a:ext uri="{FF2B5EF4-FFF2-40B4-BE49-F238E27FC236}">
                    <a16:creationId xmlns:a16="http://schemas.microsoft.com/office/drawing/2014/main" id="{68D1C2F7-953C-8349-5F75-7C11B452CC6B}"/>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1902489" y="1055406"/>
                <a:ext cx="687354" cy="547085"/>
              </a:xfrm>
              <a:prstGeom prst="rect">
                <a:avLst/>
              </a:prstGeom>
            </p:spPr>
          </p:pic>
        </p:grpSp>
        <p:pic>
          <p:nvPicPr>
            <p:cNvPr id="10" name="Picture 9" descr="Graphical user interface, application&#10;&#10;Description automatically generated">
              <a:extLst>
                <a:ext uri="{FF2B5EF4-FFF2-40B4-BE49-F238E27FC236}">
                  <a16:creationId xmlns:a16="http://schemas.microsoft.com/office/drawing/2014/main" id="{23392885-4E4E-1AFA-5145-788262A9B465}"/>
                </a:ext>
              </a:extLst>
            </p:cNvPr>
            <p:cNvPicPr>
              <a:picLocks noChangeAspect="1"/>
            </p:cNvPicPr>
            <p:nvPr/>
          </p:nvPicPr>
          <p:blipFill rotWithShape="1">
            <a:blip r:embed="rId3">
              <a:extLst>
                <a:ext uri="{28A0092B-C50C-407E-A947-70E740481C1C}">
                  <a14:useLocalDpi xmlns:a14="http://schemas.microsoft.com/office/drawing/2010/main" val="0"/>
                </a:ext>
              </a:extLst>
            </a:blip>
            <a:srcRect l="28705" t="32042" r="62291" b="57769"/>
            <a:stretch/>
          </p:blipFill>
          <p:spPr>
            <a:xfrm rot="21415467">
              <a:off x="2032084" y="5920938"/>
              <a:ext cx="687354" cy="547085"/>
            </a:xfrm>
            <a:prstGeom prst="rect">
              <a:avLst/>
            </a:prstGeom>
          </p:spPr>
        </p:pic>
        <p:sp>
          <p:nvSpPr>
            <p:cNvPr id="1430" name="TextBox 1429">
              <a:extLst>
                <a:ext uri="{FF2B5EF4-FFF2-40B4-BE49-F238E27FC236}">
                  <a16:creationId xmlns:a16="http://schemas.microsoft.com/office/drawing/2014/main" id="{CC4EA1E4-F6AD-08C1-03ED-8F5B2EDAA9B1}"/>
                </a:ext>
              </a:extLst>
            </p:cNvPr>
            <p:cNvSpPr txBox="1"/>
            <p:nvPr/>
          </p:nvSpPr>
          <p:spPr>
            <a:xfrm>
              <a:off x="2309240" y="4861367"/>
              <a:ext cx="10069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882115"/>
                  </a:solidFill>
                  <a:cs typeface="Calibri"/>
                </a:rPr>
                <a:t>0 hours</a:t>
              </a:r>
            </a:p>
          </p:txBody>
        </p:sp>
      </p:grpSp>
      <p:sp>
        <p:nvSpPr>
          <p:cNvPr id="32" name="Ongoing symptoms">
            <a:extLst>
              <a:ext uri="{FF2B5EF4-FFF2-40B4-BE49-F238E27FC236}">
                <a16:creationId xmlns:a16="http://schemas.microsoft.com/office/drawing/2014/main" id="{9273FE8D-DEA2-C222-FBDA-326994DBCB43}"/>
              </a:ext>
            </a:extLst>
          </p:cNvPr>
          <p:cNvSpPr/>
          <p:nvPr/>
        </p:nvSpPr>
        <p:spPr>
          <a:xfrm>
            <a:off x="6169154" y="4154182"/>
            <a:ext cx="2657699" cy="1166475"/>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6213" indent="-176213">
              <a:buFont typeface="Arial" panose="020B0604020202020204" pitchFamily="34" charset="0"/>
              <a:buChar char="•"/>
            </a:pPr>
            <a:r>
              <a:rPr lang="en-US" sz="1600" dirty="0">
                <a:solidFill>
                  <a:schemeClr val="tx1"/>
                </a:solidFill>
              </a:rPr>
              <a:t>Ongoing symptoms of pregnancy?</a:t>
            </a:r>
          </a:p>
          <a:p>
            <a:pPr marL="176213" indent="-176213">
              <a:buFont typeface="Arial" panose="020B0604020202020204" pitchFamily="34" charset="0"/>
              <a:buChar char="•"/>
            </a:pPr>
            <a:r>
              <a:rPr lang="en-US" sz="1600" dirty="0">
                <a:solidFill>
                  <a:schemeClr val="tx1"/>
                </a:solidFill>
              </a:rPr>
              <a:t>No passage of clot/POC?</a:t>
            </a:r>
          </a:p>
          <a:p>
            <a:pPr marL="176213" indent="-176213">
              <a:buFont typeface="Arial" panose="020B0604020202020204" pitchFamily="34" charset="0"/>
              <a:buChar char="•"/>
            </a:pPr>
            <a:r>
              <a:rPr lang="en-US" sz="1600" dirty="0">
                <a:solidFill>
                  <a:schemeClr val="tx1"/>
                </a:solidFill>
              </a:rPr>
              <a:t>Ongoing bleeding?</a:t>
            </a:r>
          </a:p>
        </p:txBody>
      </p:sp>
      <p:pic>
        <p:nvPicPr>
          <p:cNvPr id="34" name="Graphic 33" descr="Cursor with solid fill">
            <a:extLst>
              <a:ext uri="{FF2B5EF4-FFF2-40B4-BE49-F238E27FC236}">
                <a16:creationId xmlns:a16="http://schemas.microsoft.com/office/drawing/2014/main" id="{753ABB0E-3924-2F69-9739-F3F29AFAFB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81372" y="5156339"/>
            <a:ext cx="274320" cy="274320"/>
          </a:xfrm>
          <a:prstGeom prst="rect">
            <a:avLst/>
          </a:prstGeom>
        </p:spPr>
      </p:pic>
      <p:sp>
        <p:nvSpPr>
          <p:cNvPr id="3" name="TextBox 2">
            <a:extLst>
              <a:ext uri="{FF2B5EF4-FFF2-40B4-BE49-F238E27FC236}">
                <a16:creationId xmlns:a16="http://schemas.microsoft.com/office/drawing/2014/main" id="{BF16A6B7-3096-3567-90FB-302612AEEE93}"/>
              </a:ext>
            </a:extLst>
          </p:cNvPr>
          <p:cNvSpPr txBox="1"/>
          <p:nvPr/>
        </p:nvSpPr>
        <p:spPr>
          <a:xfrm>
            <a:off x="6404132" y="2143009"/>
            <a:ext cx="2083316" cy="1077218"/>
          </a:xfrm>
          <a:prstGeom prst="rect">
            <a:avLst/>
          </a:prstGeom>
          <a:noFill/>
        </p:spPr>
        <p:txBody>
          <a:bodyPr wrap="square">
            <a:spAutoFit/>
          </a:bodyPr>
          <a:lstStyle/>
          <a:p>
            <a:pPr algn="ctr"/>
            <a:r>
              <a:rPr lang="en-US" sz="1600" dirty="0"/>
              <a:t>All patients must be </a:t>
            </a:r>
            <a:r>
              <a:rPr lang="en-US" sz="1600" i="1" dirty="0"/>
              <a:t>offered</a:t>
            </a:r>
            <a:r>
              <a:rPr lang="en-US" sz="1600" dirty="0"/>
              <a:t> phone or in-person follow-up within 14 d.</a:t>
            </a:r>
          </a:p>
        </p:txBody>
      </p:sp>
      <p:sp>
        <p:nvSpPr>
          <p:cNvPr id="12" name="question 1">
            <a:hlinkClick r:id="rId7" action="ppaction://hlinksldjump"/>
            <a:extLst>
              <a:ext uri="{FF2B5EF4-FFF2-40B4-BE49-F238E27FC236}">
                <a16:creationId xmlns:a16="http://schemas.microsoft.com/office/drawing/2014/main" id="{775F82A5-AD68-4A77-C8E6-89257FC5F2D6}"/>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13" name="Question 2">
            <a:hlinkClick r:id="rId8" action="ppaction://hlinksldjump"/>
            <a:extLst>
              <a:ext uri="{FF2B5EF4-FFF2-40B4-BE49-F238E27FC236}">
                <a16:creationId xmlns:a16="http://schemas.microsoft.com/office/drawing/2014/main" id="{2D04A4E6-013E-139F-C37A-B5DAA559B7E1}"/>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14" name="question 3">
            <a:hlinkClick r:id="rId9" action="ppaction://hlinksldjump"/>
            <a:extLst>
              <a:ext uri="{FF2B5EF4-FFF2-40B4-BE49-F238E27FC236}">
                <a16:creationId xmlns:a16="http://schemas.microsoft.com/office/drawing/2014/main" id="{B9A7F97B-5F6B-2313-0F95-F1BE1D5D81D2}"/>
              </a:ext>
            </a:extLst>
          </p:cNvPr>
          <p:cNvSpPr txBox="1"/>
          <p:nvPr/>
        </p:nvSpPr>
        <p:spPr>
          <a:xfrm>
            <a:off x="179164" y="1969768"/>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Follow-up</a:t>
            </a:r>
          </a:p>
        </p:txBody>
      </p:sp>
      <p:sp>
        <p:nvSpPr>
          <p:cNvPr id="15" name="question 4">
            <a:hlinkClick r:id="rId10" action="ppaction://hlinksldjump"/>
            <a:extLst>
              <a:ext uri="{FF2B5EF4-FFF2-40B4-BE49-F238E27FC236}">
                <a16:creationId xmlns:a16="http://schemas.microsoft.com/office/drawing/2014/main" id="{EC754B2D-685F-3508-F0CD-47CA057B0F71}"/>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16" name="Cases">
            <a:hlinkClick r:id="rId11" action="ppaction://hlinksldjump"/>
            <a:extLst>
              <a:ext uri="{FF2B5EF4-FFF2-40B4-BE49-F238E27FC236}">
                <a16:creationId xmlns:a16="http://schemas.microsoft.com/office/drawing/2014/main" id="{126D4978-807A-AFA7-EF81-ADA51CED1D8C}"/>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30" name="Graphic 29" descr="Cursor with solid fill">
            <a:extLst>
              <a:ext uri="{FF2B5EF4-FFF2-40B4-BE49-F238E27FC236}">
                <a16:creationId xmlns:a16="http://schemas.microsoft.com/office/drawing/2014/main" id="{D4406DBA-36EE-D438-DB67-C14E59C9014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817" y="1076793"/>
            <a:ext cx="274320" cy="274320"/>
          </a:xfrm>
          <a:prstGeom prst="rect">
            <a:avLst/>
          </a:prstGeom>
        </p:spPr>
      </p:pic>
      <p:pic>
        <p:nvPicPr>
          <p:cNvPr id="50" name="Graphic 49" descr="Cursor with solid fill">
            <a:extLst>
              <a:ext uri="{FF2B5EF4-FFF2-40B4-BE49-F238E27FC236}">
                <a16:creationId xmlns:a16="http://schemas.microsoft.com/office/drawing/2014/main" id="{3E4D0DC7-2FD2-0E64-620D-8350260CAB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817" y="2832042"/>
            <a:ext cx="274320" cy="274320"/>
          </a:xfrm>
          <a:prstGeom prst="rect">
            <a:avLst/>
          </a:prstGeom>
        </p:spPr>
      </p:pic>
      <p:pic>
        <p:nvPicPr>
          <p:cNvPr id="55" name="Graphic 54" descr="Cursor with solid fill">
            <a:extLst>
              <a:ext uri="{FF2B5EF4-FFF2-40B4-BE49-F238E27FC236}">
                <a16:creationId xmlns:a16="http://schemas.microsoft.com/office/drawing/2014/main" id="{02F98EBE-8320-9D94-42C8-260E6CD3B7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817" y="3417125"/>
            <a:ext cx="274320" cy="274320"/>
          </a:xfrm>
          <a:prstGeom prst="rect">
            <a:avLst/>
          </a:prstGeom>
        </p:spPr>
      </p:pic>
      <p:pic>
        <p:nvPicPr>
          <p:cNvPr id="58" name="Graphic 57" descr="Cursor with solid fill">
            <a:extLst>
              <a:ext uri="{FF2B5EF4-FFF2-40B4-BE49-F238E27FC236}">
                <a16:creationId xmlns:a16="http://schemas.microsoft.com/office/drawing/2014/main" id="{B0695CF8-3C01-A980-7F8A-D0E55E8D648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817" y="1661876"/>
            <a:ext cx="274320" cy="274320"/>
          </a:xfrm>
          <a:prstGeom prst="rect">
            <a:avLst/>
          </a:prstGeom>
        </p:spPr>
      </p:pic>
      <p:sp>
        <p:nvSpPr>
          <p:cNvPr id="61" name="question 1">
            <a:hlinkClick r:id="rId12" action="ppaction://hlinksldjump"/>
            <a:extLst>
              <a:ext uri="{FF2B5EF4-FFF2-40B4-BE49-F238E27FC236}">
                <a16:creationId xmlns:a16="http://schemas.microsoft.com/office/drawing/2014/main" id="{535B2991-AAEC-B846-55E3-6C6B0C8FE0E6}"/>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1346" name="Graphic 1345" descr="Cursor with solid fill">
            <a:extLst>
              <a:ext uri="{FF2B5EF4-FFF2-40B4-BE49-F238E27FC236}">
                <a16:creationId xmlns:a16="http://schemas.microsoft.com/office/drawing/2014/main" id="{47649619-E1DD-D0FF-3785-B64B4C8ED6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00817" y="491710"/>
            <a:ext cx="274320" cy="274320"/>
          </a:xfrm>
          <a:prstGeom prst="rect">
            <a:avLst/>
          </a:prstGeom>
        </p:spPr>
      </p:pic>
      <p:grpSp>
        <p:nvGrpSpPr>
          <p:cNvPr id="52" name="Group 51">
            <a:extLst>
              <a:ext uri="{FF2B5EF4-FFF2-40B4-BE49-F238E27FC236}">
                <a16:creationId xmlns:a16="http://schemas.microsoft.com/office/drawing/2014/main" id="{0DE4472A-07B2-A060-00D6-316777B07C9F}"/>
              </a:ext>
            </a:extLst>
          </p:cNvPr>
          <p:cNvGrpSpPr/>
          <p:nvPr/>
        </p:nvGrpSpPr>
        <p:grpSpPr>
          <a:xfrm>
            <a:off x="5787481" y="1495780"/>
            <a:ext cx="2897048" cy="894799"/>
            <a:chOff x="5787481" y="1495780"/>
            <a:chExt cx="2897048" cy="894799"/>
          </a:xfrm>
        </p:grpSpPr>
        <p:sp>
          <p:nvSpPr>
            <p:cNvPr id="46" name="TextBox 45">
              <a:extLst>
                <a:ext uri="{FF2B5EF4-FFF2-40B4-BE49-F238E27FC236}">
                  <a16:creationId xmlns:a16="http://schemas.microsoft.com/office/drawing/2014/main" id="{5C7F32F5-E271-D18B-D1E8-369BE4318572}"/>
                </a:ext>
              </a:extLst>
            </p:cNvPr>
            <p:cNvSpPr txBox="1"/>
            <p:nvPr/>
          </p:nvSpPr>
          <p:spPr>
            <a:xfrm>
              <a:off x="6470493" y="1796403"/>
              <a:ext cx="2214036" cy="369332"/>
            </a:xfrm>
            <a:prstGeom prst="rect">
              <a:avLst/>
            </a:prstGeom>
            <a:noFill/>
          </p:spPr>
          <p:txBody>
            <a:bodyPr wrap="square" rtlCol="0">
              <a:spAutoFit/>
            </a:bodyPr>
            <a:lstStyle/>
            <a:p>
              <a:r>
                <a:rPr lang="en-US" b="1" dirty="0"/>
                <a:t>Follow-up (optional)</a:t>
              </a:r>
            </a:p>
          </p:txBody>
        </p:sp>
        <p:pic>
          <p:nvPicPr>
            <p:cNvPr id="51" name="Picture 50" descr="Graphical user interface, application&#10;&#10;Description automatically generated">
              <a:extLst>
                <a:ext uri="{FF2B5EF4-FFF2-40B4-BE49-F238E27FC236}">
                  <a16:creationId xmlns:a16="http://schemas.microsoft.com/office/drawing/2014/main" id="{9C695D02-B808-72F2-A821-088CE7CD500B}"/>
                </a:ext>
              </a:extLst>
            </p:cNvPr>
            <p:cNvPicPr>
              <a:picLocks noChangeAspect="1"/>
            </p:cNvPicPr>
            <p:nvPr/>
          </p:nvPicPr>
          <p:blipFill rotWithShape="1">
            <a:blip r:embed="rId4">
              <a:extLst>
                <a:ext uri="{28A0092B-C50C-407E-A947-70E740481C1C}">
                  <a14:useLocalDpi xmlns:a14="http://schemas.microsoft.com/office/drawing/2010/main" val="0"/>
                </a:ext>
              </a:extLst>
            </a:blip>
            <a:srcRect l="35324" t="16988" r="53617" b="67036"/>
            <a:stretch/>
          </p:blipFill>
          <p:spPr>
            <a:xfrm rot="20866444">
              <a:off x="5787481" y="1495780"/>
              <a:ext cx="884875" cy="894799"/>
            </a:xfrm>
            <a:prstGeom prst="rect">
              <a:avLst/>
            </a:prstGeom>
          </p:spPr>
        </p:pic>
      </p:grpSp>
      <p:sp>
        <p:nvSpPr>
          <p:cNvPr id="53" name="Ongoing symptoms">
            <a:extLst>
              <a:ext uri="{FF2B5EF4-FFF2-40B4-BE49-F238E27FC236}">
                <a16:creationId xmlns:a16="http://schemas.microsoft.com/office/drawing/2014/main" id="{5AA51923-E33D-7A03-F562-7FFE362B55FD}"/>
              </a:ext>
            </a:extLst>
          </p:cNvPr>
          <p:cNvSpPr/>
          <p:nvPr/>
        </p:nvSpPr>
        <p:spPr>
          <a:xfrm>
            <a:off x="9211306" y="4416264"/>
            <a:ext cx="1872125" cy="369332"/>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Positive pregnancy?</a:t>
            </a:r>
          </a:p>
        </p:txBody>
      </p:sp>
      <p:pic>
        <p:nvPicPr>
          <p:cNvPr id="54" name="Graphic 53" descr="Cursor with solid fill">
            <a:extLst>
              <a:ext uri="{FF2B5EF4-FFF2-40B4-BE49-F238E27FC236}">
                <a16:creationId xmlns:a16="http://schemas.microsoft.com/office/drawing/2014/main" id="{50495DDA-E558-D69C-67BE-9391A5B04B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946271" y="4669002"/>
            <a:ext cx="274320" cy="274320"/>
          </a:xfrm>
          <a:prstGeom prst="rect">
            <a:avLst/>
          </a:prstGeom>
        </p:spPr>
      </p:pic>
      <p:sp>
        <p:nvSpPr>
          <p:cNvPr id="60" name="Straight Connector 59">
            <a:extLst>
              <a:ext uri="{FF2B5EF4-FFF2-40B4-BE49-F238E27FC236}">
                <a16:creationId xmlns:a16="http://schemas.microsoft.com/office/drawing/2014/main" id="{1641D6DC-D3CC-FFC5-7848-E3E4F94CA577}"/>
              </a:ext>
            </a:extLst>
          </p:cNvPr>
          <p:cNvSpPr/>
          <p:nvPr/>
        </p:nvSpPr>
        <p:spPr>
          <a:xfrm flipH="1" flipV="1">
            <a:off x="6048589" y="2415799"/>
            <a:ext cx="4861" cy="1291804"/>
          </a:xfrm>
          <a:prstGeom prst="line">
            <a:avLst/>
          </a:prstGeom>
          <a:noFill/>
          <a:ln w="19050" cap="flat" cmpd="sng" algn="ctr">
            <a:solidFill>
              <a:schemeClr val="accent1">
                <a:hueOff val="0"/>
                <a:satOff val="0"/>
                <a:lumOff val="0"/>
                <a:alphaOff val="0"/>
              </a:schemeClr>
            </a:solidFill>
            <a:prstDash val="dash"/>
            <a:miter lim="800000"/>
            <a:headEnd type="oval" w="lg" len="lg"/>
          </a:ln>
          <a:effectLst/>
        </p:spPr>
        <p:style>
          <a:lnRef idx="1">
            <a:scrgbClr r="0" g="0" b="0"/>
          </a:lnRef>
          <a:fillRef idx="0">
            <a:scrgbClr r="0" g="0" b="0"/>
          </a:fillRef>
          <a:effectRef idx="0">
            <a:scrgbClr r="0" g="0" b="0"/>
          </a:effectRef>
          <a:fontRef idx="minor">
            <a:schemeClr val="tx1">
              <a:hueOff val="0"/>
              <a:satOff val="0"/>
              <a:lumOff val="0"/>
              <a:alphaOff val="0"/>
            </a:schemeClr>
          </a:fontRef>
        </p:style>
      </p:sp>
      <p:cxnSp>
        <p:nvCxnSpPr>
          <p:cNvPr id="1355" name="Connector: Elbow 1354">
            <a:extLst>
              <a:ext uri="{FF2B5EF4-FFF2-40B4-BE49-F238E27FC236}">
                <a16:creationId xmlns:a16="http://schemas.microsoft.com/office/drawing/2014/main" id="{22C4B23D-5F92-0504-316C-5BF76C206C2F}"/>
              </a:ext>
            </a:extLst>
          </p:cNvPr>
          <p:cNvCxnSpPr>
            <a:cxnSpLocks/>
            <a:stCxn id="32" idx="2"/>
            <a:endCxn id="1383" idx="0"/>
          </p:cNvCxnSpPr>
          <p:nvPr/>
        </p:nvCxnSpPr>
        <p:spPr>
          <a:xfrm rot="16200000" flipH="1">
            <a:off x="7999110" y="4819550"/>
            <a:ext cx="630157" cy="1632369"/>
          </a:xfrm>
          <a:prstGeom prst="bentConnector3">
            <a:avLst>
              <a:gd name="adj1" fmla="val 5000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71" name="Connector: Elbow 1370">
            <a:extLst>
              <a:ext uri="{FF2B5EF4-FFF2-40B4-BE49-F238E27FC236}">
                <a16:creationId xmlns:a16="http://schemas.microsoft.com/office/drawing/2014/main" id="{7E56D881-23E3-8019-F5D8-6399D85927D3}"/>
              </a:ext>
            </a:extLst>
          </p:cNvPr>
          <p:cNvCxnSpPr>
            <a:stCxn id="53" idx="2"/>
            <a:endCxn id="1383" idx="0"/>
          </p:cNvCxnSpPr>
          <p:nvPr/>
        </p:nvCxnSpPr>
        <p:spPr>
          <a:xfrm rot="5400000">
            <a:off x="9056262" y="4859707"/>
            <a:ext cx="1165218" cy="1016996"/>
          </a:xfrm>
          <a:prstGeom prst="bentConnector3">
            <a:avLst>
              <a:gd name="adj1" fmla="val 73637"/>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1-2 weeks">
            <a:extLst>
              <a:ext uri="{FF2B5EF4-FFF2-40B4-BE49-F238E27FC236}">
                <a16:creationId xmlns:a16="http://schemas.microsoft.com/office/drawing/2014/main" id="{7AC9C120-B3B3-4967-21EC-D79833DD9D69}"/>
              </a:ext>
            </a:extLst>
          </p:cNvPr>
          <p:cNvSpPr/>
          <p:nvPr/>
        </p:nvSpPr>
        <p:spPr>
          <a:xfrm>
            <a:off x="5777765" y="3568361"/>
            <a:ext cx="1070764" cy="365760"/>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1-2 weeks</a:t>
            </a:r>
          </a:p>
        </p:txBody>
      </p:sp>
      <p:sp>
        <p:nvSpPr>
          <p:cNvPr id="25" name="1-2 weeks">
            <a:extLst>
              <a:ext uri="{FF2B5EF4-FFF2-40B4-BE49-F238E27FC236}">
                <a16:creationId xmlns:a16="http://schemas.microsoft.com/office/drawing/2014/main" id="{E4B5C000-C32B-0A9E-E2EB-6BD524218F41}"/>
              </a:ext>
            </a:extLst>
          </p:cNvPr>
          <p:cNvSpPr/>
          <p:nvPr/>
        </p:nvSpPr>
        <p:spPr>
          <a:xfrm>
            <a:off x="8626754" y="3568361"/>
            <a:ext cx="1070764" cy="365760"/>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4 weeks</a:t>
            </a:r>
          </a:p>
        </p:txBody>
      </p:sp>
      <p:pic>
        <p:nvPicPr>
          <p:cNvPr id="28" name="Graphic 27" descr="Cursor with solid fill">
            <a:extLst>
              <a:ext uri="{FF2B5EF4-FFF2-40B4-BE49-F238E27FC236}">
                <a16:creationId xmlns:a16="http://schemas.microsoft.com/office/drawing/2014/main" id="{72F329C6-C4AB-D908-7D1D-62204F1AB4A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15025" y="3803914"/>
            <a:ext cx="274320" cy="274320"/>
          </a:xfrm>
          <a:prstGeom prst="rect">
            <a:avLst/>
          </a:prstGeom>
        </p:spPr>
      </p:pic>
      <p:pic>
        <p:nvPicPr>
          <p:cNvPr id="29" name="Graphic 28" descr="Cursor with solid fill">
            <a:extLst>
              <a:ext uri="{FF2B5EF4-FFF2-40B4-BE49-F238E27FC236}">
                <a16:creationId xmlns:a16="http://schemas.microsoft.com/office/drawing/2014/main" id="{77159961-BD30-DC0E-6584-C4A3017CA0B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53290" y="3796374"/>
            <a:ext cx="274320" cy="274320"/>
          </a:xfrm>
          <a:prstGeom prst="rect">
            <a:avLst/>
          </a:prstGeom>
        </p:spPr>
      </p:pic>
    </p:spTree>
    <p:extLst>
      <p:ext uri="{BB962C8B-B14F-4D97-AF65-F5344CB8AC3E}">
        <p14:creationId xmlns:p14="http://schemas.microsoft.com/office/powerpoint/2010/main" val="23923356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grpId="1"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39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69"/>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23" restart="whenNotActive" fill="hold" evtFilter="cancelBubble" nodeType="interactiveSeq">
                <p:stCondLst>
                  <p:cond evt="onClick" delay="0">
                    <p:tgtEl>
                      <p:spTgt spid="25"/>
                    </p:tgtEl>
                  </p:cond>
                </p:stCondLst>
                <p:endSync evt="end" delay="0">
                  <p:rtn val="all"/>
                </p:endSync>
                <p:childTnLst>
                  <p:par>
                    <p:cTn id="24" fill="hold">
                      <p:stCondLst>
                        <p:cond delay="0"/>
                      </p:stCondLst>
                      <p:childTnLst>
                        <p:par>
                          <p:cTn id="25" fill="hold">
                            <p:stCondLst>
                              <p:cond delay="0"/>
                            </p:stCondLst>
                            <p:childTnLst>
                              <p:par>
                                <p:cTn id="26" presetID="1" presetClass="exit"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1368"/>
                                        </p:tgtEl>
                                        <p:attrNameLst>
                                          <p:attrName>style.visibility</p:attrName>
                                        </p:attrNameLst>
                                      </p:cBhvr>
                                      <p:to>
                                        <p:strVal val="visible"/>
                                      </p:to>
                                    </p:set>
                                  </p:childTnLst>
                                </p:cTn>
                              </p:par>
                              <p:par>
                                <p:cTn id="30" presetID="1" presetClass="entr" presetSubtype="0" fill="hold" grpId="1" nodeType="withEffect">
                                  <p:stCondLst>
                                    <p:cond delay="0"/>
                                  </p:stCondLst>
                                  <p:childTnLst>
                                    <p:set>
                                      <p:cBhvr>
                                        <p:cTn id="31" dur="1" fill="hold">
                                          <p:stCondLst>
                                            <p:cond delay="0"/>
                                          </p:stCondLst>
                                        </p:cTn>
                                        <p:tgtEl>
                                          <p:spTgt spid="5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4"/>
                                        </p:tgtEl>
                                        <p:attrNameLst>
                                          <p:attrName>style.visibility</p:attrName>
                                        </p:attrNameLst>
                                      </p:cBhvr>
                                      <p:to>
                                        <p:strVal val="visible"/>
                                      </p:to>
                                    </p:set>
                                  </p:childTnLst>
                                </p:cTn>
                              </p:par>
                              <p:par>
                                <p:cTn id="34" presetID="1" presetClass="entr" presetSubtype="0" fill="hold" grpId="1" nodeType="withEffect">
                                  <p:stCondLst>
                                    <p:cond delay="0"/>
                                  </p:stCondLst>
                                  <p:childTnLst>
                                    <p:set>
                                      <p:cBhvr>
                                        <p:cTn id="35" dur="1" fill="hold">
                                          <p:stCondLst>
                                            <p:cond delay="0"/>
                                          </p:stCondLst>
                                        </p:cTn>
                                        <p:tgtEl>
                                          <p:spTgt spid="1397"/>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38" restart="whenNotActive" fill="hold" evtFilter="cancelBubble" nodeType="interactiveSeq">
                <p:stCondLst>
                  <p:cond evt="onClick" delay="0">
                    <p:tgtEl>
                      <p:spTgt spid="32"/>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withEffect">
                                  <p:stCondLst>
                                    <p:cond delay="0"/>
                                  </p:stCondLst>
                                  <p:childTnLst>
                                    <p:set>
                                      <p:cBhvr>
                                        <p:cTn id="42" dur="1" fill="hold">
                                          <p:stCondLst>
                                            <p:cond delay="0"/>
                                          </p:stCondLst>
                                        </p:cTn>
                                        <p:tgtEl>
                                          <p:spTgt spid="1370"/>
                                        </p:tgtEl>
                                        <p:attrNameLst>
                                          <p:attrName>style.visibility</p:attrName>
                                        </p:attrNameLst>
                                      </p:cBhvr>
                                      <p:to>
                                        <p:strVal val="visible"/>
                                      </p:to>
                                    </p:set>
                                  </p:childTnLst>
                                </p:cTn>
                              </p:par>
                              <p:par>
                                <p:cTn id="43" presetID="1" presetClass="exit"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4"/>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135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32"/>
                  </p:tgtEl>
                </p:cond>
              </p:nextCondLst>
            </p:seq>
            <p:seq concurrent="1" nextAc="seek">
              <p:cTn id="51" restart="whenNotActive" fill="hold" evtFilter="cancelBubble" nodeType="interactiveSeq">
                <p:stCondLst>
                  <p:cond evt="onClick" delay="0">
                    <p:tgtEl>
                      <p:spTgt spid="53"/>
                    </p:tgtEl>
                  </p:cond>
                </p:stCondLst>
                <p:endSync evt="end" delay="0">
                  <p:rtn val="all"/>
                </p:endSync>
                <p:childTnLst>
                  <p:par>
                    <p:cTn id="52" fill="hold">
                      <p:stCondLst>
                        <p:cond delay="0"/>
                      </p:stCondLst>
                      <p:childTnLst>
                        <p:par>
                          <p:cTn id="53" fill="hold">
                            <p:stCondLst>
                              <p:cond delay="0"/>
                            </p:stCondLst>
                            <p:childTnLst>
                              <p:par>
                                <p:cTn id="54" presetID="1" presetClass="exit" presetSubtype="0" fill="hold" grpId="0" nodeType="withEffect">
                                  <p:stCondLst>
                                    <p:cond delay="0"/>
                                  </p:stCondLst>
                                  <p:childTnLst>
                                    <p:set>
                                      <p:cBhvr>
                                        <p:cTn id="55" dur="1" fill="hold">
                                          <p:stCondLst>
                                            <p:cond delay="0"/>
                                          </p:stCondLst>
                                        </p:cTn>
                                        <p:tgtEl>
                                          <p:spTgt spid="53"/>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54"/>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1371"/>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53"/>
                  </p:tgtEl>
                </p:cond>
              </p:nextCondLst>
            </p:seq>
          </p:childTnLst>
        </p:cTn>
      </p:par>
    </p:tnLst>
    <p:bldLst>
      <p:bldP spid="1396" grpId="1" animBg="1"/>
      <p:bldP spid="1397" grpId="1" animBg="1"/>
      <p:bldP spid="1369" grpId="0"/>
      <p:bldP spid="1370" grpId="0"/>
      <p:bldP spid="32" grpId="0" animBg="1"/>
      <p:bldP spid="32" grpId="1" animBg="1"/>
      <p:bldP spid="3" grpId="0"/>
      <p:bldP spid="53" grpId="0" animBg="1"/>
      <p:bldP spid="53" grpId="1" animBg="1"/>
      <p:bldP spid="8"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question 3">
            <a:extLst>
              <a:ext uri="{FF2B5EF4-FFF2-40B4-BE49-F238E27FC236}">
                <a16:creationId xmlns:a16="http://schemas.microsoft.com/office/drawing/2014/main" id="{36E851B2-4C7C-8D4E-C1E1-E46529B44E28}"/>
              </a:ext>
            </a:extLst>
          </p:cNvPr>
          <p:cNvSpPr txBox="1"/>
          <p:nvPr/>
        </p:nvSpPr>
        <p:spPr>
          <a:xfrm>
            <a:off x="3052967" y="986894"/>
            <a:ext cx="2541341"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solidFill>
                  <a:schemeClr val="bg1"/>
                </a:solidFill>
              </a:rPr>
              <a:t>Expected Side Effects</a:t>
            </a:r>
          </a:p>
        </p:txBody>
      </p:sp>
      <p:sp>
        <p:nvSpPr>
          <p:cNvPr id="33" name="question 3">
            <a:hlinkClick r:id="rId4" action="ppaction://hlinksldjump"/>
            <a:extLst>
              <a:ext uri="{FF2B5EF4-FFF2-40B4-BE49-F238E27FC236}">
                <a16:creationId xmlns:a16="http://schemas.microsoft.com/office/drawing/2014/main" id="{40EAEF7C-6071-DE96-E025-0CAA15D965FF}"/>
              </a:ext>
            </a:extLst>
          </p:cNvPr>
          <p:cNvSpPr txBox="1"/>
          <p:nvPr/>
        </p:nvSpPr>
        <p:spPr>
          <a:xfrm>
            <a:off x="8513242" y="992446"/>
            <a:ext cx="1791022"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solidFill>
                  <a:schemeClr val="bg1"/>
                </a:solidFill>
              </a:rPr>
              <a:t>Complications</a:t>
            </a:r>
          </a:p>
        </p:txBody>
      </p:sp>
      <p:sp>
        <p:nvSpPr>
          <p:cNvPr id="30" name="TextBox 29">
            <a:extLst>
              <a:ext uri="{FF2B5EF4-FFF2-40B4-BE49-F238E27FC236}">
                <a16:creationId xmlns:a16="http://schemas.microsoft.com/office/drawing/2014/main" id="{BAD3120F-BCB7-A6B2-52CA-4F0BD4755DD1}"/>
              </a:ext>
            </a:extLst>
          </p:cNvPr>
          <p:cNvSpPr txBox="1"/>
          <p:nvPr/>
        </p:nvSpPr>
        <p:spPr>
          <a:xfrm>
            <a:off x="7134950" y="1713737"/>
            <a:ext cx="2614282" cy="2308324"/>
          </a:xfrm>
          <a:prstGeom prst="rect">
            <a:avLst/>
          </a:prstGeom>
          <a:noFill/>
        </p:spPr>
        <p:txBody>
          <a:bodyPr wrap="square" rtlCol="0">
            <a:spAutoFit/>
          </a:bodyPr>
          <a:lstStyle/>
          <a:p>
            <a:pPr algn="ctr"/>
            <a:r>
              <a:rPr lang="en-US" u="sng" dirty="0"/>
              <a:t>Incomplete abortion (&lt;5%)</a:t>
            </a:r>
          </a:p>
          <a:p>
            <a:pPr marL="114300" indent="-114300">
              <a:buFont typeface="Arial" panose="020B0604020202020204" pitchFamily="34" charset="0"/>
              <a:buChar char="•"/>
            </a:pPr>
            <a:r>
              <a:rPr lang="en-US" dirty="0"/>
              <a:t>Risk ↑ &gt;8 </a:t>
            </a:r>
            <a:r>
              <a:rPr lang="en-US" dirty="0" err="1"/>
              <a:t>wk</a:t>
            </a:r>
            <a:r>
              <a:rPr lang="en-US" dirty="0"/>
              <a:t> of gestation</a:t>
            </a:r>
          </a:p>
          <a:p>
            <a:pPr marL="114300" indent="-114300">
              <a:buFont typeface="Arial" panose="020B0604020202020204" pitchFamily="34" charset="0"/>
              <a:buChar char="•"/>
            </a:pPr>
            <a:r>
              <a:rPr lang="en-US" dirty="0"/>
              <a:t>Higher risk of failure with misoprostol alone</a:t>
            </a:r>
          </a:p>
          <a:p>
            <a:pPr marL="114300" indent="-114300">
              <a:buFont typeface="Arial" panose="020B0604020202020204" pitchFamily="34" charset="0"/>
              <a:buChar char="•"/>
            </a:pPr>
            <a:r>
              <a:rPr lang="en-US" dirty="0"/>
              <a:t>Refer for surgical abortion</a:t>
            </a:r>
          </a:p>
        </p:txBody>
      </p:sp>
      <p:sp>
        <p:nvSpPr>
          <p:cNvPr id="26" name="TextBox 25">
            <a:extLst>
              <a:ext uri="{FF2B5EF4-FFF2-40B4-BE49-F238E27FC236}">
                <a16:creationId xmlns:a16="http://schemas.microsoft.com/office/drawing/2014/main" id="{4A207145-BC74-C518-69EF-8AC9887B80C5}"/>
              </a:ext>
            </a:extLst>
          </p:cNvPr>
          <p:cNvSpPr txBox="1"/>
          <p:nvPr/>
        </p:nvSpPr>
        <p:spPr>
          <a:xfrm>
            <a:off x="9709960" y="1718978"/>
            <a:ext cx="2269825" cy="2031325"/>
          </a:xfrm>
          <a:prstGeom prst="rect">
            <a:avLst/>
          </a:prstGeom>
          <a:noFill/>
        </p:spPr>
        <p:txBody>
          <a:bodyPr wrap="square" rtlCol="0">
            <a:spAutoFit/>
          </a:bodyPr>
          <a:lstStyle/>
          <a:p>
            <a:pPr algn="ctr"/>
            <a:r>
              <a:rPr lang="en-US" u="sng" dirty="0"/>
              <a:t>Prolonged/heavy bleeding (1%)</a:t>
            </a:r>
          </a:p>
          <a:p>
            <a:pPr marL="109538" indent="-109538">
              <a:buFont typeface="Arial" panose="020B0604020202020204" pitchFamily="34" charset="0"/>
              <a:buChar char="•"/>
            </a:pPr>
            <a:r>
              <a:rPr lang="en-US" dirty="0"/>
              <a:t>Seek emergency care if &gt;2 pads/h x 2h or symptoms of anemia</a:t>
            </a:r>
          </a:p>
          <a:p>
            <a:pPr marL="109538" indent="-109538">
              <a:buFont typeface="Arial" panose="020B0604020202020204" pitchFamily="34" charset="0"/>
              <a:buChar char="•"/>
            </a:pPr>
            <a:r>
              <a:rPr lang="en-US" dirty="0"/>
              <a:t>Requiring transfusions (&lt;0.1%)</a:t>
            </a:r>
          </a:p>
        </p:txBody>
      </p:sp>
      <p:pic>
        <p:nvPicPr>
          <p:cNvPr id="15" name="teachIM logo" descr="Icon&#10;&#10;Description automatically generated">
            <a:extLst>
              <a:ext uri="{FF2B5EF4-FFF2-40B4-BE49-F238E27FC236}">
                <a16:creationId xmlns:a16="http://schemas.microsoft.com/office/drawing/2014/main" id="{70C3A7B2-A401-4341-60CD-F722C9FA5A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6329894"/>
            <a:ext cx="1387970" cy="528106"/>
          </a:xfrm>
          <a:prstGeom prst="rect">
            <a:avLst/>
          </a:prstGeom>
        </p:spPr>
      </p:pic>
      <p:sp>
        <p:nvSpPr>
          <p:cNvPr id="20" name="Side effects">
            <a:extLst>
              <a:ext uri="{FF2B5EF4-FFF2-40B4-BE49-F238E27FC236}">
                <a16:creationId xmlns:a16="http://schemas.microsoft.com/office/drawing/2014/main" id="{CA2CE396-81F1-CEFC-4EF3-6ADBE5DECF06}"/>
              </a:ext>
            </a:extLst>
          </p:cNvPr>
          <p:cNvSpPr txBox="1"/>
          <p:nvPr/>
        </p:nvSpPr>
        <p:spPr>
          <a:xfrm>
            <a:off x="3052967" y="986894"/>
            <a:ext cx="2541341"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Expected Side Effects</a:t>
            </a:r>
          </a:p>
        </p:txBody>
      </p:sp>
      <p:pic>
        <p:nvPicPr>
          <p:cNvPr id="21" name="Graphic 20" descr="Cursor with solid fill">
            <a:extLst>
              <a:ext uri="{FF2B5EF4-FFF2-40B4-BE49-F238E27FC236}">
                <a16:creationId xmlns:a16="http://schemas.microsoft.com/office/drawing/2014/main" id="{3C3FBC47-9371-58C0-DD5C-27B08194EA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56649" y="1271905"/>
            <a:ext cx="274320" cy="274320"/>
          </a:xfrm>
          <a:prstGeom prst="rect">
            <a:avLst/>
          </a:prstGeom>
        </p:spPr>
      </p:pic>
      <p:cxnSp>
        <p:nvCxnSpPr>
          <p:cNvPr id="38" name="Straight Arrow Connector 37">
            <a:extLst>
              <a:ext uri="{FF2B5EF4-FFF2-40B4-BE49-F238E27FC236}">
                <a16:creationId xmlns:a16="http://schemas.microsoft.com/office/drawing/2014/main" id="{89CED894-BE74-B223-485B-AD5E468B7D4F}"/>
              </a:ext>
            </a:extLst>
          </p:cNvPr>
          <p:cNvCxnSpPr/>
          <p:nvPr/>
        </p:nvCxnSpPr>
        <p:spPr>
          <a:xfrm flipH="1">
            <a:off x="6821223" y="1386531"/>
            <a:ext cx="20127" cy="4983191"/>
          </a:xfrm>
          <a:prstGeom prst="straightConnector1">
            <a:avLst/>
          </a:prstGeom>
          <a:ln/>
        </p:spPr>
        <p:style>
          <a:lnRef idx="3">
            <a:schemeClr val="dk1"/>
          </a:lnRef>
          <a:fillRef idx="0">
            <a:schemeClr val="dk1"/>
          </a:fillRef>
          <a:effectRef idx="2">
            <a:schemeClr val="dk1"/>
          </a:effectRef>
          <a:fontRef idx="minor">
            <a:schemeClr val="tx1"/>
          </a:fontRef>
        </p:style>
      </p:cxnSp>
      <p:sp>
        <p:nvSpPr>
          <p:cNvPr id="49" name="Complications">
            <a:extLst>
              <a:ext uri="{FF2B5EF4-FFF2-40B4-BE49-F238E27FC236}">
                <a16:creationId xmlns:a16="http://schemas.microsoft.com/office/drawing/2014/main" id="{CCF303D6-0D30-00C0-3581-7BC5F7C29B53}"/>
              </a:ext>
            </a:extLst>
          </p:cNvPr>
          <p:cNvSpPr txBox="1"/>
          <p:nvPr/>
        </p:nvSpPr>
        <p:spPr>
          <a:xfrm>
            <a:off x="8513242" y="992446"/>
            <a:ext cx="179102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r>
              <a:rPr lang="en-US" dirty="0"/>
              <a:t>Complications</a:t>
            </a:r>
          </a:p>
        </p:txBody>
      </p:sp>
      <p:pic>
        <p:nvPicPr>
          <p:cNvPr id="51" name="Graphic 50" descr="Cursor with solid fill">
            <a:extLst>
              <a:ext uri="{FF2B5EF4-FFF2-40B4-BE49-F238E27FC236}">
                <a16:creationId xmlns:a16="http://schemas.microsoft.com/office/drawing/2014/main" id="{C8DDA5C7-7BCC-79BE-9CFD-90D2D99E32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3662" y="1275318"/>
            <a:ext cx="274320" cy="274320"/>
          </a:xfrm>
          <a:prstGeom prst="rect">
            <a:avLst/>
          </a:prstGeom>
        </p:spPr>
      </p:pic>
      <p:sp>
        <p:nvSpPr>
          <p:cNvPr id="41" name="question 1">
            <a:hlinkClick r:id="rId8" action="ppaction://hlinksldjump"/>
            <a:extLst>
              <a:ext uri="{FF2B5EF4-FFF2-40B4-BE49-F238E27FC236}">
                <a16:creationId xmlns:a16="http://schemas.microsoft.com/office/drawing/2014/main" id="{06424CAA-3148-9B6D-B71D-7EB4CFF535B5}"/>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42" name="Question 2">
            <a:hlinkClick r:id="rId9" action="ppaction://hlinksldjump"/>
            <a:extLst>
              <a:ext uri="{FF2B5EF4-FFF2-40B4-BE49-F238E27FC236}">
                <a16:creationId xmlns:a16="http://schemas.microsoft.com/office/drawing/2014/main" id="{56344391-68B7-9538-8CB3-1CEB841C518E}"/>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43" name="question 3">
            <a:hlinkClick r:id="rId10" action="ppaction://hlinksldjump"/>
            <a:extLst>
              <a:ext uri="{FF2B5EF4-FFF2-40B4-BE49-F238E27FC236}">
                <a16:creationId xmlns:a16="http://schemas.microsoft.com/office/drawing/2014/main" id="{02735D98-E2C6-B7A4-21CF-69D9EE6271F4}"/>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44" name="question 4">
            <a:hlinkClick r:id="rId11" action="ppaction://hlinksldjump"/>
            <a:extLst>
              <a:ext uri="{FF2B5EF4-FFF2-40B4-BE49-F238E27FC236}">
                <a16:creationId xmlns:a16="http://schemas.microsoft.com/office/drawing/2014/main" id="{0A2266FE-BF80-F7EF-E68E-234D478F93C1}"/>
              </a:ext>
            </a:extLst>
          </p:cNvPr>
          <p:cNvSpPr txBox="1"/>
          <p:nvPr/>
        </p:nvSpPr>
        <p:spPr>
          <a:xfrm>
            <a:off x="179164" y="2553005"/>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Side Effects</a:t>
            </a:r>
          </a:p>
        </p:txBody>
      </p:sp>
      <p:sp>
        <p:nvSpPr>
          <p:cNvPr id="45" name="Cases">
            <a:hlinkClick r:id="rId4" action="ppaction://hlinksldjump"/>
            <a:extLst>
              <a:ext uri="{FF2B5EF4-FFF2-40B4-BE49-F238E27FC236}">
                <a16:creationId xmlns:a16="http://schemas.microsoft.com/office/drawing/2014/main" id="{4774FC6B-FD0F-5CC8-3D93-B9EAC57A07AB}"/>
              </a:ext>
            </a:extLst>
          </p:cNvPr>
          <p:cNvSpPr txBox="1"/>
          <p:nvPr/>
        </p:nvSpPr>
        <p:spPr>
          <a:xfrm>
            <a:off x="179164" y="3136243"/>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pic>
        <p:nvPicPr>
          <p:cNvPr id="46" name="Graphic 45" descr="Cursor with solid fill">
            <a:extLst>
              <a:ext uri="{FF2B5EF4-FFF2-40B4-BE49-F238E27FC236}">
                <a16:creationId xmlns:a16="http://schemas.microsoft.com/office/drawing/2014/main" id="{B12A00A7-07AD-FFBD-D294-635E5AD790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817" y="1076793"/>
            <a:ext cx="274320" cy="274320"/>
          </a:xfrm>
          <a:prstGeom prst="rect">
            <a:avLst/>
          </a:prstGeom>
        </p:spPr>
      </p:pic>
      <p:pic>
        <p:nvPicPr>
          <p:cNvPr id="47" name="Graphic 46" descr="Cursor with solid fill">
            <a:extLst>
              <a:ext uri="{FF2B5EF4-FFF2-40B4-BE49-F238E27FC236}">
                <a16:creationId xmlns:a16="http://schemas.microsoft.com/office/drawing/2014/main" id="{0D1B3C51-9FF0-1F37-3D20-4580B3464B9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817" y="2246959"/>
            <a:ext cx="274320" cy="274320"/>
          </a:xfrm>
          <a:prstGeom prst="rect">
            <a:avLst/>
          </a:prstGeom>
        </p:spPr>
      </p:pic>
      <p:pic>
        <p:nvPicPr>
          <p:cNvPr id="50" name="Graphic 49" descr="Cursor with solid fill">
            <a:extLst>
              <a:ext uri="{FF2B5EF4-FFF2-40B4-BE49-F238E27FC236}">
                <a16:creationId xmlns:a16="http://schemas.microsoft.com/office/drawing/2014/main" id="{BDDAF88D-9D32-C8F3-5D9D-83E94F5EB6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817" y="3417125"/>
            <a:ext cx="274320" cy="274320"/>
          </a:xfrm>
          <a:prstGeom prst="rect">
            <a:avLst/>
          </a:prstGeom>
        </p:spPr>
      </p:pic>
      <p:pic>
        <p:nvPicPr>
          <p:cNvPr id="52" name="Graphic 51" descr="Cursor with solid fill">
            <a:extLst>
              <a:ext uri="{FF2B5EF4-FFF2-40B4-BE49-F238E27FC236}">
                <a16:creationId xmlns:a16="http://schemas.microsoft.com/office/drawing/2014/main" id="{77976705-6E1D-8493-94F5-8E3A4A1088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817" y="1661876"/>
            <a:ext cx="274320" cy="274320"/>
          </a:xfrm>
          <a:prstGeom prst="rect">
            <a:avLst/>
          </a:prstGeom>
        </p:spPr>
      </p:pic>
      <p:sp>
        <p:nvSpPr>
          <p:cNvPr id="53" name="question 1">
            <a:hlinkClick r:id="rId12" action="ppaction://hlinksldjump"/>
            <a:extLst>
              <a:ext uri="{FF2B5EF4-FFF2-40B4-BE49-F238E27FC236}">
                <a16:creationId xmlns:a16="http://schemas.microsoft.com/office/drawing/2014/main" id="{33BA802F-3740-D2AF-BE4C-60AC1A2938D3}"/>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54" name="Graphic 53" descr="Cursor with solid fill">
            <a:extLst>
              <a:ext uri="{FF2B5EF4-FFF2-40B4-BE49-F238E27FC236}">
                <a16:creationId xmlns:a16="http://schemas.microsoft.com/office/drawing/2014/main" id="{3F11A715-B3EF-1A92-6944-41CB1DF73BE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00817" y="491710"/>
            <a:ext cx="274320" cy="274320"/>
          </a:xfrm>
          <a:prstGeom prst="rect">
            <a:avLst/>
          </a:prstGeom>
        </p:spPr>
      </p:pic>
      <p:sp>
        <p:nvSpPr>
          <p:cNvPr id="2" name="TextBox 1">
            <a:extLst>
              <a:ext uri="{FF2B5EF4-FFF2-40B4-BE49-F238E27FC236}">
                <a16:creationId xmlns:a16="http://schemas.microsoft.com/office/drawing/2014/main" id="{F1E5BFBD-CF62-E178-BD1F-8A2FF5C5FD96}"/>
              </a:ext>
            </a:extLst>
          </p:cNvPr>
          <p:cNvSpPr txBox="1"/>
          <p:nvPr/>
        </p:nvSpPr>
        <p:spPr>
          <a:xfrm>
            <a:off x="3380738" y="133793"/>
            <a:ext cx="6307494" cy="461665"/>
          </a:xfrm>
          <a:prstGeom prst="rect">
            <a:avLst/>
          </a:prstGeom>
          <a:noFill/>
        </p:spPr>
        <p:txBody>
          <a:bodyPr wrap="square" lIns="91440" tIns="45720" rIns="91440" bIns="45720" rtlCol="0" anchor="t">
            <a:spAutoFit/>
          </a:bodyPr>
          <a:lstStyle/>
          <a:p>
            <a:pPr algn="ctr"/>
            <a:r>
              <a:rPr lang="en-US" sz="2400" b="1" dirty="0">
                <a:cs typeface="Calibri"/>
              </a:rPr>
              <a:t>Side Effects and Complications</a:t>
            </a:r>
          </a:p>
        </p:txBody>
      </p:sp>
      <p:grpSp>
        <p:nvGrpSpPr>
          <p:cNvPr id="12" name="Prolonged bleeding">
            <a:extLst>
              <a:ext uri="{FF2B5EF4-FFF2-40B4-BE49-F238E27FC236}">
                <a16:creationId xmlns:a16="http://schemas.microsoft.com/office/drawing/2014/main" id="{D5673BFD-597B-3384-838C-C4C0306DDCD6}"/>
              </a:ext>
            </a:extLst>
          </p:cNvPr>
          <p:cNvGrpSpPr/>
          <p:nvPr/>
        </p:nvGrpSpPr>
        <p:grpSpPr>
          <a:xfrm>
            <a:off x="9820992" y="1770207"/>
            <a:ext cx="1978434" cy="1940957"/>
            <a:chOff x="10034402" y="3397241"/>
            <a:chExt cx="1978434" cy="1940957"/>
          </a:xfrm>
        </p:grpSpPr>
        <p:sp>
          <p:nvSpPr>
            <p:cNvPr id="11" name="question 3">
              <a:extLst>
                <a:ext uri="{FF2B5EF4-FFF2-40B4-BE49-F238E27FC236}">
                  <a16:creationId xmlns:a16="http://schemas.microsoft.com/office/drawing/2014/main" id="{F5B8B3C8-41FF-5FD3-9435-094A204AD96F}"/>
                </a:ext>
              </a:extLst>
            </p:cNvPr>
            <p:cNvSpPr txBox="1"/>
            <p:nvPr/>
          </p:nvSpPr>
          <p:spPr>
            <a:xfrm>
              <a:off x="10063558" y="3397241"/>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grpSp>
          <p:nvGrpSpPr>
            <p:cNvPr id="10" name="Group 9">
              <a:extLst>
                <a:ext uri="{FF2B5EF4-FFF2-40B4-BE49-F238E27FC236}">
                  <a16:creationId xmlns:a16="http://schemas.microsoft.com/office/drawing/2014/main" id="{65F99A77-B3C6-613F-D9EB-4311FE4DCF7B}"/>
                </a:ext>
              </a:extLst>
            </p:cNvPr>
            <p:cNvGrpSpPr/>
            <p:nvPr/>
          </p:nvGrpSpPr>
          <p:grpSpPr>
            <a:xfrm>
              <a:off x="10034402" y="3476341"/>
              <a:ext cx="1952446" cy="1812030"/>
              <a:chOff x="10034402" y="3476341"/>
              <a:chExt cx="1952446" cy="1812030"/>
            </a:xfrm>
          </p:grpSpPr>
          <p:sp>
            <p:nvSpPr>
              <p:cNvPr id="56" name="TextBox 55">
                <a:extLst>
                  <a:ext uri="{FF2B5EF4-FFF2-40B4-BE49-F238E27FC236}">
                    <a16:creationId xmlns:a16="http://schemas.microsoft.com/office/drawing/2014/main" id="{975B0FE1-DA8B-A4BE-0788-C2ADC111C5FA}"/>
                  </a:ext>
                </a:extLst>
              </p:cNvPr>
              <p:cNvSpPr txBox="1"/>
              <p:nvPr/>
            </p:nvSpPr>
            <p:spPr>
              <a:xfrm>
                <a:off x="10034402" y="4642040"/>
                <a:ext cx="19524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Arial"/>
                  </a:rPr>
                  <a:t>Prolonged/heavy bleeding​</a:t>
                </a:r>
                <a:endParaRPr lang="en-US" dirty="0"/>
              </a:p>
            </p:txBody>
          </p:sp>
          <p:grpSp>
            <p:nvGrpSpPr>
              <p:cNvPr id="8" name="Group 7">
                <a:extLst>
                  <a:ext uri="{FF2B5EF4-FFF2-40B4-BE49-F238E27FC236}">
                    <a16:creationId xmlns:a16="http://schemas.microsoft.com/office/drawing/2014/main" id="{829F3865-F35E-5814-E0F3-89005EC76B05}"/>
                  </a:ext>
                </a:extLst>
              </p:cNvPr>
              <p:cNvGrpSpPr/>
              <p:nvPr/>
            </p:nvGrpSpPr>
            <p:grpSpPr>
              <a:xfrm>
                <a:off x="10289445" y="3476341"/>
                <a:ext cx="1509625" cy="1257063"/>
                <a:chOff x="10289445" y="3476341"/>
                <a:chExt cx="1509625" cy="1257063"/>
              </a:xfrm>
            </p:grpSpPr>
            <p:pic>
              <p:nvPicPr>
                <p:cNvPr id="4" name="Picture 3" descr="Graphical user interface, application&#10;&#10;Description automatically generated">
                  <a:extLst>
                    <a:ext uri="{FF2B5EF4-FFF2-40B4-BE49-F238E27FC236}">
                      <a16:creationId xmlns:a16="http://schemas.microsoft.com/office/drawing/2014/main" id="{DDA03E80-EA63-63B5-3E95-020BCE86B75E}"/>
                    </a:ext>
                  </a:extLst>
                </p:cNvPr>
                <p:cNvPicPr>
                  <a:picLocks noChangeAspect="1"/>
                </p:cNvPicPr>
                <p:nvPr/>
              </p:nvPicPr>
              <p:blipFill rotWithShape="1">
                <a:blip r:embed="rId13">
                  <a:extLst>
                    <a:ext uri="{28A0092B-C50C-407E-A947-70E740481C1C}">
                      <a14:useLocalDpi xmlns:a14="http://schemas.microsoft.com/office/drawing/2010/main" val="0"/>
                    </a:ext>
                  </a:extLst>
                </a:blip>
                <a:srcRect l="32241" t="70451" r="44772" b="2203"/>
                <a:stretch/>
              </p:blipFill>
              <p:spPr>
                <a:xfrm>
                  <a:off x="10289445" y="3476341"/>
                  <a:ext cx="1509625" cy="1257063"/>
                </a:xfrm>
                <a:prstGeom prst="rect">
                  <a:avLst/>
                </a:prstGeom>
              </p:spPr>
            </p:pic>
            <p:sp>
              <p:nvSpPr>
                <p:cNvPr id="5" name="Freeform: Shape 4">
                  <a:extLst>
                    <a:ext uri="{FF2B5EF4-FFF2-40B4-BE49-F238E27FC236}">
                      <a16:creationId xmlns:a16="http://schemas.microsoft.com/office/drawing/2014/main" id="{931B7405-0F4F-279C-F557-341FBCA19323}"/>
                    </a:ext>
                  </a:extLst>
                </p:cNvPr>
                <p:cNvSpPr/>
                <p:nvPr/>
              </p:nvSpPr>
              <p:spPr>
                <a:xfrm>
                  <a:off x="10835176" y="3684015"/>
                  <a:ext cx="346388" cy="229215"/>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4"/>
                    <a:gd name="connsiteY0" fmla="*/ 605 h 229215"/>
                    <a:gd name="connsiteX1" fmla="*/ 148910 w 345804"/>
                    <a:gd name="connsiteY1" fmla="*/ 21242 h 229215"/>
                    <a:gd name="connsiteX2" fmla="*/ 231460 w 345804"/>
                    <a:gd name="connsiteY2" fmla="*/ 19655 h 229215"/>
                    <a:gd name="connsiteX3" fmla="*/ 345760 w 345804"/>
                    <a:gd name="connsiteY3" fmla="*/ 6955 h 229215"/>
                    <a:gd name="connsiteX4" fmla="*/ 244160 w 345804"/>
                    <a:gd name="connsiteY4" fmla="*/ 70455 h 229215"/>
                    <a:gd name="connsiteX5" fmla="*/ 167960 w 345804"/>
                    <a:gd name="connsiteY5" fmla="*/ 76805 h 229215"/>
                    <a:gd name="connsiteX6" fmla="*/ 178278 w 345804"/>
                    <a:gd name="connsiteY6" fmla="*/ 153799 h 229215"/>
                    <a:gd name="connsiteX7" fmla="*/ 190979 w 345804"/>
                    <a:gd name="connsiteY7" fmla="*/ 201425 h 229215"/>
                    <a:gd name="connsiteX8" fmla="*/ 157642 w 345804"/>
                    <a:gd name="connsiteY8" fmla="*/ 229205 h 229215"/>
                    <a:gd name="connsiteX9" fmla="*/ 129066 w 345804"/>
                    <a:gd name="connsiteY9" fmla="*/ 203805 h 229215"/>
                    <a:gd name="connsiteX10" fmla="*/ 131447 w 345804"/>
                    <a:gd name="connsiteY10" fmla="*/ 137130 h 229215"/>
                    <a:gd name="connsiteX11" fmla="*/ 129066 w 345804"/>
                    <a:gd name="connsiteY11" fmla="*/ 98236 h 229215"/>
                    <a:gd name="connsiteX12" fmla="*/ 117160 w 345804"/>
                    <a:gd name="connsiteY12" fmla="*/ 70455 h 229215"/>
                    <a:gd name="connsiteX13" fmla="*/ 58423 w 345804"/>
                    <a:gd name="connsiteY13" fmla="*/ 48230 h 229215"/>
                    <a:gd name="connsiteX14" fmla="*/ 2860 w 345804"/>
                    <a:gd name="connsiteY14" fmla="*/ 605 h 229215"/>
                    <a:gd name="connsiteX0" fmla="*/ 2860 w 345784"/>
                    <a:gd name="connsiteY0" fmla="*/ 605 h 229215"/>
                    <a:gd name="connsiteX1" fmla="*/ 148910 w 345784"/>
                    <a:gd name="connsiteY1" fmla="*/ 21242 h 229215"/>
                    <a:gd name="connsiteX2" fmla="*/ 231460 w 345784"/>
                    <a:gd name="connsiteY2" fmla="*/ 19655 h 229215"/>
                    <a:gd name="connsiteX3" fmla="*/ 345760 w 345784"/>
                    <a:gd name="connsiteY3" fmla="*/ 6955 h 229215"/>
                    <a:gd name="connsiteX4" fmla="*/ 240985 w 345784"/>
                    <a:gd name="connsiteY4" fmla="*/ 124430 h 229215"/>
                    <a:gd name="connsiteX5" fmla="*/ 167960 w 345784"/>
                    <a:gd name="connsiteY5" fmla="*/ 76805 h 229215"/>
                    <a:gd name="connsiteX6" fmla="*/ 178278 w 345784"/>
                    <a:gd name="connsiteY6" fmla="*/ 153799 h 229215"/>
                    <a:gd name="connsiteX7" fmla="*/ 190979 w 345784"/>
                    <a:gd name="connsiteY7" fmla="*/ 201425 h 229215"/>
                    <a:gd name="connsiteX8" fmla="*/ 157642 w 345784"/>
                    <a:gd name="connsiteY8" fmla="*/ 229205 h 229215"/>
                    <a:gd name="connsiteX9" fmla="*/ 129066 w 345784"/>
                    <a:gd name="connsiteY9" fmla="*/ 203805 h 229215"/>
                    <a:gd name="connsiteX10" fmla="*/ 131447 w 345784"/>
                    <a:gd name="connsiteY10" fmla="*/ 137130 h 229215"/>
                    <a:gd name="connsiteX11" fmla="*/ 129066 w 345784"/>
                    <a:gd name="connsiteY11" fmla="*/ 98236 h 229215"/>
                    <a:gd name="connsiteX12" fmla="*/ 117160 w 345784"/>
                    <a:gd name="connsiteY12" fmla="*/ 70455 h 229215"/>
                    <a:gd name="connsiteX13" fmla="*/ 58423 w 345784"/>
                    <a:gd name="connsiteY13" fmla="*/ 48230 h 229215"/>
                    <a:gd name="connsiteX14" fmla="*/ 2860 w 345784"/>
                    <a:gd name="connsiteY14" fmla="*/ 605 h 229215"/>
                    <a:gd name="connsiteX0" fmla="*/ 2860 w 345781"/>
                    <a:gd name="connsiteY0" fmla="*/ 605 h 229215"/>
                    <a:gd name="connsiteX1" fmla="*/ 148910 w 345781"/>
                    <a:gd name="connsiteY1" fmla="*/ 21242 h 229215"/>
                    <a:gd name="connsiteX2" fmla="*/ 231460 w 345781"/>
                    <a:gd name="connsiteY2" fmla="*/ 19655 h 229215"/>
                    <a:gd name="connsiteX3" fmla="*/ 345760 w 345781"/>
                    <a:gd name="connsiteY3" fmla="*/ 6955 h 229215"/>
                    <a:gd name="connsiteX4" fmla="*/ 240985 w 345781"/>
                    <a:gd name="connsiteY4" fmla="*/ 124430 h 229215"/>
                    <a:gd name="connsiteX5" fmla="*/ 239223 w 345781"/>
                    <a:gd name="connsiteY5" fmla="*/ 68835 h 229215"/>
                    <a:gd name="connsiteX6" fmla="*/ 167960 w 345781"/>
                    <a:gd name="connsiteY6" fmla="*/ 76805 h 229215"/>
                    <a:gd name="connsiteX7" fmla="*/ 178278 w 345781"/>
                    <a:gd name="connsiteY7" fmla="*/ 153799 h 229215"/>
                    <a:gd name="connsiteX8" fmla="*/ 190979 w 345781"/>
                    <a:gd name="connsiteY8" fmla="*/ 201425 h 229215"/>
                    <a:gd name="connsiteX9" fmla="*/ 157642 w 345781"/>
                    <a:gd name="connsiteY9" fmla="*/ 229205 h 229215"/>
                    <a:gd name="connsiteX10" fmla="*/ 129066 w 345781"/>
                    <a:gd name="connsiteY10" fmla="*/ 203805 h 229215"/>
                    <a:gd name="connsiteX11" fmla="*/ 131447 w 345781"/>
                    <a:gd name="connsiteY11" fmla="*/ 137130 h 229215"/>
                    <a:gd name="connsiteX12" fmla="*/ 129066 w 345781"/>
                    <a:gd name="connsiteY12" fmla="*/ 98236 h 229215"/>
                    <a:gd name="connsiteX13" fmla="*/ 117160 w 345781"/>
                    <a:gd name="connsiteY13" fmla="*/ 70455 h 229215"/>
                    <a:gd name="connsiteX14" fmla="*/ 58423 w 345781"/>
                    <a:gd name="connsiteY14" fmla="*/ 48230 h 229215"/>
                    <a:gd name="connsiteX15" fmla="*/ 2860 w 345781"/>
                    <a:gd name="connsiteY15" fmla="*/ 605 h 229215"/>
                    <a:gd name="connsiteX0" fmla="*/ 2860 w 346712"/>
                    <a:gd name="connsiteY0" fmla="*/ 605 h 229215"/>
                    <a:gd name="connsiteX1" fmla="*/ 148910 w 346712"/>
                    <a:gd name="connsiteY1" fmla="*/ 21242 h 229215"/>
                    <a:gd name="connsiteX2" fmla="*/ 231460 w 346712"/>
                    <a:gd name="connsiteY2" fmla="*/ 19655 h 229215"/>
                    <a:gd name="connsiteX3" fmla="*/ 345760 w 346712"/>
                    <a:gd name="connsiteY3" fmla="*/ 6955 h 229215"/>
                    <a:gd name="connsiteX4" fmla="*/ 283674 w 346712"/>
                    <a:gd name="connsiteY4" fmla="*/ 122810 h 229215"/>
                    <a:gd name="connsiteX5" fmla="*/ 240985 w 346712"/>
                    <a:gd name="connsiteY5" fmla="*/ 124430 h 229215"/>
                    <a:gd name="connsiteX6" fmla="*/ 239223 w 346712"/>
                    <a:gd name="connsiteY6" fmla="*/ 68835 h 229215"/>
                    <a:gd name="connsiteX7" fmla="*/ 167960 w 346712"/>
                    <a:gd name="connsiteY7" fmla="*/ 76805 h 229215"/>
                    <a:gd name="connsiteX8" fmla="*/ 178278 w 346712"/>
                    <a:gd name="connsiteY8" fmla="*/ 153799 h 229215"/>
                    <a:gd name="connsiteX9" fmla="*/ 190979 w 346712"/>
                    <a:gd name="connsiteY9" fmla="*/ 201425 h 229215"/>
                    <a:gd name="connsiteX10" fmla="*/ 157642 w 346712"/>
                    <a:gd name="connsiteY10" fmla="*/ 229205 h 229215"/>
                    <a:gd name="connsiteX11" fmla="*/ 129066 w 346712"/>
                    <a:gd name="connsiteY11" fmla="*/ 203805 h 229215"/>
                    <a:gd name="connsiteX12" fmla="*/ 131447 w 346712"/>
                    <a:gd name="connsiteY12" fmla="*/ 137130 h 229215"/>
                    <a:gd name="connsiteX13" fmla="*/ 129066 w 346712"/>
                    <a:gd name="connsiteY13" fmla="*/ 98236 h 229215"/>
                    <a:gd name="connsiteX14" fmla="*/ 117160 w 346712"/>
                    <a:gd name="connsiteY14" fmla="*/ 70455 h 229215"/>
                    <a:gd name="connsiteX15" fmla="*/ 58423 w 346712"/>
                    <a:gd name="connsiteY15" fmla="*/ 48230 h 229215"/>
                    <a:gd name="connsiteX16" fmla="*/ 2860 w 346712"/>
                    <a:gd name="connsiteY16" fmla="*/ 605 h 229215"/>
                    <a:gd name="connsiteX0" fmla="*/ 2860 w 347508"/>
                    <a:gd name="connsiteY0" fmla="*/ 605 h 229215"/>
                    <a:gd name="connsiteX1" fmla="*/ 148910 w 347508"/>
                    <a:gd name="connsiteY1" fmla="*/ 21242 h 229215"/>
                    <a:gd name="connsiteX2" fmla="*/ 231460 w 347508"/>
                    <a:gd name="connsiteY2" fmla="*/ 19655 h 229215"/>
                    <a:gd name="connsiteX3" fmla="*/ 345760 w 347508"/>
                    <a:gd name="connsiteY3" fmla="*/ 6955 h 229215"/>
                    <a:gd name="connsiteX4" fmla="*/ 299548 w 347508"/>
                    <a:gd name="connsiteY4" fmla="*/ 56135 h 229215"/>
                    <a:gd name="connsiteX5" fmla="*/ 283674 w 347508"/>
                    <a:gd name="connsiteY5" fmla="*/ 122810 h 229215"/>
                    <a:gd name="connsiteX6" fmla="*/ 240985 w 347508"/>
                    <a:gd name="connsiteY6" fmla="*/ 124430 h 229215"/>
                    <a:gd name="connsiteX7" fmla="*/ 239223 w 347508"/>
                    <a:gd name="connsiteY7" fmla="*/ 68835 h 229215"/>
                    <a:gd name="connsiteX8" fmla="*/ 167960 w 347508"/>
                    <a:gd name="connsiteY8" fmla="*/ 76805 h 229215"/>
                    <a:gd name="connsiteX9" fmla="*/ 178278 w 347508"/>
                    <a:gd name="connsiteY9" fmla="*/ 153799 h 229215"/>
                    <a:gd name="connsiteX10" fmla="*/ 190979 w 347508"/>
                    <a:gd name="connsiteY10" fmla="*/ 201425 h 229215"/>
                    <a:gd name="connsiteX11" fmla="*/ 157642 w 347508"/>
                    <a:gd name="connsiteY11" fmla="*/ 229205 h 229215"/>
                    <a:gd name="connsiteX12" fmla="*/ 129066 w 347508"/>
                    <a:gd name="connsiteY12" fmla="*/ 203805 h 229215"/>
                    <a:gd name="connsiteX13" fmla="*/ 131447 w 347508"/>
                    <a:gd name="connsiteY13" fmla="*/ 137130 h 229215"/>
                    <a:gd name="connsiteX14" fmla="*/ 129066 w 347508"/>
                    <a:gd name="connsiteY14" fmla="*/ 98236 h 229215"/>
                    <a:gd name="connsiteX15" fmla="*/ 117160 w 347508"/>
                    <a:gd name="connsiteY15" fmla="*/ 70455 h 229215"/>
                    <a:gd name="connsiteX16" fmla="*/ 58423 w 347508"/>
                    <a:gd name="connsiteY16" fmla="*/ 48230 h 229215"/>
                    <a:gd name="connsiteX17" fmla="*/ 2860 w 347508"/>
                    <a:gd name="connsiteY17" fmla="*/ 605 h 229215"/>
                    <a:gd name="connsiteX0" fmla="*/ 2860 w 346613"/>
                    <a:gd name="connsiteY0" fmla="*/ 605 h 229215"/>
                    <a:gd name="connsiteX1" fmla="*/ 148910 w 346613"/>
                    <a:gd name="connsiteY1" fmla="*/ 21242 h 229215"/>
                    <a:gd name="connsiteX2" fmla="*/ 231460 w 346613"/>
                    <a:gd name="connsiteY2" fmla="*/ 19655 h 229215"/>
                    <a:gd name="connsiteX3" fmla="*/ 345760 w 346613"/>
                    <a:gd name="connsiteY3" fmla="*/ 6955 h 229215"/>
                    <a:gd name="connsiteX4" fmla="*/ 283673 w 346613"/>
                    <a:gd name="connsiteY4" fmla="*/ 46610 h 229215"/>
                    <a:gd name="connsiteX5" fmla="*/ 283674 w 346613"/>
                    <a:gd name="connsiteY5" fmla="*/ 122810 h 229215"/>
                    <a:gd name="connsiteX6" fmla="*/ 240985 w 346613"/>
                    <a:gd name="connsiteY6" fmla="*/ 124430 h 229215"/>
                    <a:gd name="connsiteX7" fmla="*/ 239223 w 346613"/>
                    <a:gd name="connsiteY7" fmla="*/ 68835 h 229215"/>
                    <a:gd name="connsiteX8" fmla="*/ 167960 w 346613"/>
                    <a:gd name="connsiteY8" fmla="*/ 76805 h 229215"/>
                    <a:gd name="connsiteX9" fmla="*/ 178278 w 346613"/>
                    <a:gd name="connsiteY9" fmla="*/ 153799 h 229215"/>
                    <a:gd name="connsiteX10" fmla="*/ 190979 w 346613"/>
                    <a:gd name="connsiteY10" fmla="*/ 201425 h 229215"/>
                    <a:gd name="connsiteX11" fmla="*/ 157642 w 346613"/>
                    <a:gd name="connsiteY11" fmla="*/ 229205 h 229215"/>
                    <a:gd name="connsiteX12" fmla="*/ 129066 w 346613"/>
                    <a:gd name="connsiteY12" fmla="*/ 203805 h 229215"/>
                    <a:gd name="connsiteX13" fmla="*/ 131447 w 346613"/>
                    <a:gd name="connsiteY13" fmla="*/ 137130 h 229215"/>
                    <a:gd name="connsiteX14" fmla="*/ 129066 w 346613"/>
                    <a:gd name="connsiteY14" fmla="*/ 98236 h 229215"/>
                    <a:gd name="connsiteX15" fmla="*/ 117160 w 346613"/>
                    <a:gd name="connsiteY15" fmla="*/ 70455 h 229215"/>
                    <a:gd name="connsiteX16" fmla="*/ 58423 w 346613"/>
                    <a:gd name="connsiteY16" fmla="*/ 48230 h 229215"/>
                    <a:gd name="connsiteX17" fmla="*/ 2860 w 346613"/>
                    <a:gd name="connsiteY17" fmla="*/ 605 h 229215"/>
                    <a:gd name="connsiteX0" fmla="*/ 2860 w 346376"/>
                    <a:gd name="connsiteY0" fmla="*/ 605 h 229215"/>
                    <a:gd name="connsiteX1" fmla="*/ 148910 w 346376"/>
                    <a:gd name="connsiteY1" fmla="*/ 21242 h 229215"/>
                    <a:gd name="connsiteX2" fmla="*/ 231460 w 346376"/>
                    <a:gd name="connsiteY2" fmla="*/ 19655 h 229215"/>
                    <a:gd name="connsiteX3" fmla="*/ 345760 w 346376"/>
                    <a:gd name="connsiteY3" fmla="*/ 6955 h 229215"/>
                    <a:gd name="connsiteX4" fmla="*/ 277323 w 346376"/>
                    <a:gd name="connsiteY4" fmla="*/ 37085 h 229215"/>
                    <a:gd name="connsiteX5" fmla="*/ 283674 w 346376"/>
                    <a:gd name="connsiteY5" fmla="*/ 122810 h 229215"/>
                    <a:gd name="connsiteX6" fmla="*/ 240985 w 346376"/>
                    <a:gd name="connsiteY6" fmla="*/ 124430 h 229215"/>
                    <a:gd name="connsiteX7" fmla="*/ 239223 w 346376"/>
                    <a:gd name="connsiteY7" fmla="*/ 68835 h 229215"/>
                    <a:gd name="connsiteX8" fmla="*/ 167960 w 346376"/>
                    <a:gd name="connsiteY8" fmla="*/ 76805 h 229215"/>
                    <a:gd name="connsiteX9" fmla="*/ 178278 w 346376"/>
                    <a:gd name="connsiteY9" fmla="*/ 153799 h 229215"/>
                    <a:gd name="connsiteX10" fmla="*/ 190979 w 346376"/>
                    <a:gd name="connsiteY10" fmla="*/ 201425 h 229215"/>
                    <a:gd name="connsiteX11" fmla="*/ 157642 w 346376"/>
                    <a:gd name="connsiteY11" fmla="*/ 229205 h 229215"/>
                    <a:gd name="connsiteX12" fmla="*/ 129066 w 346376"/>
                    <a:gd name="connsiteY12" fmla="*/ 203805 h 229215"/>
                    <a:gd name="connsiteX13" fmla="*/ 131447 w 346376"/>
                    <a:gd name="connsiteY13" fmla="*/ 137130 h 229215"/>
                    <a:gd name="connsiteX14" fmla="*/ 129066 w 346376"/>
                    <a:gd name="connsiteY14" fmla="*/ 98236 h 229215"/>
                    <a:gd name="connsiteX15" fmla="*/ 117160 w 346376"/>
                    <a:gd name="connsiteY15" fmla="*/ 70455 h 229215"/>
                    <a:gd name="connsiteX16" fmla="*/ 58423 w 346376"/>
                    <a:gd name="connsiteY16" fmla="*/ 48230 h 229215"/>
                    <a:gd name="connsiteX17" fmla="*/ 2860 w 346376"/>
                    <a:gd name="connsiteY17"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40985 w 346388"/>
                    <a:gd name="connsiteY7" fmla="*/ 124430 h 229215"/>
                    <a:gd name="connsiteX8" fmla="*/ 239223 w 346388"/>
                    <a:gd name="connsiteY8" fmla="*/ 68835 h 229215"/>
                    <a:gd name="connsiteX9" fmla="*/ 167960 w 346388"/>
                    <a:gd name="connsiteY9" fmla="*/ 76805 h 229215"/>
                    <a:gd name="connsiteX10" fmla="*/ 178278 w 346388"/>
                    <a:gd name="connsiteY10" fmla="*/ 153799 h 229215"/>
                    <a:gd name="connsiteX11" fmla="*/ 190979 w 346388"/>
                    <a:gd name="connsiteY11" fmla="*/ 201425 h 229215"/>
                    <a:gd name="connsiteX12" fmla="*/ 157642 w 346388"/>
                    <a:gd name="connsiteY12" fmla="*/ 229205 h 229215"/>
                    <a:gd name="connsiteX13" fmla="*/ 129066 w 346388"/>
                    <a:gd name="connsiteY13" fmla="*/ 203805 h 229215"/>
                    <a:gd name="connsiteX14" fmla="*/ 131447 w 346388"/>
                    <a:gd name="connsiteY14" fmla="*/ 137130 h 229215"/>
                    <a:gd name="connsiteX15" fmla="*/ 129066 w 346388"/>
                    <a:gd name="connsiteY15" fmla="*/ 98236 h 229215"/>
                    <a:gd name="connsiteX16" fmla="*/ 117160 w 346388"/>
                    <a:gd name="connsiteY16" fmla="*/ 70455 h 229215"/>
                    <a:gd name="connsiteX17" fmla="*/ 58423 w 346388"/>
                    <a:gd name="connsiteY17" fmla="*/ 48230 h 229215"/>
                    <a:gd name="connsiteX18" fmla="*/ 2860 w 346388"/>
                    <a:gd name="connsiteY18"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39223 w 346388"/>
                    <a:gd name="connsiteY9" fmla="*/ 68835 h 229215"/>
                    <a:gd name="connsiteX10" fmla="*/ 167960 w 346388"/>
                    <a:gd name="connsiteY10" fmla="*/ 76805 h 229215"/>
                    <a:gd name="connsiteX11" fmla="*/ 178278 w 346388"/>
                    <a:gd name="connsiteY11" fmla="*/ 153799 h 229215"/>
                    <a:gd name="connsiteX12" fmla="*/ 190979 w 346388"/>
                    <a:gd name="connsiteY12" fmla="*/ 201425 h 229215"/>
                    <a:gd name="connsiteX13" fmla="*/ 157642 w 346388"/>
                    <a:gd name="connsiteY13" fmla="*/ 229205 h 229215"/>
                    <a:gd name="connsiteX14" fmla="*/ 129066 w 346388"/>
                    <a:gd name="connsiteY14" fmla="*/ 203805 h 229215"/>
                    <a:gd name="connsiteX15" fmla="*/ 131447 w 346388"/>
                    <a:gd name="connsiteY15" fmla="*/ 137130 h 229215"/>
                    <a:gd name="connsiteX16" fmla="*/ 129066 w 346388"/>
                    <a:gd name="connsiteY16" fmla="*/ 98236 h 229215"/>
                    <a:gd name="connsiteX17" fmla="*/ 117160 w 346388"/>
                    <a:gd name="connsiteY17" fmla="*/ 70455 h 229215"/>
                    <a:gd name="connsiteX18" fmla="*/ 58423 w 346388"/>
                    <a:gd name="connsiteY18" fmla="*/ 48230 h 229215"/>
                    <a:gd name="connsiteX19" fmla="*/ 2860 w 346388"/>
                    <a:gd name="connsiteY19"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39223 w 346388"/>
                    <a:gd name="connsiteY10" fmla="*/ 68835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39223 w 346388"/>
                    <a:gd name="connsiteY10" fmla="*/ 61691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8278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29066 w 346388"/>
                    <a:gd name="connsiteY18" fmla="*/ 98236 h 229215"/>
                    <a:gd name="connsiteX19" fmla="*/ 117160 w 346388"/>
                    <a:gd name="connsiteY19" fmla="*/ 70455 h 229215"/>
                    <a:gd name="connsiteX20" fmla="*/ 58423 w 346388"/>
                    <a:gd name="connsiteY20" fmla="*/ 48230 h 229215"/>
                    <a:gd name="connsiteX21" fmla="*/ 2860 w 346388"/>
                    <a:gd name="connsiteY21"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1134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29066 w 346388"/>
                    <a:gd name="connsiteY18" fmla="*/ 98236 h 229215"/>
                    <a:gd name="connsiteX19" fmla="*/ 117160 w 346388"/>
                    <a:gd name="connsiteY19" fmla="*/ 70455 h 229215"/>
                    <a:gd name="connsiteX20" fmla="*/ 58423 w 346388"/>
                    <a:gd name="connsiteY20" fmla="*/ 48230 h 229215"/>
                    <a:gd name="connsiteX21" fmla="*/ 2860 w 346388"/>
                    <a:gd name="connsiteY21"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1134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38591 w 346388"/>
                    <a:gd name="connsiteY18" fmla="*/ 95855 h 229215"/>
                    <a:gd name="connsiteX19" fmla="*/ 117160 w 346388"/>
                    <a:gd name="connsiteY19" fmla="*/ 70455 h 229215"/>
                    <a:gd name="connsiteX20" fmla="*/ 58423 w 346388"/>
                    <a:gd name="connsiteY20" fmla="*/ 48230 h 229215"/>
                    <a:gd name="connsiteX21" fmla="*/ 2860 w 346388"/>
                    <a:gd name="connsiteY21" fmla="*/ 605 h 22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6388" h="229215">
                      <a:moveTo>
                        <a:pt x="2860" y="605"/>
                      </a:moveTo>
                      <a:cubicBezTo>
                        <a:pt x="17941" y="-3893"/>
                        <a:pt x="110810" y="18067"/>
                        <a:pt x="148910" y="21242"/>
                      </a:cubicBezTo>
                      <a:cubicBezTo>
                        <a:pt x="187010" y="24417"/>
                        <a:pt x="198652" y="22036"/>
                        <a:pt x="231460" y="19655"/>
                      </a:cubicBezTo>
                      <a:cubicBezTo>
                        <a:pt x="264268" y="17274"/>
                        <a:pt x="338116" y="4050"/>
                        <a:pt x="345760" y="6955"/>
                      </a:cubicBezTo>
                      <a:cubicBezTo>
                        <a:pt x="353404" y="9860"/>
                        <a:pt x="288993" y="24787"/>
                        <a:pt x="277323" y="37085"/>
                      </a:cubicBezTo>
                      <a:cubicBezTo>
                        <a:pt x="265653" y="49383"/>
                        <a:pt x="265154" y="68836"/>
                        <a:pt x="266212" y="83123"/>
                      </a:cubicBezTo>
                      <a:cubicBezTo>
                        <a:pt x="267270" y="97410"/>
                        <a:pt x="284468" y="115666"/>
                        <a:pt x="283674" y="122810"/>
                      </a:cubicBezTo>
                      <a:cubicBezTo>
                        <a:pt x="282880" y="129954"/>
                        <a:pt x="268564" y="135240"/>
                        <a:pt x="261449" y="135510"/>
                      </a:cubicBezTo>
                      <a:cubicBezTo>
                        <a:pt x="254334" y="135780"/>
                        <a:pt x="242176" y="131177"/>
                        <a:pt x="240985" y="124430"/>
                      </a:cubicBezTo>
                      <a:cubicBezTo>
                        <a:pt x="239794" y="117683"/>
                        <a:pt x="254599" y="104295"/>
                        <a:pt x="254305" y="95029"/>
                      </a:cubicBezTo>
                      <a:cubicBezTo>
                        <a:pt x="254011" y="85763"/>
                        <a:pt x="260758" y="59568"/>
                        <a:pt x="248748" y="56928"/>
                      </a:cubicBezTo>
                      <a:cubicBezTo>
                        <a:pt x="236738" y="54288"/>
                        <a:pt x="184099" y="66089"/>
                        <a:pt x="167960" y="76805"/>
                      </a:cubicBezTo>
                      <a:cubicBezTo>
                        <a:pt x="151821" y="87521"/>
                        <a:pt x="150192" y="108391"/>
                        <a:pt x="151912" y="121223"/>
                      </a:cubicBezTo>
                      <a:cubicBezTo>
                        <a:pt x="153632" y="134055"/>
                        <a:pt x="164623" y="140432"/>
                        <a:pt x="171134" y="153799"/>
                      </a:cubicBezTo>
                      <a:cubicBezTo>
                        <a:pt x="177645" y="167166"/>
                        <a:pt x="194418" y="188857"/>
                        <a:pt x="190979" y="201425"/>
                      </a:cubicBezTo>
                      <a:cubicBezTo>
                        <a:pt x="187540" y="213993"/>
                        <a:pt x="167961" y="228808"/>
                        <a:pt x="157642" y="229205"/>
                      </a:cubicBezTo>
                      <a:cubicBezTo>
                        <a:pt x="147323" y="229602"/>
                        <a:pt x="133432" y="219151"/>
                        <a:pt x="129066" y="203805"/>
                      </a:cubicBezTo>
                      <a:cubicBezTo>
                        <a:pt x="124700" y="188459"/>
                        <a:pt x="131447" y="137130"/>
                        <a:pt x="131447" y="137130"/>
                      </a:cubicBezTo>
                      <a:lnTo>
                        <a:pt x="138591" y="95855"/>
                      </a:lnTo>
                      <a:cubicBezTo>
                        <a:pt x="138591" y="86330"/>
                        <a:pt x="130918" y="76805"/>
                        <a:pt x="117160" y="70455"/>
                      </a:cubicBezTo>
                      <a:cubicBezTo>
                        <a:pt x="103402" y="64105"/>
                        <a:pt x="80648" y="57755"/>
                        <a:pt x="58423" y="48230"/>
                      </a:cubicBezTo>
                      <a:cubicBezTo>
                        <a:pt x="36198" y="38705"/>
                        <a:pt x="-12221" y="5103"/>
                        <a:pt x="2860" y="605"/>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B9484E40-8908-6935-3E71-01BF4B6019F9}"/>
                    </a:ext>
                  </a:extLst>
                </p:cNvPr>
                <p:cNvSpPr/>
                <p:nvPr/>
              </p:nvSpPr>
              <p:spPr>
                <a:xfrm>
                  <a:off x="10981823" y="3988594"/>
                  <a:ext cx="79174" cy="438626"/>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151635 w 289793"/>
                    <a:gd name="connsiteY0" fmla="*/ 31547 h 224438"/>
                    <a:gd name="connsiteX1" fmla="*/ 92898 w 289793"/>
                    <a:gd name="connsiteY1" fmla="*/ 16465 h 224438"/>
                    <a:gd name="connsiteX2" fmla="*/ 175448 w 289793"/>
                    <a:gd name="connsiteY2" fmla="*/ 14878 h 224438"/>
                    <a:gd name="connsiteX3" fmla="*/ 289748 w 289793"/>
                    <a:gd name="connsiteY3" fmla="*/ 2178 h 224438"/>
                    <a:gd name="connsiteX4" fmla="*/ 188148 w 289793"/>
                    <a:gd name="connsiteY4" fmla="*/ 65678 h 224438"/>
                    <a:gd name="connsiteX5" fmla="*/ 105598 w 289793"/>
                    <a:gd name="connsiteY5" fmla="*/ 97428 h 224438"/>
                    <a:gd name="connsiteX6" fmla="*/ 122266 w 289793"/>
                    <a:gd name="connsiteY6" fmla="*/ 149022 h 224438"/>
                    <a:gd name="connsiteX7" fmla="*/ 134967 w 289793"/>
                    <a:gd name="connsiteY7" fmla="*/ 196648 h 224438"/>
                    <a:gd name="connsiteX8" fmla="*/ 101630 w 289793"/>
                    <a:gd name="connsiteY8" fmla="*/ 224428 h 224438"/>
                    <a:gd name="connsiteX9" fmla="*/ 73054 w 289793"/>
                    <a:gd name="connsiteY9" fmla="*/ 199028 h 224438"/>
                    <a:gd name="connsiteX10" fmla="*/ 75435 w 289793"/>
                    <a:gd name="connsiteY10" fmla="*/ 132353 h 224438"/>
                    <a:gd name="connsiteX11" fmla="*/ 73054 w 289793"/>
                    <a:gd name="connsiteY11" fmla="*/ 93459 h 224438"/>
                    <a:gd name="connsiteX12" fmla="*/ 61148 w 289793"/>
                    <a:gd name="connsiteY12" fmla="*/ 65678 h 224438"/>
                    <a:gd name="connsiteX13" fmla="*/ 2411 w 289793"/>
                    <a:gd name="connsiteY13" fmla="*/ 43453 h 224438"/>
                    <a:gd name="connsiteX14" fmla="*/ 151635 w 289793"/>
                    <a:gd name="connsiteY14" fmla="*/ 31547 h 224438"/>
                    <a:gd name="connsiteX0" fmla="*/ 151635 w 290748"/>
                    <a:gd name="connsiteY0" fmla="*/ 33589 h 226480"/>
                    <a:gd name="connsiteX1" fmla="*/ 92898 w 290748"/>
                    <a:gd name="connsiteY1" fmla="*/ 18507 h 226480"/>
                    <a:gd name="connsiteX2" fmla="*/ 175448 w 290748"/>
                    <a:gd name="connsiteY2" fmla="*/ 16920 h 226480"/>
                    <a:gd name="connsiteX3" fmla="*/ 289748 w 290748"/>
                    <a:gd name="connsiteY3" fmla="*/ 4220 h 226480"/>
                    <a:gd name="connsiteX4" fmla="*/ 105598 w 290748"/>
                    <a:gd name="connsiteY4" fmla="*/ 99470 h 226480"/>
                    <a:gd name="connsiteX5" fmla="*/ 122266 w 290748"/>
                    <a:gd name="connsiteY5" fmla="*/ 151064 h 226480"/>
                    <a:gd name="connsiteX6" fmla="*/ 134967 w 290748"/>
                    <a:gd name="connsiteY6" fmla="*/ 198690 h 226480"/>
                    <a:gd name="connsiteX7" fmla="*/ 101630 w 290748"/>
                    <a:gd name="connsiteY7" fmla="*/ 226470 h 226480"/>
                    <a:gd name="connsiteX8" fmla="*/ 73054 w 290748"/>
                    <a:gd name="connsiteY8" fmla="*/ 201070 h 226480"/>
                    <a:gd name="connsiteX9" fmla="*/ 75435 w 290748"/>
                    <a:gd name="connsiteY9" fmla="*/ 134395 h 226480"/>
                    <a:gd name="connsiteX10" fmla="*/ 73054 w 290748"/>
                    <a:gd name="connsiteY10" fmla="*/ 95501 h 226480"/>
                    <a:gd name="connsiteX11" fmla="*/ 61148 w 290748"/>
                    <a:gd name="connsiteY11" fmla="*/ 67720 h 226480"/>
                    <a:gd name="connsiteX12" fmla="*/ 2411 w 290748"/>
                    <a:gd name="connsiteY12" fmla="*/ 45495 h 226480"/>
                    <a:gd name="connsiteX13" fmla="*/ 151635 w 290748"/>
                    <a:gd name="connsiteY13" fmla="*/ 33589 h 226480"/>
                    <a:gd name="connsiteX0" fmla="*/ 151635 w 175500"/>
                    <a:gd name="connsiteY0" fmla="*/ 22875 h 215766"/>
                    <a:gd name="connsiteX1" fmla="*/ 92898 w 175500"/>
                    <a:gd name="connsiteY1" fmla="*/ 7793 h 215766"/>
                    <a:gd name="connsiteX2" fmla="*/ 175448 w 175500"/>
                    <a:gd name="connsiteY2" fmla="*/ 6206 h 215766"/>
                    <a:gd name="connsiteX3" fmla="*/ 105598 w 175500"/>
                    <a:gd name="connsiteY3" fmla="*/ 88756 h 215766"/>
                    <a:gd name="connsiteX4" fmla="*/ 122266 w 175500"/>
                    <a:gd name="connsiteY4" fmla="*/ 140350 h 215766"/>
                    <a:gd name="connsiteX5" fmla="*/ 134967 w 175500"/>
                    <a:gd name="connsiteY5" fmla="*/ 187976 h 215766"/>
                    <a:gd name="connsiteX6" fmla="*/ 101630 w 175500"/>
                    <a:gd name="connsiteY6" fmla="*/ 215756 h 215766"/>
                    <a:gd name="connsiteX7" fmla="*/ 73054 w 175500"/>
                    <a:gd name="connsiteY7" fmla="*/ 190356 h 215766"/>
                    <a:gd name="connsiteX8" fmla="*/ 75435 w 175500"/>
                    <a:gd name="connsiteY8" fmla="*/ 123681 h 215766"/>
                    <a:gd name="connsiteX9" fmla="*/ 73054 w 175500"/>
                    <a:gd name="connsiteY9" fmla="*/ 84787 h 215766"/>
                    <a:gd name="connsiteX10" fmla="*/ 61148 w 175500"/>
                    <a:gd name="connsiteY10" fmla="*/ 57006 h 215766"/>
                    <a:gd name="connsiteX11" fmla="*/ 2411 w 175500"/>
                    <a:gd name="connsiteY11" fmla="*/ 34781 h 215766"/>
                    <a:gd name="connsiteX12" fmla="*/ 151635 w 175500"/>
                    <a:gd name="connsiteY12" fmla="*/ 22875 h 215766"/>
                    <a:gd name="connsiteX0" fmla="*/ 90487 w 114352"/>
                    <a:gd name="connsiteY0" fmla="*/ 22875 h 215766"/>
                    <a:gd name="connsiteX1" fmla="*/ 31750 w 114352"/>
                    <a:gd name="connsiteY1" fmla="*/ 7793 h 215766"/>
                    <a:gd name="connsiteX2" fmla="*/ 114300 w 114352"/>
                    <a:gd name="connsiteY2" fmla="*/ 6206 h 215766"/>
                    <a:gd name="connsiteX3" fmla="*/ 44450 w 114352"/>
                    <a:gd name="connsiteY3" fmla="*/ 88756 h 215766"/>
                    <a:gd name="connsiteX4" fmla="*/ 61118 w 114352"/>
                    <a:gd name="connsiteY4" fmla="*/ 140350 h 215766"/>
                    <a:gd name="connsiteX5" fmla="*/ 73819 w 114352"/>
                    <a:gd name="connsiteY5" fmla="*/ 187976 h 215766"/>
                    <a:gd name="connsiteX6" fmla="*/ 40482 w 114352"/>
                    <a:gd name="connsiteY6" fmla="*/ 215756 h 215766"/>
                    <a:gd name="connsiteX7" fmla="*/ 11906 w 114352"/>
                    <a:gd name="connsiteY7" fmla="*/ 190356 h 215766"/>
                    <a:gd name="connsiteX8" fmla="*/ 14287 w 114352"/>
                    <a:gd name="connsiteY8" fmla="*/ 123681 h 215766"/>
                    <a:gd name="connsiteX9" fmla="*/ 11906 w 114352"/>
                    <a:gd name="connsiteY9" fmla="*/ 84787 h 215766"/>
                    <a:gd name="connsiteX10" fmla="*/ 0 w 114352"/>
                    <a:gd name="connsiteY10" fmla="*/ 57006 h 215766"/>
                    <a:gd name="connsiteX11" fmla="*/ 90487 w 114352"/>
                    <a:gd name="connsiteY11" fmla="*/ 22875 h 215766"/>
                    <a:gd name="connsiteX0" fmla="*/ 90487 w 114628"/>
                    <a:gd name="connsiteY0" fmla="*/ 26695 h 219586"/>
                    <a:gd name="connsiteX1" fmla="*/ 31750 w 114628"/>
                    <a:gd name="connsiteY1" fmla="*/ 11613 h 219586"/>
                    <a:gd name="connsiteX2" fmla="*/ 114300 w 114628"/>
                    <a:gd name="connsiteY2" fmla="*/ 10026 h 219586"/>
                    <a:gd name="connsiteX3" fmla="*/ 61118 w 114628"/>
                    <a:gd name="connsiteY3" fmla="*/ 144170 h 219586"/>
                    <a:gd name="connsiteX4" fmla="*/ 73819 w 114628"/>
                    <a:gd name="connsiteY4" fmla="*/ 191796 h 219586"/>
                    <a:gd name="connsiteX5" fmla="*/ 40482 w 114628"/>
                    <a:gd name="connsiteY5" fmla="*/ 219576 h 219586"/>
                    <a:gd name="connsiteX6" fmla="*/ 11906 w 114628"/>
                    <a:gd name="connsiteY6" fmla="*/ 194176 h 219586"/>
                    <a:gd name="connsiteX7" fmla="*/ 14287 w 114628"/>
                    <a:gd name="connsiteY7" fmla="*/ 127501 h 219586"/>
                    <a:gd name="connsiteX8" fmla="*/ 11906 w 114628"/>
                    <a:gd name="connsiteY8" fmla="*/ 88607 h 219586"/>
                    <a:gd name="connsiteX9" fmla="*/ 0 w 114628"/>
                    <a:gd name="connsiteY9" fmla="*/ 60826 h 219586"/>
                    <a:gd name="connsiteX10" fmla="*/ 90487 w 114628"/>
                    <a:gd name="connsiteY10" fmla="*/ 26695 h 219586"/>
                    <a:gd name="connsiteX0" fmla="*/ 0 w 114628"/>
                    <a:gd name="connsiteY0" fmla="*/ 62242 h 221002"/>
                    <a:gd name="connsiteX1" fmla="*/ 31750 w 114628"/>
                    <a:gd name="connsiteY1" fmla="*/ 13029 h 221002"/>
                    <a:gd name="connsiteX2" fmla="*/ 114300 w 114628"/>
                    <a:gd name="connsiteY2" fmla="*/ 11442 h 221002"/>
                    <a:gd name="connsiteX3" fmla="*/ 61118 w 114628"/>
                    <a:gd name="connsiteY3" fmla="*/ 145586 h 221002"/>
                    <a:gd name="connsiteX4" fmla="*/ 73819 w 114628"/>
                    <a:gd name="connsiteY4" fmla="*/ 193212 h 221002"/>
                    <a:gd name="connsiteX5" fmla="*/ 40482 w 114628"/>
                    <a:gd name="connsiteY5" fmla="*/ 220992 h 221002"/>
                    <a:gd name="connsiteX6" fmla="*/ 11906 w 114628"/>
                    <a:gd name="connsiteY6" fmla="*/ 195592 h 221002"/>
                    <a:gd name="connsiteX7" fmla="*/ 14287 w 114628"/>
                    <a:gd name="connsiteY7" fmla="*/ 128917 h 221002"/>
                    <a:gd name="connsiteX8" fmla="*/ 11906 w 114628"/>
                    <a:gd name="connsiteY8" fmla="*/ 90023 h 221002"/>
                    <a:gd name="connsiteX9" fmla="*/ 0 w 114628"/>
                    <a:gd name="connsiteY9" fmla="*/ 62242 h 221002"/>
                    <a:gd name="connsiteX0" fmla="*/ 0 w 74331"/>
                    <a:gd name="connsiteY0" fmla="*/ 50213 h 208973"/>
                    <a:gd name="connsiteX1" fmla="*/ 31750 w 74331"/>
                    <a:gd name="connsiteY1" fmla="*/ 1000 h 208973"/>
                    <a:gd name="connsiteX2" fmla="*/ 66675 w 74331"/>
                    <a:gd name="connsiteY2" fmla="*/ 99425 h 208973"/>
                    <a:gd name="connsiteX3" fmla="*/ 61118 w 74331"/>
                    <a:gd name="connsiteY3" fmla="*/ 133557 h 208973"/>
                    <a:gd name="connsiteX4" fmla="*/ 73819 w 74331"/>
                    <a:gd name="connsiteY4" fmla="*/ 181183 h 208973"/>
                    <a:gd name="connsiteX5" fmla="*/ 40482 w 74331"/>
                    <a:gd name="connsiteY5" fmla="*/ 208963 h 208973"/>
                    <a:gd name="connsiteX6" fmla="*/ 11906 w 74331"/>
                    <a:gd name="connsiteY6" fmla="*/ 183563 h 208973"/>
                    <a:gd name="connsiteX7" fmla="*/ 14287 w 74331"/>
                    <a:gd name="connsiteY7" fmla="*/ 116888 h 208973"/>
                    <a:gd name="connsiteX8" fmla="*/ 11906 w 74331"/>
                    <a:gd name="connsiteY8" fmla="*/ 77994 h 208973"/>
                    <a:gd name="connsiteX9" fmla="*/ 0 w 74331"/>
                    <a:gd name="connsiteY9" fmla="*/ 50213 h 208973"/>
                    <a:gd name="connsiteX0" fmla="*/ 0 w 74331"/>
                    <a:gd name="connsiteY0" fmla="*/ 18668 h 177428"/>
                    <a:gd name="connsiteX1" fmla="*/ 46037 w 74331"/>
                    <a:gd name="connsiteY1" fmla="*/ 2793 h 177428"/>
                    <a:gd name="connsiteX2" fmla="*/ 66675 w 74331"/>
                    <a:gd name="connsiteY2" fmla="*/ 67880 h 177428"/>
                    <a:gd name="connsiteX3" fmla="*/ 61118 w 74331"/>
                    <a:gd name="connsiteY3" fmla="*/ 102012 h 177428"/>
                    <a:gd name="connsiteX4" fmla="*/ 73819 w 74331"/>
                    <a:gd name="connsiteY4" fmla="*/ 149638 h 177428"/>
                    <a:gd name="connsiteX5" fmla="*/ 40482 w 74331"/>
                    <a:gd name="connsiteY5" fmla="*/ 177418 h 177428"/>
                    <a:gd name="connsiteX6" fmla="*/ 11906 w 74331"/>
                    <a:gd name="connsiteY6" fmla="*/ 152018 h 177428"/>
                    <a:gd name="connsiteX7" fmla="*/ 14287 w 74331"/>
                    <a:gd name="connsiteY7" fmla="*/ 85343 h 177428"/>
                    <a:gd name="connsiteX8" fmla="*/ 11906 w 74331"/>
                    <a:gd name="connsiteY8" fmla="*/ 46449 h 177428"/>
                    <a:gd name="connsiteX9" fmla="*/ 0 w 74331"/>
                    <a:gd name="connsiteY9" fmla="*/ 18668 h 1774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471 w 63896"/>
                    <a:gd name="connsiteY8" fmla="*/ 44049 h 175028"/>
                    <a:gd name="connsiteX9" fmla="*/ 6234 w 63896"/>
                    <a:gd name="connsiteY9" fmla="*/ 40080 h 1750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8140 w 63896"/>
                    <a:gd name="connsiteY8" fmla="*/ 67862 h 175028"/>
                    <a:gd name="connsiteX9" fmla="*/ 6234 w 63896"/>
                    <a:gd name="connsiteY9" fmla="*/ 40080 h 175028"/>
                    <a:gd name="connsiteX0" fmla="*/ 22903 w 63896"/>
                    <a:gd name="connsiteY0" fmla="*/ 42377 h 174943"/>
                    <a:gd name="connsiteX1" fmla="*/ 35602 w 63896"/>
                    <a:gd name="connsiteY1" fmla="*/ 308 h 174943"/>
                    <a:gd name="connsiteX2" fmla="*/ 56240 w 63896"/>
                    <a:gd name="connsiteY2" fmla="*/ 65395 h 174943"/>
                    <a:gd name="connsiteX3" fmla="*/ 50683 w 63896"/>
                    <a:gd name="connsiteY3" fmla="*/ 99527 h 174943"/>
                    <a:gd name="connsiteX4" fmla="*/ 63384 w 63896"/>
                    <a:gd name="connsiteY4" fmla="*/ 147153 h 174943"/>
                    <a:gd name="connsiteX5" fmla="*/ 30047 w 63896"/>
                    <a:gd name="connsiteY5" fmla="*/ 174933 h 174943"/>
                    <a:gd name="connsiteX6" fmla="*/ 1471 w 63896"/>
                    <a:gd name="connsiteY6" fmla="*/ 149533 h 174943"/>
                    <a:gd name="connsiteX7" fmla="*/ 3852 w 63896"/>
                    <a:gd name="connsiteY7" fmla="*/ 82858 h 174943"/>
                    <a:gd name="connsiteX8" fmla="*/ 18140 w 63896"/>
                    <a:gd name="connsiteY8" fmla="*/ 67777 h 174943"/>
                    <a:gd name="connsiteX9" fmla="*/ 22903 w 63896"/>
                    <a:gd name="connsiteY9" fmla="*/ 42377 h 174943"/>
                    <a:gd name="connsiteX0" fmla="*/ 22903 w 63896"/>
                    <a:gd name="connsiteY0" fmla="*/ 294520 h 427086"/>
                    <a:gd name="connsiteX1" fmla="*/ 42746 w 63896"/>
                    <a:gd name="connsiteY1" fmla="*/ 38 h 427086"/>
                    <a:gd name="connsiteX2" fmla="*/ 56240 w 63896"/>
                    <a:gd name="connsiteY2" fmla="*/ 317538 h 427086"/>
                    <a:gd name="connsiteX3" fmla="*/ 50683 w 63896"/>
                    <a:gd name="connsiteY3" fmla="*/ 351670 h 427086"/>
                    <a:gd name="connsiteX4" fmla="*/ 63384 w 63896"/>
                    <a:gd name="connsiteY4" fmla="*/ 399296 h 427086"/>
                    <a:gd name="connsiteX5" fmla="*/ 30047 w 63896"/>
                    <a:gd name="connsiteY5" fmla="*/ 427076 h 427086"/>
                    <a:gd name="connsiteX6" fmla="*/ 1471 w 63896"/>
                    <a:gd name="connsiteY6" fmla="*/ 401676 h 427086"/>
                    <a:gd name="connsiteX7" fmla="*/ 3852 w 63896"/>
                    <a:gd name="connsiteY7" fmla="*/ 335001 h 427086"/>
                    <a:gd name="connsiteX8" fmla="*/ 18140 w 63896"/>
                    <a:gd name="connsiteY8" fmla="*/ 319920 h 427086"/>
                    <a:gd name="connsiteX9" fmla="*/ 22903 w 63896"/>
                    <a:gd name="connsiteY9" fmla="*/ 294520 h 427086"/>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33885 h 466451"/>
                    <a:gd name="connsiteX1" fmla="*/ 14790 w 63896"/>
                    <a:gd name="connsiteY1" fmla="*/ 37350 h 466451"/>
                    <a:gd name="connsiteX2" fmla="*/ 42746 w 63896"/>
                    <a:gd name="connsiteY2" fmla="*/ 39403 h 466451"/>
                    <a:gd name="connsiteX3" fmla="*/ 56240 w 63896"/>
                    <a:gd name="connsiteY3" fmla="*/ 356903 h 466451"/>
                    <a:gd name="connsiteX4" fmla="*/ 50683 w 63896"/>
                    <a:gd name="connsiteY4" fmla="*/ 391035 h 466451"/>
                    <a:gd name="connsiteX5" fmla="*/ 63384 w 63896"/>
                    <a:gd name="connsiteY5" fmla="*/ 438661 h 466451"/>
                    <a:gd name="connsiteX6" fmla="*/ 30047 w 63896"/>
                    <a:gd name="connsiteY6" fmla="*/ 466441 h 466451"/>
                    <a:gd name="connsiteX7" fmla="*/ 1471 w 63896"/>
                    <a:gd name="connsiteY7" fmla="*/ 441041 h 466451"/>
                    <a:gd name="connsiteX8" fmla="*/ 3852 w 63896"/>
                    <a:gd name="connsiteY8" fmla="*/ 374366 h 466451"/>
                    <a:gd name="connsiteX9" fmla="*/ 18140 w 63896"/>
                    <a:gd name="connsiteY9" fmla="*/ 359285 h 466451"/>
                    <a:gd name="connsiteX10" fmla="*/ 22903 w 63896"/>
                    <a:gd name="connsiteY10" fmla="*/ 333885 h 466451"/>
                    <a:gd name="connsiteX0" fmla="*/ 22903 w 63896"/>
                    <a:gd name="connsiteY0" fmla="*/ 329452 h 462018"/>
                    <a:gd name="connsiteX1" fmla="*/ 14790 w 63896"/>
                    <a:gd name="connsiteY1" fmla="*/ 32917 h 462018"/>
                    <a:gd name="connsiteX2" fmla="*/ 49890 w 63896"/>
                    <a:gd name="connsiteY2" fmla="*/ 44495 h 462018"/>
                    <a:gd name="connsiteX3" fmla="*/ 56240 w 63896"/>
                    <a:gd name="connsiteY3" fmla="*/ 352470 h 462018"/>
                    <a:gd name="connsiteX4" fmla="*/ 50683 w 63896"/>
                    <a:gd name="connsiteY4" fmla="*/ 386602 h 462018"/>
                    <a:gd name="connsiteX5" fmla="*/ 63384 w 63896"/>
                    <a:gd name="connsiteY5" fmla="*/ 434228 h 462018"/>
                    <a:gd name="connsiteX6" fmla="*/ 30047 w 63896"/>
                    <a:gd name="connsiteY6" fmla="*/ 462008 h 462018"/>
                    <a:gd name="connsiteX7" fmla="*/ 1471 w 63896"/>
                    <a:gd name="connsiteY7" fmla="*/ 436608 h 462018"/>
                    <a:gd name="connsiteX8" fmla="*/ 3852 w 63896"/>
                    <a:gd name="connsiteY8" fmla="*/ 369933 h 462018"/>
                    <a:gd name="connsiteX9" fmla="*/ 18140 w 63896"/>
                    <a:gd name="connsiteY9" fmla="*/ 354852 h 462018"/>
                    <a:gd name="connsiteX10" fmla="*/ 22903 w 63896"/>
                    <a:gd name="connsiteY10" fmla="*/ 329452 h 462018"/>
                    <a:gd name="connsiteX0" fmla="*/ 22903 w 63896"/>
                    <a:gd name="connsiteY0" fmla="*/ 323816 h 456382"/>
                    <a:gd name="connsiteX1" fmla="*/ 14790 w 63896"/>
                    <a:gd name="connsiteY1" fmla="*/ 27281 h 456382"/>
                    <a:gd name="connsiteX2" fmla="*/ 36221 w 63896"/>
                    <a:gd name="connsiteY2" fmla="*/ 20137 h 456382"/>
                    <a:gd name="connsiteX3" fmla="*/ 49890 w 63896"/>
                    <a:gd name="connsiteY3" fmla="*/ 38859 h 456382"/>
                    <a:gd name="connsiteX4" fmla="*/ 56240 w 63896"/>
                    <a:gd name="connsiteY4" fmla="*/ 346834 h 456382"/>
                    <a:gd name="connsiteX5" fmla="*/ 50683 w 63896"/>
                    <a:gd name="connsiteY5" fmla="*/ 380966 h 456382"/>
                    <a:gd name="connsiteX6" fmla="*/ 63384 w 63896"/>
                    <a:gd name="connsiteY6" fmla="*/ 428592 h 456382"/>
                    <a:gd name="connsiteX7" fmla="*/ 30047 w 63896"/>
                    <a:gd name="connsiteY7" fmla="*/ 456372 h 456382"/>
                    <a:gd name="connsiteX8" fmla="*/ 1471 w 63896"/>
                    <a:gd name="connsiteY8" fmla="*/ 430972 h 456382"/>
                    <a:gd name="connsiteX9" fmla="*/ 3852 w 63896"/>
                    <a:gd name="connsiteY9" fmla="*/ 364297 h 456382"/>
                    <a:gd name="connsiteX10" fmla="*/ 18140 w 63896"/>
                    <a:gd name="connsiteY10" fmla="*/ 349216 h 456382"/>
                    <a:gd name="connsiteX11" fmla="*/ 22903 w 63896"/>
                    <a:gd name="connsiteY11" fmla="*/ 323816 h 456382"/>
                    <a:gd name="connsiteX0" fmla="*/ 22903 w 67260"/>
                    <a:gd name="connsiteY0" fmla="*/ 323816 h 456382"/>
                    <a:gd name="connsiteX1" fmla="*/ 14790 w 67260"/>
                    <a:gd name="connsiteY1" fmla="*/ 27281 h 456382"/>
                    <a:gd name="connsiteX2" fmla="*/ 36221 w 67260"/>
                    <a:gd name="connsiteY2" fmla="*/ 20137 h 456382"/>
                    <a:gd name="connsiteX3" fmla="*/ 49890 w 67260"/>
                    <a:gd name="connsiteY3" fmla="*/ 38859 h 456382"/>
                    <a:gd name="connsiteX4" fmla="*/ 67177 w 67260"/>
                    <a:gd name="connsiteY4" fmla="*/ 41568 h 456382"/>
                    <a:gd name="connsiteX5" fmla="*/ 56240 w 67260"/>
                    <a:gd name="connsiteY5" fmla="*/ 346834 h 456382"/>
                    <a:gd name="connsiteX6" fmla="*/ 50683 w 67260"/>
                    <a:gd name="connsiteY6" fmla="*/ 380966 h 456382"/>
                    <a:gd name="connsiteX7" fmla="*/ 63384 w 67260"/>
                    <a:gd name="connsiteY7" fmla="*/ 428592 h 456382"/>
                    <a:gd name="connsiteX8" fmla="*/ 30047 w 67260"/>
                    <a:gd name="connsiteY8" fmla="*/ 456372 h 456382"/>
                    <a:gd name="connsiteX9" fmla="*/ 1471 w 67260"/>
                    <a:gd name="connsiteY9" fmla="*/ 430972 h 456382"/>
                    <a:gd name="connsiteX10" fmla="*/ 3852 w 67260"/>
                    <a:gd name="connsiteY10" fmla="*/ 364297 h 456382"/>
                    <a:gd name="connsiteX11" fmla="*/ 18140 w 67260"/>
                    <a:gd name="connsiteY11" fmla="*/ 349216 h 456382"/>
                    <a:gd name="connsiteX12" fmla="*/ 22903 w 67260"/>
                    <a:gd name="connsiteY12" fmla="*/ 323816 h 456382"/>
                    <a:gd name="connsiteX0" fmla="*/ 22903 w 67334"/>
                    <a:gd name="connsiteY0" fmla="*/ 323816 h 456382"/>
                    <a:gd name="connsiteX1" fmla="*/ 14790 w 67334"/>
                    <a:gd name="connsiteY1" fmla="*/ 27281 h 456382"/>
                    <a:gd name="connsiteX2" fmla="*/ 36221 w 67334"/>
                    <a:gd name="connsiteY2" fmla="*/ 20137 h 456382"/>
                    <a:gd name="connsiteX3" fmla="*/ 49890 w 67334"/>
                    <a:gd name="connsiteY3" fmla="*/ 38859 h 456382"/>
                    <a:gd name="connsiteX4" fmla="*/ 67177 w 67334"/>
                    <a:gd name="connsiteY4" fmla="*/ 41568 h 456382"/>
                    <a:gd name="connsiteX5" fmla="*/ 48127 w 67334"/>
                    <a:gd name="connsiteY5" fmla="*/ 158250 h 456382"/>
                    <a:gd name="connsiteX6" fmla="*/ 56240 w 67334"/>
                    <a:gd name="connsiteY6" fmla="*/ 346834 h 456382"/>
                    <a:gd name="connsiteX7" fmla="*/ 50683 w 67334"/>
                    <a:gd name="connsiteY7" fmla="*/ 380966 h 456382"/>
                    <a:gd name="connsiteX8" fmla="*/ 63384 w 67334"/>
                    <a:gd name="connsiteY8" fmla="*/ 428592 h 456382"/>
                    <a:gd name="connsiteX9" fmla="*/ 30047 w 67334"/>
                    <a:gd name="connsiteY9" fmla="*/ 456372 h 456382"/>
                    <a:gd name="connsiteX10" fmla="*/ 1471 w 67334"/>
                    <a:gd name="connsiteY10" fmla="*/ 430972 h 456382"/>
                    <a:gd name="connsiteX11" fmla="*/ 3852 w 67334"/>
                    <a:gd name="connsiteY11" fmla="*/ 364297 h 456382"/>
                    <a:gd name="connsiteX12" fmla="*/ 18140 w 67334"/>
                    <a:gd name="connsiteY12" fmla="*/ 349216 h 456382"/>
                    <a:gd name="connsiteX13" fmla="*/ 22903 w 67334"/>
                    <a:gd name="connsiteY13" fmla="*/ 323816 h 456382"/>
                    <a:gd name="connsiteX0" fmla="*/ 22903 w 67334"/>
                    <a:gd name="connsiteY0" fmla="*/ 323816 h 456382"/>
                    <a:gd name="connsiteX1" fmla="*/ 31458 w 67334"/>
                    <a:gd name="connsiteY1" fmla="*/ 179681 h 456382"/>
                    <a:gd name="connsiteX2" fmla="*/ 14790 w 67334"/>
                    <a:gd name="connsiteY2" fmla="*/ 27281 h 456382"/>
                    <a:gd name="connsiteX3" fmla="*/ 36221 w 67334"/>
                    <a:gd name="connsiteY3" fmla="*/ 20137 h 456382"/>
                    <a:gd name="connsiteX4" fmla="*/ 49890 w 67334"/>
                    <a:gd name="connsiteY4" fmla="*/ 38859 h 456382"/>
                    <a:gd name="connsiteX5" fmla="*/ 67177 w 67334"/>
                    <a:gd name="connsiteY5" fmla="*/ 41568 h 456382"/>
                    <a:gd name="connsiteX6" fmla="*/ 48127 w 67334"/>
                    <a:gd name="connsiteY6" fmla="*/ 158250 h 456382"/>
                    <a:gd name="connsiteX7" fmla="*/ 56240 w 67334"/>
                    <a:gd name="connsiteY7" fmla="*/ 346834 h 456382"/>
                    <a:gd name="connsiteX8" fmla="*/ 50683 w 67334"/>
                    <a:gd name="connsiteY8" fmla="*/ 380966 h 456382"/>
                    <a:gd name="connsiteX9" fmla="*/ 63384 w 67334"/>
                    <a:gd name="connsiteY9" fmla="*/ 428592 h 456382"/>
                    <a:gd name="connsiteX10" fmla="*/ 30047 w 67334"/>
                    <a:gd name="connsiteY10" fmla="*/ 456372 h 456382"/>
                    <a:gd name="connsiteX11" fmla="*/ 1471 w 67334"/>
                    <a:gd name="connsiteY11" fmla="*/ 430972 h 456382"/>
                    <a:gd name="connsiteX12" fmla="*/ 3852 w 67334"/>
                    <a:gd name="connsiteY12" fmla="*/ 364297 h 456382"/>
                    <a:gd name="connsiteX13" fmla="*/ 18140 w 67334"/>
                    <a:gd name="connsiteY13" fmla="*/ 349216 h 456382"/>
                    <a:gd name="connsiteX14" fmla="*/ 22903 w 67334"/>
                    <a:gd name="connsiteY14" fmla="*/ 323816 h 456382"/>
                    <a:gd name="connsiteX0" fmla="*/ 22903 w 67334"/>
                    <a:gd name="connsiteY0" fmla="*/ 323816 h 456382"/>
                    <a:gd name="connsiteX1" fmla="*/ 31458 w 67334"/>
                    <a:gd name="connsiteY1" fmla="*/ 179681 h 456382"/>
                    <a:gd name="connsiteX2" fmla="*/ 29077 w 67334"/>
                    <a:gd name="connsiteY2" fmla="*/ 79668 h 456382"/>
                    <a:gd name="connsiteX3" fmla="*/ 14790 w 67334"/>
                    <a:gd name="connsiteY3" fmla="*/ 27281 h 456382"/>
                    <a:gd name="connsiteX4" fmla="*/ 36221 w 67334"/>
                    <a:gd name="connsiteY4" fmla="*/ 20137 h 456382"/>
                    <a:gd name="connsiteX5" fmla="*/ 49890 w 67334"/>
                    <a:gd name="connsiteY5" fmla="*/ 38859 h 456382"/>
                    <a:gd name="connsiteX6" fmla="*/ 67177 w 67334"/>
                    <a:gd name="connsiteY6" fmla="*/ 41568 h 456382"/>
                    <a:gd name="connsiteX7" fmla="*/ 48127 w 67334"/>
                    <a:gd name="connsiteY7" fmla="*/ 158250 h 456382"/>
                    <a:gd name="connsiteX8" fmla="*/ 56240 w 67334"/>
                    <a:gd name="connsiteY8" fmla="*/ 346834 h 456382"/>
                    <a:gd name="connsiteX9" fmla="*/ 50683 w 67334"/>
                    <a:gd name="connsiteY9" fmla="*/ 380966 h 456382"/>
                    <a:gd name="connsiteX10" fmla="*/ 63384 w 67334"/>
                    <a:gd name="connsiteY10" fmla="*/ 428592 h 456382"/>
                    <a:gd name="connsiteX11" fmla="*/ 30047 w 67334"/>
                    <a:gd name="connsiteY11" fmla="*/ 456372 h 456382"/>
                    <a:gd name="connsiteX12" fmla="*/ 1471 w 67334"/>
                    <a:gd name="connsiteY12" fmla="*/ 430972 h 456382"/>
                    <a:gd name="connsiteX13" fmla="*/ 3852 w 67334"/>
                    <a:gd name="connsiteY13" fmla="*/ 364297 h 456382"/>
                    <a:gd name="connsiteX14" fmla="*/ 18140 w 67334"/>
                    <a:gd name="connsiteY14" fmla="*/ 349216 h 456382"/>
                    <a:gd name="connsiteX15" fmla="*/ 22903 w 67334"/>
                    <a:gd name="connsiteY15" fmla="*/ 323816 h 456382"/>
                    <a:gd name="connsiteX0" fmla="*/ 22903 w 67329"/>
                    <a:gd name="connsiteY0" fmla="*/ 323816 h 456382"/>
                    <a:gd name="connsiteX1" fmla="*/ 31458 w 67329"/>
                    <a:gd name="connsiteY1" fmla="*/ 179681 h 456382"/>
                    <a:gd name="connsiteX2" fmla="*/ 29077 w 67329"/>
                    <a:gd name="connsiteY2" fmla="*/ 79668 h 456382"/>
                    <a:gd name="connsiteX3" fmla="*/ 14790 w 67329"/>
                    <a:gd name="connsiteY3" fmla="*/ 27281 h 456382"/>
                    <a:gd name="connsiteX4" fmla="*/ 36221 w 67329"/>
                    <a:gd name="connsiteY4" fmla="*/ 20137 h 456382"/>
                    <a:gd name="connsiteX5" fmla="*/ 49890 w 67329"/>
                    <a:gd name="connsiteY5" fmla="*/ 38859 h 456382"/>
                    <a:gd name="connsiteX6" fmla="*/ 67177 w 67329"/>
                    <a:gd name="connsiteY6" fmla="*/ 41568 h 456382"/>
                    <a:gd name="connsiteX7" fmla="*/ 52890 w 67329"/>
                    <a:gd name="connsiteY7" fmla="*/ 79668 h 456382"/>
                    <a:gd name="connsiteX8" fmla="*/ 48127 w 67329"/>
                    <a:gd name="connsiteY8" fmla="*/ 158250 h 456382"/>
                    <a:gd name="connsiteX9" fmla="*/ 56240 w 67329"/>
                    <a:gd name="connsiteY9" fmla="*/ 346834 h 456382"/>
                    <a:gd name="connsiteX10" fmla="*/ 50683 w 67329"/>
                    <a:gd name="connsiteY10" fmla="*/ 380966 h 456382"/>
                    <a:gd name="connsiteX11" fmla="*/ 63384 w 67329"/>
                    <a:gd name="connsiteY11" fmla="*/ 428592 h 456382"/>
                    <a:gd name="connsiteX12" fmla="*/ 30047 w 67329"/>
                    <a:gd name="connsiteY12" fmla="*/ 456372 h 456382"/>
                    <a:gd name="connsiteX13" fmla="*/ 1471 w 67329"/>
                    <a:gd name="connsiteY13" fmla="*/ 430972 h 456382"/>
                    <a:gd name="connsiteX14" fmla="*/ 3852 w 67329"/>
                    <a:gd name="connsiteY14" fmla="*/ 364297 h 456382"/>
                    <a:gd name="connsiteX15" fmla="*/ 18140 w 67329"/>
                    <a:gd name="connsiteY15" fmla="*/ 349216 h 456382"/>
                    <a:gd name="connsiteX16" fmla="*/ 22903 w 67329"/>
                    <a:gd name="connsiteY16" fmla="*/ 323816 h 456382"/>
                    <a:gd name="connsiteX0" fmla="*/ 22903 w 67329"/>
                    <a:gd name="connsiteY0" fmla="*/ 323816 h 456382"/>
                    <a:gd name="connsiteX1" fmla="*/ 31458 w 67329"/>
                    <a:gd name="connsiteY1" fmla="*/ 1796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5272 w 67329"/>
                    <a:gd name="connsiteY10" fmla="*/ 322556 h 456382"/>
                    <a:gd name="connsiteX11" fmla="*/ 56240 w 67329"/>
                    <a:gd name="connsiteY11" fmla="*/ 346834 h 456382"/>
                    <a:gd name="connsiteX12" fmla="*/ 50683 w 67329"/>
                    <a:gd name="connsiteY12" fmla="*/ 380966 h 456382"/>
                    <a:gd name="connsiteX13" fmla="*/ 63384 w 67329"/>
                    <a:gd name="connsiteY13" fmla="*/ 428592 h 456382"/>
                    <a:gd name="connsiteX14" fmla="*/ 30047 w 67329"/>
                    <a:gd name="connsiteY14" fmla="*/ 456372 h 456382"/>
                    <a:gd name="connsiteX15" fmla="*/ 1471 w 67329"/>
                    <a:gd name="connsiteY15" fmla="*/ 430972 h 456382"/>
                    <a:gd name="connsiteX16" fmla="*/ 3852 w 67329"/>
                    <a:gd name="connsiteY16" fmla="*/ 364297 h 456382"/>
                    <a:gd name="connsiteX17" fmla="*/ 18140 w 67329"/>
                    <a:gd name="connsiteY17" fmla="*/ 349216 h 456382"/>
                    <a:gd name="connsiteX18" fmla="*/ 22903 w 67329"/>
                    <a:gd name="connsiteY18" fmla="*/ 323816 h 456382"/>
                    <a:gd name="connsiteX0" fmla="*/ 22903 w 67329"/>
                    <a:gd name="connsiteY0" fmla="*/ 327171 h 459737"/>
                    <a:gd name="connsiteX1" fmla="*/ 38602 w 67329"/>
                    <a:gd name="connsiteY1" fmla="*/ 221136 h 459737"/>
                    <a:gd name="connsiteX2" fmla="*/ 36222 w 67329"/>
                    <a:gd name="connsiteY2" fmla="*/ 154461 h 459737"/>
                    <a:gd name="connsiteX3" fmla="*/ 29077 w 67329"/>
                    <a:gd name="connsiteY3" fmla="*/ 83023 h 459737"/>
                    <a:gd name="connsiteX4" fmla="*/ 502 w 67329"/>
                    <a:gd name="connsiteY4" fmla="*/ 25873 h 459737"/>
                    <a:gd name="connsiteX5" fmla="*/ 36221 w 67329"/>
                    <a:gd name="connsiteY5" fmla="*/ 23492 h 459737"/>
                    <a:gd name="connsiteX6" fmla="*/ 49890 w 67329"/>
                    <a:gd name="connsiteY6" fmla="*/ 42214 h 459737"/>
                    <a:gd name="connsiteX7" fmla="*/ 67177 w 67329"/>
                    <a:gd name="connsiteY7" fmla="*/ 44923 h 459737"/>
                    <a:gd name="connsiteX8" fmla="*/ 52890 w 67329"/>
                    <a:gd name="connsiteY8" fmla="*/ 83023 h 459737"/>
                    <a:gd name="connsiteX9" fmla="*/ 48127 w 67329"/>
                    <a:gd name="connsiteY9" fmla="*/ 161605 h 459737"/>
                    <a:gd name="connsiteX10" fmla="*/ 55272 w 67329"/>
                    <a:gd name="connsiteY10" fmla="*/ 325911 h 459737"/>
                    <a:gd name="connsiteX11" fmla="*/ 56240 w 67329"/>
                    <a:gd name="connsiteY11" fmla="*/ 350189 h 459737"/>
                    <a:gd name="connsiteX12" fmla="*/ 50683 w 67329"/>
                    <a:gd name="connsiteY12" fmla="*/ 384321 h 459737"/>
                    <a:gd name="connsiteX13" fmla="*/ 63384 w 67329"/>
                    <a:gd name="connsiteY13" fmla="*/ 431947 h 459737"/>
                    <a:gd name="connsiteX14" fmla="*/ 30047 w 67329"/>
                    <a:gd name="connsiteY14" fmla="*/ 459727 h 459737"/>
                    <a:gd name="connsiteX15" fmla="*/ 1471 w 67329"/>
                    <a:gd name="connsiteY15" fmla="*/ 434327 h 459737"/>
                    <a:gd name="connsiteX16" fmla="*/ 3852 w 67329"/>
                    <a:gd name="connsiteY16" fmla="*/ 367652 h 459737"/>
                    <a:gd name="connsiteX17" fmla="*/ 18140 w 67329"/>
                    <a:gd name="connsiteY17" fmla="*/ 352571 h 459737"/>
                    <a:gd name="connsiteX18" fmla="*/ 22903 w 67329"/>
                    <a:gd name="connsiteY18" fmla="*/ 327171 h 459737"/>
                    <a:gd name="connsiteX0" fmla="*/ 22903 w 67329"/>
                    <a:gd name="connsiteY0" fmla="*/ 308273 h 440839"/>
                    <a:gd name="connsiteX1" fmla="*/ 38602 w 67329"/>
                    <a:gd name="connsiteY1" fmla="*/ 202238 h 440839"/>
                    <a:gd name="connsiteX2" fmla="*/ 36222 w 67329"/>
                    <a:gd name="connsiteY2" fmla="*/ 135563 h 440839"/>
                    <a:gd name="connsiteX3" fmla="*/ 29077 w 67329"/>
                    <a:gd name="connsiteY3" fmla="*/ 64125 h 440839"/>
                    <a:gd name="connsiteX4" fmla="*/ 502 w 67329"/>
                    <a:gd name="connsiteY4" fmla="*/ 6975 h 440839"/>
                    <a:gd name="connsiteX5" fmla="*/ 36221 w 67329"/>
                    <a:gd name="connsiteY5" fmla="*/ 4594 h 440839"/>
                    <a:gd name="connsiteX6" fmla="*/ 49890 w 67329"/>
                    <a:gd name="connsiteY6" fmla="*/ 23316 h 440839"/>
                    <a:gd name="connsiteX7" fmla="*/ 67177 w 67329"/>
                    <a:gd name="connsiteY7" fmla="*/ 26025 h 440839"/>
                    <a:gd name="connsiteX8" fmla="*/ 52890 w 67329"/>
                    <a:gd name="connsiteY8" fmla="*/ 64125 h 440839"/>
                    <a:gd name="connsiteX9" fmla="*/ 48127 w 67329"/>
                    <a:gd name="connsiteY9" fmla="*/ 142707 h 440839"/>
                    <a:gd name="connsiteX10" fmla="*/ 55272 w 67329"/>
                    <a:gd name="connsiteY10" fmla="*/ 307013 h 440839"/>
                    <a:gd name="connsiteX11" fmla="*/ 56240 w 67329"/>
                    <a:gd name="connsiteY11" fmla="*/ 331291 h 440839"/>
                    <a:gd name="connsiteX12" fmla="*/ 50683 w 67329"/>
                    <a:gd name="connsiteY12" fmla="*/ 365423 h 440839"/>
                    <a:gd name="connsiteX13" fmla="*/ 63384 w 67329"/>
                    <a:gd name="connsiteY13" fmla="*/ 413049 h 440839"/>
                    <a:gd name="connsiteX14" fmla="*/ 30047 w 67329"/>
                    <a:gd name="connsiteY14" fmla="*/ 440829 h 440839"/>
                    <a:gd name="connsiteX15" fmla="*/ 1471 w 67329"/>
                    <a:gd name="connsiteY15" fmla="*/ 415429 h 440839"/>
                    <a:gd name="connsiteX16" fmla="*/ 3852 w 67329"/>
                    <a:gd name="connsiteY16" fmla="*/ 348754 h 440839"/>
                    <a:gd name="connsiteX17" fmla="*/ 18140 w 67329"/>
                    <a:gd name="connsiteY17" fmla="*/ 333673 h 440839"/>
                    <a:gd name="connsiteX18" fmla="*/ 22903 w 67329"/>
                    <a:gd name="connsiteY18" fmla="*/ 308273 h 440839"/>
                    <a:gd name="connsiteX0" fmla="*/ 22903 w 67329"/>
                    <a:gd name="connsiteY0" fmla="*/ 306338 h 438904"/>
                    <a:gd name="connsiteX1" fmla="*/ 38602 w 67329"/>
                    <a:gd name="connsiteY1" fmla="*/ 200303 h 438904"/>
                    <a:gd name="connsiteX2" fmla="*/ 36222 w 67329"/>
                    <a:gd name="connsiteY2" fmla="*/ 133628 h 438904"/>
                    <a:gd name="connsiteX3" fmla="*/ 29077 w 67329"/>
                    <a:gd name="connsiteY3" fmla="*/ 62190 h 438904"/>
                    <a:gd name="connsiteX4" fmla="*/ 502 w 67329"/>
                    <a:gd name="connsiteY4" fmla="*/ 5040 h 438904"/>
                    <a:gd name="connsiteX5" fmla="*/ 36221 w 67329"/>
                    <a:gd name="connsiteY5" fmla="*/ 9802 h 438904"/>
                    <a:gd name="connsiteX6" fmla="*/ 49890 w 67329"/>
                    <a:gd name="connsiteY6" fmla="*/ 21381 h 438904"/>
                    <a:gd name="connsiteX7" fmla="*/ 67177 w 67329"/>
                    <a:gd name="connsiteY7" fmla="*/ 24090 h 438904"/>
                    <a:gd name="connsiteX8" fmla="*/ 52890 w 67329"/>
                    <a:gd name="connsiteY8" fmla="*/ 62190 h 438904"/>
                    <a:gd name="connsiteX9" fmla="*/ 48127 w 67329"/>
                    <a:gd name="connsiteY9" fmla="*/ 140772 h 438904"/>
                    <a:gd name="connsiteX10" fmla="*/ 55272 w 67329"/>
                    <a:gd name="connsiteY10" fmla="*/ 305078 h 438904"/>
                    <a:gd name="connsiteX11" fmla="*/ 56240 w 67329"/>
                    <a:gd name="connsiteY11" fmla="*/ 329356 h 438904"/>
                    <a:gd name="connsiteX12" fmla="*/ 50683 w 67329"/>
                    <a:gd name="connsiteY12" fmla="*/ 363488 h 438904"/>
                    <a:gd name="connsiteX13" fmla="*/ 63384 w 67329"/>
                    <a:gd name="connsiteY13" fmla="*/ 411114 h 438904"/>
                    <a:gd name="connsiteX14" fmla="*/ 30047 w 67329"/>
                    <a:gd name="connsiteY14" fmla="*/ 438894 h 438904"/>
                    <a:gd name="connsiteX15" fmla="*/ 1471 w 67329"/>
                    <a:gd name="connsiteY15" fmla="*/ 413494 h 438904"/>
                    <a:gd name="connsiteX16" fmla="*/ 3852 w 67329"/>
                    <a:gd name="connsiteY16" fmla="*/ 346819 h 438904"/>
                    <a:gd name="connsiteX17" fmla="*/ 18140 w 67329"/>
                    <a:gd name="connsiteY17" fmla="*/ 331738 h 438904"/>
                    <a:gd name="connsiteX18" fmla="*/ 22903 w 67329"/>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35669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5226 h 437792"/>
                    <a:gd name="connsiteX1" fmla="*/ 38602 w 79165"/>
                    <a:gd name="connsiteY1" fmla="*/ 199191 h 437792"/>
                    <a:gd name="connsiteX2" fmla="*/ 36222 w 79165"/>
                    <a:gd name="connsiteY2" fmla="*/ 132516 h 437792"/>
                    <a:gd name="connsiteX3" fmla="*/ 29077 w 79165"/>
                    <a:gd name="connsiteY3" fmla="*/ 61078 h 437792"/>
                    <a:gd name="connsiteX4" fmla="*/ 502 w 79165"/>
                    <a:gd name="connsiteY4" fmla="*/ 3928 h 437792"/>
                    <a:gd name="connsiteX5" fmla="*/ 33840 w 79165"/>
                    <a:gd name="connsiteY5" fmla="*/ 15834 h 437792"/>
                    <a:gd name="connsiteX6" fmla="*/ 49890 w 79165"/>
                    <a:gd name="connsiteY6" fmla="*/ 34557 h 437792"/>
                    <a:gd name="connsiteX7" fmla="*/ 79083 w 79165"/>
                    <a:gd name="connsiteY7" fmla="*/ 15834 h 437792"/>
                    <a:gd name="connsiteX8" fmla="*/ 52890 w 79165"/>
                    <a:gd name="connsiteY8" fmla="*/ 61078 h 437792"/>
                    <a:gd name="connsiteX9" fmla="*/ 48127 w 79165"/>
                    <a:gd name="connsiteY9" fmla="*/ 139660 h 437792"/>
                    <a:gd name="connsiteX10" fmla="*/ 55272 w 79165"/>
                    <a:gd name="connsiteY10" fmla="*/ 303966 h 437792"/>
                    <a:gd name="connsiteX11" fmla="*/ 56240 w 79165"/>
                    <a:gd name="connsiteY11" fmla="*/ 328244 h 437792"/>
                    <a:gd name="connsiteX12" fmla="*/ 50683 w 79165"/>
                    <a:gd name="connsiteY12" fmla="*/ 362376 h 437792"/>
                    <a:gd name="connsiteX13" fmla="*/ 63384 w 79165"/>
                    <a:gd name="connsiteY13" fmla="*/ 410002 h 437792"/>
                    <a:gd name="connsiteX14" fmla="*/ 30047 w 79165"/>
                    <a:gd name="connsiteY14" fmla="*/ 437782 h 437792"/>
                    <a:gd name="connsiteX15" fmla="*/ 1471 w 79165"/>
                    <a:gd name="connsiteY15" fmla="*/ 412382 h 437792"/>
                    <a:gd name="connsiteX16" fmla="*/ 3852 w 79165"/>
                    <a:gd name="connsiteY16" fmla="*/ 345707 h 437792"/>
                    <a:gd name="connsiteX17" fmla="*/ 18140 w 79165"/>
                    <a:gd name="connsiteY17" fmla="*/ 330626 h 437792"/>
                    <a:gd name="connsiteX18" fmla="*/ 22903 w 79165"/>
                    <a:gd name="connsiteY18" fmla="*/ 305226 h 437792"/>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74"/>
                    <a:gd name="connsiteY0" fmla="*/ 306060 h 438626"/>
                    <a:gd name="connsiteX1" fmla="*/ 38602 w 79174"/>
                    <a:gd name="connsiteY1" fmla="*/ 200025 h 438626"/>
                    <a:gd name="connsiteX2" fmla="*/ 36222 w 79174"/>
                    <a:gd name="connsiteY2" fmla="*/ 133350 h 438626"/>
                    <a:gd name="connsiteX3" fmla="*/ 29077 w 79174"/>
                    <a:gd name="connsiteY3" fmla="*/ 61912 h 438626"/>
                    <a:gd name="connsiteX4" fmla="*/ 502 w 79174"/>
                    <a:gd name="connsiteY4" fmla="*/ 0 h 438626"/>
                    <a:gd name="connsiteX5" fmla="*/ 33840 w 79174"/>
                    <a:gd name="connsiteY5" fmla="*/ 16668 h 438626"/>
                    <a:gd name="connsiteX6" fmla="*/ 49890 w 79174"/>
                    <a:gd name="connsiteY6" fmla="*/ 35391 h 438626"/>
                    <a:gd name="connsiteX7" fmla="*/ 79083 w 79174"/>
                    <a:gd name="connsiteY7" fmla="*/ 16668 h 438626"/>
                    <a:gd name="connsiteX8" fmla="*/ 52890 w 79174"/>
                    <a:gd name="connsiteY8" fmla="*/ 61912 h 438626"/>
                    <a:gd name="connsiteX9" fmla="*/ 48127 w 79174"/>
                    <a:gd name="connsiteY9" fmla="*/ 140494 h 438626"/>
                    <a:gd name="connsiteX10" fmla="*/ 55272 w 79174"/>
                    <a:gd name="connsiteY10" fmla="*/ 304800 h 438626"/>
                    <a:gd name="connsiteX11" fmla="*/ 56240 w 79174"/>
                    <a:gd name="connsiteY11" fmla="*/ 329078 h 438626"/>
                    <a:gd name="connsiteX12" fmla="*/ 50683 w 79174"/>
                    <a:gd name="connsiteY12" fmla="*/ 363210 h 438626"/>
                    <a:gd name="connsiteX13" fmla="*/ 63384 w 79174"/>
                    <a:gd name="connsiteY13" fmla="*/ 410836 h 438626"/>
                    <a:gd name="connsiteX14" fmla="*/ 30047 w 79174"/>
                    <a:gd name="connsiteY14" fmla="*/ 438616 h 438626"/>
                    <a:gd name="connsiteX15" fmla="*/ 1471 w 79174"/>
                    <a:gd name="connsiteY15" fmla="*/ 413216 h 438626"/>
                    <a:gd name="connsiteX16" fmla="*/ 3852 w 79174"/>
                    <a:gd name="connsiteY16" fmla="*/ 346541 h 438626"/>
                    <a:gd name="connsiteX17" fmla="*/ 18140 w 79174"/>
                    <a:gd name="connsiteY17" fmla="*/ 331460 h 438626"/>
                    <a:gd name="connsiteX18" fmla="*/ 22903 w 79174"/>
                    <a:gd name="connsiteY18" fmla="*/ 306060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174" h="438626">
                      <a:moveTo>
                        <a:pt x="22903" y="306060"/>
                      </a:moveTo>
                      <a:cubicBezTo>
                        <a:pt x="23535" y="277010"/>
                        <a:pt x="32810" y="251828"/>
                        <a:pt x="38602" y="200025"/>
                      </a:cubicBezTo>
                      <a:cubicBezTo>
                        <a:pt x="39234" y="170843"/>
                        <a:pt x="36619" y="150019"/>
                        <a:pt x="36222" y="133350"/>
                      </a:cubicBezTo>
                      <a:cubicBezTo>
                        <a:pt x="35825" y="116681"/>
                        <a:pt x="31062" y="82153"/>
                        <a:pt x="29077" y="61912"/>
                      </a:cubicBezTo>
                      <a:cubicBezTo>
                        <a:pt x="27093" y="41671"/>
                        <a:pt x="9234" y="14685"/>
                        <a:pt x="502" y="0"/>
                      </a:cubicBezTo>
                      <a:cubicBezTo>
                        <a:pt x="21772" y="13284"/>
                        <a:pt x="27990" y="14738"/>
                        <a:pt x="33840" y="16668"/>
                      </a:cubicBezTo>
                      <a:cubicBezTo>
                        <a:pt x="39690" y="18598"/>
                        <a:pt x="42350" y="35391"/>
                        <a:pt x="49890" y="35391"/>
                      </a:cubicBezTo>
                      <a:cubicBezTo>
                        <a:pt x="57430" y="35391"/>
                        <a:pt x="77393" y="9470"/>
                        <a:pt x="79083" y="16668"/>
                      </a:cubicBezTo>
                      <a:cubicBezTo>
                        <a:pt x="80773" y="23866"/>
                        <a:pt x="58446" y="49609"/>
                        <a:pt x="52890" y="61912"/>
                      </a:cubicBezTo>
                      <a:cubicBezTo>
                        <a:pt x="49715" y="81359"/>
                        <a:pt x="47730" y="100013"/>
                        <a:pt x="48127" y="140494"/>
                      </a:cubicBezTo>
                      <a:cubicBezTo>
                        <a:pt x="48524" y="180975"/>
                        <a:pt x="53920" y="273369"/>
                        <a:pt x="55272" y="304800"/>
                      </a:cubicBezTo>
                      <a:cubicBezTo>
                        <a:pt x="56624" y="336231"/>
                        <a:pt x="57005" y="319343"/>
                        <a:pt x="56240" y="329078"/>
                      </a:cubicBezTo>
                      <a:cubicBezTo>
                        <a:pt x="55475" y="338813"/>
                        <a:pt x="49492" y="349584"/>
                        <a:pt x="50683" y="363210"/>
                      </a:cubicBezTo>
                      <a:cubicBezTo>
                        <a:pt x="51874" y="376836"/>
                        <a:pt x="66823" y="398268"/>
                        <a:pt x="63384" y="410836"/>
                      </a:cubicBezTo>
                      <a:cubicBezTo>
                        <a:pt x="59945" y="423404"/>
                        <a:pt x="40366" y="438219"/>
                        <a:pt x="30047" y="438616"/>
                      </a:cubicBezTo>
                      <a:cubicBezTo>
                        <a:pt x="19728" y="439013"/>
                        <a:pt x="5837" y="428562"/>
                        <a:pt x="1471" y="413216"/>
                      </a:cubicBezTo>
                      <a:cubicBezTo>
                        <a:pt x="-2895" y="397870"/>
                        <a:pt x="3852" y="346541"/>
                        <a:pt x="3852" y="346541"/>
                      </a:cubicBezTo>
                      <a:lnTo>
                        <a:pt x="18140" y="331460"/>
                      </a:lnTo>
                      <a:cubicBezTo>
                        <a:pt x="18140" y="321935"/>
                        <a:pt x="36661" y="312410"/>
                        <a:pt x="22903" y="306060"/>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F5A5C81B-E082-8765-CDFE-C3E14FAEB182}"/>
                    </a:ext>
                  </a:extLst>
                </p:cNvPr>
                <p:cNvSpPr/>
                <p:nvPr/>
              </p:nvSpPr>
              <p:spPr>
                <a:xfrm rot="15717615">
                  <a:off x="10977579" y="4467600"/>
                  <a:ext cx="87660" cy="289829"/>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151635 w 289793"/>
                    <a:gd name="connsiteY0" fmla="*/ 31547 h 224438"/>
                    <a:gd name="connsiteX1" fmla="*/ 92898 w 289793"/>
                    <a:gd name="connsiteY1" fmla="*/ 16465 h 224438"/>
                    <a:gd name="connsiteX2" fmla="*/ 175448 w 289793"/>
                    <a:gd name="connsiteY2" fmla="*/ 14878 h 224438"/>
                    <a:gd name="connsiteX3" fmla="*/ 289748 w 289793"/>
                    <a:gd name="connsiteY3" fmla="*/ 2178 h 224438"/>
                    <a:gd name="connsiteX4" fmla="*/ 188148 w 289793"/>
                    <a:gd name="connsiteY4" fmla="*/ 65678 h 224438"/>
                    <a:gd name="connsiteX5" fmla="*/ 105598 w 289793"/>
                    <a:gd name="connsiteY5" fmla="*/ 97428 h 224438"/>
                    <a:gd name="connsiteX6" fmla="*/ 122266 w 289793"/>
                    <a:gd name="connsiteY6" fmla="*/ 149022 h 224438"/>
                    <a:gd name="connsiteX7" fmla="*/ 134967 w 289793"/>
                    <a:gd name="connsiteY7" fmla="*/ 196648 h 224438"/>
                    <a:gd name="connsiteX8" fmla="*/ 101630 w 289793"/>
                    <a:gd name="connsiteY8" fmla="*/ 224428 h 224438"/>
                    <a:gd name="connsiteX9" fmla="*/ 73054 w 289793"/>
                    <a:gd name="connsiteY9" fmla="*/ 199028 h 224438"/>
                    <a:gd name="connsiteX10" fmla="*/ 75435 w 289793"/>
                    <a:gd name="connsiteY10" fmla="*/ 132353 h 224438"/>
                    <a:gd name="connsiteX11" fmla="*/ 73054 w 289793"/>
                    <a:gd name="connsiteY11" fmla="*/ 93459 h 224438"/>
                    <a:gd name="connsiteX12" fmla="*/ 61148 w 289793"/>
                    <a:gd name="connsiteY12" fmla="*/ 65678 h 224438"/>
                    <a:gd name="connsiteX13" fmla="*/ 2411 w 289793"/>
                    <a:gd name="connsiteY13" fmla="*/ 43453 h 224438"/>
                    <a:gd name="connsiteX14" fmla="*/ 151635 w 289793"/>
                    <a:gd name="connsiteY14" fmla="*/ 31547 h 224438"/>
                    <a:gd name="connsiteX0" fmla="*/ 151635 w 290748"/>
                    <a:gd name="connsiteY0" fmla="*/ 33589 h 226480"/>
                    <a:gd name="connsiteX1" fmla="*/ 92898 w 290748"/>
                    <a:gd name="connsiteY1" fmla="*/ 18507 h 226480"/>
                    <a:gd name="connsiteX2" fmla="*/ 175448 w 290748"/>
                    <a:gd name="connsiteY2" fmla="*/ 16920 h 226480"/>
                    <a:gd name="connsiteX3" fmla="*/ 289748 w 290748"/>
                    <a:gd name="connsiteY3" fmla="*/ 4220 h 226480"/>
                    <a:gd name="connsiteX4" fmla="*/ 105598 w 290748"/>
                    <a:gd name="connsiteY4" fmla="*/ 99470 h 226480"/>
                    <a:gd name="connsiteX5" fmla="*/ 122266 w 290748"/>
                    <a:gd name="connsiteY5" fmla="*/ 151064 h 226480"/>
                    <a:gd name="connsiteX6" fmla="*/ 134967 w 290748"/>
                    <a:gd name="connsiteY6" fmla="*/ 198690 h 226480"/>
                    <a:gd name="connsiteX7" fmla="*/ 101630 w 290748"/>
                    <a:gd name="connsiteY7" fmla="*/ 226470 h 226480"/>
                    <a:gd name="connsiteX8" fmla="*/ 73054 w 290748"/>
                    <a:gd name="connsiteY8" fmla="*/ 201070 h 226480"/>
                    <a:gd name="connsiteX9" fmla="*/ 75435 w 290748"/>
                    <a:gd name="connsiteY9" fmla="*/ 134395 h 226480"/>
                    <a:gd name="connsiteX10" fmla="*/ 73054 w 290748"/>
                    <a:gd name="connsiteY10" fmla="*/ 95501 h 226480"/>
                    <a:gd name="connsiteX11" fmla="*/ 61148 w 290748"/>
                    <a:gd name="connsiteY11" fmla="*/ 67720 h 226480"/>
                    <a:gd name="connsiteX12" fmla="*/ 2411 w 290748"/>
                    <a:gd name="connsiteY12" fmla="*/ 45495 h 226480"/>
                    <a:gd name="connsiteX13" fmla="*/ 151635 w 290748"/>
                    <a:gd name="connsiteY13" fmla="*/ 33589 h 226480"/>
                    <a:gd name="connsiteX0" fmla="*/ 151635 w 175500"/>
                    <a:gd name="connsiteY0" fmla="*/ 22875 h 215766"/>
                    <a:gd name="connsiteX1" fmla="*/ 92898 w 175500"/>
                    <a:gd name="connsiteY1" fmla="*/ 7793 h 215766"/>
                    <a:gd name="connsiteX2" fmla="*/ 175448 w 175500"/>
                    <a:gd name="connsiteY2" fmla="*/ 6206 h 215766"/>
                    <a:gd name="connsiteX3" fmla="*/ 105598 w 175500"/>
                    <a:gd name="connsiteY3" fmla="*/ 88756 h 215766"/>
                    <a:gd name="connsiteX4" fmla="*/ 122266 w 175500"/>
                    <a:gd name="connsiteY4" fmla="*/ 140350 h 215766"/>
                    <a:gd name="connsiteX5" fmla="*/ 134967 w 175500"/>
                    <a:gd name="connsiteY5" fmla="*/ 187976 h 215766"/>
                    <a:gd name="connsiteX6" fmla="*/ 101630 w 175500"/>
                    <a:gd name="connsiteY6" fmla="*/ 215756 h 215766"/>
                    <a:gd name="connsiteX7" fmla="*/ 73054 w 175500"/>
                    <a:gd name="connsiteY7" fmla="*/ 190356 h 215766"/>
                    <a:gd name="connsiteX8" fmla="*/ 75435 w 175500"/>
                    <a:gd name="connsiteY8" fmla="*/ 123681 h 215766"/>
                    <a:gd name="connsiteX9" fmla="*/ 73054 w 175500"/>
                    <a:gd name="connsiteY9" fmla="*/ 84787 h 215766"/>
                    <a:gd name="connsiteX10" fmla="*/ 61148 w 175500"/>
                    <a:gd name="connsiteY10" fmla="*/ 57006 h 215766"/>
                    <a:gd name="connsiteX11" fmla="*/ 2411 w 175500"/>
                    <a:gd name="connsiteY11" fmla="*/ 34781 h 215766"/>
                    <a:gd name="connsiteX12" fmla="*/ 151635 w 175500"/>
                    <a:gd name="connsiteY12" fmla="*/ 22875 h 215766"/>
                    <a:gd name="connsiteX0" fmla="*/ 90487 w 114352"/>
                    <a:gd name="connsiteY0" fmla="*/ 22875 h 215766"/>
                    <a:gd name="connsiteX1" fmla="*/ 31750 w 114352"/>
                    <a:gd name="connsiteY1" fmla="*/ 7793 h 215766"/>
                    <a:gd name="connsiteX2" fmla="*/ 114300 w 114352"/>
                    <a:gd name="connsiteY2" fmla="*/ 6206 h 215766"/>
                    <a:gd name="connsiteX3" fmla="*/ 44450 w 114352"/>
                    <a:gd name="connsiteY3" fmla="*/ 88756 h 215766"/>
                    <a:gd name="connsiteX4" fmla="*/ 61118 w 114352"/>
                    <a:gd name="connsiteY4" fmla="*/ 140350 h 215766"/>
                    <a:gd name="connsiteX5" fmla="*/ 73819 w 114352"/>
                    <a:gd name="connsiteY5" fmla="*/ 187976 h 215766"/>
                    <a:gd name="connsiteX6" fmla="*/ 40482 w 114352"/>
                    <a:gd name="connsiteY6" fmla="*/ 215756 h 215766"/>
                    <a:gd name="connsiteX7" fmla="*/ 11906 w 114352"/>
                    <a:gd name="connsiteY7" fmla="*/ 190356 h 215766"/>
                    <a:gd name="connsiteX8" fmla="*/ 14287 w 114352"/>
                    <a:gd name="connsiteY8" fmla="*/ 123681 h 215766"/>
                    <a:gd name="connsiteX9" fmla="*/ 11906 w 114352"/>
                    <a:gd name="connsiteY9" fmla="*/ 84787 h 215766"/>
                    <a:gd name="connsiteX10" fmla="*/ 0 w 114352"/>
                    <a:gd name="connsiteY10" fmla="*/ 57006 h 215766"/>
                    <a:gd name="connsiteX11" fmla="*/ 90487 w 114352"/>
                    <a:gd name="connsiteY11" fmla="*/ 22875 h 215766"/>
                    <a:gd name="connsiteX0" fmla="*/ 90487 w 114628"/>
                    <a:gd name="connsiteY0" fmla="*/ 26695 h 219586"/>
                    <a:gd name="connsiteX1" fmla="*/ 31750 w 114628"/>
                    <a:gd name="connsiteY1" fmla="*/ 11613 h 219586"/>
                    <a:gd name="connsiteX2" fmla="*/ 114300 w 114628"/>
                    <a:gd name="connsiteY2" fmla="*/ 10026 h 219586"/>
                    <a:gd name="connsiteX3" fmla="*/ 61118 w 114628"/>
                    <a:gd name="connsiteY3" fmla="*/ 144170 h 219586"/>
                    <a:gd name="connsiteX4" fmla="*/ 73819 w 114628"/>
                    <a:gd name="connsiteY4" fmla="*/ 191796 h 219586"/>
                    <a:gd name="connsiteX5" fmla="*/ 40482 w 114628"/>
                    <a:gd name="connsiteY5" fmla="*/ 219576 h 219586"/>
                    <a:gd name="connsiteX6" fmla="*/ 11906 w 114628"/>
                    <a:gd name="connsiteY6" fmla="*/ 194176 h 219586"/>
                    <a:gd name="connsiteX7" fmla="*/ 14287 w 114628"/>
                    <a:gd name="connsiteY7" fmla="*/ 127501 h 219586"/>
                    <a:gd name="connsiteX8" fmla="*/ 11906 w 114628"/>
                    <a:gd name="connsiteY8" fmla="*/ 88607 h 219586"/>
                    <a:gd name="connsiteX9" fmla="*/ 0 w 114628"/>
                    <a:gd name="connsiteY9" fmla="*/ 60826 h 219586"/>
                    <a:gd name="connsiteX10" fmla="*/ 90487 w 114628"/>
                    <a:gd name="connsiteY10" fmla="*/ 26695 h 219586"/>
                    <a:gd name="connsiteX0" fmla="*/ 0 w 114628"/>
                    <a:gd name="connsiteY0" fmla="*/ 62242 h 221002"/>
                    <a:gd name="connsiteX1" fmla="*/ 31750 w 114628"/>
                    <a:gd name="connsiteY1" fmla="*/ 13029 h 221002"/>
                    <a:gd name="connsiteX2" fmla="*/ 114300 w 114628"/>
                    <a:gd name="connsiteY2" fmla="*/ 11442 h 221002"/>
                    <a:gd name="connsiteX3" fmla="*/ 61118 w 114628"/>
                    <a:gd name="connsiteY3" fmla="*/ 145586 h 221002"/>
                    <a:gd name="connsiteX4" fmla="*/ 73819 w 114628"/>
                    <a:gd name="connsiteY4" fmla="*/ 193212 h 221002"/>
                    <a:gd name="connsiteX5" fmla="*/ 40482 w 114628"/>
                    <a:gd name="connsiteY5" fmla="*/ 220992 h 221002"/>
                    <a:gd name="connsiteX6" fmla="*/ 11906 w 114628"/>
                    <a:gd name="connsiteY6" fmla="*/ 195592 h 221002"/>
                    <a:gd name="connsiteX7" fmla="*/ 14287 w 114628"/>
                    <a:gd name="connsiteY7" fmla="*/ 128917 h 221002"/>
                    <a:gd name="connsiteX8" fmla="*/ 11906 w 114628"/>
                    <a:gd name="connsiteY8" fmla="*/ 90023 h 221002"/>
                    <a:gd name="connsiteX9" fmla="*/ 0 w 114628"/>
                    <a:gd name="connsiteY9" fmla="*/ 62242 h 221002"/>
                    <a:gd name="connsiteX0" fmla="*/ 0 w 74331"/>
                    <a:gd name="connsiteY0" fmla="*/ 50213 h 208973"/>
                    <a:gd name="connsiteX1" fmla="*/ 31750 w 74331"/>
                    <a:gd name="connsiteY1" fmla="*/ 1000 h 208973"/>
                    <a:gd name="connsiteX2" fmla="*/ 66675 w 74331"/>
                    <a:gd name="connsiteY2" fmla="*/ 99425 h 208973"/>
                    <a:gd name="connsiteX3" fmla="*/ 61118 w 74331"/>
                    <a:gd name="connsiteY3" fmla="*/ 133557 h 208973"/>
                    <a:gd name="connsiteX4" fmla="*/ 73819 w 74331"/>
                    <a:gd name="connsiteY4" fmla="*/ 181183 h 208973"/>
                    <a:gd name="connsiteX5" fmla="*/ 40482 w 74331"/>
                    <a:gd name="connsiteY5" fmla="*/ 208963 h 208973"/>
                    <a:gd name="connsiteX6" fmla="*/ 11906 w 74331"/>
                    <a:gd name="connsiteY6" fmla="*/ 183563 h 208973"/>
                    <a:gd name="connsiteX7" fmla="*/ 14287 w 74331"/>
                    <a:gd name="connsiteY7" fmla="*/ 116888 h 208973"/>
                    <a:gd name="connsiteX8" fmla="*/ 11906 w 74331"/>
                    <a:gd name="connsiteY8" fmla="*/ 77994 h 208973"/>
                    <a:gd name="connsiteX9" fmla="*/ 0 w 74331"/>
                    <a:gd name="connsiteY9" fmla="*/ 50213 h 208973"/>
                    <a:gd name="connsiteX0" fmla="*/ 0 w 74331"/>
                    <a:gd name="connsiteY0" fmla="*/ 18668 h 177428"/>
                    <a:gd name="connsiteX1" fmla="*/ 46037 w 74331"/>
                    <a:gd name="connsiteY1" fmla="*/ 2793 h 177428"/>
                    <a:gd name="connsiteX2" fmla="*/ 66675 w 74331"/>
                    <a:gd name="connsiteY2" fmla="*/ 67880 h 177428"/>
                    <a:gd name="connsiteX3" fmla="*/ 61118 w 74331"/>
                    <a:gd name="connsiteY3" fmla="*/ 102012 h 177428"/>
                    <a:gd name="connsiteX4" fmla="*/ 73819 w 74331"/>
                    <a:gd name="connsiteY4" fmla="*/ 149638 h 177428"/>
                    <a:gd name="connsiteX5" fmla="*/ 40482 w 74331"/>
                    <a:gd name="connsiteY5" fmla="*/ 177418 h 177428"/>
                    <a:gd name="connsiteX6" fmla="*/ 11906 w 74331"/>
                    <a:gd name="connsiteY6" fmla="*/ 152018 h 177428"/>
                    <a:gd name="connsiteX7" fmla="*/ 14287 w 74331"/>
                    <a:gd name="connsiteY7" fmla="*/ 85343 h 177428"/>
                    <a:gd name="connsiteX8" fmla="*/ 11906 w 74331"/>
                    <a:gd name="connsiteY8" fmla="*/ 46449 h 177428"/>
                    <a:gd name="connsiteX9" fmla="*/ 0 w 74331"/>
                    <a:gd name="connsiteY9" fmla="*/ 18668 h 1774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471 w 63896"/>
                    <a:gd name="connsiteY8" fmla="*/ 44049 h 175028"/>
                    <a:gd name="connsiteX9" fmla="*/ 6234 w 63896"/>
                    <a:gd name="connsiteY9" fmla="*/ 40080 h 1750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8140 w 63896"/>
                    <a:gd name="connsiteY8" fmla="*/ 67862 h 175028"/>
                    <a:gd name="connsiteX9" fmla="*/ 6234 w 63896"/>
                    <a:gd name="connsiteY9" fmla="*/ 40080 h 175028"/>
                    <a:gd name="connsiteX0" fmla="*/ 22903 w 63896"/>
                    <a:gd name="connsiteY0" fmla="*/ 42377 h 174943"/>
                    <a:gd name="connsiteX1" fmla="*/ 35602 w 63896"/>
                    <a:gd name="connsiteY1" fmla="*/ 308 h 174943"/>
                    <a:gd name="connsiteX2" fmla="*/ 56240 w 63896"/>
                    <a:gd name="connsiteY2" fmla="*/ 65395 h 174943"/>
                    <a:gd name="connsiteX3" fmla="*/ 50683 w 63896"/>
                    <a:gd name="connsiteY3" fmla="*/ 99527 h 174943"/>
                    <a:gd name="connsiteX4" fmla="*/ 63384 w 63896"/>
                    <a:gd name="connsiteY4" fmla="*/ 147153 h 174943"/>
                    <a:gd name="connsiteX5" fmla="*/ 30047 w 63896"/>
                    <a:gd name="connsiteY5" fmla="*/ 174933 h 174943"/>
                    <a:gd name="connsiteX6" fmla="*/ 1471 w 63896"/>
                    <a:gd name="connsiteY6" fmla="*/ 149533 h 174943"/>
                    <a:gd name="connsiteX7" fmla="*/ 3852 w 63896"/>
                    <a:gd name="connsiteY7" fmla="*/ 82858 h 174943"/>
                    <a:gd name="connsiteX8" fmla="*/ 18140 w 63896"/>
                    <a:gd name="connsiteY8" fmla="*/ 67777 h 174943"/>
                    <a:gd name="connsiteX9" fmla="*/ 22903 w 63896"/>
                    <a:gd name="connsiteY9" fmla="*/ 42377 h 174943"/>
                    <a:gd name="connsiteX0" fmla="*/ 22903 w 63896"/>
                    <a:gd name="connsiteY0" fmla="*/ 294520 h 427086"/>
                    <a:gd name="connsiteX1" fmla="*/ 42746 w 63896"/>
                    <a:gd name="connsiteY1" fmla="*/ 38 h 427086"/>
                    <a:gd name="connsiteX2" fmla="*/ 56240 w 63896"/>
                    <a:gd name="connsiteY2" fmla="*/ 317538 h 427086"/>
                    <a:gd name="connsiteX3" fmla="*/ 50683 w 63896"/>
                    <a:gd name="connsiteY3" fmla="*/ 351670 h 427086"/>
                    <a:gd name="connsiteX4" fmla="*/ 63384 w 63896"/>
                    <a:gd name="connsiteY4" fmla="*/ 399296 h 427086"/>
                    <a:gd name="connsiteX5" fmla="*/ 30047 w 63896"/>
                    <a:gd name="connsiteY5" fmla="*/ 427076 h 427086"/>
                    <a:gd name="connsiteX6" fmla="*/ 1471 w 63896"/>
                    <a:gd name="connsiteY6" fmla="*/ 401676 h 427086"/>
                    <a:gd name="connsiteX7" fmla="*/ 3852 w 63896"/>
                    <a:gd name="connsiteY7" fmla="*/ 335001 h 427086"/>
                    <a:gd name="connsiteX8" fmla="*/ 18140 w 63896"/>
                    <a:gd name="connsiteY8" fmla="*/ 319920 h 427086"/>
                    <a:gd name="connsiteX9" fmla="*/ 22903 w 63896"/>
                    <a:gd name="connsiteY9" fmla="*/ 294520 h 427086"/>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33885 h 466451"/>
                    <a:gd name="connsiteX1" fmla="*/ 14790 w 63896"/>
                    <a:gd name="connsiteY1" fmla="*/ 37350 h 466451"/>
                    <a:gd name="connsiteX2" fmla="*/ 42746 w 63896"/>
                    <a:gd name="connsiteY2" fmla="*/ 39403 h 466451"/>
                    <a:gd name="connsiteX3" fmla="*/ 56240 w 63896"/>
                    <a:gd name="connsiteY3" fmla="*/ 356903 h 466451"/>
                    <a:gd name="connsiteX4" fmla="*/ 50683 w 63896"/>
                    <a:gd name="connsiteY4" fmla="*/ 391035 h 466451"/>
                    <a:gd name="connsiteX5" fmla="*/ 63384 w 63896"/>
                    <a:gd name="connsiteY5" fmla="*/ 438661 h 466451"/>
                    <a:gd name="connsiteX6" fmla="*/ 30047 w 63896"/>
                    <a:gd name="connsiteY6" fmla="*/ 466441 h 466451"/>
                    <a:gd name="connsiteX7" fmla="*/ 1471 w 63896"/>
                    <a:gd name="connsiteY7" fmla="*/ 441041 h 466451"/>
                    <a:gd name="connsiteX8" fmla="*/ 3852 w 63896"/>
                    <a:gd name="connsiteY8" fmla="*/ 374366 h 466451"/>
                    <a:gd name="connsiteX9" fmla="*/ 18140 w 63896"/>
                    <a:gd name="connsiteY9" fmla="*/ 359285 h 466451"/>
                    <a:gd name="connsiteX10" fmla="*/ 22903 w 63896"/>
                    <a:gd name="connsiteY10" fmla="*/ 333885 h 466451"/>
                    <a:gd name="connsiteX0" fmla="*/ 22903 w 63896"/>
                    <a:gd name="connsiteY0" fmla="*/ 329452 h 462018"/>
                    <a:gd name="connsiteX1" fmla="*/ 14790 w 63896"/>
                    <a:gd name="connsiteY1" fmla="*/ 32917 h 462018"/>
                    <a:gd name="connsiteX2" fmla="*/ 49890 w 63896"/>
                    <a:gd name="connsiteY2" fmla="*/ 44495 h 462018"/>
                    <a:gd name="connsiteX3" fmla="*/ 56240 w 63896"/>
                    <a:gd name="connsiteY3" fmla="*/ 352470 h 462018"/>
                    <a:gd name="connsiteX4" fmla="*/ 50683 w 63896"/>
                    <a:gd name="connsiteY4" fmla="*/ 386602 h 462018"/>
                    <a:gd name="connsiteX5" fmla="*/ 63384 w 63896"/>
                    <a:gd name="connsiteY5" fmla="*/ 434228 h 462018"/>
                    <a:gd name="connsiteX6" fmla="*/ 30047 w 63896"/>
                    <a:gd name="connsiteY6" fmla="*/ 462008 h 462018"/>
                    <a:gd name="connsiteX7" fmla="*/ 1471 w 63896"/>
                    <a:gd name="connsiteY7" fmla="*/ 436608 h 462018"/>
                    <a:gd name="connsiteX8" fmla="*/ 3852 w 63896"/>
                    <a:gd name="connsiteY8" fmla="*/ 369933 h 462018"/>
                    <a:gd name="connsiteX9" fmla="*/ 18140 w 63896"/>
                    <a:gd name="connsiteY9" fmla="*/ 354852 h 462018"/>
                    <a:gd name="connsiteX10" fmla="*/ 22903 w 63896"/>
                    <a:gd name="connsiteY10" fmla="*/ 329452 h 462018"/>
                    <a:gd name="connsiteX0" fmla="*/ 22903 w 63896"/>
                    <a:gd name="connsiteY0" fmla="*/ 323816 h 456382"/>
                    <a:gd name="connsiteX1" fmla="*/ 14790 w 63896"/>
                    <a:gd name="connsiteY1" fmla="*/ 27281 h 456382"/>
                    <a:gd name="connsiteX2" fmla="*/ 36221 w 63896"/>
                    <a:gd name="connsiteY2" fmla="*/ 20137 h 456382"/>
                    <a:gd name="connsiteX3" fmla="*/ 49890 w 63896"/>
                    <a:gd name="connsiteY3" fmla="*/ 38859 h 456382"/>
                    <a:gd name="connsiteX4" fmla="*/ 56240 w 63896"/>
                    <a:gd name="connsiteY4" fmla="*/ 346834 h 456382"/>
                    <a:gd name="connsiteX5" fmla="*/ 50683 w 63896"/>
                    <a:gd name="connsiteY5" fmla="*/ 380966 h 456382"/>
                    <a:gd name="connsiteX6" fmla="*/ 63384 w 63896"/>
                    <a:gd name="connsiteY6" fmla="*/ 428592 h 456382"/>
                    <a:gd name="connsiteX7" fmla="*/ 30047 w 63896"/>
                    <a:gd name="connsiteY7" fmla="*/ 456372 h 456382"/>
                    <a:gd name="connsiteX8" fmla="*/ 1471 w 63896"/>
                    <a:gd name="connsiteY8" fmla="*/ 430972 h 456382"/>
                    <a:gd name="connsiteX9" fmla="*/ 3852 w 63896"/>
                    <a:gd name="connsiteY9" fmla="*/ 364297 h 456382"/>
                    <a:gd name="connsiteX10" fmla="*/ 18140 w 63896"/>
                    <a:gd name="connsiteY10" fmla="*/ 349216 h 456382"/>
                    <a:gd name="connsiteX11" fmla="*/ 22903 w 63896"/>
                    <a:gd name="connsiteY11" fmla="*/ 323816 h 456382"/>
                    <a:gd name="connsiteX0" fmla="*/ 22903 w 67260"/>
                    <a:gd name="connsiteY0" fmla="*/ 323816 h 456382"/>
                    <a:gd name="connsiteX1" fmla="*/ 14790 w 67260"/>
                    <a:gd name="connsiteY1" fmla="*/ 27281 h 456382"/>
                    <a:gd name="connsiteX2" fmla="*/ 36221 w 67260"/>
                    <a:gd name="connsiteY2" fmla="*/ 20137 h 456382"/>
                    <a:gd name="connsiteX3" fmla="*/ 49890 w 67260"/>
                    <a:gd name="connsiteY3" fmla="*/ 38859 h 456382"/>
                    <a:gd name="connsiteX4" fmla="*/ 67177 w 67260"/>
                    <a:gd name="connsiteY4" fmla="*/ 41568 h 456382"/>
                    <a:gd name="connsiteX5" fmla="*/ 56240 w 67260"/>
                    <a:gd name="connsiteY5" fmla="*/ 346834 h 456382"/>
                    <a:gd name="connsiteX6" fmla="*/ 50683 w 67260"/>
                    <a:gd name="connsiteY6" fmla="*/ 380966 h 456382"/>
                    <a:gd name="connsiteX7" fmla="*/ 63384 w 67260"/>
                    <a:gd name="connsiteY7" fmla="*/ 428592 h 456382"/>
                    <a:gd name="connsiteX8" fmla="*/ 30047 w 67260"/>
                    <a:gd name="connsiteY8" fmla="*/ 456372 h 456382"/>
                    <a:gd name="connsiteX9" fmla="*/ 1471 w 67260"/>
                    <a:gd name="connsiteY9" fmla="*/ 430972 h 456382"/>
                    <a:gd name="connsiteX10" fmla="*/ 3852 w 67260"/>
                    <a:gd name="connsiteY10" fmla="*/ 364297 h 456382"/>
                    <a:gd name="connsiteX11" fmla="*/ 18140 w 67260"/>
                    <a:gd name="connsiteY11" fmla="*/ 349216 h 456382"/>
                    <a:gd name="connsiteX12" fmla="*/ 22903 w 67260"/>
                    <a:gd name="connsiteY12" fmla="*/ 323816 h 456382"/>
                    <a:gd name="connsiteX0" fmla="*/ 22903 w 67334"/>
                    <a:gd name="connsiteY0" fmla="*/ 323816 h 456382"/>
                    <a:gd name="connsiteX1" fmla="*/ 14790 w 67334"/>
                    <a:gd name="connsiteY1" fmla="*/ 27281 h 456382"/>
                    <a:gd name="connsiteX2" fmla="*/ 36221 w 67334"/>
                    <a:gd name="connsiteY2" fmla="*/ 20137 h 456382"/>
                    <a:gd name="connsiteX3" fmla="*/ 49890 w 67334"/>
                    <a:gd name="connsiteY3" fmla="*/ 38859 h 456382"/>
                    <a:gd name="connsiteX4" fmla="*/ 67177 w 67334"/>
                    <a:gd name="connsiteY4" fmla="*/ 41568 h 456382"/>
                    <a:gd name="connsiteX5" fmla="*/ 48127 w 67334"/>
                    <a:gd name="connsiteY5" fmla="*/ 158250 h 456382"/>
                    <a:gd name="connsiteX6" fmla="*/ 56240 w 67334"/>
                    <a:gd name="connsiteY6" fmla="*/ 346834 h 456382"/>
                    <a:gd name="connsiteX7" fmla="*/ 50683 w 67334"/>
                    <a:gd name="connsiteY7" fmla="*/ 380966 h 456382"/>
                    <a:gd name="connsiteX8" fmla="*/ 63384 w 67334"/>
                    <a:gd name="connsiteY8" fmla="*/ 428592 h 456382"/>
                    <a:gd name="connsiteX9" fmla="*/ 30047 w 67334"/>
                    <a:gd name="connsiteY9" fmla="*/ 456372 h 456382"/>
                    <a:gd name="connsiteX10" fmla="*/ 1471 w 67334"/>
                    <a:gd name="connsiteY10" fmla="*/ 430972 h 456382"/>
                    <a:gd name="connsiteX11" fmla="*/ 3852 w 67334"/>
                    <a:gd name="connsiteY11" fmla="*/ 364297 h 456382"/>
                    <a:gd name="connsiteX12" fmla="*/ 18140 w 67334"/>
                    <a:gd name="connsiteY12" fmla="*/ 349216 h 456382"/>
                    <a:gd name="connsiteX13" fmla="*/ 22903 w 67334"/>
                    <a:gd name="connsiteY13" fmla="*/ 323816 h 456382"/>
                    <a:gd name="connsiteX0" fmla="*/ 22903 w 67334"/>
                    <a:gd name="connsiteY0" fmla="*/ 323816 h 456382"/>
                    <a:gd name="connsiteX1" fmla="*/ 31458 w 67334"/>
                    <a:gd name="connsiteY1" fmla="*/ 179681 h 456382"/>
                    <a:gd name="connsiteX2" fmla="*/ 14790 w 67334"/>
                    <a:gd name="connsiteY2" fmla="*/ 27281 h 456382"/>
                    <a:gd name="connsiteX3" fmla="*/ 36221 w 67334"/>
                    <a:gd name="connsiteY3" fmla="*/ 20137 h 456382"/>
                    <a:gd name="connsiteX4" fmla="*/ 49890 w 67334"/>
                    <a:gd name="connsiteY4" fmla="*/ 38859 h 456382"/>
                    <a:gd name="connsiteX5" fmla="*/ 67177 w 67334"/>
                    <a:gd name="connsiteY5" fmla="*/ 41568 h 456382"/>
                    <a:gd name="connsiteX6" fmla="*/ 48127 w 67334"/>
                    <a:gd name="connsiteY6" fmla="*/ 158250 h 456382"/>
                    <a:gd name="connsiteX7" fmla="*/ 56240 w 67334"/>
                    <a:gd name="connsiteY7" fmla="*/ 346834 h 456382"/>
                    <a:gd name="connsiteX8" fmla="*/ 50683 w 67334"/>
                    <a:gd name="connsiteY8" fmla="*/ 380966 h 456382"/>
                    <a:gd name="connsiteX9" fmla="*/ 63384 w 67334"/>
                    <a:gd name="connsiteY9" fmla="*/ 428592 h 456382"/>
                    <a:gd name="connsiteX10" fmla="*/ 30047 w 67334"/>
                    <a:gd name="connsiteY10" fmla="*/ 456372 h 456382"/>
                    <a:gd name="connsiteX11" fmla="*/ 1471 w 67334"/>
                    <a:gd name="connsiteY11" fmla="*/ 430972 h 456382"/>
                    <a:gd name="connsiteX12" fmla="*/ 3852 w 67334"/>
                    <a:gd name="connsiteY12" fmla="*/ 364297 h 456382"/>
                    <a:gd name="connsiteX13" fmla="*/ 18140 w 67334"/>
                    <a:gd name="connsiteY13" fmla="*/ 349216 h 456382"/>
                    <a:gd name="connsiteX14" fmla="*/ 22903 w 67334"/>
                    <a:gd name="connsiteY14" fmla="*/ 323816 h 456382"/>
                    <a:gd name="connsiteX0" fmla="*/ 22903 w 67334"/>
                    <a:gd name="connsiteY0" fmla="*/ 323816 h 456382"/>
                    <a:gd name="connsiteX1" fmla="*/ 31458 w 67334"/>
                    <a:gd name="connsiteY1" fmla="*/ 179681 h 456382"/>
                    <a:gd name="connsiteX2" fmla="*/ 29077 w 67334"/>
                    <a:gd name="connsiteY2" fmla="*/ 79668 h 456382"/>
                    <a:gd name="connsiteX3" fmla="*/ 14790 w 67334"/>
                    <a:gd name="connsiteY3" fmla="*/ 27281 h 456382"/>
                    <a:gd name="connsiteX4" fmla="*/ 36221 w 67334"/>
                    <a:gd name="connsiteY4" fmla="*/ 20137 h 456382"/>
                    <a:gd name="connsiteX5" fmla="*/ 49890 w 67334"/>
                    <a:gd name="connsiteY5" fmla="*/ 38859 h 456382"/>
                    <a:gd name="connsiteX6" fmla="*/ 67177 w 67334"/>
                    <a:gd name="connsiteY6" fmla="*/ 41568 h 456382"/>
                    <a:gd name="connsiteX7" fmla="*/ 48127 w 67334"/>
                    <a:gd name="connsiteY7" fmla="*/ 158250 h 456382"/>
                    <a:gd name="connsiteX8" fmla="*/ 56240 w 67334"/>
                    <a:gd name="connsiteY8" fmla="*/ 346834 h 456382"/>
                    <a:gd name="connsiteX9" fmla="*/ 50683 w 67334"/>
                    <a:gd name="connsiteY9" fmla="*/ 380966 h 456382"/>
                    <a:gd name="connsiteX10" fmla="*/ 63384 w 67334"/>
                    <a:gd name="connsiteY10" fmla="*/ 428592 h 456382"/>
                    <a:gd name="connsiteX11" fmla="*/ 30047 w 67334"/>
                    <a:gd name="connsiteY11" fmla="*/ 456372 h 456382"/>
                    <a:gd name="connsiteX12" fmla="*/ 1471 w 67334"/>
                    <a:gd name="connsiteY12" fmla="*/ 430972 h 456382"/>
                    <a:gd name="connsiteX13" fmla="*/ 3852 w 67334"/>
                    <a:gd name="connsiteY13" fmla="*/ 364297 h 456382"/>
                    <a:gd name="connsiteX14" fmla="*/ 18140 w 67334"/>
                    <a:gd name="connsiteY14" fmla="*/ 349216 h 456382"/>
                    <a:gd name="connsiteX15" fmla="*/ 22903 w 67334"/>
                    <a:gd name="connsiteY15" fmla="*/ 323816 h 456382"/>
                    <a:gd name="connsiteX0" fmla="*/ 22903 w 67329"/>
                    <a:gd name="connsiteY0" fmla="*/ 323816 h 456382"/>
                    <a:gd name="connsiteX1" fmla="*/ 31458 w 67329"/>
                    <a:gd name="connsiteY1" fmla="*/ 179681 h 456382"/>
                    <a:gd name="connsiteX2" fmla="*/ 29077 w 67329"/>
                    <a:gd name="connsiteY2" fmla="*/ 79668 h 456382"/>
                    <a:gd name="connsiteX3" fmla="*/ 14790 w 67329"/>
                    <a:gd name="connsiteY3" fmla="*/ 27281 h 456382"/>
                    <a:gd name="connsiteX4" fmla="*/ 36221 w 67329"/>
                    <a:gd name="connsiteY4" fmla="*/ 20137 h 456382"/>
                    <a:gd name="connsiteX5" fmla="*/ 49890 w 67329"/>
                    <a:gd name="connsiteY5" fmla="*/ 38859 h 456382"/>
                    <a:gd name="connsiteX6" fmla="*/ 67177 w 67329"/>
                    <a:gd name="connsiteY6" fmla="*/ 41568 h 456382"/>
                    <a:gd name="connsiteX7" fmla="*/ 52890 w 67329"/>
                    <a:gd name="connsiteY7" fmla="*/ 79668 h 456382"/>
                    <a:gd name="connsiteX8" fmla="*/ 48127 w 67329"/>
                    <a:gd name="connsiteY8" fmla="*/ 158250 h 456382"/>
                    <a:gd name="connsiteX9" fmla="*/ 56240 w 67329"/>
                    <a:gd name="connsiteY9" fmla="*/ 346834 h 456382"/>
                    <a:gd name="connsiteX10" fmla="*/ 50683 w 67329"/>
                    <a:gd name="connsiteY10" fmla="*/ 380966 h 456382"/>
                    <a:gd name="connsiteX11" fmla="*/ 63384 w 67329"/>
                    <a:gd name="connsiteY11" fmla="*/ 428592 h 456382"/>
                    <a:gd name="connsiteX12" fmla="*/ 30047 w 67329"/>
                    <a:gd name="connsiteY12" fmla="*/ 456372 h 456382"/>
                    <a:gd name="connsiteX13" fmla="*/ 1471 w 67329"/>
                    <a:gd name="connsiteY13" fmla="*/ 430972 h 456382"/>
                    <a:gd name="connsiteX14" fmla="*/ 3852 w 67329"/>
                    <a:gd name="connsiteY14" fmla="*/ 364297 h 456382"/>
                    <a:gd name="connsiteX15" fmla="*/ 18140 w 67329"/>
                    <a:gd name="connsiteY15" fmla="*/ 349216 h 456382"/>
                    <a:gd name="connsiteX16" fmla="*/ 22903 w 67329"/>
                    <a:gd name="connsiteY16" fmla="*/ 323816 h 456382"/>
                    <a:gd name="connsiteX0" fmla="*/ 22903 w 67329"/>
                    <a:gd name="connsiteY0" fmla="*/ 323816 h 456382"/>
                    <a:gd name="connsiteX1" fmla="*/ 31458 w 67329"/>
                    <a:gd name="connsiteY1" fmla="*/ 1796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5272 w 67329"/>
                    <a:gd name="connsiteY10" fmla="*/ 322556 h 456382"/>
                    <a:gd name="connsiteX11" fmla="*/ 56240 w 67329"/>
                    <a:gd name="connsiteY11" fmla="*/ 346834 h 456382"/>
                    <a:gd name="connsiteX12" fmla="*/ 50683 w 67329"/>
                    <a:gd name="connsiteY12" fmla="*/ 380966 h 456382"/>
                    <a:gd name="connsiteX13" fmla="*/ 63384 w 67329"/>
                    <a:gd name="connsiteY13" fmla="*/ 428592 h 456382"/>
                    <a:gd name="connsiteX14" fmla="*/ 30047 w 67329"/>
                    <a:gd name="connsiteY14" fmla="*/ 456372 h 456382"/>
                    <a:gd name="connsiteX15" fmla="*/ 1471 w 67329"/>
                    <a:gd name="connsiteY15" fmla="*/ 430972 h 456382"/>
                    <a:gd name="connsiteX16" fmla="*/ 3852 w 67329"/>
                    <a:gd name="connsiteY16" fmla="*/ 364297 h 456382"/>
                    <a:gd name="connsiteX17" fmla="*/ 18140 w 67329"/>
                    <a:gd name="connsiteY17" fmla="*/ 349216 h 456382"/>
                    <a:gd name="connsiteX18" fmla="*/ 22903 w 67329"/>
                    <a:gd name="connsiteY18" fmla="*/ 323816 h 456382"/>
                    <a:gd name="connsiteX0" fmla="*/ 22903 w 67329"/>
                    <a:gd name="connsiteY0" fmla="*/ 327171 h 459737"/>
                    <a:gd name="connsiteX1" fmla="*/ 38602 w 67329"/>
                    <a:gd name="connsiteY1" fmla="*/ 221136 h 459737"/>
                    <a:gd name="connsiteX2" fmla="*/ 36222 w 67329"/>
                    <a:gd name="connsiteY2" fmla="*/ 154461 h 459737"/>
                    <a:gd name="connsiteX3" fmla="*/ 29077 w 67329"/>
                    <a:gd name="connsiteY3" fmla="*/ 83023 h 459737"/>
                    <a:gd name="connsiteX4" fmla="*/ 502 w 67329"/>
                    <a:gd name="connsiteY4" fmla="*/ 25873 h 459737"/>
                    <a:gd name="connsiteX5" fmla="*/ 36221 w 67329"/>
                    <a:gd name="connsiteY5" fmla="*/ 23492 h 459737"/>
                    <a:gd name="connsiteX6" fmla="*/ 49890 w 67329"/>
                    <a:gd name="connsiteY6" fmla="*/ 42214 h 459737"/>
                    <a:gd name="connsiteX7" fmla="*/ 67177 w 67329"/>
                    <a:gd name="connsiteY7" fmla="*/ 44923 h 459737"/>
                    <a:gd name="connsiteX8" fmla="*/ 52890 w 67329"/>
                    <a:gd name="connsiteY8" fmla="*/ 83023 h 459737"/>
                    <a:gd name="connsiteX9" fmla="*/ 48127 w 67329"/>
                    <a:gd name="connsiteY9" fmla="*/ 161605 h 459737"/>
                    <a:gd name="connsiteX10" fmla="*/ 55272 w 67329"/>
                    <a:gd name="connsiteY10" fmla="*/ 325911 h 459737"/>
                    <a:gd name="connsiteX11" fmla="*/ 56240 w 67329"/>
                    <a:gd name="connsiteY11" fmla="*/ 350189 h 459737"/>
                    <a:gd name="connsiteX12" fmla="*/ 50683 w 67329"/>
                    <a:gd name="connsiteY12" fmla="*/ 384321 h 459737"/>
                    <a:gd name="connsiteX13" fmla="*/ 63384 w 67329"/>
                    <a:gd name="connsiteY13" fmla="*/ 431947 h 459737"/>
                    <a:gd name="connsiteX14" fmla="*/ 30047 w 67329"/>
                    <a:gd name="connsiteY14" fmla="*/ 459727 h 459737"/>
                    <a:gd name="connsiteX15" fmla="*/ 1471 w 67329"/>
                    <a:gd name="connsiteY15" fmla="*/ 434327 h 459737"/>
                    <a:gd name="connsiteX16" fmla="*/ 3852 w 67329"/>
                    <a:gd name="connsiteY16" fmla="*/ 367652 h 459737"/>
                    <a:gd name="connsiteX17" fmla="*/ 18140 w 67329"/>
                    <a:gd name="connsiteY17" fmla="*/ 352571 h 459737"/>
                    <a:gd name="connsiteX18" fmla="*/ 22903 w 67329"/>
                    <a:gd name="connsiteY18" fmla="*/ 327171 h 459737"/>
                    <a:gd name="connsiteX0" fmla="*/ 22903 w 67329"/>
                    <a:gd name="connsiteY0" fmla="*/ 308273 h 440839"/>
                    <a:gd name="connsiteX1" fmla="*/ 38602 w 67329"/>
                    <a:gd name="connsiteY1" fmla="*/ 202238 h 440839"/>
                    <a:gd name="connsiteX2" fmla="*/ 36222 w 67329"/>
                    <a:gd name="connsiteY2" fmla="*/ 135563 h 440839"/>
                    <a:gd name="connsiteX3" fmla="*/ 29077 w 67329"/>
                    <a:gd name="connsiteY3" fmla="*/ 64125 h 440839"/>
                    <a:gd name="connsiteX4" fmla="*/ 502 w 67329"/>
                    <a:gd name="connsiteY4" fmla="*/ 6975 h 440839"/>
                    <a:gd name="connsiteX5" fmla="*/ 36221 w 67329"/>
                    <a:gd name="connsiteY5" fmla="*/ 4594 h 440839"/>
                    <a:gd name="connsiteX6" fmla="*/ 49890 w 67329"/>
                    <a:gd name="connsiteY6" fmla="*/ 23316 h 440839"/>
                    <a:gd name="connsiteX7" fmla="*/ 67177 w 67329"/>
                    <a:gd name="connsiteY7" fmla="*/ 26025 h 440839"/>
                    <a:gd name="connsiteX8" fmla="*/ 52890 w 67329"/>
                    <a:gd name="connsiteY8" fmla="*/ 64125 h 440839"/>
                    <a:gd name="connsiteX9" fmla="*/ 48127 w 67329"/>
                    <a:gd name="connsiteY9" fmla="*/ 142707 h 440839"/>
                    <a:gd name="connsiteX10" fmla="*/ 55272 w 67329"/>
                    <a:gd name="connsiteY10" fmla="*/ 307013 h 440839"/>
                    <a:gd name="connsiteX11" fmla="*/ 56240 w 67329"/>
                    <a:gd name="connsiteY11" fmla="*/ 331291 h 440839"/>
                    <a:gd name="connsiteX12" fmla="*/ 50683 w 67329"/>
                    <a:gd name="connsiteY12" fmla="*/ 365423 h 440839"/>
                    <a:gd name="connsiteX13" fmla="*/ 63384 w 67329"/>
                    <a:gd name="connsiteY13" fmla="*/ 413049 h 440839"/>
                    <a:gd name="connsiteX14" fmla="*/ 30047 w 67329"/>
                    <a:gd name="connsiteY14" fmla="*/ 440829 h 440839"/>
                    <a:gd name="connsiteX15" fmla="*/ 1471 w 67329"/>
                    <a:gd name="connsiteY15" fmla="*/ 415429 h 440839"/>
                    <a:gd name="connsiteX16" fmla="*/ 3852 w 67329"/>
                    <a:gd name="connsiteY16" fmla="*/ 348754 h 440839"/>
                    <a:gd name="connsiteX17" fmla="*/ 18140 w 67329"/>
                    <a:gd name="connsiteY17" fmla="*/ 333673 h 440839"/>
                    <a:gd name="connsiteX18" fmla="*/ 22903 w 67329"/>
                    <a:gd name="connsiteY18" fmla="*/ 308273 h 440839"/>
                    <a:gd name="connsiteX0" fmla="*/ 22903 w 67329"/>
                    <a:gd name="connsiteY0" fmla="*/ 306338 h 438904"/>
                    <a:gd name="connsiteX1" fmla="*/ 38602 w 67329"/>
                    <a:gd name="connsiteY1" fmla="*/ 200303 h 438904"/>
                    <a:gd name="connsiteX2" fmla="*/ 36222 w 67329"/>
                    <a:gd name="connsiteY2" fmla="*/ 133628 h 438904"/>
                    <a:gd name="connsiteX3" fmla="*/ 29077 w 67329"/>
                    <a:gd name="connsiteY3" fmla="*/ 62190 h 438904"/>
                    <a:gd name="connsiteX4" fmla="*/ 502 w 67329"/>
                    <a:gd name="connsiteY4" fmla="*/ 5040 h 438904"/>
                    <a:gd name="connsiteX5" fmla="*/ 36221 w 67329"/>
                    <a:gd name="connsiteY5" fmla="*/ 9802 h 438904"/>
                    <a:gd name="connsiteX6" fmla="*/ 49890 w 67329"/>
                    <a:gd name="connsiteY6" fmla="*/ 21381 h 438904"/>
                    <a:gd name="connsiteX7" fmla="*/ 67177 w 67329"/>
                    <a:gd name="connsiteY7" fmla="*/ 24090 h 438904"/>
                    <a:gd name="connsiteX8" fmla="*/ 52890 w 67329"/>
                    <a:gd name="connsiteY8" fmla="*/ 62190 h 438904"/>
                    <a:gd name="connsiteX9" fmla="*/ 48127 w 67329"/>
                    <a:gd name="connsiteY9" fmla="*/ 140772 h 438904"/>
                    <a:gd name="connsiteX10" fmla="*/ 55272 w 67329"/>
                    <a:gd name="connsiteY10" fmla="*/ 305078 h 438904"/>
                    <a:gd name="connsiteX11" fmla="*/ 56240 w 67329"/>
                    <a:gd name="connsiteY11" fmla="*/ 329356 h 438904"/>
                    <a:gd name="connsiteX12" fmla="*/ 50683 w 67329"/>
                    <a:gd name="connsiteY12" fmla="*/ 363488 h 438904"/>
                    <a:gd name="connsiteX13" fmla="*/ 63384 w 67329"/>
                    <a:gd name="connsiteY13" fmla="*/ 411114 h 438904"/>
                    <a:gd name="connsiteX14" fmla="*/ 30047 w 67329"/>
                    <a:gd name="connsiteY14" fmla="*/ 438894 h 438904"/>
                    <a:gd name="connsiteX15" fmla="*/ 1471 w 67329"/>
                    <a:gd name="connsiteY15" fmla="*/ 413494 h 438904"/>
                    <a:gd name="connsiteX16" fmla="*/ 3852 w 67329"/>
                    <a:gd name="connsiteY16" fmla="*/ 346819 h 438904"/>
                    <a:gd name="connsiteX17" fmla="*/ 18140 w 67329"/>
                    <a:gd name="connsiteY17" fmla="*/ 331738 h 438904"/>
                    <a:gd name="connsiteX18" fmla="*/ 22903 w 67329"/>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35669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5226 h 437792"/>
                    <a:gd name="connsiteX1" fmla="*/ 38602 w 79165"/>
                    <a:gd name="connsiteY1" fmla="*/ 199191 h 437792"/>
                    <a:gd name="connsiteX2" fmla="*/ 36222 w 79165"/>
                    <a:gd name="connsiteY2" fmla="*/ 132516 h 437792"/>
                    <a:gd name="connsiteX3" fmla="*/ 29077 w 79165"/>
                    <a:gd name="connsiteY3" fmla="*/ 61078 h 437792"/>
                    <a:gd name="connsiteX4" fmla="*/ 502 w 79165"/>
                    <a:gd name="connsiteY4" fmla="*/ 3928 h 437792"/>
                    <a:gd name="connsiteX5" fmla="*/ 33840 w 79165"/>
                    <a:gd name="connsiteY5" fmla="*/ 15834 h 437792"/>
                    <a:gd name="connsiteX6" fmla="*/ 49890 w 79165"/>
                    <a:gd name="connsiteY6" fmla="*/ 34557 h 437792"/>
                    <a:gd name="connsiteX7" fmla="*/ 79083 w 79165"/>
                    <a:gd name="connsiteY7" fmla="*/ 15834 h 437792"/>
                    <a:gd name="connsiteX8" fmla="*/ 52890 w 79165"/>
                    <a:gd name="connsiteY8" fmla="*/ 61078 h 437792"/>
                    <a:gd name="connsiteX9" fmla="*/ 48127 w 79165"/>
                    <a:gd name="connsiteY9" fmla="*/ 139660 h 437792"/>
                    <a:gd name="connsiteX10" fmla="*/ 55272 w 79165"/>
                    <a:gd name="connsiteY10" fmla="*/ 303966 h 437792"/>
                    <a:gd name="connsiteX11" fmla="*/ 56240 w 79165"/>
                    <a:gd name="connsiteY11" fmla="*/ 328244 h 437792"/>
                    <a:gd name="connsiteX12" fmla="*/ 50683 w 79165"/>
                    <a:gd name="connsiteY12" fmla="*/ 362376 h 437792"/>
                    <a:gd name="connsiteX13" fmla="*/ 63384 w 79165"/>
                    <a:gd name="connsiteY13" fmla="*/ 410002 h 437792"/>
                    <a:gd name="connsiteX14" fmla="*/ 30047 w 79165"/>
                    <a:gd name="connsiteY14" fmla="*/ 437782 h 437792"/>
                    <a:gd name="connsiteX15" fmla="*/ 1471 w 79165"/>
                    <a:gd name="connsiteY15" fmla="*/ 412382 h 437792"/>
                    <a:gd name="connsiteX16" fmla="*/ 3852 w 79165"/>
                    <a:gd name="connsiteY16" fmla="*/ 345707 h 437792"/>
                    <a:gd name="connsiteX17" fmla="*/ 18140 w 79165"/>
                    <a:gd name="connsiteY17" fmla="*/ 330626 h 437792"/>
                    <a:gd name="connsiteX18" fmla="*/ 22903 w 79165"/>
                    <a:gd name="connsiteY18" fmla="*/ 305226 h 437792"/>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74"/>
                    <a:gd name="connsiteY0" fmla="*/ 306060 h 438626"/>
                    <a:gd name="connsiteX1" fmla="*/ 38602 w 79174"/>
                    <a:gd name="connsiteY1" fmla="*/ 200025 h 438626"/>
                    <a:gd name="connsiteX2" fmla="*/ 36222 w 79174"/>
                    <a:gd name="connsiteY2" fmla="*/ 133350 h 438626"/>
                    <a:gd name="connsiteX3" fmla="*/ 29077 w 79174"/>
                    <a:gd name="connsiteY3" fmla="*/ 61912 h 438626"/>
                    <a:gd name="connsiteX4" fmla="*/ 502 w 79174"/>
                    <a:gd name="connsiteY4" fmla="*/ 0 h 438626"/>
                    <a:gd name="connsiteX5" fmla="*/ 33840 w 79174"/>
                    <a:gd name="connsiteY5" fmla="*/ 16668 h 438626"/>
                    <a:gd name="connsiteX6" fmla="*/ 49890 w 79174"/>
                    <a:gd name="connsiteY6" fmla="*/ 35391 h 438626"/>
                    <a:gd name="connsiteX7" fmla="*/ 79083 w 79174"/>
                    <a:gd name="connsiteY7" fmla="*/ 16668 h 438626"/>
                    <a:gd name="connsiteX8" fmla="*/ 52890 w 79174"/>
                    <a:gd name="connsiteY8" fmla="*/ 61912 h 438626"/>
                    <a:gd name="connsiteX9" fmla="*/ 48127 w 79174"/>
                    <a:gd name="connsiteY9" fmla="*/ 140494 h 438626"/>
                    <a:gd name="connsiteX10" fmla="*/ 55272 w 79174"/>
                    <a:gd name="connsiteY10" fmla="*/ 304800 h 438626"/>
                    <a:gd name="connsiteX11" fmla="*/ 56240 w 79174"/>
                    <a:gd name="connsiteY11" fmla="*/ 329078 h 438626"/>
                    <a:gd name="connsiteX12" fmla="*/ 50683 w 79174"/>
                    <a:gd name="connsiteY12" fmla="*/ 363210 h 438626"/>
                    <a:gd name="connsiteX13" fmla="*/ 63384 w 79174"/>
                    <a:gd name="connsiteY13" fmla="*/ 410836 h 438626"/>
                    <a:gd name="connsiteX14" fmla="*/ 30047 w 79174"/>
                    <a:gd name="connsiteY14" fmla="*/ 438616 h 438626"/>
                    <a:gd name="connsiteX15" fmla="*/ 1471 w 79174"/>
                    <a:gd name="connsiteY15" fmla="*/ 413216 h 438626"/>
                    <a:gd name="connsiteX16" fmla="*/ 3852 w 79174"/>
                    <a:gd name="connsiteY16" fmla="*/ 346541 h 438626"/>
                    <a:gd name="connsiteX17" fmla="*/ 18140 w 79174"/>
                    <a:gd name="connsiteY17" fmla="*/ 331460 h 438626"/>
                    <a:gd name="connsiteX18" fmla="*/ 22903 w 79174"/>
                    <a:gd name="connsiteY18" fmla="*/ 306060 h 438626"/>
                    <a:gd name="connsiteX0" fmla="*/ 22903 w 79085"/>
                    <a:gd name="connsiteY0" fmla="*/ 306060 h 438626"/>
                    <a:gd name="connsiteX1" fmla="*/ 38602 w 79085"/>
                    <a:gd name="connsiteY1" fmla="*/ 200025 h 438626"/>
                    <a:gd name="connsiteX2" fmla="*/ 36222 w 79085"/>
                    <a:gd name="connsiteY2" fmla="*/ 133350 h 438626"/>
                    <a:gd name="connsiteX3" fmla="*/ 29077 w 79085"/>
                    <a:gd name="connsiteY3" fmla="*/ 61912 h 438626"/>
                    <a:gd name="connsiteX4" fmla="*/ 502 w 79085"/>
                    <a:gd name="connsiteY4" fmla="*/ 0 h 438626"/>
                    <a:gd name="connsiteX5" fmla="*/ 33840 w 79085"/>
                    <a:gd name="connsiteY5" fmla="*/ 16668 h 438626"/>
                    <a:gd name="connsiteX6" fmla="*/ 49890 w 79085"/>
                    <a:gd name="connsiteY6" fmla="*/ 35391 h 438626"/>
                    <a:gd name="connsiteX7" fmla="*/ 79083 w 79085"/>
                    <a:gd name="connsiteY7" fmla="*/ 16668 h 438626"/>
                    <a:gd name="connsiteX8" fmla="*/ 48127 w 79085"/>
                    <a:gd name="connsiteY8" fmla="*/ 140494 h 438626"/>
                    <a:gd name="connsiteX9" fmla="*/ 55272 w 79085"/>
                    <a:gd name="connsiteY9" fmla="*/ 304800 h 438626"/>
                    <a:gd name="connsiteX10" fmla="*/ 56240 w 79085"/>
                    <a:gd name="connsiteY10" fmla="*/ 329078 h 438626"/>
                    <a:gd name="connsiteX11" fmla="*/ 50683 w 79085"/>
                    <a:gd name="connsiteY11" fmla="*/ 363210 h 438626"/>
                    <a:gd name="connsiteX12" fmla="*/ 63384 w 79085"/>
                    <a:gd name="connsiteY12" fmla="*/ 410836 h 438626"/>
                    <a:gd name="connsiteX13" fmla="*/ 30047 w 79085"/>
                    <a:gd name="connsiteY13" fmla="*/ 438616 h 438626"/>
                    <a:gd name="connsiteX14" fmla="*/ 1471 w 79085"/>
                    <a:gd name="connsiteY14" fmla="*/ 413216 h 438626"/>
                    <a:gd name="connsiteX15" fmla="*/ 3852 w 79085"/>
                    <a:gd name="connsiteY15" fmla="*/ 346541 h 438626"/>
                    <a:gd name="connsiteX16" fmla="*/ 18140 w 79085"/>
                    <a:gd name="connsiteY16" fmla="*/ 331460 h 438626"/>
                    <a:gd name="connsiteX17" fmla="*/ 22903 w 79085"/>
                    <a:gd name="connsiteY17"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33840 w 63896"/>
                    <a:gd name="connsiteY5" fmla="*/ 16668 h 438626"/>
                    <a:gd name="connsiteX6" fmla="*/ 49890 w 63896"/>
                    <a:gd name="connsiteY6" fmla="*/ 35391 h 438626"/>
                    <a:gd name="connsiteX7" fmla="*/ 48127 w 63896"/>
                    <a:gd name="connsiteY7" fmla="*/ 140494 h 438626"/>
                    <a:gd name="connsiteX8" fmla="*/ 55272 w 63896"/>
                    <a:gd name="connsiteY8" fmla="*/ 304800 h 438626"/>
                    <a:gd name="connsiteX9" fmla="*/ 56240 w 63896"/>
                    <a:gd name="connsiteY9" fmla="*/ 329078 h 438626"/>
                    <a:gd name="connsiteX10" fmla="*/ 50683 w 63896"/>
                    <a:gd name="connsiteY10" fmla="*/ 363210 h 438626"/>
                    <a:gd name="connsiteX11" fmla="*/ 63384 w 63896"/>
                    <a:gd name="connsiteY11" fmla="*/ 410836 h 438626"/>
                    <a:gd name="connsiteX12" fmla="*/ 30047 w 63896"/>
                    <a:gd name="connsiteY12" fmla="*/ 438616 h 438626"/>
                    <a:gd name="connsiteX13" fmla="*/ 1471 w 63896"/>
                    <a:gd name="connsiteY13" fmla="*/ 413216 h 438626"/>
                    <a:gd name="connsiteX14" fmla="*/ 3852 w 63896"/>
                    <a:gd name="connsiteY14" fmla="*/ 346541 h 438626"/>
                    <a:gd name="connsiteX15" fmla="*/ 18140 w 63896"/>
                    <a:gd name="connsiteY15" fmla="*/ 331460 h 438626"/>
                    <a:gd name="connsiteX16" fmla="*/ 22903 w 63896"/>
                    <a:gd name="connsiteY16"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33840 w 63896"/>
                    <a:gd name="connsiteY5" fmla="*/ 16668 h 438626"/>
                    <a:gd name="connsiteX6" fmla="*/ 48127 w 63896"/>
                    <a:gd name="connsiteY6" fmla="*/ 140494 h 438626"/>
                    <a:gd name="connsiteX7" fmla="*/ 55272 w 63896"/>
                    <a:gd name="connsiteY7" fmla="*/ 304800 h 438626"/>
                    <a:gd name="connsiteX8" fmla="*/ 56240 w 63896"/>
                    <a:gd name="connsiteY8" fmla="*/ 329078 h 438626"/>
                    <a:gd name="connsiteX9" fmla="*/ 50683 w 63896"/>
                    <a:gd name="connsiteY9" fmla="*/ 363210 h 438626"/>
                    <a:gd name="connsiteX10" fmla="*/ 63384 w 63896"/>
                    <a:gd name="connsiteY10" fmla="*/ 410836 h 438626"/>
                    <a:gd name="connsiteX11" fmla="*/ 30047 w 63896"/>
                    <a:gd name="connsiteY11" fmla="*/ 438616 h 438626"/>
                    <a:gd name="connsiteX12" fmla="*/ 1471 w 63896"/>
                    <a:gd name="connsiteY12" fmla="*/ 413216 h 438626"/>
                    <a:gd name="connsiteX13" fmla="*/ 3852 w 63896"/>
                    <a:gd name="connsiteY13" fmla="*/ 346541 h 438626"/>
                    <a:gd name="connsiteX14" fmla="*/ 18140 w 63896"/>
                    <a:gd name="connsiteY14" fmla="*/ 331460 h 438626"/>
                    <a:gd name="connsiteX15" fmla="*/ 22903 w 63896"/>
                    <a:gd name="connsiteY15"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48127 w 63896"/>
                    <a:gd name="connsiteY5" fmla="*/ 140494 h 438626"/>
                    <a:gd name="connsiteX6" fmla="*/ 55272 w 63896"/>
                    <a:gd name="connsiteY6" fmla="*/ 304800 h 438626"/>
                    <a:gd name="connsiteX7" fmla="*/ 56240 w 63896"/>
                    <a:gd name="connsiteY7" fmla="*/ 329078 h 438626"/>
                    <a:gd name="connsiteX8" fmla="*/ 50683 w 63896"/>
                    <a:gd name="connsiteY8" fmla="*/ 363210 h 438626"/>
                    <a:gd name="connsiteX9" fmla="*/ 63384 w 63896"/>
                    <a:gd name="connsiteY9" fmla="*/ 410836 h 438626"/>
                    <a:gd name="connsiteX10" fmla="*/ 30047 w 63896"/>
                    <a:gd name="connsiteY10" fmla="*/ 438616 h 438626"/>
                    <a:gd name="connsiteX11" fmla="*/ 1471 w 63896"/>
                    <a:gd name="connsiteY11" fmla="*/ 413216 h 438626"/>
                    <a:gd name="connsiteX12" fmla="*/ 3852 w 63896"/>
                    <a:gd name="connsiteY12" fmla="*/ 346541 h 438626"/>
                    <a:gd name="connsiteX13" fmla="*/ 18140 w 63896"/>
                    <a:gd name="connsiteY13" fmla="*/ 331460 h 438626"/>
                    <a:gd name="connsiteX14" fmla="*/ 22903 w 63896"/>
                    <a:gd name="connsiteY14" fmla="*/ 306060 h 438626"/>
                    <a:gd name="connsiteX0" fmla="*/ 22903 w 63896"/>
                    <a:gd name="connsiteY0" fmla="*/ 306070 h 438636"/>
                    <a:gd name="connsiteX1" fmla="*/ 38602 w 63896"/>
                    <a:gd name="connsiteY1" fmla="*/ 200035 h 438636"/>
                    <a:gd name="connsiteX2" fmla="*/ 36222 w 63896"/>
                    <a:gd name="connsiteY2" fmla="*/ 133360 h 438636"/>
                    <a:gd name="connsiteX3" fmla="*/ 502 w 63896"/>
                    <a:gd name="connsiteY3" fmla="*/ 10 h 438636"/>
                    <a:gd name="connsiteX4" fmla="*/ 48127 w 63896"/>
                    <a:gd name="connsiteY4" fmla="*/ 140504 h 438636"/>
                    <a:gd name="connsiteX5" fmla="*/ 55272 w 63896"/>
                    <a:gd name="connsiteY5" fmla="*/ 304810 h 438636"/>
                    <a:gd name="connsiteX6" fmla="*/ 56240 w 63896"/>
                    <a:gd name="connsiteY6" fmla="*/ 329088 h 438636"/>
                    <a:gd name="connsiteX7" fmla="*/ 50683 w 63896"/>
                    <a:gd name="connsiteY7" fmla="*/ 363220 h 438636"/>
                    <a:gd name="connsiteX8" fmla="*/ 63384 w 63896"/>
                    <a:gd name="connsiteY8" fmla="*/ 410846 h 438636"/>
                    <a:gd name="connsiteX9" fmla="*/ 30047 w 63896"/>
                    <a:gd name="connsiteY9" fmla="*/ 438626 h 438636"/>
                    <a:gd name="connsiteX10" fmla="*/ 1471 w 63896"/>
                    <a:gd name="connsiteY10" fmla="*/ 413226 h 438636"/>
                    <a:gd name="connsiteX11" fmla="*/ 3852 w 63896"/>
                    <a:gd name="connsiteY11" fmla="*/ 346551 h 438636"/>
                    <a:gd name="connsiteX12" fmla="*/ 18140 w 63896"/>
                    <a:gd name="connsiteY12" fmla="*/ 331470 h 438636"/>
                    <a:gd name="connsiteX13" fmla="*/ 22903 w 63896"/>
                    <a:gd name="connsiteY13" fmla="*/ 306070 h 438636"/>
                    <a:gd name="connsiteX0" fmla="*/ 22903 w 63896"/>
                    <a:gd name="connsiteY0" fmla="*/ 183620 h 316186"/>
                    <a:gd name="connsiteX1" fmla="*/ 38602 w 63896"/>
                    <a:gd name="connsiteY1" fmla="*/ 77585 h 316186"/>
                    <a:gd name="connsiteX2" fmla="*/ 36222 w 63896"/>
                    <a:gd name="connsiteY2" fmla="*/ 10910 h 316186"/>
                    <a:gd name="connsiteX3" fmla="*/ 48127 w 63896"/>
                    <a:gd name="connsiteY3" fmla="*/ 18054 h 316186"/>
                    <a:gd name="connsiteX4" fmla="*/ 55272 w 63896"/>
                    <a:gd name="connsiteY4" fmla="*/ 182360 h 316186"/>
                    <a:gd name="connsiteX5" fmla="*/ 56240 w 63896"/>
                    <a:gd name="connsiteY5" fmla="*/ 206638 h 316186"/>
                    <a:gd name="connsiteX6" fmla="*/ 50683 w 63896"/>
                    <a:gd name="connsiteY6" fmla="*/ 240770 h 316186"/>
                    <a:gd name="connsiteX7" fmla="*/ 63384 w 63896"/>
                    <a:gd name="connsiteY7" fmla="*/ 288396 h 316186"/>
                    <a:gd name="connsiteX8" fmla="*/ 30047 w 63896"/>
                    <a:gd name="connsiteY8" fmla="*/ 316176 h 316186"/>
                    <a:gd name="connsiteX9" fmla="*/ 1471 w 63896"/>
                    <a:gd name="connsiteY9" fmla="*/ 290776 h 316186"/>
                    <a:gd name="connsiteX10" fmla="*/ 3852 w 63896"/>
                    <a:gd name="connsiteY10" fmla="*/ 224101 h 316186"/>
                    <a:gd name="connsiteX11" fmla="*/ 18140 w 63896"/>
                    <a:gd name="connsiteY11" fmla="*/ 209020 h 316186"/>
                    <a:gd name="connsiteX12" fmla="*/ 22903 w 63896"/>
                    <a:gd name="connsiteY12" fmla="*/ 183620 h 316186"/>
                    <a:gd name="connsiteX0" fmla="*/ 22903 w 72264"/>
                    <a:gd name="connsiteY0" fmla="*/ 174160 h 306726"/>
                    <a:gd name="connsiteX1" fmla="*/ 38602 w 72264"/>
                    <a:gd name="connsiteY1" fmla="*/ 68125 h 306726"/>
                    <a:gd name="connsiteX2" fmla="*/ 36222 w 72264"/>
                    <a:gd name="connsiteY2" fmla="*/ 1450 h 306726"/>
                    <a:gd name="connsiteX3" fmla="*/ 71940 w 72264"/>
                    <a:gd name="connsiteY3" fmla="*/ 63362 h 306726"/>
                    <a:gd name="connsiteX4" fmla="*/ 55272 w 72264"/>
                    <a:gd name="connsiteY4" fmla="*/ 172900 h 306726"/>
                    <a:gd name="connsiteX5" fmla="*/ 56240 w 72264"/>
                    <a:gd name="connsiteY5" fmla="*/ 197178 h 306726"/>
                    <a:gd name="connsiteX6" fmla="*/ 50683 w 72264"/>
                    <a:gd name="connsiteY6" fmla="*/ 231310 h 306726"/>
                    <a:gd name="connsiteX7" fmla="*/ 63384 w 72264"/>
                    <a:gd name="connsiteY7" fmla="*/ 278936 h 306726"/>
                    <a:gd name="connsiteX8" fmla="*/ 30047 w 72264"/>
                    <a:gd name="connsiteY8" fmla="*/ 306716 h 306726"/>
                    <a:gd name="connsiteX9" fmla="*/ 1471 w 72264"/>
                    <a:gd name="connsiteY9" fmla="*/ 281316 h 306726"/>
                    <a:gd name="connsiteX10" fmla="*/ 3852 w 72264"/>
                    <a:gd name="connsiteY10" fmla="*/ 214641 h 306726"/>
                    <a:gd name="connsiteX11" fmla="*/ 18140 w 72264"/>
                    <a:gd name="connsiteY11" fmla="*/ 199560 h 306726"/>
                    <a:gd name="connsiteX12" fmla="*/ 22903 w 72264"/>
                    <a:gd name="connsiteY12" fmla="*/ 174160 h 306726"/>
                    <a:gd name="connsiteX0" fmla="*/ 22903 w 72408"/>
                    <a:gd name="connsiteY0" fmla="*/ 174160 h 306726"/>
                    <a:gd name="connsiteX1" fmla="*/ 38602 w 72408"/>
                    <a:gd name="connsiteY1" fmla="*/ 68125 h 306726"/>
                    <a:gd name="connsiteX2" fmla="*/ 36222 w 72408"/>
                    <a:gd name="connsiteY2" fmla="*/ 1450 h 306726"/>
                    <a:gd name="connsiteX3" fmla="*/ 71940 w 72408"/>
                    <a:gd name="connsiteY3" fmla="*/ 63362 h 306726"/>
                    <a:gd name="connsiteX4" fmla="*/ 62416 w 72408"/>
                    <a:gd name="connsiteY4" fmla="*/ 182425 h 306726"/>
                    <a:gd name="connsiteX5" fmla="*/ 56240 w 72408"/>
                    <a:gd name="connsiteY5" fmla="*/ 197178 h 306726"/>
                    <a:gd name="connsiteX6" fmla="*/ 50683 w 72408"/>
                    <a:gd name="connsiteY6" fmla="*/ 231310 h 306726"/>
                    <a:gd name="connsiteX7" fmla="*/ 63384 w 72408"/>
                    <a:gd name="connsiteY7" fmla="*/ 278936 h 306726"/>
                    <a:gd name="connsiteX8" fmla="*/ 30047 w 72408"/>
                    <a:gd name="connsiteY8" fmla="*/ 306716 h 306726"/>
                    <a:gd name="connsiteX9" fmla="*/ 1471 w 72408"/>
                    <a:gd name="connsiteY9" fmla="*/ 281316 h 306726"/>
                    <a:gd name="connsiteX10" fmla="*/ 3852 w 72408"/>
                    <a:gd name="connsiteY10" fmla="*/ 214641 h 306726"/>
                    <a:gd name="connsiteX11" fmla="*/ 18140 w 72408"/>
                    <a:gd name="connsiteY11" fmla="*/ 199560 h 306726"/>
                    <a:gd name="connsiteX12" fmla="*/ 22903 w 72408"/>
                    <a:gd name="connsiteY12" fmla="*/ 174160 h 306726"/>
                    <a:gd name="connsiteX0" fmla="*/ 22903 w 72408"/>
                    <a:gd name="connsiteY0" fmla="*/ 174160 h 306726"/>
                    <a:gd name="connsiteX1" fmla="*/ 26696 w 72408"/>
                    <a:gd name="connsiteY1" fmla="*/ 96700 h 306726"/>
                    <a:gd name="connsiteX2" fmla="*/ 36222 w 72408"/>
                    <a:gd name="connsiteY2" fmla="*/ 1450 h 306726"/>
                    <a:gd name="connsiteX3" fmla="*/ 71940 w 72408"/>
                    <a:gd name="connsiteY3" fmla="*/ 63362 h 306726"/>
                    <a:gd name="connsiteX4" fmla="*/ 62416 w 72408"/>
                    <a:gd name="connsiteY4" fmla="*/ 182425 h 306726"/>
                    <a:gd name="connsiteX5" fmla="*/ 56240 w 72408"/>
                    <a:gd name="connsiteY5" fmla="*/ 197178 h 306726"/>
                    <a:gd name="connsiteX6" fmla="*/ 50683 w 72408"/>
                    <a:gd name="connsiteY6" fmla="*/ 231310 h 306726"/>
                    <a:gd name="connsiteX7" fmla="*/ 63384 w 72408"/>
                    <a:gd name="connsiteY7" fmla="*/ 278936 h 306726"/>
                    <a:gd name="connsiteX8" fmla="*/ 30047 w 72408"/>
                    <a:gd name="connsiteY8" fmla="*/ 306716 h 306726"/>
                    <a:gd name="connsiteX9" fmla="*/ 1471 w 72408"/>
                    <a:gd name="connsiteY9" fmla="*/ 281316 h 306726"/>
                    <a:gd name="connsiteX10" fmla="*/ 3852 w 72408"/>
                    <a:gd name="connsiteY10" fmla="*/ 214641 h 306726"/>
                    <a:gd name="connsiteX11" fmla="*/ 18140 w 72408"/>
                    <a:gd name="connsiteY11" fmla="*/ 199560 h 306726"/>
                    <a:gd name="connsiteX12" fmla="*/ 22903 w 72408"/>
                    <a:gd name="connsiteY12" fmla="*/ 174160 h 306726"/>
                    <a:gd name="connsiteX0" fmla="*/ 22903 w 74418"/>
                    <a:gd name="connsiteY0" fmla="*/ 175965 h 308531"/>
                    <a:gd name="connsiteX1" fmla="*/ 26696 w 74418"/>
                    <a:gd name="connsiteY1" fmla="*/ 98505 h 308531"/>
                    <a:gd name="connsiteX2" fmla="*/ 36222 w 74418"/>
                    <a:gd name="connsiteY2" fmla="*/ 3255 h 308531"/>
                    <a:gd name="connsiteX3" fmla="*/ 71941 w 74418"/>
                    <a:gd name="connsiteY3" fmla="*/ 27067 h 308531"/>
                    <a:gd name="connsiteX4" fmla="*/ 71940 w 74418"/>
                    <a:gd name="connsiteY4" fmla="*/ 65167 h 308531"/>
                    <a:gd name="connsiteX5" fmla="*/ 62416 w 74418"/>
                    <a:gd name="connsiteY5" fmla="*/ 184230 h 308531"/>
                    <a:gd name="connsiteX6" fmla="*/ 56240 w 74418"/>
                    <a:gd name="connsiteY6" fmla="*/ 198983 h 308531"/>
                    <a:gd name="connsiteX7" fmla="*/ 50683 w 74418"/>
                    <a:gd name="connsiteY7" fmla="*/ 233115 h 308531"/>
                    <a:gd name="connsiteX8" fmla="*/ 63384 w 74418"/>
                    <a:gd name="connsiteY8" fmla="*/ 280741 h 308531"/>
                    <a:gd name="connsiteX9" fmla="*/ 30047 w 74418"/>
                    <a:gd name="connsiteY9" fmla="*/ 308521 h 308531"/>
                    <a:gd name="connsiteX10" fmla="*/ 1471 w 74418"/>
                    <a:gd name="connsiteY10" fmla="*/ 283121 h 308531"/>
                    <a:gd name="connsiteX11" fmla="*/ 3852 w 74418"/>
                    <a:gd name="connsiteY11" fmla="*/ 216446 h 308531"/>
                    <a:gd name="connsiteX12" fmla="*/ 18140 w 74418"/>
                    <a:gd name="connsiteY12" fmla="*/ 201365 h 308531"/>
                    <a:gd name="connsiteX13" fmla="*/ 22903 w 74418"/>
                    <a:gd name="connsiteY13" fmla="*/ 175965 h 308531"/>
                    <a:gd name="connsiteX0" fmla="*/ 22903 w 75122"/>
                    <a:gd name="connsiteY0" fmla="*/ 149948 h 282514"/>
                    <a:gd name="connsiteX1" fmla="*/ 26696 w 75122"/>
                    <a:gd name="connsiteY1" fmla="*/ 72488 h 282514"/>
                    <a:gd name="connsiteX2" fmla="*/ 71941 w 75122"/>
                    <a:gd name="connsiteY2" fmla="*/ 1050 h 282514"/>
                    <a:gd name="connsiteX3" fmla="*/ 71940 w 75122"/>
                    <a:gd name="connsiteY3" fmla="*/ 39150 h 282514"/>
                    <a:gd name="connsiteX4" fmla="*/ 62416 w 75122"/>
                    <a:gd name="connsiteY4" fmla="*/ 158213 h 282514"/>
                    <a:gd name="connsiteX5" fmla="*/ 56240 w 75122"/>
                    <a:gd name="connsiteY5" fmla="*/ 172966 h 282514"/>
                    <a:gd name="connsiteX6" fmla="*/ 50683 w 75122"/>
                    <a:gd name="connsiteY6" fmla="*/ 207098 h 282514"/>
                    <a:gd name="connsiteX7" fmla="*/ 63384 w 75122"/>
                    <a:gd name="connsiteY7" fmla="*/ 254724 h 282514"/>
                    <a:gd name="connsiteX8" fmla="*/ 30047 w 75122"/>
                    <a:gd name="connsiteY8" fmla="*/ 282504 h 282514"/>
                    <a:gd name="connsiteX9" fmla="*/ 1471 w 75122"/>
                    <a:gd name="connsiteY9" fmla="*/ 257104 h 282514"/>
                    <a:gd name="connsiteX10" fmla="*/ 3852 w 75122"/>
                    <a:gd name="connsiteY10" fmla="*/ 190429 h 282514"/>
                    <a:gd name="connsiteX11" fmla="*/ 18140 w 75122"/>
                    <a:gd name="connsiteY11" fmla="*/ 175348 h 282514"/>
                    <a:gd name="connsiteX12" fmla="*/ 22903 w 75122"/>
                    <a:gd name="connsiteY12" fmla="*/ 149948 h 282514"/>
                    <a:gd name="connsiteX0" fmla="*/ 22903 w 73541"/>
                    <a:gd name="connsiteY0" fmla="*/ 148898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12" fmla="*/ 18140 w 73541"/>
                    <a:gd name="connsiteY12" fmla="*/ 174298 h 281464"/>
                    <a:gd name="connsiteX13" fmla="*/ 22903 w 73541"/>
                    <a:gd name="connsiteY13" fmla="*/ 148898 h 281464"/>
                    <a:gd name="connsiteX0" fmla="*/ 22903 w 73541"/>
                    <a:gd name="connsiteY0" fmla="*/ 148898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12" fmla="*/ 22903 w 73541"/>
                    <a:gd name="connsiteY12" fmla="*/ 148898 h 281464"/>
                    <a:gd name="connsiteX0" fmla="*/ 3852 w 73541"/>
                    <a:gd name="connsiteY0" fmla="*/ 189379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0" fmla="*/ 21477 w 72116"/>
                    <a:gd name="connsiteY0" fmla="*/ 156041 h 281475"/>
                    <a:gd name="connsiteX1" fmla="*/ 25271 w 72116"/>
                    <a:gd name="connsiteY1" fmla="*/ 71438 h 281475"/>
                    <a:gd name="connsiteX2" fmla="*/ 39559 w 72116"/>
                    <a:gd name="connsiteY2" fmla="*/ 16669 h 281475"/>
                    <a:gd name="connsiteX3" fmla="*/ 70516 w 72116"/>
                    <a:gd name="connsiteY3" fmla="*/ 0 h 281475"/>
                    <a:gd name="connsiteX4" fmla="*/ 70515 w 72116"/>
                    <a:gd name="connsiteY4" fmla="*/ 38100 h 281475"/>
                    <a:gd name="connsiteX5" fmla="*/ 60991 w 72116"/>
                    <a:gd name="connsiteY5" fmla="*/ 157163 h 281475"/>
                    <a:gd name="connsiteX6" fmla="*/ 54815 w 72116"/>
                    <a:gd name="connsiteY6" fmla="*/ 171916 h 281475"/>
                    <a:gd name="connsiteX7" fmla="*/ 49258 w 72116"/>
                    <a:gd name="connsiteY7" fmla="*/ 206048 h 281475"/>
                    <a:gd name="connsiteX8" fmla="*/ 61959 w 72116"/>
                    <a:gd name="connsiteY8" fmla="*/ 253674 h 281475"/>
                    <a:gd name="connsiteX9" fmla="*/ 28622 w 72116"/>
                    <a:gd name="connsiteY9" fmla="*/ 281454 h 281475"/>
                    <a:gd name="connsiteX10" fmla="*/ 46 w 72116"/>
                    <a:gd name="connsiteY10" fmla="*/ 256054 h 281475"/>
                    <a:gd name="connsiteX11" fmla="*/ 21477 w 72116"/>
                    <a:gd name="connsiteY11" fmla="*/ 156041 h 281475"/>
                    <a:gd name="connsiteX0" fmla="*/ 25104 w 75743"/>
                    <a:gd name="connsiteY0" fmla="*/ 156041 h 281461"/>
                    <a:gd name="connsiteX1" fmla="*/ 28898 w 75743"/>
                    <a:gd name="connsiteY1" fmla="*/ 71438 h 281461"/>
                    <a:gd name="connsiteX2" fmla="*/ 43186 w 75743"/>
                    <a:gd name="connsiteY2" fmla="*/ 16669 h 281461"/>
                    <a:gd name="connsiteX3" fmla="*/ 74143 w 75743"/>
                    <a:gd name="connsiteY3" fmla="*/ 0 h 281461"/>
                    <a:gd name="connsiteX4" fmla="*/ 74142 w 75743"/>
                    <a:gd name="connsiteY4" fmla="*/ 38100 h 281461"/>
                    <a:gd name="connsiteX5" fmla="*/ 64618 w 75743"/>
                    <a:gd name="connsiteY5" fmla="*/ 157163 h 281461"/>
                    <a:gd name="connsiteX6" fmla="*/ 58442 w 75743"/>
                    <a:gd name="connsiteY6" fmla="*/ 171916 h 281461"/>
                    <a:gd name="connsiteX7" fmla="*/ 52885 w 75743"/>
                    <a:gd name="connsiteY7" fmla="*/ 206048 h 281461"/>
                    <a:gd name="connsiteX8" fmla="*/ 65586 w 75743"/>
                    <a:gd name="connsiteY8" fmla="*/ 253674 h 281461"/>
                    <a:gd name="connsiteX9" fmla="*/ 32249 w 75743"/>
                    <a:gd name="connsiteY9" fmla="*/ 281454 h 281461"/>
                    <a:gd name="connsiteX10" fmla="*/ 3673 w 75743"/>
                    <a:gd name="connsiteY10" fmla="*/ 256054 h 281461"/>
                    <a:gd name="connsiteX11" fmla="*/ 2705 w 75743"/>
                    <a:gd name="connsiteY11" fmla="*/ 216694 h 281461"/>
                    <a:gd name="connsiteX12" fmla="*/ 25104 w 75743"/>
                    <a:gd name="connsiteY12" fmla="*/ 156041 h 281461"/>
                    <a:gd name="connsiteX0" fmla="*/ 25104 w 75743"/>
                    <a:gd name="connsiteY0" fmla="*/ 156041 h 281461"/>
                    <a:gd name="connsiteX1" fmla="*/ 28898 w 75743"/>
                    <a:gd name="connsiteY1" fmla="*/ 71438 h 281461"/>
                    <a:gd name="connsiteX2" fmla="*/ 43186 w 75743"/>
                    <a:gd name="connsiteY2" fmla="*/ 16669 h 281461"/>
                    <a:gd name="connsiteX3" fmla="*/ 74143 w 75743"/>
                    <a:gd name="connsiteY3" fmla="*/ 0 h 281461"/>
                    <a:gd name="connsiteX4" fmla="*/ 74142 w 75743"/>
                    <a:gd name="connsiteY4" fmla="*/ 38100 h 281461"/>
                    <a:gd name="connsiteX5" fmla="*/ 64618 w 75743"/>
                    <a:gd name="connsiteY5" fmla="*/ 133351 h 281461"/>
                    <a:gd name="connsiteX6" fmla="*/ 58442 w 75743"/>
                    <a:gd name="connsiteY6" fmla="*/ 171916 h 281461"/>
                    <a:gd name="connsiteX7" fmla="*/ 52885 w 75743"/>
                    <a:gd name="connsiteY7" fmla="*/ 206048 h 281461"/>
                    <a:gd name="connsiteX8" fmla="*/ 65586 w 75743"/>
                    <a:gd name="connsiteY8" fmla="*/ 253674 h 281461"/>
                    <a:gd name="connsiteX9" fmla="*/ 32249 w 75743"/>
                    <a:gd name="connsiteY9" fmla="*/ 281454 h 281461"/>
                    <a:gd name="connsiteX10" fmla="*/ 3673 w 75743"/>
                    <a:gd name="connsiteY10" fmla="*/ 256054 h 281461"/>
                    <a:gd name="connsiteX11" fmla="*/ 2705 w 75743"/>
                    <a:gd name="connsiteY11" fmla="*/ 216694 h 281461"/>
                    <a:gd name="connsiteX12" fmla="*/ 25104 w 75743"/>
                    <a:gd name="connsiteY12" fmla="*/ 156041 h 281461"/>
                    <a:gd name="connsiteX0" fmla="*/ 25104 w 76637"/>
                    <a:gd name="connsiteY0" fmla="*/ 156041 h 281461"/>
                    <a:gd name="connsiteX1" fmla="*/ 28898 w 76637"/>
                    <a:gd name="connsiteY1" fmla="*/ 71438 h 281461"/>
                    <a:gd name="connsiteX2" fmla="*/ 43186 w 76637"/>
                    <a:gd name="connsiteY2" fmla="*/ 16669 h 281461"/>
                    <a:gd name="connsiteX3" fmla="*/ 74143 w 76637"/>
                    <a:gd name="connsiteY3" fmla="*/ 0 h 281461"/>
                    <a:gd name="connsiteX4" fmla="*/ 74142 w 76637"/>
                    <a:gd name="connsiteY4" fmla="*/ 38100 h 281461"/>
                    <a:gd name="connsiteX5" fmla="*/ 58442 w 76637"/>
                    <a:gd name="connsiteY5" fmla="*/ 171916 h 281461"/>
                    <a:gd name="connsiteX6" fmla="*/ 52885 w 76637"/>
                    <a:gd name="connsiteY6" fmla="*/ 206048 h 281461"/>
                    <a:gd name="connsiteX7" fmla="*/ 65586 w 76637"/>
                    <a:gd name="connsiteY7" fmla="*/ 253674 h 281461"/>
                    <a:gd name="connsiteX8" fmla="*/ 32249 w 76637"/>
                    <a:gd name="connsiteY8" fmla="*/ 281454 h 281461"/>
                    <a:gd name="connsiteX9" fmla="*/ 3673 w 76637"/>
                    <a:gd name="connsiteY9" fmla="*/ 256054 h 281461"/>
                    <a:gd name="connsiteX10" fmla="*/ 2705 w 76637"/>
                    <a:gd name="connsiteY10" fmla="*/ 216694 h 281461"/>
                    <a:gd name="connsiteX11" fmla="*/ 25104 w 76637"/>
                    <a:gd name="connsiteY11" fmla="*/ 156041 h 281461"/>
                    <a:gd name="connsiteX0" fmla="*/ 25104 w 85115"/>
                    <a:gd name="connsiteY0" fmla="*/ 156041 h 281461"/>
                    <a:gd name="connsiteX1" fmla="*/ 28898 w 85115"/>
                    <a:gd name="connsiteY1" fmla="*/ 71438 h 281461"/>
                    <a:gd name="connsiteX2" fmla="*/ 43186 w 85115"/>
                    <a:gd name="connsiteY2" fmla="*/ 16669 h 281461"/>
                    <a:gd name="connsiteX3" fmla="*/ 74143 w 85115"/>
                    <a:gd name="connsiteY3" fmla="*/ 0 h 281461"/>
                    <a:gd name="connsiteX4" fmla="*/ 84653 w 85115"/>
                    <a:gd name="connsiteY4" fmla="*/ 82872 h 281461"/>
                    <a:gd name="connsiteX5" fmla="*/ 58442 w 85115"/>
                    <a:gd name="connsiteY5" fmla="*/ 171916 h 281461"/>
                    <a:gd name="connsiteX6" fmla="*/ 52885 w 85115"/>
                    <a:gd name="connsiteY6" fmla="*/ 206048 h 281461"/>
                    <a:gd name="connsiteX7" fmla="*/ 65586 w 85115"/>
                    <a:gd name="connsiteY7" fmla="*/ 253674 h 281461"/>
                    <a:gd name="connsiteX8" fmla="*/ 32249 w 85115"/>
                    <a:gd name="connsiteY8" fmla="*/ 281454 h 281461"/>
                    <a:gd name="connsiteX9" fmla="*/ 3673 w 85115"/>
                    <a:gd name="connsiteY9" fmla="*/ 256054 h 281461"/>
                    <a:gd name="connsiteX10" fmla="*/ 2705 w 85115"/>
                    <a:gd name="connsiteY10" fmla="*/ 216694 h 281461"/>
                    <a:gd name="connsiteX11" fmla="*/ 25104 w 85115"/>
                    <a:gd name="connsiteY11" fmla="*/ 156041 h 281461"/>
                    <a:gd name="connsiteX0" fmla="*/ 25104 w 85526"/>
                    <a:gd name="connsiteY0" fmla="*/ 142600 h 268020"/>
                    <a:gd name="connsiteX1" fmla="*/ 28898 w 85526"/>
                    <a:gd name="connsiteY1" fmla="*/ 57997 h 268020"/>
                    <a:gd name="connsiteX2" fmla="*/ 43186 w 85526"/>
                    <a:gd name="connsiteY2" fmla="*/ 3228 h 268020"/>
                    <a:gd name="connsiteX3" fmla="*/ 79578 w 85526"/>
                    <a:gd name="connsiteY3" fmla="*/ 16186 h 268020"/>
                    <a:gd name="connsiteX4" fmla="*/ 84653 w 85526"/>
                    <a:gd name="connsiteY4" fmla="*/ 69431 h 268020"/>
                    <a:gd name="connsiteX5" fmla="*/ 58442 w 85526"/>
                    <a:gd name="connsiteY5" fmla="*/ 158475 h 268020"/>
                    <a:gd name="connsiteX6" fmla="*/ 52885 w 85526"/>
                    <a:gd name="connsiteY6" fmla="*/ 192607 h 268020"/>
                    <a:gd name="connsiteX7" fmla="*/ 65586 w 85526"/>
                    <a:gd name="connsiteY7" fmla="*/ 240233 h 268020"/>
                    <a:gd name="connsiteX8" fmla="*/ 32249 w 85526"/>
                    <a:gd name="connsiteY8" fmla="*/ 268013 h 268020"/>
                    <a:gd name="connsiteX9" fmla="*/ 3673 w 85526"/>
                    <a:gd name="connsiteY9" fmla="*/ 242613 h 268020"/>
                    <a:gd name="connsiteX10" fmla="*/ 2705 w 85526"/>
                    <a:gd name="connsiteY10" fmla="*/ 203253 h 268020"/>
                    <a:gd name="connsiteX11" fmla="*/ 25104 w 85526"/>
                    <a:gd name="connsiteY11" fmla="*/ 142600 h 268020"/>
                    <a:gd name="connsiteX0" fmla="*/ 25104 w 84845"/>
                    <a:gd name="connsiteY0" fmla="*/ 139441 h 264861"/>
                    <a:gd name="connsiteX1" fmla="*/ 28898 w 84845"/>
                    <a:gd name="connsiteY1" fmla="*/ 54838 h 264861"/>
                    <a:gd name="connsiteX2" fmla="*/ 43186 w 84845"/>
                    <a:gd name="connsiteY2" fmla="*/ 69 h 264861"/>
                    <a:gd name="connsiteX3" fmla="*/ 84653 w 84845"/>
                    <a:gd name="connsiteY3" fmla="*/ 66272 h 264861"/>
                    <a:gd name="connsiteX4" fmla="*/ 58442 w 84845"/>
                    <a:gd name="connsiteY4" fmla="*/ 155316 h 264861"/>
                    <a:gd name="connsiteX5" fmla="*/ 52885 w 84845"/>
                    <a:gd name="connsiteY5" fmla="*/ 189448 h 264861"/>
                    <a:gd name="connsiteX6" fmla="*/ 65586 w 84845"/>
                    <a:gd name="connsiteY6" fmla="*/ 237074 h 264861"/>
                    <a:gd name="connsiteX7" fmla="*/ 32249 w 84845"/>
                    <a:gd name="connsiteY7" fmla="*/ 264854 h 264861"/>
                    <a:gd name="connsiteX8" fmla="*/ 3673 w 84845"/>
                    <a:gd name="connsiteY8" fmla="*/ 239454 h 264861"/>
                    <a:gd name="connsiteX9" fmla="*/ 2705 w 84845"/>
                    <a:gd name="connsiteY9" fmla="*/ 200094 h 264861"/>
                    <a:gd name="connsiteX10" fmla="*/ 25104 w 84845"/>
                    <a:gd name="connsiteY10" fmla="*/ 139441 h 264861"/>
                    <a:gd name="connsiteX0" fmla="*/ 25104 w 86315"/>
                    <a:gd name="connsiteY0" fmla="*/ 144960 h 270380"/>
                    <a:gd name="connsiteX1" fmla="*/ 28898 w 86315"/>
                    <a:gd name="connsiteY1" fmla="*/ 60357 h 270380"/>
                    <a:gd name="connsiteX2" fmla="*/ 43186 w 86315"/>
                    <a:gd name="connsiteY2" fmla="*/ 5588 h 270380"/>
                    <a:gd name="connsiteX3" fmla="*/ 81842 w 86315"/>
                    <a:gd name="connsiteY3" fmla="*/ 6378 h 270380"/>
                    <a:gd name="connsiteX4" fmla="*/ 84653 w 86315"/>
                    <a:gd name="connsiteY4" fmla="*/ 71791 h 270380"/>
                    <a:gd name="connsiteX5" fmla="*/ 58442 w 86315"/>
                    <a:gd name="connsiteY5" fmla="*/ 160835 h 270380"/>
                    <a:gd name="connsiteX6" fmla="*/ 52885 w 86315"/>
                    <a:gd name="connsiteY6" fmla="*/ 194967 h 270380"/>
                    <a:gd name="connsiteX7" fmla="*/ 65586 w 86315"/>
                    <a:gd name="connsiteY7" fmla="*/ 242593 h 270380"/>
                    <a:gd name="connsiteX8" fmla="*/ 32249 w 86315"/>
                    <a:gd name="connsiteY8" fmla="*/ 270373 h 270380"/>
                    <a:gd name="connsiteX9" fmla="*/ 3673 w 86315"/>
                    <a:gd name="connsiteY9" fmla="*/ 244973 h 270380"/>
                    <a:gd name="connsiteX10" fmla="*/ 2705 w 86315"/>
                    <a:gd name="connsiteY10" fmla="*/ 205613 h 270380"/>
                    <a:gd name="connsiteX11" fmla="*/ 25104 w 86315"/>
                    <a:gd name="connsiteY11" fmla="*/ 144960 h 270380"/>
                    <a:gd name="connsiteX0" fmla="*/ 25104 w 86525"/>
                    <a:gd name="connsiteY0" fmla="*/ 144960 h 270380"/>
                    <a:gd name="connsiteX1" fmla="*/ 28898 w 86525"/>
                    <a:gd name="connsiteY1" fmla="*/ 60357 h 270380"/>
                    <a:gd name="connsiteX2" fmla="*/ 43186 w 86525"/>
                    <a:gd name="connsiteY2" fmla="*/ 5588 h 270380"/>
                    <a:gd name="connsiteX3" fmla="*/ 81842 w 86525"/>
                    <a:gd name="connsiteY3" fmla="*/ 6378 h 270380"/>
                    <a:gd name="connsiteX4" fmla="*/ 84653 w 86525"/>
                    <a:gd name="connsiteY4" fmla="*/ 71791 h 270380"/>
                    <a:gd name="connsiteX5" fmla="*/ 58783 w 86525"/>
                    <a:gd name="connsiteY5" fmla="*/ 118555 h 270380"/>
                    <a:gd name="connsiteX6" fmla="*/ 58442 w 86525"/>
                    <a:gd name="connsiteY6" fmla="*/ 160835 h 270380"/>
                    <a:gd name="connsiteX7" fmla="*/ 52885 w 86525"/>
                    <a:gd name="connsiteY7" fmla="*/ 194967 h 270380"/>
                    <a:gd name="connsiteX8" fmla="*/ 65586 w 86525"/>
                    <a:gd name="connsiteY8" fmla="*/ 242593 h 270380"/>
                    <a:gd name="connsiteX9" fmla="*/ 32249 w 86525"/>
                    <a:gd name="connsiteY9" fmla="*/ 270373 h 270380"/>
                    <a:gd name="connsiteX10" fmla="*/ 3673 w 86525"/>
                    <a:gd name="connsiteY10" fmla="*/ 244973 h 270380"/>
                    <a:gd name="connsiteX11" fmla="*/ 2705 w 86525"/>
                    <a:gd name="connsiteY11" fmla="*/ 205613 h 270380"/>
                    <a:gd name="connsiteX12" fmla="*/ 25104 w 86525"/>
                    <a:gd name="connsiteY12" fmla="*/ 144960 h 270380"/>
                    <a:gd name="connsiteX0" fmla="*/ 24795 w 86216"/>
                    <a:gd name="connsiteY0" fmla="*/ 144960 h 308100"/>
                    <a:gd name="connsiteX1" fmla="*/ 28589 w 86216"/>
                    <a:gd name="connsiteY1" fmla="*/ 60357 h 308100"/>
                    <a:gd name="connsiteX2" fmla="*/ 42877 w 86216"/>
                    <a:gd name="connsiteY2" fmla="*/ 5588 h 308100"/>
                    <a:gd name="connsiteX3" fmla="*/ 81533 w 86216"/>
                    <a:gd name="connsiteY3" fmla="*/ 6378 h 308100"/>
                    <a:gd name="connsiteX4" fmla="*/ 84344 w 86216"/>
                    <a:gd name="connsiteY4" fmla="*/ 71791 h 308100"/>
                    <a:gd name="connsiteX5" fmla="*/ 58474 w 86216"/>
                    <a:gd name="connsiteY5" fmla="*/ 118555 h 308100"/>
                    <a:gd name="connsiteX6" fmla="*/ 58133 w 86216"/>
                    <a:gd name="connsiteY6" fmla="*/ 160835 h 308100"/>
                    <a:gd name="connsiteX7" fmla="*/ 52576 w 86216"/>
                    <a:gd name="connsiteY7" fmla="*/ 194967 h 308100"/>
                    <a:gd name="connsiteX8" fmla="*/ 65277 w 86216"/>
                    <a:gd name="connsiteY8" fmla="*/ 242593 h 308100"/>
                    <a:gd name="connsiteX9" fmla="*/ 26611 w 86216"/>
                    <a:gd name="connsiteY9" fmla="*/ 308098 h 308100"/>
                    <a:gd name="connsiteX10" fmla="*/ 3364 w 86216"/>
                    <a:gd name="connsiteY10" fmla="*/ 244973 h 308100"/>
                    <a:gd name="connsiteX11" fmla="*/ 2396 w 86216"/>
                    <a:gd name="connsiteY11" fmla="*/ 205613 h 308100"/>
                    <a:gd name="connsiteX12" fmla="*/ 24795 w 86216"/>
                    <a:gd name="connsiteY12" fmla="*/ 144960 h 308100"/>
                    <a:gd name="connsiteX0" fmla="*/ 24795 w 86216"/>
                    <a:gd name="connsiteY0" fmla="*/ 144960 h 308098"/>
                    <a:gd name="connsiteX1" fmla="*/ 28589 w 86216"/>
                    <a:gd name="connsiteY1" fmla="*/ 60357 h 308098"/>
                    <a:gd name="connsiteX2" fmla="*/ 42877 w 86216"/>
                    <a:gd name="connsiteY2" fmla="*/ 5588 h 308098"/>
                    <a:gd name="connsiteX3" fmla="*/ 81533 w 86216"/>
                    <a:gd name="connsiteY3" fmla="*/ 6378 h 308098"/>
                    <a:gd name="connsiteX4" fmla="*/ 84344 w 86216"/>
                    <a:gd name="connsiteY4" fmla="*/ 71791 h 308098"/>
                    <a:gd name="connsiteX5" fmla="*/ 58474 w 86216"/>
                    <a:gd name="connsiteY5" fmla="*/ 118555 h 308098"/>
                    <a:gd name="connsiteX6" fmla="*/ 58133 w 86216"/>
                    <a:gd name="connsiteY6" fmla="*/ 160835 h 308098"/>
                    <a:gd name="connsiteX7" fmla="*/ 52576 w 86216"/>
                    <a:gd name="connsiteY7" fmla="*/ 194967 h 308098"/>
                    <a:gd name="connsiteX8" fmla="*/ 57872 w 86216"/>
                    <a:gd name="connsiteY8" fmla="*/ 243952 h 308098"/>
                    <a:gd name="connsiteX9" fmla="*/ 26611 w 86216"/>
                    <a:gd name="connsiteY9" fmla="*/ 308098 h 308098"/>
                    <a:gd name="connsiteX10" fmla="*/ 3364 w 86216"/>
                    <a:gd name="connsiteY10" fmla="*/ 244973 h 308098"/>
                    <a:gd name="connsiteX11" fmla="*/ 2396 w 86216"/>
                    <a:gd name="connsiteY11" fmla="*/ 205613 h 308098"/>
                    <a:gd name="connsiteX12" fmla="*/ 24795 w 86216"/>
                    <a:gd name="connsiteY12" fmla="*/ 144960 h 308098"/>
                    <a:gd name="connsiteX0" fmla="*/ 26818 w 88239"/>
                    <a:gd name="connsiteY0" fmla="*/ 144960 h 249984"/>
                    <a:gd name="connsiteX1" fmla="*/ 30612 w 88239"/>
                    <a:gd name="connsiteY1" fmla="*/ 60357 h 249984"/>
                    <a:gd name="connsiteX2" fmla="*/ 44900 w 88239"/>
                    <a:gd name="connsiteY2" fmla="*/ 5588 h 249984"/>
                    <a:gd name="connsiteX3" fmla="*/ 83556 w 88239"/>
                    <a:gd name="connsiteY3" fmla="*/ 6378 h 249984"/>
                    <a:gd name="connsiteX4" fmla="*/ 86367 w 88239"/>
                    <a:gd name="connsiteY4" fmla="*/ 71791 h 249984"/>
                    <a:gd name="connsiteX5" fmla="*/ 60497 w 88239"/>
                    <a:gd name="connsiteY5" fmla="*/ 118555 h 249984"/>
                    <a:gd name="connsiteX6" fmla="*/ 60156 w 88239"/>
                    <a:gd name="connsiteY6" fmla="*/ 160835 h 249984"/>
                    <a:gd name="connsiteX7" fmla="*/ 54599 w 88239"/>
                    <a:gd name="connsiteY7" fmla="*/ 194967 h 249984"/>
                    <a:gd name="connsiteX8" fmla="*/ 59895 w 88239"/>
                    <a:gd name="connsiteY8" fmla="*/ 243952 h 249984"/>
                    <a:gd name="connsiteX9" fmla="*/ 5387 w 88239"/>
                    <a:gd name="connsiteY9" fmla="*/ 244973 h 249984"/>
                    <a:gd name="connsiteX10" fmla="*/ 4419 w 88239"/>
                    <a:gd name="connsiteY10" fmla="*/ 205613 h 249984"/>
                    <a:gd name="connsiteX11" fmla="*/ 26818 w 88239"/>
                    <a:gd name="connsiteY11" fmla="*/ 144960 h 249984"/>
                    <a:gd name="connsiteX0" fmla="*/ 24729 w 86150"/>
                    <a:gd name="connsiteY0" fmla="*/ 144960 h 301469"/>
                    <a:gd name="connsiteX1" fmla="*/ 28523 w 86150"/>
                    <a:gd name="connsiteY1" fmla="*/ 60357 h 301469"/>
                    <a:gd name="connsiteX2" fmla="*/ 42811 w 86150"/>
                    <a:gd name="connsiteY2" fmla="*/ 5588 h 301469"/>
                    <a:gd name="connsiteX3" fmla="*/ 81467 w 86150"/>
                    <a:gd name="connsiteY3" fmla="*/ 6378 h 301469"/>
                    <a:gd name="connsiteX4" fmla="*/ 84278 w 86150"/>
                    <a:gd name="connsiteY4" fmla="*/ 71791 h 301469"/>
                    <a:gd name="connsiteX5" fmla="*/ 58408 w 86150"/>
                    <a:gd name="connsiteY5" fmla="*/ 118555 h 301469"/>
                    <a:gd name="connsiteX6" fmla="*/ 58067 w 86150"/>
                    <a:gd name="connsiteY6" fmla="*/ 160835 h 301469"/>
                    <a:gd name="connsiteX7" fmla="*/ 52510 w 86150"/>
                    <a:gd name="connsiteY7" fmla="*/ 194967 h 301469"/>
                    <a:gd name="connsiteX8" fmla="*/ 57806 w 86150"/>
                    <a:gd name="connsiteY8" fmla="*/ 243952 h 301469"/>
                    <a:gd name="connsiteX9" fmla="*/ 25357 w 86150"/>
                    <a:gd name="connsiteY9" fmla="*/ 301469 h 301469"/>
                    <a:gd name="connsiteX10" fmla="*/ 3298 w 86150"/>
                    <a:gd name="connsiteY10" fmla="*/ 244973 h 301469"/>
                    <a:gd name="connsiteX11" fmla="*/ 2330 w 86150"/>
                    <a:gd name="connsiteY11" fmla="*/ 205613 h 301469"/>
                    <a:gd name="connsiteX12" fmla="*/ 24729 w 86150"/>
                    <a:gd name="connsiteY12" fmla="*/ 144960 h 301469"/>
                    <a:gd name="connsiteX0" fmla="*/ 24729 w 86150"/>
                    <a:gd name="connsiteY0" fmla="*/ 144960 h 301469"/>
                    <a:gd name="connsiteX1" fmla="*/ 28523 w 86150"/>
                    <a:gd name="connsiteY1" fmla="*/ 60357 h 301469"/>
                    <a:gd name="connsiteX2" fmla="*/ 42811 w 86150"/>
                    <a:gd name="connsiteY2" fmla="*/ 5588 h 301469"/>
                    <a:gd name="connsiteX3" fmla="*/ 81467 w 86150"/>
                    <a:gd name="connsiteY3" fmla="*/ 6378 h 301469"/>
                    <a:gd name="connsiteX4" fmla="*/ 84278 w 86150"/>
                    <a:gd name="connsiteY4" fmla="*/ 71791 h 301469"/>
                    <a:gd name="connsiteX5" fmla="*/ 58408 w 86150"/>
                    <a:gd name="connsiteY5" fmla="*/ 118555 h 301469"/>
                    <a:gd name="connsiteX6" fmla="*/ 58067 w 86150"/>
                    <a:gd name="connsiteY6" fmla="*/ 160835 h 301469"/>
                    <a:gd name="connsiteX7" fmla="*/ 52510 w 86150"/>
                    <a:gd name="connsiteY7" fmla="*/ 194967 h 301469"/>
                    <a:gd name="connsiteX8" fmla="*/ 57806 w 86150"/>
                    <a:gd name="connsiteY8" fmla="*/ 243952 h 301469"/>
                    <a:gd name="connsiteX9" fmla="*/ 25357 w 86150"/>
                    <a:gd name="connsiteY9" fmla="*/ 301469 h 301469"/>
                    <a:gd name="connsiteX10" fmla="*/ 3298 w 86150"/>
                    <a:gd name="connsiteY10" fmla="*/ 244973 h 301469"/>
                    <a:gd name="connsiteX11" fmla="*/ 2330 w 86150"/>
                    <a:gd name="connsiteY11" fmla="*/ 205613 h 301469"/>
                    <a:gd name="connsiteX12" fmla="*/ 24729 w 86150"/>
                    <a:gd name="connsiteY12" fmla="*/ 144960 h 301469"/>
                    <a:gd name="connsiteX0" fmla="*/ 28612 w 90033"/>
                    <a:gd name="connsiteY0" fmla="*/ 144960 h 297805"/>
                    <a:gd name="connsiteX1" fmla="*/ 32406 w 90033"/>
                    <a:gd name="connsiteY1" fmla="*/ 60357 h 297805"/>
                    <a:gd name="connsiteX2" fmla="*/ 46694 w 90033"/>
                    <a:gd name="connsiteY2" fmla="*/ 5588 h 297805"/>
                    <a:gd name="connsiteX3" fmla="*/ 85350 w 90033"/>
                    <a:gd name="connsiteY3" fmla="*/ 6378 h 297805"/>
                    <a:gd name="connsiteX4" fmla="*/ 88161 w 90033"/>
                    <a:gd name="connsiteY4" fmla="*/ 71791 h 297805"/>
                    <a:gd name="connsiteX5" fmla="*/ 62291 w 90033"/>
                    <a:gd name="connsiteY5" fmla="*/ 118555 h 297805"/>
                    <a:gd name="connsiteX6" fmla="*/ 61950 w 90033"/>
                    <a:gd name="connsiteY6" fmla="*/ 160835 h 297805"/>
                    <a:gd name="connsiteX7" fmla="*/ 56393 w 90033"/>
                    <a:gd name="connsiteY7" fmla="*/ 194967 h 297805"/>
                    <a:gd name="connsiteX8" fmla="*/ 61689 w 90033"/>
                    <a:gd name="connsiteY8" fmla="*/ 243952 h 297805"/>
                    <a:gd name="connsiteX9" fmla="*/ 3304 w 90033"/>
                    <a:gd name="connsiteY9" fmla="*/ 297805 h 297805"/>
                    <a:gd name="connsiteX10" fmla="*/ 7181 w 90033"/>
                    <a:gd name="connsiteY10" fmla="*/ 244973 h 297805"/>
                    <a:gd name="connsiteX11" fmla="*/ 6213 w 90033"/>
                    <a:gd name="connsiteY11" fmla="*/ 205613 h 297805"/>
                    <a:gd name="connsiteX12" fmla="*/ 28612 w 90033"/>
                    <a:gd name="connsiteY12" fmla="*/ 144960 h 297805"/>
                    <a:gd name="connsiteX0" fmla="*/ 24998 w 86419"/>
                    <a:gd name="connsiteY0" fmla="*/ 144960 h 302135"/>
                    <a:gd name="connsiteX1" fmla="*/ 28792 w 86419"/>
                    <a:gd name="connsiteY1" fmla="*/ 60357 h 302135"/>
                    <a:gd name="connsiteX2" fmla="*/ 43080 w 86419"/>
                    <a:gd name="connsiteY2" fmla="*/ 5588 h 302135"/>
                    <a:gd name="connsiteX3" fmla="*/ 81736 w 86419"/>
                    <a:gd name="connsiteY3" fmla="*/ 6378 h 302135"/>
                    <a:gd name="connsiteX4" fmla="*/ 84547 w 86419"/>
                    <a:gd name="connsiteY4" fmla="*/ 71791 h 302135"/>
                    <a:gd name="connsiteX5" fmla="*/ 58677 w 86419"/>
                    <a:gd name="connsiteY5" fmla="*/ 118555 h 302135"/>
                    <a:gd name="connsiteX6" fmla="*/ 58336 w 86419"/>
                    <a:gd name="connsiteY6" fmla="*/ 160835 h 302135"/>
                    <a:gd name="connsiteX7" fmla="*/ 52779 w 86419"/>
                    <a:gd name="connsiteY7" fmla="*/ 194967 h 302135"/>
                    <a:gd name="connsiteX8" fmla="*/ 58075 w 86419"/>
                    <a:gd name="connsiteY8" fmla="*/ 243952 h 302135"/>
                    <a:gd name="connsiteX9" fmla="*/ 30342 w 86419"/>
                    <a:gd name="connsiteY9" fmla="*/ 302135 h 302135"/>
                    <a:gd name="connsiteX10" fmla="*/ 3567 w 86419"/>
                    <a:gd name="connsiteY10" fmla="*/ 244973 h 302135"/>
                    <a:gd name="connsiteX11" fmla="*/ 2599 w 86419"/>
                    <a:gd name="connsiteY11" fmla="*/ 205613 h 302135"/>
                    <a:gd name="connsiteX12" fmla="*/ 24998 w 86419"/>
                    <a:gd name="connsiteY12" fmla="*/ 144960 h 302135"/>
                    <a:gd name="connsiteX0" fmla="*/ 35123 w 96544"/>
                    <a:gd name="connsiteY0" fmla="*/ 144960 h 349678"/>
                    <a:gd name="connsiteX1" fmla="*/ 38917 w 96544"/>
                    <a:gd name="connsiteY1" fmla="*/ 60357 h 349678"/>
                    <a:gd name="connsiteX2" fmla="*/ 53205 w 96544"/>
                    <a:gd name="connsiteY2" fmla="*/ 5588 h 349678"/>
                    <a:gd name="connsiteX3" fmla="*/ 91861 w 96544"/>
                    <a:gd name="connsiteY3" fmla="*/ 6378 h 349678"/>
                    <a:gd name="connsiteX4" fmla="*/ 94672 w 96544"/>
                    <a:gd name="connsiteY4" fmla="*/ 71791 h 349678"/>
                    <a:gd name="connsiteX5" fmla="*/ 68802 w 96544"/>
                    <a:gd name="connsiteY5" fmla="*/ 118555 h 349678"/>
                    <a:gd name="connsiteX6" fmla="*/ 68461 w 96544"/>
                    <a:gd name="connsiteY6" fmla="*/ 160835 h 349678"/>
                    <a:gd name="connsiteX7" fmla="*/ 62904 w 96544"/>
                    <a:gd name="connsiteY7" fmla="*/ 194967 h 349678"/>
                    <a:gd name="connsiteX8" fmla="*/ 68200 w 96544"/>
                    <a:gd name="connsiteY8" fmla="*/ 243952 h 349678"/>
                    <a:gd name="connsiteX9" fmla="*/ 2488 w 96544"/>
                    <a:gd name="connsiteY9" fmla="*/ 349678 h 349678"/>
                    <a:gd name="connsiteX10" fmla="*/ 13692 w 96544"/>
                    <a:gd name="connsiteY10" fmla="*/ 244973 h 349678"/>
                    <a:gd name="connsiteX11" fmla="*/ 12724 w 96544"/>
                    <a:gd name="connsiteY11" fmla="*/ 205613 h 349678"/>
                    <a:gd name="connsiteX12" fmla="*/ 35123 w 96544"/>
                    <a:gd name="connsiteY12" fmla="*/ 144960 h 349678"/>
                    <a:gd name="connsiteX0" fmla="*/ 26010 w 87431"/>
                    <a:gd name="connsiteY0" fmla="*/ 144960 h 359696"/>
                    <a:gd name="connsiteX1" fmla="*/ 29804 w 87431"/>
                    <a:gd name="connsiteY1" fmla="*/ 60357 h 359696"/>
                    <a:gd name="connsiteX2" fmla="*/ 44092 w 87431"/>
                    <a:gd name="connsiteY2" fmla="*/ 5588 h 359696"/>
                    <a:gd name="connsiteX3" fmla="*/ 82748 w 87431"/>
                    <a:gd name="connsiteY3" fmla="*/ 6378 h 359696"/>
                    <a:gd name="connsiteX4" fmla="*/ 85559 w 87431"/>
                    <a:gd name="connsiteY4" fmla="*/ 71791 h 359696"/>
                    <a:gd name="connsiteX5" fmla="*/ 59689 w 87431"/>
                    <a:gd name="connsiteY5" fmla="*/ 118555 h 359696"/>
                    <a:gd name="connsiteX6" fmla="*/ 59348 w 87431"/>
                    <a:gd name="connsiteY6" fmla="*/ 160835 h 359696"/>
                    <a:gd name="connsiteX7" fmla="*/ 53791 w 87431"/>
                    <a:gd name="connsiteY7" fmla="*/ 194967 h 359696"/>
                    <a:gd name="connsiteX8" fmla="*/ 59087 w 87431"/>
                    <a:gd name="connsiteY8" fmla="*/ 243952 h 359696"/>
                    <a:gd name="connsiteX9" fmla="*/ 47273 w 87431"/>
                    <a:gd name="connsiteY9" fmla="*/ 359696 h 359696"/>
                    <a:gd name="connsiteX10" fmla="*/ 4579 w 87431"/>
                    <a:gd name="connsiteY10" fmla="*/ 244973 h 359696"/>
                    <a:gd name="connsiteX11" fmla="*/ 3611 w 87431"/>
                    <a:gd name="connsiteY11" fmla="*/ 205613 h 359696"/>
                    <a:gd name="connsiteX12" fmla="*/ 26010 w 87431"/>
                    <a:gd name="connsiteY12" fmla="*/ 144960 h 359696"/>
                    <a:gd name="connsiteX0" fmla="*/ 26818 w 88239"/>
                    <a:gd name="connsiteY0" fmla="*/ 144960 h 249984"/>
                    <a:gd name="connsiteX1" fmla="*/ 30612 w 88239"/>
                    <a:gd name="connsiteY1" fmla="*/ 60357 h 249984"/>
                    <a:gd name="connsiteX2" fmla="*/ 44900 w 88239"/>
                    <a:gd name="connsiteY2" fmla="*/ 5588 h 249984"/>
                    <a:gd name="connsiteX3" fmla="*/ 83556 w 88239"/>
                    <a:gd name="connsiteY3" fmla="*/ 6378 h 249984"/>
                    <a:gd name="connsiteX4" fmla="*/ 86367 w 88239"/>
                    <a:gd name="connsiteY4" fmla="*/ 71791 h 249984"/>
                    <a:gd name="connsiteX5" fmla="*/ 60497 w 88239"/>
                    <a:gd name="connsiteY5" fmla="*/ 118555 h 249984"/>
                    <a:gd name="connsiteX6" fmla="*/ 60156 w 88239"/>
                    <a:gd name="connsiteY6" fmla="*/ 160835 h 249984"/>
                    <a:gd name="connsiteX7" fmla="*/ 54599 w 88239"/>
                    <a:gd name="connsiteY7" fmla="*/ 194967 h 249984"/>
                    <a:gd name="connsiteX8" fmla="*/ 59895 w 88239"/>
                    <a:gd name="connsiteY8" fmla="*/ 243952 h 249984"/>
                    <a:gd name="connsiteX9" fmla="*/ 5387 w 88239"/>
                    <a:gd name="connsiteY9" fmla="*/ 244973 h 249984"/>
                    <a:gd name="connsiteX10" fmla="*/ 4419 w 88239"/>
                    <a:gd name="connsiteY10" fmla="*/ 205613 h 249984"/>
                    <a:gd name="connsiteX11" fmla="*/ 26818 w 88239"/>
                    <a:gd name="connsiteY11" fmla="*/ 144960 h 249984"/>
                    <a:gd name="connsiteX0" fmla="*/ 26239 w 87660"/>
                    <a:gd name="connsiteY0" fmla="*/ 144960 h 247003"/>
                    <a:gd name="connsiteX1" fmla="*/ 30033 w 87660"/>
                    <a:gd name="connsiteY1" fmla="*/ 60357 h 247003"/>
                    <a:gd name="connsiteX2" fmla="*/ 44321 w 87660"/>
                    <a:gd name="connsiteY2" fmla="*/ 5588 h 247003"/>
                    <a:gd name="connsiteX3" fmla="*/ 82977 w 87660"/>
                    <a:gd name="connsiteY3" fmla="*/ 6378 h 247003"/>
                    <a:gd name="connsiteX4" fmla="*/ 85788 w 87660"/>
                    <a:gd name="connsiteY4" fmla="*/ 71791 h 247003"/>
                    <a:gd name="connsiteX5" fmla="*/ 59918 w 87660"/>
                    <a:gd name="connsiteY5" fmla="*/ 118555 h 247003"/>
                    <a:gd name="connsiteX6" fmla="*/ 59577 w 87660"/>
                    <a:gd name="connsiteY6" fmla="*/ 160835 h 247003"/>
                    <a:gd name="connsiteX7" fmla="*/ 54020 w 87660"/>
                    <a:gd name="connsiteY7" fmla="*/ 194967 h 247003"/>
                    <a:gd name="connsiteX8" fmla="*/ 50884 w 87660"/>
                    <a:gd name="connsiteY8" fmla="*/ 236490 h 247003"/>
                    <a:gd name="connsiteX9" fmla="*/ 4808 w 87660"/>
                    <a:gd name="connsiteY9" fmla="*/ 244973 h 247003"/>
                    <a:gd name="connsiteX10" fmla="*/ 3840 w 87660"/>
                    <a:gd name="connsiteY10" fmla="*/ 205613 h 247003"/>
                    <a:gd name="connsiteX11" fmla="*/ 26239 w 87660"/>
                    <a:gd name="connsiteY11" fmla="*/ 144960 h 247003"/>
                    <a:gd name="connsiteX0" fmla="*/ 26239 w 87660"/>
                    <a:gd name="connsiteY0" fmla="*/ 155237 h 257280"/>
                    <a:gd name="connsiteX1" fmla="*/ 30033 w 87660"/>
                    <a:gd name="connsiteY1" fmla="*/ 70634 h 257280"/>
                    <a:gd name="connsiteX2" fmla="*/ 46652 w 87660"/>
                    <a:gd name="connsiteY2" fmla="*/ 1213 h 257280"/>
                    <a:gd name="connsiteX3" fmla="*/ 82977 w 87660"/>
                    <a:gd name="connsiteY3" fmla="*/ 16655 h 257280"/>
                    <a:gd name="connsiteX4" fmla="*/ 85788 w 87660"/>
                    <a:gd name="connsiteY4" fmla="*/ 82068 h 257280"/>
                    <a:gd name="connsiteX5" fmla="*/ 59918 w 87660"/>
                    <a:gd name="connsiteY5" fmla="*/ 128832 h 257280"/>
                    <a:gd name="connsiteX6" fmla="*/ 59577 w 87660"/>
                    <a:gd name="connsiteY6" fmla="*/ 171112 h 257280"/>
                    <a:gd name="connsiteX7" fmla="*/ 54020 w 87660"/>
                    <a:gd name="connsiteY7" fmla="*/ 205244 h 257280"/>
                    <a:gd name="connsiteX8" fmla="*/ 50884 w 87660"/>
                    <a:gd name="connsiteY8" fmla="*/ 246767 h 257280"/>
                    <a:gd name="connsiteX9" fmla="*/ 4808 w 87660"/>
                    <a:gd name="connsiteY9" fmla="*/ 255250 h 257280"/>
                    <a:gd name="connsiteX10" fmla="*/ 3840 w 87660"/>
                    <a:gd name="connsiteY10" fmla="*/ 215890 h 257280"/>
                    <a:gd name="connsiteX11" fmla="*/ 26239 w 87660"/>
                    <a:gd name="connsiteY11" fmla="*/ 155237 h 25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60" h="257280">
                      <a:moveTo>
                        <a:pt x="26239" y="155237"/>
                      </a:moveTo>
                      <a:lnTo>
                        <a:pt x="30033" y="70634"/>
                      </a:lnTo>
                      <a:cubicBezTo>
                        <a:pt x="34237" y="52168"/>
                        <a:pt x="37359" y="-693"/>
                        <a:pt x="46652" y="1213"/>
                      </a:cubicBezTo>
                      <a:cubicBezTo>
                        <a:pt x="52845" y="-3345"/>
                        <a:pt x="76066" y="5621"/>
                        <a:pt x="82977" y="16655"/>
                      </a:cubicBezTo>
                      <a:cubicBezTo>
                        <a:pt x="89888" y="27689"/>
                        <a:pt x="87611" y="63487"/>
                        <a:pt x="85788" y="82068"/>
                      </a:cubicBezTo>
                      <a:cubicBezTo>
                        <a:pt x="83965" y="100649"/>
                        <a:pt x="64286" y="113991"/>
                        <a:pt x="59918" y="128832"/>
                      </a:cubicBezTo>
                      <a:cubicBezTo>
                        <a:pt x="55550" y="143673"/>
                        <a:pt x="60560" y="158377"/>
                        <a:pt x="59577" y="171112"/>
                      </a:cubicBezTo>
                      <a:cubicBezTo>
                        <a:pt x="58594" y="183847"/>
                        <a:pt x="55469" y="192635"/>
                        <a:pt x="54020" y="205244"/>
                      </a:cubicBezTo>
                      <a:cubicBezTo>
                        <a:pt x="52571" y="217853"/>
                        <a:pt x="59086" y="238433"/>
                        <a:pt x="50884" y="246767"/>
                      </a:cubicBezTo>
                      <a:cubicBezTo>
                        <a:pt x="42682" y="255101"/>
                        <a:pt x="12649" y="260396"/>
                        <a:pt x="4808" y="255250"/>
                      </a:cubicBezTo>
                      <a:cubicBezTo>
                        <a:pt x="-3033" y="250104"/>
                        <a:pt x="268" y="232559"/>
                        <a:pt x="3840" y="215890"/>
                      </a:cubicBezTo>
                      <a:cubicBezTo>
                        <a:pt x="7412" y="199221"/>
                        <a:pt x="23064" y="181034"/>
                        <a:pt x="26239" y="155237"/>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pic>
        <p:nvPicPr>
          <p:cNvPr id="13" name="Graphic 12" descr="Cursor with solid fill">
            <a:extLst>
              <a:ext uri="{FF2B5EF4-FFF2-40B4-BE49-F238E27FC236}">
                <a16:creationId xmlns:a16="http://schemas.microsoft.com/office/drawing/2014/main" id="{16F1A776-27BF-3C90-624C-B54177151B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90329" y="3494810"/>
            <a:ext cx="274320" cy="274320"/>
          </a:xfrm>
          <a:prstGeom prst="rect">
            <a:avLst/>
          </a:prstGeom>
        </p:spPr>
      </p:pic>
      <p:grpSp>
        <p:nvGrpSpPr>
          <p:cNvPr id="17" name="Imcomplete/ failed abortion">
            <a:extLst>
              <a:ext uri="{FF2B5EF4-FFF2-40B4-BE49-F238E27FC236}">
                <a16:creationId xmlns:a16="http://schemas.microsoft.com/office/drawing/2014/main" id="{7E63564B-F6E6-78CC-EB28-6CB837326683}"/>
              </a:ext>
            </a:extLst>
          </p:cNvPr>
          <p:cNvGrpSpPr/>
          <p:nvPr/>
        </p:nvGrpSpPr>
        <p:grpSpPr>
          <a:xfrm>
            <a:off x="7423446" y="1759001"/>
            <a:ext cx="1949278" cy="1940957"/>
            <a:chOff x="7704742" y="1876769"/>
            <a:chExt cx="1949278" cy="1940957"/>
          </a:xfrm>
        </p:grpSpPr>
        <p:sp>
          <p:nvSpPr>
            <p:cNvPr id="16" name="question 3">
              <a:extLst>
                <a:ext uri="{FF2B5EF4-FFF2-40B4-BE49-F238E27FC236}">
                  <a16:creationId xmlns:a16="http://schemas.microsoft.com/office/drawing/2014/main" id="{7AC9C10C-DDD3-FA93-A5F1-B71509F4625B}"/>
                </a:ext>
              </a:extLst>
            </p:cNvPr>
            <p:cNvSpPr txBox="1"/>
            <p:nvPr/>
          </p:nvSpPr>
          <p:spPr>
            <a:xfrm>
              <a:off x="7704742" y="1876769"/>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65" name="TextBox 64">
              <a:extLst>
                <a:ext uri="{FF2B5EF4-FFF2-40B4-BE49-F238E27FC236}">
                  <a16:creationId xmlns:a16="http://schemas.microsoft.com/office/drawing/2014/main" id="{3DC5E697-E784-989F-1106-4257D81E16C8}"/>
                </a:ext>
              </a:extLst>
            </p:cNvPr>
            <p:cNvSpPr txBox="1"/>
            <p:nvPr/>
          </p:nvSpPr>
          <p:spPr>
            <a:xfrm>
              <a:off x="7737664" y="3071170"/>
              <a:ext cx="18661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Incomplete/failed abortion</a:t>
              </a:r>
            </a:p>
          </p:txBody>
        </p:sp>
        <p:pic>
          <p:nvPicPr>
            <p:cNvPr id="14" name="Picture 13" descr="Graphical user interface, application&#10;&#10;Description automatically generated">
              <a:extLst>
                <a:ext uri="{FF2B5EF4-FFF2-40B4-BE49-F238E27FC236}">
                  <a16:creationId xmlns:a16="http://schemas.microsoft.com/office/drawing/2014/main" id="{BBA28D7D-E2C5-F8EB-C28E-7F01C447C152}"/>
                </a:ext>
              </a:extLst>
            </p:cNvPr>
            <p:cNvPicPr>
              <a:picLocks noChangeAspect="1"/>
            </p:cNvPicPr>
            <p:nvPr/>
          </p:nvPicPr>
          <p:blipFill rotWithShape="1">
            <a:blip r:embed="rId13">
              <a:extLst>
                <a:ext uri="{28A0092B-C50C-407E-A947-70E740481C1C}">
                  <a14:useLocalDpi xmlns:a14="http://schemas.microsoft.com/office/drawing/2010/main" val="0"/>
                </a:ext>
              </a:extLst>
            </a:blip>
            <a:srcRect l="68690" t="12547" r="16850" b="67511"/>
            <a:stretch/>
          </p:blipFill>
          <p:spPr>
            <a:xfrm>
              <a:off x="7962909" y="1918972"/>
              <a:ext cx="1432231" cy="1382692"/>
            </a:xfrm>
            <a:prstGeom prst="rect">
              <a:avLst/>
            </a:prstGeom>
          </p:spPr>
        </p:pic>
      </p:grpSp>
      <p:pic>
        <p:nvPicPr>
          <p:cNvPr id="19" name="Graphic 18" descr="Cursor with solid fill">
            <a:extLst>
              <a:ext uri="{FF2B5EF4-FFF2-40B4-BE49-F238E27FC236}">
                <a16:creationId xmlns:a16="http://schemas.microsoft.com/office/drawing/2014/main" id="{CE0E473C-FA83-B8DE-BF76-4FE89A79805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0534" y="3483604"/>
            <a:ext cx="274320" cy="274320"/>
          </a:xfrm>
          <a:prstGeom prst="rect">
            <a:avLst/>
          </a:prstGeom>
        </p:spPr>
      </p:pic>
      <p:sp>
        <p:nvSpPr>
          <p:cNvPr id="66" name="TextBox 65">
            <a:extLst>
              <a:ext uri="{FF2B5EF4-FFF2-40B4-BE49-F238E27FC236}">
                <a16:creationId xmlns:a16="http://schemas.microsoft.com/office/drawing/2014/main" id="{A0AF41A1-86D5-4691-AAEB-0B1C3EA7C9A2}"/>
              </a:ext>
            </a:extLst>
          </p:cNvPr>
          <p:cNvSpPr txBox="1"/>
          <p:nvPr/>
        </p:nvSpPr>
        <p:spPr>
          <a:xfrm>
            <a:off x="8498628" y="4111692"/>
            <a:ext cx="2554887" cy="2031325"/>
          </a:xfrm>
          <a:prstGeom prst="rect">
            <a:avLst/>
          </a:prstGeom>
          <a:noFill/>
        </p:spPr>
        <p:txBody>
          <a:bodyPr wrap="square" rtlCol="0">
            <a:spAutoFit/>
          </a:bodyPr>
          <a:lstStyle/>
          <a:p>
            <a:pPr algn="ctr"/>
            <a:r>
              <a:rPr lang="en-US" u="sng" dirty="0"/>
              <a:t>Intrauterine infection (1.2%)</a:t>
            </a:r>
          </a:p>
          <a:p>
            <a:pPr algn="ctr"/>
            <a:r>
              <a:rPr lang="en-US" dirty="0"/>
              <a:t>Seek emergency care if…</a:t>
            </a:r>
          </a:p>
          <a:p>
            <a:pPr marL="109538" indent="-109538">
              <a:buFont typeface="Arial" panose="020B0604020202020204" pitchFamily="34" charset="0"/>
              <a:buChar char="•"/>
            </a:pPr>
            <a:r>
              <a:rPr lang="en-US" dirty="0"/>
              <a:t>Prolonged pelvic pain</a:t>
            </a:r>
          </a:p>
          <a:p>
            <a:pPr marL="109538" indent="-109538">
              <a:buFont typeface="Arial" panose="020B0604020202020204" pitchFamily="34" charset="0"/>
              <a:buChar char="•"/>
            </a:pPr>
            <a:r>
              <a:rPr lang="en-US" dirty="0"/>
              <a:t>Abnormal vaginal discharge</a:t>
            </a:r>
          </a:p>
          <a:p>
            <a:pPr marL="109538" indent="-109538">
              <a:buFont typeface="Arial" panose="020B0604020202020204" pitchFamily="34" charset="0"/>
              <a:buChar char="•"/>
            </a:pPr>
            <a:r>
              <a:rPr lang="en-US" dirty="0"/>
              <a:t>Fevers/chills &gt;24h</a:t>
            </a:r>
          </a:p>
        </p:txBody>
      </p:sp>
      <p:grpSp>
        <p:nvGrpSpPr>
          <p:cNvPr id="3" name="Intrauterine infection">
            <a:extLst>
              <a:ext uri="{FF2B5EF4-FFF2-40B4-BE49-F238E27FC236}">
                <a16:creationId xmlns:a16="http://schemas.microsoft.com/office/drawing/2014/main" id="{9E7BDC3E-52DD-7272-D1EB-8D17B7CD298F}"/>
              </a:ext>
            </a:extLst>
          </p:cNvPr>
          <p:cNvGrpSpPr/>
          <p:nvPr/>
        </p:nvGrpSpPr>
        <p:grpSpPr>
          <a:xfrm>
            <a:off x="8721749" y="4153667"/>
            <a:ext cx="1949278" cy="1986221"/>
            <a:chOff x="7704742" y="1831505"/>
            <a:chExt cx="1949278" cy="1986221"/>
          </a:xfrm>
        </p:grpSpPr>
        <p:sp>
          <p:nvSpPr>
            <p:cNvPr id="9" name="question 3">
              <a:extLst>
                <a:ext uri="{FF2B5EF4-FFF2-40B4-BE49-F238E27FC236}">
                  <a16:creationId xmlns:a16="http://schemas.microsoft.com/office/drawing/2014/main" id="{525D2DB0-472E-5726-16A1-81829FC7AD81}"/>
                </a:ext>
              </a:extLst>
            </p:cNvPr>
            <p:cNvSpPr txBox="1"/>
            <p:nvPr/>
          </p:nvSpPr>
          <p:spPr>
            <a:xfrm>
              <a:off x="7704742" y="1876769"/>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29" name="TextBox 28">
              <a:extLst>
                <a:ext uri="{FF2B5EF4-FFF2-40B4-BE49-F238E27FC236}">
                  <a16:creationId xmlns:a16="http://schemas.microsoft.com/office/drawing/2014/main" id="{D1E49F23-9586-AACA-C6E9-5CED2EC2257F}"/>
                </a:ext>
              </a:extLst>
            </p:cNvPr>
            <p:cNvSpPr txBox="1"/>
            <p:nvPr/>
          </p:nvSpPr>
          <p:spPr>
            <a:xfrm>
              <a:off x="7737664" y="3071170"/>
              <a:ext cx="186618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Intrauterine infection</a:t>
              </a:r>
            </a:p>
          </p:txBody>
        </p:sp>
        <p:pic>
          <p:nvPicPr>
            <p:cNvPr id="31" name="Picture 30" descr="Graphical user interface, application&#10;&#10;Description automatically generated">
              <a:extLst>
                <a:ext uri="{FF2B5EF4-FFF2-40B4-BE49-F238E27FC236}">
                  <a16:creationId xmlns:a16="http://schemas.microsoft.com/office/drawing/2014/main" id="{2AB62D6A-0463-8C32-C143-A13FF1DE6DD2}"/>
                </a:ext>
              </a:extLst>
            </p:cNvPr>
            <p:cNvPicPr>
              <a:picLocks noChangeAspect="1"/>
            </p:cNvPicPr>
            <p:nvPr/>
          </p:nvPicPr>
          <p:blipFill rotWithShape="1">
            <a:blip r:embed="rId13">
              <a:extLst>
                <a:ext uri="{28A0092B-C50C-407E-A947-70E740481C1C}">
                  <a14:useLocalDpi xmlns:a14="http://schemas.microsoft.com/office/drawing/2010/main" val="0"/>
                </a:ext>
              </a:extLst>
            </a:blip>
            <a:srcRect l="67577" t="31511" r="17963" b="48547"/>
            <a:stretch/>
          </p:blipFill>
          <p:spPr>
            <a:xfrm>
              <a:off x="7963265" y="1831505"/>
              <a:ext cx="1432231" cy="1382692"/>
            </a:xfrm>
            <a:prstGeom prst="rect">
              <a:avLst/>
            </a:prstGeom>
          </p:spPr>
        </p:pic>
      </p:grpSp>
      <p:pic>
        <p:nvPicPr>
          <p:cNvPr id="32" name="Graphic 31" descr="Cursor with solid fill">
            <a:extLst>
              <a:ext uri="{FF2B5EF4-FFF2-40B4-BE49-F238E27FC236}">
                <a16:creationId xmlns:a16="http://schemas.microsoft.com/office/drawing/2014/main" id="{41D9D35C-71F8-37DA-37C1-0337ABBCA07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83693" y="5902503"/>
            <a:ext cx="274320" cy="274320"/>
          </a:xfrm>
          <a:prstGeom prst="rect">
            <a:avLst/>
          </a:prstGeom>
        </p:spPr>
      </p:pic>
      <p:sp>
        <p:nvSpPr>
          <p:cNvPr id="36" name="TextBox 35">
            <a:extLst>
              <a:ext uri="{FF2B5EF4-FFF2-40B4-BE49-F238E27FC236}">
                <a16:creationId xmlns:a16="http://schemas.microsoft.com/office/drawing/2014/main" id="{FC8AD2B7-9037-803A-B7E2-B661AB978F42}"/>
              </a:ext>
            </a:extLst>
          </p:cNvPr>
          <p:cNvSpPr txBox="1"/>
          <p:nvPr/>
        </p:nvSpPr>
        <p:spPr>
          <a:xfrm>
            <a:off x="3149079" y="2010602"/>
            <a:ext cx="2314238" cy="1477328"/>
          </a:xfrm>
          <a:prstGeom prst="rect">
            <a:avLst/>
          </a:prstGeom>
          <a:noFill/>
        </p:spPr>
        <p:txBody>
          <a:bodyPr wrap="square" rtlCol="0">
            <a:spAutoFit/>
          </a:bodyPr>
          <a:lstStyle/>
          <a:p>
            <a:pPr algn="ctr"/>
            <a:r>
              <a:rPr lang="en-US" u="sng" dirty="0"/>
              <a:t>Cramping/Bleeding</a:t>
            </a:r>
          </a:p>
          <a:p>
            <a:pPr algn="ctr"/>
            <a:r>
              <a:rPr lang="en-US" dirty="0"/>
              <a:t>Heavier/more painful than period, starting 2-4h after misoprostol, lasting ~1h</a:t>
            </a:r>
          </a:p>
        </p:txBody>
      </p:sp>
      <p:sp>
        <p:nvSpPr>
          <p:cNvPr id="37" name="TextBox 36">
            <a:extLst>
              <a:ext uri="{FF2B5EF4-FFF2-40B4-BE49-F238E27FC236}">
                <a16:creationId xmlns:a16="http://schemas.microsoft.com/office/drawing/2014/main" id="{61A970C2-5A03-2352-6538-F0BE96688541}"/>
              </a:ext>
            </a:extLst>
          </p:cNvPr>
          <p:cNvSpPr txBox="1"/>
          <p:nvPr/>
        </p:nvSpPr>
        <p:spPr>
          <a:xfrm>
            <a:off x="4453108" y="4493704"/>
            <a:ext cx="2105572" cy="1200329"/>
          </a:xfrm>
          <a:prstGeom prst="rect">
            <a:avLst/>
          </a:prstGeom>
          <a:noFill/>
        </p:spPr>
        <p:txBody>
          <a:bodyPr wrap="square" rtlCol="0">
            <a:spAutoFit/>
          </a:bodyPr>
          <a:lstStyle/>
          <a:p>
            <a:pPr algn="ctr"/>
            <a:r>
              <a:rPr lang="en-US" u="sng" dirty="0"/>
              <a:t>GI symptoms (30-40%)</a:t>
            </a:r>
          </a:p>
          <a:p>
            <a:pPr algn="ctr"/>
            <a:r>
              <a:rPr lang="en-US" dirty="0"/>
              <a:t>Nausea, vomiting, and diarrhea</a:t>
            </a:r>
          </a:p>
        </p:txBody>
      </p:sp>
      <p:sp>
        <p:nvSpPr>
          <p:cNvPr id="39" name="TextBox 38">
            <a:extLst>
              <a:ext uri="{FF2B5EF4-FFF2-40B4-BE49-F238E27FC236}">
                <a16:creationId xmlns:a16="http://schemas.microsoft.com/office/drawing/2014/main" id="{CCAE2196-5AD2-9F00-6091-041B0CDE9B20}"/>
              </a:ext>
            </a:extLst>
          </p:cNvPr>
          <p:cNvSpPr txBox="1"/>
          <p:nvPr/>
        </p:nvSpPr>
        <p:spPr>
          <a:xfrm>
            <a:off x="2261179" y="4316236"/>
            <a:ext cx="1878610" cy="1754326"/>
          </a:xfrm>
          <a:prstGeom prst="rect">
            <a:avLst/>
          </a:prstGeom>
          <a:noFill/>
        </p:spPr>
        <p:txBody>
          <a:bodyPr wrap="square" rtlCol="0">
            <a:spAutoFit/>
          </a:bodyPr>
          <a:lstStyle/>
          <a:p>
            <a:pPr algn="ctr"/>
            <a:r>
              <a:rPr lang="en-US" u="sng" dirty="0"/>
              <a:t>Fevers/ malaise</a:t>
            </a:r>
          </a:p>
          <a:p>
            <a:pPr marL="174625" indent="-174625">
              <a:buFont typeface="Arial" panose="020B0604020202020204" pitchFamily="34" charset="0"/>
              <a:buChar char="•"/>
            </a:pPr>
            <a:r>
              <a:rPr lang="en-US" dirty="0"/>
              <a:t>Fevers, chills and flushing (32-69%)</a:t>
            </a:r>
          </a:p>
          <a:p>
            <a:pPr marL="174625" indent="-174625">
              <a:buFont typeface="Arial" panose="020B0604020202020204" pitchFamily="34" charset="0"/>
              <a:buChar char="•"/>
            </a:pPr>
            <a:r>
              <a:rPr lang="en-US" dirty="0"/>
              <a:t>Constitutional symptoms</a:t>
            </a:r>
          </a:p>
        </p:txBody>
      </p:sp>
      <p:grpSp>
        <p:nvGrpSpPr>
          <p:cNvPr id="24" name="Cramping/bleeding icon">
            <a:extLst>
              <a:ext uri="{FF2B5EF4-FFF2-40B4-BE49-F238E27FC236}">
                <a16:creationId xmlns:a16="http://schemas.microsoft.com/office/drawing/2014/main" id="{7877D338-47DE-E7DF-4D2D-9796AA9D3258}"/>
              </a:ext>
            </a:extLst>
          </p:cNvPr>
          <p:cNvGrpSpPr/>
          <p:nvPr/>
        </p:nvGrpSpPr>
        <p:grpSpPr>
          <a:xfrm>
            <a:off x="3302403" y="1744369"/>
            <a:ext cx="1978434" cy="1940957"/>
            <a:chOff x="10034402" y="3397241"/>
            <a:chExt cx="1978434" cy="1940957"/>
          </a:xfrm>
        </p:grpSpPr>
        <p:sp>
          <p:nvSpPr>
            <p:cNvPr id="27" name="question 3">
              <a:extLst>
                <a:ext uri="{FF2B5EF4-FFF2-40B4-BE49-F238E27FC236}">
                  <a16:creationId xmlns:a16="http://schemas.microsoft.com/office/drawing/2014/main" id="{1085F039-DBA4-15BF-DF53-92FE133E7235}"/>
                </a:ext>
              </a:extLst>
            </p:cNvPr>
            <p:cNvSpPr txBox="1"/>
            <p:nvPr/>
          </p:nvSpPr>
          <p:spPr>
            <a:xfrm>
              <a:off x="10063558" y="3397241"/>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grpSp>
          <p:nvGrpSpPr>
            <p:cNvPr id="28" name="Group 27">
              <a:extLst>
                <a:ext uri="{FF2B5EF4-FFF2-40B4-BE49-F238E27FC236}">
                  <a16:creationId xmlns:a16="http://schemas.microsoft.com/office/drawing/2014/main" id="{C9C0886A-CC41-E978-BF8A-4A840FDE6740}"/>
                </a:ext>
              </a:extLst>
            </p:cNvPr>
            <p:cNvGrpSpPr/>
            <p:nvPr/>
          </p:nvGrpSpPr>
          <p:grpSpPr>
            <a:xfrm>
              <a:off x="10034402" y="3476341"/>
              <a:ext cx="1952446" cy="1812030"/>
              <a:chOff x="10034402" y="3476341"/>
              <a:chExt cx="1952446" cy="1812030"/>
            </a:xfrm>
          </p:grpSpPr>
          <p:sp>
            <p:nvSpPr>
              <p:cNvPr id="34" name="TextBox 33">
                <a:extLst>
                  <a:ext uri="{FF2B5EF4-FFF2-40B4-BE49-F238E27FC236}">
                    <a16:creationId xmlns:a16="http://schemas.microsoft.com/office/drawing/2014/main" id="{A8DC1B87-8699-C38F-D8C2-D41932588634}"/>
                  </a:ext>
                </a:extLst>
              </p:cNvPr>
              <p:cNvSpPr txBox="1"/>
              <p:nvPr/>
            </p:nvSpPr>
            <p:spPr>
              <a:xfrm>
                <a:off x="10034402" y="4642040"/>
                <a:ext cx="19524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cs typeface="Arial"/>
                  </a:rPr>
                  <a:t>Cramping/ bleeding​</a:t>
                </a:r>
                <a:endParaRPr lang="en-US" dirty="0"/>
              </a:p>
            </p:txBody>
          </p:sp>
          <p:grpSp>
            <p:nvGrpSpPr>
              <p:cNvPr id="35" name="Group 34">
                <a:extLst>
                  <a:ext uri="{FF2B5EF4-FFF2-40B4-BE49-F238E27FC236}">
                    <a16:creationId xmlns:a16="http://schemas.microsoft.com/office/drawing/2014/main" id="{2E66C455-FF72-CE54-EE99-E8C37B72FE2E}"/>
                  </a:ext>
                </a:extLst>
              </p:cNvPr>
              <p:cNvGrpSpPr/>
              <p:nvPr/>
            </p:nvGrpSpPr>
            <p:grpSpPr>
              <a:xfrm>
                <a:off x="10289445" y="3476341"/>
                <a:ext cx="1509625" cy="1257063"/>
                <a:chOff x="10289445" y="3476341"/>
                <a:chExt cx="1509625" cy="1257063"/>
              </a:xfrm>
            </p:grpSpPr>
            <p:pic>
              <p:nvPicPr>
                <p:cNvPr id="40" name="Picture 39" descr="Graphical user interface, application&#10;&#10;Description automatically generated">
                  <a:extLst>
                    <a:ext uri="{FF2B5EF4-FFF2-40B4-BE49-F238E27FC236}">
                      <a16:creationId xmlns:a16="http://schemas.microsoft.com/office/drawing/2014/main" id="{79DDA473-39A7-A48C-7EFA-2CB69B304AD5}"/>
                    </a:ext>
                  </a:extLst>
                </p:cNvPr>
                <p:cNvPicPr>
                  <a:picLocks noChangeAspect="1"/>
                </p:cNvPicPr>
                <p:nvPr/>
              </p:nvPicPr>
              <p:blipFill rotWithShape="1">
                <a:blip r:embed="rId13">
                  <a:extLst>
                    <a:ext uri="{28A0092B-C50C-407E-A947-70E740481C1C}">
                      <a14:useLocalDpi xmlns:a14="http://schemas.microsoft.com/office/drawing/2010/main" val="0"/>
                    </a:ext>
                  </a:extLst>
                </a:blip>
                <a:srcRect l="32241" t="70451" r="44772" b="2203"/>
                <a:stretch/>
              </p:blipFill>
              <p:spPr>
                <a:xfrm>
                  <a:off x="10289445" y="3476341"/>
                  <a:ext cx="1509625" cy="1257063"/>
                </a:xfrm>
                <a:prstGeom prst="rect">
                  <a:avLst/>
                </a:prstGeom>
              </p:spPr>
            </p:pic>
            <p:sp>
              <p:nvSpPr>
                <p:cNvPr id="55" name="Freeform: Shape 54">
                  <a:extLst>
                    <a:ext uri="{FF2B5EF4-FFF2-40B4-BE49-F238E27FC236}">
                      <a16:creationId xmlns:a16="http://schemas.microsoft.com/office/drawing/2014/main" id="{F016857D-5705-5DD0-112E-7F002584241A}"/>
                    </a:ext>
                  </a:extLst>
                </p:cNvPr>
                <p:cNvSpPr/>
                <p:nvPr/>
              </p:nvSpPr>
              <p:spPr>
                <a:xfrm>
                  <a:off x="10835176" y="3684015"/>
                  <a:ext cx="346388" cy="229215"/>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4"/>
                    <a:gd name="connsiteY0" fmla="*/ 605 h 229215"/>
                    <a:gd name="connsiteX1" fmla="*/ 148910 w 345804"/>
                    <a:gd name="connsiteY1" fmla="*/ 21242 h 229215"/>
                    <a:gd name="connsiteX2" fmla="*/ 231460 w 345804"/>
                    <a:gd name="connsiteY2" fmla="*/ 19655 h 229215"/>
                    <a:gd name="connsiteX3" fmla="*/ 345760 w 345804"/>
                    <a:gd name="connsiteY3" fmla="*/ 6955 h 229215"/>
                    <a:gd name="connsiteX4" fmla="*/ 244160 w 345804"/>
                    <a:gd name="connsiteY4" fmla="*/ 70455 h 229215"/>
                    <a:gd name="connsiteX5" fmla="*/ 167960 w 345804"/>
                    <a:gd name="connsiteY5" fmla="*/ 76805 h 229215"/>
                    <a:gd name="connsiteX6" fmla="*/ 178278 w 345804"/>
                    <a:gd name="connsiteY6" fmla="*/ 153799 h 229215"/>
                    <a:gd name="connsiteX7" fmla="*/ 190979 w 345804"/>
                    <a:gd name="connsiteY7" fmla="*/ 201425 h 229215"/>
                    <a:gd name="connsiteX8" fmla="*/ 157642 w 345804"/>
                    <a:gd name="connsiteY8" fmla="*/ 229205 h 229215"/>
                    <a:gd name="connsiteX9" fmla="*/ 129066 w 345804"/>
                    <a:gd name="connsiteY9" fmla="*/ 203805 h 229215"/>
                    <a:gd name="connsiteX10" fmla="*/ 131447 w 345804"/>
                    <a:gd name="connsiteY10" fmla="*/ 137130 h 229215"/>
                    <a:gd name="connsiteX11" fmla="*/ 129066 w 345804"/>
                    <a:gd name="connsiteY11" fmla="*/ 98236 h 229215"/>
                    <a:gd name="connsiteX12" fmla="*/ 117160 w 345804"/>
                    <a:gd name="connsiteY12" fmla="*/ 70455 h 229215"/>
                    <a:gd name="connsiteX13" fmla="*/ 58423 w 345804"/>
                    <a:gd name="connsiteY13" fmla="*/ 48230 h 229215"/>
                    <a:gd name="connsiteX14" fmla="*/ 2860 w 345804"/>
                    <a:gd name="connsiteY14" fmla="*/ 605 h 229215"/>
                    <a:gd name="connsiteX0" fmla="*/ 2860 w 345784"/>
                    <a:gd name="connsiteY0" fmla="*/ 605 h 229215"/>
                    <a:gd name="connsiteX1" fmla="*/ 148910 w 345784"/>
                    <a:gd name="connsiteY1" fmla="*/ 21242 h 229215"/>
                    <a:gd name="connsiteX2" fmla="*/ 231460 w 345784"/>
                    <a:gd name="connsiteY2" fmla="*/ 19655 h 229215"/>
                    <a:gd name="connsiteX3" fmla="*/ 345760 w 345784"/>
                    <a:gd name="connsiteY3" fmla="*/ 6955 h 229215"/>
                    <a:gd name="connsiteX4" fmla="*/ 240985 w 345784"/>
                    <a:gd name="connsiteY4" fmla="*/ 124430 h 229215"/>
                    <a:gd name="connsiteX5" fmla="*/ 167960 w 345784"/>
                    <a:gd name="connsiteY5" fmla="*/ 76805 h 229215"/>
                    <a:gd name="connsiteX6" fmla="*/ 178278 w 345784"/>
                    <a:gd name="connsiteY6" fmla="*/ 153799 h 229215"/>
                    <a:gd name="connsiteX7" fmla="*/ 190979 w 345784"/>
                    <a:gd name="connsiteY7" fmla="*/ 201425 h 229215"/>
                    <a:gd name="connsiteX8" fmla="*/ 157642 w 345784"/>
                    <a:gd name="connsiteY8" fmla="*/ 229205 h 229215"/>
                    <a:gd name="connsiteX9" fmla="*/ 129066 w 345784"/>
                    <a:gd name="connsiteY9" fmla="*/ 203805 h 229215"/>
                    <a:gd name="connsiteX10" fmla="*/ 131447 w 345784"/>
                    <a:gd name="connsiteY10" fmla="*/ 137130 h 229215"/>
                    <a:gd name="connsiteX11" fmla="*/ 129066 w 345784"/>
                    <a:gd name="connsiteY11" fmla="*/ 98236 h 229215"/>
                    <a:gd name="connsiteX12" fmla="*/ 117160 w 345784"/>
                    <a:gd name="connsiteY12" fmla="*/ 70455 h 229215"/>
                    <a:gd name="connsiteX13" fmla="*/ 58423 w 345784"/>
                    <a:gd name="connsiteY13" fmla="*/ 48230 h 229215"/>
                    <a:gd name="connsiteX14" fmla="*/ 2860 w 345784"/>
                    <a:gd name="connsiteY14" fmla="*/ 605 h 229215"/>
                    <a:gd name="connsiteX0" fmla="*/ 2860 w 345781"/>
                    <a:gd name="connsiteY0" fmla="*/ 605 h 229215"/>
                    <a:gd name="connsiteX1" fmla="*/ 148910 w 345781"/>
                    <a:gd name="connsiteY1" fmla="*/ 21242 h 229215"/>
                    <a:gd name="connsiteX2" fmla="*/ 231460 w 345781"/>
                    <a:gd name="connsiteY2" fmla="*/ 19655 h 229215"/>
                    <a:gd name="connsiteX3" fmla="*/ 345760 w 345781"/>
                    <a:gd name="connsiteY3" fmla="*/ 6955 h 229215"/>
                    <a:gd name="connsiteX4" fmla="*/ 240985 w 345781"/>
                    <a:gd name="connsiteY4" fmla="*/ 124430 h 229215"/>
                    <a:gd name="connsiteX5" fmla="*/ 239223 w 345781"/>
                    <a:gd name="connsiteY5" fmla="*/ 68835 h 229215"/>
                    <a:gd name="connsiteX6" fmla="*/ 167960 w 345781"/>
                    <a:gd name="connsiteY6" fmla="*/ 76805 h 229215"/>
                    <a:gd name="connsiteX7" fmla="*/ 178278 w 345781"/>
                    <a:gd name="connsiteY7" fmla="*/ 153799 h 229215"/>
                    <a:gd name="connsiteX8" fmla="*/ 190979 w 345781"/>
                    <a:gd name="connsiteY8" fmla="*/ 201425 h 229215"/>
                    <a:gd name="connsiteX9" fmla="*/ 157642 w 345781"/>
                    <a:gd name="connsiteY9" fmla="*/ 229205 h 229215"/>
                    <a:gd name="connsiteX10" fmla="*/ 129066 w 345781"/>
                    <a:gd name="connsiteY10" fmla="*/ 203805 h 229215"/>
                    <a:gd name="connsiteX11" fmla="*/ 131447 w 345781"/>
                    <a:gd name="connsiteY11" fmla="*/ 137130 h 229215"/>
                    <a:gd name="connsiteX12" fmla="*/ 129066 w 345781"/>
                    <a:gd name="connsiteY12" fmla="*/ 98236 h 229215"/>
                    <a:gd name="connsiteX13" fmla="*/ 117160 w 345781"/>
                    <a:gd name="connsiteY13" fmla="*/ 70455 h 229215"/>
                    <a:gd name="connsiteX14" fmla="*/ 58423 w 345781"/>
                    <a:gd name="connsiteY14" fmla="*/ 48230 h 229215"/>
                    <a:gd name="connsiteX15" fmla="*/ 2860 w 345781"/>
                    <a:gd name="connsiteY15" fmla="*/ 605 h 229215"/>
                    <a:gd name="connsiteX0" fmla="*/ 2860 w 346712"/>
                    <a:gd name="connsiteY0" fmla="*/ 605 h 229215"/>
                    <a:gd name="connsiteX1" fmla="*/ 148910 w 346712"/>
                    <a:gd name="connsiteY1" fmla="*/ 21242 h 229215"/>
                    <a:gd name="connsiteX2" fmla="*/ 231460 w 346712"/>
                    <a:gd name="connsiteY2" fmla="*/ 19655 h 229215"/>
                    <a:gd name="connsiteX3" fmla="*/ 345760 w 346712"/>
                    <a:gd name="connsiteY3" fmla="*/ 6955 h 229215"/>
                    <a:gd name="connsiteX4" fmla="*/ 283674 w 346712"/>
                    <a:gd name="connsiteY4" fmla="*/ 122810 h 229215"/>
                    <a:gd name="connsiteX5" fmla="*/ 240985 w 346712"/>
                    <a:gd name="connsiteY5" fmla="*/ 124430 h 229215"/>
                    <a:gd name="connsiteX6" fmla="*/ 239223 w 346712"/>
                    <a:gd name="connsiteY6" fmla="*/ 68835 h 229215"/>
                    <a:gd name="connsiteX7" fmla="*/ 167960 w 346712"/>
                    <a:gd name="connsiteY7" fmla="*/ 76805 h 229215"/>
                    <a:gd name="connsiteX8" fmla="*/ 178278 w 346712"/>
                    <a:gd name="connsiteY8" fmla="*/ 153799 h 229215"/>
                    <a:gd name="connsiteX9" fmla="*/ 190979 w 346712"/>
                    <a:gd name="connsiteY9" fmla="*/ 201425 h 229215"/>
                    <a:gd name="connsiteX10" fmla="*/ 157642 w 346712"/>
                    <a:gd name="connsiteY10" fmla="*/ 229205 h 229215"/>
                    <a:gd name="connsiteX11" fmla="*/ 129066 w 346712"/>
                    <a:gd name="connsiteY11" fmla="*/ 203805 h 229215"/>
                    <a:gd name="connsiteX12" fmla="*/ 131447 w 346712"/>
                    <a:gd name="connsiteY12" fmla="*/ 137130 h 229215"/>
                    <a:gd name="connsiteX13" fmla="*/ 129066 w 346712"/>
                    <a:gd name="connsiteY13" fmla="*/ 98236 h 229215"/>
                    <a:gd name="connsiteX14" fmla="*/ 117160 w 346712"/>
                    <a:gd name="connsiteY14" fmla="*/ 70455 h 229215"/>
                    <a:gd name="connsiteX15" fmla="*/ 58423 w 346712"/>
                    <a:gd name="connsiteY15" fmla="*/ 48230 h 229215"/>
                    <a:gd name="connsiteX16" fmla="*/ 2860 w 346712"/>
                    <a:gd name="connsiteY16" fmla="*/ 605 h 229215"/>
                    <a:gd name="connsiteX0" fmla="*/ 2860 w 347508"/>
                    <a:gd name="connsiteY0" fmla="*/ 605 h 229215"/>
                    <a:gd name="connsiteX1" fmla="*/ 148910 w 347508"/>
                    <a:gd name="connsiteY1" fmla="*/ 21242 h 229215"/>
                    <a:gd name="connsiteX2" fmla="*/ 231460 w 347508"/>
                    <a:gd name="connsiteY2" fmla="*/ 19655 h 229215"/>
                    <a:gd name="connsiteX3" fmla="*/ 345760 w 347508"/>
                    <a:gd name="connsiteY3" fmla="*/ 6955 h 229215"/>
                    <a:gd name="connsiteX4" fmla="*/ 299548 w 347508"/>
                    <a:gd name="connsiteY4" fmla="*/ 56135 h 229215"/>
                    <a:gd name="connsiteX5" fmla="*/ 283674 w 347508"/>
                    <a:gd name="connsiteY5" fmla="*/ 122810 h 229215"/>
                    <a:gd name="connsiteX6" fmla="*/ 240985 w 347508"/>
                    <a:gd name="connsiteY6" fmla="*/ 124430 h 229215"/>
                    <a:gd name="connsiteX7" fmla="*/ 239223 w 347508"/>
                    <a:gd name="connsiteY7" fmla="*/ 68835 h 229215"/>
                    <a:gd name="connsiteX8" fmla="*/ 167960 w 347508"/>
                    <a:gd name="connsiteY8" fmla="*/ 76805 h 229215"/>
                    <a:gd name="connsiteX9" fmla="*/ 178278 w 347508"/>
                    <a:gd name="connsiteY9" fmla="*/ 153799 h 229215"/>
                    <a:gd name="connsiteX10" fmla="*/ 190979 w 347508"/>
                    <a:gd name="connsiteY10" fmla="*/ 201425 h 229215"/>
                    <a:gd name="connsiteX11" fmla="*/ 157642 w 347508"/>
                    <a:gd name="connsiteY11" fmla="*/ 229205 h 229215"/>
                    <a:gd name="connsiteX12" fmla="*/ 129066 w 347508"/>
                    <a:gd name="connsiteY12" fmla="*/ 203805 h 229215"/>
                    <a:gd name="connsiteX13" fmla="*/ 131447 w 347508"/>
                    <a:gd name="connsiteY13" fmla="*/ 137130 h 229215"/>
                    <a:gd name="connsiteX14" fmla="*/ 129066 w 347508"/>
                    <a:gd name="connsiteY14" fmla="*/ 98236 h 229215"/>
                    <a:gd name="connsiteX15" fmla="*/ 117160 w 347508"/>
                    <a:gd name="connsiteY15" fmla="*/ 70455 h 229215"/>
                    <a:gd name="connsiteX16" fmla="*/ 58423 w 347508"/>
                    <a:gd name="connsiteY16" fmla="*/ 48230 h 229215"/>
                    <a:gd name="connsiteX17" fmla="*/ 2860 w 347508"/>
                    <a:gd name="connsiteY17" fmla="*/ 605 h 229215"/>
                    <a:gd name="connsiteX0" fmla="*/ 2860 w 346613"/>
                    <a:gd name="connsiteY0" fmla="*/ 605 h 229215"/>
                    <a:gd name="connsiteX1" fmla="*/ 148910 w 346613"/>
                    <a:gd name="connsiteY1" fmla="*/ 21242 h 229215"/>
                    <a:gd name="connsiteX2" fmla="*/ 231460 w 346613"/>
                    <a:gd name="connsiteY2" fmla="*/ 19655 h 229215"/>
                    <a:gd name="connsiteX3" fmla="*/ 345760 w 346613"/>
                    <a:gd name="connsiteY3" fmla="*/ 6955 h 229215"/>
                    <a:gd name="connsiteX4" fmla="*/ 283673 w 346613"/>
                    <a:gd name="connsiteY4" fmla="*/ 46610 h 229215"/>
                    <a:gd name="connsiteX5" fmla="*/ 283674 w 346613"/>
                    <a:gd name="connsiteY5" fmla="*/ 122810 h 229215"/>
                    <a:gd name="connsiteX6" fmla="*/ 240985 w 346613"/>
                    <a:gd name="connsiteY6" fmla="*/ 124430 h 229215"/>
                    <a:gd name="connsiteX7" fmla="*/ 239223 w 346613"/>
                    <a:gd name="connsiteY7" fmla="*/ 68835 h 229215"/>
                    <a:gd name="connsiteX8" fmla="*/ 167960 w 346613"/>
                    <a:gd name="connsiteY8" fmla="*/ 76805 h 229215"/>
                    <a:gd name="connsiteX9" fmla="*/ 178278 w 346613"/>
                    <a:gd name="connsiteY9" fmla="*/ 153799 h 229215"/>
                    <a:gd name="connsiteX10" fmla="*/ 190979 w 346613"/>
                    <a:gd name="connsiteY10" fmla="*/ 201425 h 229215"/>
                    <a:gd name="connsiteX11" fmla="*/ 157642 w 346613"/>
                    <a:gd name="connsiteY11" fmla="*/ 229205 h 229215"/>
                    <a:gd name="connsiteX12" fmla="*/ 129066 w 346613"/>
                    <a:gd name="connsiteY12" fmla="*/ 203805 h 229215"/>
                    <a:gd name="connsiteX13" fmla="*/ 131447 w 346613"/>
                    <a:gd name="connsiteY13" fmla="*/ 137130 h 229215"/>
                    <a:gd name="connsiteX14" fmla="*/ 129066 w 346613"/>
                    <a:gd name="connsiteY14" fmla="*/ 98236 h 229215"/>
                    <a:gd name="connsiteX15" fmla="*/ 117160 w 346613"/>
                    <a:gd name="connsiteY15" fmla="*/ 70455 h 229215"/>
                    <a:gd name="connsiteX16" fmla="*/ 58423 w 346613"/>
                    <a:gd name="connsiteY16" fmla="*/ 48230 h 229215"/>
                    <a:gd name="connsiteX17" fmla="*/ 2860 w 346613"/>
                    <a:gd name="connsiteY17" fmla="*/ 605 h 229215"/>
                    <a:gd name="connsiteX0" fmla="*/ 2860 w 346376"/>
                    <a:gd name="connsiteY0" fmla="*/ 605 h 229215"/>
                    <a:gd name="connsiteX1" fmla="*/ 148910 w 346376"/>
                    <a:gd name="connsiteY1" fmla="*/ 21242 h 229215"/>
                    <a:gd name="connsiteX2" fmla="*/ 231460 w 346376"/>
                    <a:gd name="connsiteY2" fmla="*/ 19655 h 229215"/>
                    <a:gd name="connsiteX3" fmla="*/ 345760 w 346376"/>
                    <a:gd name="connsiteY3" fmla="*/ 6955 h 229215"/>
                    <a:gd name="connsiteX4" fmla="*/ 277323 w 346376"/>
                    <a:gd name="connsiteY4" fmla="*/ 37085 h 229215"/>
                    <a:gd name="connsiteX5" fmla="*/ 283674 w 346376"/>
                    <a:gd name="connsiteY5" fmla="*/ 122810 h 229215"/>
                    <a:gd name="connsiteX6" fmla="*/ 240985 w 346376"/>
                    <a:gd name="connsiteY6" fmla="*/ 124430 h 229215"/>
                    <a:gd name="connsiteX7" fmla="*/ 239223 w 346376"/>
                    <a:gd name="connsiteY7" fmla="*/ 68835 h 229215"/>
                    <a:gd name="connsiteX8" fmla="*/ 167960 w 346376"/>
                    <a:gd name="connsiteY8" fmla="*/ 76805 h 229215"/>
                    <a:gd name="connsiteX9" fmla="*/ 178278 w 346376"/>
                    <a:gd name="connsiteY9" fmla="*/ 153799 h 229215"/>
                    <a:gd name="connsiteX10" fmla="*/ 190979 w 346376"/>
                    <a:gd name="connsiteY10" fmla="*/ 201425 h 229215"/>
                    <a:gd name="connsiteX11" fmla="*/ 157642 w 346376"/>
                    <a:gd name="connsiteY11" fmla="*/ 229205 h 229215"/>
                    <a:gd name="connsiteX12" fmla="*/ 129066 w 346376"/>
                    <a:gd name="connsiteY12" fmla="*/ 203805 h 229215"/>
                    <a:gd name="connsiteX13" fmla="*/ 131447 w 346376"/>
                    <a:gd name="connsiteY13" fmla="*/ 137130 h 229215"/>
                    <a:gd name="connsiteX14" fmla="*/ 129066 w 346376"/>
                    <a:gd name="connsiteY14" fmla="*/ 98236 h 229215"/>
                    <a:gd name="connsiteX15" fmla="*/ 117160 w 346376"/>
                    <a:gd name="connsiteY15" fmla="*/ 70455 h 229215"/>
                    <a:gd name="connsiteX16" fmla="*/ 58423 w 346376"/>
                    <a:gd name="connsiteY16" fmla="*/ 48230 h 229215"/>
                    <a:gd name="connsiteX17" fmla="*/ 2860 w 346376"/>
                    <a:gd name="connsiteY17"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40985 w 346388"/>
                    <a:gd name="connsiteY7" fmla="*/ 124430 h 229215"/>
                    <a:gd name="connsiteX8" fmla="*/ 239223 w 346388"/>
                    <a:gd name="connsiteY8" fmla="*/ 68835 h 229215"/>
                    <a:gd name="connsiteX9" fmla="*/ 167960 w 346388"/>
                    <a:gd name="connsiteY9" fmla="*/ 76805 h 229215"/>
                    <a:gd name="connsiteX10" fmla="*/ 178278 w 346388"/>
                    <a:gd name="connsiteY10" fmla="*/ 153799 h 229215"/>
                    <a:gd name="connsiteX11" fmla="*/ 190979 w 346388"/>
                    <a:gd name="connsiteY11" fmla="*/ 201425 h 229215"/>
                    <a:gd name="connsiteX12" fmla="*/ 157642 w 346388"/>
                    <a:gd name="connsiteY12" fmla="*/ 229205 h 229215"/>
                    <a:gd name="connsiteX13" fmla="*/ 129066 w 346388"/>
                    <a:gd name="connsiteY13" fmla="*/ 203805 h 229215"/>
                    <a:gd name="connsiteX14" fmla="*/ 131447 w 346388"/>
                    <a:gd name="connsiteY14" fmla="*/ 137130 h 229215"/>
                    <a:gd name="connsiteX15" fmla="*/ 129066 w 346388"/>
                    <a:gd name="connsiteY15" fmla="*/ 98236 h 229215"/>
                    <a:gd name="connsiteX16" fmla="*/ 117160 w 346388"/>
                    <a:gd name="connsiteY16" fmla="*/ 70455 h 229215"/>
                    <a:gd name="connsiteX17" fmla="*/ 58423 w 346388"/>
                    <a:gd name="connsiteY17" fmla="*/ 48230 h 229215"/>
                    <a:gd name="connsiteX18" fmla="*/ 2860 w 346388"/>
                    <a:gd name="connsiteY18"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39223 w 346388"/>
                    <a:gd name="connsiteY9" fmla="*/ 68835 h 229215"/>
                    <a:gd name="connsiteX10" fmla="*/ 167960 w 346388"/>
                    <a:gd name="connsiteY10" fmla="*/ 76805 h 229215"/>
                    <a:gd name="connsiteX11" fmla="*/ 178278 w 346388"/>
                    <a:gd name="connsiteY11" fmla="*/ 153799 h 229215"/>
                    <a:gd name="connsiteX12" fmla="*/ 190979 w 346388"/>
                    <a:gd name="connsiteY12" fmla="*/ 201425 h 229215"/>
                    <a:gd name="connsiteX13" fmla="*/ 157642 w 346388"/>
                    <a:gd name="connsiteY13" fmla="*/ 229205 h 229215"/>
                    <a:gd name="connsiteX14" fmla="*/ 129066 w 346388"/>
                    <a:gd name="connsiteY14" fmla="*/ 203805 h 229215"/>
                    <a:gd name="connsiteX15" fmla="*/ 131447 w 346388"/>
                    <a:gd name="connsiteY15" fmla="*/ 137130 h 229215"/>
                    <a:gd name="connsiteX16" fmla="*/ 129066 w 346388"/>
                    <a:gd name="connsiteY16" fmla="*/ 98236 h 229215"/>
                    <a:gd name="connsiteX17" fmla="*/ 117160 w 346388"/>
                    <a:gd name="connsiteY17" fmla="*/ 70455 h 229215"/>
                    <a:gd name="connsiteX18" fmla="*/ 58423 w 346388"/>
                    <a:gd name="connsiteY18" fmla="*/ 48230 h 229215"/>
                    <a:gd name="connsiteX19" fmla="*/ 2860 w 346388"/>
                    <a:gd name="connsiteY19"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39223 w 346388"/>
                    <a:gd name="connsiteY10" fmla="*/ 68835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39223 w 346388"/>
                    <a:gd name="connsiteY10" fmla="*/ 61691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78278 w 346388"/>
                    <a:gd name="connsiteY12" fmla="*/ 153799 h 229215"/>
                    <a:gd name="connsiteX13" fmla="*/ 190979 w 346388"/>
                    <a:gd name="connsiteY13" fmla="*/ 201425 h 229215"/>
                    <a:gd name="connsiteX14" fmla="*/ 157642 w 346388"/>
                    <a:gd name="connsiteY14" fmla="*/ 229205 h 229215"/>
                    <a:gd name="connsiteX15" fmla="*/ 129066 w 346388"/>
                    <a:gd name="connsiteY15" fmla="*/ 203805 h 229215"/>
                    <a:gd name="connsiteX16" fmla="*/ 131447 w 346388"/>
                    <a:gd name="connsiteY16" fmla="*/ 137130 h 229215"/>
                    <a:gd name="connsiteX17" fmla="*/ 129066 w 346388"/>
                    <a:gd name="connsiteY17" fmla="*/ 98236 h 229215"/>
                    <a:gd name="connsiteX18" fmla="*/ 117160 w 346388"/>
                    <a:gd name="connsiteY18" fmla="*/ 70455 h 229215"/>
                    <a:gd name="connsiteX19" fmla="*/ 58423 w 346388"/>
                    <a:gd name="connsiteY19" fmla="*/ 48230 h 229215"/>
                    <a:gd name="connsiteX20" fmla="*/ 2860 w 346388"/>
                    <a:gd name="connsiteY20"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8278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29066 w 346388"/>
                    <a:gd name="connsiteY18" fmla="*/ 98236 h 229215"/>
                    <a:gd name="connsiteX19" fmla="*/ 117160 w 346388"/>
                    <a:gd name="connsiteY19" fmla="*/ 70455 h 229215"/>
                    <a:gd name="connsiteX20" fmla="*/ 58423 w 346388"/>
                    <a:gd name="connsiteY20" fmla="*/ 48230 h 229215"/>
                    <a:gd name="connsiteX21" fmla="*/ 2860 w 346388"/>
                    <a:gd name="connsiteY21"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1134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29066 w 346388"/>
                    <a:gd name="connsiteY18" fmla="*/ 98236 h 229215"/>
                    <a:gd name="connsiteX19" fmla="*/ 117160 w 346388"/>
                    <a:gd name="connsiteY19" fmla="*/ 70455 h 229215"/>
                    <a:gd name="connsiteX20" fmla="*/ 58423 w 346388"/>
                    <a:gd name="connsiteY20" fmla="*/ 48230 h 229215"/>
                    <a:gd name="connsiteX21" fmla="*/ 2860 w 346388"/>
                    <a:gd name="connsiteY21" fmla="*/ 605 h 229215"/>
                    <a:gd name="connsiteX0" fmla="*/ 2860 w 346388"/>
                    <a:gd name="connsiteY0" fmla="*/ 605 h 229215"/>
                    <a:gd name="connsiteX1" fmla="*/ 148910 w 346388"/>
                    <a:gd name="connsiteY1" fmla="*/ 21242 h 229215"/>
                    <a:gd name="connsiteX2" fmla="*/ 231460 w 346388"/>
                    <a:gd name="connsiteY2" fmla="*/ 19655 h 229215"/>
                    <a:gd name="connsiteX3" fmla="*/ 345760 w 346388"/>
                    <a:gd name="connsiteY3" fmla="*/ 6955 h 229215"/>
                    <a:gd name="connsiteX4" fmla="*/ 277323 w 346388"/>
                    <a:gd name="connsiteY4" fmla="*/ 37085 h 229215"/>
                    <a:gd name="connsiteX5" fmla="*/ 266212 w 346388"/>
                    <a:gd name="connsiteY5" fmla="*/ 83123 h 229215"/>
                    <a:gd name="connsiteX6" fmla="*/ 283674 w 346388"/>
                    <a:gd name="connsiteY6" fmla="*/ 122810 h 229215"/>
                    <a:gd name="connsiteX7" fmla="*/ 261449 w 346388"/>
                    <a:gd name="connsiteY7" fmla="*/ 135510 h 229215"/>
                    <a:gd name="connsiteX8" fmla="*/ 240985 w 346388"/>
                    <a:gd name="connsiteY8" fmla="*/ 124430 h 229215"/>
                    <a:gd name="connsiteX9" fmla="*/ 254305 w 346388"/>
                    <a:gd name="connsiteY9" fmla="*/ 95029 h 229215"/>
                    <a:gd name="connsiteX10" fmla="*/ 248748 w 346388"/>
                    <a:gd name="connsiteY10" fmla="*/ 56928 h 229215"/>
                    <a:gd name="connsiteX11" fmla="*/ 167960 w 346388"/>
                    <a:gd name="connsiteY11" fmla="*/ 76805 h 229215"/>
                    <a:gd name="connsiteX12" fmla="*/ 151912 w 346388"/>
                    <a:gd name="connsiteY12" fmla="*/ 121223 h 229215"/>
                    <a:gd name="connsiteX13" fmla="*/ 171134 w 346388"/>
                    <a:gd name="connsiteY13" fmla="*/ 153799 h 229215"/>
                    <a:gd name="connsiteX14" fmla="*/ 190979 w 346388"/>
                    <a:gd name="connsiteY14" fmla="*/ 201425 h 229215"/>
                    <a:gd name="connsiteX15" fmla="*/ 157642 w 346388"/>
                    <a:gd name="connsiteY15" fmla="*/ 229205 h 229215"/>
                    <a:gd name="connsiteX16" fmla="*/ 129066 w 346388"/>
                    <a:gd name="connsiteY16" fmla="*/ 203805 h 229215"/>
                    <a:gd name="connsiteX17" fmla="*/ 131447 w 346388"/>
                    <a:gd name="connsiteY17" fmla="*/ 137130 h 229215"/>
                    <a:gd name="connsiteX18" fmla="*/ 138591 w 346388"/>
                    <a:gd name="connsiteY18" fmla="*/ 95855 h 229215"/>
                    <a:gd name="connsiteX19" fmla="*/ 117160 w 346388"/>
                    <a:gd name="connsiteY19" fmla="*/ 70455 h 229215"/>
                    <a:gd name="connsiteX20" fmla="*/ 58423 w 346388"/>
                    <a:gd name="connsiteY20" fmla="*/ 48230 h 229215"/>
                    <a:gd name="connsiteX21" fmla="*/ 2860 w 346388"/>
                    <a:gd name="connsiteY21" fmla="*/ 605 h 22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6388" h="229215">
                      <a:moveTo>
                        <a:pt x="2860" y="605"/>
                      </a:moveTo>
                      <a:cubicBezTo>
                        <a:pt x="17941" y="-3893"/>
                        <a:pt x="110810" y="18067"/>
                        <a:pt x="148910" y="21242"/>
                      </a:cubicBezTo>
                      <a:cubicBezTo>
                        <a:pt x="187010" y="24417"/>
                        <a:pt x="198652" y="22036"/>
                        <a:pt x="231460" y="19655"/>
                      </a:cubicBezTo>
                      <a:cubicBezTo>
                        <a:pt x="264268" y="17274"/>
                        <a:pt x="338116" y="4050"/>
                        <a:pt x="345760" y="6955"/>
                      </a:cubicBezTo>
                      <a:cubicBezTo>
                        <a:pt x="353404" y="9860"/>
                        <a:pt x="288993" y="24787"/>
                        <a:pt x="277323" y="37085"/>
                      </a:cubicBezTo>
                      <a:cubicBezTo>
                        <a:pt x="265653" y="49383"/>
                        <a:pt x="265154" y="68836"/>
                        <a:pt x="266212" y="83123"/>
                      </a:cubicBezTo>
                      <a:cubicBezTo>
                        <a:pt x="267270" y="97410"/>
                        <a:pt x="284468" y="115666"/>
                        <a:pt x="283674" y="122810"/>
                      </a:cubicBezTo>
                      <a:cubicBezTo>
                        <a:pt x="282880" y="129954"/>
                        <a:pt x="268564" y="135240"/>
                        <a:pt x="261449" y="135510"/>
                      </a:cubicBezTo>
                      <a:cubicBezTo>
                        <a:pt x="254334" y="135780"/>
                        <a:pt x="242176" y="131177"/>
                        <a:pt x="240985" y="124430"/>
                      </a:cubicBezTo>
                      <a:cubicBezTo>
                        <a:pt x="239794" y="117683"/>
                        <a:pt x="254599" y="104295"/>
                        <a:pt x="254305" y="95029"/>
                      </a:cubicBezTo>
                      <a:cubicBezTo>
                        <a:pt x="254011" y="85763"/>
                        <a:pt x="260758" y="59568"/>
                        <a:pt x="248748" y="56928"/>
                      </a:cubicBezTo>
                      <a:cubicBezTo>
                        <a:pt x="236738" y="54288"/>
                        <a:pt x="184099" y="66089"/>
                        <a:pt x="167960" y="76805"/>
                      </a:cubicBezTo>
                      <a:cubicBezTo>
                        <a:pt x="151821" y="87521"/>
                        <a:pt x="150192" y="108391"/>
                        <a:pt x="151912" y="121223"/>
                      </a:cubicBezTo>
                      <a:cubicBezTo>
                        <a:pt x="153632" y="134055"/>
                        <a:pt x="164623" y="140432"/>
                        <a:pt x="171134" y="153799"/>
                      </a:cubicBezTo>
                      <a:cubicBezTo>
                        <a:pt x="177645" y="167166"/>
                        <a:pt x="194418" y="188857"/>
                        <a:pt x="190979" y="201425"/>
                      </a:cubicBezTo>
                      <a:cubicBezTo>
                        <a:pt x="187540" y="213993"/>
                        <a:pt x="167961" y="228808"/>
                        <a:pt x="157642" y="229205"/>
                      </a:cubicBezTo>
                      <a:cubicBezTo>
                        <a:pt x="147323" y="229602"/>
                        <a:pt x="133432" y="219151"/>
                        <a:pt x="129066" y="203805"/>
                      </a:cubicBezTo>
                      <a:cubicBezTo>
                        <a:pt x="124700" y="188459"/>
                        <a:pt x="131447" y="137130"/>
                        <a:pt x="131447" y="137130"/>
                      </a:cubicBezTo>
                      <a:lnTo>
                        <a:pt x="138591" y="95855"/>
                      </a:lnTo>
                      <a:cubicBezTo>
                        <a:pt x="138591" y="86330"/>
                        <a:pt x="130918" y="76805"/>
                        <a:pt x="117160" y="70455"/>
                      </a:cubicBezTo>
                      <a:cubicBezTo>
                        <a:pt x="103402" y="64105"/>
                        <a:pt x="80648" y="57755"/>
                        <a:pt x="58423" y="48230"/>
                      </a:cubicBezTo>
                      <a:cubicBezTo>
                        <a:pt x="36198" y="38705"/>
                        <a:pt x="-12221" y="5103"/>
                        <a:pt x="2860" y="605"/>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F900852F-7BFE-5727-7CC0-67ED7D955D07}"/>
                    </a:ext>
                  </a:extLst>
                </p:cNvPr>
                <p:cNvSpPr/>
                <p:nvPr/>
              </p:nvSpPr>
              <p:spPr>
                <a:xfrm>
                  <a:off x="10981823" y="3988594"/>
                  <a:ext cx="79174" cy="438626"/>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151635 w 289793"/>
                    <a:gd name="connsiteY0" fmla="*/ 31547 h 224438"/>
                    <a:gd name="connsiteX1" fmla="*/ 92898 w 289793"/>
                    <a:gd name="connsiteY1" fmla="*/ 16465 h 224438"/>
                    <a:gd name="connsiteX2" fmla="*/ 175448 w 289793"/>
                    <a:gd name="connsiteY2" fmla="*/ 14878 h 224438"/>
                    <a:gd name="connsiteX3" fmla="*/ 289748 w 289793"/>
                    <a:gd name="connsiteY3" fmla="*/ 2178 h 224438"/>
                    <a:gd name="connsiteX4" fmla="*/ 188148 w 289793"/>
                    <a:gd name="connsiteY4" fmla="*/ 65678 h 224438"/>
                    <a:gd name="connsiteX5" fmla="*/ 105598 w 289793"/>
                    <a:gd name="connsiteY5" fmla="*/ 97428 h 224438"/>
                    <a:gd name="connsiteX6" fmla="*/ 122266 w 289793"/>
                    <a:gd name="connsiteY6" fmla="*/ 149022 h 224438"/>
                    <a:gd name="connsiteX7" fmla="*/ 134967 w 289793"/>
                    <a:gd name="connsiteY7" fmla="*/ 196648 h 224438"/>
                    <a:gd name="connsiteX8" fmla="*/ 101630 w 289793"/>
                    <a:gd name="connsiteY8" fmla="*/ 224428 h 224438"/>
                    <a:gd name="connsiteX9" fmla="*/ 73054 w 289793"/>
                    <a:gd name="connsiteY9" fmla="*/ 199028 h 224438"/>
                    <a:gd name="connsiteX10" fmla="*/ 75435 w 289793"/>
                    <a:gd name="connsiteY10" fmla="*/ 132353 h 224438"/>
                    <a:gd name="connsiteX11" fmla="*/ 73054 w 289793"/>
                    <a:gd name="connsiteY11" fmla="*/ 93459 h 224438"/>
                    <a:gd name="connsiteX12" fmla="*/ 61148 w 289793"/>
                    <a:gd name="connsiteY12" fmla="*/ 65678 h 224438"/>
                    <a:gd name="connsiteX13" fmla="*/ 2411 w 289793"/>
                    <a:gd name="connsiteY13" fmla="*/ 43453 h 224438"/>
                    <a:gd name="connsiteX14" fmla="*/ 151635 w 289793"/>
                    <a:gd name="connsiteY14" fmla="*/ 31547 h 224438"/>
                    <a:gd name="connsiteX0" fmla="*/ 151635 w 290748"/>
                    <a:gd name="connsiteY0" fmla="*/ 33589 h 226480"/>
                    <a:gd name="connsiteX1" fmla="*/ 92898 w 290748"/>
                    <a:gd name="connsiteY1" fmla="*/ 18507 h 226480"/>
                    <a:gd name="connsiteX2" fmla="*/ 175448 w 290748"/>
                    <a:gd name="connsiteY2" fmla="*/ 16920 h 226480"/>
                    <a:gd name="connsiteX3" fmla="*/ 289748 w 290748"/>
                    <a:gd name="connsiteY3" fmla="*/ 4220 h 226480"/>
                    <a:gd name="connsiteX4" fmla="*/ 105598 w 290748"/>
                    <a:gd name="connsiteY4" fmla="*/ 99470 h 226480"/>
                    <a:gd name="connsiteX5" fmla="*/ 122266 w 290748"/>
                    <a:gd name="connsiteY5" fmla="*/ 151064 h 226480"/>
                    <a:gd name="connsiteX6" fmla="*/ 134967 w 290748"/>
                    <a:gd name="connsiteY6" fmla="*/ 198690 h 226480"/>
                    <a:gd name="connsiteX7" fmla="*/ 101630 w 290748"/>
                    <a:gd name="connsiteY7" fmla="*/ 226470 h 226480"/>
                    <a:gd name="connsiteX8" fmla="*/ 73054 w 290748"/>
                    <a:gd name="connsiteY8" fmla="*/ 201070 h 226480"/>
                    <a:gd name="connsiteX9" fmla="*/ 75435 w 290748"/>
                    <a:gd name="connsiteY9" fmla="*/ 134395 h 226480"/>
                    <a:gd name="connsiteX10" fmla="*/ 73054 w 290748"/>
                    <a:gd name="connsiteY10" fmla="*/ 95501 h 226480"/>
                    <a:gd name="connsiteX11" fmla="*/ 61148 w 290748"/>
                    <a:gd name="connsiteY11" fmla="*/ 67720 h 226480"/>
                    <a:gd name="connsiteX12" fmla="*/ 2411 w 290748"/>
                    <a:gd name="connsiteY12" fmla="*/ 45495 h 226480"/>
                    <a:gd name="connsiteX13" fmla="*/ 151635 w 290748"/>
                    <a:gd name="connsiteY13" fmla="*/ 33589 h 226480"/>
                    <a:gd name="connsiteX0" fmla="*/ 151635 w 175500"/>
                    <a:gd name="connsiteY0" fmla="*/ 22875 h 215766"/>
                    <a:gd name="connsiteX1" fmla="*/ 92898 w 175500"/>
                    <a:gd name="connsiteY1" fmla="*/ 7793 h 215766"/>
                    <a:gd name="connsiteX2" fmla="*/ 175448 w 175500"/>
                    <a:gd name="connsiteY2" fmla="*/ 6206 h 215766"/>
                    <a:gd name="connsiteX3" fmla="*/ 105598 w 175500"/>
                    <a:gd name="connsiteY3" fmla="*/ 88756 h 215766"/>
                    <a:gd name="connsiteX4" fmla="*/ 122266 w 175500"/>
                    <a:gd name="connsiteY4" fmla="*/ 140350 h 215766"/>
                    <a:gd name="connsiteX5" fmla="*/ 134967 w 175500"/>
                    <a:gd name="connsiteY5" fmla="*/ 187976 h 215766"/>
                    <a:gd name="connsiteX6" fmla="*/ 101630 w 175500"/>
                    <a:gd name="connsiteY6" fmla="*/ 215756 h 215766"/>
                    <a:gd name="connsiteX7" fmla="*/ 73054 w 175500"/>
                    <a:gd name="connsiteY7" fmla="*/ 190356 h 215766"/>
                    <a:gd name="connsiteX8" fmla="*/ 75435 w 175500"/>
                    <a:gd name="connsiteY8" fmla="*/ 123681 h 215766"/>
                    <a:gd name="connsiteX9" fmla="*/ 73054 w 175500"/>
                    <a:gd name="connsiteY9" fmla="*/ 84787 h 215766"/>
                    <a:gd name="connsiteX10" fmla="*/ 61148 w 175500"/>
                    <a:gd name="connsiteY10" fmla="*/ 57006 h 215766"/>
                    <a:gd name="connsiteX11" fmla="*/ 2411 w 175500"/>
                    <a:gd name="connsiteY11" fmla="*/ 34781 h 215766"/>
                    <a:gd name="connsiteX12" fmla="*/ 151635 w 175500"/>
                    <a:gd name="connsiteY12" fmla="*/ 22875 h 215766"/>
                    <a:gd name="connsiteX0" fmla="*/ 90487 w 114352"/>
                    <a:gd name="connsiteY0" fmla="*/ 22875 h 215766"/>
                    <a:gd name="connsiteX1" fmla="*/ 31750 w 114352"/>
                    <a:gd name="connsiteY1" fmla="*/ 7793 h 215766"/>
                    <a:gd name="connsiteX2" fmla="*/ 114300 w 114352"/>
                    <a:gd name="connsiteY2" fmla="*/ 6206 h 215766"/>
                    <a:gd name="connsiteX3" fmla="*/ 44450 w 114352"/>
                    <a:gd name="connsiteY3" fmla="*/ 88756 h 215766"/>
                    <a:gd name="connsiteX4" fmla="*/ 61118 w 114352"/>
                    <a:gd name="connsiteY4" fmla="*/ 140350 h 215766"/>
                    <a:gd name="connsiteX5" fmla="*/ 73819 w 114352"/>
                    <a:gd name="connsiteY5" fmla="*/ 187976 h 215766"/>
                    <a:gd name="connsiteX6" fmla="*/ 40482 w 114352"/>
                    <a:gd name="connsiteY6" fmla="*/ 215756 h 215766"/>
                    <a:gd name="connsiteX7" fmla="*/ 11906 w 114352"/>
                    <a:gd name="connsiteY7" fmla="*/ 190356 h 215766"/>
                    <a:gd name="connsiteX8" fmla="*/ 14287 w 114352"/>
                    <a:gd name="connsiteY8" fmla="*/ 123681 h 215766"/>
                    <a:gd name="connsiteX9" fmla="*/ 11906 w 114352"/>
                    <a:gd name="connsiteY9" fmla="*/ 84787 h 215766"/>
                    <a:gd name="connsiteX10" fmla="*/ 0 w 114352"/>
                    <a:gd name="connsiteY10" fmla="*/ 57006 h 215766"/>
                    <a:gd name="connsiteX11" fmla="*/ 90487 w 114352"/>
                    <a:gd name="connsiteY11" fmla="*/ 22875 h 215766"/>
                    <a:gd name="connsiteX0" fmla="*/ 90487 w 114628"/>
                    <a:gd name="connsiteY0" fmla="*/ 26695 h 219586"/>
                    <a:gd name="connsiteX1" fmla="*/ 31750 w 114628"/>
                    <a:gd name="connsiteY1" fmla="*/ 11613 h 219586"/>
                    <a:gd name="connsiteX2" fmla="*/ 114300 w 114628"/>
                    <a:gd name="connsiteY2" fmla="*/ 10026 h 219586"/>
                    <a:gd name="connsiteX3" fmla="*/ 61118 w 114628"/>
                    <a:gd name="connsiteY3" fmla="*/ 144170 h 219586"/>
                    <a:gd name="connsiteX4" fmla="*/ 73819 w 114628"/>
                    <a:gd name="connsiteY4" fmla="*/ 191796 h 219586"/>
                    <a:gd name="connsiteX5" fmla="*/ 40482 w 114628"/>
                    <a:gd name="connsiteY5" fmla="*/ 219576 h 219586"/>
                    <a:gd name="connsiteX6" fmla="*/ 11906 w 114628"/>
                    <a:gd name="connsiteY6" fmla="*/ 194176 h 219586"/>
                    <a:gd name="connsiteX7" fmla="*/ 14287 w 114628"/>
                    <a:gd name="connsiteY7" fmla="*/ 127501 h 219586"/>
                    <a:gd name="connsiteX8" fmla="*/ 11906 w 114628"/>
                    <a:gd name="connsiteY8" fmla="*/ 88607 h 219586"/>
                    <a:gd name="connsiteX9" fmla="*/ 0 w 114628"/>
                    <a:gd name="connsiteY9" fmla="*/ 60826 h 219586"/>
                    <a:gd name="connsiteX10" fmla="*/ 90487 w 114628"/>
                    <a:gd name="connsiteY10" fmla="*/ 26695 h 219586"/>
                    <a:gd name="connsiteX0" fmla="*/ 0 w 114628"/>
                    <a:gd name="connsiteY0" fmla="*/ 62242 h 221002"/>
                    <a:gd name="connsiteX1" fmla="*/ 31750 w 114628"/>
                    <a:gd name="connsiteY1" fmla="*/ 13029 h 221002"/>
                    <a:gd name="connsiteX2" fmla="*/ 114300 w 114628"/>
                    <a:gd name="connsiteY2" fmla="*/ 11442 h 221002"/>
                    <a:gd name="connsiteX3" fmla="*/ 61118 w 114628"/>
                    <a:gd name="connsiteY3" fmla="*/ 145586 h 221002"/>
                    <a:gd name="connsiteX4" fmla="*/ 73819 w 114628"/>
                    <a:gd name="connsiteY4" fmla="*/ 193212 h 221002"/>
                    <a:gd name="connsiteX5" fmla="*/ 40482 w 114628"/>
                    <a:gd name="connsiteY5" fmla="*/ 220992 h 221002"/>
                    <a:gd name="connsiteX6" fmla="*/ 11906 w 114628"/>
                    <a:gd name="connsiteY6" fmla="*/ 195592 h 221002"/>
                    <a:gd name="connsiteX7" fmla="*/ 14287 w 114628"/>
                    <a:gd name="connsiteY7" fmla="*/ 128917 h 221002"/>
                    <a:gd name="connsiteX8" fmla="*/ 11906 w 114628"/>
                    <a:gd name="connsiteY8" fmla="*/ 90023 h 221002"/>
                    <a:gd name="connsiteX9" fmla="*/ 0 w 114628"/>
                    <a:gd name="connsiteY9" fmla="*/ 62242 h 221002"/>
                    <a:gd name="connsiteX0" fmla="*/ 0 w 74331"/>
                    <a:gd name="connsiteY0" fmla="*/ 50213 h 208973"/>
                    <a:gd name="connsiteX1" fmla="*/ 31750 w 74331"/>
                    <a:gd name="connsiteY1" fmla="*/ 1000 h 208973"/>
                    <a:gd name="connsiteX2" fmla="*/ 66675 w 74331"/>
                    <a:gd name="connsiteY2" fmla="*/ 99425 h 208973"/>
                    <a:gd name="connsiteX3" fmla="*/ 61118 w 74331"/>
                    <a:gd name="connsiteY3" fmla="*/ 133557 h 208973"/>
                    <a:gd name="connsiteX4" fmla="*/ 73819 w 74331"/>
                    <a:gd name="connsiteY4" fmla="*/ 181183 h 208973"/>
                    <a:gd name="connsiteX5" fmla="*/ 40482 w 74331"/>
                    <a:gd name="connsiteY5" fmla="*/ 208963 h 208973"/>
                    <a:gd name="connsiteX6" fmla="*/ 11906 w 74331"/>
                    <a:gd name="connsiteY6" fmla="*/ 183563 h 208973"/>
                    <a:gd name="connsiteX7" fmla="*/ 14287 w 74331"/>
                    <a:gd name="connsiteY7" fmla="*/ 116888 h 208973"/>
                    <a:gd name="connsiteX8" fmla="*/ 11906 w 74331"/>
                    <a:gd name="connsiteY8" fmla="*/ 77994 h 208973"/>
                    <a:gd name="connsiteX9" fmla="*/ 0 w 74331"/>
                    <a:gd name="connsiteY9" fmla="*/ 50213 h 208973"/>
                    <a:gd name="connsiteX0" fmla="*/ 0 w 74331"/>
                    <a:gd name="connsiteY0" fmla="*/ 18668 h 177428"/>
                    <a:gd name="connsiteX1" fmla="*/ 46037 w 74331"/>
                    <a:gd name="connsiteY1" fmla="*/ 2793 h 177428"/>
                    <a:gd name="connsiteX2" fmla="*/ 66675 w 74331"/>
                    <a:gd name="connsiteY2" fmla="*/ 67880 h 177428"/>
                    <a:gd name="connsiteX3" fmla="*/ 61118 w 74331"/>
                    <a:gd name="connsiteY3" fmla="*/ 102012 h 177428"/>
                    <a:gd name="connsiteX4" fmla="*/ 73819 w 74331"/>
                    <a:gd name="connsiteY4" fmla="*/ 149638 h 177428"/>
                    <a:gd name="connsiteX5" fmla="*/ 40482 w 74331"/>
                    <a:gd name="connsiteY5" fmla="*/ 177418 h 177428"/>
                    <a:gd name="connsiteX6" fmla="*/ 11906 w 74331"/>
                    <a:gd name="connsiteY6" fmla="*/ 152018 h 177428"/>
                    <a:gd name="connsiteX7" fmla="*/ 14287 w 74331"/>
                    <a:gd name="connsiteY7" fmla="*/ 85343 h 177428"/>
                    <a:gd name="connsiteX8" fmla="*/ 11906 w 74331"/>
                    <a:gd name="connsiteY8" fmla="*/ 46449 h 177428"/>
                    <a:gd name="connsiteX9" fmla="*/ 0 w 74331"/>
                    <a:gd name="connsiteY9" fmla="*/ 18668 h 1774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471 w 63896"/>
                    <a:gd name="connsiteY8" fmla="*/ 44049 h 175028"/>
                    <a:gd name="connsiteX9" fmla="*/ 6234 w 63896"/>
                    <a:gd name="connsiteY9" fmla="*/ 40080 h 1750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8140 w 63896"/>
                    <a:gd name="connsiteY8" fmla="*/ 67862 h 175028"/>
                    <a:gd name="connsiteX9" fmla="*/ 6234 w 63896"/>
                    <a:gd name="connsiteY9" fmla="*/ 40080 h 175028"/>
                    <a:gd name="connsiteX0" fmla="*/ 22903 w 63896"/>
                    <a:gd name="connsiteY0" fmla="*/ 42377 h 174943"/>
                    <a:gd name="connsiteX1" fmla="*/ 35602 w 63896"/>
                    <a:gd name="connsiteY1" fmla="*/ 308 h 174943"/>
                    <a:gd name="connsiteX2" fmla="*/ 56240 w 63896"/>
                    <a:gd name="connsiteY2" fmla="*/ 65395 h 174943"/>
                    <a:gd name="connsiteX3" fmla="*/ 50683 w 63896"/>
                    <a:gd name="connsiteY3" fmla="*/ 99527 h 174943"/>
                    <a:gd name="connsiteX4" fmla="*/ 63384 w 63896"/>
                    <a:gd name="connsiteY4" fmla="*/ 147153 h 174943"/>
                    <a:gd name="connsiteX5" fmla="*/ 30047 w 63896"/>
                    <a:gd name="connsiteY5" fmla="*/ 174933 h 174943"/>
                    <a:gd name="connsiteX6" fmla="*/ 1471 w 63896"/>
                    <a:gd name="connsiteY6" fmla="*/ 149533 h 174943"/>
                    <a:gd name="connsiteX7" fmla="*/ 3852 w 63896"/>
                    <a:gd name="connsiteY7" fmla="*/ 82858 h 174943"/>
                    <a:gd name="connsiteX8" fmla="*/ 18140 w 63896"/>
                    <a:gd name="connsiteY8" fmla="*/ 67777 h 174943"/>
                    <a:gd name="connsiteX9" fmla="*/ 22903 w 63896"/>
                    <a:gd name="connsiteY9" fmla="*/ 42377 h 174943"/>
                    <a:gd name="connsiteX0" fmla="*/ 22903 w 63896"/>
                    <a:gd name="connsiteY0" fmla="*/ 294520 h 427086"/>
                    <a:gd name="connsiteX1" fmla="*/ 42746 w 63896"/>
                    <a:gd name="connsiteY1" fmla="*/ 38 h 427086"/>
                    <a:gd name="connsiteX2" fmla="*/ 56240 w 63896"/>
                    <a:gd name="connsiteY2" fmla="*/ 317538 h 427086"/>
                    <a:gd name="connsiteX3" fmla="*/ 50683 w 63896"/>
                    <a:gd name="connsiteY3" fmla="*/ 351670 h 427086"/>
                    <a:gd name="connsiteX4" fmla="*/ 63384 w 63896"/>
                    <a:gd name="connsiteY4" fmla="*/ 399296 h 427086"/>
                    <a:gd name="connsiteX5" fmla="*/ 30047 w 63896"/>
                    <a:gd name="connsiteY5" fmla="*/ 427076 h 427086"/>
                    <a:gd name="connsiteX6" fmla="*/ 1471 w 63896"/>
                    <a:gd name="connsiteY6" fmla="*/ 401676 h 427086"/>
                    <a:gd name="connsiteX7" fmla="*/ 3852 w 63896"/>
                    <a:gd name="connsiteY7" fmla="*/ 335001 h 427086"/>
                    <a:gd name="connsiteX8" fmla="*/ 18140 w 63896"/>
                    <a:gd name="connsiteY8" fmla="*/ 319920 h 427086"/>
                    <a:gd name="connsiteX9" fmla="*/ 22903 w 63896"/>
                    <a:gd name="connsiteY9" fmla="*/ 294520 h 427086"/>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33885 h 466451"/>
                    <a:gd name="connsiteX1" fmla="*/ 14790 w 63896"/>
                    <a:gd name="connsiteY1" fmla="*/ 37350 h 466451"/>
                    <a:gd name="connsiteX2" fmla="*/ 42746 w 63896"/>
                    <a:gd name="connsiteY2" fmla="*/ 39403 h 466451"/>
                    <a:gd name="connsiteX3" fmla="*/ 56240 w 63896"/>
                    <a:gd name="connsiteY3" fmla="*/ 356903 h 466451"/>
                    <a:gd name="connsiteX4" fmla="*/ 50683 w 63896"/>
                    <a:gd name="connsiteY4" fmla="*/ 391035 h 466451"/>
                    <a:gd name="connsiteX5" fmla="*/ 63384 w 63896"/>
                    <a:gd name="connsiteY5" fmla="*/ 438661 h 466451"/>
                    <a:gd name="connsiteX6" fmla="*/ 30047 w 63896"/>
                    <a:gd name="connsiteY6" fmla="*/ 466441 h 466451"/>
                    <a:gd name="connsiteX7" fmla="*/ 1471 w 63896"/>
                    <a:gd name="connsiteY7" fmla="*/ 441041 h 466451"/>
                    <a:gd name="connsiteX8" fmla="*/ 3852 w 63896"/>
                    <a:gd name="connsiteY8" fmla="*/ 374366 h 466451"/>
                    <a:gd name="connsiteX9" fmla="*/ 18140 w 63896"/>
                    <a:gd name="connsiteY9" fmla="*/ 359285 h 466451"/>
                    <a:gd name="connsiteX10" fmla="*/ 22903 w 63896"/>
                    <a:gd name="connsiteY10" fmla="*/ 333885 h 466451"/>
                    <a:gd name="connsiteX0" fmla="*/ 22903 w 63896"/>
                    <a:gd name="connsiteY0" fmla="*/ 329452 h 462018"/>
                    <a:gd name="connsiteX1" fmla="*/ 14790 w 63896"/>
                    <a:gd name="connsiteY1" fmla="*/ 32917 h 462018"/>
                    <a:gd name="connsiteX2" fmla="*/ 49890 w 63896"/>
                    <a:gd name="connsiteY2" fmla="*/ 44495 h 462018"/>
                    <a:gd name="connsiteX3" fmla="*/ 56240 w 63896"/>
                    <a:gd name="connsiteY3" fmla="*/ 352470 h 462018"/>
                    <a:gd name="connsiteX4" fmla="*/ 50683 w 63896"/>
                    <a:gd name="connsiteY4" fmla="*/ 386602 h 462018"/>
                    <a:gd name="connsiteX5" fmla="*/ 63384 w 63896"/>
                    <a:gd name="connsiteY5" fmla="*/ 434228 h 462018"/>
                    <a:gd name="connsiteX6" fmla="*/ 30047 w 63896"/>
                    <a:gd name="connsiteY6" fmla="*/ 462008 h 462018"/>
                    <a:gd name="connsiteX7" fmla="*/ 1471 w 63896"/>
                    <a:gd name="connsiteY7" fmla="*/ 436608 h 462018"/>
                    <a:gd name="connsiteX8" fmla="*/ 3852 w 63896"/>
                    <a:gd name="connsiteY8" fmla="*/ 369933 h 462018"/>
                    <a:gd name="connsiteX9" fmla="*/ 18140 w 63896"/>
                    <a:gd name="connsiteY9" fmla="*/ 354852 h 462018"/>
                    <a:gd name="connsiteX10" fmla="*/ 22903 w 63896"/>
                    <a:gd name="connsiteY10" fmla="*/ 329452 h 462018"/>
                    <a:gd name="connsiteX0" fmla="*/ 22903 w 63896"/>
                    <a:gd name="connsiteY0" fmla="*/ 323816 h 456382"/>
                    <a:gd name="connsiteX1" fmla="*/ 14790 w 63896"/>
                    <a:gd name="connsiteY1" fmla="*/ 27281 h 456382"/>
                    <a:gd name="connsiteX2" fmla="*/ 36221 w 63896"/>
                    <a:gd name="connsiteY2" fmla="*/ 20137 h 456382"/>
                    <a:gd name="connsiteX3" fmla="*/ 49890 w 63896"/>
                    <a:gd name="connsiteY3" fmla="*/ 38859 h 456382"/>
                    <a:gd name="connsiteX4" fmla="*/ 56240 w 63896"/>
                    <a:gd name="connsiteY4" fmla="*/ 346834 h 456382"/>
                    <a:gd name="connsiteX5" fmla="*/ 50683 w 63896"/>
                    <a:gd name="connsiteY5" fmla="*/ 380966 h 456382"/>
                    <a:gd name="connsiteX6" fmla="*/ 63384 w 63896"/>
                    <a:gd name="connsiteY6" fmla="*/ 428592 h 456382"/>
                    <a:gd name="connsiteX7" fmla="*/ 30047 w 63896"/>
                    <a:gd name="connsiteY7" fmla="*/ 456372 h 456382"/>
                    <a:gd name="connsiteX8" fmla="*/ 1471 w 63896"/>
                    <a:gd name="connsiteY8" fmla="*/ 430972 h 456382"/>
                    <a:gd name="connsiteX9" fmla="*/ 3852 w 63896"/>
                    <a:gd name="connsiteY9" fmla="*/ 364297 h 456382"/>
                    <a:gd name="connsiteX10" fmla="*/ 18140 w 63896"/>
                    <a:gd name="connsiteY10" fmla="*/ 349216 h 456382"/>
                    <a:gd name="connsiteX11" fmla="*/ 22903 w 63896"/>
                    <a:gd name="connsiteY11" fmla="*/ 323816 h 456382"/>
                    <a:gd name="connsiteX0" fmla="*/ 22903 w 67260"/>
                    <a:gd name="connsiteY0" fmla="*/ 323816 h 456382"/>
                    <a:gd name="connsiteX1" fmla="*/ 14790 w 67260"/>
                    <a:gd name="connsiteY1" fmla="*/ 27281 h 456382"/>
                    <a:gd name="connsiteX2" fmla="*/ 36221 w 67260"/>
                    <a:gd name="connsiteY2" fmla="*/ 20137 h 456382"/>
                    <a:gd name="connsiteX3" fmla="*/ 49890 w 67260"/>
                    <a:gd name="connsiteY3" fmla="*/ 38859 h 456382"/>
                    <a:gd name="connsiteX4" fmla="*/ 67177 w 67260"/>
                    <a:gd name="connsiteY4" fmla="*/ 41568 h 456382"/>
                    <a:gd name="connsiteX5" fmla="*/ 56240 w 67260"/>
                    <a:gd name="connsiteY5" fmla="*/ 346834 h 456382"/>
                    <a:gd name="connsiteX6" fmla="*/ 50683 w 67260"/>
                    <a:gd name="connsiteY6" fmla="*/ 380966 h 456382"/>
                    <a:gd name="connsiteX7" fmla="*/ 63384 w 67260"/>
                    <a:gd name="connsiteY7" fmla="*/ 428592 h 456382"/>
                    <a:gd name="connsiteX8" fmla="*/ 30047 w 67260"/>
                    <a:gd name="connsiteY8" fmla="*/ 456372 h 456382"/>
                    <a:gd name="connsiteX9" fmla="*/ 1471 w 67260"/>
                    <a:gd name="connsiteY9" fmla="*/ 430972 h 456382"/>
                    <a:gd name="connsiteX10" fmla="*/ 3852 w 67260"/>
                    <a:gd name="connsiteY10" fmla="*/ 364297 h 456382"/>
                    <a:gd name="connsiteX11" fmla="*/ 18140 w 67260"/>
                    <a:gd name="connsiteY11" fmla="*/ 349216 h 456382"/>
                    <a:gd name="connsiteX12" fmla="*/ 22903 w 67260"/>
                    <a:gd name="connsiteY12" fmla="*/ 323816 h 456382"/>
                    <a:gd name="connsiteX0" fmla="*/ 22903 w 67334"/>
                    <a:gd name="connsiteY0" fmla="*/ 323816 h 456382"/>
                    <a:gd name="connsiteX1" fmla="*/ 14790 w 67334"/>
                    <a:gd name="connsiteY1" fmla="*/ 27281 h 456382"/>
                    <a:gd name="connsiteX2" fmla="*/ 36221 w 67334"/>
                    <a:gd name="connsiteY2" fmla="*/ 20137 h 456382"/>
                    <a:gd name="connsiteX3" fmla="*/ 49890 w 67334"/>
                    <a:gd name="connsiteY3" fmla="*/ 38859 h 456382"/>
                    <a:gd name="connsiteX4" fmla="*/ 67177 w 67334"/>
                    <a:gd name="connsiteY4" fmla="*/ 41568 h 456382"/>
                    <a:gd name="connsiteX5" fmla="*/ 48127 w 67334"/>
                    <a:gd name="connsiteY5" fmla="*/ 158250 h 456382"/>
                    <a:gd name="connsiteX6" fmla="*/ 56240 w 67334"/>
                    <a:gd name="connsiteY6" fmla="*/ 346834 h 456382"/>
                    <a:gd name="connsiteX7" fmla="*/ 50683 w 67334"/>
                    <a:gd name="connsiteY7" fmla="*/ 380966 h 456382"/>
                    <a:gd name="connsiteX8" fmla="*/ 63384 w 67334"/>
                    <a:gd name="connsiteY8" fmla="*/ 428592 h 456382"/>
                    <a:gd name="connsiteX9" fmla="*/ 30047 w 67334"/>
                    <a:gd name="connsiteY9" fmla="*/ 456372 h 456382"/>
                    <a:gd name="connsiteX10" fmla="*/ 1471 w 67334"/>
                    <a:gd name="connsiteY10" fmla="*/ 430972 h 456382"/>
                    <a:gd name="connsiteX11" fmla="*/ 3852 w 67334"/>
                    <a:gd name="connsiteY11" fmla="*/ 364297 h 456382"/>
                    <a:gd name="connsiteX12" fmla="*/ 18140 w 67334"/>
                    <a:gd name="connsiteY12" fmla="*/ 349216 h 456382"/>
                    <a:gd name="connsiteX13" fmla="*/ 22903 w 67334"/>
                    <a:gd name="connsiteY13" fmla="*/ 323816 h 456382"/>
                    <a:gd name="connsiteX0" fmla="*/ 22903 w 67334"/>
                    <a:gd name="connsiteY0" fmla="*/ 323816 h 456382"/>
                    <a:gd name="connsiteX1" fmla="*/ 31458 w 67334"/>
                    <a:gd name="connsiteY1" fmla="*/ 179681 h 456382"/>
                    <a:gd name="connsiteX2" fmla="*/ 14790 w 67334"/>
                    <a:gd name="connsiteY2" fmla="*/ 27281 h 456382"/>
                    <a:gd name="connsiteX3" fmla="*/ 36221 w 67334"/>
                    <a:gd name="connsiteY3" fmla="*/ 20137 h 456382"/>
                    <a:gd name="connsiteX4" fmla="*/ 49890 w 67334"/>
                    <a:gd name="connsiteY4" fmla="*/ 38859 h 456382"/>
                    <a:gd name="connsiteX5" fmla="*/ 67177 w 67334"/>
                    <a:gd name="connsiteY5" fmla="*/ 41568 h 456382"/>
                    <a:gd name="connsiteX6" fmla="*/ 48127 w 67334"/>
                    <a:gd name="connsiteY6" fmla="*/ 158250 h 456382"/>
                    <a:gd name="connsiteX7" fmla="*/ 56240 w 67334"/>
                    <a:gd name="connsiteY7" fmla="*/ 346834 h 456382"/>
                    <a:gd name="connsiteX8" fmla="*/ 50683 w 67334"/>
                    <a:gd name="connsiteY8" fmla="*/ 380966 h 456382"/>
                    <a:gd name="connsiteX9" fmla="*/ 63384 w 67334"/>
                    <a:gd name="connsiteY9" fmla="*/ 428592 h 456382"/>
                    <a:gd name="connsiteX10" fmla="*/ 30047 w 67334"/>
                    <a:gd name="connsiteY10" fmla="*/ 456372 h 456382"/>
                    <a:gd name="connsiteX11" fmla="*/ 1471 w 67334"/>
                    <a:gd name="connsiteY11" fmla="*/ 430972 h 456382"/>
                    <a:gd name="connsiteX12" fmla="*/ 3852 w 67334"/>
                    <a:gd name="connsiteY12" fmla="*/ 364297 h 456382"/>
                    <a:gd name="connsiteX13" fmla="*/ 18140 w 67334"/>
                    <a:gd name="connsiteY13" fmla="*/ 349216 h 456382"/>
                    <a:gd name="connsiteX14" fmla="*/ 22903 w 67334"/>
                    <a:gd name="connsiteY14" fmla="*/ 323816 h 456382"/>
                    <a:gd name="connsiteX0" fmla="*/ 22903 w 67334"/>
                    <a:gd name="connsiteY0" fmla="*/ 323816 h 456382"/>
                    <a:gd name="connsiteX1" fmla="*/ 31458 w 67334"/>
                    <a:gd name="connsiteY1" fmla="*/ 179681 h 456382"/>
                    <a:gd name="connsiteX2" fmla="*/ 29077 w 67334"/>
                    <a:gd name="connsiteY2" fmla="*/ 79668 h 456382"/>
                    <a:gd name="connsiteX3" fmla="*/ 14790 w 67334"/>
                    <a:gd name="connsiteY3" fmla="*/ 27281 h 456382"/>
                    <a:gd name="connsiteX4" fmla="*/ 36221 w 67334"/>
                    <a:gd name="connsiteY4" fmla="*/ 20137 h 456382"/>
                    <a:gd name="connsiteX5" fmla="*/ 49890 w 67334"/>
                    <a:gd name="connsiteY5" fmla="*/ 38859 h 456382"/>
                    <a:gd name="connsiteX6" fmla="*/ 67177 w 67334"/>
                    <a:gd name="connsiteY6" fmla="*/ 41568 h 456382"/>
                    <a:gd name="connsiteX7" fmla="*/ 48127 w 67334"/>
                    <a:gd name="connsiteY7" fmla="*/ 158250 h 456382"/>
                    <a:gd name="connsiteX8" fmla="*/ 56240 w 67334"/>
                    <a:gd name="connsiteY8" fmla="*/ 346834 h 456382"/>
                    <a:gd name="connsiteX9" fmla="*/ 50683 w 67334"/>
                    <a:gd name="connsiteY9" fmla="*/ 380966 h 456382"/>
                    <a:gd name="connsiteX10" fmla="*/ 63384 w 67334"/>
                    <a:gd name="connsiteY10" fmla="*/ 428592 h 456382"/>
                    <a:gd name="connsiteX11" fmla="*/ 30047 w 67334"/>
                    <a:gd name="connsiteY11" fmla="*/ 456372 h 456382"/>
                    <a:gd name="connsiteX12" fmla="*/ 1471 w 67334"/>
                    <a:gd name="connsiteY12" fmla="*/ 430972 h 456382"/>
                    <a:gd name="connsiteX13" fmla="*/ 3852 w 67334"/>
                    <a:gd name="connsiteY13" fmla="*/ 364297 h 456382"/>
                    <a:gd name="connsiteX14" fmla="*/ 18140 w 67334"/>
                    <a:gd name="connsiteY14" fmla="*/ 349216 h 456382"/>
                    <a:gd name="connsiteX15" fmla="*/ 22903 w 67334"/>
                    <a:gd name="connsiteY15" fmla="*/ 323816 h 456382"/>
                    <a:gd name="connsiteX0" fmla="*/ 22903 w 67329"/>
                    <a:gd name="connsiteY0" fmla="*/ 323816 h 456382"/>
                    <a:gd name="connsiteX1" fmla="*/ 31458 w 67329"/>
                    <a:gd name="connsiteY1" fmla="*/ 179681 h 456382"/>
                    <a:gd name="connsiteX2" fmla="*/ 29077 w 67329"/>
                    <a:gd name="connsiteY2" fmla="*/ 79668 h 456382"/>
                    <a:gd name="connsiteX3" fmla="*/ 14790 w 67329"/>
                    <a:gd name="connsiteY3" fmla="*/ 27281 h 456382"/>
                    <a:gd name="connsiteX4" fmla="*/ 36221 w 67329"/>
                    <a:gd name="connsiteY4" fmla="*/ 20137 h 456382"/>
                    <a:gd name="connsiteX5" fmla="*/ 49890 w 67329"/>
                    <a:gd name="connsiteY5" fmla="*/ 38859 h 456382"/>
                    <a:gd name="connsiteX6" fmla="*/ 67177 w 67329"/>
                    <a:gd name="connsiteY6" fmla="*/ 41568 h 456382"/>
                    <a:gd name="connsiteX7" fmla="*/ 52890 w 67329"/>
                    <a:gd name="connsiteY7" fmla="*/ 79668 h 456382"/>
                    <a:gd name="connsiteX8" fmla="*/ 48127 w 67329"/>
                    <a:gd name="connsiteY8" fmla="*/ 158250 h 456382"/>
                    <a:gd name="connsiteX9" fmla="*/ 56240 w 67329"/>
                    <a:gd name="connsiteY9" fmla="*/ 346834 h 456382"/>
                    <a:gd name="connsiteX10" fmla="*/ 50683 w 67329"/>
                    <a:gd name="connsiteY10" fmla="*/ 380966 h 456382"/>
                    <a:gd name="connsiteX11" fmla="*/ 63384 w 67329"/>
                    <a:gd name="connsiteY11" fmla="*/ 428592 h 456382"/>
                    <a:gd name="connsiteX12" fmla="*/ 30047 w 67329"/>
                    <a:gd name="connsiteY12" fmla="*/ 456372 h 456382"/>
                    <a:gd name="connsiteX13" fmla="*/ 1471 w 67329"/>
                    <a:gd name="connsiteY13" fmla="*/ 430972 h 456382"/>
                    <a:gd name="connsiteX14" fmla="*/ 3852 w 67329"/>
                    <a:gd name="connsiteY14" fmla="*/ 364297 h 456382"/>
                    <a:gd name="connsiteX15" fmla="*/ 18140 w 67329"/>
                    <a:gd name="connsiteY15" fmla="*/ 349216 h 456382"/>
                    <a:gd name="connsiteX16" fmla="*/ 22903 w 67329"/>
                    <a:gd name="connsiteY16" fmla="*/ 323816 h 456382"/>
                    <a:gd name="connsiteX0" fmla="*/ 22903 w 67329"/>
                    <a:gd name="connsiteY0" fmla="*/ 323816 h 456382"/>
                    <a:gd name="connsiteX1" fmla="*/ 31458 w 67329"/>
                    <a:gd name="connsiteY1" fmla="*/ 1796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5272 w 67329"/>
                    <a:gd name="connsiteY10" fmla="*/ 322556 h 456382"/>
                    <a:gd name="connsiteX11" fmla="*/ 56240 w 67329"/>
                    <a:gd name="connsiteY11" fmla="*/ 346834 h 456382"/>
                    <a:gd name="connsiteX12" fmla="*/ 50683 w 67329"/>
                    <a:gd name="connsiteY12" fmla="*/ 380966 h 456382"/>
                    <a:gd name="connsiteX13" fmla="*/ 63384 w 67329"/>
                    <a:gd name="connsiteY13" fmla="*/ 428592 h 456382"/>
                    <a:gd name="connsiteX14" fmla="*/ 30047 w 67329"/>
                    <a:gd name="connsiteY14" fmla="*/ 456372 h 456382"/>
                    <a:gd name="connsiteX15" fmla="*/ 1471 w 67329"/>
                    <a:gd name="connsiteY15" fmla="*/ 430972 h 456382"/>
                    <a:gd name="connsiteX16" fmla="*/ 3852 w 67329"/>
                    <a:gd name="connsiteY16" fmla="*/ 364297 h 456382"/>
                    <a:gd name="connsiteX17" fmla="*/ 18140 w 67329"/>
                    <a:gd name="connsiteY17" fmla="*/ 349216 h 456382"/>
                    <a:gd name="connsiteX18" fmla="*/ 22903 w 67329"/>
                    <a:gd name="connsiteY18" fmla="*/ 323816 h 456382"/>
                    <a:gd name="connsiteX0" fmla="*/ 22903 w 67329"/>
                    <a:gd name="connsiteY0" fmla="*/ 327171 h 459737"/>
                    <a:gd name="connsiteX1" fmla="*/ 38602 w 67329"/>
                    <a:gd name="connsiteY1" fmla="*/ 221136 h 459737"/>
                    <a:gd name="connsiteX2" fmla="*/ 36222 w 67329"/>
                    <a:gd name="connsiteY2" fmla="*/ 154461 h 459737"/>
                    <a:gd name="connsiteX3" fmla="*/ 29077 w 67329"/>
                    <a:gd name="connsiteY3" fmla="*/ 83023 h 459737"/>
                    <a:gd name="connsiteX4" fmla="*/ 502 w 67329"/>
                    <a:gd name="connsiteY4" fmla="*/ 25873 h 459737"/>
                    <a:gd name="connsiteX5" fmla="*/ 36221 w 67329"/>
                    <a:gd name="connsiteY5" fmla="*/ 23492 h 459737"/>
                    <a:gd name="connsiteX6" fmla="*/ 49890 w 67329"/>
                    <a:gd name="connsiteY6" fmla="*/ 42214 h 459737"/>
                    <a:gd name="connsiteX7" fmla="*/ 67177 w 67329"/>
                    <a:gd name="connsiteY7" fmla="*/ 44923 h 459737"/>
                    <a:gd name="connsiteX8" fmla="*/ 52890 w 67329"/>
                    <a:gd name="connsiteY8" fmla="*/ 83023 h 459737"/>
                    <a:gd name="connsiteX9" fmla="*/ 48127 w 67329"/>
                    <a:gd name="connsiteY9" fmla="*/ 161605 h 459737"/>
                    <a:gd name="connsiteX10" fmla="*/ 55272 w 67329"/>
                    <a:gd name="connsiteY10" fmla="*/ 325911 h 459737"/>
                    <a:gd name="connsiteX11" fmla="*/ 56240 w 67329"/>
                    <a:gd name="connsiteY11" fmla="*/ 350189 h 459737"/>
                    <a:gd name="connsiteX12" fmla="*/ 50683 w 67329"/>
                    <a:gd name="connsiteY12" fmla="*/ 384321 h 459737"/>
                    <a:gd name="connsiteX13" fmla="*/ 63384 w 67329"/>
                    <a:gd name="connsiteY13" fmla="*/ 431947 h 459737"/>
                    <a:gd name="connsiteX14" fmla="*/ 30047 w 67329"/>
                    <a:gd name="connsiteY14" fmla="*/ 459727 h 459737"/>
                    <a:gd name="connsiteX15" fmla="*/ 1471 w 67329"/>
                    <a:gd name="connsiteY15" fmla="*/ 434327 h 459737"/>
                    <a:gd name="connsiteX16" fmla="*/ 3852 w 67329"/>
                    <a:gd name="connsiteY16" fmla="*/ 367652 h 459737"/>
                    <a:gd name="connsiteX17" fmla="*/ 18140 w 67329"/>
                    <a:gd name="connsiteY17" fmla="*/ 352571 h 459737"/>
                    <a:gd name="connsiteX18" fmla="*/ 22903 w 67329"/>
                    <a:gd name="connsiteY18" fmla="*/ 327171 h 459737"/>
                    <a:gd name="connsiteX0" fmla="*/ 22903 w 67329"/>
                    <a:gd name="connsiteY0" fmla="*/ 308273 h 440839"/>
                    <a:gd name="connsiteX1" fmla="*/ 38602 w 67329"/>
                    <a:gd name="connsiteY1" fmla="*/ 202238 h 440839"/>
                    <a:gd name="connsiteX2" fmla="*/ 36222 w 67329"/>
                    <a:gd name="connsiteY2" fmla="*/ 135563 h 440839"/>
                    <a:gd name="connsiteX3" fmla="*/ 29077 w 67329"/>
                    <a:gd name="connsiteY3" fmla="*/ 64125 h 440839"/>
                    <a:gd name="connsiteX4" fmla="*/ 502 w 67329"/>
                    <a:gd name="connsiteY4" fmla="*/ 6975 h 440839"/>
                    <a:gd name="connsiteX5" fmla="*/ 36221 w 67329"/>
                    <a:gd name="connsiteY5" fmla="*/ 4594 h 440839"/>
                    <a:gd name="connsiteX6" fmla="*/ 49890 w 67329"/>
                    <a:gd name="connsiteY6" fmla="*/ 23316 h 440839"/>
                    <a:gd name="connsiteX7" fmla="*/ 67177 w 67329"/>
                    <a:gd name="connsiteY7" fmla="*/ 26025 h 440839"/>
                    <a:gd name="connsiteX8" fmla="*/ 52890 w 67329"/>
                    <a:gd name="connsiteY8" fmla="*/ 64125 h 440839"/>
                    <a:gd name="connsiteX9" fmla="*/ 48127 w 67329"/>
                    <a:gd name="connsiteY9" fmla="*/ 142707 h 440839"/>
                    <a:gd name="connsiteX10" fmla="*/ 55272 w 67329"/>
                    <a:gd name="connsiteY10" fmla="*/ 307013 h 440839"/>
                    <a:gd name="connsiteX11" fmla="*/ 56240 w 67329"/>
                    <a:gd name="connsiteY11" fmla="*/ 331291 h 440839"/>
                    <a:gd name="connsiteX12" fmla="*/ 50683 w 67329"/>
                    <a:gd name="connsiteY12" fmla="*/ 365423 h 440839"/>
                    <a:gd name="connsiteX13" fmla="*/ 63384 w 67329"/>
                    <a:gd name="connsiteY13" fmla="*/ 413049 h 440839"/>
                    <a:gd name="connsiteX14" fmla="*/ 30047 w 67329"/>
                    <a:gd name="connsiteY14" fmla="*/ 440829 h 440839"/>
                    <a:gd name="connsiteX15" fmla="*/ 1471 w 67329"/>
                    <a:gd name="connsiteY15" fmla="*/ 415429 h 440839"/>
                    <a:gd name="connsiteX16" fmla="*/ 3852 w 67329"/>
                    <a:gd name="connsiteY16" fmla="*/ 348754 h 440839"/>
                    <a:gd name="connsiteX17" fmla="*/ 18140 w 67329"/>
                    <a:gd name="connsiteY17" fmla="*/ 333673 h 440839"/>
                    <a:gd name="connsiteX18" fmla="*/ 22903 w 67329"/>
                    <a:gd name="connsiteY18" fmla="*/ 308273 h 440839"/>
                    <a:gd name="connsiteX0" fmla="*/ 22903 w 67329"/>
                    <a:gd name="connsiteY0" fmla="*/ 306338 h 438904"/>
                    <a:gd name="connsiteX1" fmla="*/ 38602 w 67329"/>
                    <a:gd name="connsiteY1" fmla="*/ 200303 h 438904"/>
                    <a:gd name="connsiteX2" fmla="*/ 36222 w 67329"/>
                    <a:gd name="connsiteY2" fmla="*/ 133628 h 438904"/>
                    <a:gd name="connsiteX3" fmla="*/ 29077 w 67329"/>
                    <a:gd name="connsiteY3" fmla="*/ 62190 h 438904"/>
                    <a:gd name="connsiteX4" fmla="*/ 502 w 67329"/>
                    <a:gd name="connsiteY4" fmla="*/ 5040 h 438904"/>
                    <a:gd name="connsiteX5" fmla="*/ 36221 w 67329"/>
                    <a:gd name="connsiteY5" fmla="*/ 9802 h 438904"/>
                    <a:gd name="connsiteX6" fmla="*/ 49890 w 67329"/>
                    <a:gd name="connsiteY6" fmla="*/ 21381 h 438904"/>
                    <a:gd name="connsiteX7" fmla="*/ 67177 w 67329"/>
                    <a:gd name="connsiteY7" fmla="*/ 24090 h 438904"/>
                    <a:gd name="connsiteX8" fmla="*/ 52890 w 67329"/>
                    <a:gd name="connsiteY8" fmla="*/ 62190 h 438904"/>
                    <a:gd name="connsiteX9" fmla="*/ 48127 w 67329"/>
                    <a:gd name="connsiteY9" fmla="*/ 140772 h 438904"/>
                    <a:gd name="connsiteX10" fmla="*/ 55272 w 67329"/>
                    <a:gd name="connsiteY10" fmla="*/ 305078 h 438904"/>
                    <a:gd name="connsiteX11" fmla="*/ 56240 w 67329"/>
                    <a:gd name="connsiteY11" fmla="*/ 329356 h 438904"/>
                    <a:gd name="connsiteX12" fmla="*/ 50683 w 67329"/>
                    <a:gd name="connsiteY12" fmla="*/ 363488 h 438904"/>
                    <a:gd name="connsiteX13" fmla="*/ 63384 w 67329"/>
                    <a:gd name="connsiteY13" fmla="*/ 411114 h 438904"/>
                    <a:gd name="connsiteX14" fmla="*/ 30047 w 67329"/>
                    <a:gd name="connsiteY14" fmla="*/ 438894 h 438904"/>
                    <a:gd name="connsiteX15" fmla="*/ 1471 w 67329"/>
                    <a:gd name="connsiteY15" fmla="*/ 413494 h 438904"/>
                    <a:gd name="connsiteX16" fmla="*/ 3852 w 67329"/>
                    <a:gd name="connsiteY16" fmla="*/ 346819 h 438904"/>
                    <a:gd name="connsiteX17" fmla="*/ 18140 w 67329"/>
                    <a:gd name="connsiteY17" fmla="*/ 331738 h 438904"/>
                    <a:gd name="connsiteX18" fmla="*/ 22903 w 67329"/>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35669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5226 h 437792"/>
                    <a:gd name="connsiteX1" fmla="*/ 38602 w 79165"/>
                    <a:gd name="connsiteY1" fmla="*/ 199191 h 437792"/>
                    <a:gd name="connsiteX2" fmla="*/ 36222 w 79165"/>
                    <a:gd name="connsiteY2" fmla="*/ 132516 h 437792"/>
                    <a:gd name="connsiteX3" fmla="*/ 29077 w 79165"/>
                    <a:gd name="connsiteY3" fmla="*/ 61078 h 437792"/>
                    <a:gd name="connsiteX4" fmla="*/ 502 w 79165"/>
                    <a:gd name="connsiteY4" fmla="*/ 3928 h 437792"/>
                    <a:gd name="connsiteX5" fmla="*/ 33840 w 79165"/>
                    <a:gd name="connsiteY5" fmla="*/ 15834 h 437792"/>
                    <a:gd name="connsiteX6" fmla="*/ 49890 w 79165"/>
                    <a:gd name="connsiteY6" fmla="*/ 34557 h 437792"/>
                    <a:gd name="connsiteX7" fmla="*/ 79083 w 79165"/>
                    <a:gd name="connsiteY7" fmla="*/ 15834 h 437792"/>
                    <a:gd name="connsiteX8" fmla="*/ 52890 w 79165"/>
                    <a:gd name="connsiteY8" fmla="*/ 61078 h 437792"/>
                    <a:gd name="connsiteX9" fmla="*/ 48127 w 79165"/>
                    <a:gd name="connsiteY9" fmla="*/ 139660 h 437792"/>
                    <a:gd name="connsiteX10" fmla="*/ 55272 w 79165"/>
                    <a:gd name="connsiteY10" fmla="*/ 303966 h 437792"/>
                    <a:gd name="connsiteX11" fmla="*/ 56240 w 79165"/>
                    <a:gd name="connsiteY11" fmla="*/ 328244 h 437792"/>
                    <a:gd name="connsiteX12" fmla="*/ 50683 w 79165"/>
                    <a:gd name="connsiteY12" fmla="*/ 362376 h 437792"/>
                    <a:gd name="connsiteX13" fmla="*/ 63384 w 79165"/>
                    <a:gd name="connsiteY13" fmla="*/ 410002 h 437792"/>
                    <a:gd name="connsiteX14" fmla="*/ 30047 w 79165"/>
                    <a:gd name="connsiteY14" fmla="*/ 437782 h 437792"/>
                    <a:gd name="connsiteX15" fmla="*/ 1471 w 79165"/>
                    <a:gd name="connsiteY15" fmla="*/ 412382 h 437792"/>
                    <a:gd name="connsiteX16" fmla="*/ 3852 w 79165"/>
                    <a:gd name="connsiteY16" fmla="*/ 345707 h 437792"/>
                    <a:gd name="connsiteX17" fmla="*/ 18140 w 79165"/>
                    <a:gd name="connsiteY17" fmla="*/ 330626 h 437792"/>
                    <a:gd name="connsiteX18" fmla="*/ 22903 w 79165"/>
                    <a:gd name="connsiteY18" fmla="*/ 305226 h 437792"/>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74"/>
                    <a:gd name="connsiteY0" fmla="*/ 306060 h 438626"/>
                    <a:gd name="connsiteX1" fmla="*/ 38602 w 79174"/>
                    <a:gd name="connsiteY1" fmla="*/ 200025 h 438626"/>
                    <a:gd name="connsiteX2" fmla="*/ 36222 w 79174"/>
                    <a:gd name="connsiteY2" fmla="*/ 133350 h 438626"/>
                    <a:gd name="connsiteX3" fmla="*/ 29077 w 79174"/>
                    <a:gd name="connsiteY3" fmla="*/ 61912 h 438626"/>
                    <a:gd name="connsiteX4" fmla="*/ 502 w 79174"/>
                    <a:gd name="connsiteY4" fmla="*/ 0 h 438626"/>
                    <a:gd name="connsiteX5" fmla="*/ 33840 w 79174"/>
                    <a:gd name="connsiteY5" fmla="*/ 16668 h 438626"/>
                    <a:gd name="connsiteX6" fmla="*/ 49890 w 79174"/>
                    <a:gd name="connsiteY6" fmla="*/ 35391 h 438626"/>
                    <a:gd name="connsiteX7" fmla="*/ 79083 w 79174"/>
                    <a:gd name="connsiteY7" fmla="*/ 16668 h 438626"/>
                    <a:gd name="connsiteX8" fmla="*/ 52890 w 79174"/>
                    <a:gd name="connsiteY8" fmla="*/ 61912 h 438626"/>
                    <a:gd name="connsiteX9" fmla="*/ 48127 w 79174"/>
                    <a:gd name="connsiteY9" fmla="*/ 140494 h 438626"/>
                    <a:gd name="connsiteX10" fmla="*/ 55272 w 79174"/>
                    <a:gd name="connsiteY10" fmla="*/ 304800 h 438626"/>
                    <a:gd name="connsiteX11" fmla="*/ 56240 w 79174"/>
                    <a:gd name="connsiteY11" fmla="*/ 329078 h 438626"/>
                    <a:gd name="connsiteX12" fmla="*/ 50683 w 79174"/>
                    <a:gd name="connsiteY12" fmla="*/ 363210 h 438626"/>
                    <a:gd name="connsiteX13" fmla="*/ 63384 w 79174"/>
                    <a:gd name="connsiteY13" fmla="*/ 410836 h 438626"/>
                    <a:gd name="connsiteX14" fmla="*/ 30047 w 79174"/>
                    <a:gd name="connsiteY14" fmla="*/ 438616 h 438626"/>
                    <a:gd name="connsiteX15" fmla="*/ 1471 w 79174"/>
                    <a:gd name="connsiteY15" fmla="*/ 413216 h 438626"/>
                    <a:gd name="connsiteX16" fmla="*/ 3852 w 79174"/>
                    <a:gd name="connsiteY16" fmla="*/ 346541 h 438626"/>
                    <a:gd name="connsiteX17" fmla="*/ 18140 w 79174"/>
                    <a:gd name="connsiteY17" fmla="*/ 331460 h 438626"/>
                    <a:gd name="connsiteX18" fmla="*/ 22903 w 79174"/>
                    <a:gd name="connsiteY18" fmla="*/ 306060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174" h="438626">
                      <a:moveTo>
                        <a:pt x="22903" y="306060"/>
                      </a:moveTo>
                      <a:cubicBezTo>
                        <a:pt x="23535" y="277010"/>
                        <a:pt x="32810" y="251828"/>
                        <a:pt x="38602" y="200025"/>
                      </a:cubicBezTo>
                      <a:cubicBezTo>
                        <a:pt x="39234" y="170843"/>
                        <a:pt x="36619" y="150019"/>
                        <a:pt x="36222" y="133350"/>
                      </a:cubicBezTo>
                      <a:cubicBezTo>
                        <a:pt x="35825" y="116681"/>
                        <a:pt x="31062" y="82153"/>
                        <a:pt x="29077" y="61912"/>
                      </a:cubicBezTo>
                      <a:cubicBezTo>
                        <a:pt x="27093" y="41671"/>
                        <a:pt x="9234" y="14685"/>
                        <a:pt x="502" y="0"/>
                      </a:cubicBezTo>
                      <a:cubicBezTo>
                        <a:pt x="21772" y="13284"/>
                        <a:pt x="27990" y="14738"/>
                        <a:pt x="33840" y="16668"/>
                      </a:cubicBezTo>
                      <a:cubicBezTo>
                        <a:pt x="39690" y="18598"/>
                        <a:pt x="42350" y="35391"/>
                        <a:pt x="49890" y="35391"/>
                      </a:cubicBezTo>
                      <a:cubicBezTo>
                        <a:pt x="57430" y="35391"/>
                        <a:pt x="77393" y="9470"/>
                        <a:pt x="79083" y="16668"/>
                      </a:cubicBezTo>
                      <a:cubicBezTo>
                        <a:pt x="80773" y="23866"/>
                        <a:pt x="58446" y="49609"/>
                        <a:pt x="52890" y="61912"/>
                      </a:cubicBezTo>
                      <a:cubicBezTo>
                        <a:pt x="49715" y="81359"/>
                        <a:pt x="47730" y="100013"/>
                        <a:pt x="48127" y="140494"/>
                      </a:cubicBezTo>
                      <a:cubicBezTo>
                        <a:pt x="48524" y="180975"/>
                        <a:pt x="53920" y="273369"/>
                        <a:pt x="55272" y="304800"/>
                      </a:cubicBezTo>
                      <a:cubicBezTo>
                        <a:pt x="56624" y="336231"/>
                        <a:pt x="57005" y="319343"/>
                        <a:pt x="56240" y="329078"/>
                      </a:cubicBezTo>
                      <a:cubicBezTo>
                        <a:pt x="55475" y="338813"/>
                        <a:pt x="49492" y="349584"/>
                        <a:pt x="50683" y="363210"/>
                      </a:cubicBezTo>
                      <a:cubicBezTo>
                        <a:pt x="51874" y="376836"/>
                        <a:pt x="66823" y="398268"/>
                        <a:pt x="63384" y="410836"/>
                      </a:cubicBezTo>
                      <a:cubicBezTo>
                        <a:pt x="59945" y="423404"/>
                        <a:pt x="40366" y="438219"/>
                        <a:pt x="30047" y="438616"/>
                      </a:cubicBezTo>
                      <a:cubicBezTo>
                        <a:pt x="19728" y="439013"/>
                        <a:pt x="5837" y="428562"/>
                        <a:pt x="1471" y="413216"/>
                      </a:cubicBezTo>
                      <a:cubicBezTo>
                        <a:pt x="-2895" y="397870"/>
                        <a:pt x="3852" y="346541"/>
                        <a:pt x="3852" y="346541"/>
                      </a:cubicBezTo>
                      <a:lnTo>
                        <a:pt x="18140" y="331460"/>
                      </a:lnTo>
                      <a:cubicBezTo>
                        <a:pt x="18140" y="321935"/>
                        <a:pt x="36661" y="312410"/>
                        <a:pt x="22903" y="306060"/>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2930F4A8-85E1-F842-FC16-0E94AD4D7C49}"/>
                    </a:ext>
                  </a:extLst>
                </p:cNvPr>
                <p:cNvSpPr/>
                <p:nvPr/>
              </p:nvSpPr>
              <p:spPr>
                <a:xfrm rot="15717615">
                  <a:off x="10977579" y="4467600"/>
                  <a:ext cx="87660" cy="289829"/>
                </a:xfrm>
                <a:custGeom>
                  <a:avLst/>
                  <a:gdLst>
                    <a:gd name="connsiteX0" fmla="*/ 7552 w 350497"/>
                    <a:gd name="connsiteY0" fmla="*/ 74 h 230174"/>
                    <a:gd name="connsiteX1" fmla="*/ 172652 w 350497"/>
                    <a:gd name="connsiteY1" fmla="*/ 44524 h 230174"/>
                    <a:gd name="connsiteX2" fmla="*/ 236152 w 350497"/>
                    <a:gd name="connsiteY2" fmla="*/ 19124 h 230174"/>
                    <a:gd name="connsiteX3" fmla="*/ 350452 w 350497"/>
                    <a:gd name="connsiteY3" fmla="*/ 6424 h 230174"/>
                    <a:gd name="connsiteX4" fmla="*/ 248852 w 350497"/>
                    <a:gd name="connsiteY4" fmla="*/ 69924 h 230174"/>
                    <a:gd name="connsiteX5" fmla="*/ 166302 w 350497"/>
                    <a:gd name="connsiteY5" fmla="*/ 101674 h 230174"/>
                    <a:gd name="connsiteX6" fmla="*/ 166302 w 350497"/>
                    <a:gd name="connsiteY6" fmla="*/ 165174 h 230174"/>
                    <a:gd name="connsiteX7" fmla="*/ 179002 w 350497"/>
                    <a:gd name="connsiteY7" fmla="*/ 228674 h 230174"/>
                    <a:gd name="connsiteX8" fmla="*/ 121852 w 350497"/>
                    <a:gd name="connsiteY8" fmla="*/ 203274 h 230174"/>
                    <a:gd name="connsiteX9" fmla="*/ 121852 w 350497"/>
                    <a:gd name="connsiteY9" fmla="*/ 127074 h 230174"/>
                    <a:gd name="connsiteX10" fmla="*/ 121852 w 350497"/>
                    <a:gd name="connsiteY10" fmla="*/ 95324 h 230174"/>
                    <a:gd name="connsiteX11" fmla="*/ 121852 w 350497"/>
                    <a:gd name="connsiteY11" fmla="*/ 69924 h 230174"/>
                    <a:gd name="connsiteX12" fmla="*/ 39302 w 350497"/>
                    <a:gd name="connsiteY12" fmla="*/ 57224 h 230174"/>
                    <a:gd name="connsiteX13" fmla="*/ 7552 w 350497"/>
                    <a:gd name="connsiteY13" fmla="*/ 74 h 230174"/>
                    <a:gd name="connsiteX0" fmla="*/ 6244 w 349189"/>
                    <a:gd name="connsiteY0" fmla="*/ 999 h 231099"/>
                    <a:gd name="connsiteX1" fmla="*/ 152294 w 349189"/>
                    <a:gd name="connsiteY1" fmla="*/ 21636 h 231099"/>
                    <a:gd name="connsiteX2" fmla="*/ 234844 w 349189"/>
                    <a:gd name="connsiteY2" fmla="*/ 20049 h 231099"/>
                    <a:gd name="connsiteX3" fmla="*/ 349144 w 349189"/>
                    <a:gd name="connsiteY3" fmla="*/ 7349 h 231099"/>
                    <a:gd name="connsiteX4" fmla="*/ 247544 w 349189"/>
                    <a:gd name="connsiteY4" fmla="*/ 70849 h 231099"/>
                    <a:gd name="connsiteX5" fmla="*/ 164994 w 349189"/>
                    <a:gd name="connsiteY5" fmla="*/ 102599 h 231099"/>
                    <a:gd name="connsiteX6" fmla="*/ 164994 w 349189"/>
                    <a:gd name="connsiteY6" fmla="*/ 166099 h 231099"/>
                    <a:gd name="connsiteX7" fmla="*/ 177694 w 349189"/>
                    <a:gd name="connsiteY7" fmla="*/ 229599 h 231099"/>
                    <a:gd name="connsiteX8" fmla="*/ 120544 w 349189"/>
                    <a:gd name="connsiteY8" fmla="*/ 204199 h 231099"/>
                    <a:gd name="connsiteX9" fmla="*/ 120544 w 349189"/>
                    <a:gd name="connsiteY9" fmla="*/ 127999 h 231099"/>
                    <a:gd name="connsiteX10" fmla="*/ 120544 w 349189"/>
                    <a:gd name="connsiteY10" fmla="*/ 96249 h 231099"/>
                    <a:gd name="connsiteX11" fmla="*/ 120544 w 349189"/>
                    <a:gd name="connsiteY11" fmla="*/ 70849 h 231099"/>
                    <a:gd name="connsiteX12" fmla="*/ 37994 w 349189"/>
                    <a:gd name="connsiteY12" fmla="*/ 58149 h 231099"/>
                    <a:gd name="connsiteX13" fmla="*/ 6244 w 349189"/>
                    <a:gd name="connsiteY13" fmla="*/ 999 h 231099"/>
                    <a:gd name="connsiteX0" fmla="*/ 2860 w 345805"/>
                    <a:gd name="connsiteY0" fmla="*/ 605 h 230705"/>
                    <a:gd name="connsiteX1" fmla="*/ 148910 w 345805"/>
                    <a:gd name="connsiteY1" fmla="*/ 21242 h 230705"/>
                    <a:gd name="connsiteX2" fmla="*/ 231460 w 345805"/>
                    <a:gd name="connsiteY2" fmla="*/ 19655 h 230705"/>
                    <a:gd name="connsiteX3" fmla="*/ 345760 w 345805"/>
                    <a:gd name="connsiteY3" fmla="*/ 6955 h 230705"/>
                    <a:gd name="connsiteX4" fmla="*/ 244160 w 345805"/>
                    <a:gd name="connsiteY4" fmla="*/ 70455 h 230705"/>
                    <a:gd name="connsiteX5" fmla="*/ 161610 w 345805"/>
                    <a:gd name="connsiteY5" fmla="*/ 102205 h 230705"/>
                    <a:gd name="connsiteX6" fmla="*/ 161610 w 345805"/>
                    <a:gd name="connsiteY6" fmla="*/ 165705 h 230705"/>
                    <a:gd name="connsiteX7" fmla="*/ 174310 w 345805"/>
                    <a:gd name="connsiteY7" fmla="*/ 229205 h 230705"/>
                    <a:gd name="connsiteX8" fmla="*/ 117160 w 345805"/>
                    <a:gd name="connsiteY8" fmla="*/ 203805 h 230705"/>
                    <a:gd name="connsiteX9" fmla="*/ 117160 w 345805"/>
                    <a:gd name="connsiteY9" fmla="*/ 127605 h 230705"/>
                    <a:gd name="connsiteX10" fmla="*/ 117160 w 345805"/>
                    <a:gd name="connsiteY10" fmla="*/ 95855 h 230705"/>
                    <a:gd name="connsiteX11" fmla="*/ 117160 w 345805"/>
                    <a:gd name="connsiteY11" fmla="*/ 70455 h 230705"/>
                    <a:gd name="connsiteX12" fmla="*/ 58423 w 345805"/>
                    <a:gd name="connsiteY12" fmla="*/ 48230 h 230705"/>
                    <a:gd name="connsiteX13" fmla="*/ 2860 w 345805"/>
                    <a:gd name="connsiteY13" fmla="*/ 605 h 230705"/>
                    <a:gd name="connsiteX0" fmla="*/ 2860 w 345805"/>
                    <a:gd name="connsiteY0" fmla="*/ 605 h 230607"/>
                    <a:gd name="connsiteX1" fmla="*/ 148910 w 345805"/>
                    <a:gd name="connsiteY1" fmla="*/ 21242 h 230607"/>
                    <a:gd name="connsiteX2" fmla="*/ 231460 w 345805"/>
                    <a:gd name="connsiteY2" fmla="*/ 19655 h 230607"/>
                    <a:gd name="connsiteX3" fmla="*/ 345760 w 345805"/>
                    <a:gd name="connsiteY3" fmla="*/ 6955 h 230607"/>
                    <a:gd name="connsiteX4" fmla="*/ 244160 w 345805"/>
                    <a:gd name="connsiteY4" fmla="*/ 70455 h 230607"/>
                    <a:gd name="connsiteX5" fmla="*/ 161610 w 345805"/>
                    <a:gd name="connsiteY5" fmla="*/ 102205 h 230607"/>
                    <a:gd name="connsiteX6" fmla="*/ 161610 w 345805"/>
                    <a:gd name="connsiteY6" fmla="*/ 165705 h 230607"/>
                    <a:gd name="connsiteX7" fmla="*/ 174310 w 345805"/>
                    <a:gd name="connsiteY7" fmla="*/ 229205 h 230607"/>
                    <a:gd name="connsiteX8" fmla="*/ 117160 w 345805"/>
                    <a:gd name="connsiteY8" fmla="*/ 203805 h 230607"/>
                    <a:gd name="connsiteX9" fmla="*/ 131447 w 345805"/>
                    <a:gd name="connsiteY9" fmla="*/ 137130 h 230607"/>
                    <a:gd name="connsiteX10" fmla="*/ 117160 w 345805"/>
                    <a:gd name="connsiteY10" fmla="*/ 95855 h 230607"/>
                    <a:gd name="connsiteX11" fmla="*/ 117160 w 345805"/>
                    <a:gd name="connsiteY11" fmla="*/ 70455 h 230607"/>
                    <a:gd name="connsiteX12" fmla="*/ 58423 w 345805"/>
                    <a:gd name="connsiteY12" fmla="*/ 48230 h 230607"/>
                    <a:gd name="connsiteX13" fmla="*/ 2860 w 345805"/>
                    <a:gd name="connsiteY13" fmla="*/ 605 h 230607"/>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74310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17160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31285"/>
                    <a:gd name="connsiteX1" fmla="*/ 148910 w 345805"/>
                    <a:gd name="connsiteY1" fmla="*/ 21242 h 231285"/>
                    <a:gd name="connsiteX2" fmla="*/ 231460 w 345805"/>
                    <a:gd name="connsiteY2" fmla="*/ 19655 h 231285"/>
                    <a:gd name="connsiteX3" fmla="*/ 345760 w 345805"/>
                    <a:gd name="connsiteY3" fmla="*/ 6955 h 231285"/>
                    <a:gd name="connsiteX4" fmla="*/ 244160 w 345805"/>
                    <a:gd name="connsiteY4" fmla="*/ 70455 h 231285"/>
                    <a:gd name="connsiteX5" fmla="*/ 161610 w 345805"/>
                    <a:gd name="connsiteY5" fmla="*/ 102205 h 231285"/>
                    <a:gd name="connsiteX6" fmla="*/ 178278 w 345805"/>
                    <a:gd name="connsiteY6" fmla="*/ 153799 h 231285"/>
                    <a:gd name="connsiteX7" fmla="*/ 157642 w 345805"/>
                    <a:gd name="connsiteY7" fmla="*/ 229205 h 231285"/>
                    <a:gd name="connsiteX8" fmla="*/ 129066 w 345805"/>
                    <a:gd name="connsiteY8" fmla="*/ 203805 h 231285"/>
                    <a:gd name="connsiteX9" fmla="*/ 131447 w 345805"/>
                    <a:gd name="connsiteY9" fmla="*/ 137130 h 231285"/>
                    <a:gd name="connsiteX10" fmla="*/ 117160 w 345805"/>
                    <a:gd name="connsiteY10" fmla="*/ 95855 h 231285"/>
                    <a:gd name="connsiteX11" fmla="*/ 117160 w 345805"/>
                    <a:gd name="connsiteY11" fmla="*/ 70455 h 231285"/>
                    <a:gd name="connsiteX12" fmla="*/ 58423 w 345805"/>
                    <a:gd name="connsiteY12" fmla="*/ 48230 h 231285"/>
                    <a:gd name="connsiteX13" fmla="*/ 2860 w 345805"/>
                    <a:gd name="connsiteY13" fmla="*/ 605 h 23128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17160 w 345805"/>
                    <a:gd name="connsiteY11" fmla="*/ 95855 h 229215"/>
                    <a:gd name="connsiteX12" fmla="*/ 117160 w 345805"/>
                    <a:gd name="connsiteY12" fmla="*/ 70455 h 229215"/>
                    <a:gd name="connsiteX13" fmla="*/ 58423 w 345805"/>
                    <a:gd name="connsiteY13" fmla="*/ 48230 h 229215"/>
                    <a:gd name="connsiteX14" fmla="*/ 2860 w 345805"/>
                    <a:gd name="connsiteY14" fmla="*/ 605 h 229215"/>
                    <a:gd name="connsiteX0" fmla="*/ 2860 w 345805"/>
                    <a:gd name="connsiteY0" fmla="*/ 605 h 229215"/>
                    <a:gd name="connsiteX1" fmla="*/ 148910 w 345805"/>
                    <a:gd name="connsiteY1" fmla="*/ 21242 h 229215"/>
                    <a:gd name="connsiteX2" fmla="*/ 231460 w 345805"/>
                    <a:gd name="connsiteY2" fmla="*/ 19655 h 229215"/>
                    <a:gd name="connsiteX3" fmla="*/ 345760 w 345805"/>
                    <a:gd name="connsiteY3" fmla="*/ 6955 h 229215"/>
                    <a:gd name="connsiteX4" fmla="*/ 244160 w 345805"/>
                    <a:gd name="connsiteY4" fmla="*/ 70455 h 229215"/>
                    <a:gd name="connsiteX5" fmla="*/ 161610 w 345805"/>
                    <a:gd name="connsiteY5" fmla="*/ 102205 h 229215"/>
                    <a:gd name="connsiteX6" fmla="*/ 178278 w 345805"/>
                    <a:gd name="connsiteY6" fmla="*/ 153799 h 229215"/>
                    <a:gd name="connsiteX7" fmla="*/ 190979 w 345805"/>
                    <a:gd name="connsiteY7" fmla="*/ 201425 h 229215"/>
                    <a:gd name="connsiteX8" fmla="*/ 157642 w 345805"/>
                    <a:gd name="connsiteY8" fmla="*/ 229205 h 229215"/>
                    <a:gd name="connsiteX9" fmla="*/ 129066 w 345805"/>
                    <a:gd name="connsiteY9" fmla="*/ 203805 h 229215"/>
                    <a:gd name="connsiteX10" fmla="*/ 131447 w 345805"/>
                    <a:gd name="connsiteY10" fmla="*/ 137130 h 229215"/>
                    <a:gd name="connsiteX11" fmla="*/ 129066 w 345805"/>
                    <a:gd name="connsiteY11" fmla="*/ 98236 h 229215"/>
                    <a:gd name="connsiteX12" fmla="*/ 117160 w 345805"/>
                    <a:gd name="connsiteY12" fmla="*/ 70455 h 229215"/>
                    <a:gd name="connsiteX13" fmla="*/ 58423 w 345805"/>
                    <a:gd name="connsiteY13" fmla="*/ 48230 h 229215"/>
                    <a:gd name="connsiteX14" fmla="*/ 2860 w 345805"/>
                    <a:gd name="connsiteY14" fmla="*/ 605 h 229215"/>
                    <a:gd name="connsiteX0" fmla="*/ 151635 w 289793"/>
                    <a:gd name="connsiteY0" fmla="*/ 31547 h 224438"/>
                    <a:gd name="connsiteX1" fmla="*/ 92898 w 289793"/>
                    <a:gd name="connsiteY1" fmla="*/ 16465 h 224438"/>
                    <a:gd name="connsiteX2" fmla="*/ 175448 w 289793"/>
                    <a:gd name="connsiteY2" fmla="*/ 14878 h 224438"/>
                    <a:gd name="connsiteX3" fmla="*/ 289748 w 289793"/>
                    <a:gd name="connsiteY3" fmla="*/ 2178 h 224438"/>
                    <a:gd name="connsiteX4" fmla="*/ 188148 w 289793"/>
                    <a:gd name="connsiteY4" fmla="*/ 65678 h 224438"/>
                    <a:gd name="connsiteX5" fmla="*/ 105598 w 289793"/>
                    <a:gd name="connsiteY5" fmla="*/ 97428 h 224438"/>
                    <a:gd name="connsiteX6" fmla="*/ 122266 w 289793"/>
                    <a:gd name="connsiteY6" fmla="*/ 149022 h 224438"/>
                    <a:gd name="connsiteX7" fmla="*/ 134967 w 289793"/>
                    <a:gd name="connsiteY7" fmla="*/ 196648 h 224438"/>
                    <a:gd name="connsiteX8" fmla="*/ 101630 w 289793"/>
                    <a:gd name="connsiteY8" fmla="*/ 224428 h 224438"/>
                    <a:gd name="connsiteX9" fmla="*/ 73054 w 289793"/>
                    <a:gd name="connsiteY9" fmla="*/ 199028 h 224438"/>
                    <a:gd name="connsiteX10" fmla="*/ 75435 w 289793"/>
                    <a:gd name="connsiteY10" fmla="*/ 132353 h 224438"/>
                    <a:gd name="connsiteX11" fmla="*/ 73054 w 289793"/>
                    <a:gd name="connsiteY11" fmla="*/ 93459 h 224438"/>
                    <a:gd name="connsiteX12" fmla="*/ 61148 w 289793"/>
                    <a:gd name="connsiteY12" fmla="*/ 65678 h 224438"/>
                    <a:gd name="connsiteX13" fmla="*/ 2411 w 289793"/>
                    <a:gd name="connsiteY13" fmla="*/ 43453 h 224438"/>
                    <a:gd name="connsiteX14" fmla="*/ 151635 w 289793"/>
                    <a:gd name="connsiteY14" fmla="*/ 31547 h 224438"/>
                    <a:gd name="connsiteX0" fmla="*/ 151635 w 290748"/>
                    <a:gd name="connsiteY0" fmla="*/ 33589 h 226480"/>
                    <a:gd name="connsiteX1" fmla="*/ 92898 w 290748"/>
                    <a:gd name="connsiteY1" fmla="*/ 18507 h 226480"/>
                    <a:gd name="connsiteX2" fmla="*/ 175448 w 290748"/>
                    <a:gd name="connsiteY2" fmla="*/ 16920 h 226480"/>
                    <a:gd name="connsiteX3" fmla="*/ 289748 w 290748"/>
                    <a:gd name="connsiteY3" fmla="*/ 4220 h 226480"/>
                    <a:gd name="connsiteX4" fmla="*/ 105598 w 290748"/>
                    <a:gd name="connsiteY4" fmla="*/ 99470 h 226480"/>
                    <a:gd name="connsiteX5" fmla="*/ 122266 w 290748"/>
                    <a:gd name="connsiteY5" fmla="*/ 151064 h 226480"/>
                    <a:gd name="connsiteX6" fmla="*/ 134967 w 290748"/>
                    <a:gd name="connsiteY6" fmla="*/ 198690 h 226480"/>
                    <a:gd name="connsiteX7" fmla="*/ 101630 w 290748"/>
                    <a:gd name="connsiteY7" fmla="*/ 226470 h 226480"/>
                    <a:gd name="connsiteX8" fmla="*/ 73054 w 290748"/>
                    <a:gd name="connsiteY8" fmla="*/ 201070 h 226480"/>
                    <a:gd name="connsiteX9" fmla="*/ 75435 w 290748"/>
                    <a:gd name="connsiteY9" fmla="*/ 134395 h 226480"/>
                    <a:gd name="connsiteX10" fmla="*/ 73054 w 290748"/>
                    <a:gd name="connsiteY10" fmla="*/ 95501 h 226480"/>
                    <a:gd name="connsiteX11" fmla="*/ 61148 w 290748"/>
                    <a:gd name="connsiteY11" fmla="*/ 67720 h 226480"/>
                    <a:gd name="connsiteX12" fmla="*/ 2411 w 290748"/>
                    <a:gd name="connsiteY12" fmla="*/ 45495 h 226480"/>
                    <a:gd name="connsiteX13" fmla="*/ 151635 w 290748"/>
                    <a:gd name="connsiteY13" fmla="*/ 33589 h 226480"/>
                    <a:gd name="connsiteX0" fmla="*/ 151635 w 175500"/>
                    <a:gd name="connsiteY0" fmla="*/ 22875 h 215766"/>
                    <a:gd name="connsiteX1" fmla="*/ 92898 w 175500"/>
                    <a:gd name="connsiteY1" fmla="*/ 7793 h 215766"/>
                    <a:gd name="connsiteX2" fmla="*/ 175448 w 175500"/>
                    <a:gd name="connsiteY2" fmla="*/ 6206 h 215766"/>
                    <a:gd name="connsiteX3" fmla="*/ 105598 w 175500"/>
                    <a:gd name="connsiteY3" fmla="*/ 88756 h 215766"/>
                    <a:gd name="connsiteX4" fmla="*/ 122266 w 175500"/>
                    <a:gd name="connsiteY4" fmla="*/ 140350 h 215766"/>
                    <a:gd name="connsiteX5" fmla="*/ 134967 w 175500"/>
                    <a:gd name="connsiteY5" fmla="*/ 187976 h 215766"/>
                    <a:gd name="connsiteX6" fmla="*/ 101630 w 175500"/>
                    <a:gd name="connsiteY6" fmla="*/ 215756 h 215766"/>
                    <a:gd name="connsiteX7" fmla="*/ 73054 w 175500"/>
                    <a:gd name="connsiteY7" fmla="*/ 190356 h 215766"/>
                    <a:gd name="connsiteX8" fmla="*/ 75435 w 175500"/>
                    <a:gd name="connsiteY8" fmla="*/ 123681 h 215766"/>
                    <a:gd name="connsiteX9" fmla="*/ 73054 w 175500"/>
                    <a:gd name="connsiteY9" fmla="*/ 84787 h 215766"/>
                    <a:gd name="connsiteX10" fmla="*/ 61148 w 175500"/>
                    <a:gd name="connsiteY10" fmla="*/ 57006 h 215766"/>
                    <a:gd name="connsiteX11" fmla="*/ 2411 w 175500"/>
                    <a:gd name="connsiteY11" fmla="*/ 34781 h 215766"/>
                    <a:gd name="connsiteX12" fmla="*/ 151635 w 175500"/>
                    <a:gd name="connsiteY12" fmla="*/ 22875 h 215766"/>
                    <a:gd name="connsiteX0" fmla="*/ 90487 w 114352"/>
                    <a:gd name="connsiteY0" fmla="*/ 22875 h 215766"/>
                    <a:gd name="connsiteX1" fmla="*/ 31750 w 114352"/>
                    <a:gd name="connsiteY1" fmla="*/ 7793 h 215766"/>
                    <a:gd name="connsiteX2" fmla="*/ 114300 w 114352"/>
                    <a:gd name="connsiteY2" fmla="*/ 6206 h 215766"/>
                    <a:gd name="connsiteX3" fmla="*/ 44450 w 114352"/>
                    <a:gd name="connsiteY3" fmla="*/ 88756 h 215766"/>
                    <a:gd name="connsiteX4" fmla="*/ 61118 w 114352"/>
                    <a:gd name="connsiteY4" fmla="*/ 140350 h 215766"/>
                    <a:gd name="connsiteX5" fmla="*/ 73819 w 114352"/>
                    <a:gd name="connsiteY5" fmla="*/ 187976 h 215766"/>
                    <a:gd name="connsiteX6" fmla="*/ 40482 w 114352"/>
                    <a:gd name="connsiteY6" fmla="*/ 215756 h 215766"/>
                    <a:gd name="connsiteX7" fmla="*/ 11906 w 114352"/>
                    <a:gd name="connsiteY7" fmla="*/ 190356 h 215766"/>
                    <a:gd name="connsiteX8" fmla="*/ 14287 w 114352"/>
                    <a:gd name="connsiteY8" fmla="*/ 123681 h 215766"/>
                    <a:gd name="connsiteX9" fmla="*/ 11906 w 114352"/>
                    <a:gd name="connsiteY9" fmla="*/ 84787 h 215766"/>
                    <a:gd name="connsiteX10" fmla="*/ 0 w 114352"/>
                    <a:gd name="connsiteY10" fmla="*/ 57006 h 215766"/>
                    <a:gd name="connsiteX11" fmla="*/ 90487 w 114352"/>
                    <a:gd name="connsiteY11" fmla="*/ 22875 h 215766"/>
                    <a:gd name="connsiteX0" fmla="*/ 90487 w 114628"/>
                    <a:gd name="connsiteY0" fmla="*/ 26695 h 219586"/>
                    <a:gd name="connsiteX1" fmla="*/ 31750 w 114628"/>
                    <a:gd name="connsiteY1" fmla="*/ 11613 h 219586"/>
                    <a:gd name="connsiteX2" fmla="*/ 114300 w 114628"/>
                    <a:gd name="connsiteY2" fmla="*/ 10026 h 219586"/>
                    <a:gd name="connsiteX3" fmla="*/ 61118 w 114628"/>
                    <a:gd name="connsiteY3" fmla="*/ 144170 h 219586"/>
                    <a:gd name="connsiteX4" fmla="*/ 73819 w 114628"/>
                    <a:gd name="connsiteY4" fmla="*/ 191796 h 219586"/>
                    <a:gd name="connsiteX5" fmla="*/ 40482 w 114628"/>
                    <a:gd name="connsiteY5" fmla="*/ 219576 h 219586"/>
                    <a:gd name="connsiteX6" fmla="*/ 11906 w 114628"/>
                    <a:gd name="connsiteY6" fmla="*/ 194176 h 219586"/>
                    <a:gd name="connsiteX7" fmla="*/ 14287 w 114628"/>
                    <a:gd name="connsiteY7" fmla="*/ 127501 h 219586"/>
                    <a:gd name="connsiteX8" fmla="*/ 11906 w 114628"/>
                    <a:gd name="connsiteY8" fmla="*/ 88607 h 219586"/>
                    <a:gd name="connsiteX9" fmla="*/ 0 w 114628"/>
                    <a:gd name="connsiteY9" fmla="*/ 60826 h 219586"/>
                    <a:gd name="connsiteX10" fmla="*/ 90487 w 114628"/>
                    <a:gd name="connsiteY10" fmla="*/ 26695 h 219586"/>
                    <a:gd name="connsiteX0" fmla="*/ 0 w 114628"/>
                    <a:gd name="connsiteY0" fmla="*/ 62242 h 221002"/>
                    <a:gd name="connsiteX1" fmla="*/ 31750 w 114628"/>
                    <a:gd name="connsiteY1" fmla="*/ 13029 h 221002"/>
                    <a:gd name="connsiteX2" fmla="*/ 114300 w 114628"/>
                    <a:gd name="connsiteY2" fmla="*/ 11442 h 221002"/>
                    <a:gd name="connsiteX3" fmla="*/ 61118 w 114628"/>
                    <a:gd name="connsiteY3" fmla="*/ 145586 h 221002"/>
                    <a:gd name="connsiteX4" fmla="*/ 73819 w 114628"/>
                    <a:gd name="connsiteY4" fmla="*/ 193212 h 221002"/>
                    <a:gd name="connsiteX5" fmla="*/ 40482 w 114628"/>
                    <a:gd name="connsiteY5" fmla="*/ 220992 h 221002"/>
                    <a:gd name="connsiteX6" fmla="*/ 11906 w 114628"/>
                    <a:gd name="connsiteY6" fmla="*/ 195592 h 221002"/>
                    <a:gd name="connsiteX7" fmla="*/ 14287 w 114628"/>
                    <a:gd name="connsiteY7" fmla="*/ 128917 h 221002"/>
                    <a:gd name="connsiteX8" fmla="*/ 11906 w 114628"/>
                    <a:gd name="connsiteY8" fmla="*/ 90023 h 221002"/>
                    <a:gd name="connsiteX9" fmla="*/ 0 w 114628"/>
                    <a:gd name="connsiteY9" fmla="*/ 62242 h 221002"/>
                    <a:gd name="connsiteX0" fmla="*/ 0 w 74331"/>
                    <a:gd name="connsiteY0" fmla="*/ 50213 h 208973"/>
                    <a:gd name="connsiteX1" fmla="*/ 31750 w 74331"/>
                    <a:gd name="connsiteY1" fmla="*/ 1000 h 208973"/>
                    <a:gd name="connsiteX2" fmla="*/ 66675 w 74331"/>
                    <a:gd name="connsiteY2" fmla="*/ 99425 h 208973"/>
                    <a:gd name="connsiteX3" fmla="*/ 61118 w 74331"/>
                    <a:gd name="connsiteY3" fmla="*/ 133557 h 208973"/>
                    <a:gd name="connsiteX4" fmla="*/ 73819 w 74331"/>
                    <a:gd name="connsiteY4" fmla="*/ 181183 h 208973"/>
                    <a:gd name="connsiteX5" fmla="*/ 40482 w 74331"/>
                    <a:gd name="connsiteY5" fmla="*/ 208963 h 208973"/>
                    <a:gd name="connsiteX6" fmla="*/ 11906 w 74331"/>
                    <a:gd name="connsiteY6" fmla="*/ 183563 h 208973"/>
                    <a:gd name="connsiteX7" fmla="*/ 14287 w 74331"/>
                    <a:gd name="connsiteY7" fmla="*/ 116888 h 208973"/>
                    <a:gd name="connsiteX8" fmla="*/ 11906 w 74331"/>
                    <a:gd name="connsiteY8" fmla="*/ 77994 h 208973"/>
                    <a:gd name="connsiteX9" fmla="*/ 0 w 74331"/>
                    <a:gd name="connsiteY9" fmla="*/ 50213 h 208973"/>
                    <a:gd name="connsiteX0" fmla="*/ 0 w 74331"/>
                    <a:gd name="connsiteY0" fmla="*/ 18668 h 177428"/>
                    <a:gd name="connsiteX1" fmla="*/ 46037 w 74331"/>
                    <a:gd name="connsiteY1" fmla="*/ 2793 h 177428"/>
                    <a:gd name="connsiteX2" fmla="*/ 66675 w 74331"/>
                    <a:gd name="connsiteY2" fmla="*/ 67880 h 177428"/>
                    <a:gd name="connsiteX3" fmla="*/ 61118 w 74331"/>
                    <a:gd name="connsiteY3" fmla="*/ 102012 h 177428"/>
                    <a:gd name="connsiteX4" fmla="*/ 73819 w 74331"/>
                    <a:gd name="connsiteY4" fmla="*/ 149638 h 177428"/>
                    <a:gd name="connsiteX5" fmla="*/ 40482 w 74331"/>
                    <a:gd name="connsiteY5" fmla="*/ 177418 h 177428"/>
                    <a:gd name="connsiteX6" fmla="*/ 11906 w 74331"/>
                    <a:gd name="connsiteY6" fmla="*/ 152018 h 177428"/>
                    <a:gd name="connsiteX7" fmla="*/ 14287 w 74331"/>
                    <a:gd name="connsiteY7" fmla="*/ 85343 h 177428"/>
                    <a:gd name="connsiteX8" fmla="*/ 11906 w 74331"/>
                    <a:gd name="connsiteY8" fmla="*/ 46449 h 177428"/>
                    <a:gd name="connsiteX9" fmla="*/ 0 w 74331"/>
                    <a:gd name="connsiteY9" fmla="*/ 18668 h 1774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471 w 63896"/>
                    <a:gd name="connsiteY8" fmla="*/ 44049 h 175028"/>
                    <a:gd name="connsiteX9" fmla="*/ 6234 w 63896"/>
                    <a:gd name="connsiteY9" fmla="*/ 40080 h 175028"/>
                    <a:gd name="connsiteX0" fmla="*/ 6234 w 63896"/>
                    <a:gd name="connsiteY0" fmla="*/ 40080 h 175028"/>
                    <a:gd name="connsiteX1" fmla="*/ 35602 w 63896"/>
                    <a:gd name="connsiteY1" fmla="*/ 393 h 175028"/>
                    <a:gd name="connsiteX2" fmla="*/ 56240 w 63896"/>
                    <a:gd name="connsiteY2" fmla="*/ 65480 h 175028"/>
                    <a:gd name="connsiteX3" fmla="*/ 50683 w 63896"/>
                    <a:gd name="connsiteY3" fmla="*/ 99612 h 175028"/>
                    <a:gd name="connsiteX4" fmla="*/ 63384 w 63896"/>
                    <a:gd name="connsiteY4" fmla="*/ 147238 h 175028"/>
                    <a:gd name="connsiteX5" fmla="*/ 30047 w 63896"/>
                    <a:gd name="connsiteY5" fmla="*/ 175018 h 175028"/>
                    <a:gd name="connsiteX6" fmla="*/ 1471 w 63896"/>
                    <a:gd name="connsiteY6" fmla="*/ 149618 h 175028"/>
                    <a:gd name="connsiteX7" fmla="*/ 3852 w 63896"/>
                    <a:gd name="connsiteY7" fmla="*/ 82943 h 175028"/>
                    <a:gd name="connsiteX8" fmla="*/ 18140 w 63896"/>
                    <a:gd name="connsiteY8" fmla="*/ 67862 h 175028"/>
                    <a:gd name="connsiteX9" fmla="*/ 6234 w 63896"/>
                    <a:gd name="connsiteY9" fmla="*/ 40080 h 175028"/>
                    <a:gd name="connsiteX0" fmla="*/ 22903 w 63896"/>
                    <a:gd name="connsiteY0" fmla="*/ 42377 h 174943"/>
                    <a:gd name="connsiteX1" fmla="*/ 35602 w 63896"/>
                    <a:gd name="connsiteY1" fmla="*/ 308 h 174943"/>
                    <a:gd name="connsiteX2" fmla="*/ 56240 w 63896"/>
                    <a:gd name="connsiteY2" fmla="*/ 65395 h 174943"/>
                    <a:gd name="connsiteX3" fmla="*/ 50683 w 63896"/>
                    <a:gd name="connsiteY3" fmla="*/ 99527 h 174943"/>
                    <a:gd name="connsiteX4" fmla="*/ 63384 w 63896"/>
                    <a:gd name="connsiteY4" fmla="*/ 147153 h 174943"/>
                    <a:gd name="connsiteX5" fmla="*/ 30047 w 63896"/>
                    <a:gd name="connsiteY5" fmla="*/ 174933 h 174943"/>
                    <a:gd name="connsiteX6" fmla="*/ 1471 w 63896"/>
                    <a:gd name="connsiteY6" fmla="*/ 149533 h 174943"/>
                    <a:gd name="connsiteX7" fmla="*/ 3852 w 63896"/>
                    <a:gd name="connsiteY7" fmla="*/ 82858 h 174943"/>
                    <a:gd name="connsiteX8" fmla="*/ 18140 w 63896"/>
                    <a:gd name="connsiteY8" fmla="*/ 67777 h 174943"/>
                    <a:gd name="connsiteX9" fmla="*/ 22903 w 63896"/>
                    <a:gd name="connsiteY9" fmla="*/ 42377 h 174943"/>
                    <a:gd name="connsiteX0" fmla="*/ 22903 w 63896"/>
                    <a:gd name="connsiteY0" fmla="*/ 294520 h 427086"/>
                    <a:gd name="connsiteX1" fmla="*/ 42746 w 63896"/>
                    <a:gd name="connsiteY1" fmla="*/ 38 h 427086"/>
                    <a:gd name="connsiteX2" fmla="*/ 56240 w 63896"/>
                    <a:gd name="connsiteY2" fmla="*/ 317538 h 427086"/>
                    <a:gd name="connsiteX3" fmla="*/ 50683 w 63896"/>
                    <a:gd name="connsiteY3" fmla="*/ 351670 h 427086"/>
                    <a:gd name="connsiteX4" fmla="*/ 63384 w 63896"/>
                    <a:gd name="connsiteY4" fmla="*/ 399296 h 427086"/>
                    <a:gd name="connsiteX5" fmla="*/ 30047 w 63896"/>
                    <a:gd name="connsiteY5" fmla="*/ 427076 h 427086"/>
                    <a:gd name="connsiteX6" fmla="*/ 1471 w 63896"/>
                    <a:gd name="connsiteY6" fmla="*/ 401676 h 427086"/>
                    <a:gd name="connsiteX7" fmla="*/ 3852 w 63896"/>
                    <a:gd name="connsiteY7" fmla="*/ 335001 h 427086"/>
                    <a:gd name="connsiteX8" fmla="*/ 18140 w 63896"/>
                    <a:gd name="connsiteY8" fmla="*/ 319920 h 427086"/>
                    <a:gd name="connsiteX9" fmla="*/ 22903 w 63896"/>
                    <a:gd name="connsiteY9" fmla="*/ 294520 h 427086"/>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21283 h 453849"/>
                    <a:gd name="connsiteX1" fmla="*/ 14790 w 63896"/>
                    <a:gd name="connsiteY1" fmla="*/ 50942 h 453849"/>
                    <a:gd name="connsiteX2" fmla="*/ 42746 w 63896"/>
                    <a:gd name="connsiteY2" fmla="*/ 26801 h 453849"/>
                    <a:gd name="connsiteX3" fmla="*/ 56240 w 63896"/>
                    <a:gd name="connsiteY3" fmla="*/ 344301 h 453849"/>
                    <a:gd name="connsiteX4" fmla="*/ 50683 w 63896"/>
                    <a:gd name="connsiteY4" fmla="*/ 378433 h 453849"/>
                    <a:gd name="connsiteX5" fmla="*/ 63384 w 63896"/>
                    <a:gd name="connsiteY5" fmla="*/ 426059 h 453849"/>
                    <a:gd name="connsiteX6" fmla="*/ 30047 w 63896"/>
                    <a:gd name="connsiteY6" fmla="*/ 453839 h 453849"/>
                    <a:gd name="connsiteX7" fmla="*/ 1471 w 63896"/>
                    <a:gd name="connsiteY7" fmla="*/ 428439 h 453849"/>
                    <a:gd name="connsiteX8" fmla="*/ 3852 w 63896"/>
                    <a:gd name="connsiteY8" fmla="*/ 361764 h 453849"/>
                    <a:gd name="connsiteX9" fmla="*/ 18140 w 63896"/>
                    <a:gd name="connsiteY9" fmla="*/ 346683 h 453849"/>
                    <a:gd name="connsiteX10" fmla="*/ 22903 w 63896"/>
                    <a:gd name="connsiteY10" fmla="*/ 321283 h 453849"/>
                    <a:gd name="connsiteX0" fmla="*/ 22903 w 63896"/>
                    <a:gd name="connsiteY0" fmla="*/ 333885 h 466451"/>
                    <a:gd name="connsiteX1" fmla="*/ 14790 w 63896"/>
                    <a:gd name="connsiteY1" fmla="*/ 37350 h 466451"/>
                    <a:gd name="connsiteX2" fmla="*/ 42746 w 63896"/>
                    <a:gd name="connsiteY2" fmla="*/ 39403 h 466451"/>
                    <a:gd name="connsiteX3" fmla="*/ 56240 w 63896"/>
                    <a:gd name="connsiteY3" fmla="*/ 356903 h 466451"/>
                    <a:gd name="connsiteX4" fmla="*/ 50683 w 63896"/>
                    <a:gd name="connsiteY4" fmla="*/ 391035 h 466451"/>
                    <a:gd name="connsiteX5" fmla="*/ 63384 w 63896"/>
                    <a:gd name="connsiteY5" fmla="*/ 438661 h 466451"/>
                    <a:gd name="connsiteX6" fmla="*/ 30047 w 63896"/>
                    <a:gd name="connsiteY6" fmla="*/ 466441 h 466451"/>
                    <a:gd name="connsiteX7" fmla="*/ 1471 w 63896"/>
                    <a:gd name="connsiteY7" fmla="*/ 441041 h 466451"/>
                    <a:gd name="connsiteX8" fmla="*/ 3852 w 63896"/>
                    <a:gd name="connsiteY8" fmla="*/ 374366 h 466451"/>
                    <a:gd name="connsiteX9" fmla="*/ 18140 w 63896"/>
                    <a:gd name="connsiteY9" fmla="*/ 359285 h 466451"/>
                    <a:gd name="connsiteX10" fmla="*/ 22903 w 63896"/>
                    <a:gd name="connsiteY10" fmla="*/ 333885 h 466451"/>
                    <a:gd name="connsiteX0" fmla="*/ 22903 w 63896"/>
                    <a:gd name="connsiteY0" fmla="*/ 329452 h 462018"/>
                    <a:gd name="connsiteX1" fmla="*/ 14790 w 63896"/>
                    <a:gd name="connsiteY1" fmla="*/ 32917 h 462018"/>
                    <a:gd name="connsiteX2" fmla="*/ 49890 w 63896"/>
                    <a:gd name="connsiteY2" fmla="*/ 44495 h 462018"/>
                    <a:gd name="connsiteX3" fmla="*/ 56240 w 63896"/>
                    <a:gd name="connsiteY3" fmla="*/ 352470 h 462018"/>
                    <a:gd name="connsiteX4" fmla="*/ 50683 w 63896"/>
                    <a:gd name="connsiteY4" fmla="*/ 386602 h 462018"/>
                    <a:gd name="connsiteX5" fmla="*/ 63384 w 63896"/>
                    <a:gd name="connsiteY5" fmla="*/ 434228 h 462018"/>
                    <a:gd name="connsiteX6" fmla="*/ 30047 w 63896"/>
                    <a:gd name="connsiteY6" fmla="*/ 462008 h 462018"/>
                    <a:gd name="connsiteX7" fmla="*/ 1471 w 63896"/>
                    <a:gd name="connsiteY7" fmla="*/ 436608 h 462018"/>
                    <a:gd name="connsiteX8" fmla="*/ 3852 w 63896"/>
                    <a:gd name="connsiteY8" fmla="*/ 369933 h 462018"/>
                    <a:gd name="connsiteX9" fmla="*/ 18140 w 63896"/>
                    <a:gd name="connsiteY9" fmla="*/ 354852 h 462018"/>
                    <a:gd name="connsiteX10" fmla="*/ 22903 w 63896"/>
                    <a:gd name="connsiteY10" fmla="*/ 329452 h 462018"/>
                    <a:gd name="connsiteX0" fmla="*/ 22903 w 63896"/>
                    <a:gd name="connsiteY0" fmla="*/ 323816 h 456382"/>
                    <a:gd name="connsiteX1" fmla="*/ 14790 w 63896"/>
                    <a:gd name="connsiteY1" fmla="*/ 27281 h 456382"/>
                    <a:gd name="connsiteX2" fmla="*/ 36221 w 63896"/>
                    <a:gd name="connsiteY2" fmla="*/ 20137 h 456382"/>
                    <a:gd name="connsiteX3" fmla="*/ 49890 w 63896"/>
                    <a:gd name="connsiteY3" fmla="*/ 38859 h 456382"/>
                    <a:gd name="connsiteX4" fmla="*/ 56240 w 63896"/>
                    <a:gd name="connsiteY4" fmla="*/ 346834 h 456382"/>
                    <a:gd name="connsiteX5" fmla="*/ 50683 w 63896"/>
                    <a:gd name="connsiteY5" fmla="*/ 380966 h 456382"/>
                    <a:gd name="connsiteX6" fmla="*/ 63384 w 63896"/>
                    <a:gd name="connsiteY6" fmla="*/ 428592 h 456382"/>
                    <a:gd name="connsiteX7" fmla="*/ 30047 w 63896"/>
                    <a:gd name="connsiteY7" fmla="*/ 456372 h 456382"/>
                    <a:gd name="connsiteX8" fmla="*/ 1471 w 63896"/>
                    <a:gd name="connsiteY8" fmla="*/ 430972 h 456382"/>
                    <a:gd name="connsiteX9" fmla="*/ 3852 w 63896"/>
                    <a:gd name="connsiteY9" fmla="*/ 364297 h 456382"/>
                    <a:gd name="connsiteX10" fmla="*/ 18140 w 63896"/>
                    <a:gd name="connsiteY10" fmla="*/ 349216 h 456382"/>
                    <a:gd name="connsiteX11" fmla="*/ 22903 w 63896"/>
                    <a:gd name="connsiteY11" fmla="*/ 323816 h 456382"/>
                    <a:gd name="connsiteX0" fmla="*/ 22903 w 67260"/>
                    <a:gd name="connsiteY0" fmla="*/ 323816 h 456382"/>
                    <a:gd name="connsiteX1" fmla="*/ 14790 w 67260"/>
                    <a:gd name="connsiteY1" fmla="*/ 27281 h 456382"/>
                    <a:gd name="connsiteX2" fmla="*/ 36221 w 67260"/>
                    <a:gd name="connsiteY2" fmla="*/ 20137 h 456382"/>
                    <a:gd name="connsiteX3" fmla="*/ 49890 w 67260"/>
                    <a:gd name="connsiteY3" fmla="*/ 38859 h 456382"/>
                    <a:gd name="connsiteX4" fmla="*/ 67177 w 67260"/>
                    <a:gd name="connsiteY4" fmla="*/ 41568 h 456382"/>
                    <a:gd name="connsiteX5" fmla="*/ 56240 w 67260"/>
                    <a:gd name="connsiteY5" fmla="*/ 346834 h 456382"/>
                    <a:gd name="connsiteX6" fmla="*/ 50683 w 67260"/>
                    <a:gd name="connsiteY6" fmla="*/ 380966 h 456382"/>
                    <a:gd name="connsiteX7" fmla="*/ 63384 w 67260"/>
                    <a:gd name="connsiteY7" fmla="*/ 428592 h 456382"/>
                    <a:gd name="connsiteX8" fmla="*/ 30047 w 67260"/>
                    <a:gd name="connsiteY8" fmla="*/ 456372 h 456382"/>
                    <a:gd name="connsiteX9" fmla="*/ 1471 w 67260"/>
                    <a:gd name="connsiteY9" fmla="*/ 430972 h 456382"/>
                    <a:gd name="connsiteX10" fmla="*/ 3852 w 67260"/>
                    <a:gd name="connsiteY10" fmla="*/ 364297 h 456382"/>
                    <a:gd name="connsiteX11" fmla="*/ 18140 w 67260"/>
                    <a:gd name="connsiteY11" fmla="*/ 349216 h 456382"/>
                    <a:gd name="connsiteX12" fmla="*/ 22903 w 67260"/>
                    <a:gd name="connsiteY12" fmla="*/ 323816 h 456382"/>
                    <a:gd name="connsiteX0" fmla="*/ 22903 w 67334"/>
                    <a:gd name="connsiteY0" fmla="*/ 323816 h 456382"/>
                    <a:gd name="connsiteX1" fmla="*/ 14790 w 67334"/>
                    <a:gd name="connsiteY1" fmla="*/ 27281 h 456382"/>
                    <a:gd name="connsiteX2" fmla="*/ 36221 w 67334"/>
                    <a:gd name="connsiteY2" fmla="*/ 20137 h 456382"/>
                    <a:gd name="connsiteX3" fmla="*/ 49890 w 67334"/>
                    <a:gd name="connsiteY3" fmla="*/ 38859 h 456382"/>
                    <a:gd name="connsiteX4" fmla="*/ 67177 w 67334"/>
                    <a:gd name="connsiteY4" fmla="*/ 41568 h 456382"/>
                    <a:gd name="connsiteX5" fmla="*/ 48127 w 67334"/>
                    <a:gd name="connsiteY5" fmla="*/ 158250 h 456382"/>
                    <a:gd name="connsiteX6" fmla="*/ 56240 w 67334"/>
                    <a:gd name="connsiteY6" fmla="*/ 346834 h 456382"/>
                    <a:gd name="connsiteX7" fmla="*/ 50683 w 67334"/>
                    <a:gd name="connsiteY7" fmla="*/ 380966 h 456382"/>
                    <a:gd name="connsiteX8" fmla="*/ 63384 w 67334"/>
                    <a:gd name="connsiteY8" fmla="*/ 428592 h 456382"/>
                    <a:gd name="connsiteX9" fmla="*/ 30047 w 67334"/>
                    <a:gd name="connsiteY9" fmla="*/ 456372 h 456382"/>
                    <a:gd name="connsiteX10" fmla="*/ 1471 w 67334"/>
                    <a:gd name="connsiteY10" fmla="*/ 430972 h 456382"/>
                    <a:gd name="connsiteX11" fmla="*/ 3852 w 67334"/>
                    <a:gd name="connsiteY11" fmla="*/ 364297 h 456382"/>
                    <a:gd name="connsiteX12" fmla="*/ 18140 w 67334"/>
                    <a:gd name="connsiteY12" fmla="*/ 349216 h 456382"/>
                    <a:gd name="connsiteX13" fmla="*/ 22903 w 67334"/>
                    <a:gd name="connsiteY13" fmla="*/ 323816 h 456382"/>
                    <a:gd name="connsiteX0" fmla="*/ 22903 w 67334"/>
                    <a:gd name="connsiteY0" fmla="*/ 323816 h 456382"/>
                    <a:gd name="connsiteX1" fmla="*/ 31458 w 67334"/>
                    <a:gd name="connsiteY1" fmla="*/ 179681 h 456382"/>
                    <a:gd name="connsiteX2" fmla="*/ 14790 w 67334"/>
                    <a:gd name="connsiteY2" fmla="*/ 27281 h 456382"/>
                    <a:gd name="connsiteX3" fmla="*/ 36221 w 67334"/>
                    <a:gd name="connsiteY3" fmla="*/ 20137 h 456382"/>
                    <a:gd name="connsiteX4" fmla="*/ 49890 w 67334"/>
                    <a:gd name="connsiteY4" fmla="*/ 38859 h 456382"/>
                    <a:gd name="connsiteX5" fmla="*/ 67177 w 67334"/>
                    <a:gd name="connsiteY5" fmla="*/ 41568 h 456382"/>
                    <a:gd name="connsiteX6" fmla="*/ 48127 w 67334"/>
                    <a:gd name="connsiteY6" fmla="*/ 158250 h 456382"/>
                    <a:gd name="connsiteX7" fmla="*/ 56240 w 67334"/>
                    <a:gd name="connsiteY7" fmla="*/ 346834 h 456382"/>
                    <a:gd name="connsiteX8" fmla="*/ 50683 w 67334"/>
                    <a:gd name="connsiteY8" fmla="*/ 380966 h 456382"/>
                    <a:gd name="connsiteX9" fmla="*/ 63384 w 67334"/>
                    <a:gd name="connsiteY9" fmla="*/ 428592 h 456382"/>
                    <a:gd name="connsiteX10" fmla="*/ 30047 w 67334"/>
                    <a:gd name="connsiteY10" fmla="*/ 456372 h 456382"/>
                    <a:gd name="connsiteX11" fmla="*/ 1471 w 67334"/>
                    <a:gd name="connsiteY11" fmla="*/ 430972 h 456382"/>
                    <a:gd name="connsiteX12" fmla="*/ 3852 w 67334"/>
                    <a:gd name="connsiteY12" fmla="*/ 364297 h 456382"/>
                    <a:gd name="connsiteX13" fmla="*/ 18140 w 67334"/>
                    <a:gd name="connsiteY13" fmla="*/ 349216 h 456382"/>
                    <a:gd name="connsiteX14" fmla="*/ 22903 w 67334"/>
                    <a:gd name="connsiteY14" fmla="*/ 323816 h 456382"/>
                    <a:gd name="connsiteX0" fmla="*/ 22903 w 67334"/>
                    <a:gd name="connsiteY0" fmla="*/ 323816 h 456382"/>
                    <a:gd name="connsiteX1" fmla="*/ 31458 w 67334"/>
                    <a:gd name="connsiteY1" fmla="*/ 179681 h 456382"/>
                    <a:gd name="connsiteX2" fmla="*/ 29077 w 67334"/>
                    <a:gd name="connsiteY2" fmla="*/ 79668 h 456382"/>
                    <a:gd name="connsiteX3" fmla="*/ 14790 w 67334"/>
                    <a:gd name="connsiteY3" fmla="*/ 27281 h 456382"/>
                    <a:gd name="connsiteX4" fmla="*/ 36221 w 67334"/>
                    <a:gd name="connsiteY4" fmla="*/ 20137 h 456382"/>
                    <a:gd name="connsiteX5" fmla="*/ 49890 w 67334"/>
                    <a:gd name="connsiteY5" fmla="*/ 38859 h 456382"/>
                    <a:gd name="connsiteX6" fmla="*/ 67177 w 67334"/>
                    <a:gd name="connsiteY6" fmla="*/ 41568 h 456382"/>
                    <a:gd name="connsiteX7" fmla="*/ 48127 w 67334"/>
                    <a:gd name="connsiteY7" fmla="*/ 158250 h 456382"/>
                    <a:gd name="connsiteX8" fmla="*/ 56240 w 67334"/>
                    <a:gd name="connsiteY8" fmla="*/ 346834 h 456382"/>
                    <a:gd name="connsiteX9" fmla="*/ 50683 w 67334"/>
                    <a:gd name="connsiteY9" fmla="*/ 380966 h 456382"/>
                    <a:gd name="connsiteX10" fmla="*/ 63384 w 67334"/>
                    <a:gd name="connsiteY10" fmla="*/ 428592 h 456382"/>
                    <a:gd name="connsiteX11" fmla="*/ 30047 w 67334"/>
                    <a:gd name="connsiteY11" fmla="*/ 456372 h 456382"/>
                    <a:gd name="connsiteX12" fmla="*/ 1471 w 67334"/>
                    <a:gd name="connsiteY12" fmla="*/ 430972 h 456382"/>
                    <a:gd name="connsiteX13" fmla="*/ 3852 w 67334"/>
                    <a:gd name="connsiteY13" fmla="*/ 364297 h 456382"/>
                    <a:gd name="connsiteX14" fmla="*/ 18140 w 67334"/>
                    <a:gd name="connsiteY14" fmla="*/ 349216 h 456382"/>
                    <a:gd name="connsiteX15" fmla="*/ 22903 w 67334"/>
                    <a:gd name="connsiteY15" fmla="*/ 323816 h 456382"/>
                    <a:gd name="connsiteX0" fmla="*/ 22903 w 67329"/>
                    <a:gd name="connsiteY0" fmla="*/ 323816 h 456382"/>
                    <a:gd name="connsiteX1" fmla="*/ 31458 w 67329"/>
                    <a:gd name="connsiteY1" fmla="*/ 179681 h 456382"/>
                    <a:gd name="connsiteX2" fmla="*/ 29077 w 67329"/>
                    <a:gd name="connsiteY2" fmla="*/ 79668 h 456382"/>
                    <a:gd name="connsiteX3" fmla="*/ 14790 w 67329"/>
                    <a:gd name="connsiteY3" fmla="*/ 27281 h 456382"/>
                    <a:gd name="connsiteX4" fmla="*/ 36221 w 67329"/>
                    <a:gd name="connsiteY4" fmla="*/ 20137 h 456382"/>
                    <a:gd name="connsiteX5" fmla="*/ 49890 w 67329"/>
                    <a:gd name="connsiteY5" fmla="*/ 38859 h 456382"/>
                    <a:gd name="connsiteX6" fmla="*/ 67177 w 67329"/>
                    <a:gd name="connsiteY6" fmla="*/ 41568 h 456382"/>
                    <a:gd name="connsiteX7" fmla="*/ 52890 w 67329"/>
                    <a:gd name="connsiteY7" fmla="*/ 79668 h 456382"/>
                    <a:gd name="connsiteX8" fmla="*/ 48127 w 67329"/>
                    <a:gd name="connsiteY8" fmla="*/ 158250 h 456382"/>
                    <a:gd name="connsiteX9" fmla="*/ 56240 w 67329"/>
                    <a:gd name="connsiteY9" fmla="*/ 346834 h 456382"/>
                    <a:gd name="connsiteX10" fmla="*/ 50683 w 67329"/>
                    <a:gd name="connsiteY10" fmla="*/ 380966 h 456382"/>
                    <a:gd name="connsiteX11" fmla="*/ 63384 w 67329"/>
                    <a:gd name="connsiteY11" fmla="*/ 428592 h 456382"/>
                    <a:gd name="connsiteX12" fmla="*/ 30047 w 67329"/>
                    <a:gd name="connsiteY12" fmla="*/ 456372 h 456382"/>
                    <a:gd name="connsiteX13" fmla="*/ 1471 w 67329"/>
                    <a:gd name="connsiteY13" fmla="*/ 430972 h 456382"/>
                    <a:gd name="connsiteX14" fmla="*/ 3852 w 67329"/>
                    <a:gd name="connsiteY14" fmla="*/ 364297 h 456382"/>
                    <a:gd name="connsiteX15" fmla="*/ 18140 w 67329"/>
                    <a:gd name="connsiteY15" fmla="*/ 349216 h 456382"/>
                    <a:gd name="connsiteX16" fmla="*/ 22903 w 67329"/>
                    <a:gd name="connsiteY16" fmla="*/ 323816 h 456382"/>
                    <a:gd name="connsiteX0" fmla="*/ 22903 w 67329"/>
                    <a:gd name="connsiteY0" fmla="*/ 323816 h 456382"/>
                    <a:gd name="connsiteX1" fmla="*/ 31458 w 67329"/>
                    <a:gd name="connsiteY1" fmla="*/ 1796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6240 w 67329"/>
                    <a:gd name="connsiteY10" fmla="*/ 346834 h 456382"/>
                    <a:gd name="connsiteX11" fmla="*/ 50683 w 67329"/>
                    <a:gd name="connsiteY11" fmla="*/ 380966 h 456382"/>
                    <a:gd name="connsiteX12" fmla="*/ 63384 w 67329"/>
                    <a:gd name="connsiteY12" fmla="*/ 428592 h 456382"/>
                    <a:gd name="connsiteX13" fmla="*/ 30047 w 67329"/>
                    <a:gd name="connsiteY13" fmla="*/ 456372 h 456382"/>
                    <a:gd name="connsiteX14" fmla="*/ 1471 w 67329"/>
                    <a:gd name="connsiteY14" fmla="*/ 430972 h 456382"/>
                    <a:gd name="connsiteX15" fmla="*/ 3852 w 67329"/>
                    <a:gd name="connsiteY15" fmla="*/ 364297 h 456382"/>
                    <a:gd name="connsiteX16" fmla="*/ 18140 w 67329"/>
                    <a:gd name="connsiteY16" fmla="*/ 349216 h 456382"/>
                    <a:gd name="connsiteX17" fmla="*/ 22903 w 67329"/>
                    <a:gd name="connsiteY17" fmla="*/ 323816 h 456382"/>
                    <a:gd name="connsiteX0" fmla="*/ 22903 w 67329"/>
                    <a:gd name="connsiteY0" fmla="*/ 323816 h 456382"/>
                    <a:gd name="connsiteX1" fmla="*/ 38602 w 67329"/>
                    <a:gd name="connsiteY1" fmla="*/ 217781 h 456382"/>
                    <a:gd name="connsiteX2" fmla="*/ 36222 w 67329"/>
                    <a:gd name="connsiteY2" fmla="*/ 151106 h 456382"/>
                    <a:gd name="connsiteX3" fmla="*/ 29077 w 67329"/>
                    <a:gd name="connsiteY3" fmla="*/ 79668 h 456382"/>
                    <a:gd name="connsiteX4" fmla="*/ 14790 w 67329"/>
                    <a:gd name="connsiteY4" fmla="*/ 27281 h 456382"/>
                    <a:gd name="connsiteX5" fmla="*/ 36221 w 67329"/>
                    <a:gd name="connsiteY5" fmla="*/ 20137 h 456382"/>
                    <a:gd name="connsiteX6" fmla="*/ 49890 w 67329"/>
                    <a:gd name="connsiteY6" fmla="*/ 38859 h 456382"/>
                    <a:gd name="connsiteX7" fmla="*/ 67177 w 67329"/>
                    <a:gd name="connsiteY7" fmla="*/ 41568 h 456382"/>
                    <a:gd name="connsiteX8" fmla="*/ 52890 w 67329"/>
                    <a:gd name="connsiteY8" fmla="*/ 79668 h 456382"/>
                    <a:gd name="connsiteX9" fmla="*/ 48127 w 67329"/>
                    <a:gd name="connsiteY9" fmla="*/ 158250 h 456382"/>
                    <a:gd name="connsiteX10" fmla="*/ 55272 w 67329"/>
                    <a:gd name="connsiteY10" fmla="*/ 322556 h 456382"/>
                    <a:gd name="connsiteX11" fmla="*/ 56240 w 67329"/>
                    <a:gd name="connsiteY11" fmla="*/ 346834 h 456382"/>
                    <a:gd name="connsiteX12" fmla="*/ 50683 w 67329"/>
                    <a:gd name="connsiteY12" fmla="*/ 380966 h 456382"/>
                    <a:gd name="connsiteX13" fmla="*/ 63384 w 67329"/>
                    <a:gd name="connsiteY13" fmla="*/ 428592 h 456382"/>
                    <a:gd name="connsiteX14" fmla="*/ 30047 w 67329"/>
                    <a:gd name="connsiteY14" fmla="*/ 456372 h 456382"/>
                    <a:gd name="connsiteX15" fmla="*/ 1471 w 67329"/>
                    <a:gd name="connsiteY15" fmla="*/ 430972 h 456382"/>
                    <a:gd name="connsiteX16" fmla="*/ 3852 w 67329"/>
                    <a:gd name="connsiteY16" fmla="*/ 364297 h 456382"/>
                    <a:gd name="connsiteX17" fmla="*/ 18140 w 67329"/>
                    <a:gd name="connsiteY17" fmla="*/ 349216 h 456382"/>
                    <a:gd name="connsiteX18" fmla="*/ 22903 w 67329"/>
                    <a:gd name="connsiteY18" fmla="*/ 323816 h 456382"/>
                    <a:gd name="connsiteX0" fmla="*/ 22903 w 67329"/>
                    <a:gd name="connsiteY0" fmla="*/ 327171 h 459737"/>
                    <a:gd name="connsiteX1" fmla="*/ 38602 w 67329"/>
                    <a:gd name="connsiteY1" fmla="*/ 221136 h 459737"/>
                    <a:gd name="connsiteX2" fmla="*/ 36222 w 67329"/>
                    <a:gd name="connsiteY2" fmla="*/ 154461 h 459737"/>
                    <a:gd name="connsiteX3" fmla="*/ 29077 w 67329"/>
                    <a:gd name="connsiteY3" fmla="*/ 83023 h 459737"/>
                    <a:gd name="connsiteX4" fmla="*/ 502 w 67329"/>
                    <a:gd name="connsiteY4" fmla="*/ 25873 h 459737"/>
                    <a:gd name="connsiteX5" fmla="*/ 36221 w 67329"/>
                    <a:gd name="connsiteY5" fmla="*/ 23492 h 459737"/>
                    <a:gd name="connsiteX6" fmla="*/ 49890 w 67329"/>
                    <a:gd name="connsiteY6" fmla="*/ 42214 h 459737"/>
                    <a:gd name="connsiteX7" fmla="*/ 67177 w 67329"/>
                    <a:gd name="connsiteY7" fmla="*/ 44923 h 459737"/>
                    <a:gd name="connsiteX8" fmla="*/ 52890 w 67329"/>
                    <a:gd name="connsiteY8" fmla="*/ 83023 h 459737"/>
                    <a:gd name="connsiteX9" fmla="*/ 48127 w 67329"/>
                    <a:gd name="connsiteY9" fmla="*/ 161605 h 459737"/>
                    <a:gd name="connsiteX10" fmla="*/ 55272 w 67329"/>
                    <a:gd name="connsiteY10" fmla="*/ 325911 h 459737"/>
                    <a:gd name="connsiteX11" fmla="*/ 56240 w 67329"/>
                    <a:gd name="connsiteY11" fmla="*/ 350189 h 459737"/>
                    <a:gd name="connsiteX12" fmla="*/ 50683 w 67329"/>
                    <a:gd name="connsiteY12" fmla="*/ 384321 h 459737"/>
                    <a:gd name="connsiteX13" fmla="*/ 63384 w 67329"/>
                    <a:gd name="connsiteY13" fmla="*/ 431947 h 459737"/>
                    <a:gd name="connsiteX14" fmla="*/ 30047 w 67329"/>
                    <a:gd name="connsiteY14" fmla="*/ 459727 h 459737"/>
                    <a:gd name="connsiteX15" fmla="*/ 1471 w 67329"/>
                    <a:gd name="connsiteY15" fmla="*/ 434327 h 459737"/>
                    <a:gd name="connsiteX16" fmla="*/ 3852 w 67329"/>
                    <a:gd name="connsiteY16" fmla="*/ 367652 h 459737"/>
                    <a:gd name="connsiteX17" fmla="*/ 18140 w 67329"/>
                    <a:gd name="connsiteY17" fmla="*/ 352571 h 459737"/>
                    <a:gd name="connsiteX18" fmla="*/ 22903 w 67329"/>
                    <a:gd name="connsiteY18" fmla="*/ 327171 h 459737"/>
                    <a:gd name="connsiteX0" fmla="*/ 22903 w 67329"/>
                    <a:gd name="connsiteY0" fmla="*/ 308273 h 440839"/>
                    <a:gd name="connsiteX1" fmla="*/ 38602 w 67329"/>
                    <a:gd name="connsiteY1" fmla="*/ 202238 h 440839"/>
                    <a:gd name="connsiteX2" fmla="*/ 36222 w 67329"/>
                    <a:gd name="connsiteY2" fmla="*/ 135563 h 440839"/>
                    <a:gd name="connsiteX3" fmla="*/ 29077 w 67329"/>
                    <a:gd name="connsiteY3" fmla="*/ 64125 h 440839"/>
                    <a:gd name="connsiteX4" fmla="*/ 502 w 67329"/>
                    <a:gd name="connsiteY4" fmla="*/ 6975 h 440839"/>
                    <a:gd name="connsiteX5" fmla="*/ 36221 w 67329"/>
                    <a:gd name="connsiteY5" fmla="*/ 4594 h 440839"/>
                    <a:gd name="connsiteX6" fmla="*/ 49890 w 67329"/>
                    <a:gd name="connsiteY6" fmla="*/ 23316 h 440839"/>
                    <a:gd name="connsiteX7" fmla="*/ 67177 w 67329"/>
                    <a:gd name="connsiteY7" fmla="*/ 26025 h 440839"/>
                    <a:gd name="connsiteX8" fmla="*/ 52890 w 67329"/>
                    <a:gd name="connsiteY8" fmla="*/ 64125 h 440839"/>
                    <a:gd name="connsiteX9" fmla="*/ 48127 w 67329"/>
                    <a:gd name="connsiteY9" fmla="*/ 142707 h 440839"/>
                    <a:gd name="connsiteX10" fmla="*/ 55272 w 67329"/>
                    <a:gd name="connsiteY10" fmla="*/ 307013 h 440839"/>
                    <a:gd name="connsiteX11" fmla="*/ 56240 w 67329"/>
                    <a:gd name="connsiteY11" fmla="*/ 331291 h 440839"/>
                    <a:gd name="connsiteX12" fmla="*/ 50683 w 67329"/>
                    <a:gd name="connsiteY12" fmla="*/ 365423 h 440839"/>
                    <a:gd name="connsiteX13" fmla="*/ 63384 w 67329"/>
                    <a:gd name="connsiteY13" fmla="*/ 413049 h 440839"/>
                    <a:gd name="connsiteX14" fmla="*/ 30047 w 67329"/>
                    <a:gd name="connsiteY14" fmla="*/ 440829 h 440839"/>
                    <a:gd name="connsiteX15" fmla="*/ 1471 w 67329"/>
                    <a:gd name="connsiteY15" fmla="*/ 415429 h 440839"/>
                    <a:gd name="connsiteX16" fmla="*/ 3852 w 67329"/>
                    <a:gd name="connsiteY16" fmla="*/ 348754 h 440839"/>
                    <a:gd name="connsiteX17" fmla="*/ 18140 w 67329"/>
                    <a:gd name="connsiteY17" fmla="*/ 333673 h 440839"/>
                    <a:gd name="connsiteX18" fmla="*/ 22903 w 67329"/>
                    <a:gd name="connsiteY18" fmla="*/ 308273 h 440839"/>
                    <a:gd name="connsiteX0" fmla="*/ 22903 w 67329"/>
                    <a:gd name="connsiteY0" fmla="*/ 306338 h 438904"/>
                    <a:gd name="connsiteX1" fmla="*/ 38602 w 67329"/>
                    <a:gd name="connsiteY1" fmla="*/ 200303 h 438904"/>
                    <a:gd name="connsiteX2" fmla="*/ 36222 w 67329"/>
                    <a:gd name="connsiteY2" fmla="*/ 133628 h 438904"/>
                    <a:gd name="connsiteX3" fmla="*/ 29077 w 67329"/>
                    <a:gd name="connsiteY3" fmla="*/ 62190 h 438904"/>
                    <a:gd name="connsiteX4" fmla="*/ 502 w 67329"/>
                    <a:gd name="connsiteY4" fmla="*/ 5040 h 438904"/>
                    <a:gd name="connsiteX5" fmla="*/ 36221 w 67329"/>
                    <a:gd name="connsiteY5" fmla="*/ 9802 h 438904"/>
                    <a:gd name="connsiteX6" fmla="*/ 49890 w 67329"/>
                    <a:gd name="connsiteY6" fmla="*/ 21381 h 438904"/>
                    <a:gd name="connsiteX7" fmla="*/ 67177 w 67329"/>
                    <a:gd name="connsiteY7" fmla="*/ 24090 h 438904"/>
                    <a:gd name="connsiteX8" fmla="*/ 52890 w 67329"/>
                    <a:gd name="connsiteY8" fmla="*/ 62190 h 438904"/>
                    <a:gd name="connsiteX9" fmla="*/ 48127 w 67329"/>
                    <a:gd name="connsiteY9" fmla="*/ 140772 h 438904"/>
                    <a:gd name="connsiteX10" fmla="*/ 55272 w 67329"/>
                    <a:gd name="connsiteY10" fmla="*/ 305078 h 438904"/>
                    <a:gd name="connsiteX11" fmla="*/ 56240 w 67329"/>
                    <a:gd name="connsiteY11" fmla="*/ 329356 h 438904"/>
                    <a:gd name="connsiteX12" fmla="*/ 50683 w 67329"/>
                    <a:gd name="connsiteY12" fmla="*/ 363488 h 438904"/>
                    <a:gd name="connsiteX13" fmla="*/ 63384 w 67329"/>
                    <a:gd name="connsiteY13" fmla="*/ 411114 h 438904"/>
                    <a:gd name="connsiteX14" fmla="*/ 30047 w 67329"/>
                    <a:gd name="connsiteY14" fmla="*/ 438894 h 438904"/>
                    <a:gd name="connsiteX15" fmla="*/ 1471 w 67329"/>
                    <a:gd name="connsiteY15" fmla="*/ 413494 h 438904"/>
                    <a:gd name="connsiteX16" fmla="*/ 3852 w 67329"/>
                    <a:gd name="connsiteY16" fmla="*/ 346819 h 438904"/>
                    <a:gd name="connsiteX17" fmla="*/ 18140 w 67329"/>
                    <a:gd name="connsiteY17" fmla="*/ 331738 h 438904"/>
                    <a:gd name="connsiteX18" fmla="*/ 22903 w 67329"/>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6793"/>
                    <a:gd name="connsiteY0" fmla="*/ 306338 h 438904"/>
                    <a:gd name="connsiteX1" fmla="*/ 38602 w 76793"/>
                    <a:gd name="connsiteY1" fmla="*/ 200303 h 438904"/>
                    <a:gd name="connsiteX2" fmla="*/ 36222 w 76793"/>
                    <a:gd name="connsiteY2" fmla="*/ 133628 h 438904"/>
                    <a:gd name="connsiteX3" fmla="*/ 29077 w 76793"/>
                    <a:gd name="connsiteY3" fmla="*/ 62190 h 438904"/>
                    <a:gd name="connsiteX4" fmla="*/ 502 w 76793"/>
                    <a:gd name="connsiteY4" fmla="*/ 5040 h 438904"/>
                    <a:gd name="connsiteX5" fmla="*/ 36221 w 76793"/>
                    <a:gd name="connsiteY5" fmla="*/ 9802 h 438904"/>
                    <a:gd name="connsiteX6" fmla="*/ 49890 w 76793"/>
                    <a:gd name="connsiteY6" fmla="*/ 21381 h 438904"/>
                    <a:gd name="connsiteX7" fmla="*/ 76702 w 76793"/>
                    <a:gd name="connsiteY7" fmla="*/ 7421 h 438904"/>
                    <a:gd name="connsiteX8" fmla="*/ 52890 w 76793"/>
                    <a:gd name="connsiteY8" fmla="*/ 62190 h 438904"/>
                    <a:gd name="connsiteX9" fmla="*/ 48127 w 76793"/>
                    <a:gd name="connsiteY9" fmla="*/ 140772 h 438904"/>
                    <a:gd name="connsiteX10" fmla="*/ 55272 w 76793"/>
                    <a:gd name="connsiteY10" fmla="*/ 305078 h 438904"/>
                    <a:gd name="connsiteX11" fmla="*/ 56240 w 76793"/>
                    <a:gd name="connsiteY11" fmla="*/ 329356 h 438904"/>
                    <a:gd name="connsiteX12" fmla="*/ 50683 w 76793"/>
                    <a:gd name="connsiteY12" fmla="*/ 363488 h 438904"/>
                    <a:gd name="connsiteX13" fmla="*/ 63384 w 76793"/>
                    <a:gd name="connsiteY13" fmla="*/ 411114 h 438904"/>
                    <a:gd name="connsiteX14" fmla="*/ 30047 w 76793"/>
                    <a:gd name="connsiteY14" fmla="*/ 438894 h 438904"/>
                    <a:gd name="connsiteX15" fmla="*/ 1471 w 76793"/>
                    <a:gd name="connsiteY15" fmla="*/ 413494 h 438904"/>
                    <a:gd name="connsiteX16" fmla="*/ 3852 w 76793"/>
                    <a:gd name="connsiteY16" fmla="*/ 346819 h 438904"/>
                    <a:gd name="connsiteX17" fmla="*/ 18140 w 76793"/>
                    <a:gd name="connsiteY17" fmla="*/ 331738 h 438904"/>
                    <a:gd name="connsiteX18" fmla="*/ 22903 w 76793"/>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21381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6338 h 438904"/>
                    <a:gd name="connsiteX1" fmla="*/ 38602 w 79165"/>
                    <a:gd name="connsiteY1" fmla="*/ 200303 h 438904"/>
                    <a:gd name="connsiteX2" fmla="*/ 36222 w 79165"/>
                    <a:gd name="connsiteY2" fmla="*/ 133628 h 438904"/>
                    <a:gd name="connsiteX3" fmla="*/ 29077 w 79165"/>
                    <a:gd name="connsiteY3" fmla="*/ 62190 h 438904"/>
                    <a:gd name="connsiteX4" fmla="*/ 502 w 79165"/>
                    <a:gd name="connsiteY4" fmla="*/ 5040 h 438904"/>
                    <a:gd name="connsiteX5" fmla="*/ 36221 w 79165"/>
                    <a:gd name="connsiteY5" fmla="*/ 9802 h 438904"/>
                    <a:gd name="connsiteX6" fmla="*/ 49890 w 79165"/>
                    <a:gd name="connsiteY6" fmla="*/ 35669 h 438904"/>
                    <a:gd name="connsiteX7" fmla="*/ 79083 w 79165"/>
                    <a:gd name="connsiteY7" fmla="*/ 16946 h 438904"/>
                    <a:gd name="connsiteX8" fmla="*/ 52890 w 79165"/>
                    <a:gd name="connsiteY8" fmla="*/ 62190 h 438904"/>
                    <a:gd name="connsiteX9" fmla="*/ 48127 w 79165"/>
                    <a:gd name="connsiteY9" fmla="*/ 140772 h 438904"/>
                    <a:gd name="connsiteX10" fmla="*/ 55272 w 79165"/>
                    <a:gd name="connsiteY10" fmla="*/ 305078 h 438904"/>
                    <a:gd name="connsiteX11" fmla="*/ 56240 w 79165"/>
                    <a:gd name="connsiteY11" fmla="*/ 329356 h 438904"/>
                    <a:gd name="connsiteX12" fmla="*/ 50683 w 79165"/>
                    <a:gd name="connsiteY12" fmla="*/ 363488 h 438904"/>
                    <a:gd name="connsiteX13" fmla="*/ 63384 w 79165"/>
                    <a:gd name="connsiteY13" fmla="*/ 411114 h 438904"/>
                    <a:gd name="connsiteX14" fmla="*/ 30047 w 79165"/>
                    <a:gd name="connsiteY14" fmla="*/ 438894 h 438904"/>
                    <a:gd name="connsiteX15" fmla="*/ 1471 w 79165"/>
                    <a:gd name="connsiteY15" fmla="*/ 413494 h 438904"/>
                    <a:gd name="connsiteX16" fmla="*/ 3852 w 79165"/>
                    <a:gd name="connsiteY16" fmla="*/ 346819 h 438904"/>
                    <a:gd name="connsiteX17" fmla="*/ 18140 w 79165"/>
                    <a:gd name="connsiteY17" fmla="*/ 331738 h 438904"/>
                    <a:gd name="connsiteX18" fmla="*/ 22903 w 79165"/>
                    <a:gd name="connsiteY18" fmla="*/ 306338 h 438904"/>
                    <a:gd name="connsiteX0" fmla="*/ 22903 w 79165"/>
                    <a:gd name="connsiteY0" fmla="*/ 305226 h 437792"/>
                    <a:gd name="connsiteX1" fmla="*/ 38602 w 79165"/>
                    <a:gd name="connsiteY1" fmla="*/ 199191 h 437792"/>
                    <a:gd name="connsiteX2" fmla="*/ 36222 w 79165"/>
                    <a:gd name="connsiteY2" fmla="*/ 132516 h 437792"/>
                    <a:gd name="connsiteX3" fmla="*/ 29077 w 79165"/>
                    <a:gd name="connsiteY3" fmla="*/ 61078 h 437792"/>
                    <a:gd name="connsiteX4" fmla="*/ 502 w 79165"/>
                    <a:gd name="connsiteY4" fmla="*/ 3928 h 437792"/>
                    <a:gd name="connsiteX5" fmla="*/ 33840 w 79165"/>
                    <a:gd name="connsiteY5" fmla="*/ 15834 h 437792"/>
                    <a:gd name="connsiteX6" fmla="*/ 49890 w 79165"/>
                    <a:gd name="connsiteY6" fmla="*/ 34557 h 437792"/>
                    <a:gd name="connsiteX7" fmla="*/ 79083 w 79165"/>
                    <a:gd name="connsiteY7" fmla="*/ 15834 h 437792"/>
                    <a:gd name="connsiteX8" fmla="*/ 52890 w 79165"/>
                    <a:gd name="connsiteY8" fmla="*/ 61078 h 437792"/>
                    <a:gd name="connsiteX9" fmla="*/ 48127 w 79165"/>
                    <a:gd name="connsiteY9" fmla="*/ 139660 h 437792"/>
                    <a:gd name="connsiteX10" fmla="*/ 55272 w 79165"/>
                    <a:gd name="connsiteY10" fmla="*/ 303966 h 437792"/>
                    <a:gd name="connsiteX11" fmla="*/ 56240 w 79165"/>
                    <a:gd name="connsiteY11" fmla="*/ 328244 h 437792"/>
                    <a:gd name="connsiteX12" fmla="*/ 50683 w 79165"/>
                    <a:gd name="connsiteY12" fmla="*/ 362376 h 437792"/>
                    <a:gd name="connsiteX13" fmla="*/ 63384 w 79165"/>
                    <a:gd name="connsiteY13" fmla="*/ 410002 h 437792"/>
                    <a:gd name="connsiteX14" fmla="*/ 30047 w 79165"/>
                    <a:gd name="connsiteY14" fmla="*/ 437782 h 437792"/>
                    <a:gd name="connsiteX15" fmla="*/ 1471 w 79165"/>
                    <a:gd name="connsiteY15" fmla="*/ 412382 h 437792"/>
                    <a:gd name="connsiteX16" fmla="*/ 3852 w 79165"/>
                    <a:gd name="connsiteY16" fmla="*/ 345707 h 437792"/>
                    <a:gd name="connsiteX17" fmla="*/ 18140 w 79165"/>
                    <a:gd name="connsiteY17" fmla="*/ 330626 h 437792"/>
                    <a:gd name="connsiteX18" fmla="*/ 22903 w 79165"/>
                    <a:gd name="connsiteY18" fmla="*/ 305226 h 437792"/>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9481 h 442047"/>
                    <a:gd name="connsiteX1" fmla="*/ 38602 w 79165"/>
                    <a:gd name="connsiteY1" fmla="*/ 203446 h 442047"/>
                    <a:gd name="connsiteX2" fmla="*/ 36222 w 79165"/>
                    <a:gd name="connsiteY2" fmla="*/ 136771 h 442047"/>
                    <a:gd name="connsiteX3" fmla="*/ 29077 w 79165"/>
                    <a:gd name="connsiteY3" fmla="*/ 65333 h 442047"/>
                    <a:gd name="connsiteX4" fmla="*/ 502 w 79165"/>
                    <a:gd name="connsiteY4" fmla="*/ 3421 h 442047"/>
                    <a:gd name="connsiteX5" fmla="*/ 33840 w 79165"/>
                    <a:gd name="connsiteY5" fmla="*/ 20089 h 442047"/>
                    <a:gd name="connsiteX6" fmla="*/ 49890 w 79165"/>
                    <a:gd name="connsiteY6" fmla="*/ 38812 h 442047"/>
                    <a:gd name="connsiteX7" fmla="*/ 79083 w 79165"/>
                    <a:gd name="connsiteY7" fmla="*/ 20089 h 442047"/>
                    <a:gd name="connsiteX8" fmla="*/ 52890 w 79165"/>
                    <a:gd name="connsiteY8" fmla="*/ 65333 h 442047"/>
                    <a:gd name="connsiteX9" fmla="*/ 48127 w 79165"/>
                    <a:gd name="connsiteY9" fmla="*/ 143915 h 442047"/>
                    <a:gd name="connsiteX10" fmla="*/ 55272 w 79165"/>
                    <a:gd name="connsiteY10" fmla="*/ 308221 h 442047"/>
                    <a:gd name="connsiteX11" fmla="*/ 56240 w 79165"/>
                    <a:gd name="connsiteY11" fmla="*/ 332499 h 442047"/>
                    <a:gd name="connsiteX12" fmla="*/ 50683 w 79165"/>
                    <a:gd name="connsiteY12" fmla="*/ 366631 h 442047"/>
                    <a:gd name="connsiteX13" fmla="*/ 63384 w 79165"/>
                    <a:gd name="connsiteY13" fmla="*/ 414257 h 442047"/>
                    <a:gd name="connsiteX14" fmla="*/ 30047 w 79165"/>
                    <a:gd name="connsiteY14" fmla="*/ 442037 h 442047"/>
                    <a:gd name="connsiteX15" fmla="*/ 1471 w 79165"/>
                    <a:gd name="connsiteY15" fmla="*/ 416637 h 442047"/>
                    <a:gd name="connsiteX16" fmla="*/ 3852 w 79165"/>
                    <a:gd name="connsiteY16" fmla="*/ 349962 h 442047"/>
                    <a:gd name="connsiteX17" fmla="*/ 18140 w 79165"/>
                    <a:gd name="connsiteY17" fmla="*/ 334881 h 442047"/>
                    <a:gd name="connsiteX18" fmla="*/ 22903 w 79165"/>
                    <a:gd name="connsiteY18" fmla="*/ 309481 h 442047"/>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65"/>
                    <a:gd name="connsiteY0" fmla="*/ 306060 h 438626"/>
                    <a:gd name="connsiteX1" fmla="*/ 38602 w 79165"/>
                    <a:gd name="connsiteY1" fmla="*/ 200025 h 438626"/>
                    <a:gd name="connsiteX2" fmla="*/ 36222 w 79165"/>
                    <a:gd name="connsiteY2" fmla="*/ 133350 h 438626"/>
                    <a:gd name="connsiteX3" fmla="*/ 29077 w 79165"/>
                    <a:gd name="connsiteY3" fmla="*/ 61912 h 438626"/>
                    <a:gd name="connsiteX4" fmla="*/ 502 w 79165"/>
                    <a:gd name="connsiteY4" fmla="*/ 0 h 438626"/>
                    <a:gd name="connsiteX5" fmla="*/ 33840 w 79165"/>
                    <a:gd name="connsiteY5" fmla="*/ 16668 h 438626"/>
                    <a:gd name="connsiteX6" fmla="*/ 49890 w 79165"/>
                    <a:gd name="connsiteY6" fmla="*/ 35391 h 438626"/>
                    <a:gd name="connsiteX7" fmla="*/ 79083 w 79165"/>
                    <a:gd name="connsiteY7" fmla="*/ 16668 h 438626"/>
                    <a:gd name="connsiteX8" fmla="*/ 52890 w 79165"/>
                    <a:gd name="connsiteY8" fmla="*/ 61912 h 438626"/>
                    <a:gd name="connsiteX9" fmla="*/ 48127 w 79165"/>
                    <a:gd name="connsiteY9" fmla="*/ 140494 h 438626"/>
                    <a:gd name="connsiteX10" fmla="*/ 55272 w 79165"/>
                    <a:gd name="connsiteY10" fmla="*/ 304800 h 438626"/>
                    <a:gd name="connsiteX11" fmla="*/ 56240 w 79165"/>
                    <a:gd name="connsiteY11" fmla="*/ 329078 h 438626"/>
                    <a:gd name="connsiteX12" fmla="*/ 50683 w 79165"/>
                    <a:gd name="connsiteY12" fmla="*/ 363210 h 438626"/>
                    <a:gd name="connsiteX13" fmla="*/ 63384 w 79165"/>
                    <a:gd name="connsiteY13" fmla="*/ 410836 h 438626"/>
                    <a:gd name="connsiteX14" fmla="*/ 30047 w 79165"/>
                    <a:gd name="connsiteY14" fmla="*/ 438616 h 438626"/>
                    <a:gd name="connsiteX15" fmla="*/ 1471 w 79165"/>
                    <a:gd name="connsiteY15" fmla="*/ 413216 h 438626"/>
                    <a:gd name="connsiteX16" fmla="*/ 3852 w 79165"/>
                    <a:gd name="connsiteY16" fmla="*/ 346541 h 438626"/>
                    <a:gd name="connsiteX17" fmla="*/ 18140 w 79165"/>
                    <a:gd name="connsiteY17" fmla="*/ 331460 h 438626"/>
                    <a:gd name="connsiteX18" fmla="*/ 22903 w 79165"/>
                    <a:gd name="connsiteY18" fmla="*/ 306060 h 438626"/>
                    <a:gd name="connsiteX0" fmla="*/ 22903 w 79174"/>
                    <a:gd name="connsiteY0" fmla="*/ 306060 h 438626"/>
                    <a:gd name="connsiteX1" fmla="*/ 38602 w 79174"/>
                    <a:gd name="connsiteY1" fmla="*/ 200025 h 438626"/>
                    <a:gd name="connsiteX2" fmla="*/ 36222 w 79174"/>
                    <a:gd name="connsiteY2" fmla="*/ 133350 h 438626"/>
                    <a:gd name="connsiteX3" fmla="*/ 29077 w 79174"/>
                    <a:gd name="connsiteY3" fmla="*/ 61912 h 438626"/>
                    <a:gd name="connsiteX4" fmla="*/ 502 w 79174"/>
                    <a:gd name="connsiteY4" fmla="*/ 0 h 438626"/>
                    <a:gd name="connsiteX5" fmla="*/ 33840 w 79174"/>
                    <a:gd name="connsiteY5" fmla="*/ 16668 h 438626"/>
                    <a:gd name="connsiteX6" fmla="*/ 49890 w 79174"/>
                    <a:gd name="connsiteY6" fmla="*/ 35391 h 438626"/>
                    <a:gd name="connsiteX7" fmla="*/ 79083 w 79174"/>
                    <a:gd name="connsiteY7" fmla="*/ 16668 h 438626"/>
                    <a:gd name="connsiteX8" fmla="*/ 52890 w 79174"/>
                    <a:gd name="connsiteY8" fmla="*/ 61912 h 438626"/>
                    <a:gd name="connsiteX9" fmla="*/ 48127 w 79174"/>
                    <a:gd name="connsiteY9" fmla="*/ 140494 h 438626"/>
                    <a:gd name="connsiteX10" fmla="*/ 55272 w 79174"/>
                    <a:gd name="connsiteY10" fmla="*/ 304800 h 438626"/>
                    <a:gd name="connsiteX11" fmla="*/ 56240 w 79174"/>
                    <a:gd name="connsiteY11" fmla="*/ 329078 h 438626"/>
                    <a:gd name="connsiteX12" fmla="*/ 50683 w 79174"/>
                    <a:gd name="connsiteY12" fmla="*/ 363210 h 438626"/>
                    <a:gd name="connsiteX13" fmla="*/ 63384 w 79174"/>
                    <a:gd name="connsiteY13" fmla="*/ 410836 h 438626"/>
                    <a:gd name="connsiteX14" fmla="*/ 30047 w 79174"/>
                    <a:gd name="connsiteY14" fmla="*/ 438616 h 438626"/>
                    <a:gd name="connsiteX15" fmla="*/ 1471 w 79174"/>
                    <a:gd name="connsiteY15" fmla="*/ 413216 h 438626"/>
                    <a:gd name="connsiteX16" fmla="*/ 3852 w 79174"/>
                    <a:gd name="connsiteY16" fmla="*/ 346541 h 438626"/>
                    <a:gd name="connsiteX17" fmla="*/ 18140 w 79174"/>
                    <a:gd name="connsiteY17" fmla="*/ 331460 h 438626"/>
                    <a:gd name="connsiteX18" fmla="*/ 22903 w 79174"/>
                    <a:gd name="connsiteY18" fmla="*/ 306060 h 438626"/>
                    <a:gd name="connsiteX0" fmla="*/ 22903 w 79085"/>
                    <a:gd name="connsiteY0" fmla="*/ 306060 h 438626"/>
                    <a:gd name="connsiteX1" fmla="*/ 38602 w 79085"/>
                    <a:gd name="connsiteY1" fmla="*/ 200025 h 438626"/>
                    <a:gd name="connsiteX2" fmla="*/ 36222 w 79085"/>
                    <a:gd name="connsiteY2" fmla="*/ 133350 h 438626"/>
                    <a:gd name="connsiteX3" fmla="*/ 29077 w 79085"/>
                    <a:gd name="connsiteY3" fmla="*/ 61912 h 438626"/>
                    <a:gd name="connsiteX4" fmla="*/ 502 w 79085"/>
                    <a:gd name="connsiteY4" fmla="*/ 0 h 438626"/>
                    <a:gd name="connsiteX5" fmla="*/ 33840 w 79085"/>
                    <a:gd name="connsiteY5" fmla="*/ 16668 h 438626"/>
                    <a:gd name="connsiteX6" fmla="*/ 49890 w 79085"/>
                    <a:gd name="connsiteY6" fmla="*/ 35391 h 438626"/>
                    <a:gd name="connsiteX7" fmla="*/ 79083 w 79085"/>
                    <a:gd name="connsiteY7" fmla="*/ 16668 h 438626"/>
                    <a:gd name="connsiteX8" fmla="*/ 48127 w 79085"/>
                    <a:gd name="connsiteY8" fmla="*/ 140494 h 438626"/>
                    <a:gd name="connsiteX9" fmla="*/ 55272 w 79085"/>
                    <a:gd name="connsiteY9" fmla="*/ 304800 h 438626"/>
                    <a:gd name="connsiteX10" fmla="*/ 56240 w 79085"/>
                    <a:gd name="connsiteY10" fmla="*/ 329078 h 438626"/>
                    <a:gd name="connsiteX11" fmla="*/ 50683 w 79085"/>
                    <a:gd name="connsiteY11" fmla="*/ 363210 h 438626"/>
                    <a:gd name="connsiteX12" fmla="*/ 63384 w 79085"/>
                    <a:gd name="connsiteY12" fmla="*/ 410836 h 438626"/>
                    <a:gd name="connsiteX13" fmla="*/ 30047 w 79085"/>
                    <a:gd name="connsiteY13" fmla="*/ 438616 h 438626"/>
                    <a:gd name="connsiteX14" fmla="*/ 1471 w 79085"/>
                    <a:gd name="connsiteY14" fmla="*/ 413216 h 438626"/>
                    <a:gd name="connsiteX15" fmla="*/ 3852 w 79085"/>
                    <a:gd name="connsiteY15" fmla="*/ 346541 h 438626"/>
                    <a:gd name="connsiteX16" fmla="*/ 18140 w 79085"/>
                    <a:gd name="connsiteY16" fmla="*/ 331460 h 438626"/>
                    <a:gd name="connsiteX17" fmla="*/ 22903 w 79085"/>
                    <a:gd name="connsiteY17"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33840 w 63896"/>
                    <a:gd name="connsiteY5" fmla="*/ 16668 h 438626"/>
                    <a:gd name="connsiteX6" fmla="*/ 49890 w 63896"/>
                    <a:gd name="connsiteY6" fmla="*/ 35391 h 438626"/>
                    <a:gd name="connsiteX7" fmla="*/ 48127 w 63896"/>
                    <a:gd name="connsiteY7" fmla="*/ 140494 h 438626"/>
                    <a:gd name="connsiteX8" fmla="*/ 55272 w 63896"/>
                    <a:gd name="connsiteY8" fmla="*/ 304800 h 438626"/>
                    <a:gd name="connsiteX9" fmla="*/ 56240 w 63896"/>
                    <a:gd name="connsiteY9" fmla="*/ 329078 h 438626"/>
                    <a:gd name="connsiteX10" fmla="*/ 50683 w 63896"/>
                    <a:gd name="connsiteY10" fmla="*/ 363210 h 438626"/>
                    <a:gd name="connsiteX11" fmla="*/ 63384 w 63896"/>
                    <a:gd name="connsiteY11" fmla="*/ 410836 h 438626"/>
                    <a:gd name="connsiteX12" fmla="*/ 30047 w 63896"/>
                    <a:gd name="connsiteY12" fmla="*/ 438616 h 438626"/>
                    <a:gd name="connsiteX13" fmla="*/ 1471 w 63896"/>
                    <a:gd name="connsiteY13" fmla="*/ 413216 h 438626"/>
                    <a:gd name="connsiteX14" fmla="*/ 3852 w 63896"/>
                    <a:gd name="connsiteY14" fmla="*/ 346541 h 438626"/>
                    <a:gd name="connsiteX15" fmla="*/ 18140 w 63896"/>
                    <a:gd name="connsiteY15" fmla="*/ 331460 h 438626"/>
                    <a:gd name="connsiteX16" fmla="*/ 22903 w 63896"/>
                    <a:gd name="connsiteY16"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33840 w 63896"/>
                    <a:gd name="connsiteY5" fmla="*/ 16668 h 438626"/>
                    <a:gd name="connsiteX6" fmla="*/ 48127 w 63896"/>
                    <a:gd name="connsiteY6" fmla="*/ 140494 h 438626"/>
                    <a:gd name="connsiteX7" fmla="*/ 55272 w 63896"/>
                    <a:gd name="connsiteY7" fmla="*/ 304800 h 438626"/>
                    <a:gd name="connsiteX8" fmla="*/ 56240 w 63896"/>
                    <a:gd name="connsiteY8" fmla="*/ 329078 h 438626"/>
                    <a:gd name="connsiteX9" fmla="*/ 50683 w 63896"/>
                    <a:gd name="connsiteY9" fmla="*/ 363210 h 438626"/>
                    <a:gd name="connsiteX10" fmla="*/ 63384 w 63896"/>
                    <a:gd name="connsiteY10" fmla="*/ 410836 h 438626"/>
                    <a:gd name="connsiteX11" fmla="*/ 30047 w 63896"/>
                    <a:gd name="connsiteY11" fmla="*/ 438616 h 438626"/>
                    <a:gd name="connsiteX12" fmla="*/ 1471 w 63896"/>
                    <a:gd name="connsiteY12" fmla="*/ 413216 h 438626"/>
                    <a:gd name="connsiteX13" fmla="*/ 3852 w 63896"/>
                    <a:gd name="connsiteY13" fmla="*/ 346541 h 438626"/>
                    <a:gd name="connsiteX14" fmla="*/ 18140 w 63896"/>
                    <a:gd name="connsiteY14" fmla="*/ 331460 h 438626"/>
                    <a:gd name="connsiteX15" fmla="*/ 22903 w 63896"/>
                    <a:gd name="connsiteY15" fmla="*/ 306060 h 438626"/>
                    <a:gd name="connsiteX0" fmla="*/ 22903 w 63896"/>
                    <a:gd name="connsiteY0" fmla="*/ 306060 h 438626"/>
                    <a:gd name="connsiteX1" fmla="*/ 38602 w 63896"/>
                    <a:gd name="connsiteY1" fmla="*/ 200025 h 438626"/>
                    <a:gd name="connsiteX2" fmla="*/ 36222 w 63896"/>
                    <a:gd name="connsiteY2" fmla="*/ 133350 h 438626"/>
                    <a:gd name="connsiteX3" fmla="*/ 29077 w 63896"/>
                    <a:gd name="connsiteY3" fmla="*/ 61912 h 438626"/>
                    <a:gd name="connsiteX4" fmla="*/ 502 w 63896"/>
                    <a:gd name="connsiteY4" fmla="*/ 0 h 438626"/>
                    <a:gd name="connsiteX5" fmla="*/ 48127 w 63896"/>
                    <a:gd name="connsiteY5" fmla="*/ 140494 h 438626"/>
                    <a:gd name="connsiteX6" fmla="*/ 55272 w 63896"/>
                    <a:gd name="connsiteY6" fmla="*/ 304800 h 438626"/>
                    <a:gd name="connsiteX7" fmla="*/ 56240 w 63896"/>
                    <a:gd name="connsiteY7" fmla="*/ 329078 h 438626"/>
                    <a:gd name="connsiteX8" fmla="*/ 50683 w 63896"/>
                    <a:gd name="connsiteY8" fmla="*/ 363210 h 438626"/>
                    <a:gd name="connsiteX9" fmla="*/ 63384 w 63896"/>
                    <a:gd name="connsiteY9" fmla="*/ 410836 h 438626"/>
                    <a:gd name="connsiteX10" fmla="*/ 30047 w 63896"/>
                    <a:gd name="connsiteY10" fmla="*/ 438616 h 438626"/>
                    <a:gd name="connsiteX11" fmla="*/ 1471 w 63896"/>
                    <a:gd name="connsiteY11" fmla="*/ 413216 h 438626"/>
                    <a:gd name="connsiteX12" fmla="*/ 3852 w 63896"/>
                    <a:gd name="connsiteY12" fmla="*/ 346541 h 438626"/>
                    <a:gd name="connsiteX13" fmla="*/ 18140 w 63896"/>
                    <a:gd name="connsiteY13" fmla="*/ 331460 h 438626"/>
                    <a:gd name="connsiteX14" fmla="*/ 22903 w 63896"/>
                    <a:gd name="connsiteY14" fmla="*/ 306060 h 438626"/>
                    <a:gd name="connsiteX0" fmla="*/ 22903 w 63896"/>
                    <a:gd name="connsiteY0" fmla="*/ 306070 h 438636"/>
                    <a:gd name="connsiteX1" fmla="*/ 38602 w 63896"/>
                    <a:gd name="connsiteY1" fmla="*/ 200035 h 438636"/>
                    <a:gd name="connsiteX2" fmla="*/ 36222 w 63896"/>
                    <a:gd name="connsiteY2" fmla="*/ 133360 h 438636"/>
                    <a:gd name="connsiteX3" fmla="*/ 502 w 63896"/>
                    <a:gd name="connsiteY3" fmla="*/ 10 h 438636"/>
                    <a:gd name="connsiteX4" fmla="*/ 48127 w 63896"/>
                    <a:gd name="connsiteY4" fmla="*/ 140504 h 438636"/>
                    <a:gd name="connsiteX5" fmla="*/ 55272 w 63896"/>
                    <a:gd name="connsiteY5" fmla="*/ 304810 h 438636"/>
                    <a:gd name="connsiteX6" fmla="*/ 56240 w 63896"/>
                    <a:gd name="connsiteY6" fmla="*/ 329088 h 438636"/>
                    <a:gd name="connsiteX7" fmla="*/ 50683 w 63896"/>
                    <a:gd name="connsiteY7" fmla="*/ 363220 h 438636"/>
                    <a:gd name="connsiteX8" fmla="*/ 63384 w 63896"/>
                    <a:gd name="connsiteY8" fmla="*/ 410846 h 438636"/>
                    <a:gd name="connsiteX9" fmla="*/ 30047 w 63896"/>
                    <a:gd name="connsiteY9" fmla="*/ 438626 h 438636"/>
                    <a:gd name="connsiteX10" fmla="*/ 1471 w 63896"/>
                    <a:gd name="connsiteY10" fmla="*/ 413226 h 438636"/>
                    <a:gd name="connsiteX11" fmla="*/ 3852 w 63896"/>
                    <a:gd name="connsiteY11" fmla="*/ 346551 h 438636"/>
                    <a:gd name="connsiteX12" fmla="*/ 18140 w 63896"/>
                    <a:gd name="connsiteY12" fmla="*/ 331470 h 438636"/>
                    <a:gd name="connsiteX13" fmla="*/ 22903 w 63896"/>
                    <a:gd name="connsiteY13" fmla="*/ 306070 h 438636"/>
                    <a:gd name="connsiteX0" fmla="*/ 22903 w 63896"/>
                    <a:gd name="connsiteY0" fmla="*/ 183620 h 316186"/>
                    <a:gd name="connsiteX1" fmla="*/ 38602 w 63896"/>
                    <a:gd name="connsiteY1" fmla="*/ 77585 h 316186"/>
                    <a:gd name="connsiteX2" fmla="*/ 36222 w 63896"/>
                    <a:gd name="connsiteY2" fmla="*/ 10910 h 316186"/>
                    <a:gd name="connsiteX3" fmla="*/ 48127 w 63896"/>
                    <a:gd name="connsiteY3" fmla="*/ 18054 h 316186"/>
                    <a:gd name="connsiteX4" fmla="*/ 55272 w 63896"/>
                    <a:gd name="connsiteY4" fmla="*/ 182360 h 316186"/>
                    <a:gd name="connsiteX5" fmla="*/ 56240 w 63896"/>
                    <a:gd name="connsiteY5" fmla="*/ 206638 h 316186"/>
                    <a:gd name="connsiteX6" fmla="*/ 50683 w 63896"/>
                    <a:gd name="connsiteY6" fmla="*/ 240770 h 316186"/>
                    <a:gd name="connsiteX7" fmla="*/ 63384 w 63896"/>
                    <a:gd name="connsiteY7" fmla="*/ 288396 h 316186"/>
                    <a:gd name="connsiteX8" fmla="*/ 30047 w 63896"/>
                    <a:gd name="connsiteY8" fmla="*/ 316176 h 316186"/>
                    <a:gd name="connsiteX9" fmla="*/ 1471 w 63896"/>
                    <a:gd name="connsiteY9" fmla="*/ 290776 h 316186"/>
                    <a:gd name="connsiteX10" fmla="*/ 3852 w 63896"/>
                    <a:gd name="connsiteY10" fmla="*/ 224101 h 316186"/>
                    <a:gd name="connsiteX11" fmla="*/ 18140 w 63896"/>
                    <a:gd name="connsiteY11" fmla="*/ 209020 h 316186"/>
                    <a:gd name="connsiteX12" fmla="*/ 22903 w 63896"/>
                    <a:gd name="connsiteY12" fmla="*/ 183620 h 316186"/>
                    <a:gd name="connsiteX0" fmla="*/ 22903 w 72264"/>
                    <a:gd name="connsiteY0" fmla="*/ 174160 h 306726"/>
                    <a:gd name="connsiteX1" fmla="*/ 38602 w 72264"/>
                    <a:gd name="connsiteY1" fmla="*/ 68125 h 306726"/>
                    <a:gd name="connsiteX2" fmla="*/ 36222 w 72264"/>
                    <a:gd name="connsiteY2" fmla="*/ 1450 h 306726"/>
                    <a:gd name="connsiteX3" fmla="*/ 71940 w 72264"/>
                    <a:gd name="connsiteY3" fmla="*/ 63362 h 306726"/>
                    <a:gd name="connsiteX4" fmla="*/ 55272 w 72264"/>
                    <a:gd name="connsiteY4" fmla="*/ 172900 h 306726"/>
                    <a:gd name="connsiteX5" fmla="*/ 56240 w 72264"/>
                    <a:gd name="connsiteY5" fmla="*/ 197178 h 306726"/>
                    <a:gd name="connsiteX6" fmla="*/ 50683 w 72264"/>
                    <a:gd name="connsiteY6" fmla="*/ 231310 h 306726"/>
                    <a:gd name="connsiteX7" fmla="*/ 63384 w 72264"/>
                    <a:gd name="connsiteY7" fmla="*/ 278936 h 306726"/>
                    <a:gd name="connsiteX8" fmla="*/ 30047 w 72264"/>
                    <a:gd name="connsiteY8" fmla="*/ 306716 h 306726"/>
                    <a:gd name="connsiteX9" fmla="*/ 1471 w 72264"/>
                    <a:gd name="connsiteY9" fmla="*/ 281316 h 306726"/>
                    <a:gd name="connsiteX10" fmla="*/ 3852 w 72264"/>
                    <a:gd name="connsiteY10" fmla="*/ 214641 h 306726"/>
                    <a:gd name="connsiteX11" fmla="*/ 18140 w 72264"/>
                    <a:gd name="connsiteY11" fmla="*/ 199560 h 306726"/>
                    <a:gd name="connsiteX12" fmla="*/ 22903 w 72264"/>
                    <a:gd name="connsiteY12" fmla="*/ 174160 h 306726"/>
                    <a:gd name="connsiteX0" fmla="*/ 22903 w 72408"/>
                    <a:gd name="connsiteY0" fmla="*/ 174160 h 306726"/>
                    <a:gd name="connsiteX1" fmla="*/ 38602 w 72408"/>
                    <a:gd name="connsiteY1" fmla="*/ 68125 h 306726"/>
                    <a:gd name="connsiteX2" fmla="*/ 36222 w 72408"/>
                    <a:gd name="connsiteY2" fmla="*/ 1450 h 306726"/>
                    <a:gd name="connsiteX3" fmla="*/ 71940 w 72408"/>
                    <a:gd name="connsiteY3" fmla="*/ 63362 h 306726"/>
                    <a:gd name="connsiteX4" fmla="*/ 62416 w 72408"/>
                    <a:gd name="connsiteY4" fmla="*/ 182425 h 306726"/>
                    <a:gd name="connsiteX5" fmla="*/ 56240 w 72408"/>
                    <a:gd name="connsiteY5" fmla="*/ 197178 h 306726"/>
                    <a:gd name="connsiteX6" fmla="*/ 50683 w 72408"/>
                    <a:gd name="connsiteY6" fmla="*/ 231310 h 306726"/>
                    <a:gd name="connsiteX7" fmla="*/ 63384 w 72408"/>
                    <a:gd name="connsiteY7" fmla="*/ 278936 h 306726"/>
                    <a:gd name="connsiteX8" fmla="*/ 30047 w 72408"/>
                    <a:gd name="connsiteY8" fmla="*/ 306716 h 306726"/>
                    <a:gd name="connsiteX9" fmla="*/ 1471 w 72408"/>
                    <a:gd name="connsiteY9" fmla="*/ 281316 h 306726"/>
                    <a:gd name="connsiteX10" fmla="*/ 3852 w 72408"/>
                    <a:gd name="connsiteY10" fmla="*/ 214641 h 306726"/>
                    <a:gd name="connsiteX11" fmla="*/ 18140 w 72408"/>
                    <a:gd name="connsiteY11" fmla="*/ 199560 h 306726"/>
                    <a:gd name="connsiteX12" fmla="*/ 22903 w 72408"/>
                    <a:gd name="connsiteY12" fmla="*/ 174160 h 306726"/>
                    <a:gd name="connsiteX0" fmla="*/ 22903 w 72408"/>
                    <a:gd name="connsiteY0" fmla="*/ 174160 h 306726"/>
                    <a:gd name="connsiteX1" fmla="*/ 26696 w 72408"/>
                    <a:gd name="connsiteY1" fmla="*/ 96700 h 306726"/>
                    <a:gd name="connsiteX2" fmla="*/ 36222 w 72408"/>
                    <a:gd name="connsiteY2" fmla="*/ 1450 h 306726"/>
                    <a:gd name="connsiteX3" fmla="*/ 71940 w 72408"/>
                    <a:gd name="connsiteY3" fmla="*/ 63362 h 306726"/>
                    <a:gd name="connsiteX4" fmla="*/ 62416 w 72408"/>
                    <a:gd name="connsiteY4" fmla="*/ 182425 h 306726"/>
                    <a:gd name="connsiteX5" fmla="*/ 56240 w 72408"/>
                    <a:gd name="connsiteY5" fmla="*/ 197178 h 306726"/>
                    <a:gd name="connsiteX6" fmla="*/ 50683 w 72408"/>
                    <a:gd name="connsiteY6" fmla="*/ 231310 h 306726"/>
                    <a:gd name="connsiteX7" fmla="*/ 63384 w 72408"/>
                    <a:gd name="connsiteY7" fmla="*/ 278936 h 306726"/>
                    <a:gd name="connsiteX8" fmla="*/ 30047 w 72408"/>
                    <a:gd name="connsiteY8" fmla="*/ 306716 h 306726"/>
                    <a:gd name="connsiteX9" fmla="*/ 1471 w 72408"/>
                    <a:gd name="connsiteY9" fmla="*/ 281316 h 306726"/>
                    <a:gd name="connsiteX10" fmla="*/ 3852 w 72408"/>
                    <a:gd name="connsiteY10" fmla="*/ 214641 h 306726"/>
                    <a:gd name="connsiteX11" fmla="*/ 18140 w 72408"/>
                    <a:gd name="connsiteY11" fmla="*/ 199560 h 306726"/>
                    <a:gd name="connsiteX12" fmla="*/ 22903 w 72408"/>
                    <a:gd name="connsiteY12" fmla="*/ 174160 h 306726"/>
                    <a:gd name="connsiteX0" fmla="*/ 22903 w 74418"/>
                    <a:gd name="connsiteY0" fmla="*/ 175965 h 308531"/>
                    <a:gd name="connsiteX1" fmla="*/ 26696 w 74418"/>
                    <a:gd name="connsiteY1" fmla="*/ 98505 h 308531"/>
                    <a:gd name="connsiteX2" fmla="*/ 36222 w 74418"/>
                    <a:gd name="connsiteY2" fmla="*/ 3255 h 308531"/>
                    <a:gd name="connsiteX3" fmla="*/ 71941 w 74418"/>
                    <a:gd name="connsiteY3" fmla="*/ 27067 h 308531"/>
                    <a:gd name="connsiteX4" fmla="*/ 71940 w 74418"/>
                    <a:gd name="connsiteY4" fmla="*/ 65167 h 308531"/>
                    <a:gd name="connsiteX5" fmla="*/ 62416 w 74418"/>
                    <a:gd name="connsiteY5" fmla="*/ 184230 h 308531"/>
                    <a:gd name="connsiteX6" fmla="*/ 56240 w 74418"/>
                    <a:gd name="connsiteY6" fmla="*/ 198983 h 308531"/>
                    <a:gd name="connsiteX7" fmla="*/ 50683 w 74418"/>
                    <a:gd name="connsiteY7" fmla="*/ 233115 h 308531"/>
                    <a:gd name="connsiteX8" fmla="*/ 63384 w 74418"/>
                    <a:gd name="connsiteY8" fmla="*/ 280741 h 308531"/>
                    <a:gd name="connsiteX9" fmla="*/ 30047 w 74418"/>
                    <a:gd name="connsiteY9" fmla="*/ 308521 h 308531"/>
                    <a:gd name="connsiteX10" fmla="*/ 1471 w 74418"/>
                    <a:gd name="connsiteY10" fmla="*/ 283121 h 308531"/>
                    <a:gd name="connsiteX11" fmla="*/ 3852 w 74418"/>
                    <a:gd name="connsiteY11" fmla="*/ 216446 h 308531"/>
                    <a:gd name="connsiteX12" fmla="*/ 18140 w 74418"/>
                    <a:gd name="connsiteY12" fmla="*/ 201365 h 308531"/>
                    <a:gd name="connsiteX13" fmla="*/ 22903 w 74418"/>
                    <a:gd name="connsiteY13" fmla="*/ 175965 h 308531"/>
                    <a:gd name="connsiteX0" fmla="*/ 22903 w 75122"/>
                    <a:gd name="connsiteY0" fmla="*/ 149948 h 282514"/>
                    <a:gd name="connsiteX1" fmla="*/ 26696 w 75122"/>
                    <a:gd name="connsiteY1" fmla="*/ 72488 h 282514"/>
                    <a:gd name="connsiteX2" fmla="*/ 71941 w 75122"/>
                    <a:gd name="connsiteY2" fmla="*/ 1050 h 282514"/>
                    <a:gd name="connsiteX3" fmla="*/ 71940 w 75122"/>
                    <a:gd name="connsiteY3" fmla="*/ 39150 h 282514"/>
                    <a:gd name="connsiteX4" fmla="*/ 62416 w 75122"/>
                    <a:gd name="connsiteY4" fmla="*/ 158213 h 282514"/>
                    <a:gd name="connsiteX5" fmla="*/ 56240 w 75122"/>
                    <a:gd name="connsiteY5" fmla="*/ 172966 h 282514"/>
                    <a:gd name="connsiteX6" fmla="*/ 50683 w 75122"/>
                    <a:gd name="connsiteY6" fmla="*/ 207098 h 282514"/>
                    <a:gd name="connsiteX7" fmla="*/ 63384 w 75122"/>
                    <a:gd name="connsiteY7" fmla="*/ 254724 h 282514"/>
                    <a:gd name="connsiteX8" fmla="*/ 30047 w 75122"/>
                    <a:gd name="connsiteY8" fmla="*/ 282504 h 282514"/>
                    <a:gd name="connsiteX9" fmla="*/ 1471 w 75122"/>
                    <a:gd name="connsiteY9" fmla="*/ 257104 h 282514"/>
                    <a:gd name="connsiteX10" fmla="*/ 3852 w 75122"/>
                    <a:gd name="connsiteY10" fmla="*/ 190429 h 282514"/>
                    <a:gd name="connsiteX11" fmla="*/ 18140 w 75122"/>
                    <a:gd name="connsiteY11" fmla="*/ 175348 h 282514"/>
                    <a:gd name="connsiteX12" fmla="*/ 22903 w 75122"/>
                    <a:gd name="connsiteY12" fmla="*/ 149948 h 282514"/>
                    <a:gd name="connsiteX0" fmla="*/ 22903 w 73541"/>
                    <a:gd name="connsiteY0" fmla="*/ 148898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12" fmla="*/ 18140 w 73541"/>
                    <a:gd name="connsiteY12" fmla="*/ 174298 h 281464"/>
                    <a:gd name="connsiteX13" fmla="*/ 22903 w 73541"/>
                    <a:gd name="connsiteY13" fmla="*/ 148898 h 281464"/>
                    <a:gd name="connsiteX0" fmla="*/ 22903 w 73541"/>
                    <a:gd name="connsiteY0" fmla="*/ 148898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12" fmla="*/ 22903 w 73541"/>
                    <a:gd name="connsiteY12" fmla="*/ 148898 h 281464"/>
                    <a:gd name="connsiteX0" fmla="*/ 3852 w 73541"/>
                    <a:gd name="connsiteY0" fmla="*/ 189379 h 281464"/>
                    <a:gd name="connsiteX1" fmla="*/ 26696 w 73541"/>
                    <a:gd name="connsiteY1" fmla="*/ 71438 h 281464"/>
                    <a:gd name="connsiteX2" fmla="*/ 40984 w 73541"/>
                    <a:gd name="connsiteY2" fmla="*/ 16669 h 281464"/>
                    <a:gd name="connsiteX3" fmla="*/ 71941 w 73541"/>
                    <a:gd name="connsiteY3" fmla="*/ 0 h 281464"/>
                    <a:gd name="connsiteX4" fmla="*/ 71940 w 73541"/>
                    <a:gd name="connsiteY4" fmla="*/ 38100 h 281464"/>
                    <a:gd name="connsiteX5" fmla="*/ 62416 w 73541"/>
                    <a:gd name="connsiteY5" fmla="*/ 157163 h 281464"/>
                    <a:gd name="connsiteX6" fmla="*/ 56240 w 73541"/>
                    <a:gd name="connsiteY6" fmla="*/ 171916 h 281464"/>
                    <a:gd name="connsiteX7" fmla="*/ 50683 w 73541"/>
                    <a:gd name="connsiteY7" fmla="*/ 206048 h 281464"/>
                    <a:gd name="connsiteX8" fmla="*/ 63384 w 73541"/>
                    <a:gd name="connsiteY8" fmla="*/ 253674 h 281464"/>
                    <a:gd name="connsiteX9" fmla="*/ 30047 w 73541"/>
                    <a:gd name="connsiteY9" fmla="*/ 281454 h 281464"/>
                    <a:gd name="connsiteX10" fmla="*/ 1471 w 73541"/>
                    <a:gd name="connsiteY10" fmla="*/ 256054 h 281464"/>
                    <a:gd name="connsiteX11" fmla="*/ 3852 w 73541"/>
                    <a:gd name="connsiteY11" fmla="*/ 189379 h 281464"/>
                    <a:gd name="connsiteX0" fmla="*/ 21477 w 72116"/>
                    <a:gd name="connsiteY0" fmla="*/ 156041 h 281475"/>
                    <a:gd name="connsiteX1" fmla="*/ 25271 w 72116"/>
                    <a:gd name="connsiteY1" fmla="*/ 71438 h 281475"/>
                    <a:gd name="connsiteX2" fmla="*/ 39559 w 72116"/>
                    <a:gd name="connsiteY2" fmla="*/ 16669 h 281475"/>
                    <a:gd name="connsiteX3" fmla="*/ 70516 w 72116"/>
                    <a:gd name="connsiteY3" fmla="*/ 0 h 281475"/>
                    <a:gd name="connsiteX4" fmla="*/ 70515 w 72116"/>
                    <a:gd name="connsiteY4" fmla="*/ 38100 h 281475"/>
                    <a:gd name="connsiteX5" fmla="*/ 60991 w 72116"/>
                    <a:gd name="connsiteY5" fmla="*/ 157163 h 281475"/>
                    <a:gd name="connsiteX6" fmla="*/ 54815 w 72116"/>
                    <a:gd name="connsiteY6" fmla="*/ 171916 h 281475"/>
                    <a:gd name="connsiteX7" fmla="*/ 49258 w 72116"/>
                    <a:gd name="connsiteY7" fmla="*/ 206048 h 281475"/>
                    <a:gd name="connsiteX8" fmla="*/ 61959 w 72116"/>
                    <a:gd name="connsiteY8" fmla="*/ 253674 h 281475"/>
                    <a:gd name="connsiteX9" fmla="*/ 28622 w 72116"/>
                    <a:gd name="connsiteY9" fmla="*/ 281454 h 281475"/>
                    <a:gd name="connsiteX10" fmla="*/ 46 w 72116"/>
                    <a:gd name="connsiteY10" fmla="*/ 256054 h 281475"/>
                    <a:gd name="connsiteX11" fmla="*/ 21477 w 72116"/>
                    <a:gd name="connsiteY11" fmla="*/ 156041 h 281475"/>
                    <a:gd name="connsiteX0" fmla="*/ 25104 w 75743"/>
                    <a:gd name="connsiteY0" fmla="*/ 156041 h 281461"/>
                    <a:gd name="connsiteX1" fmla="*/ 28898 w 75743"/>
                    <a:gd name="connsiteY1" fmla="*/ 71438 h 281461"/>
                    <a:gd name="connsiteX2" fmla="*/ 43186 w 75743"/>
                    <a:gd name="connsiteY2" fmla="*/ 16669 h 281461"/>
                    <a:gd name="connsiteX3" fmla="*/ 74143 w 75743"/>
                    <a:gd name="connsiteY3" fmla="*/ 0 h 281461"/>
                    <a:gd name="connsiteX4" fmla="*/ 74142 w 75743"/>
                    <a:gd name="connsiteY4" fmla="*/ 38100 h 281461"/>
                    <a:gd name="connsiteX5" fmla="*/ 64618 w 75743"/>
                    <a:gd name="connsiteY5" fmla="*/ 157163 h 281461"/>
                    <a:gd name="connsiteX6" fmla="*/ 58442 w 75743"/>
                    <a:gd name="connsiteY6" fmla="*/ 171916 h 281461"/>
                    <a:gd name="connsiteX7" fmla="*/ 52885 w 75743"/>
                    <a:gd name="connsiteY7" fmla="*/ 206048 h 281461"/>
                    <a:gd name="connsiteX8" fmla="*/ 65586 w 75743"/>
                    <a:gd name="connsiteY8" fmla="*/ 253674 h 281461"/>
                    <a:gd name="connsiteX9" fmla="*/ 32249 w 75743"/>
                    <a:gd name="connsiteY9" fmla="*/ 281454 h 281461"/>
                    <a:gd name="connsiteX10" fmla="*/ 3673 w 75743"/>
                    <a:gd name="connsiteY10" fmla="*/ 256054 h 281461"/>
                    <a:gd name="connsiteX11" fmla="*/ 2705 w 75743"/>
                    <a:gd name="connsiteY11" fmla="*/ 216694 h 281461"/>
                    <a:gd name="connsiteX12" fmla="*/ 25104 w 75743"/>
                    <a:gd name="connsiteY12" fmla="*/ 156041 h 281461"/>
                    <a:gd name="connsiteX0" fmla="*/ 25104 w 75743"/>
                    <a:gd name="connsiteY0" fmla="*/ 156041 h 281461"/>
                    <a:gd name="connsiteX1" fmla="*/ 28898 w 75743"/>
                    <a:gd name="connsiteY1" fmla="*/ 71438 h 281461"/>
                    <a:gd name="connsiteX2" fmla="*/ 43186 w 75743"/>
                    <a:gd name="connsiteY2" fmla="*/ 16669 h 281461"/>
                    <a:gd name="connsiteX3" fmla="*/ 74143 w 75743"/>
                    <a:gd name="connsiteY3" fmla="*/ 0 h 281461"/>
                    <a:gd name="connsiteX4" fmla="*/ 74142 w 75743"/>
                    <a:gd name="connsiteY4" fmla="*/ 38100 h 281461"/>
                    <a:gd name="connsiteX5" fmla="*/ 64618 w 75743"/>
                    <a:gd name="connsiteY5" fmla="*/ 133351 h 281461"/>
                    <a:gd name="connsiteX6" fmla="*/ 58442 w 75743"/>
                    <a:gd name="connsiteY6" fmla="*/ 171916 h 281461"/>
                    <a:gd name="connsiteX7" fmla="*/ 52885 w 75743"/>
                    <a:gd name="connsiteY7" fmla="*/ 206048 h 281461"/>
                    <a:gd name="connsiteX8" fmla="*/ 65586 w 75743"/>
                    <a:gd name="connsiteY8" fmla="*/ 253674 h 281461"/>
                    <a:gd name="connsiteX9" fmla="*/ 32249 w 75743"/>
                    <a:gd name="connsiteY9" fmla="*/ 281454 h 281461"/>
                    <a:gd name="connsiteX10" fmla="*/ 3673 w 75743"/>
                    <a:gd name="connsiteY10" fmla="*/ 256054 h 281461"/>
                    <a:gd name="connsiteX11" fmla="*/ 2705 w 75743"/>
                    <a:gd name="connsiteY11" fmla="*/ 216694 h 281461"/>
                    <a:gd name="connsiteX12" fmla="*/ 25104 w 75743"/>
                    <a:gd name="connsiteY12" fmla="*/ 156041 h 281461"/>
                    <a:gd name="connsiteX0" fmla="*/ 25104 w 76637"/>
                    <a:gd name="connsiteY0" fmla="*/ 156041 h 281461"/>
                    <a:gd name="connsiteX1" fmla="*/ 28898 w 76637"/>
                    <a:gd name="connsiteY1" fmla="*/ 71438 h 281461"/>
                    <a:gd name="connsiteX2" fmla="*/ 43186 w 76637"/>
                    <a:gd name="connsiteY2" fmla="*/ 16669 h 281461"/>
                    <a:gd name="connsiteX3" fmla="*/ 74143 w 76637"/>
                    <a:gd name="connsiteY3" fmla="*/ 0 h 281461"/>
                    <a:gd name="connsiteX4" fmla="*/ 74142 w 76637"/>
                    <a:gd name="connsiteY4" fmla="*/ 38100 h 281461"/>
                    <a:gd name="connsiteX5" fmla="*/ 58442 w 76637"/>
                    <a:gd name="connsiteY5" fmla="*/ 171916 h 281461"/>
                    <a:gd name="connsiteX6" fmla="*/ 52885 w 76637"/>
                    <a:gd name="connsiteY6" fmla="*/ 206048 h 281461"/>
                    <a:gd name="connsiteX7" fmla="*/ 65586 w 76637"/>
                    <a:gd name="connsiteY7" fmla="*/ 253674 h 281461"/>
                    <a:gd name="connsiteX8" fmla="*/ 32249 w 76637"/>
                    <a:gd name="connsiteY8" fmla="*/ 281454 h 281461"/>
                    <a:gd name="connsiteX9" fmla="*/ 3673 w 76637"/>
                    <a:gd name="connsiteY9" fmla="*/ 256054 h 281461"/>
                    <a:gd name="connsiteX10" fmla="*/ 2705 w 76637"/>
                    <a:gd name="connsiteY10" fmla="*/ 216694 h 281461"/>
                    <a:gd name="connsiteX11" fmla="*/ 25104 w 76637"/>
                    <a:gd name="connsiteY11" fmla="*/ 156041 h 281461"/>
                    <a:gd name="connsiteX0" fmla="*/ 25104 w 85115"/>
                    <a:gd name="connsiteY0" fmla="*/ 156041 h 281461"/>
                    <a:gd name="connsiteX1" fmla="*/ 28898 w 85115"/>
                    <a:gd name="connsiteY1" fmla="*/ 71438 h 281461"/>
                    <a:gd name="connsiteX2" fmla="*/ 43186 w 85115"/>
                    <a:gd name="connsiteY2" fmla="*/ 16669 h 281461"/>
                    <a:gd name="connsiteX3" fmla="*/ 74143 w 85115"/>
                    <a:gd name="connsiteY3" fmla="*/ 0 h 281461"/>
                    <a:gd name="connsiteX4" fmla="*/ 84653 w 85115"/>
                    <a:gd name="connsiteY4" fmla="*/ 82872 h 281461"/>
                    <a:gd name="connsiteX5" fmla="*/ 58442 w 85115"/>
                    <a:gd name="connsiteY5" fmla="*/ 171916 h 281461"/>
                    <a:gd name="connsiteX6" fmla="*/ 52885 w 85115"/>
                    <a:gd name="connsiteY6" fmla="*/ 206048 h 281461"/>
                    <a:gd name="connsiteX7" fmla="*/ 65586 w 85115"/>
                    <a:gd name="connsiteY7" fmla="*/ 253674 h 281461"/>
                    <a:gd name="connsiteX8" fmla="*/ 32249 w 85115"/>
                    <a:gd name="connsiteY8" fmla="*/ 281454 h 281461"/>
                    <a:gd name="connsiteX9" fmla="*/ 3673 w 85115"/>
                    <a:gd name="connsiteY9" fmla="*/ 256054 h 281461"/>
                    <a:gd name="connsiteX10" fmla="*/ 2705 w 85115"/>
                    <a:gd name="connsiteY10" fmla="*/ 216694 h 281461"/>
                    <a:gd name="connsiteX11" fmla="*/ 25104 w 85115"/>
                    <a:gd name="connsiteY11" fmla="*/ 156041 h 281461"/>
                    <a:gd name="connsiteX0" fmla="*/ 25104 w 85526"/>
                    <a:gd name="connsiteY0" fmla="*/ 142600 h 268020"/>
                    <a:gd name="connsiteX1" fmla="*/ 28898 w 85526"/>
                    <a:gd name="connsiteY1" fmla="*/ 57997 h 268020"/>
                    <a:gd name="connsiteX2" fmla="*/ 43186 w 85526"/>
                    <a:gd name="connsiteY2" fmla="*/ 3228 h 268020"/>
                    <a:gd name="connsiteX3" fmla="*/ 79578 w 85526"/>
                    <a:gd name="connsiteY3" fmla="*/ 16186 h 268020"/>
                    <a:gd name="connsiteX4" fmla="*/ 84653 w 85526"/>
                    <a:gd name="connsiteY4" fmla="*/ 69431 h 268020"/>
                    <a:gd name="connsiteX5" fmla="*/ 58442 w 85526"/>
                    <a:gd name="connsiteY5" fmla="*/ 158475 h 268020"/>
                    <a:gd name="connsiteX6" fmla="*/ 52885 w 85526"/>
                    <a:gd name="connsiteY6" fmla="*/ 192607 h 268020"/>
                    <a:gd name="connsiteX7" fmla="*/ 65586 w 85526"/>
                    <a:gd name="connsiteY7" fmla="*/ 240233 h 268020"/>
                    <a:gd name="connsiteX8" fmla="*/ 32249 w 85526"/>
                    <a:gd name="connsiteY8" fmla="*/ 268013 h 268020"/>
                    <a:gd name="connsiteX9" fmla="*/ 3673 w 85526"/>
                    <a:gd name="connsiteY9" fmla="*/ 242613 h 268020"/>
                    <a:gd name="connsiteX10" fmla="*/ 2705 w 85526"/>
                    <a:gd name="connsiteY10" fmla="*/ 203253 h 268020"/>
                    <a:gd name="connsiteX11" fmla="*/ 25104 w 85526"/>
                    <a:gd name="connsiteY11" fmla="*/ 142600 h 268020"/>
                    <a:gd name="connsiteX0" fmla="*/ 25104 w 84845"/>
                    <a:gd name="connsiteY0" fmla="*/ 139441 h 264861"/>
                    <a:gd name="connsiteX1" fmla="*/ 28898 w 84845"/>
                    <a:gd name="connsiteY1" fmla="*/ 54838 h 264861"/>
                    <a:gd name="connsiteX2" fmla="*/ 43186 w 84845"/>
                    <a:gd name="connsiteY2" fmla="*/ 69 h 264861"/>
                    <a:gd name="connsiteX3" fmla="*/ 84653 w 84845"/>
                    <a:gd name="connsiteY3" fmla="*/ 66272 h 264861"/>
                    <a:gd name="connsiteX4" fmla="*/ 58442 w 84845"/>
                    <a:gd name="connsiteY4" fmla="*/ 155316 h 264861"/>
                    <a:gd name="connsiteX5" fmla="*/ 52885 w 84845"/>
                    <a:gd name="connsiteY5" fmla="*/ 189448 h 264861"/>
                    <a:gd name="connsiteX6" fmla="*/ 65586 w 84845"/>
                    <a:gd name="connsiteY6" fmla="*/ 237074 h 264861"/>
                    <a:gd name="connsiteX7" fmla="*/ 32249 w 84845"/>
                    <a:gd name="connsiteY7" fmla="*/ 264854 h 264861"/>
                    <a:gd name="connsiteX8" fmla="*/ 3673 w 84845"/>
                    <a:gd name="connsiteY8" fmla="*/ 239454 h 264861"/>
                    <a:gd name="connsiteX9" fmla="*/ 2705 w 84845"/>
                    <a:gd name="connsiteY9" fmla="*/ 200094 h 264861"/>
                    <a:gd name="connsiteX10" fmla="*/ 25104 w 84845"/>
                    <a:gd name="connsiteY10" fmla="*/ 139441 h 264861"/>
                    <a:gd name="connsiteX0" fmla="*/ 25104 w 86315"/>
                    <a:gd name="connsiteY0" fmla="*/ 144960 h 270380"/>
                    <a:gd name="connsiteX1" fmla="*/ 28898 w 86315"/>
                    <a:gd name="connsiteY1" fmla="*/ 60357 h 270380"/>
                    <a:gd name="connsiteX2" fmla="*/ 43186 w 86315"/>
                    <a:gd name="connsiteY2" fmla="*/ 5588 h 270380"/>
                    <a:gd name="connsiteX3" fmla="*/ 81842 w 86315"/>
                    <a:gd name="connsiteY3" fmla="*/ 6378 h 270380"/>
                    <a:gd name="connsiteX4" fmla="*/ 84653 w 86315"/>
                    <a:gd name="connsiteY4" fmla="*/ 71791 h 270380"/>
                    <a:gd name="connsiteX5" fmla="*/ 58442 w 86315"/>
                    <a:gd name="connsiteY5" fmla="*/ 160835 h 270380"/>
                    <a:gd name="connsiteX6" fmla="*/ 52885 w 86315"/>
                    <a:gd name="connsiteY6" fmla="*/ 194967 h 270380"/>
                    <a:gd name="connsiteX7" fmla="*/ 65586 w 86315"/>
                    <a:gd name="connsiteY7" fmla="*/ 242593 h 270380"/>
                    <a:gd name="connsiteX8" fmla="*/ 32249 w 86315"/>
                    <a:gd name="connsiteY8" fmla="*/ 270373 h 270380"/>
                    <a:gd name="connsiteX9" fmla="*/ 3673 w 86315"/>
                    <a:gd name="connsiteY9" fmla="*/ 244973 h 270380"/>
                    <a:gd name="connsiteX10" fmla="*/ 2705 w 86315"/>
                    <a:gd name="connsiteY10" fmla="*/ 205613 h 270380"/>
                    <a:gd name="connsiteX11" fmla="*/ 25104 w 86315"/>
                    <a:gd name="connsiteY11" fmla="*/ 144960 h 270380"/>
                    <a:gd name="connsiteX0" fmla="*/ 25104 w 86525"/>
                    <a:gd name="connsiteY0" fmla="*/ 144960 h 270380"/>
                    <a:gd name="connsiteX1" fmla="*/ 28898 w 86525"/>
                    <a:gd name="connsiteY1" fmla="*/ 60357 h 270380"/>
                    <a:gd name="connsiteX2" fmla="*/ 43186 w 86525"/>
                    <a:gd name="connsiteY2" fmla="*/ 5588 h 270380"/>
                    <a:gd name="connsiteX3" fmla="*/ 81842 w 86525"/>
                    <a:gd name="connsiteY3" fmla="*/ 6378 h 270380"/>
                    <a:gd name="connsiteX4" fmla="*/ 84653 w 86525"/>
                    <a:gd name="connsiteY4" fmla="*/ 71791 h 270380"/>
                    <a:gd name="connsiteX5" fmla="*/ 58783 w 86525"/>
                    <a:gd name="connsiteY5" fmla="*/ 118555 h 270380"/>
                    <a:gd name="connsiteX6" fmla="*/ 58442 w 86525"/>
                    <a:gd name="connsiteY6" fmla="*/ 160835 h 270380"/>
                    <a:gd name="connsiteX7" fmla="*/ 52885 w 86525"/>
                    <a:gd name="connsiteY7" fmla="*/ 194967 h 270380"/>
                    <a:gd name="connsiteX8" fmla="*/ 65586 w 86525"/>
                    <a:gd name="connsiteY8" fmla="*/ 242593 h 270380"/>
                    <a:gd name="connsiteX9" fmla="*/ 32249 w 86525"/>
                    <a:gd name="connsiteY9" fmla="*/ 270373 h 270380"/>
                    <a:gd name="connsiteX10" fmla="*/ 3673 w 86525"/>
                    <a:gd name="connsiteY10" fmla="*/ 244973 h 270380"/>
                    <a:gd name="connsiteX11" fmla="*/ 2705 w 86525"/>
                    <a:gd name="connsiteY11" fmla="*/ 205613 h 270380"/>
                    <a:gd name="connsiteX12" fmla="*/ 25104 w 86525"/>
                    <a:gd name="connsiteY12" fmla="*/ 144960 h 270380"/>
                    <a:gd name="connsiteX0" fmla="*/ 24795 w 86216"/>
                    <a:gd name="connsiteY0" fmla="*/ 144960 h 308100"/>
                    <a:gd name="connsiteX1" fmla="*/ 28589 w 86216"/>
                    <a:gd name="connsiteY1" fmla="*/ 60357 h 308100"/>
                    <a:gd name="connsiteX2" fmla="*/ 42877 w 86216"/>
                    <a:gd name="connsiteY2" fmla="*/ 5588 h 308100"/>
                    <a:gd name="connsiteX3" fmla="*/ 81533 w 86216"/>
                    <a:gd name="connsiteY3" fmla="*/ 6378 h 308100"/>
                    <a:gd name="connsiteX4" fmla="*/ 84344 w 86216"/>
                    <a:gd name="connsiteY4" fmla="*/ 71791 h 308100"/>
                    <a:gd name="connsiteX5" fmla="*/ 58474 w 86216"/>
                    <a:gd name="connsiteY5" fmla="*/ 118555 h 308100"/>
                    <a:gd name="connsiteX6" fmla="*/ 58133 w 86216"/>
                    <a:gd name="connsiteY6" fmla="*/ 160835 h 308100"/>
                    <a:gd name="connsiteX7" fmla="*/ 52576 w 86216"/>
                    <a:gd name="connsiteY7" fmla="*/ 194967 h 308100"/>
                    <a:gd name="connsiteX8" fmla="*/ 65277 w 86216"/>
                    <a:gd name="connsiteY8" fmla="*/ 242593 h 308100"/>
                    <a:gd name="connsiteX9" fmla="*/ 26611 w 86216"/>
                    <a:gd name="connsiteY9" fmla="*/ 308098 h 308100"/>
                    <a:gd name="connsiteX10" fmla="*/ 3364 w 86216"/>
                    <a:gd name="connsiteY10" fmla="*/ 244973 h 308100"/>
                    <a:gd name="connsiteX11" fmla="*/ 2396 w 86216"/>
                    <a:gd name="connsiteY11" fmla="*/ 205613 h 308100"/>
                    <a:gd name="connsiteX12" fmla="*/ 24795 w 86216"/>
                    <a:gd name="connsiteY12" fmla="*/ 144960 h 308100"/>
                    <a:gd name="connsiteX0" fmla="*/ 24795 w 86216"/>
                    <a:gd name="connsiteY0" fmla="*/ 144960 h 308098"/>
                    <a:gd name="connsiteX1" fmla="*/ 28589 w 86216"/>
                    <a:gd name="connsiteY1" fmla="*/ 60357 h 308098"/>
                    <a:gd name="connsiteX2" fmla="*/ 42877 w 86216"/>
                    <a:gd name="connsiteY2" fmla="*/ 5588 h 308098"/>
                    <a:gd name="connsiteX3" fmla="*/ 81533 w 86216"/>
                    <a:gd name="connsiteY3" fmla="*/ 6378 h 308098"/>
                    <a:gd name="connsiteX4" fmla="*/ 84344 w 86216"/>
                    <a:gd name="connsiteY4" fmla="*/ 71791 h 308098"/>
                    <a:gd name="connsiteX5" fmla="*/ 58474 w 86216"/>
                    <a:gd name="connsiteY5" fmla="*/ 118555 h 308098"/>
                    <a:gd name="connsiteX6" fmla="*/ 58133 w 86216"/>
                    <a:gd name="connsiteY6" fmla="*/ 160835 h 308098"/>
                    <a:gd name="connsiteX7" fmla="*/ 52576 w 86216"/>
                    <a:gd name="connsiteY7" fmla="*/ 194967 h 308098"/>
                    <a:gd name="connsiteX8" fmla="*/ 57872 w 86216"/>
                    <a:gd name="connsiteY8" fmla="*/ 243952 h 308098"/>
                    <a:gd name="connsiteX9" fmla="*/ 26611 w 86216"/>
                    <a:gd name="connsiteY9" fmla="*/ 308098 h 308098"/>
                    <a:gd name="connsiteX10" fmla="*/ 3364 w 86216"/>
                    <a:gd name="connsiteY10" fmla="*/ 244973 h 308098"/>
                    <a:gd name="connsiteX11" fmla="*/ 2396 w 86216"/>
                    <a:gd name="connsiteY11" fmla="*/ 205613 h 308098"/>
                    <a:gd name="connsiteX12" fmla="*/ 24795 w 86216"/>
                    <a:gd name="connsiteY12" fmla="*/ 144960 h 308098"/>
                    <a:gd name="connsiteX0" fmla="*/ 26818 w 88239"/>
                    <a:gd name="connsiteY0" fmla="*/ 144960 h 249984"/>
                    <a:gd name="connsiteX1" fmla="*/ 30612 w 88239"/>
                    <a:gd name="connsiteY1" fmla="*/ 60357 h 249984"/>
                    <a:gd name="connsiteX2" fmla="*/ 44900 w 88239"/>
                    <a:gd name="connsiteY2" fmla="*/ 5588 h 249984"/>
                    <a:gd name="connsiteX3" fmla="*/ 83556 w 88239"/>
                    <a:gd name="connsiteY3" fmla="*/ 6378 h 249984"/>
                    <a:gd name="connsiteX4" fmla="*/ 86367 w 88239"/>
                    <a:gd name="connsiteY4" fmla="*/ 71791 h 249984"/>
                    <a:gd name="connsiteX5" fmla="*/ 60497 w 88239"/>
                    <a:gd name="connsiteY5" fmla="*/ 118555 h 249984"/>
                    <a:gd name="connsiteX6" fmla="*/ 60156 w 88239"/>
                    <a:gd name="connsiteY6" fmla="*/ 160835 h 249984"/>
                    <a:gd name="connsiteX7" fmla="*/ 54599 w 88239"/>
                    <a:gd name="connsiteY7" fmla="*/ 194967 h 249984"/>
                    <a:gd name="connsiteX8" fmla="*/ 59895 w 88239"/>
                    <a:gd name="connsiteY8" fmla="*/ 243952 h 249984"/>
                    <a:gd name="connsiteX9" fmla="*/ 5387 w 88239"/>
                    <a:gd name="connsiteY9" fmla="*/ 244973 h 249984"/>
                    <a:gd name="connsiteX10" fmla="*/ 4419 w 88239"/>
                    <a:gd name="connsiteY10" fmla="*/ 205613 h 249984"/>
                    <a:gd name="connsiteX11" fmla="*/ 26818 w 88239"/>
                    <a:gd name="connsiteY11" fmla="*/ 144960 h 249984"/>
                    <a:gd name="connsiteX0" fmla="*/ 24729 w 86150"/>
                    <a:gd name="connsiteY0" fmla="*/ 144960 h 301469"/>
                    <a:gd name="connsiteX1" fmla="*/ 28523 w 86150"/>
                    <a:gd name="connsiteY1" fmla="*/ 60357 h 301469"/>
                    <a:gd name="connsiteX2" fmla="*/ 42811 w 86150"/>
                    <a:gd name="connsiteY2" fmla="*/ 5588 h 301469"/>
                    <a:gd name="connsiteX3" fmla="*/ 81467 w 86150"/>
                    <a:gd name="connsiteY3" fmla="*/ 6378 h 301469"/>
                    <a:gd name="connsiteX4" fmla="*/ 84278 w 86150"/>
                    <a:gd name="connsiteY4" fmla="*/ 71791 h 301469"/>
                    <a:gd name="connsiteX5" fmla="*/ 58408 w 86150"/>
                    <a:gd name="connsiteY5" fmla="*/ 118555 h 301469"/>
                    <a:gd name="connsiteX6" fmla="*/ 58067 w 86150"/>
                    <a:gd name="connsiteY6" fmla="*/ 160835 h 301469"/>
                    <a:gd name="connsiteX7" fmla="*/ 52510 w 86150"/>
                    <a:gd name="connsiteY7" fmla="*/ 194967 h 301469"/>
                    <a:gd name="connsiteX8" fmla="*/ 57806 w 86150"/>
                    <a:gd name="connsiteY8" fmla="*/ 243952 h 301469"/>
                    <a:gd name="connsiteX9" fmla="*/ 25357 w 86150"/>
                    <a:gd name="connsiteY9" fmla="*/ 301469 h 301469"/>
                    <a:gd name="connsiteX10" fmla="*/ 3298 w 86150"/>
                    <a:gd name="connsiteY10" fmla="*/ 244973 h 301469"/>
                    <a:gd name="connsiteX11" fmla="*/ 2330 w 86150"/>
                    <a:gd name="connsiteY11" fmla="*/ 205613 h 301469"/>
                    <a:gd name="connsiteX12" fmla="*/ 24729 w 86150"/>
                    <a:gd name="connsiteY12" fmla="*/ 144960 h 301469"/>
                    <a:gd name="connsiteX0" fmla="*/ 24729 w 86150"/>
                    <a:gd name="connsiteY0" fmla="*/ 144960 h 301469"/>
                    <a:gd name="connsiteX1" fmla="*/ 28523 w 86150"/>
                    <a:gd name="connsiteY1" fmla="*/ 60357 h 301469"/>
                    <a:gd name="connsiteX2" fmla="*/ 42811 w 86150"/>
                    <a:gd name="connsiteY2" fmla="*/ 5588 h 301469"/>
                    <a:gd name="connsiteX3" fmla="*/ 81467 w 86150"/>
                    <a:gd name="connsiteY3" fmla="*/ 6378 h 301469"/>
                    <a:gd name="connsiteX4" fmla="*/ 84278 w 86150"/>
                    <a:gd name="connsiteY4" fmla="*/ 71791 h 301469"/>
                    <a:gd name="connsiteX5" fmla="*/ 58408 w 86150"/>
                    <a:gd name="connsiteY5" fmla="*/ 118555 h 301469"/>
                    <a:gd name="connsiteX6" fmla="*/ 58067 w 86150"/>
                    <a:gd name="connsiteY6" fmla="*/ 160835 h 301469"/>
                    <a:gd name="connsiteX7" fmla="*/ 52510 w 86150"/>
                    <a:gd name="connsiteY7" fmla="*/ 194967 h 301469"/>
                    <a:gd name="connsiteX8" fmla="*/ 57806 w 86150"/>
                    <a:gd name="connsiteY8" fmla="*/ 243952 h 301469"/>
                    <a:gd name="connsiteX9" fmla="*/ 25357 w 86150"/>
                    <a:gd name="connsiteY9" fmla="*/ 301469 h 301469"/>
                    <a:gd name="connsiteX10" fmla="*/ 3298 w 86150"/>
                    <a:gd name="connsiteY10" fmla="*/ 244973 h 301469"/>
                    <a:gd name="connsiteX11" fmla="*/ 2330 w 86150"/>
                    <a:gd name="connsiteY11" fmla="*/ 205613 h 301469"/>
                    <a:gd name="connsiteX12" fmla="*/ 24729 w 86150"/>
                    <a:gd name="connsiteY12" fmla="*/ 144960 h 301469"/>
                    <a:gd name="connsiteX0" fmla="*/ 28612 w 90033"/>
                    <a:gd name="connsiteY0" fmla="*/ 144960 h 297805"/>
                    <a:gd name="connsiteX1" fmla="*/ 32406 w 90033"/>
                    <a:gd name="connsiteY1" fmla="*/ 60357 h 297805"/>
                    <a:gd name="connsiteX2" fmla="*/ 46694 w 90033"/>
                    <a:gd name="connsiteY2" fmla="*/ 5588 h 297805"/>
                    <a:gd name="connsiteX3" fmla="*/ 85350 w 90033"/>
                    <a:gd name="connsiteY3" fmla="*/ 6378 h 297805"/>
                    <a:gd name="connsiteX4" fmla="*/ 88161 w 90033"/>
                    <a:gd name="connsiteY4" fmla="*/ 71791 h 297805"/>
                    <a:gd name="connsiteX5" fmla="*/ 62291 w 90033"/>
                    <a:gd name="connsiteY5" fmla="*/ 118555 h 297805"/>
                    <a:gd name="connsiteX6" fmla="*/ 61950 w 90033"/>
                    <a:gd name="connsiteY6" fmla="*/ 160835 h 297805"/>
                    <a:gd name="connsiteX7" fmla="*/ 56393 w 90033"/>
                    <a:gd name="connsiteY7" fmla="*/ 194967 h 297805"/>
                    <a:gd name="connsiteX8" fmla="*/ 61689 w 90033"/>
                    <a:gd name="connsiteY8" fmla="*/ 243952 h 297805"/>
                    <a:gd name="connsiteX9" fmla="*/ 3304 w 90033"/>
                    <a:gd name="connsiteY9" fmla="*/ 297805 h 297805"/>
                    <a:gd name="connsiteX10" fmla="*/ 7181 w 90033"/>
                    <a:gd name="connsiteY10" fmla="*/ 244973 h 297805"/>
                    <a:gd name="connsiteX11" fmla="*/ 6213 w 90033"/>
                    <a:gd name="connsiteY11" fmla="*/ 205613 h 297805"/>
                    <a:gd name="connsiteX12" fmla="*/ 28612 w 90033"/>
                    <a:gd name="connsiteY12" fmla="*/ 144960 h 297805"/>
                    <a:gd name="connsiteX0" fmla="*/ 24998 w 86419"/>
                    <a:gd name="connsiteY0" fmla="*/ 144960 h 302135"/>
                    <a:gd name="connsiteX1" fmla="*/ 28792 w 86419"/>
                    <a:gd name="connsiteY1" fmla="*/ 60357 h 302135"/>
                    <a:gd name="connsiteX2" fmla="*/ 43080 w 86419"/>
                    <a:gd name="connsiteY2" fmla="*/ 5588 h 302135"/>
                    <a:gd name="connsiteX3" fmla="*/ 81736 w 86419"/>
                    <a:gd name="connsiteY3" fmla="*/ 6378 h 302135"/>
                    <a:gd name="connsiteX4" fmla="*/ 84547 w 86419"/>
                    <a:gd name="connsiteY4" fmla="*/ 71791 h 302135"/>
                    <a:gd name="connsiteX5" fmla="*/ 58677 w 86419"/>
                    <a:gd name="connsiteY5" fmla="*/ 118555 h 302135"/>
                    <a:gd name="connsiteX6" fmla="*/ 58336 w 86419"/>
                    <a:gd name="connsiteY6" fmla="*/ 160835 h 302135"/>
                    <a:gd name="connsiteX7" fmla="*/ 52779 w 86419"/>
                    <a:gd name="connsiteY7" fmla="*/ 194967 h 302135"/>
                    <a:gd name="connsiteX8" fmla="*/ 58075 w 86419"/>
                    <a:gd name="connsiteY8" fmla="*/ 243952 h 302135"/>
                    <a:gd name="connsiteX9" fmla="*/ 30342 w 86419"/>
                    <a:gd name="connsiteY9" fmla="*/ 302135 h 302135"/>
                    <a:gd name="connsiteX10" fmla="*/ 3567 w 86419"/>
                    <a:gd name="connsiteY10" fmla="*/ 244973 h 302135"/>
                    <a:gd name="connsiteX11" fmla="*/ 2599 w 86419"/>
                    <a:gd name="connsiteY11" fmla="*/ 205613 h 302135"/>
                    <a:gd name="connsiteX12" fmla="*/ 24998 w 86419"/>
                    <a:gd name="connsiteY12" fmla="*/ 144960 h 302135"/>
                    <a:gd name="connsiteX0" fmla="*/ 35123 w 96544"/>
                    <a:gd name="connsiteY0" fmla="*/ 144960 h 349678"/>
                    <a:gd name="connsiteX1" fmla="*/ 38917 w 96544"/>
                    <a:gd name="connsiteY1" fmla="*/ 60357 h 349678"/>
                    <a:gd name="connsiteX2" fmla="*/ 53205 w 96544"/>
                    <a:gd name="connsiteY2" fmla="*/ 5588 h 349678"/>
                    <a:gd name="connsiteX3" fmla="*/ 91861 w 96544"/>
                    <a:gd name="connsiteY3" fmla="*/ 6378 h 349678"/>
                    <a:gd name="connsiteX4" fmla="*/ 94672 w 96544"/>
                    <a:gd name="connsiteY4" fmla="*/ 71791 h 349678"/>
                    <a:gd name="connsiteX5" fmla="*/ 68802 w 96544"/>
                    <a:gd name="connsiteY5" fmla="*/ 118555 h 349678"/>
                    <a:gd name="connsiteX6" fmla="*/ 68461 w 96544"/>
                    <a:gd name="connsiteY6" fmla="*/ 160835 h 349678"/>
                    <a:gd name="connsiteX7" fmla="*/ 62904 w 96544"/>
                    <a:gd name="connsiteY7" fmla="*/ 194967 h 349678"/>
                    <a:gd name="connsiteX8" fmla="*/ 68200 w 96544"/>
                    <a:gd name="connsiteY8" fmla="*/ 243952 h 349678"/>
                    <a:gd name="connsiteX9" fmla="*/ 2488 w 96544"/>
                    <a:gd name="connsiteY9" fmla="*/ 349678 h 349678"/>
                    <a:gd name="connsiteX10" fmla="*/ 13692 w 96544"/>
                    <a:gd name="connsiteY10" fmla="*/ 244973 h 349678"/>
                    <a:gd name="connsiteX11" fmla="*/ 12724 w 96544"/>
                    <a:gd name="connsiteY11" fmla="*/ 205613 h 349678"/>
                    <a:gd name="connsiteX12" fmla="*/ 35123 w 96544"/>
                    <a:gd name="connsiteY12" fmla="*/ 144960 h 349678"/>
                    <a:gd name="connsiteX0" fmla="*/ 26010 w 87431"/>
                    <a:gd name="connsiteY0" fmla="*/ 144960 h 359696"/>
                    <a:gd name="connsiteX1" fmla="*/ 29804 w 87431"/>
                    <a:gd name="connsiteY1" fmla="*/ 60357 h 359696"/>
                    <a:gd name="connsiteX2" fmla="*/ 44092 w 87431"/>
                    <a:gd name="connsiteY2" fmla="*/ 5588 h 359696"/>
                    <a:gd name="connsiteX3" fmla="*/ 82748 w 87431"/>
                    <a:gd name="connsiteY3" fmla="*/ 6378 h 359696"/>
                    <a:gd name="connsiteX4" fmla="*/ 85559 w 87431"/>
                    <a:gd name="connsiteY4" fmla="*/ 71791 h 359696"/>
                    <a:gd name="connsiteX5" fmla="*/ 59689 w 87431"/>
                    <a:gd name="connsiteY5" fmla="*/ 118555 h 359696"/>
                    <a:gd name="connsiteX6" fmla="*/ 59348 w 87431"/>
                    <a:gd name="connsiteY6" fmla="*/ 160835 h 359696"/>
                    <a:gd name="connsiteX7" fmla="*/ 53791 w 87431"/>
                    <a:gd name="connsiteY7" fmla="*/ 194967 h 359696"/>
                    <a:gd name="connsiteX8" fmla="*/ 59087 w 87431"/>
                    <a:gd name="connsiteY8" fmla="*/ 243952 h 359696"/>
                    <a:gd name="connsiteX9" fmla="*/ 47273 w 87431"/>
                    <a:gd name="connsiteY9" fmla="*/ 359696 h 359696"/>
                    <a:gd name="connsiteX10" fmla="*/ 4579 w 87431"/>
                    <a:gd name="connsiteY10" fmla="*/ 244973 h 359696"/>
                    <a:gd name="connsiteX11" fmla="*/ 3611 w 87431"/>
                    <a:gd name="connsiteY11" fmla="*/ 205613 h 359696"/>
                    <a:gd name="connsiteX12" fmla="*/ 26010 w 87431"/>
                    <a:gd name="connsiteY12" fmla="*/ 144960 h 359696"/>
                    <a:gd name="connsiteX0" fmla="*/ 26818 w 88239"/>
                    <a:gd name="connsiteY0" fmla="*/ 144960 h 249984"/>
                    <a:gd name="connsiteX1" fmla="*/ 30612 w 88239"/>
                    <a:gd name="connsiteY1" fmla="*/ 60357 h 249984"/>
                    <a:gd name="connsiteX2" fmla="*/ 44900 w 88239"/>
                    <a:gd name="connsiteY2" fmla="*/ 5588 h 249984"/>
                    <a:gd name="connsiteX3" fmla="*/ 83556 w 88239"/>
                    <a:gd name="connsiteY3" fmla="*/ 6378 h 249984"/>
                    <a:gd name="connsiteX4" fmla="*/ 86367 w 88239"/>
                    <a:gd name="connsiteY4" fmla="*/ 71791 h 249984"/>
                    <a:gd name="connsiteX5" fmla="*/ 60497 w 88239"/>
                    <a:gd name="connsiteY5" fmla="*/ 118555 h 249984"/>
                    <a:gd name="connsiteX6" fmla="*/ 60156 w 88239"/>
                    <a:gd name="connsiteY6" fmla="*/ 160835 h 249984"/>
                    <a:gd name="connsiteX7" fmla="*/ 54599 w 88239"/>
                    <a:gd name="connsiteY7" fmla="*/ 194967 h 249984"/>
                    <a:gd name="connsiteX8" fmla="*/ 59895 w 88239"/>
                    <a:gd name="connsiteY8" fmla="*/ 243952 h 249984"/>
                    <a:gd name="connsiteX9" fmla="*/ 5387 w 88239"/>
                    <a:gd name="connsiteY9" fmla="*/ 244973 h 249984"/>
                    <a:gd name="connsiteX10" fmla="*/ 4419 w 88239"/>
                    <a:gd name="connsiteY10" fmla="*/ 205613 h 249984"/>
                    <a:gd name="connsiteX11" fmla="*/ 26818 w 88239"/>
                    <a:gd name="connsiteY11" fmla="*/ 144960 h 249984"/>
                    <a:gd name="connsiteX0" fmla="*/ 26239 w 87660"/>
                    <a:gd name="connsiteY0" fmla="*/ 144960 h 247003"/>
                    <a:gd name="connsiteX1" fmla="*/ 30033 w 87660"/>
                    <a:gd name="connsiteY1" fmla="*/ 60357 h 247003"/>
                    <a:gd name="connsiteX2" fmla="*/ 44321 w 87660"/>
                    <a:gd name="connsiteY2" fmla="*/ 5588 h 247003"/>
                    <a:gd name="connsiteX3" fmla="*/ 82977 w 87660"/>
                    <a:gd name="connsiteY3" fmla="*/ 6378 h 247003"/>
                    <a:gd name="connsiteX4" fmla="*/ 85788 w 87660"/>
                    <a:gd name="connsiteY4" fmla="*/ 71791 h 247003"/>
                    <a:gd name="connsiteX5" fmla="*/ 59918 w 87660"/>
                    <a:gd name="connsiteY5" fmla="*/ 118555 h 247003"/>
                    <a:gd name="connsiteX6" fmla="*/ 59577 w 87660"/>
                    <a:gd name="connsiteY6" fmla="*/ 160835 h 247003"/>
                    <a:gd name="connsiteX7" fmla="*/ 54020 w 87660"/>
                    <a:gd name="connsiteY7" fmla="*/ 194967 h 247003"/>
                    <a:gd name="connsiteX8" fmla="*/ 50884 w 87660"/>
                    <a:gd name="connsiteY8" fmla="*/ 236490 h 247003"/>
                    <a:gd name="connsiteX9" fmla="*/ 4808 w 87660"/>
                    <a:gd name="connsiteY9" fmla="*/ 244973 h 247003"/>
                    <a:gd name="connsiteX10" fmla="*/ 3840 w 87660"/>
                    <a:gd name="connsiteY10" fmla="*/ 205613 h 247003"/>
                    <a:gd name="connsiteX11" fmla="*/ 26239 w 87660"/>
                    <a:gd name="connsiteY11" fmla="*/ 144960 h 247003"/>
                    <a:gd name="connsiteX0" fmla="*/ 26239 w 87660"/>
                    <a:gd name="connsiteY0" fmla="*/ 155237 h 257280"/>
                    <a:gd name="connsiteX1" fmla="*/ 30033 w 87660"/>
                    <a:gd name="connsiteY1" fmla="*/ 70634 h 257280"/>
                    <a:gd name="connsiteX2" fmla="*/ 46652 w 87660"/>
                    <a:gd name="connsiteY2" fmla="*/ 1213 h 257280"/>
                    <a:gd name="connsiteX3" fmla="*/ 82977 w 87660"/>
                    <a:gd name="connsiteY3" fmla="*/ 16655 h 257280"/>
                    <a:gd name="connsiteX4" fmla="*/ 85788 w 87660"/>
                    <a:gd name="connsiteY4" fmla="*/ 82068 h 257280"/>
                    <a:gd name="connsiteX5" fmla="*/ 59918 w 87660"/>
                    <a:gd name="connsiteY5" fmla="*/ 128832 h 257280"/>
                    <a:gd name="connsiteX6" fmla="*/ 59577 w 87660"/>
                    <a:gd name="connsiteY6" fmla="*/ 171112 h 257280"/>
                    <a:gd name="connsiteX7" fmla="*/ 54020 w 87660"/>
                    <a:gd name="connsiteY7" fmla="*/ 205244 h 257280"/>
                    <a:gd name="connsiteX8" fmla="*/ 50884 w 87660"/>
                    <a:gd name="connsiteY8" fmla="*/ 246767 h 257280"/>
                    <a:gd name="connsiteX9" fmla="*/ 4808 w 87660"/>
                    <a:gd name="connsiteY9" fmla="*/ 255250 h 257280"/>
                    <a:gd name="connsiteX10" fmla="*/ 3840 w 87660"/>
                    <a:gd name="connsiteY10" fmla="*/ 215890 h 257280"/>
                    <a:gd name="connsiteX11" fmla="*/ 26239 w 87660"/>
                    <a:gd name="connsiteY11" fmla="*/ 155237 h 25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60" h="257280">
                      <a:moveTo>
                        <a:pt x="26239" y="155237"/>
                      </a:moveTo>
                      <a:lnTo>
                        <a:pt x="30033" y="70634"/>
                      </a:lnTo>
                      <a:cubicBezTo>
                        <a:pt x="34237" y="52168"/>
                        <a:pt x="37359" y="-693"/>
                        <a:pt x="46652" y="1213"/>
                      </a:cubicBezTo>
                      <a:cubicBezTo>
                        <a:pt x="52845" y="-3345"/>
                        <a:pt x="76066" y="5621"/>
                        <a:pt x="82977" y="16655"/>
                      </a:cubicBezTo>
                      <a:cubicBezTo>
                        <a:pt x="89888" y="27689"/>
                        <a:pt x="87611" y="63487"/>
                        <a:pt x="85788" y="82068"/>
                      </a:cubicBezTo>
                      <a:cubicBezTo>
                        <a:pt x="83965" y="100649"/>
                        <a:pt x="64286" y="113991"/>
                        <a:pt x="59918" y="128832"/>
                      </a:cubicBezTo>
                      <a:cubicBezTo>
                        <a:pt x="55550" y="143673"/>
                        <a:pt x="60560" y="158377"/>
                        <a:pt x="59577" y="171112"/>
                      </a:cubicBezTo>
                      <a:cubicBezTo>
                        <a:pt x="58594" y="183847"/>
                        <a:pt x="55469" y="192635"/>
                        <a:pt x="54020" y="205244"/>
                      </a:cubicBezTo>
                      <a:cubicBezTo>
                        <a:pt x="52571" y="217853"/>
                        <a:pt x="59086" y="238433"/>
                        <a:pt x="50884" y="246767"/>
                      </a:cubicBezTo>
                      <a:cubicBezTo>
                        <a:pt x="42682" y="255101"/>
                        <a:pt x="12649" y="260396"/>
                        <a:pt x="4808" y="255250"/>
                      </a:cubicBezTo>
                      <a:cubicBezTo>
                        <a:pt x="-3033" y="250104"/>
                        <a:pt x="268" y="232559"/>
                        <a:pt x="3840" y="215890"/>
                      </a:cubicBezTo>
                      <a:cubicBezTo>
                        <a:pt x="7412" y="199221"/>
                        <a:pt x="23064" y="181034"/>
                        <a:pt x="26239" y="155237"/>
                      </a:cubicBezTo>
                      <a:close/>
                    </a:path>
                  </a:pathLst>
                </a:cu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pic>
        <p:nvPicPr>
          <p:cNvPr id="59" name="Graphic 58" descr="Cursor with solid fill">
            <a:extLst>
              <a:ext uri="{FF2B5EF4-FFF2-40B4-BE49-F238E27FC236}">
                <a16:creationId xmlns:a16="http://schemas.microsoft.com/office/drawing/2014/main" id="{F7D1CC8F-CCE4-2C6F-3318-C7ACCA9B2EE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71740" y="3468972"/>
            <a:ext cx="274320" cy="274320"/>
          </a:xfrm>
          <a:prstGeom prst="rect">
            <a:avLst/>
          </a:prstGeom>
        </p:spPr>
      </p:pic>
      <p:grpSp>
        <p:nvGrpSpPr>
          <p:cNvPr id="60" name="Fevers/chills">
            <a:extLst>
              <a:ext uri="{FF2B5EF4-FFF2-40B4-BE49-F238E27FC236}">
                <a16:creationId xmlns:a16="http://schemas.microsoft.com/office/drawing/2014/main" id="{9B6CB75C-AF58-587D-6D1A-2629B3876BB7}"/>
              </a:ext>
            </a:extLst>
          </p:cNvPr>
          <p:cNvGrpSpPr/>
          <p:nvPr/>
        </p:nvGrpSpPr>
        <p:grpSpPr>
          <a:xfrm>
            <a:off x="2190511" y="4187929"/>
            <a:ext cx="1949278" cy="1940957"/>
            <a:chOff x="7704742" y="1876769"/>
            <a:chExt cx="1949278" cy="1940957"/>
          </a:xfrm>
        </p:grpSpPr>
        <p:sp>
          <p:nvSpPr>
            <p:cNvPr id="61" name="question 3">
              <a:extLst>
                <a:ext uri="{FF2B5EF4-FFF2-40B4-BE49-F238E27FC236}">
                  <a16:creationId xmlns:a16="http://schemas.microsoft.com/office/drawing/2014/main" id="{3CFE0B44-9472-BC18-2F69-1C466541E4FB}"/>
                </a:ext>
              </a:extLst>
            </p:cNvPr>
            <p:cNvSpPr txBox="1"/>
            <p:nvPr/>
          </p:nvSpPr>
          <p:spPr>
            <a:xfrm>
              <a:off x="7704742" y="1876769"/>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62" name="TextBox 61">
              <a:extLst>
                <a:ext uri="{FF2B5EF4-FFF2-40B4-BE49-F238E27FC236}">
                  <a16:creationId xmlns:a16="http://schemas.microsoft.com/office/drawing/2014/main" id="{9FF88918-2D6F-F0B4-5B31-9420F842E486}"/>
                </a:ext>
              </a:extLst>
            </p:cNvPr>
            <p:cNvSpPr txBox="1"/>
            <p:nvPr/>
          </p:nvSpPr>
          <p:spPr>
            <a:xfrm>
              <a:off x="7737664" y="3312153"/>
              <a:ext cx="18661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Fevers/ malaise</a:t>
              </a:r>
            </a:p>
          </p:txBody>
        </p:sp>
        <p:pic>
          <p:nvPicPr>
            <p:cNvPr id="63" name="Picture 62" descr="Graphical user interface, application&#10;&#10;Description automatically generated">
              <a:extLst>
                <a:ext uri="{FF2B5EF4-FFF2-40B4-BE49-F238E27FC236}">
                  <a16:creationId xmlns:a16="http://schemas.microsoft.com/office/drawing/2014/main" id="{5BC16625-F21D-9DD5-39C2-24051C32A8B6}"/>
                </a:ext>
              </a:extLst>
            </p:cNvPr>
            <p:cNvPicPr>
              <a:picLocks noChangeAspect="1"/>
            </p:cNvPicPr>
            <p:nvPr/>
          </p:nvPicPr>
          <p:blipFill rotWithShape="1">
            <a:blip r:embed="rId13">
              <a:extLst>
                <a:ext uri="{28A0092B-C50C-407E-A947-70E740481C1C}">
                  <a14:useLocalDpi xmlns:a14="http://schemas.microsoft.com/office/drawing/2010/main" val="0"/>
                </a:ext>
              </a:extLst>
            </a:blip>
            <a:srcRect l="67577" t="31511" r="17963" b="48547"/>
            <a:stretch/>
          </p:blipFill>
          <p:spPr>
            <a:xfrm>
              <a:off x="7954639" y="1972285"/>
              <a:ext cx="1432231" cy="1382692"/>
            </a:xfrm>
            <a:prstGeom prst="rect">
              <a:avLst/>
            </a:prstGeom>
          </p:spPr>
        </p:pic>
      </p:grpSp>
      <p:pic>
        <p:nvPicPr>
          <p:cNvPr id="64" name="Graphic 63" descr="Cursor with solid fill">
            <a:extLst>
              <a:ext uri="{FF2B5EF4-FFF2-40B4-BE49-F238E27FC236}">
                <a16:creationId xmlns:a16="http://schemas.microsoft.com/office/drawing/2014/main" id="{C9771536-C262-5ED6-9097-557978FE8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52455" y="5921443"/>
            <a:ext cx="274320" cy="274320"/>
          </a:xfrm>
          <a:prstGeom prst="rect">
            <a:avLst/>
          </a:prstGeom>
        </p:spPr>
      </p:pic>
      <p:grpSp>
        <p:nvGrpSpPr>
          <p:cNvPr id="74" name="GI symptoms">
            <a:extLst>
              <a:ext uri="{FF2B5EF4-FFF2-40B4-BE49-F238E27FC236}">
                <a16:creationId xmlns:a16="http://schemas.microsoft.com/office/drawing/2014/main" id="{3C9357B1-2562-E8A8-685F-8C24A4BE1990}"/>
              </a:ext>
            </a:extLst>
          </p:cNvPr>
          <p:cNvGrpSpPr/>
          <p:nvPr/>
        </p:nvGrpSpPr>
        <p:grpSpPr>
          <a:xfrm>
            <a:off x="4505867" y="4187929"/>
            <a:ext cx="1949278" cy="1940957"/>
            <a:chOff x="4505867" y="4187929"/>
            <a:chExt cx="1949278" cy="1940957"/>
          </a:xfrm>
        </p:grpSpPr>
        <p:grpSp>
          <p:nvGrpSpPr>
            <p:cNvPr id="67" name="Intrauterine infection">
              <a:extLst>
                <a:ext uri="{FF2B5EF4-FFF2-40B4-BE49-F238E27FC236}">
                  <a16:creationId xmlns:a16="http://schemas.microsoft.com/office/drawing/2014/main" id="{452A6E35-B0CD-7966-08A4-BD571B5DC0F7}"/>
                </a:ext>
              </a:extLst>
            </p:cNvPr>
            <p:cNvGrpSpPr/>
            <p:nvPr/>
          </p:nvGrpSpPr>
          <p:grpSpPr>
            <a:xfrm>
              <a:off x="4505867" y="4187929"/>
              <a:ext cx="1949278" cy="1940957"/>
              <a:chOff x="7704742" y="1876769"/>
              <a:chExt cx="1949278" cy="1940957"/>
            </a:xfrm>
          </p:grpSpPr>
          <p:sp>
            <p:nvSpPr>
              <p:cNvPr id="68" name="question 3">
                <a:extLst>
                  <a:ext uri="{FF2B5EF4-FFF2-40B4-BE49-F238E27FC236}">
                    <a16:creationId xmlns:a16="http://schemas.microsoft.com/office/drawing/2014/main" id="{77BEA25A-0674-1245-7578-433FD348E6DF}"/>
                  </a:ext>
                </a:extLst>
              </p:cNvPr>
              <p:cNvSpPr txBox="1"/>
              <p:nvPr/>
            </p:nvSpPr>
            <p:spPr>
              <a:xfrm>
                <a:off x="7704742" y="1876769"/>
                <a:ext cx="1949278" cy="1940957"/>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69" name="TextBox 68">
                <a:extLst>
                  <a:ext uri="{FF2B5EF4-FFF2-40B4-BE49-F238E27FC236}">
                    <a16:creationId xmlns:a16="http://schemas.microsoft.com/office/drawing/2014/main" id="{DAB8D79C-9210-8032-F6DE-0E50F9582D6E}"/>
                  </a:ext>
                </a:extLst>
              </p:cNvPr>
              <p:cNvSpPr txBox="1"/>
              <p:nvPr/>
            </p:nvSpPr>
            <p:spPr>
              <a:xfrm>
                <a:off x="7746290" y="3346001"/>
                <a:ext cx="18661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GI symptoms</a:t>
                </a:r>
              </a:p>
            </p:txBody>
          </p:sp>
        </p:grpSp>
        <p:pic>
          <p:nvPicPr>
            <p:cNvPr id="73" name="Picture 72" descr="Graphical user interface&#10;&#10;Description automatically generated with medium confidence">
              <a:extLst>
                <a:ext uri="{FF2B5EF4-FFF2-40B4-BE49-F238E27FC236}">
                  <a16:creationId xmlns:a16="http://schemas.microsoft.com/office/drawing/2014/main" id="{784A838E-3F42-DEBA-AD09-C00B96A1F2BF}"/>
                </a:ext>
              </a:extLst>
            </p:cNvPr>
            <p:cNvPicPr>
              <a:picLocks noChangeAspect="1"/>
            </p:cNvPicPr>
            <p:nvPr/>
          </p:nvPicPr>
          <p:blipFill rotWithShape="1">
            <a:blip r:embed="rId14">
              <a:extLst>
                <a:ext uri="{28A0092B-C50C-407E-A947-70E740481C1C}">
                  <a14:useLocalDpi xmlns:a14="http://schemas.microsoft.com/office/drawing/2010/main" val="0"/>
                </a:ext>
              </a:extLst>
            </a:blip>
            <a:srcRect l="30426" t="-1278" r="52861" b="80716"/>
            <a:stretch/>
          </p:blipFill>
          <p:spPr>
            <a:xfrm>
              <a:off x="4678306" y="4288248"/>
              <a:ext cx="1528204" cy="1316104"/>
            </a:xfrm>
            <a:prstGeom prst="rect">
              <a:avLst/>
            </a:prstGeom>
          </p:spPr>
        </p:pic>
      </p:grpSp>
      <p:pic>
        <p:nvPicPr>
          <p:cNvPr id="71" name="Graphic 70" descr="Cursor with solid fill">
            <a:extLst>
              <a:ext uri="{FF2B5EF4-FFF2-40B4-BE49-F238E27FC236}">
                <a16:creationId xmlns:a16="http://schemas.microsoft.com/office/drawing/2014/main" id="{3CE09AAD-6163-58B9-4922-C02090CDF7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67811" y="5891501"/>
            <a:ext cx="274320" cy="274320"/>
          </a:xfrm>
          <a:prstGeom prst="rect">
            <a:avLst/>
          </a:prstGeom>
        </p:spPr>
      </p:pic>
    </p:spTree>
    <p:extLst>
      <p:ext uri="{BB962C8B-B14F-4D97-AF65-F5344CB8AC3E}">
        <p14:creationId xmlns:p14="http://schemas.microsoft.com/office/powerpoint/2010/main" val="15798222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9"/>
                    </p:tgtEl>
                  </p:cond>
                </p:stCondLst>
                <p:endSync evt="end" delay="0">
                  <p:rtn val="all"/>
                </p:endSync>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1"/>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49"/>
                  </p:tgtEl>
                </p:cond>
              </p:nextCondLst>
            </p:seq>
            <p:seq concurrent="1" nextAc="seek">
              <p:cTn id="21" restart="whenNotActive" fill="hold" evtFilter="cancelBubble" nodeType="interactiveSeq">
                <p:stCondLst>
                  <p:cond evt="onClick" delay="0">
                    <p:tgtEl>
                      <p:spTgt spid="17"/>
                    </p:tgtEl>
                  </p:cond>
                </p:stCondLst>
                <p:endSync evt="end" delay="0">
                  <p:rtn val="all"/>
                </p:endSync>
                <p:childTnLst>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9"/>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30" restart="whenNotActive" fill="hold" evtFilter="cancelBubble" nodeType="interactiveSeq">
                <p:stCondLst>
                  <p:cond evt="onClick" delay="0">
                    <p:tgtEl>
                      <p:spTgt spid="12"/>
                    </p:tgtEl>
                  </p:cond>
                </p:stCondLst>
                <p:endSync evt="end" delay="0">
                  <p:rtn val="all"/>
                </p:endSync>
                <p:childTnLst>
                  <p:par>
                    <p:cTn id="31" fill="hold">
                      <p:stCondLst>
                        <p:cond delay="0"/>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39" restart="whenNotActive" fill="hold" evtFilter="cancelBubble" nodeType="interactiveSeq">
                <p:stCondLst>
                  <p:cond evt="onClick" delay="0">
                    <p:tgtEl>
                      <p:spTgt spid="3"/>
                    </p:tgtEl>
                  </p:cond>
                </p:stCondLst>
                <p:endSync evt="end" delay="0">
                  <p:rtn val="all"/>
                </p:endSync>
                <p:childTnLst>
                  <p:par>
                    <p:cTn id="40" fill="hold">
                      <p:stCondLst>
                        <p:cond delay="0"/>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3"/>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66"/>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32"/>
                                        </p:tgtEl>
                                        <p:attrNameLst>
                                          <p:attrName>style.visibility</p:attrName>
                                        </p:attrNameLst>
                                      </p:cBhvr>
                                      <p:to>
                                        <p:strVal val="hidden"/>
                                      </p:to>
                                    </p:set>
                                  </p:childTnLst>
                                </p:cTn>
                              </p:par>
                            </p:childTnLst>
                          </p:cTn>
                        </p:par>
                      </p:childTnLst>
                    </p:cTn>
                  </p:par>
                </p:childTnLst>
              </p:cTn>
              <p:nextCondLst>
                <p:cond evt="onClick" delay="0">
                  <p:tgtEl>
                    <p:spTgt spid="3"/>
                  </p:tgtEl>
                </p:cond>
              </p:nextCondLst>
            </p:seq>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1" presetClass="entr" presetSubtype="0"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xit"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67" restart="whenNotActive" fill="hold" evtFilter="cancelBubble" nodeType="interactiveSeq">
                <p:stCondLst>
                  <p:cond evt="onClick" delay="0">
                    <p:tgtEl>
                      <p:spTgt spid="60"/>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60"/>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64"/>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76" restart="whenNotActive" fill="hold" evtFilter="cancelBubble" nodeType="interactiveSeq">
                <p:stCondLst>
                  <p:cond evt="onClick" delay="0">
                    <p:tgtEl>
                      <p:spTgt spid="24"/>
                    </p:tgtEl>
                  </p:cond>
                </p:stCondLst>
                <p:endSync evt="end" delay="0">
                  <p:rtn val="all"/>
                </p:endSync>
                <p:childTnLst>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24"/>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85" restart="whenNotActive" fill="hold" evtFilter="cancelBubble" nodeType="interactiveSeq">
                <p:stCondLst>
                  <p:cond evt="onClick" delay="0">
                    <p:tgtEl>
                      <p:spTgt spid="74"/>
                    </p:tgtEl>
                  </p:cond>
                </p:stCondLst>
                <p:endSync evt="end" delay="0">
                  <p:rtn val="all"/>
                </p:endSync>
                <p:childTnLst>
                  <p:par>
                    <p:cTn id="86" fill="hold">
                      <p:stCondLst>
                        <p:cond delay="0"/>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7"/>
                                        </p:tgtEl>
                                        <p:attrNameLst>
                                          <p:attrName>style.visibility</p:attrName>
                                        </p:attrNameLst>
                                      </p:cBhvr>
                                      <p:to>
                                        <p:strVal val="visible"/>
                                      </p:to>
                                    </p:set>
                                  </p:childTnLst>
                                </p:cTn>
                              </p:par>
                              <p:par>
                                <p:cTn id="90" presetID="1" presetClass="exit" presetSubtype="0" fill="hold" nodeType="withEffect">
                                  <p:stCondLst>
                                    <p:cond delay="0"/>
                                  </p:stCondLst>
                                  <p:childTnLst>
                                    <p:set>
                                      <p:cBhvr>
                                        <p:cTn id="91" dur="1" fill="hold">
                                          <p:stCondLst>
                                            <p:cond delay="0"/>
                                          </p:stCondLst>
                                        </p:cTn>
                                        <p:tgtEl>
                                          <p:spTgt spid="71"/>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74"/>
                                        </p:tgtEl>
                                        <p:attrNameLst>
                                          <p:attrName>style.visibility</p:attrName>
                                        </p:attrNameLst>
                                      </p:cBhvr>
                                      <p:to>
                                        <p:strVal val="hidden"/>
                                      </p:to>
                                    </p:set>
                                  </p:childTnLst>
                                </p:cTn>
                              </p:par>
                            </p:childTnLst>
                          </p:cTn>
                        </p:par>
                      </p:childTnLst>
                    </p:cTn>
                  </p:par>
                </p:childTnLst>
              </p:cTn>
              <p:nextCondLst>
                <p:cond evt="onClick" delay="0">
                  <p:tgtEl>
                    <p:spTgt spid="74"/>
                  </p:tgtEl>
                </p:cond>
              </p:nextCondLst>
            </p:seq>
          </p:childTnLst>
        </p:cTn>
      </p:par>
    </p:tnLst>
    <p:bldLst>
      <p:bldP spid="30" grpId="0"/>
      <p:bldP spid="26" grpId="0"/>
      <p:bldP spid="20" grpId="0" animBg="1"/>
      <p:bldP spid="49" grpId="0" animBg="1"/>
      <p:bldP spid="66" grpId="0"/>
      <p:bldP spid="36" grpId="0"/>
      <p:bldP spid="37" grpId="0"/>
      <p:bldP spid="39" grpId="0"/>
    </p:bld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 1 Q1">
            <a:extLst>
              <a:ext uri="{FF2B5EF4-FFF2-40B4-BE49-F238E27FC236}">
                <a16:creationId xmlns:a16="http://schemas.microsoft.com/office/drawing/2014/main" id="{782826B9-DFBA-ED29-BC94-1C017B969260}"/>
              </a:ext>
            </a:extLst>
          </p:cNvPr>
          <p:cNvSpPr/>
          <p:nvPr/>
        </p:nvSpPr>
        <p:spPr>
          <a:xfrm>
            <a:off x="1828023" y="1906391"/>
            <a:ext cx="3291840" cy="36576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is your next step in evaluation?</a:t>
            </a:r>
            <a:endParaRPr lang="en-US" dirty="0"/>
          </a:p>
        </p:txBody>
      </p:sp>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5305405" y="22005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a">
            <a:extLst>
              <a:ext uri="{FF2B5EF4-FFF2-40B4-BE49-F238E27FC236}">
                <a16:creationId xmlns:a16="http://schemas.microsoft.com/office/drawing/2014/main" id="{D2B7E91F-D4C0-4BE2-8AA9-79828559D719}"/>
              </a:ext>
            </a:extLst>
          </p:cNvPr>
          <p:cNvSpPr/>
          <p:nvPr/>
        </p:nvSpPr>
        <p:spPr>
          <a:xfrm>
            <a:off x="2729332"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Case 1a</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1832577" y="649485"/>
            <a:ext cx="3369009" cy="1169551"/>
          </a:xfrm>
          <a:prstGeom prst="rect">
            <a:avLst/>
          </a:prstGeom>
          <a:noFill/>
        </p:spPr>
        <p:txBody>
          <a:bodyPr wrap="square" lIns="91440" tIns="45720" rIns="91440" bIns="45720" rtlCol="0" anchor="t">
            <a:spAutoFit/>
          </a:bodyPr>
          <a:lstStyle/>
          <a:p>
            <a:r>
              <a:rPr lang="en-US" sz="1400" dirty="0">
                <a:ea typeface="+mn-lt"/>
                <a:cs typeface="+mn-lt"/>
              </a:rPr>
              <a:t>A 30-year-old transgender man (they/them) with a uterus presents for a missed period. Their LMP was 6 weeks ago. They are not on hormonal contraception and are worried about pregnancy. </a:t>
            </a:r>
          </a:p>
        </p:txBody>
      </p:sp>
      <p:sp>
        <p:nvSpPr>
          <p:cNvPr id="31" name="Case 1 Q2">
            <a:extLst>
              <a:ext uri="{FF2B5EF4-FFF2-40B4-BE49-F238E27FC236}">
                <a16:creationId xmlns:a16="http://schemas.microsoft.com/office/drawing/2014/main" id="{FC95995F-E4E4-4637-AB4F-6B3EE9F47547}"/>
              </a:ext>
            </a:extLst>
          </p:cNvPr>
          <p:cNvSpPr/>
          <p:nvPr/>
        </p:nvSpPr>
        <p:spPr>
          <a:xfrm>
            <a:off x="1828024" y="3036223"/>
            <a:ext cx="3291840" cy="36576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is the gestational age?</a:t>
            </a:r>
            <a:endParaRPr lang="en-US" sz="1400" dirty="0">
              <a:cs typeface="Calibri"/>
            </a:endParaRPr>
          </a:p>
        </p:txBody>
      </p:sp>
      <p:sp>
        <p:nvSpPr>
          <p:cNvPr id="30" name="Case 1 Q3">
            <a:extLst>
              <a:ext uri="{FF2B5EF4-FFF2-40B4-BE49-F238E27FC236}">
                <a16:creationId xmlns:a16="http://schemas.microsoft.com/office/drawing/2014/main" id="{731DFEAB-EA12-4B9E-A4F6-084CAEC77E91}"/>
              </a:ext>
            </a:extLst>
          </p:cNvPr>
          <p:cNvSpPr/>
          <p:nvPr/>
        </p:nvSpPr>
        <p:spPr>
          <a:xfrm>
            <a:off x="1828023" y="3833830"/>
            <a:ext cx="3291840" cy="54864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How do you counsel on patient’s choice regarding their pregnancy? </a:t>
            </a:r>
          </a:p>
        </p:txBody>
      </p:sp>
      <p:sp>
        <p:nvSpPr>
          <p:cNvPr id="34" name="Case 1 - answer two">
            <a:extLst>
              <a:ext uri="{FF2B5EF4-FFF2-40B4-BE49-F238E27FC236}">
                <a16:creationId xmlns:a16="http://schemas.microsoft.com/office/drawing/2014/main" id="{78D59F4F-3EF0-4B50-B0DE-BD1DB0BEC628}"/>
              </a:ext>
            </a:extLst>
          </p:cNvPr>
          <p:cNvSpPr/>
          <p:nvPr/>
        </p:nvSpPr>
        <p:spPr>
          <a:xfrm>
            <a:off x="1828024" y="4455111"/>
            <a:ext cx="3291840" cy="708467"/>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dirty="0">
                <a:latin typeface="Calibri"/>
                <a:cs typeface="Calibri"/>
              </a:rPr>
              <a:t>Review options including carrying pregnancy, adoption and terminating pregnancy. Provide additional resources.</a:t>
            </a:r>
            <a:endParaRPr lang="en-US" sz="1400" dirty="0">
              <a:latin typeface="Calibri" panose="020F0502020204030204" pitchFamily="34" charset="0"/>
              <a:cs typeface="Calibri" panose="020F0502020204030204" pitchFamily="34" charset="0"/>
            </a:endParaRPr>
          </a:p>
        </p:txBody>
      </p:sp>
      <p:sp>
        <p:nvSpPr>
          <p:cNvPr id="129" name="Case 1b">
            <a:extLst>
              <a:ext uri="{FF2B5EF4-FFF2-40B4-BE49-F238E27FC236}">
                <a16:creationId xmlns:a16="http://schemas.microsoft.com/office/drawing/2014/main" id="{41FEB336-49CA-4EC0-AC0A-587C0CD09C68}"/>
              </a:ext>
            </a:extLst>
          </p:cNvPr>
          <p:cNvSpPr/>
          <p:nvPr/>
        </p:nvSpPr>
        <p:spPr>
          <a:xfrm>
            <a:off x="6352935"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Case 1b</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5452377" y="649485"/>
            <a:ext cx="3086825" cy="954107"/>
          </a:xfrm>
          <a:prstGeom prst="rect">
            <a:avLst/>
          </a:prstGeom>
          <a:noFill/>
        </p:spPr>
        <p:txBody>
          <a:bodyPr wrap="square" lIns="91440" tIns="45720" rIns="91440" bIns="45720" rtlCol="0" anchor="t">
            <a:spAutoFit/>
          </a:bodyPr>
          <a:lstStyle/>
          <a:p>
            <a:r>
              <a:rPr lang="en-US" sz="1400" dirty="0"/>
              <a:t>They decide they would like to proceed with medication abortion. They have no medical problems and are not on any medications.</a:t>
            </a:r>
          </a:p>
        </p:txBody>
      </p:sp>
      <p:pic>
        <p:nvPicPr>
          <p:cNvPr id="52" name="Graphic 51" descr="Cursor with solid fill">
            <a:extLst>
              <a:ext uri="{FF2B5EF4-FFF2-40B4-BE49-F238E27FC236}">
                <a16:creationId xmlns:a16="http://schemas.microsoft.com/office/drawing/2014/main" id="{9DBF686D-ADBD-45BD-B2A8-ED386C519D7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8199" y="3278148"/>
            <a:ext cx="274320" cy="274320"/>
          </a:xfrm>
          <a:prstGeom prst="rect">
            <a:avLst/>
          </a:prstGeom>
        </p:spPr>
      </p:pic>
      <p:pic>
        <p:nvPicPr>
          <p:cNvPr id="55" name="Graphic 54" descr="Cursor with solid fill">
            <a:extLst>
              <a:ext uri="{FF2B5EF4-FFF2-40B4-BE49-F238E27FC236}">
                <a16:creationId xmlns:a16="http://schemas.microsoft.com/office/drawing/2014/main" id="{B62A262D-0A68-4133-95CA-0F3A957DD4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8199" y="4261559"/>
            <a:ext cx="274320" cy="274320"/>
          </a:xfrm>
          <a:prstGeom prst="rect">
            <a:avLst/>
          </a:prstGeom>
        </p:spPr>
      </p:pic>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3772" y="460423"/>
            <a:ext cx="274320" cy="274320"/>
          </a:xfrm>
          <a:prstGeom prst="rect">
            <a:avLst/>
          </a:prstGeom>
        </p:spPr>
      </p:pic>
      <p:sp>
        <p:nvSpPr>
          <p:cNvPr id="57" name="Case 1b Q1">
            <a:extLst>
              <a:ext uri="{FF2B5EF4-FFF2-40B4-BE49-F238E27FC236}">
                <a16:creationId xmlns:a16="http://schemas.microsoft.com/office/drawing/2014/main" id="{FC7CA112-FAF7-4731-AC02-423927DB914D}"/>
              </a:ext>
            </a:extLst>
          </p:cNvPr>
          <p:cNvSpPr/>
          <p:nvPr/>
        </p:nvSpPr>
        <p:spPr>
          <a:xfrm>
            <a:off x="5447803" y="1650099"/>
            <a:ext cx="3009542" cy="54864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Do they have any contraindications to medical abortion?</a:t>
            </a:r>
          </a:p>
        </p:txBody>
      </p:sp>
      <p:sp>
        <p:nvSpPr>
          <p:cNvPr id="58" name="Case 1b Q2">
            <a:extLst>
              <a:ext uri="{FF2B5EF4-FFF2-40B4-BE49-F238E27FC236}">
                <a16:creationId xmlns:a16="http://schemas.microsoft.com/office/drawing/2014/main" id="{BD5CFEB8-C474-46CA-BDD5-725CAFB73BAA}"/>
              </a:ext>
            </a:extLst>
          </p:cNvPr>
          <p:cNvSpPr/>
          <p:nvPr/>
        </p:nvSpPr>
        <p:spPr>
          <a:xfrm>
            <a:off x="5455244" y="3699223"/>
            <a:ext cx="3002743" cy="54864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history might lead you to suspect ectopic pregnancy? </a:t>
            </a:r>
          </a:p>
        </p:txBody>
      </p:sp>
      <p:sp>
        <p:nvSpPr>
          <p:cNvPr id="60" name="Case 1c Q1">
            <a:extLst>
              <a:ext uri="{FF2B5EF4-FFF2-40B4-BE49-F238E27FC236}">
                <a16:creationId xmlns:a16="http://schemas.microsoft.com/office/drawing/2014/main" id="{DBF342EB-17AA-4DC3-9E41-148100FBAA71}"/>
              </a:ext>
            </a:extLst>
          </p:cNvPr>
          <p:cNvSpPr/>
          <p:nvPr/>
        </p:nvSpPr>
        <p:spPr>
          <a:xfrm>
            <a:off x="8877704" y="1229718"/>
            <a:ext cx="3107335" cy="54864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How do you counsel them on side effects?</a:t>
            </a:r>
          </a:p>
        </p:txBody>
      </p:sp>
      <p:sp>
        <p:nvSpPr>
          <p:cNvPr id="61" name="Case 2 - answer1">
            <a:extLst>
              <a:ext uri="{FF2B5EF4-FFF2-40B4-BE49-F238E27FC236}">
                <a16:creationId xmlns:a16="http://schemas.microsoft.com/office/drawing/2014/main" id="{E9E14381-F561-4E85-8173-20AB47B470CD}"/>
              </a:ext>
            </a:extLst>
          </p:cNvPr>
          <p:cNvSpPr/>
          <p:nvPr/>
        </p:nvSpPr>
        <p:spPr>
          <a:xfrm>
            <a:off x="5508129" y="2206517"/>
            <a:ext cx="2911640" cy="1453190"/>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b="1" dirty="0"/>
              <a:t>No. </a:t>
            </a:r>
            <a:r>
              <a:rPr lang="en-US" sz="1400" dirty="0"/>
              <a:t>Contraindications include:</a:t>
            </a:r>
          </a:p>
          <a:p>
            <a:pPr marL="112713" indent="-112713">
              <a:buFont typeface="Arial" panose="020B0604020202020204" pitchFamily="34" charset="0"/>
              <a:buChar char="•"/>
            </a:pPr>
            <a:r>
              <a:rPr lang="en-US" sz="1400" dirty="0"/>
              <a:t>Any medical abortion: ectopic pregnancy or IUD in place </a:t>
            </a:r>
          </a:p>
          <a:p>
            <a:pPr marL="112713" indent="-112713">
              <a:buFont typeface="Arial" panose="020B0604020202020204" pitchFamily="34" charset="0"/>
              <a:buChar char="•"/>
            </a:pPr>
            <a:r>
              <a:rPr lang="en-US" sz="1400" dirty="0"/>
              <a:t>Mifepristone: corticosteroids or known adrenal failure </a:t>
            </a:r>
          </a:p>
          <a:p>
            <a:pPr marL="112713" indent="-112713">
              <a:buFont typeface="Arial" panose="020B0604020202020204" pitchFamily="34" charset="0"/>
              <a:buChar char="•"/>
            </a:pPr>
            <a:r>
              <a:rPr lang="en-US" sz="1400" dirty="0"/>
              <a:t>Misoprostol: porphyria </a:t>
            </a:r>
          </a:p>
        </p:txBody>
      </p:sp>
      <p:sp>
        <p:nvSpPr>
          <p:cNvPr id="64" name="Case 2 - answer4">
            <a:extLst>
              <a:ext uri="{FF2B5EF4-FFF2-40B4-BE49-F238E27FC236}">
                <a16:creationId xmlns:a16="http://schemas.microsoft.com/office/drawing/2014/main" id="{F6305EA6-27FC-4779-9450-DE85A5345922}"/>
              </a:ext>
            </a:extLst>
          </p:cNvPr>
          <p:cNvSpPr/>
          <p:nvPr/>
        </p:nvSpPr>
        <p:spPr>
          <a:xfrm>
            <a:off x="8893847" y="1762115"/>
            <a:ext cx="3133612" cy="1516033"/>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marL="115888" indent="-115888">
              <a:buFont typeface="Arial" panose="020B0604020202020204" pitchFamily="34" charset="0"/>
              <a:buChar char="•"/>
            </a:pPr>
            <a:r>
              <a:rPr lang="en-US" sz="1400" dirty="0"/>
              <a:t>Severe cramping and bleeding that is heavier than menses, typically occurs 2.5-4 hours after misoprostol dose and lasts 1-24 hours though rarely 24h</a:t>
            </a:r>
          </a:p>
          <a:p>
            <a:pPr marL="115888" indent="-115888">
              <a:buFont typeface="Arial" panose="020B0604020202020204" pitchFamily="34" charset="0"/>
              <a:buChar char="•"/>
            </a:pPr>
            <a:r>
              <a:rPr lang="en-US" sz="1400" dirty="0"/>
              <a:t>Nausea, vomiting, diarrhea</a:t>
            </a:r>
          </a:p>
          <a:p>
            <a:pPr marL="115888" indent="-115888">
              <a:buFont typeface="Arial" panose="020B0604020202020204" pitchFamily="34" charset="0"/>
              <a:buChar char="•"/>
            </a:pPr>
            <a:r>
              <a:rPr lang="en-US" sz="1400" dirty="0"/>
              <a:t>Fever for &lt;24h, hot flushes, chills.</a:t>
            </a:r>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32115" y="2072169"/>
            <a:ext cx="274320" cy="274320"/>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87375" y="460423"/>
            <a:ext cx="274320" cy="274320"/>
          </a:xfrm>
          <a:prstGeom prst="rect">
            <a:avLst/>
          </a:prstGeom>
        </p:spPr>
      </p:pic>
      <p:sp>
        <p:nvSpPr>
          <p:cNvPr id="8" name="Case 1 - Pre-test answer">
            <a:extLst>
              <a:ext uri="{FF2B5EF4-FFF2-40B4-BE49-F238E27FC236}">
                <a16:creationId xmlns:a16="http://schemas.microsoft.com/office/drawing/2014/main" id="{718A9F78-D565-B287-44B3-97C181DCEC3B}"/>
              </a:ext>
            </a:extLst>
          </p:cNvPr>
          <p:cNvSpPr/>
          <p:nvPr/>
        </p:nvSpPr>
        <p:spPr>
          <a:xfrm>
            <a:off x="1828023" y="3412572"/>
            <a:ext cx="3291840" cy="359436"/>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EGA is</a:t>
            </a:r>
            <a:r>
              <a:rPr lang="en-US" sz="1400" b="1" dirty="0"/>
              <a:t> 6 weeks</a:t>
            </a:r>
            <a:r>
              <a:rPr lang="en-US" sz="1400" dirty="0"/>
              <a:t>.</a:t>
            </a:r>
          </a:p>
        </p:txBody>
      </p:sp>
      <p:sp>
        <p:nvSpPr>
          <p:cNvPr id="10" name="Case 1 Q4">
            <a:extLst>
              <a:ext uri="{FF2B5EF4-FFF2-40B4-BE49-F238E27FC236}">
                <a16:creationId xmlns:a16="http://schemas.microsoft.com/office/drawing/2014/main" id="{BA0E727B-1954-D35A-ABB9-3211ED7243A5}"/>
              </a:ext>
            </a:extLst>
          </p:cNvPr>
          <p:cNvSpPr/>
          <p:nvPr/>
        </p:nvSpPr>
        <p:spPr>
          <a:xfrm>
            <a:off x="1828023" y="5307467"/>
            <a:ext cx="3291840" cy="54864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resources or restrictions are in effect in your state?</a:t>
            </a:r>
          </a:p>
        </p:txBody>
      </p:sp>
      <p:pic>
        <p:nvPicPr>
          <p:cNvPr id="12" name="Graphic 11" descr="Cursor with solid fill">
            <a:extLst>
              <a:ext uri="{FF2B5EF4-FFF2-40B4-BE49-F238E27FC236}">
                <a16:creationId xmlns:a16="http://schemas.microsoft.com/office/drawing/2014/main" id="{60F93063-F0F1-A537-A84A-7038DB98B2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8199" y="5729531"/>
            <a:ext cx="274320" cy="274320"/>
          </a:xfrm>
          <a:prstGeom prst="rect">
            <a:avLst/>
          </a:prstGeom>
        </p:spPr>
      </p:pic>
      <p:sp>
        <p:nvSpPr>
          <p:cNvPr id="16" name="Case 2 - answer 3">
            <a:extLst>
              <a:ext uri="{FF2B5EF4-FFF2-40B4-BE49-F238E27FC236}">
                <a16:creationId xmlns:a16="http://schemas.microsoft.com/office/drawing/2014/main" id="{6F6AB2DB-273E-4D20-3D70-EEAFC31526C9}"/>
              </a:ext>
            </a:extLst>
          </p:cNvPr>
          <p:cNvSpPr/>
          <p:nvPr/>
        </p:nvSpPr>
        <p:spPr>
          <a:xfrm>
            <a:off x="5490947" y="4287379"/>
            <a:ext cx="2918928" cy="1020088"/>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15888" indent="-115888">
              <a:buFont typeface="Arial" panose="020B0604020202020204" pitchFamily="34" charset="0"/>
              <a:buChar char="•"/>
            </a:pPr>
            <a:r>
              <a:rPr lang="en-US" sz="1400" b="1" dirty="0"/>
              <a:t>High risk</a:t>
            </a:r>
            <a:r>
              <a:rPr lang="en-US" sz="1400" dirty="0"/>
              <a:t>: prior ectopic pregnancy, tubal surgery or pathology, IUD use, and use of in-vitro fertilization for the current pregnancy</a:t>
            </a:r>
          </a:p>
        </p:txBody>
      </p:sp>
      <p:pic>
        <p:nvPicPr>
          <p:cNvPr id="6" name="Graphic 5" descr="Cursor with solid fill">
            <a:extLst>
              <a:ext uri="{FF2B5EF4-FFF2-40B4-BE49-F238E27FC236}">
                <a16:creationId xmlns:a16="http://schemas.microsoft.com/office/drawing/2014/main" id="{29EE2BB6-8887-8857-5948-85EEE4E49D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78199" y="2153709"/>
            <a:ext cx="274320" cy="274320"/>
          </a:xfrm>
          <a:prstGeom prst="rect">
            <a:avLst/>
          </a:prstGeom>
        </p:spPr>
      </p:pic>
      <p:sp>
        <p:nvSpPr>
          <p:cNvPr id="15" name="Case 1 - Pre-test answer">
            <a:extLst>
              <a:ext uri="{FF2B5EF4-FFF2-40B4-BE49-F238E27FC236}">
                <a16:creationId xmlns:a16="http://schemas.microsoft.com/office/drawing/2014/main" id="{1A7E1DD2-9124-FB65-8CFA-A464B8F31363}"/>
              </a:ext>
            </a:extLst>
          </p:cNvPr>
          <p:cNvSpPr/>
          <p:nvPr/>
        </p:nvSpPr>
        <p:spPr>
          <a:xfrm>
            <a:off x="1828023" y="2326080"/>
            <a:ext cx="3291840" cy="290563"/>
          </a:xfrm>
          <a:prstGeom prst="roundRect">
            <a:avLst/>
          </a:prstGeom>
          <a:noFill/>
          <a:ln>
            <a:no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dirty="0"/>
              <a:t>Confirm pregnancy with </a:t>
            </a:r>
            <a:r>
              <a:rPr lang="en-US" sz="1400" b="1" dirty="0"/>
              <a:t>Urine </a:t>
            </a:r>
            <a:r>
              <a:rPr lang="en-US" sz="1400" b="1" dirty="0" err="1"/>
              <a:t>hcg</a:t>
            </a:r>
            <a:endParaRPr lang="en-US" b="1" dirty="0"/>
          </a:p>
        </p:txBody>
      </p:sp>
      <p:sp>
        <p:nvSpPr>
          <p:cNvPr id="45" name="question 1">
            <a:hlinkClick r:id="rId6" action="ppaction://hlinksldjump"/>
            <a:extLst>
              <a:ext uri="{FF2B5EF4-FFF2-40B4-BE49-F238E27FC236}">
                <a16:creationId xmlns:a16="http://schemas.microsoft.com/office/drawing/2014/main" id="{F65B6B93-A393-EBE1-44CB-ABED4FF4AB80}"/>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46" name="Graphic 45" descr="Cursor with solid fill">
            <a:extLst>
              <a:ext uri="{FF2B5EF4-FFF2-40B4-BE49-F238E27FC236}">
                <a16:creationId xmlns:a16="http://schemas.microsoft.com/office/drawing/2014/main" id="{1D394B5C-02A9-96D2-C5EF-0E9265B1C0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491710"/>
            <a:ext cx="274320" cy="274320"/>
          </a:xfrm>
          <a:prstGeom prst="rect">
            <a:avLst/>
          </a:prstGeom>
        </p:spPr>
      </p:pic>
      <p:sp>
        <p:nvSpPr>
          <p:cNvPr id="49" name="Case 1 text">
            <a:extLst>
              <a:ext uri="{FF2B5EF4-FFF2-40B4-BE49-F238E27FC236}">
                <a16:creationId xmlns:a16="http://schemas.microsoft.com/office/drawing/2014/main" id="{DC37C90D-54F3-0047-13DB-F9F47329A6E7}"/>
              </a:ext>
            </a:extLst>
          </p:cNvPr>
          <p:cNvSpPr txBox="1"/>
          <p:nvPr/>
        </p:nvSpPr>
        <p:spPr>
          <a:xfrm>
            <a:off x="1828024" y="2717857"/>
            <a:ext cx="3291840" cy="307777"/>
          </a:xfrm>
          <a:prstGeom prst="rect">
            <a:avLst/>
          </a:prstGeom>
          <a:noFill/>
        </p:spPr>
        <p:txBody>
          <a:bodyPr wrap="square" lIns="91440" tIns="45720" rIns="91440" bIns="45720" rtlCol="0" anchor="t">
            <a:spAutoFit/>
          </a:bodyPr>
          <a:lstStyle/>
          <a:p>
            <a:r>
              <a:rPr lang="en-US" sz="1400" dirty="0">
                <a:ea typeface="+mn-lt"/>
                <a:cs typeface="+mn-lt"/>
              </a:rPr>
              <a:t>…Urine pregnancy test is positive. </a:t>
            </a:r>
          </a:p>
        </p:txBody>
      </p:sp>
      <p:cxnSp>
        <p:nvCxnSpPr>
          <p:cNvPr id="54" name="Straight Connector 53">
            <a:extLst>
              <a:ext uri="{FF2B5EF4-FFF2-40B4-BE49-F238E27FC236}">
                <a16:creationId xmlns:a16="http://schemas.microsoft.com/office/drawing/2014/main" id="{43525B05-6250-9A04-3DB6-DFEF4779B357}"/>
              </a:ext>
            </a:extLst>
          </p:cNvPr>
          <p:cNvCxnSpPr>
            <a:cxnSpLocks/>
          </p:cNvCxnSpPr>
          <p:nvPr/>
        </p:nvCxnSpPr>
        <p:spPr>
          <a:xfrm>
            <a:off x="8679876" y="22005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9" name="Case 1c">
            <a:extLst>
              <a:ext uri="{FF2B5EF4-FFF2-40B4-BE49-F238E27FC236}">
                <a16:creationId xmlns:a16="http://schemas.microsoft.com/office/drawing/2014/main" id="{7B460CEA-19E2-A422-75F1-5CDE51CA740C}"/>
              </a:ext>
            </a:extLst>
          </p:cNvPr>
          <p:cNvSpPr/>
          <p:nvPr/>
        </p:nvSpPr>
        <p:spPr>
          <a:xfrm>
            <a:off x="9788279"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Case 1c</a:t>
            </a:r>
          </a:p>
        </p:txBody>
      </p:sp>
      <p:sp>
        <p:nvSpPr>
          <p:cNvPr id="62" name="Case 1 text">
            <a:extLst>
              <a:ext uri="{FF2B5EF4-FFF2-40B4-BE49-F238E27FC236}">
                <a16:creationId xmlns:a16="http://schemas.microsoft.com/office/drawing/2014/main" id="{3C5F7DCE-A3FF-8F0E-6974-F283859EC2EA}"/>
              </a:ext>
            </a:extLst>
          </p:cNvPr>
          <p:cNvSpPr txBox="1"/>
          <p:nvPr/>
        </p:nvSpPr>
        <p:spPr>
          <a:xfrm>
            <a:off x="8864787" y="649485"/>
            <a:ext cx="3156279" cy="523220"/>
          </a:xfrm>
          <a:prstGeom prst="rect">
            <a:avLst/>
          </a:prstGeom>
          <a:noFill/>
        </p:spPr>
        <p:txBody>
          <a:bodyPr wrap="square" lIns="91440" tIns="45720" rIns="91440" bIns="45720" rtlCol="0" anchor="t">
            <a:spAutoFit/>
          </a:bodyPr>
          <a:lstStyle/>
          <a:p>
            <a:r>
              <a:rPr lang="en-US" sz="1400" dirty="0">
                <a:ea typeface="+mn-lt"/>
                <a:cs typeface="+mn-lt"/>
              </a:rPr>
              <a:t>You prescribe mifepristone + misoprostol x 1 dose.</a:t>
            </a:r>
          </a:p>
        </p:txBody>
      </p:sp>
      <p:sp>
        <p:nvSpPr>
          <p:cNvPr id="67" name="Case 1c Q2">
            <a:extLst>
              <a:ext uri="{FF2B5EF4-FFF2-40B4-BE49-F238E27FC236}">
                <a16:creationId xmlns:a16="http://schemas.microsoft.com/office/drawing/2014/main" id="{B5609324-E0D3-80B0-BD5E-2A3054573769}"/>
              </a:ext>
            </a:extLst>
          </p:cNvPr>
          <p:cNvSpPr/>
          <p:nvPr/>
        </p:nvSpPr>
        <p:spPr>
          <a:xfrm>
            <a:off x="8864787" y="4763106"/>
            <a:ext cx="3133483" cy="428221"/>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is your next step in management?</a:t>
            </a:r>
          </a:p>
        </p:txBody>
      </p:sp>
      <p:sp>
        <p:nvSpPr>
          <p:cNvPr id="70" name="Case 3 - answer1">
            <a:extLst>
              <a:ext uri="{FF2B5EF4-FFF2-40B4-BE49-F238E27FC236}">
                <a16:creationId xmlns:a16="http://schemas.microsoft.com/office/drawing/2014/main" id="{B889BA6B-7479-06B7-ECFA-ACBEA46CE92C}"/>
              </a:ext>
            </a:extLst>
          </p:cNvPr>
          <p:cNvSpPr/>
          <p:nvPr/>
        </p:nvSpPr>
        <p:spPr>
          <a:xfrm>
            <a:off x="8876436" y="5220500"/>
            <a:ext cx="3174559" cy="1054310"/>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This is heavier than expected bleeding (&gt;2 pads/1h x 2 h). They should be evaluated in the ED. This is an extremely rare complication in &lt;1%. </a:t>
            </a:r>
          </a:p>
        </p:txBody>
      </p:sp>
      <p:pic>
        <p:nvPicPr>
          <p:cNvPr id="77" name="Graphic 76" descr="Cursor with solid fill">
            <a:extLst>
              <a:ext uri="{FF2B5EF4-FFF2-40B4-BE49-F238E27FC236}">
                <a16:creationId xmlns:a16="http://schemas.microsoft.com/office/drawing/2014/main" id="{56D47639-796F-C2E0-323F-99045E144F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53629" y="460423"/>
            <a:ext cx="274320" cy="274320"/>
          </a:xfrm>
          <a:prstGeom prst="rect">
            <a:avLst/>
          </a:prstGeom>
        </p:spPr>
      </p:pic>
      <p:pic>
        <p:nvPicPr>
          <p:cNvPr id="78" name="Graphic 77" descr="Cursor with solid fill">
            <a:extLst>
              <a:ext uri="{FF2B5EF4-FFF2-40B4-BE49-F238E27FC236}">
                <a16:creationId xmlns:a16="http://schemas.microsoft.com/office/drawing/2014/main" id="{EAAA963F-754F-3B08-FAF9-4E989CB486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51391" y="1648016"/>
            <a:ext cx="274320" cy="274320"/>
          </a:xfrm>
          <a:prstGeom prst="rect">
            <a:avLst/>
          </a:prstGeom>
        </p:spPr>
      </p:pic>
      <p:sp>
        <p:nvSpPr>
          <p:cNvPr id="79" name="Case 1 text">
            <a:extLst>
              <a:ext uri="{FF2B5EF4-FFF2-40B4-BE49-F238E27FC236}">
                <a16:creationId xmlns:a16="http://schemas.microsoft.com/office/drawing/2014/main" id="{D19AF8AF-E3BF-F4EE-EC9D-D7EB9F14143C}"/>
              </a:ext>
            </a:extLst>
          </p:cNvPr>
          <p:cNvSpPr txBox="1"/>
          <p:nvPr/>
        </p:nvSpPr>
        <p:spPr>
          <a:xfrm>
            <a:off x="8876436" y="3564382"/>
            <a:ext cx="3144630" cy="1169551"/>
          </a:xfrm>
          <a:prstGeom prst="rect">
            <a:avLst/>
          </a:prstGeom>
          <a:noFill/>
        </p:spPr>
        <p:txBody>
          <a:bodyPr wrap="square" lIns="91440" tIns="45720" rIns="91440" bIns="45720" rtlCol="0" anchor="t">
            <a:spAutoFit/>
          </a:bodyPr>
          <a:lstStyle/>
          <a:p>
            <a:r>
              <a:rPr lang="en-US" sz="1400" dirty="0">
                <a:ea typeface="+mn-lt"/>
                <a:cs typeface="+mn-lt"/>
              </a:rPr>
              <a:t>…They call back with heavy bleeding for the past 5 hours, soaking                                                  through 4 pads an hour for the past 2 hours. They deny light-headedness or dyspnea. </a:t>
            </a:r>
          </a:p>
        </p:txBody>
      </p:sp>
      <p:pic>
        <p:nvPicPr>
          <p:cNvPr id="80" name="Graphic 79" descr="Cursor with solid fill">
            <a:extLst>
              <a:ext uri="{FF2B5EF4-FFF2-40B4-BE49-F238E27FC236}">
                <a16:creationId xmlns:a16="http://schemas.microsoft.com/office/drawing/2014/main" id="{032D9146-B468-E57B-2DA3-7F4B918735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83906" y="5083340"/>
            <a:ext cx="274320" cy="274320"/>
          </a:xfrm>
          <a:prstGeom prst="rect">
            <a:avLst/>
          </a:prstGeom>
        </p:spPr>
      </p:pic>
      <p:pic>
        <p:nvPicPr>
          <p:cNvPr id="83" name="Graphic 82" descr="Cursor with solid fill">
            <a:extLst>
              <a:ext uri="{FF2B5EF4-FFF2-40B4-BE49-F238E27FC236}">
                <a16:creationId xmlns:a16="http://schemas.microsoft.com/office/drawing/2014/main" id="{6C795D84-D41C-85A5-38BC-6F709083DD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26965" y="4120157"/>
            <a:ext cx="274320" cy="274320"/>
          </a:xfrm>
          <a:prstGeom prst="rect">
            <a:avLst/>
          </a:prstGeom>
        </p:spPr>
      </p:pic>
      <p:sp>
        <p:nvSpPr>
          <p:cNvPr id="2" name="question 1">
            <a:hlinkClick r:id="rId6" action="ppaction://hlinksldjump"/>
            <a:extLst>
              <a:ext uri="{FF2B5EF4-FFF2-40B4-BE49-F238E27FC236}">
                <a16:creationId xmlns:a16="http://schemas.microsoft.com/office/drawing/2014/main" id="{8B9065C7-A9CB-D8BA-9FB2-A1826E722EA1}"/>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3" name="Question 2">
            <a:hlinkClick r:id="rId7" action="ppaction://hlinksldjump"/>
            <a:extLst>
              <a:ext uri="{FF2B5EF4-FFF2-40B4-BE49-F238E27FC236}">
                <a16:creationId xmlns:a16="http://schemas.microsoft.com/office/drawing/2014/main" id="{5F5BF4CD-8AFA-90F8-A126-44A715815D78}"/>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5" name="question 3">
            <a:hlinkClick r:id="rId8" action="ppaction://hlinksldjump"/>
            <a:extLst>
              <a:ext uri="{FF2B5EF4-FFF2-40B4-BE49-F238E27FC236}">
                <a16:creationId xmlns:a16="http://schemas.microsoft.com/office/drawing/2014/main" id="{28F8333A-CBBB-77D0-1B26-F51682A5EC07}"/>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7" name="question 4">
            <a:hlinkClick r:id="rId9" action="ppaction://hlinksldjump"/>
            <a:extLst>
              <a:ext uri="{FF2B5EF4-FFF2-40B4-BE49-F238E27FC236}">
                <a16:creationId xmlns:a16="http://schemas.microsoft.com/office/drawing/2014/main" id="{8EE54C22-62CD-89E4-A60D-F7BE8F535DC9}"/>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sp>
        <p:nvSpPr>
          <p:cNvPr id="14" name="Cases">
            <a:hlinkClick r:id="rId10" action="ppaction://hlinksldjump"/>
            <a:extLst>
              <a:ext uri="{FF2B5EF4-FFF2-40B4-BE49-F238E27FC236}">
                <a16:creationId xmlns:a16="http://schemas.microsoft.com/office/drawing/2014/main" id="{D66BD5A6-B374-43E6-2A5C-8ACE16851C8B}"/>
              </a:ext>
            </a:extLst>
          </p:cNvPr>
          <p:cNvSpPr txBox="1"/>
          <p:nvPr/>
        </p:nvSpPr>
        <p:spPr>
          <a:xfrm>
            <a:off x="179164" y="3136243"/>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pic>
        <p:nvPicPr>
          <p:cNvPr id="17" name="Graphic 16" descr="Cursor with solid fill">
            <a:extLst>
              <a:ext uri="{FF2B5EF4-FFF2-40B4-BE49-F238E27FC236}">
                <a16:creationId xmlns:a16="http://schemas.microsoft.com/office/drawing/2014/main" id="{2A3B3134-A6EA-3EDE-6359-1581223974C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076793"/>
            <a:ext cx="274320" cy="274320"/>
          </a:xfrm>
          <a:prstGeom prst="rect">
            <a:avLst/>
          </a:prstGeom>
        </p:spPr>
      </p:pic>
      <p:pic>
        <p:nvPicPr>
          <p:cNvPr id="18" name="Graphic 17" descr="Cursor with solid fill">
            <a:extLst>
              <a:ext uri="{FF2B5EF4-FFF2-40B4-BE49-F238E27FC236}">
                <a16:creationId xmlns:a16="http://schemas.microsoft.com/office/drawing/2014/main" id="{ADD9BB4C-1649-12AE-813D-C63F11CAE01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246959"/>
            <a:ext cx="274320" cy="274320"/>
          </a:xfrm>
          <a:prstGeom prst="rect">
            <a:avLst/>
          </a:prstGeom>
        </p:spPr>
      </p:pic>
      <p:pic>
        <p:nvPicPr>
          <p:cNvPr id="19" name="Graphic 18" descr="Cursor with solid fill">
            <a:extLst>
              <a:ext uri="{FF2B5EF4-FFF2-40B4-BE49-F238E27FC236}">
                <a16:creationId xmlns:a16="http://schemas.microsoft.com/office/drawing/2014/main" id="{9D705246-5FDD-3E22-E461-81914EC867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832042"/>
            <a:ext cx="274320" cy="274320"/>
          </a:xfrm>
          <a:prstGeom prst="rect">
            <a:avLst/>
          </a:prstGeom>
        </p:spPr>
      </p:pic>
      <p:pic>
        <p:nvPicPr>
          <p:cNvPr id="21" name="Graphic 20" descr="Cursor with solid fill">
            <a:extLst>
              <a:ext uri="{FF2B5EF4-FFF2-40B4-BE49-F238E27FC236}">
                <a16:creationId xmlns:a16="http://schemas.microsoft.com/office/drawing/2014/main" id="{4E9CB2CC-4F12-6684-E1CD-2F3865D8E2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661876"/>
            <a:ext cx="274320" cy="274320"/>
          </a:xfrm>
          <a:prstGeom prst="rect">
            <a:avLst/>
          </a:prstGeom>
        </p:spPr>
      </p:pic>
      <p:sp>
        <p:nvSpPr>
          <p:cNvPr id="22" name="question 1">
            <a:hlinkClick r:id="rId6" action="ppaction://hlinksldjump"/>
            <a:extLst>
              <a:ext uri="{FF2B5EF4-FFF2-40B4-BE49-F238E27FC236}">
                <a16:creationId xmlns:a16="http://schemas.microsoft.com/office/drawing/2014/main" id="{986005F4-5FF7-5739-325E-E63E6A839B99}"/>
              </a:ext>
            </a:extLst>
          </p:cNvPr>
          <p:cNvSpPr txBox="1"/>
          <p:nvPr/>
        </p:nvSpPr>
        <p:spPr>
          <a:xfrm>
            <a:off x="735269" y="3696031"/>
            <a:ext cx="906935"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1</a:t>
            </a:r>
          </a:p>
        </p:txBody>
      </p:sp>
      <p:sp>
        <p:nvSpPr>
          <p:cNvPr id="24" name="question 1">
            <a:hlinkClick r:id="rId11" action="ppaction://hlinksldjump"/>
            <a:extLst>
              <a:ext uri="{FF2B5EF4-FFF2-40B4-BE49-F238E27FC236}">
                <a16:creationId xmlns:a16="http://schemas.microsoft.com/office/drawing/2014/main" id="{E644F361-13CA-8E75-BC8C-2D4DA8210DE3}"/>
              </a:ext>
            </a:extLst>
          </p:cNvPr>
          <p:cNvSpPr txBox="1"/>
          <p:nvPr/>
        </p:nvSpPr>
        <p:spPr>
          <a:xfrm>
            <a:off x="735269" y="4278788"/>
            <a:ext cx="906935"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2</a:t>
            </a:r>
          </a:p>
        </p:txBody>
      </p:sp>
      <p:pic>
        <p:nvPicPr>
          <p:cNvPr id="25" name="Graphic 24" descr="Cursor with solid fill">
            <a:extLst>
              <a:ext uri="{FF2B5EF4-FFF2-40B4-BE49-F238E27FC236}">
                <a16:creationId xmlns:a16="http://schemas.microsoft.com/office/drawing/2014/main" id="{D80E13BB-0542-67A8-FD3A-31FCE4C1D3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4563471"/>
            <a:ext cx="274320" cy="274320"/>
          </a:xfrm>
          <a:prstGeom prst="rect">
            <a:avLst/>
          </a:prstGeom>
        </p:spPr>
      </p:pic>
      <p:cxnSp>
        <p:nvCxnSpPr>
          <p:cNvPr id="27" name="Connector: Elbow 26">
            <a:extLst>
              <a:ext uri="{FF2B5EF4-FFF2-40B4-BE49-F238E27FC236}">
                <a16:creationId xmlns:a16="http://schemas.microsoft.com/office/drawing/2014/main" id="{BD24A960-D6CC-D919-D835-7F76AFCBD46F}"/>
              </a:ext>
            </a:extLst>
          </p:cNvPr>
          <p:cNvCxnSpPr>
            <a:cxnSpLocks/>
            <a:endCxn id="22" idx="1"/>
          </p:cNvCxnSpPr>
          <p:nvPr/>
        </p:nvCxnSpPr>
        <p:spPr>
          <a:xfrm rot="16200000" flipH="1">
            <a:off x="281365" y="3446439"/>
            <a:ext cx="498360" cy="40944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40" name="Connector: Elbow 39">
            <a:extLst>
              <a:ext uri="{FF2B5EF4-FFF2-40B4-BE49-F238E27FC236}">
                <a16:creationId xmlns:a16="http://schemas.microsoft.com/office/drawing/2014/main" id="{4B7B774A-5389-2494-9752-80DDF822E569}"/>
              </a:ext>
            </a:extLst>
          </p:cNvPr>
          <p:cNvCxnSpPr>
            <a:cxnSpLocks/>
            <a:endCxn id="24" idx="1"/>
          </p:cNvCxnSpPr>
          <p:nvPr/>
        </p:nvCxnSpPr>
        <p:spPr>
          <a:xfrm rot="16200000" flipH="1">
            <a:off x="158657" y="3906488"/>
            <a:ext cx="743776" cy="40944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47" name="Case 2 - answer 3">
            <a:extLst>
              <a:ext uri="{FF2B5EF4-FFF2-40B4-BE49-F238E27FC236}">
                <a16:creationId xmlns:a16="http://schemas.microsoft.com/office/drawing/2014/main" id="{AD24E8D6-950F-4ACF-2318-29E3E4587D42}"/>
              </a:ext>
            </a:extLst>
          </p:cNvPr>
          <p:cNvSpPr/>
          <p:nvPr/>
        </p:nvSpPr>
        <p:spPr>
          <a:xfrm>
            <a:off x="1838506" y="5933674"/>
            <a:ext cx="3291840" cy="682271"/>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400" dirty="0"/>
              <a:t>Take a moment to familiarize yourself with waiting periods and restrictions from the Guttmacher Institute.</a:t>
            </a:r>
          </a:p>
        </p:txBody>
      </p:sp>
      <p:pic>
        <p:nvPicPr>
          <p:cNvPr id="50" name="Picture 49" descr="Qr code&#10;&#10;Description automatically generated">
            <a:extLst>
              <a:ext uri="{FF2B5EF4-FFF2-40B4-BE49-F238E27FC236}">
                <a16:creationId xmlns:a16="http://schemas.microsoft.com/office/drawing/2014/main" id="{4669F58F-4CB0-DBA9-65B1-DA5A0F5A1D9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33749" y="5273529"/>
            <a:ext cx="1428750" cy="1428750"/>
          </a:xfrm>
          <a:prstGeom prst="rect">
            <a:avLst/>
          </a:prstGeom>
        </p:spPr>
      </p:pic>
    </p:spTree>
    <p:extLst>
      <p:ext uri="{BB962C8B-B14F-4D97-AF65-F5344CB8AC3E}">
        <p14:creationId xmlns:p14="http://schemas.microsoft.com/office/powerpoint/2010/main" val="27395720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129"/>
                    </p:tgtEl>
                  </p:cond>
                </p:stCondLst>
                <p:endSync evt="end" delay="0">
                  <p:rtn val="all"/>
                </p:endSync>
                <p:childTnLst>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31"/>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129"/>
                  </p:tgtEl>
                </p:cond>
              </p:nextCondLst>
            </p:seq>
            <p:seq concurrent="1" nextAc="seek">
              <p:cTn id="24" restart="whenNotActive" fill="hold" evtFilter="cancelBubble" nodeType="interactiveSeq">
                <p:stCondLst>
                  <p:cond evt="onClick" delay="0">
                    <p:tgtEl>
                      <p:spTgt spid="57"/>
                    </p:tgtEl>
                  </p:cond>
                </p:stCondLst>
                <p:endSync evt="end" delay="0">
                  <p:rtn val="all"/>
                </p:endSync>
                <p:childTnLst>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6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childTnLst>
                          </p:cTn>
                        </p:par>
                      </p:childTnLst>
                    </p:cTn>
                  </p:par>
                </p:childTnLst>
              </p:cTn>
              <p:nextCondLst>
                <p:cond evt="onClick" delay="0">
                  <p:tgtEl>
                    <p:spTgt spid="57"/>
                  </p:tgtEl>
                </p:cond>
              </p:nextCondLst>
            </p:seq>
            <p:seq concurrent="1" nextAc="seek">
              <p:cTn id="35" restart="whenNotActive" fill="hold" evtFilter="cancelBubble" nodeType="interactiveSeq">
                <p:stCondLst>
                  <p:cond evt="onClick" delay="0">
                    <p:tgtEl>
                      <p:spTgt spid="59"/>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0" nodeType="withEffect">
                                  <p:stCondLst>
                                    <p:cond delay="0"/>
                                  </p:stCondLst>
                                  <p:childTnLst>
                                    <p:set>
                                      <p:cBhvr>
                                        <p:cTn id="39" dur="1" fill="hold">
                                          <p:stCondLst>
                                            <p:cond delay="0"/>
                                          </p:stCondLst>
                                        </p:cTn>
                                        <p:tgtEl>
                                          <p:spTgt spid="60"/>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7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62"/>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46" restart="whenNotActive" fill="hold" evtFilter="cancelBubble" nodeType="interactiveSeq">
                <p:stCondLst>
                  <p:cond evt="onClick" delay="0">
                    <p:tgtEl>
                      <p:spTgt spid="58"/>
                    </p:tgtEl>
                  </p:cond>
                </p:stCondLst>
                <p:endSync evt="end" delay="0">
                  <p:rtn val="all"/>
                </p:endSync>
                <p:childTnLst>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83"/>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53" restart="whenNotActive" fill="hold" evtFilter="cancelBubble" nodeType="interactiveSeq">
                <p:stCondLst>
                  <p:cond evt="onClick" delay="0">
                    <p:tgtEl>
                      <p:spTgt spid="9"/>
                    </p:tgtEl>
                  </p:cond>
                </p:stCondLst>
                <p:endSync evt="end" delay="0">
                  <p:rtn val="all"/>
                </p:endSync>
                <p:childTnLst>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6"/>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4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52"/>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66" restart="whenNotActive" fill="hold" evtFilter="cancelBubble" nodeType="interactiveSeq">
                <p:stCondLst>
                  <p:cond evt="onClick" delay="0">
                    <p:tgtEl>
                      <p:spTgt spid="31"/>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nodeType="with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52"/>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77" restart="whenNotActive" fill="hold" evtFilter="cancelBubble" nodeType="interactiveSeq">
                <p:stCondLst>
                  <p:cond evt="onClick" delay="0">
                    <p:tgtEl>
                      <p:spTgt spid="30"/>
                    </p:tgtEl>
                  </p:cond>
                </p:stCondLst>
                <p:endSync evt="end" delay="0">
                  <p:rtn val="all"/>
                </p:endSync>
                <p:childTnLst>
                  <p:par>
                    <p:cTn id="78" fill="hold">
                      <p:stCondLst>
                        <p:cond delay="0"/>
                      </p:stCondLst>
                      <p:childTnLst>
                        <p:par>
                          <p:cTn id="79" fill="hold">
                            <p:stCondLst>
                              <p:cond delay="0"/>
                            </p:stCondLst>
                            <p:childTnLst>
                              <p:par>
                                <p:cTn id="80" presetID="1"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10"/>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55"/>
                                        </p:tgtEl>
                                        <p:attrNameLst>
                                          <p:attrName>style.visibility</p:attrName>
                                        </p:attrNameLst>
                                      </p:cBhvr>
                                      <p:to>
                                        <p:strVal val="hidden"/>
                                      </p:to>
                                    </p:set>
                                  </p:childTnLst>
                                </p:cTn>
                              </p:par>
                              <p:par>
                                <p:cTn id="86" presetID="1" presetClass="entr" presetSubtype="0" fill="hold" nodeType="withEffect">
                                  <p:stCondLst>
                                    <p:cond delay="0"/>
                                  </p:stCondLst>
                                  <p:childTnLst>
                                    <p:set>
                                      <p:cBhvr>
                                        <p:cTn id="87" dur="1" fill="hold">
                                          <p:stCondLst>
                                            <p:cond delay="0"/>
                                          </p:stCondLst>
                                        </p:cTn>
                                        <p:tgtEl>
                                          <p:spTgt spid="12"/>
                                        </p:tgtEl>
                                        <p:attrNameLst>
                                          <p:attrName>style.visibility</p:attrName>
                                        </p:attrNameLst>
                                      </p:cBhvr>
                                      <p:to>
                                        <p:strVal val="visible"/>
                                      </p:to>
                                    </p:set>
                                  </p:childTnLst>
                                </p:cTn>
                              </p:par>
                            </p:childTnLst>
                          </p:cTn>
                        </p:par>
                      </p:childTnLst>
                    </p:cTn>
                  </p:par>
                </p:childTnLst>
              </p:cTn>
              <p:nextCondLst>
                <p:cond evt="onClick" delay="0">
                  <p:tgtEl>
                    <p:spTgt spid="30"/>
                  </p:tgtEl>
                </p:cond>
              </p:nextCondLst>
            </p:seq>
            <p:seq concurrent="1" nextAc="seek">
              <p:cTn id="88" restart="whenNotActive" fill="hold" evtFilter="cancelBubble" nodeType="interactiveSeq">
                <p:stCondLst>
                  <p:cond evt="onClick" delay="0">
                    <p:tgtEl>
                      <p:spTgt spid="10"/>
                    </p:tgtEl>
                  </p:cond>
                </p:stCondLst>
                <p:endSync evt="end" delay="0">
                  <p:rtn val="all"/>
                </p:endSync>
                <p:childTnLst>
                  <p:par>
                    <p:cTn id="89" fill="hold">
                      <p:stCondLst>
                        <p:cond delay="0"/>
                      </p:stCondLst>
                      <p:childTnLst>
                        <p:par>
                          <p:cTn id="90" fill="hold">
                            <p:stCondLst>
                              <p:cond delay="0"/>
                            </p:stCondLst>
                            <p:childTnLst>
                              <p:par>
                                <p:cTn id="91" presetID="1" presetClass="entr" presetSubtype="0" fill="hold" nodeType="with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par>
                                <p:cTn id="93" presetID="1" presetClass="exit" presetSubtype="0" fill="hold" nodeType="withEffect">
                                  <p:stCondLst>
                                    <p:cond delay="0"/>
                                  </p:stCondLst>
                                  <p:childTnLst>
                                    <p:set>
                                      <p:cBhvr>
                                        <p:cTn id="94" dur="1" fill="hold">
                                          <p:stCondLst>
                                            <p:cond delay="0"/>
                                          </p:stCondLst>
                                        </p:cTn>
                                        <p:tgtEl>
                                          <p:spTgt spid="12"/>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97" restart="whenNotActive" fill="hold" evtFilter="cancelBubble" nodeType="interactiveSeq">
                <p:stCondLst>
                  <p:cond evt="onClick" delay="0">
                    <p:tgtEl>
                      <p:spTgt spid="60"/>
                    </p:tgtEl>
                  </p:cond>
                </p:stCondLst>
                <p:endSync evt="end" delay="0">
                  <p:rtn val="all"/>
                </p:endSync>
                <p:childTnLst>
                  <p:par>
                    <p:cTn id="98" fill="hold">
                      <p:stCondLst>
                        <p:cond delay="0"/>
                      </p:stCondLst>
                      <p:childTnLst>
                        <p:par>
                          <p:cTn id="99" fill="hold">
                            <p:stCondLst>
                              <p:cond delay="0"/>
                            </p:stCondLst>
                            <p:childTnLst>
                              <p:par>
                                <p:cTn id="100" presetID="1" presetClass="entr" presetSubtype="0" fill="hold" grpId="1" nodeType="clickEffect">
                                  <p:stCondLst>
                                    <p:cond delay="0"/>
                                  </p:stCondLst>
                                  <p:childTnLst>
                                    <p:set>
                                      <p:cBhvr>
                                        <p:cTn id="101" dur="1" fill="hold">
                                          <p:stCondLst>
                                            <p:cond delay="0"/>
                                          </p:stCondLst>
                                        </p:cTn>
                                        <p:tgtEl>
                                          <p:spTgt spid="64"/>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78"/>
                                        </p:tgtEl>
                                        <p:attrNameLst>
                                          <p:attrName>style.visibility</p:attrName>
                                        </p:attrNameLst>
                                      </p:cBhvr>
                                      <p:to>
                                        <p:strVal val="hidden"/>
                                      </p:to>
                                    </p:set>
                                  </p:childTnLst>
                                </p:cTn>
                              </p:par>
                              <p:par>
                                <p:cTn id="104" presetID="1" presetClass="entr" presetSubtype="0" fill="hold" grpId="0" nodeType="withEffect">
                                  <p:stCondLst>
                                    <p:cond delay="0"/>
                                  </p:stCondLst>
                                  <p:childTnLst>
                                    <p:set>
                                      <p:cBhvr>
                                        <p:cTn id="105" dur="1" fill="hold">
                                          <p:stCondLst>
                                            <p:cond delay="0"/>
                                          </p:stCondLst>
                                        </p:cTn>
                                        <p:tgtEl>
                                          <p:spTgt spid="79"/>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67"/>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80"/>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110" restart="whenNotActive" fill="hold" evtFilter="cancelBubble" nodeType="interactiveSeq">
                <p:stCondLst>
                  <p:cond evt="onClick" delay="0">
                    <p:tgtEl>
                      <p:spTgt spid="67"/>
                    </p:tgtEl>
                  </p:cond>
                </p:stCondLst>
                <p:endSync evt="end" delay="0">
                  <p:rtn val="all"/>
                </p:endSync>
                <p:childTnLst>
                  <p:par>
                    <p:cTn id="111" fill="hold">
                      <p:stCondLst>
                        <p:cond delay="0"/>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0"/>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80"/>
                                        </p:tgtEl>
                                        <p:attrNameLst>
                                          <p:attrName>style.visibility</p:attrName>
                                        </p:attrNameLst>
                                      </p:cBhvr>
                                      <p:to>
                                        <p:strVal val="hidden"/>
                                      </p:to>
                                    </p:set>
                                  </p:childTnLst>
                                </p:cTn>
                              </p:par>
                            </p:childTnLst>
                          </p:cTn>
                        </p:par>
                      </p:childTnLst>
                    </p:cTn>
                  </p:par>
                </p:childTnLst>
              </p:cTn>
              <p:nextCondLst>
                <p:cond evt="onClick" delay="0">
                  <p:tgtEl>
                    <p:spTgt spid="67"/>
                  </p:tgtEl>
                </p:cond>
              </p:nextCondLst>
            </p:seq>
          </p:childTnLst>
        </p:cTn>
      </p:par>
    </p:tnLst>
    <p:bldLst>
      <p:bldP spid="9" grpId="0" animBg="1"/>
      <p:bldP spid="13" grpId="0"/>
      <p:bldP spid="31" grpId="0" animBg="1"/>
      <p:bldP spid="30" grpId="0" animBg="1"/>
      <p:bldP spid="34" grpId="0" animBg="1"/>
      <p:bldP spid="131" grpId="0"/>
      <p:bldP spid="60" grpId="0" animBg="1"/>
      <p:bldP spid="61" grpId="0" animBg="1"/>
      <p:bldP spid="64" grpId="0" animBg="1"/>
      <p:bldP spid="64" grpId="1" animBg="1"/>
      <p:bldP spid="8" grpId="0"/>
      <p:bldP spid="10" grpId="0" animBg="1"/>
      <p:bldP spid="16" grpId="0" animBg="1"/>
      <p:bldP spid="15" grpId="0"/>
      <p:bldP spid="49" grpId="0"/>
      <p:bldP spid="62" grpId="0"/>
      <p:bldP spid="70" grpId="0" animBg="1"/>
      <p:bldP spid="79" grpId="0"/>
      <p:bldP spid="47" grpId="0"/>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Connector: Elbow 43">
            <a:extLst>
              <a:ext uri="{FF2B5EF4-FFF2-40B4-BE49-F238E27FC236}">
                <a16:creationId xmlns:a16="http://schemas.microsoft.com/office/drawing/2014/main" id="{48DE1AD4-F915-56DC-B3E8-1A37C0D31725}"/>
              </a:ext>
            </a:extLst>
          </p:cNvPr>
          <p:cNvCxnSpPr>
            <a:cxnSpLocks/>
            <a:endCxn id="26" idx="1"/>
          </p:cNvCxnSpPr>
          <p:nvPr/>
        </p:nvCxnSpPr>
        <p:spPr>
          <a:xfrm rot="16200000" flipH="1">
            <a:off x="281365" y="3446439"/>
            <a:ext cx="498360" cy="40944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9" name="Case 2 Q1">
            <a:extLst>
              <a:ext uri="{FF2B5EF4-FFF2-40B4-BE49-F238E27FC236}">
                <a16:creationId xmlns:a16="http://schemas.microsoft.com/office/drawing/2014/main" id="{782826B9-DFBA-ED29-BC94-1C017B969260}"/>
              </a:ext>
            </a:extLst>
          </p:cNvPr>
          <p:cNvSpPr/>
          <p:nvPr/>
        </p:nvSpPr>
        <p:spPr>
          <a:xfrm>
            <a:off x="1828112" y="1882307"/>
            <a:ext cx="3291840" cy="957443"/>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According to the CDC, what medical conditions are associated with increased risk for adverse health events as a result of pregnancy? </a:t>
            </a:r>
            <a:endParaRPr lang="en-US" dirty="0"/>
          </a:p>
        </p:txBody>
      </p:sp>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5305405" y="22005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2a">
            <a:extLst>
              <a:ext uri="{FF2B5EF4-FFF2-40B4-BE49-F238E27FC236}">
                <a16:creationId xmlns:a16="http://schemas.microsoft.com/office/drawing/2014/main" id="{D2B7E91F-D4C0-4BE2-8AA9-79828559D719}"/>
              </a:ext>
            </a:extLst>
          </p:cNvPr>
          <p:cNvSpPr/>
          <p:nvPr/>
        </p:nvSpPr>
        <p:spPr>
          <a:xfrm>
            <a:off x="2729332"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a:rPr>
              <a:t>Case 2a</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1832577" y="649485"/>
            <a:ext cx="3369009" cy="1169551"/>
          </a:xfrm>
          <a:prstGeom prst="rect">
            <a:avLst/>
          </a:prstGeom>
          <a:noFill/>
        </p:spPr>
        <p:txBody>
          <a:bodyPr wrap="square" lIns="91440" tIns="45720" rIns="91440" bIns="45720" rtlCol="0" anchor="t">
            <a:spAutoFit/>
          </a:bodyPr>
          <a:lstStyle/>
          <a:p>
            <a:r>
              <a:rPr lang="en-US" sz="1400" dirty="0">
                <a:ea typeface="+mn-lt"/>
                <a:cs typeface="+mn-lt"/>
              </a:rPr>
              <a:t>A 21-year-old woman with history of SLE on prednisone 5 mg daily seeks contraception counseling. She is interested in having children in the distant future but wonders how her condition will affect pregnancy. </a:t>
            </a:r>
          </a:p>
        </p:txBody>
      </p:sp>
      <p:sp>
        <p:nvSpPr>
          <p:cNvPr id="129" name="Case 1b">
            <a:extLst>
              <a:ext uri="{FF2B5EF4-FFF2-40B4-BE49-F238E27FC236}">
                <a16:creationId xmlns:a16="http://schemas.microsoft.com/office/drawing/2014/main" id="{41FEB336-49CA-4EC0-AC0A-587C0CD09C68}"/>
              </a:ext>
            </a:extLst>
          </p:cNvPr>
          <p:cNvSpPr/>
          <p:nvPr/>
        </p:nvSpPr>
        <p:spPr>
          <a:xfrm>
            <a:off x="6352935"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Case 2b</a:t>
            </a:r>
          </a:p>
        </p:txBody>
      </p:sp>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63772" y="460423"/>
            <a:ext cx="274320" cy="274320"/>
          </a:xfrm>
          <a:prstGeom prst="rect">
            <a:avLst/>
          </a:prstGeom>
        </p:spPr>
      </p:pic>
      <p:sp>
        <p:nvSpPr>
          <p:cNvPr id="57" name="Case 2 Q2">
            <a:extLst>
              <a:ext uri="{FF2B5EF4-FFF2-40B4-BE49-F238E27FC236}">
                <a16:creationId xmlns:a16="http://schemas.microsoft.com/office/drawing/2014/main" id="{FC7CA112-FAF7-4731-AC02-423927DB914D}"/>
              </a:ext>
            </a:extLst>
          </p:cNvPr>
          <p:cNvSpPr/>
          <p:nvPr/>
        </p:nvSpPr>
        <p:spPr>
          <a:xfrm>
            <a:off x="1827657" y="5918326"/>
            <a:ext cx="3218397" cy="323317"/>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is the next step in evaluation? </a:t>
            </a:r>
          </a:p>
        </p:txBody>
      </p:sp>
      <p:sp>
        <p:nvSpPr>
          <p:cNvPr id="58" name="Case 2b Q1">
            <a:extLst>
              <a:ext uri="{FF2B5EF4-FFF2-40B4-BE49-F238E27FC236}">
                <a16:creationId xmlns:a16="http://schemas.microsoft.com/office/drawing/2014/main" id="{BD5CFEB8-C474-46CA-BDD5-725CAFB73BAA}"/>
              </a:ext>
            </a:extLst>
          </p:cNvPr>
          <p:cNvSpPr/>
          <p:nvPr/>
        </p:nvSpPr>
        <p:spPr>
          <a:xfrm>
            <a:off x="5436903" y="1256666"/>
            <a:ext cx="3031925" cy="371928"/>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is the next step in evaluation? </a:t>
            </a:r>
          </a:p>
        </p:txBody>
      </p:sp>
      <p:sp>
        <p:nvSpPr>
          <p:cNvPr id="61" name="Case 2 - answer1">
            <a:extLst>
              <a:ext uri="{FF2B5EF4-FFF2-40B4-BE49-F238E27FC236}">
                <a16:creationId xmlns:a16="http://schemas.microsoft.com/office/drawing/2014/main" id="{E9E14381-F561-4E85-8173-20AB47B470CD}"/>
              </a:ext>
            </a:extLst>
          </p:cNvPr>
          <p:cNvSpPr/>
          <p:nvPr/>
        </p:nvSpPr>
        <p:spPr>
          <a:xfrm>
            <a:off x="1959312" y="6274879"/>
            <a:ext cx="2911640" cy="323317"/>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sz="1400" dirty="0"/>
              <a:t>Urine pregnancy test</a:t>
            </a:r>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16825" y="6113811"/>
            <a:ext cx="274320" cy="274320"/>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87375" y="460423"/>
            <a:ext cx="274320" cy="274320"/>
          </a:xfrm>
          <a:prstGeom prst="rect">
            <a:avLst/>
          </a:prstGeom>
        </p:spPr>
      </p:pic>
      <p:sp>
        <p:nvSpPr>
          <p:cNvPr id="8" name="Case 1 - Pre-test answer">
            <a:extLst>
              <a:ext uri="{FF2B5EF4-FFF2-40B4-BE49-F238E27FC236}">
                <a16:creationId xmlns:a16="http://schemas.microsoft.com/office/drawing/2014/main" id="{718A9F78-D565-B287-44B3-97C181DCEC3B}"/>
              </a:ext>
            </a:extLst>
          </p:cNvPr>
          <p:cNvSpPr/>
          <p:nvPr/>
        </p:nvSpPr>
        <p:spPr>
          <a:xfrm>
            <a:off x="1840425" y="2871708"/>
            <a:ext cx="3369007" cy="2043897"/>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marL="112713" indent="-112713">
              <a:buFont typeface="Arial" panose="020B0604020202020204" pitchFamily="34" charset="0"/>
              <a:buChar char="•"/>
            </a:pPr>
            <a:r>
              <a:rPr lang="en-US" sz="1400" dirty="0"/>
              <a:t>SLE</a:t>
            </a:r>
          </a:p>
          <a:p>
            <a:pPr marL="112713" indent="-112713">
              <a:buFont typeface="Arial" panose="020B0604020202020204" pitchFamily="34" charset="0"/>
              <a:buChar char="•"/>
            </a:pPr>
            <a:r>
              <a:rPr lang="en-US" sz="1400" dirty="0"/>
              <a:t>Insulin-dependent diabetes with complications</a:t>
            </a:r>
          </a:p>
          <a:p>
            <a:pPr marL="112713" indent="-112713">
              <a:buFont typeface="Arial" panose="020B0604020202020204" pitchFamily="34" charset="0"/>
              <a:buChar char="•"/>
            </a:pPr>
            <a:r>
              <a:rPr lang="en-US" sz="1400" dirty="0"/>
              <a:t>Uncontrolled HTN</a:t>
            </a:r>
          </a:p>
          <a:p>
            <a:pPr marL="112713" indent="-112713">
              <a:buFont typeface="Arial" panose="020B0604020202020204" pitchFamily="34" charset="0"/>
              <a:buChar char="•"/>
            </a:pPr>
            <a:r>
              <a:rPr lang="en-US" sz="1400" dirty="0"/>
              <a:t>Heart disease (valvular, ischemic, peripartum)</a:t>
            </a:r>
          </a:p>
          <a:p>
            <a:pPr marL="112713" indent="-112713">
              <a:buFont typeface="Arial" panose="020B0604020202020204" pitchFamily="34" charset="0"/>
              <a:buChar char="•"/>
            </a:pPr>
            <a:r>
              <a:rPr lang="en-US" sz="1400" dirty="0"/>
              <a:t>Bariatric surgery within the past 2 years</a:t>
            </a:r>
          </a:p>
          <a:p>
            <a:pPr marL="112713" indent="-112713">
              <a:buFont typeface="Arial" panose="020B0604020202020204" pitchFamily="34" charset="0"/>
              <a:buChar char="•"/>
            </a:pPr>
            <a:r>
              <a:rPr lang="en-US" sz="1400" dirty="0"/>
              <a:t>Solid organ transplant within the past 2 years (see </a:t>
            </a:r>
            <a:r>
              <a:rPr lang="en-US" sz="1400" dirty="0">
                <a:hlinkClick r:id="rId6"/>
              </a:rPr>
              <a:t>CDC website </a:t>
            </a:r>
            <a:r>
              <a:rPr lang="en-US" sz="1400" dirty="0"/>
              <a:t>for full list)</a:t>
            </a:r>
          </a:p>
        </p:txBody>
      </p:sp>
      <p:sp>
        <p:nvSpPr>
          <p:cNvPr id="16" name="Case 2 - answer 3">
            <a:extLst>
              <a:ext uri="{FF2B5EF4-FFF2-40B4-BE49-F238E27FC236}">
                <a16:creationId xmlns:a16="http://schemas.microsoft.com/office/drawing/2014/main" id="{6F6AB2DB-273E-4D20-3D70-EEAFC31526C9}"/>
              </a:ext>
            </a:extLst>
          </p:cNvPr>
          <p:cNvSpPr/>
          <p:nvPr/>
        </p:nvSpPr>
        <p:spPr>
          <a:xfrm>
            <a:off x="5447277" y="1676684"/>
            <a:ext cx="3102299" cy="775405"/>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Because she is unclear on her LMP, </a:t>
            </a:r>
            <a:r>
              <a:rPr lang="en-US" sz="1400" b="1" dirty="0"/>
              <a:t>ultrasound</a:t>
            </a:r>
            <a:r>
              <a:rPr lang="en-US" sz="1400" dirty="0"/>
              <a:t> is needed to confirm gestational age &lt;11 weeks</a:t>
            </a:r>
          </a:p>
        </p:txBody>
      </p:sp>
      <p:pic>
        <p:nvPicPr>
          <p:cNvPr id="6" name="Graphic 5" descr="Cursor with solid fill">
            <a:extLst>
              <a:ext uri="{FF2B5EF4-FFF2-40B4-BE49-F238E27FC236}">
                <a16:creationId xmlns:a16="http://schemas.microsoft.com/office/drawing/2014/main" id="{29EE2BB6-8887-8857-5948-85EEE4E49D1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93868" y="2702590"/>
            <a:ext cx="274320" cy="274320"/>
          </a:xfrm>
          <a:prstGeom prst="rect">
            <a:avLst/>
          </a:prstGeom>
        </p:spPr>
      </p:pic>
      <p:sp>
        <p:nvSpPr>
          <p:cNvPr id="35" name="Cases">
            <a:hlinkClick r:id="rId7" action="ppaction://hlinksldjump"/>
            <a:extLst>
              <a:ext uri="{FF2B5EF4-FFF2-40B4-BE49-F238E27FC236}">
                <a16:creationId xmlns:a16="http://schemas.microsoft.com/office/drawing/2014/main" id="{BD6BAF63-3280-23DE-4BE2-E7E6F1ED1EDD}"/>
              </a:ext>
            </a:extLst>
          </p:cNvPr>
          <p:cNvSpPr txBox="1"/>
          <p:nvPr/>
        </p:nvSpPr>
        <p:spPr>
          <a:xfrm>
            <a:off x="179164" y="3136243"/>
            <a:ext cx="1463040"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Cases</a:t>
            </a:r>
          </a:p>
        </p:txBody>
      </p:sp>
      <p:cxnSp>
        <p:nvCxnSpPr>
          <p:cNvPr id="54" name="Straight Connector 53">
            <a:extLst>
              <a:ext uri="{FF2B5EF4-FFF2-40B4-BE49-F238E27FC236}">
                <a16:creationId xmlns:a16="http://schemas.microsoft.com/office/drawing/2014/main" id="{43525B05-6250-9A04-3DB6-DFEF4779B357}"/>
              </a:ext>
            </a:extLst>
          </p:cNvPr>
          <p:cNvCxnSpPr>
            <a:cxnSpLocks/>
          </p:cNvCxnSpPr>
          <p:nvPr/>
        </p:nvCxnSpPr>
        <p:spPr>
          <a:xfrm>
            <a:off x="8679876" y="22005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9" name="Case 2c">
            <a:extLst>
              <a:ext uri="{FF2B5EF4-FFF2-40B4-BE49-F238E27FC236}">
                <a16:creationId xmlns:a16="http://schemas.microsoft.com/office/drawing/2014/main" id="{7B460CEA-19E2-A422-75F1-5CDE51CA740C}"/>
              </a:ext>
            </a:extLst>
          </p:cNvPr>
          <p:cNvSpPr/>
          <p:nvPr/>
        </p:nvSpPr>
        <p:spPr>
          <a:xfrm>
            <a:off x="9788279" y="168443"/>
            <a:ext cx="137160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Case 2c</a:t>
            </a:r>
          </a:p>
        </p:txBody>
      </p:sp>
      <p:pic>
        <p:nvPicPr>
          <p:cNvPr id="77" name="Graphic 76" descr="Cursor with solid fill">
            <a:extLst>
              <a:ext uri="{FF2B5EF4-FFF2-40B4-BE49-F238E27FC236}">
                <a16:creationId xmlns:a16="http://schemas.microsoft.com/office/drawing/2014/main" id="{56D47639-796F-C2E0-323F-99045E144F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43355" y="460423"/>
            <a:ext cx="274320" cy="274320"/>
          </a:xfrm>
          <a:prstGeom prst="rect">
            <a:avLst/>
          </a:prstGeom>
        </p:spPr>
      </p:pic>
      <p:pic>
        <p:nvPicPr>
          <p:cNvPr id="83" name="Graphic 82" descr="Cursor with solid fill">
            <a:extLst>
              <a:ext uri="{FF2B5EF4-FFF2-40B4-BE49-F238E27FC236}">
                <a16:creationId xmlns:a16="http://schemas.microsoft.com/office/drawing/2014/main" id="{6C795D84-D41C-85A5-38BC-6F709083DDF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43959" y="1507448"/>
            <a:ext cx="274320" cy="274320"/>
          </a:xfrm>
          <a:prstGeom prst="rect">
            <a:avLst/>
          </a:prstGeom>
        </p:spPr>
      </p:pic>
      <p:sp>
        <p:nvSpPr>
          <p:cNvPr id="3" name="TextBox 2">
            <a:extLst>
              <a:ext uri="{FF2B5EF4-FFF2-40B4-BE49-F238E27FC236}">
                <a16:creationId xmlns:a16="http://schemas.microsoft.com/office/drawing/2014/main" id="{82FD771E-4EFD-248C-82D0-F59A121A2BF0}"/>
              </a:ext>
            </a:extLst>
          </p:cNvPr>
          <p:cNvSpPr txBox="1"/>
          <p:nvPr/>
        </p:nvSpPr>
        <p:spPr>
          <a:xfrm>
            <a:off x="5419666" y="707461"/>
            <a:ext cx="3074841" cy="523220"/>
          </a:xfrm>
          <a:prstGeom prst="rect">
            <a:avLst/>
          </a:prstGeom>
          <a:noFill/>
        </p:spPr>
        <p:txBody>
          <a:bodyPr wrap="square">
            <a:spAutoFit/>
          </a:bodyPr>
          <a:lstStyle/>
          <a:p>
            <a:r>
              <a:rPr lang="en-US" sz="1400" dirty="0">
                <a:ea typeface="+mn-lt"/>
                <a:cs typeface="+mn-lt"/>
              </a:rPr>
              <a:t>Urine HCG is positive. She wishes to have a medication abortion.</a:t>
            </a:r>
            <a:endParaRPr lang="en-US" sz="1400" dirty="0"/>
          </a:p>
        </p:txBody>
      </p:sp>
      <p:sp>
        <p:nvSpPr>
          <p:cNvPr id="5" name="Case 2b Q2">
            <a:extLst>
              <a:ext uri="{FF2B5EF4-FFF2-40B4-BE49-F238E27FC236}">
                <a16:creationId xmlns:a16="http://schemas.microsoft.com/office/drawing/2014/main" id="{A9941514-36A4-C5BB-2800-D80652276900}"/>
              </a:ext>
            </a:extLst>
          </p:cNvPr>
          <p:cNvSpPr/>
          <p:nvPr/>
        </p:nvSpPr>
        <p:spPr>
          <a:xfrm>
            <a:off x="5433622" y="3045197"/>
            <a:ext cx="3053823" cy="371928"/>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medication(s) do you prescribe?</a:t>
            </a:r>
            <a:endParaRPr lang="en-US" dirty="0"/>
          </a:p>
        </p:txBody>
      </p:sp>
      <p:pic>
        <p:nvPicPr>
          <p:cNvPr id="7" name="Graphic 6" descr="Cursor with solid fill">
            <a:extLst>
              <a:ext uri="{FF2B5EF4-FFF2-40B4-BE49-F238E27FC236}">
                <a16:creationId xmlns:a16="http://schemas.microsoft.com/office/drawing/2014/main" id="{BA075F65-0BE1-C7EA-C0BB-ED80F637B1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72470" y="3305720"/>
            <a:ext cx="274320" cy="273617"/>
          </a:xfrm>
          <a:prstGeom prst="rect">
            <a:avLst/>
          </a:prstGeom>
        </p:spPr>
      </p:pic>
      <p:sp>
        <p:nvSpPr>
          <p:cNvPr id="14" name="Case 2 - answer 3">
            <a:extLst>
              <a:ext uri="{FF2B5EF4-FFF2-40B4-BE49-F238E27FC236}">
                <a16:creationId xmlns:a16="http://schemas.microsoft.com/office/drawing/2014/main" id="{DADB6FA8-4A8F-FB79-CAC7-F9FC25C5BB64}"/>
              </a:ext>
            </a:extLst>
          </p:cNvPr>
          <p:cNvSpPr/>
          <p:nvPr/>
        </p:nvSpPr>
        <p:spPr>
          <a:xfrm>
            <a:off x="5455262" y="3412387"/>
            <a:ext cx="3048427" cy="884750"/>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Misoprostol 800 mcg x 3 due to EGA &gt; 9 weeks. Mifepristone is contraindicated due to her corticosteroid use.</a:t>
            </a:r>
          </a:p>
        </p:txBody>
      </p:sp>
      <p:sp>
        <p:nvSpPr>
          <p:cNvPr id="20" name="Case 2c Q2">
            <a:extLst>
              <a:ext uri="{FF2B5EF4-FFF2-40B4-BE49-F238E27FC236}">
                <a16:creationId xmlns:a16="http://schemas.microsoft.com/office/drawing/2014/main" id="{AAA37F03-72EE-0EE1-8DF2-0BFEA10867C9}"/>
              </a:ext>
            </a:extLst>
          </p:cNvPr>
          <p:cNvSpPr/>
          <p:nvPr/>
        </p:nvSpPr>
        <p:spPr>
          <a:xfrm>
            <a:off x="8829472" y="4912921"/>
            <a:ext cx="3115781" cy="52924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What are the next steps in management?</a:t>
            </a:r>
            <a:endParaRPr lang="en-US" dirty="0"/>
          </a:p>
        </p:txBody>
      </p:sp>
      <p:pic>
        <p:nvPicPr>
          <p:cNvPr id="21" name="Graphic 20" descr="Cursor with solid fill">
            <a:extLst>
              <a:ext uri="{FF2B5EF4-FFF2-40B4-BE49-F238E27FC236}">
                <a16:creationId xmlns:a16="http://schemas.microsoft.com/office/drawing/2014/main" id="{AAEEA923-5806-A14F-1ED7-72178EA8188A}"/>
              </a:ext>
            </a:extLst>
          </p:cNvPr>
          <p:cNvPicPr>
            <a:picLocks/>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08092" y="5317435"/>
            <a:ext cx="274320" cy="274320"/>
          </a:xfrm>
          <a:prstGeom prst="rect">
            <a:avLst/>
          </a:prstGeom>
        </p:spPr>
      </p:pic>
      <p:sp>
        <p:nvSpPr>
          <p:cNvPr id="22" name="Case 2 - answer 3">
            <a:extLst>
              <a:ext uri="{FF2B5EF4-FFF2-40B4-BE49-F238E27FC236}">
                <a16:creationId xmlns:a16="http://schemas.microsoft.com/office/drawing/2014/main" id="{11F166B3-B5EC-151B-24EA-783AFB4CF212}"/>
              </a:ext>
            </a:extLst>
          </p:cNvPr>
          <p:cNvSpPr/>
          <p:nvPr/>
        </p:nvSpPr>
        <p:spPr>
          <a:xfrm>
            <a:off x="8847597" y="5479297"/>
            <a:ext cx="3097655" cy="1237905"/>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If &lt;11 weeks EGA, patients may take an extra dose of misoprostol 1 week after the first for ongoing symptoms of pregnancy. Alternatively, she may be referred now for surgical abortion. </a:t>
            </a:r>
          </a:p>
        </p:txBody>
      </p:sp>
      <p:sp>
        <p:nvSpPr>
          <p:cNvPr id="23" name="Case 2c Q1">
            <a:extLst>
              <a:ext uri="{FF2B5EF4-FFF2-40B4-BE49-F238E27FC236}">
                <a16:creationId xmlns:a16="http://schemas.microsoft.com/office/drawing/2014/main" id="{AAD0593F-725D-3C87-E1BA-EAD822530AF6}"/>
              </a:ext>
            </a:extLst>
          </p:cNvPr>
          <p:cNvSpPr/>
          <p:nvPr/>
        </p:nvSpPr>
        <p:spPr>
          <a:xfrm>
            <a:off x="8820551" y="833204"/>
            <a:ext cx="3124705" cy="587238"/>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How will you counsel her on the risk of incomplete abortion?</a:t>
            </a:r>
            <a:endParaRPr lang="en-US" dirty="0"/>
          </a:p>
        </p:txBody>
      </p:sp>
      <p:pic>
        <p:nvPicPr>
          <p:cNvPr id="24" name="Graphic 23" descr="Cursor with solid fill">
            <a:extLst>
              <a:ext uri="{FF2B5EF4-FFF2-40B4-BE49-F238E27FC236}">
                <a16:creationId xmlns:a16="http://schemas.microsoft.com/office/drawing/2014/main" id="{86F0D256-ECCF-9FA9-E9D7-7933650B85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821043" y="1300059"/>
            <a:ext cx="274320" cy="273617"/>
          </a:xfrm>
          <a:prstGeom prst="rect">
            <a:avLst/>
          </a:prstGeom>
        </p:spPr>
      </p:pic>
      <p:sp>
        <p:nvSpPr>
          <p:cNvPr id="25" name="Case 2 - answer 3">
            <a:extLst>
              <a:ext uri="{FF2B5EF4-FFF2-40B4-BE49-F238E27FC236}">
                <a16:creationId xmlns:a16="http://schemas.microsoft.com/office/drawing/2014/main" id="{6A3EA556-0D3A-D257-B25F-F66D809F5387}"/>
              </a:ext>
            </a:extLst>
          </p:cNvPr>
          <p:cNvSpPr/>
          <p:nvPr/>
        </p:nvSpPr>
        <p:spPr>
          <a:xfrm>
            <a:off x="8829472" y="1399195"/>
            <a:ext cx="3141359" cy="2604446"/>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She has higher risk of incomplete abortion. </a:t>
            </a:r>
          </a:p>
          <a:p>
            <a:pPr marL="112713" indent="-112713">
              <a:buFont typeface="Arial" panose="020B0604020202020204" pitchFamily="34" charset="0"/>
              <a:buChar char="•"/>
            </a:pPr>
            <a:r>
              <a:rPr lang="en-US" sz="1400" dirty="0"/>
              <a:t>Misoprostol alone is associated with higher risk of incomplete abortion  (78-93% success with misoprostol-only abortions compared with 93-95% with the combination regimen) </a:t>
            </a:r>
            <a:r>
              <a:rPr lang="en-US" sz="1400" dirty="0">
                <a:hlinkClick r:id="rId8"/>
              </a:rPr>
              <a:t>2019 meta-analysis</a:t>
            </a:r>
            <a:r>
              <a:rPr lang="en-US" sz="1400" dirty="0"/>
              <a:t>. </a:t>
            </a:r>
          </a:p>
          <a:p>
            <a:pPr marL="112713" indent="-112713">
              <a:buFont typeface="Arial" panose="020B0604020202020204" pitchFamily="34" charset="0"/>
              <a:buChar char="•"/>
            </a:pPr>
            <a:r>
              <a:rPr lang="en-US" sz="1400" dirty="0"/>
              <a:t>Risk of incomplete abortion also increases as the EGA approaches 10 weeks.</a:t>
            </a:r>
          </a:p>
        </p:txBody>
      </p:sp>
      <p:sp>
        <p:nvSpPr>
          <p:cNvPr id="27" name="TextBox 26">
            <a:extLst>
              <a:ext uri="{FF2B5EF4-FFF2-40B4-BE49-F238E27FC236}">
                <a16:creationId xmlns:a16="http://schemas.microsoft.com/office/drawing/2014/main" id="{C8E2BE58-21B1-6293-93B1-59C3E377D040}"/>
              </a:ext>
            </a:extLst>
          </p:cNvPr>
          <p:cNvSpPr txBox="1"/>
          <p:nvPr/>
        </p:nvSpPr>
        <p:spPr>
          <a:xfrm>
            <a:off x="8801426" y="4156875"/>
            <a:ext cx="3243579" cy="738664"/>
          </a:xfrm>
          <a:prstGeom prst="rect">
            <a:avLst/>
          </a:prstGeom>
          <a:noFill/>
        </p:spPr>
        <p:txBody>
          <a:bodyPr wrap="square">
            <a:spAutoFit/>
          </a:bodyPr>
          <a:lstStyle/>
          <a:p>
            <a:r>
              <a:rPr lang="en-US" sz="1400" dirty="0"/>
              <a:t>…During a telephone visit 1 week later, she  continues to have morning sickness and breast tenderness. </a:t>
            </a:r>
          </a:p>
        </p:txBody>
      </p:sp>
      <p:sp>
        <p:nvSpPr>
          <p:cNvPr id="10" name="TextBox 9">
            <a:extLst>
              <a:ext uri="{FF2B5EF4-FFF2-40B4-BE49-F238E27FC236}">
                <a16:creationId xmlns:a16="http://schemas.microsoft.com/office/drawing/2014/main" id="{7D364B9B-3C08-D9AE-5470-7554C6478AFB}"/>
              </a:ext>
            </a:extLst>
          </p:cNvPr>
          <p:cNvSpPr txBox="1"/>
          <p:nvPr/>
        </p:nvSpPr>
        <p:spPr>
          <a:xfrm>
            <a:off x="1819989" y="5154076"/>
            <a:ext cx="3394184" cy="738664"/>
          </a:xfrm>
          <a:prstGeom prst="rect">
            <a:avLst/>
          </a:prstGeom>
          <a:noFill/>
        </p:spPr>
        <p:txBody>
          <a:bodyPr wrap="square">
            <a:spAutoFit/>
          </a:bodyPr>
          <a:lstStyle/>
          <a:p>
            <a:r>
              <a:rPr lang="en-US" sz="1400" dirty="0">
                <a:ea typeface="+mn-lt"/>
                <a:cs typeface="+mn-lt"/>
              </a:rPr>
              <a:t>…She is interested in the copper IUD. Her LMP was 9-11 weeks ago but she often has irregular periods.</a:t>
            </a:r>
            <a:r>
              <a:rPr lang="en-US" sz="1400" dirty="0"/>
              <a:t> </a:t>
            </a:r>
          </a:p>
        </p:txBody>
      </p:sp>
      <p:sp>
        <p:nvSpPr>
          <p:cNvPr id="15" name="TextBox 14">
            <a:extLst>
              <a:ext uri="{FF2B5EF4-FFF2-40B4-BE49-F238E27FC236}">
                <a16:creationId xmlns:a16="http://schemas.microsoft.com/office/drawing/2014/main" id="{607E3FD9-6BBA-0488-2B3E-87DBB3356B08}"/>
              </a:ext>
            </a:extLst>
          </p:cNvPr>
          <p:cNvSpPr txBox="1"/>
          <p:nvPr/>
        </p:nvSpPr>
        <p:spPr>
          <a:xfrm>
            <a:off x="5433622" y="2517021"/>
            <a:ext cx="3053297" cy="523220"/>
          </a:xfrm>
          <a:prstGeom prst="rect">
            <a:avLst/>
          </a:prstGeom>
          <a:noFill/>
        </p:spPr>
        <p:txBody>
          <a:bodyPr wrap="square">
            <a:spAutoFit/>
          </a:bodyPr>
          <a:lstStyle/>
          <a:p>
            <a:r>
              <a:rPr lang="en-US" sz="1400" dirty="0"/>
              <a:t>…Transabdominal ultrasound demonstrates EGA of 9 weeks. </a:t>
            </a:r>
          </a:p>
        </p:txBody>
      </p:sp>
      <p:sp>
        <p:nvSpPr>
          <p:cNvPr id="26" name="question 1">
            <a:hlinkClick r:id="rId7" action="ppaction://hlinksldjump"/>
            <a:extLst>
              <a:ext uri="{FF2B5EF4-FFF2-40B4-BE49-F238E27FC236}">
                <a16:creationId xmlns:a16="http://schemas.microsoft.com/office/drawing/2014/main" id="{7995FEEB-B61C-9A02-01B0-93623D646AC1}"/>
              </a:ext>
            </a:extLst>
          </p:cNvPr>
          <p:cNvSpPr txBox="1"/>
          <p:nvPr/>
        </p:nvSpPr>
        <p:spPr>
          <a:xfrm>
            <a:off x="735269" y="3696031"/>
            <a:ext cx="906935"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1</a:t>
            </a:r>
          </a:p>
        </p:txBody>
      </p:sp>
      <p:pic>
        <p:nvPicPr>
          <p:cNvPr id="30" name="Graphic 29" descr="Cursor with solid fill">
            <a:extLst>
              <a:ext uri="{FF2B5EF4-FFF2-40B4-BE49-F238E27FC236}">
                <a16:creationId xmlns:a16="http://schemas.microsoft.com/office/drawing/2014/main" id="{786350F5-A79F-6F2F-D0DE-CECF9C6C9B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85169" y="3979399"/>
            <a:ext cx="274320" cy="274320"/>
          </a:xfrm>
          <a:prstGeom prst="rect">
            <a:avLst/>
          </a:prstGeom>
        </p:spPr>
      </p:pic>
      <p:sp>
        <p:nvSpPr>
          <p:cNvPr id="31" name="question 1">
            <a:hlinkClick r:id="rId9" action="ppaction://hlinksldjump"/>
            <a:extLst>
              <a:ext uri="{FF2B5EF4-FFF2-40B4-BE49-F238E27FC236}">
                <a16:creationId xmlns:a16="http://schemas.microsoft.com/office/drawing/2014/main" id="{0A8D9ECC-3AC5-0B73-AF75-F11274D8CBA4}"/>
              </a:ext>
            </a:extLst>
          </p:cNvPr>
          <p:cNvSpPr txBox="1"/>
          <p:nvPr/>
        </p:nvSpPr>
        <p:spPr>
          <a:xfrm>
            <a:off x="735269" y="4278788"/>
            <a:ext cx="906935"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2</a:t>
            </a:r>
          </a:p>
        </p:txBody>
      </p:sp>
      <p:cxnSp>
        <p:nvCxnSpPr>
          <p:cNvPr id="47" name="Connector: Elbow 46">
            <a:extLst>
              <a:ext uri="{FF2B5EF4-FFF2-40B4-BE49-F238E27FC236}">
                <a16:creationId xmlns:a16="http://schemas.microsoft.com/office/drawing/2014/main" id="{9BAEEDB5-7F67-CF9A-1A5B-AD4F98FFA5F0}"/>
              </a:ext>
            </a:extLst>
          </p:cNvPr>
          <p:cNvCxnSpPr>
            <a:cxnSpLocks/>
            <a:endCxn id="31" idx="1"/>
          </p:cNvCxnSpPr>
          <p:nvPr/>
        </p:nvCxnSpPr>
        <p:spPr>
          <a:xfrm rot="16200000" flipH="1">
            <a:off x="158657" y="3906488"/>
            <a:ext cx="743776" cy="40944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48" name="question 1">
            <a:hlinkClick r:id="rId10" action="ppaction://hlinksldjump"/>
            <a:extLst>
              <a:ext uri="{FF2B5EF4-FFF2-40B4-BE49-F238E27FC236}">
                <a16:creationId xmlns:a16="http://schemas.microsoft.com/office/drawing/2014/main" id="{7147EFB6-ED72-E261-FA57-8FA6C4637B82}"/>
              </a:ext>
            </a:extLst>
          </p:cNvPr>
          <p:cNvSpPr txBox="1"/>
          <p:nvPr/>
        </p:nvSpPr>
        <p:spPr>
          <a:xfrm>
            <a:off x="179164" y="220057"/>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Impact</a:t>
            </a:r>
          </a:p>
        </p:txBody>
      </p:sp>
      <p:pic>
        <p:nvPicPr>
          <p:cNvPr id="49" name="Graphic 48" descr="Cursor with solid fill">
            <a:extLst>
              <a:ext uri="{FF2B5EF4-FFF2-40B4-BE49-F238E27FC236}">
                <a16:creationId xmlns:a16="http://schemas.microsoft.com/office/drawing/2014/main" id="{9FD88F21-0EFF-AA22-A319-C8A18B8E35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491710"/>
            <a:ext cx="274320" cy="274320"/>
          </a:xfrm>
          <a:prstGeom prst="rect">
            <a:avLst/>
          </a:prstGeom>
        </p:spPr>
      </p:pic>
      <p:sp>
        <p:nvSpPr>
          <p:cNvPr id="50" name="question 1">
            <a:hlinkClick r:id="rId10" action="ppaction://hlinksldjump"/>
            <a:extLst>
              <a:ext uri="{FF2B5EF4-FFF2-40B4-BE49-F238E27FC236}">
                <a16:creationId xmlns:a16="http://schemas.microsoft.com/office/drawing/2014/main" id="{4C19128C-0F5A-4AEC-9EE3-BDD9B767213A}"/>
              </a:ext>
            </a:extLst>
          </p:cNvPr>
          <p:cNvSpPr txBox="1"/>
          <p:nvPr/>
        </p:nvSpPr>
        <p:spPr>
          <a:xfrm>
            <a:off x="179164" y="803294"/>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Approach</a:t>
            </a:r>
          </a:p>
        </p:txBody>
      </p:sp>
      <p:sp>
        <p:nvSpPr>
          <p:cNvPr id="51" name="Question 2">
            <a:hlinkClick r:id="rId11" action="ppaction://hlinksldjump"/>
            <a:extLst>
              <a:ext uri="{FF2B5EF4-FFF2-40B4-BE49-F238E27FC236}">
                <a16:creationId xmlns:a16="http://schemas.microsoft.com/office/drawing/2014/main" id="{DC24B8CD-6861-D55B-5001-DE2574A879D8}"/>
              </a:ext>
            </a:extLst>
          </p:cNvPr>
          <p:cNvSpPr txBox="1"/>
          <p:nvPr/>
        </p:nvSpPr>
        <p:spPr>
          <a:xfrm>
            <a:off x="179164" y="1386531"/>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Medications</a:t>
            </a:r>
          </a:p>
        </p:txBody>
      </p:sp>
      <p:sp>
        <p:nvSpPr>
          <p:cNvPr id="52" name="question 3">
            <a:hlinkClick r:id="rId12" action="ppaction://hlinksldjump"/>
            <a:extLst>
              <a:ext uri="{FF2B5EF4-FFF2-40B4-BE49-F238E27FC236}">
                <a16:creationId xmlns:a16="http://schemas.microsoft.com/office/drawing/2014/main" id="{02FAA1FA-34DD-A5BA-03CC-9331E137FFAF}"/>
              </a:ext>
            </a:extLst>
          </p:cNvPr>
          <p:cNvSpPr txBox="1"/>
          <p:nvPr/>
        </p:nvSpPr>
        <p:spPr>
          <a:xfrm>
            <a:off x="179164" y="1969768"/>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Follow-up</a:t>
            </a:r>
          </a:p>
        </p:txBody>
      </p:sp>
      <p:sp>
        <p:nvSpPr>
          <p:cNvPr id="53" name="question 4">
            <a:hlinkClick r:id="rId13" action="ppaction://hlinksldjump"/>
            <a:extLst>
              <a:ext uri="{FF2B5EF4-FFF2-40B4-BE49-F238E27FC236}">
                <a16:creationId xmlns:a16="http://schemas.microsoft.com/office/drawing/2014/main" id="{9644FC72-C363-1A8B-EB48-13CED738A974}"/>
              </a:ext>
            </a:extLst>
          </p:cNvPr>
          <p:cNvSpPr txBox="1"/>
          <p:nvPr/>
        </p:nvSpPr>
        <p:spPr>
          <a:xfrm>
            <a:off x="179164" y="2553005"/>
            <a:ext cx="1463040"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Side Effects</a:t>
            </a:r>
          </a:p>
        </p:txBody>
      </p:sp>
      <p:pic>
        <p:nvPicPr>
          <p:cNvPr id="55" name="Graphic 54" descr="Cursor with solid fill">
            <a:extLst>
              <a:ext uri="{FF2B5EF4-FFF2-40B4-BE49-F238E27FC236}">
                <a16:creationId xmlns:a16="http://schemas.microsoft.com/office/drawing/2014/main" id="{95142180-2984-19EF-AE50-F526AA94E3B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076793"/>
            <a:ext cx="274320" cy="274320"/>
          </a:xfrm>
          <a:prstGeom prst="rect">
            <a:avLst/>
          </a:prstGeom>
        </p:spPr>
      </p:pic>
      <p:pic>
        <p:nvPicPr>
          <p:cNvPr id="60" name="Graphic 59" descr="Cursor with solid fill">
            <a:extLst>
              <a:ext uri="{FF2B5EF4-FFF2-40B4-BE49-F238E27FC236}">
                <a16:creationId xmlns:a16="http://schemas.microsoft.com/office/drawing/2014/main" id="{00A57041-E9E7-ED41-20E3-A131B2C7CC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246959"/>
            <a:ext cx="274320" cy="274320"/>
          </a:xfrm>
          <a:prstGeom prst="rect">
            <a:avLst/>
          </a:prstGeom>
        </p:spPr>
      </p:pic>
      <p:pic>
        <p:nvPicPr>
          <p:cNvPr id="62" name="Graphic 61" descr="Cursor with solid fill">
            <a:extLst>
              <a:ext uri="{FF2B5EF4-FFF2-40B4-BE49-F238E27FC236}">
                <a16:creationId xmlns:a16="http://schemas.microsoft.com/office/drawing/2014/main" id="{0716B293-06FD-7268-535E-C653CBD757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2832042"/>
            <a:ext cx="274320" cy="274320"/>
          </a:xfrm>
          <a:prstGeom prst="rect">
            <a:avLst/>
          </a:prstGeom>
        </p:spPr>
      </p:pic>
      <p:pic>
        <p:nvPicPr>
          <p:cNvPr id="63" name="Graphic 62" descr="Cursor with solid fill">
            <a:extLst>
              <a:ext uri="{FF2B5EF4-FFF2-40B4-BE49-F238E27FC236}">
                <a16:creationId xmlns:a16="http://schemas.microsoft.com/office/drawing/2014/main" id="{2BC91EBF-E0B5-8777-6213-B5BA36FAA1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00817" y="1661876"/>
            <a:ext cx="274320" cy="274320"/>
          </a:xfrm>
          <a:prstGeom prst="rect">
            <a:avLst/>
          </a:prstGeom>
        </p:spPr>
      </p:pic>
      <p:sp>
        <p:nvSpPr>
          <p:cNvPr id="64" name="Case 2b Q3">
            <a:extLst>
              <a:ext uri="{FF2B5EF4-FFF2-40B4-BE49-F238E27FC236}">
                <a16:creationId xmlns:a16="http://schemas.microsoft.com/office/drawing/2014/main" id="{41679FE1-2599-5F20-0860-AB65FAEA754F}"/>
              </a:ext>
            </a:extLst>
          </p:cNvPr>
          <p:cNvSpPr/>
          <p:nvPr/>
        </p:nvSpPr>
        <p:spPr>
          <a:xfrm>
            <a:off x="5463728" y="4810416"/>
            <a:ext cx="3053823" cy="534140"/>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t>Would you recommend Rh testing prior to abortion?</a:t>
            </a:r>
            <a:endParaRPr lang="en-US" dirty="0"/>
          </a:p>
        </p:txBody>
      </p:sp>
      <p:pic>
        <p:nvPicPr>
          <p:cNvPr id="66" name="Graphic 65" descr="Cursor with solid fill">
            <a:extLst>
              <a:ext uri="{FF2B5EF4-FFF2-40B4-BE49-F238E27FC236}">
                <a16:creationId xmlns:a16="http://schemas.microsoft.com/office/drawing/2014/main" id="{C9C92B02-68E2-32A7-8D6C-B13F026B36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0936" y="5230535"/>
            <a:ext cx="274320" cy="273617"/>
          </a:xfrm>
          <a:prstGeom prst="rect">
            <a:avLst/>
          </a:prstGeom>
        </p:spPr>
      </p:pic>
      <p:sp>
        <p:nvSpPr>
          <p:cNvPr id="67" name="Case 2 - answer 3">
            <a:extLst>
              <a:ext uri="{FF2B5EF4-FFF2-40B4-BE49-F238E27FC236}">
                <a16:creationId xmlns:a16="http://schemas.microsoft.com/office/drawing/2014/main" id="{94D8CC95-B88F-82D0-1DB1-4246523F8C0D}"/>
              </a:ext>
            </a:extLst>
          </p:cNvPr>
          <p:cNvSpPr/>
          <p:nvPr/>
        </p:nvSpPr>
        <p:spPr>
          <a:xfrm>
            <a:off x="5446080" y="5433267"/>
            <a:ext cx="3048427" cy="1247023"/>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No. </a:t>
            </a:r>
            <a:r>
              <a:rPr lang="en-US" sz="1400" dirty="0"/>
              <a:t>Rh testing is no longer recommended for abortion under 12 weeks, even for those who are known to be Rh neg as there is minimal risk of enough maternal-fetal blood mixing to induce alloimmunization.</a:t>
            </a:r>
          </a:p>
        </p:txBody>
      </p:sp>
      <p:sp>
        <p:nvSpPr>
          <p:cNvPr id="68" name="Case 2 - answer 3">
            <a:extLst>
              <a:ext uri="{FF2B5EF4-FFF2-40B4-BE49-F238E27FC236}">
                <a16:creationId xmlns:a16="http://schemas.microsoft.com/office/drawing/2014/main" id="{B6E44F57-A165-91C9-2DAF-48B6C59AEE4F}"/>
              </a:ext>
            </a:extLst>
          </p:cNvPr>
          <p:cNvSpPr/>
          <p:nvPr/>
        </p:nvSpPr>
        <p:spPr>
          <a:xfrm>
            <a:off x="5463728" y="4223816"/>
            <a:ext cx="3048427" cy="601884"/>
          </a:xfrm>
          <a:prstGeom prst="roundRect">
            <a:avLst>
              <a:gd name="adj" fmla="val 0"/>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400" dirty="0"/>
              <a:t>…The patient anticipates undergoing future pregnancy. </a:t>
            </a:r>
          </a:p>
        </p:txBody>
      </p:sp>
    </p:spTree>
    <p:extLst>
      <p:ext uri="{BB962C8B-B14F-4D97-AF65-F5344CB8AC3E}">
        <p14:creationId xmlns:p14="http://schemas.microsoft.com/office/powerpoint/2010/main" val="12812788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3" restart="whenNotActive" fill="hold" evtFilter="cancelBubble" nodeType="interactiveSeq">
                <p:stCondLst>
                  <p:cond evt="onClick" delay="0">
                    <p:tgtEl>
                      <p:spTgt spid="9"/>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5"/>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6" restart="whenNotActive" fill="hold" evtFilter="cancelBubble" nodeType="interactiveSeq">
                <p:stCondLst>
                  <p:cond evt="onClick" delay="0">
                    <p:tgtEl>
                      <p:spTgt spid="57"/>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33" restart="whenNotActive" fill="hold" evtFilter="cancelBubble" nodeType="interactiveSeq">
                <p:stCondLst>
                  <p:cond evt="onClick" delay="0">
                    <p:tgtEl>
                      <p:spTgt spid="129"/>
                    </p:tgtEl>
                  </p:cond>
                </p:stCondLst>
                <p:endSync evt="end" delay="0">
                  <p:rtn val="all"/>
                </p:endSync>
                <p:childTnLst>
                  <p:par>
                    <p:cTn id="34" fill="hold">
                      <p:stCondLst>
                        <p:cond delay="0"/>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83"/>
                                        </p:tgtEl>
                                        <p:attrNameLst>
                                          <p:attrName>style.visibility</p:attrName>
                                        </p:attrNameLst>
                                      </p:cBhvr>
                                      <p:to>
                                        <p:strVal val="visible"/>
                                      </p:to>
                                    </p:set>
                                  </p:childTnLst>
                                </p:cTn>
                              </p:par>
                              <p:par>
                                <p:cTn id="42" presetID="1" presetClass="exit" presetSubtype="0" fill="hold" nodeType="withEffect">
                                  <p:stCondLst>
                                    <p:cond delay="0"/>
                                  </p:stCondLst>
                                  <p:childTnLst>
                                    <p:set>
                                      <p:cBhvr>
                                        <p:cTn id="43"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129"/>
                  </p:tgtEl>
                </p:cond>
              </p:nextCondLst>
            </p:seq>
            <p:seq concurrent="1" nextAc="seek">
              <p:cTn id="44" restart="whenNotActive" fill="hold" evtFilter="cancelBubble" nodeType="interactiveSeq">
                <p:stCondLst>
                  <p:cond evt="onClick" delay="0">
                    <p:tgtEl>
                      <p:spTgt spid="58"/>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57" restart="whenNotActive" fill="hold" evtFilter="cancelBubble" nodeType="interactiveSeq">
                <p:stCondLst>
                  <p:cond evt="onClick" delay="0">
                    <p:tgtEl>
                      <p:spTgt spid="5"/>
                    </p:tgtEl>
                  </p:cond>
                </p:stCondLst>
                <p:endSync evt="end" delay="0">
                  <p:rtn val="all"/>
                </p:endSync>
                <p:childTnLst>
                  <p:par>
                    <p:cTn id="58" fill="hold">
                      <p:stCondLst>
                        <p:cond delay="0"/>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6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4"/>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70" restart="whenNotActive" fill="hold" evtFilter="cancelBubble" nodeType="interactiveSeq">
                <p:stCondLst>
                  <p:cond evt="onClick" delay="0">
                    <p:tgtEl>
                      <p:spTgt spid="64"/>
                    </p:tgtEl>
                  </p:cond>
                </p:stCondLst>
                <p:endSync evt="end" delay="0">
                  <p:rtn val="all"/>
                </p:endSync>
                <p:childTnLst>
                  <p:par>
                    <p:cTn id="71" fill="hold">
                      <p:stCondLst>
                        <p:cond delay="0"/>
                      </p:stCondLst>
                      <p:childTnLst>
                        <p:par>
                          <p:cTn id="72" fill="hold">
                            <p:stCondLst>
                              <p:cond delay="0"/>
                            </p:stCondLst>
                            <p:childTnLst>
                              <p:par>
                                <p:cTn id="73" presetID="1" presetClass="entr" presetSubtype="0"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64"/>
                  </p:tgtEl>
                </p:cond>
              </p:nextCondLst>
            </p:seq>
            <p:seq concurrent="1" nextAc="seek">
              <p:cTn id="77" restart="whenNotActive" fill="hold" evtFilter="cancelBubble" nodeType="interactiveSeq">
                <p:stCondLst>
                  <p:cond evt="onClick" delay="0">
                    <p:tgtEl>
                      <p:spTgt spid="59"/>
                    </p:tgtEl>
                  </p:cond>
                </p:stCondLst>
                <p:endSync evt="end" delay="0">
                  <p:rtn val="all"/>
                </p:endSync>
                <p:childTnLst>
                  <p:par>
                    <p:cTn id="78" fill="hold">
                      <p:stCondLst>
                        <p:cond delay="0"/>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3"/>
                                        </p:tgtEl>
                                        <p:attrNameLst>
                                          <p:attrName>style.visibility</p:attrName>
                                        </p:attrNameLst>
                                      </p:cBhvr>
                                      <p:to>
                                        <p:strVal val="visible"/>
                                      </p:to>
                                    </p:set>
                                  </p:childTnLst>
                                </p:cTn>
                              </p:par>
                            </p:childTnLst>
                          </p:cTn>
                        </p:par>
                        <p:par>
                          <p:cTn id="82" fill="hold">
                            <p:stCondLst>
                              <p:cond delay="0"/>
                            </p:stCondLst>
                            <p:childTnLst>
                              <p:par>
                                <p:cTn id="83" presetID="1" presetClass="entr" presetSubtype="0" fill="hold" nodeType="after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7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87" restart="whenNotActive" fill="hold" evtFilter="cancelBubble" nodeType="interactiveSeq">
                <p:stCondLst>
                  <p:cond evt="onClick" delay="0">
                    <p:tgtEl>
                      <p:spTgt spid="23"/>
                    </p:tgtEl>
                  </p:cond>
                </p:stCondLst>
                <p:endSync evt="end" delay="0">
                  <p:rtn val="all"/>
                </p:endSync>
                <p:childTnLst>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21"/>
                                        </p:tgtEl>
                                        <p:attrNameLst>
                                          <p:attrName>style.visibility</p:attrName>
                                        </p:attrNameLst>
                                      </p:cBhvr>
                                      <p:to>
                                        <p:strVal val="visible"/>
                                      </p:to>
                                    </p:set>
                                  </p:childTnLst>
                                </p:cTn>
                              </p:par>
                            </p:childTnLst>
                          </p:cTn>
                        </p:par>
                        <p:par>
                          <p:cTn id="96" fill="hold">
                            <p:stCondLst>
                              <p:cond delay="0"/>
                            </p:stCondLst>
                            <p:childTnLst>
                              <p:par>
                                <p:cTn id="97" presetID="1" presetClass="exit" presetSubtype="0" fill="hold" nodeType="afterEffect">
                                  <p:stCondLst>
                                    <p:cond delay="0"/>
                                  </p:stCondLst>
                                  <p:childTnLst>
                                    <p:set>
                                      <p:cBhvr>
                                        <p:cTn id="98" dur="1" fill="hold">
                                          <p:stCondLst>
                                            <p:cond delay="0"/>
                                          </p:stCondLst>
                                        </p:cTn>
                                        <p:tgtEl>
                                          <p:spTgt spid="24"/>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childTnLst>
              </p:cTn>
              <p:nextCondLst>
                <p:cond evt="onClick" delay="0">
                  <p:tgtEl>
                    <p:spTgt spid="23"/>
                  </p:tgtEl>
                </p:cond>
              </p:nextCondLst>
            </p:seq>
            <p:seq concurrent="1" nextAc="seek">
              <p:cTn id="101" restart="whenNotActive" fill="hold" evtFilter="cancelBubble" nodeType="interactiveSeq">
                <p:stCondLst>
                  <p:cond evt="onClick" delay="0">
                    <p:tgtEl>
                      <p:spTgt spid="20"/>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2"/>
                                        </p:tgtEl>
                                        <p:attrNameLst>
                                          <p:attrName>style.visibility</p:attrName>
                                        </p:attrNameLst>
                                      </p:cBhvr>
                                      <p:to>
                                        <p:strVal val="visible"/>
                                      </p:to>
                                    </p:set>
                                  </p:childTnLst>
                                </p:cTn>
                              </p:par>
                              <p:par>
                                <p:cTn id="106" presetID="1" presetClass="exit" presetSubtype="0" fill="hold" nodeType="withEffect">
                                  <p:stCondLst>
                                    <p:cond delay="0"/>
                                  </p:stCondLst>
                                  <p:childTnLst>
                                    <p:set>
                                      <p:cBhvr>
                                        <p:cTn id="107"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9" grpId="0" animBg="1"/>
      <p:bldP spid="13" grpId="0"/>
      <p:bldP spid="57" grpId="0" animBg="1"/>
      <p:bldP spid="58" grpId="0" animBg="1"/>
      <p:bldP spid="61" grpId="0"/>
      <p:bldP spid="8" grpId="0"/>
      <p:bldP spid="16" grpId="0"/>
      <p:bldP spid="3" grpId="0"/>
      <p:bldP spid="5" grpId="0" animBg="1"/>
      <p:bldP spid="14" grpId="0"/>
      <p:bldP spid="20" grpId="0" animBg="1"/>
      <p:bldP spid="22" grpId="0"/>
      <p:bldP spid="23" grpId="0" animBg="1"/>
      <p:bldP spid="25" grpId="0"/>
      <p:bldP spid="27" grpId="0"/>
      <p:bldP spid="10" grpId="0"/>
      <p:bldP spid="15" grpId="0"/>
      <p:bldP spid="64" grpId="0" animBg="1"/>
      <p:bldP spid="67" grpId="0"/>
      <p:bldP spid="68" grpId="0"/>
    </p:bld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800" b="1">
                <a:solidFill>
                  <a:srgbClr val="FFFFFF"/>
                </a:solidFill>
                <a:latin typeface="Calibri"/>
              </a:rPr>
              <a:t>Access &amp; Regulatory Update (2023–2026) — clinical regimen unchanged</a:t>
            </a:r>
          </a:p>
        </p:txBody>
      </p:sp>
      <p:sp>
        <p:nvSpPr>
          <p:cNvPr id="3" name="TextBox 2"/>
          <p:cNvSpPr txBox="1"/>
          <p:nvPr/>
        </p:nvSpPr>
        <p:spPr>
          <a:xfrm>
            <a:off x="457200" y="914400"/>
            <a:ext cx="11277600" cy="5715000"/>
          </a:xfrm>
          <a:prstGeom prst="rect">
            <a:avLst/>
          </a:prstGeom>
          <a:noFill/>
        </p:spPr>
        <p:txBody>
          <a:bodyPr wrap="square">
            <a:spAutoFit/>
          </a:bodyPr>
          <a:lstStyle/>
          <a:p>
            <a:pPr/>
            <a:r>
              <a:rPr sz="1500" b="1">
                <a:solidFill>
                  <a:srgbClr val="202020"/>
                </a:solidFill>
                <a:latin typeface="Calibri"/>
              </a:rPr>
              <a:t>• Jan 2023 — FDA modified the mifepristone REMS: in-person dispensing requirement removed; certified retail and mail-order pharmacies may dispense with a prescription from a certified prescriber (CVS/Walgreens certified, Mar 2024).</a:t>
            </a:r>
          </a:p>
          <a:p>
            <a:pPr/>
            <a:r>
              <a:rPr sz="1500" b="0">
                <a:solidFill>
                  <a:srgbClr val="202020"/>
                </a:solidFill>
                <a:latin typeface="Calibri"/>
              </a:rPr>
              <a:t>• Jun 13, 2024 — FDA v. Alliance for Hippocratic Medicine: U.S. Supreme Court (9–0) dismissed the challenge for lack of standing; FDA approval and the 2016/2021–23 REMS changes stand.</a:t>
            </a:r>
          </a:p>
          <a:p>
            <a:pPr/>
            <a:r>
              <a:rPr sz="1500" b="0">
                <a:solidFill>
                  <a:srgbClr val="202020"/>
                </a:solidFill>
                <a:latin typeface="Calibri"/>
              </a:rPr>
              <a:t>• May 2026 — Louisiana v. FDA: Fifth Circuit (May 1, 2026) ordered a return to in-person-only dispensing; the Supreme Court stayed that order May 14, 2026 (Danco Labs v. Louisiana), preserving telehealth prescribing + mail/pharmacy dispensing while litigation continues.</a:t>
            </a:r>
          </a:p>
          <a:p>
            <a:pPr/>
            <a:r>
              <a:rPr sz="1500" b="1">
                <a:solidFill>
                  <a:srgbClr val="202020"/>
                </a:solidFill>
                <a:latin typeface="Calibri"/>
              </a:rPr>
              <a:t>• What this means for this talk: the clinical teaching (regimens, contraindications, follow-up) is unchanged. The ACCESS landscape remains in flux — verify current federal status and your state law (Guttmacher Institute) before prescribing.</a:t>
            </a:r>
          </a:p>
          <a:p>
            <a:pPr lvl="1"/>
            <a:r>
              <a:rPr sz="1300" b="0">
                <a:solidFill>
                  <a:srgbClr val="202020"/>
                </a:solidFill>
                <a:latin typeface="Calibri"/>
              </a:rPr>
              <a:t>– Sources: FDA REMS (Jan 2023); SCOTUS 23-235 (Jun 2024); SCOTUS 25A1207 (May 2026); Guttmacher Institute state-policy tracker.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800" b="1">
                <a:solidFill>
                  <a:srgbClr val="FFFFFF"/>
                </a:solidFill>
                <a:latin typeface="Calibri"/>
              </a:rPr>
              <a:t>Take-Home Points</a:t>
            </a:r>
          </a:p>
        </p:txBody>
      </p:sp>
      <p:sp>
        <p:nvSpPr>
          <p:cNvPr id="3" name="TextBox 2"/>
          <p:cNvSpPr txBox="1"/>
          <p:nvPr/>
        </p:nvSpPr>
        <p:spPr>
          <a:xfrm>
            <a:off x="457200" y="914400"/>
            <a:ext cx="11277600" cy="5715000"/>
          </a:xfrm>
          <a:prstGeom prst="rect">
            <a:avLst/>
          </a:prstGeom>
          <a:noFill/>
        </p:spPr>
        <p:txBody>
          <a:bodyPr wrap="square">
            <a:spAutoFit/>
          </a:bodyPr>
          <a:lstStyle/>
          <a:p>
            <a:pPr/>
            <a:r>
              <a:rPr sz="1500" b="0">
                <a:solidFill>
                  <a:srgbClr val="202020"/>
                </a:solidFill>
                <a:latin typeface="Calibri"/>
              </a:rPr>
              <a:t>• Before prescribing: confirm pregnancy (urine hCG), estimate gestational age from LMP (± ultrasound if LMP unknown, hormonal contraception, or ectopic risk), screen contraindications, and check your state law / mandatory waiting periods.</a:t>
            </a:r>
          </a:p>
          <a:p>
            <a:pPr/>
            <a:r>
              <a:rPr sz="1500" b="0">
                <a:solidFill>
                  <a:srgbClr val="202020"/>
                </a:solidFill>
                <a:latin typeface="Calibri"/>
              </a:rPr>
              <a:t>• Medication abortion is used up to 11 wk (77 d); beyond 10 wk is off-label. Mifepristone 200 mg PO, then misoprostol 800 mcg buccal/vaginal 24–48 h later (95–98% effective); add a 2nd misoprostol dose if 9–11 wk.</a:t>
            </a:r>
          </a:p>
          <a:p>
            <a:pPr/>
            <a:r>
              <a:rPr sz="1500" b="0">
                <a:solidFill>
                  <a:srgbClr val="202020"/>
                </a:solidFill>
                <a:latin typeface="Calibri"/>
              </a:rPr>
              <a:t>• If mifepristone is unavailable or contraindicated: misoprostol 800 mcg q3h × 3 doses (less effective, ~76–93%).</a:t>
            </a:r>
          </a:p>
          <a:p>
            <a:pPr/>
            <a:r>
              <a:rPr sz="1500" b="0">
                <a:solidFill>
                  <a:srgbClr val="202020"/>
                </a:solidFill>
                <a:latin typeface="Calibri"/>
              </a:rPr>
              <a:t>• Contraindications: ectopic pregnancy, IUD in place, coagulopathy/anticoagulation (any regimen); chronic corticosteroids/adrenal failure (mifepristone); porphyria (misoprostol).</a:t>
            </a:r>
          </a:p>
          <a:p>
            <a:pPr/>
            <a:r>
              <a:rPr sz="1500" b="0">
                <a:solidFill>
                  <a:srgbClr val="202020"/>
                </a:solidFill>
                <a:latin typeface="Calibri"/>
              </a:rPr>
              <a:t>• Expected: cramping + bleeding heavier than menses (~2.5–4 h after misoprostol), GI symptoms, fever/chills. Seek care: &gt;2 pads/h × 2 h, prolonged pelvic pain, abnormal discharge, fever &gt;24 h.</a:t>
            </a:r>
          </a:p>
          <a:p>
            <a:pPr/>
            <a:r>
              <a:rPr sz="1500" b="0">
                <a:solidFill>
                  <a:srgbClr val="202020"/>
                </a:solidFill>
                <a:latin typeface="Calibri"/>
              </a:rPr>
              <a:t>• Offer follow-up within 14 d; urine pregnancy test no earlier than 4 wk. Rh testing NOT recommended &lt;12 wk. No effect on future fertility.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800" b="1">
                <a:solidFill>
                  <a:srgbClr val="FFFFFF"/>
                </a:solidFill>
                <a:latin typeface="Calibri"/>
              </a:rPr>
              <a:t>Attribution &amp; Changelog</a:t>
            </a:r>
          </a:p>
        </p:txBody>
      </p:sp>
      <p:sp>
        <p:nvSpPr>
          <p:cNvPr id="3" name="TextBox 2"/>
          <p:cNvSpPr txBox="1"/>
          <p:nvPr/>
        </p:nvSpPr>
        <p:spPr>
          <a:xfrm>
            <a:off x="457200" y="914400"/>
            <a:ext cx="11277600" cy="5715000"/>
          </a:xfrm>
          <a:prstGeom prst="rect">
            <a:avLst/>
          </a:prstGeom>
          <a:noFill/>
        </p:spPr>
        <p:txBody>
          <a:bodyPr wrap="square">
            <a:spAutoFit/>
          </a:bodyPr>
          <a:lstStyle/>
          <a:p>
            <a:pPr/>
            <a:r>
              <a:rPr sz="1500" b="0">
                <a:solidFill>
                  <a:srgbClr val="202020"/>
                </a:solidFill>
                <a:latin typeface="Calibri"/>
              </a:rPr>
              <a:t>• Original: "Medical Abortion in the First Trimester," TeachIM.org, June 2023 — deQuillfeldt, Asare, Cleeves, Soiseth, Ramaswami, Kendall, Lazorwitz, Belmonte; Section Ed. McClintock; Exec. Ed. Zhang.</a:t>
            </a:r>
          </a:p>
          <a:p>
            <a:pPr lvl="1"/>
            <a:r>
              <a:rPr sz="1300" b="0">
                <a:solidFill>
                  <a:srgbClr val="202020"/>
                </a:solidFill>
                <a:latin typeface="Calibri"/>
              </a:rPr>
              <a:t>– https://teachim.org/teaching_material/medical-abortion-in-the-first-trimester/ — CC BY-NC 4.0 (attribution required, non-commercial). Optimized June 2026.</a:t>
            </a:r>
          </a:p>
          <a:p>
            <a:pPr/>
            <a:r>
              <a:rPr sz="1500" b="1">
                <a:solidFill>
                  <a:srgbClr val="202020"/>
                </a:solidFill>
                <a:latin typeface="Calibri"/>
              </a:rPr>
              <a:t>• Corrections made to this copy (animations and original slides preserved):</a:t>
            </a:r>
          </a:p>
          <a:p>
            <a:pPr lvl="1"/>
            <a:r>
              <a:rPr sz="1300" b="0">
                <a:solidFill>
                  <a:srgbClr val="202020"/>
                </a:solidFill>
                <a:latin typeface="Calibri"/>
              </a:rPr>
              <a:t>– Case 2b: "Misoprostol 800 mg" → "800 mcg" (dose unit; matches Medications slide) and "EGD" → "EGA".</a:t>
            </a:r>
          </a:p>
          <a:p>
            <a:pPr lvl="1"/>
            <a:r>
              <a:rPr sz="1300" b="0">
                <a:solidFill>
                  <a:srgbClr val="202020"/>
                </a:solidFill>
                <a:latin typeface="Calibri"/>
              </a:rPr>
              <a:t>– Case 1c: "heaving bleeding" → "heavy bleeding"; Case 1a: side-effect onset "2.4-4" → "2.5-4 hours" (matches teaching script).</a:t>
            </a:r>
          </a:p>
          <a:p>
            <a:pPr lvl="1"/>
            <a:r>
              <a:rPr sz="1300" b="0">
                <a:solidFill>
                  <a:srgbClr val="202020"/>
                </a:solidFill>
                <a:latin typeface="Calibri"/>
              </a:rPr>
              <a:t>– Approach slide: relative-contraindication anemia threshold "Hgb &lt;9 g/dL" → "&lt;9.5 g/dL" (matches the talk's own script/notes — flagged for author confirmation).</a:t>
            </a:r>
          </a:p>
          <a:p>
            <a:pPr/>
            <a:r>
              <a:rPr sz="1500" b="0">
                <a:solidFill>
                  <a:srgbClr val="202020"/>
                </a:solidFill>
                <a:latin typeface="Calibri"/>
              </a:rPr>
              <a:t>• Appended slides: Access &amp; Regulatory Update (2023–2026), Take-Home Points, this attribution slide. No original content removed.</a:t>
            </a:r>
          </a:p>
          <a:p>
            <a:pPr/>
            <a:r>
              <a:rPr sz="1500" b="0">
                <a:solidFill>
                  <a:srgbClr val="202020"/>
                </a:solidFill>
                <a:latin typeface="Calibri"/>
              </a:rPr>
              <a:t>• Companion files: Pre-and-Post-Test-Medical-Abortion.docx (pre/post quiz). Package: Medical_Abortion_Lesson_Package.html, Medical_Abortion_OnePager.pdf, Medical_Abortion_Anki_Cards.txt.</a:t>
            </a:r>
          </a:p>
          <a:p>
            <a:pPr/>
            <a:r>
              <a:rPr sz="1500" b="0">
                <a:solidFill>
                  <a:srgbClr val="202020"/>
                </a:solidFill>
                <a:latin typeface="Calibri"/>
              </a:rPr>
              <a:t>• Educational use only — not medical advice. Verify current law and institutional policy before prescribing.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10076</TotalTime>
  <Words>3103</Words>
  <Application>Microsoft Office PowerPoint</Application>
  <PresentationFormat>Widescreen</PresentationFormat>
  <Paragraphs>303</Paragraphs>
  <Slides>8</Slides>
  <Notes>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Yilin Zhang</cp:lastModifiedBy>
  <cp:revision>542</cp:revision>
  <dcterms:created xsi:type="dcterms:W3CDTF">2020-12-09T20:37:45Z</dcterms:created>
  <dcterms:modified xsi:type="dcterms:W3CDTF">2023-06-01T22:02:32Z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0x010100252AEEB6E305C04CA9C604CC8E9650A9</vt:lpwstr>
  </property>
</Properties>
</file>