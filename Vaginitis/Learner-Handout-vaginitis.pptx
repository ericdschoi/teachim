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5C40C-2884-4574-A8F9-ED3FDD948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C7654-3B29-4960-803F-757FE002F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8910E-F8C6-48C6-83DF-4B98B79D4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F129-D85E-4655-AB85-C60C7BAB8E58}" type="datetimeFigureOut">
              <a:rPr lang="en-US" smtClean="0"/>
              <a:t>12/13/2022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AA32F-0394-43AE-B928-A3758EAFC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E9468-78AE-48EE-9905-8FA79E0C3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BDB71-CBBE-4F1C-846C-EF05BF0AF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15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DE07A-149B-4FB0-A8F8-C8805053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26C98-B7C2-4E7B-932F-C1B63D1E7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89553-B8BA-423C-847D-1463EFEE3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F129-D85E-4655-AB85-C60C7BAB8E58}" type="datetimeFigureOut">
              <a:rPr lang="en-US" smtClean="0"/>
              <a:t>12/13/2022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90211-E2FC-4D13-B961-C51C8AB1C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A736E-DA25-4B2F-825C-3FECC200E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BDB71-CBBE-4F1C-846C-EF05BF0AF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8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08E7-29D9-4F8E-A961-7F67DC024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EC882-C29C-4684-B73E-9DDC534B4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D367C-C0A0-4D4A-8B54-25554F80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F129-D85E-4655-AB85-C60C7BAB8E58}" type="datetimeFigureOut">
              <a:rPr lang="en-US" smtClean="0"/>
              <a:t>12/13/2022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17334-6D3C-4410-91AE-F1BBF86A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0CECF-273A-468B-858D-CFF5EAA02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BDB71-CBBE-4F1C-846C-EF05BF0AF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4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0CDDA-3AD3-4182-A777-26A484304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15813-7C86-434B-AB80-2F12D7C63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4146D-B4D9-457C-B206-F523525E5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DAFA7-41E3-4EE2-8593-43EBCD13E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F129-D85E-4655-AB85-C60C7BAB8E58}" type="datetimeFigureOut">
              <a:rPr lang="en-US" smtClean="0"/>
              <a:t>12/13/2022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B6255-F90C-4BCC-B145-CA7ECCE52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263FA-0B44-42FC-B657-75E5F42B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BDB71-CBBE-4F1C-846C-EF05BF0AF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47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DC9EC-19E7-4681-B956-A93E70868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C7D7D-4DFB-47A3-9602-F7BFB142F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40C10-94DC-48CA-8ADF-ADE026505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064762-D740-46F6-AA40-35F660510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B5F10F-B900-4187-A33D-7964292C1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AD197E-94BA-4364-994A-DCC14436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F129-D85E-4655-AB85-C60C7BAB8E58}" type="datetimeFigureOut">
              <a:rPr lang="en-US" smtClean="0"/>
              <a:t>12/13/2022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86F4C9-7798-43E6-9E1A-FC4461241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2473D9-0F2F-424C-8328-97636C1D0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BDB71-CBBE-4F1C-846C-EF05BF0AF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42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8CE17-3503-4B01-B119-6D402E7A5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F6ABD-ECD4-4194-BA75-A48B94AB9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F129-D85E-4655-AB85-C60C7BAB8E58}" type="datetimeFigureOut">
              <a:rPr lang="en-US" smtClean="0"/>
              <a:t>12/13/2022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DA12B4-7226-413D-833B-070DC1EDB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B89F2C-748A-4ADB-A426-90BD913D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BDB71-CBBE-4F1C-846C-EF05BF0AF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719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5ED726-CE4A-4702-86C7-B1BACD378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F129-D85E-4655-AB85-C60C7BAB8E58}" type="datetimeFigureOut">
              <a:rPr lang="en-US" smtClean="0"/>
              <a:t>12/13/2022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4B07CB-FD33-4706-AE97-F7AA2D4DF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37580-4AD7-44FA-A915-FC4CD905B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BDB71-CBBE-4F1C-846C-EF05BF0AF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38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3F01-DED7-47DA-9D1F-9436E5279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A487D-81A3-40D0-868E-953C3D617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A12202-FF5C-457B-9E41-A169FF3FE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4CCA9-6398-4719-A96D-F5AE8F9A7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F129-D85E-4655-AB85-C60C7BAB8E58}" type="datetimeFigureOut">
              <a:rPr lang="en-US" smtClean="0"/>
              <a:t>12/13/2022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3E654-C00D-4291-970C-03E25DEEE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50BA8-E366-4CDA-AB26-24D4623EF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BDB71-CBBE-4F1C-846C-EF05BF0AF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201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86FB8-B7AC-46D5-B2B4-A727CBC5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D2020E-5156-4793-A20A-D3B4B2F9DA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7E9BF-952B-4C8A-BED8-479872470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EF29A-E2B1-43ED-A0C5-6578A9DE7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F129-D85E-4655-AB85-C60C7BAB8E58}" type="datetimeFigureOut">
              <a:rPr lang="en-US" smtClean="0"/>
              <a:t>12/13/2022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F0F77-F774-4623-91DD-935379AAB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6D47F-6488-4750-91AD-50D1FDF5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BDB71-CBBE-4F1C-846C-EF05BF0AF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86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6B3ED-3B63-4EE1-94CD-EA69A2E52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7A53B-D0B8-4F14-A678-7F3A5CFC6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4626D-AD36-43B0-B2AE-08C7C9491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F129-D85E-4655-AB85-C60C7BAB8E58}" type="datetimeFigureOut">
              <a:rPr lang="en-US" smtClean="0"/>
              <a:t>12/13/2022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9203-6BF9-4BE5-96B7-E0C3AAC60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05252-41BB-4C6B-9C82-5B329F131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BDB71-CBBE-4F1C-846C-EF05BF0AF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44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1A8892-2D85-489E-9ACB-CE5F5ECAC2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3A1DF4-CA18-4CC4-A303-AED65D689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861BF-E5EC-46DA-AF39-78125A9FB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F129-D85E-4655-AB85-C60C7BAB8E58}" type="datetimeFigureOut">
              <a:rPr lang="en-US" smtClean="0"/>
              <a:t>12/13/2022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BCF59-D14F-4A78-B0AC-9FD4CC50D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D5045-3D30-4F95-9C5E-DA812A51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BDB71-CBBE-4F1C-846C-EF05BF0AF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72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4E992-A20E-492C-9786-5527FB9E1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C6D2F-D998-4D1D-8D08-9037EE5BD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A635B-3B4D-43A1-83A0-FEDCB6C06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9F129-D85E-4655-AB85-C60C7BAB8E58}" type="datetimeFigureOut">
              <a:rPr lang="en-US" smtClean="0"/>
              <a:t>12/13/2022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7629D-43B6-4B4B-BD8E-91833B5E9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75261-EA07-471F-AB03-2A4C7BFBC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BDB71-CBBE-4F1C-846C-EF05BF0AF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2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D583E4-35C2-4A1E-99D2-D5C326250224}"/>
              </a:ext>
            </a:extLst>
          </p:cNvPr>
          <p:cNvSpPr txBox="1"/>
          <p:nvPr/>
        </p:nvSpPr>
        <p:spPr>
          <a:xfrm>
            <a:off x="3127513" y="303937"/>
            <a:ext cx="5035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Vaginitis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74FBBC-6FFD-4D3E-AD68-35FA91ADFD13}"/>
              </a:ext>
            </a:extLst>
          </p:cNvPr>
          <p:cNvSpPr/>
          <p:nvPr/>
        </p:nvSpPr>
        <p:spPr>
          <a:xfrm>
            <a:off x="410818" y="1192695"/>
            <a:ext cx="3763617" cy="2623931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5715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A3B99B-2185-41CF-869C-B6CBB7E6D66F}"/>
              </a:ext>
            </a:extLst>
          </p:cNvPr>
          <p:cNvSpPr txBox="1"/>
          <p:nvPr/>
        </p:nvSpPr>
        <p:spPr>
          <a:xfrm>
            <a:off x="609600" y="1338470"/>
            <a:ext cx="33660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risk factors for:</a:t>
            </a:r>
          </a:p>
          <a:p>
            <a:endParaRPr lang="en-US" dirty="0"/>
          </a:p>
          <a:p>
            <a:r>
              <a:rPr lang="en-US" dirty="0"/>
              <a:t>1. BV:</a:t>
            </a:r>
          </a:p>
          <a:p>
            <a:endParaRPr lang="en-US" dirty="0"/>
          </a:p>
          <a:p>
            <a:r>
              <a:rPr lang="en-US" dirty="0"/>
              <a:t>2. Yeast:</a:t>
            </a:r>
          </a:p>
          <a:p>
            <a:endParaRPr lang="en-US" dirty="0"/>
          </a:p>
          <a:p>
            <a:r>
              <a:rPr lang="en-US" dirty="0"/>
              <a:t>3. </a:t>
            </a:r>
            <a:r>
              <a:rPr lang="en-US" dirty="0" err="1"/>
              <a:t>Trich</a:t>
            </a:r>
            <a:r>
              <a:rPr lang="en-US" dirty="0"/>
              <a:t>: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D3061C-5D24-4E88-BD07-C40FDA8A883B}"/>
              </a:ext>
            </a:extLst>
          </p:cNvPr>
          <p:cNvSpPr/>
          <p:nvPr/>
        </p:nvSpPr>
        <p:spPr>
          <a:xfrm>
            <a:off x="3750366" y="1660265"/>
            <a:ext cx="2027582" cy="189506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A7998-06D3-4018-AA2B-1BBC6F4F752B}"/>
              </a:ext>
            </a:extLst>
          </p:cNvPr>
          <p:cNvSpPr txBox="1"/>
          <p:nvPr/>
        </p:nvSpPr>
        <p:spPr>
          <a:xfrm>
            <a:off x="4161183" y="2053804"/>
            <a:ext cx="12059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 can mimic infectious causes?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558784-D146-4827-A86A-02A0D833E7B7}"/>
              </a:ext>
            </a:extLst>
          </p:cNvPr>
          <p:cNvSpPr/>
          <p:nvPr/>
        </p:nvSpPr>
        <p:spPr>
          <a:xfrm>
            <a:off x="397566" y="4039172"/>
            <a:ext cx="3763617" cy="2623931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5715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EA7499-1EA7-48C5-83DC-9B426658434C}"/>
              </a:ext>
            </a:extLst>
          </p:cNvPr>
          <p:cNvSpPr txBox="1"/>
          <p:nvPr/>
        </p:nvSpPr>
        <p:spPr>
          <a:xfrm>
            <a:off x="609599" y="4284196"/>
            <a:ext cx="33660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exam findings for:</a:t>
            </a:r>
          </a:p>
          <a:p>
            <a:endParaRPr lang="en-US" dirty="0"/>
          </a:p>
          <a:p>
            <a:r>
              <a:rPr lang="en-US" dirty="0"/>
              <a:t>1. BV:</a:t>
            </a:r>
          </a:p>
          <a:p>
            <a:endParaRPr lang="en-US" dirty="0"/>
          </a:p>
          <a:p>
            <a:r>
              <a:rPr lang="en-US" dirty="0"/>
              <a:t>2. Yeast:</a:t>
            </a:r>
          </a:p>
          <a:p>
            <a:endParaRPr lang="en-US" dirty="0"/>
          </a:p>
          <a:p>
            <a:r>
              <a:rPr lang="en-US" dirty="0"/>
              <a:t>3. </a:t>
            </a:r>
            <a:r>
              <a:rPr lang="en-US" dirty="0" err="1"/>
              <a:t>Trich</a:t>
            </a:r>
            <a:r>
              <a:rPr lang="en-US" dirty="0"/>
              <a:t>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858877-6E22-40DF-8D9A-8027BB1D5478}"/>
              </a:ext>
            </a:extLst>
          </p:cNvPr>
          <p:cNvSpPr/>
          <p:nvPr/>
        </p:nvSpPr>
        <p:spPr>
          <a:xfrm>
            <a:off x="6135758" y="1192694"/>
            <a:ext cx="3763617" cy="2623931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5715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BDC218-C2A5-4CF1-8E9B-C20332CDBD67}"/>
              </a:ext>
            </a:extLst>
          </p:cNvPr>
          <p:cNvSpPr txBox="1"/>
          <p:nvPr/>
        </p:nvSpPr>
        <p:spPr>
          <a:xfrm>
            <a:off x="6334540" y="1404731"/>
            <a:ext cx="33660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wet prep findings for:</a:t>
            </a:r>
          </a:p>
          <a:p>
            <a:endParaRPr lang="en-US" dirty="0"/>
          </a:p>
          <a:p>
            <a:r>
              <a:rPr lang="en-US" dirty="0"/>
              <a:t>1. BV:</a:t>
            </a:r>
          </a:p>
          <a:p>
            <a:endParaRPr lang="en-US" dirty="0"/>
          </a:p>
          <a:p>
            <a:r>
              <a:rPr lang="en-US" dirty="0"/>
              <a:t>2. Yeast:</a:t>
            </a:r>
          </a:p>
          <a:p>
            <a:endParaRPr lang="en-US" dirty="0"/>
          </a:p>
          <a:p>
            <a:r>
              <a:rPr lang="en-US" dirty="0"/>
              <a:t>3. </a:t>
            </a:r>
            <a:r>
              <a:rPr lang="en-US" dirty="0" err="1"/>
              <a:t>Trich</a:t>
            </a:r>
            <a:r>
              <a:rPr lang="en-US" dirty="0"/>
              <a:t>: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8481826-E89E-4C7F-93C9-1AF4300F9E8E}"/>
              </a:ext>
            </a:extLst>
          </p:cNvPr>
          <p:cNvSpPr/>
          <p:nvPr/>
        </p:nvSpPr>
        <p:spPr>
          <a:xfrm>
            <a:off x="3750365" y="4454021"/>
            <a:ext cx="2027582" cy="189506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16D680-85F3-4C6C-B2C8-69F1178BF635}"/>
              </a:ext>
            </a:extLst>
          </p:cNvPr>
          <p:cNvSpPr txBox="1"/>
          <p:nvPr/>
        </p:nvSpPr>
        <p:spPr>
          <a:xfrm>
            <a:off x="4035286" y="4801386"/>
            <a:ext cx="1457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 is the expected pH for each and why?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0EB3E10-5213-4526-B942-FCC2FE0CA2BF}"/>
              </a:ext>
            </a:extLst>
          </p:cNvPr>
          <p:cNvSpPr/>
          <p:nvPr/>
        </p:nvSpPr>
        <p:spPr>
          <a:xfrm>
            <a:off x="9700592" y="1557129"/>
            <a:ext cx="2027582" cy="189506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D67BC2-028F-4AD6-9B5B-70EF7714C323}"/>
              </a:ext>
            </a:extLst>
          </p:cNvPr>
          <p:cNvSpPr txBox="1"/>
          <p:nvPr/>
        </p:nvSpPr>
        <p:spPr>
          <a:xfrm>
            <a:off x="9919253" y="1904494"/>
            <a:ext cx="16432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Which types of diagnostic testing are most sensitive?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478AAF-A5AD-4DB0-BF61-FF7E634FBFBF}"/>
              </a:ext>
            </a:extLst>
          </p:cNvPr>
          <p:cNvSpPr/>
          <p:nvPr/>
        </p:nvSpPr>
        <p:spPr>
          <a:xfrm>
            <a:off x="6155636" y="4039171"/>
            <a:ext cx="3763617" cy="2623931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5715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C2A00B-ACD9-4C15-9D53-8483C3C64C0F}"/>
              </a:ext>
            </a:extLst>
          </p:cNvPr>
          <p:cNvSpPr txBox="1"/>
          <p:nvPr/>
        </p:nvSpPr>
        <p:spPr>
          <a:xfrm>
            <a:off x="6354418" y="4181060"/>
            <a:ext cx="33660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treatment options for:</a:t>
            </a:r>
          </a:p>
          <a:p>
            <a:endParaRPr lang="en-US" dirty="0"/>
          </a:p>
          <a:p>
            <a:r>
              <a:rPr lang="en-US" dirty="0"/>
              <a:t>1. BV:</a:t>
            </a:r>
          </a:p>
          <a:p>
            <a:endParaRPr lang="en-US" dirty="0"/>
          </a:p>
          <a:p>
            <a:r>
              <a:rPr lang="en-US" dirty="0"/>
              <a:t>2. Yeast:</a:t>
            </a:r>
          </a:p>
          <a:p>
            <a:endParaRPr lang="en-US" dirty="0"/>
          </a:p>
          <a:p>
            <a:r>
              <a:rPr lang="en-US" dirty="0"/>
              <a:t>3. </a:t>
            </a:r>
            <a:r>
              <a:rPr lang="en-US" dirty="0" err="1"/>
              <a:t>Trich</a:t>
            </a:r>
            <a:r>
              <a:rPr lang="en-US" dirty="0"/>
              <a:t>: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5D3D538-9906-479D-B7CC-2172BBA64734}"/>
              </a:ext>
            </a:extLst>
          </p:cNvPr>
          <p:cNvSpPr/>
          <p:nvPr/>
        </p:nvSpPr>
        <p:spPr>
          <a:xfrm>
            <a:off x="9700592" y="4477353"/>
            <a:ext cx="2027582" cy="189506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DE6FF7-CD37-4073-AD3C-5DCD0D7B5F89}"/>
              </a:ext>
            </a:extLst>
          </p:cNvPr>
          <p:cNvSpPr txBox="1"/>
          <p:nvPr/>
        </p:nvSpPr>
        <p:spPr>
          <a:xfrm>
            <a:off x="9892746" y="4612472"/>
            <a:ext cx="16432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Which treatments are recommended during pregnancy?</a:t>
            </a:r>
          </a:p>
        </p:txBody>
      </p:sp>
    </p:spTree>
    <p:extLst>
      <p:ext uri="{BB962C8B-B14F-4D97-AF65-F5344CB8AC3E}">
        <p14:creationId xmlns:p14="http://schemas.microsoft.com/office/powerpoint/2010/main" val="127264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106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Casas, Rachel</dc:creator>
  <cp:lastModifiedBy>Casas, Rachel</cp:lastModifiedBy>
  <cp:revision>2</cp:revision>
  <dcterms:created xsi:type="dcterms:W3CDTF">2022-12-13T19:55:56Z</dcterms:created>
  <dcterms:modified xsi:type="dcterms:W3CDTF">2022-12-13T20:04:14Z</dcterms:modified>
</cp:coreProperties>
</file>