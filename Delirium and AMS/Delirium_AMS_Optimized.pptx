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Delirium &amp; Altered Mental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Inpatient approach for IM residents — diagnose, find the cause, treat without sedatives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2025 APA Delirium Guideline · CAM · HELP · NICE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Diagnose with the 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Acute, fluctuating inattention — and find the hypoactive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99192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699192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CAM 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9122" y="1143000"/>
            <a:ext cx="428537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9122" y="1143000"/>
            <a:ext cx="428537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Required?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6991922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699192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1. Acute onset &amp; fluctuating course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9122" y="1600200"/>
            <a:ext cx="4285372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9122" y="1600200"/>
            <a:ext cx="428537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6991922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699192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2. Inattention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9122" y="2599182"/>
            <a:ext cx="4285372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9122" y="2599182"/>
            <a:ext cx="428537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6991922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699192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3. Disorganized thinking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9122" y="3598164"/>
            <a:ext cx="4285372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9122" y="3598164"/>
            <a:ext cx="428537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Either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6991922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699192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4. Altered level of consciousness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9122" y="4597146"/>
            <a:ext cx="4285372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9122" y="4597146"/>
            <a:ext cx="4285372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or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Diagnosis = 1 AND 2, plus 3 OR 4. Hypoactive delirium is the most common and most 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It's a symptom: find the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DELIRIUM(S) — meds and infection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 — Drugs (anticholinergics, benzodiazepines, opioids, steroids)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E — Electrolytes / Endocrine   |   L — Lack of drugs (withdrawal) / pain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 — Infection   |   R — Reduced sensory input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 — Intracranial   |   U — Urinary / fecal retention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M — Metabolic (hypoxia, hypercarbia, glucose, organ failure)   |   S — Sleep / Subdural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Imaging / LP / EEG only if focal signs, trauma, or unexplained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Review the med list before ordering a head CT — it's higher-yield and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Treat: non-pharmacologic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HELP bundle is the evidence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932096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93209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Lever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9296" y="1143000"/>
            <a:ext cx="8345198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9296" y="1143000"/>
            <a:ext cx="8345198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93209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93209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Reorient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9296" y="1600200"/>
            <a:ext cx="834519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9296" y="1600200"/>
            <a:ext cx="834519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Clocks, calendars, family, glasses, hearing aids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293209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293209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Mobilize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9296" y="2599182"/>
            <a:ext cx="834519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9296" y="2599182"/>
            <a:ext cx="834519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Out of bed; remove tethers (lines, catheter, restraints)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293209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293209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Sleep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9296" y="3598164"/>
            <a:ext cx="834519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9296" y="3598164"/>
            <a:ext cx="834519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Protect nights, cluster care, daylight, fewer alarms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293209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293209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De-prescribe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9296" y="4597146"/>
            <a:ext cx="834519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9296" y="4597146"/>
            <a:ext cx="834519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Stop deliriogenic drugs; treat pain, constipation, retention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2025 APA: antipsychotics neither prevent delirium nor shorten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Medications — the narrow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Antipsychotic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Only for severe agitation threatening safety/care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After non-drug measures fail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 short bridge, NOT a treatment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Avoid in Parkinson's / Lewy body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Benzodiazepine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Only for alcohol / sedative withdrawal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Otherwise CAUSES delirium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Not for routine agitation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0E6E8C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Not scheduled for sleep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If you reach for haloperidol you're managing behavior — the cause and bundle do the real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Prevent &amp; protect — and 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Screen with CAM/4AT (catch hypoactive)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Prevent in at-risk patients with HELP levers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Sensory aids in; mobilize; protect sleep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De-prescribe; treat pain/retention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Antipsychotics to prevent/'treat' delirium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Benzodiazepines (except withdrawal)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Physical restraints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Unnecessary catheters and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Restraints and catheters worsen and prolong delirium — remove the tethers.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Delirium = acute, fluctuating inattention — diagnose with CAM, find the hypoactive form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It's a symptom: hunt the cause (meds + infection first)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Neuroimaging/LP/EEG only for focal signs, trauma, or unexplained cases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Multicomponent non-pharmacologic care is the evidence base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Antipsychotics don't prevent/shorten it; benzodiazepines only for withdrawal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