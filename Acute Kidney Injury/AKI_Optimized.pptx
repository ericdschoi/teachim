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80" r:id="rId5"/>
    <p:sldId id="281" r:id="rId6"/>
    <p:sldId id="282" r:id="rId14"/>
    <p:sldId id="283"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64FD9A-9C40-45E3-AABF-C5E1D5D37B3A}" v="384" dt="2020-08-20T18:58:51.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2" autoAdjust="0"/>
    <p:restoredTop sz="94660"/>
  </p:normalViewPr>
  <p:slideViewPr>
    <p:cSldViewPr snapToGrid="0">
      <p:cViewPr varScale="1">
        <p:scale>
          <a:sx n="79" d="100"/>
          <a:sy n="79" d="100"/>
        </p:scale>
        <p:origin x="82"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microsoft.com/office/2015/10/relationships/revisionInfo" Target="revisionInfo.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 userId="8ae8df808a00c05c" providerId="LiveId" clId="{0F64FD9A-9C40-45E3-AABF-C5E1D5D37B3A}"/>
    <pc:docChg chg="undo redo custSel addSld delSld modSld">
      <pc:chgData name="Teach" userId="8ae8df808a00c05c" providerId="LiveId" clId="{0F64FD9A-9C40-45E3-AABF-C5E1D5D37B3A}" dt="2020-08-20T19:03:35.789" v="787" actId="1076"/>
      <pc:docMkLst>
        <pc:docMk/>
      </pc:docMkLst>
      <pc:sldChg chg="del">
        <pc:chgData name="Teach" userId="8ae8df808a00c05c" providerId="LiveId" clId="{0F64FD9A-9C40-45E3-AABF-C5E1D5D37B3A}" dt="2020-08-20T18:58:40.505" v="761" actId="47"/>
        <pc:sldMkLst>
          <pc:docMk/>
          <pc:sldMk cId="3352204269" sldId="269"/>
        </pc:sldMkLst>
      </pc:sldChg>
      <pc:sldChg chg="modSp del mod">
        <pc:chgData name="Teach" userId="8ae8df808a00c05c" providerId="LiveId" clId="{0F64FD9A-9C40-45E3-AABF-C5E1D5D37B3A}" dt="2020-08-19T14:20:16.734" v="755" actId="47"/>
        <pc:sldMkLst>
          <pc:docMk/>
          <pc:sldMk cId="3548116233" sldId="277"/>
        </pc:sldMkLst>
        <pc:spChg chg="mod">
          <ac:chgData name="Teach" userId="8ae8df808a00c05c" providerId="LiveId" clId="{0F64FD9A-9C40-45E3-AABF-C5E1D5D37B3A}" dt="2020-08-19T13:50:34.095" v="342" actId="1076"/>
          <ac:spMkLst>
            <pc:docMk/>
            <pc:sldMk cId="3548116233" sldId="277"/>
            <ac:spMk id="190" creationId="{0DD76F48-9CAB-47D3-9EE1-F6953F1A404A}"/>
          </ac:spMkLst>
        </pc:spChg>
      </pc:sldChg>
      <pc:sldChg chg="del">
        <pc:chgData name="Teach" userId="8ae8df808a00c05c" providerId="LiveId" clId="{0F64FD9A-9C40-45E3-AABF-C5E1D5D37B3A}" dt="2020-08-19T14:20:17.503" v="756" actId="47"/>
        <pc:sldMkLst>
          <pc:docMk/>
          <pc:sldMk cId="1378476501" sldId="279"/>
        </pc:sldMkLst>
      </pc:sldChg>
      <pc:sldChg chg="addSp delSp modSp mod delAnim modAnim">
        <pc:chgData name="Teach" userId="8ae8df808a00c05c" providerId="LiveId" clId="{0F64FD9A-9C40-45E3-AABF-C5E1D5D37B3A}" dt="2020-08-20T19:03:35.789" v="787" actId="1076"/>
        <pc:sldMkLst>
          <pc:docMk/>
          <pc:sldMk cId="1659986122" sldId="280"/>
        </pc:sldMkLst>
        <pc:spChg chg="mod">
          <ac:chgData name="Teach" userId="8ae8df808a00c05c" providerId="LiveId" clId="{0F64FD9A-9C40-45E3-AABF-C5E1D5D37B3A}" dt="2020-08-19T14:15:58.266" v="732" actId="14100"/>
          <ac:spMkLst>
            <pc:docMk/>
            <pc:sldMk cId="1659986122" sldId="280"/>
            <ac:spMk id="2" creationId="{974CB89E-A320-4DCE-B7B2-847037DCB28D}"/>
          </ac:spMkLst>
        </pc:spChg>
        <pc:spChg chg="mod">
          <ac:chgData name="Teach" userId="8ae8df808a00c05c" providerId="LiveId" clId="{0F64FD9A-9C40-45E3-AABF-C5E1D5D37B3A}" dt="2020-08-19T13:55:35.249" v="391" actId="1076"/>
          <ac:spMkLst>
            <pc:docMk/>
            <pc:sldMk cId="1659986122" sldId="280"/>
            <ac:spMk id="3" creationId="{D29F5983-9CB6-814A-9159-1DF07D83E4DB}"/>
          </ac:spMkLst>
        </pc:spChg>
        <pc:spChg chg="del">
          <ac:chgData name="Teach" userId="8ae8df808a00c05c" providerId="LiveId" clId="{0F64FD9A-9C40-45E3-AABF-C5E1D5D37B3A}" dt="2020-08-19T13:54:03.886" v="369" actId="478"/>
          <ac:spMkLst>
            <pc:docMk/>
            <pc:sldMk cId="1659986122" sldId="280"/>
            <ac:spMk id="17" creationId="{1E5078A0-C285-4539-B9D1-4CFC503CB846}"/>
          </ac:spMkLst>
        </pc:spChg>
        <pc:spChg chg="del">
          <ac:chgData name="Teach" userId="8ae8df808a00c05c" providerId="LiveId" clId="{0F64FD9A-9C40-45E3-AABF-C5E1D5D37B3A}" dt="2020-08-19T13:54:09.343" v="372" actId="478"/>
          <ac:spMkLst>
            <pc:docMk/>
            <pc:sldMk cId="1659986122" sldId="280"/>
            <ac:spMk id="20" creationId="{4B1065CA-9C00-41C4-86CB-4B51527F1458}"/>
          </ac:spMkLst>
        </pc:spChg>
        <pc:spChg chg="add mod">
          <ac:chgData name="Teach" userId="8ae8df808a00c05c" providerId="LiveId" clId="{0F64FD9A-9C40-45E3-AABF-C5E1D5D37B3A}" dt="2020-08-19T13:54:57.148" v="380" actId="1076"/>
          <ac:spMkLst>
            <pc:docMk/>
            <pc:sldMk cId="1659986122" sldId="280"/>
            <ac:spMk id="21" creationId="{6B65ACC4-F768-41E2-80A4-E6AAD503CB8F}"/>
          </ac:spMkLst>
        </pc:spChg>
        <pc:spChg chg="mod">
          <ac:chgData name="Teach" userId="8ae8df808a00c05c" providerId="LiveId" clId="{0F64FD9A-9C40-45E3-AABF-C5E1D5D37B3A}" dt="2020-08-19T13:49:25.163" v="288" actId="20578"/>
          <ac:spMkLst>
            <pc:docMk/>
            <pc:sldMk cId="1659986122" sldId="280"/>
            <ac:spMk id="22" creationId="{395F6A62-1AFD-40E0-88C4-90E304333AF6}"/>
          </ac:spMkLst>
        </pc:spChg>
        <pc:spChg chg="mod">
          <ac:chgData name="Teach" userId="8ae8df808a00c05c" providerId="LiveId" clId="{0F64FD9A-9C40-45E3-AABF-C5E1D5D37B3A}" dt="2020-08-19T13:49:25.163" v="288" actId="20578"/>
          <ac:spMkLst>
            <pc:docMk/>
            <pc:sldMk cId="1659986122" sldId="280"/>
            <ac:spMk id="23" creationId="{6507C97A-267A-497E-91E3-135679D2F46E}"/>
          </ac:spMkLst>
        </pc:spChg>
        <pc:spChg chg="mod">
          <ac:chgData name="Teach" userId="8ae8df808a00c05c" providerId="LiveId" clId="{0F64FD9A-9C40-45E3-AABF-C5E1D5D37B3A}" dt="2020-08-19T13:49:25.163" v="288" actId="20578"/>
          <ac:spMkLst>
            <pc:docMk/>
            <pc:sldMk cId="1659986122" sldId="280"/>
            <ac:spMk id="27" creationId="{13085BF5-8E06-4ABE-944A-296D3E9DE089}"/>
          </ac:spMkLst>
        </pc:spChg>
        <pc:spChg chg="mod">
          <ac:chgData name="Teach" userId="8ae8df808a00c05c" providerId="LiveId" clId="{0F64FD9A-9C40-45E3-AABF-C5E1D5D37B3A}" dt="2020-08-19T13:40:42.727" v="267" actId="14100"/>
          <ac:spMkLst>
            <pc:docMk/>
            <pc:sldMk cId="1659986122" sldId="280"/>
            <ac:spMk id="28" creationId="{8DCCF054-F1DD-4C51-BC04-03D4493FA13C}"/>
          </ac:spMkLst>
        </pc:spChg>
        <pc:spChg chg="mod">
          <ac:chgData name="Teach" userId="8ae8df808a00c05c" providerId="LiveId" clId="{0F64FD9A-9C40-45E3-AABF-C5E1D5D37B3A}" dt="2020-08-19T13:40:33.912" v="266" actId="20577"/>
          <ac:spMkLst>
            <pc:docMk/>
            <pc:sldMk cId="1659986122" sldId="280"/>
            <ac:spMk id="29" creationId="{ABA6E6AA-48C0-4E0B-BA6B-0252FF20504A}"/>
          </ac:spMkLst>
        </pc:spChg>
        <pc:spChg chg="mod">
          <ac:chgData name="Teach" userId="8ae8df808a00c05c" providerId="LiveId" clId="{0F64FD9A-9C40-45E3-AABF-C5E1D5D37B3A}" dt="2020-08-19T13:41:03.649" v="269" actId="1076"/>
          <ac:spMkLst>
            <pc:docMk/>
            <pc:sldMk cId="1659986122" sldId="280"/>
            <ac:spMk id="30" creationId="{1CFE4290-9DE5-4B90-AB2E-47EE57D56D7E}"/>
          </ac:spMkLst>
        </pc:spChg>
        <pc:spChg chg="add mod">
          <ac:chgData name="Teach" userId="8ae8df808a00c05c" providerId="LiveId" clId="{0F64FD9A-9C40-45E3-AABF-C5E1D5D37B3A}" dt="2020-08-19T13:36:49.683" v="196" actId="164"/>
          <ac:spMkLst>
            <pc:docMk/>
            <pc:sldMk cId="1659986122" sldId="280"/>
            <ac:spMk id="35" creationId="{49A2395F-18DA-48BB-9C75-F994C354E9BB}"/>
          </ac:spMkLst>
        </pc:spChg>
        <pc:spChg chg="add mod">
          <ac:chgData name="Teach" userId="8ae8df808a00c05c" providerId="LiveId" clId="{0F64FD9A-9C40-45E3-AABF-C5E1D5D37B3A}" dt="2020-08-19T13:36:49.683" v="196" actId="164"/>
          <ac:spMkLst>
            <pc:docMk/>
            <pc:sldMk cId="1659986122" sldId="280"/>
            <ac:spMk id="39" creationId="{B17EC126-E199-4369-9B2B-969556EFE257}"/>
          </ac:spMkLst>
        </pc:spChg>
        <pc:spChg chg="add mod">
          <ac:chgData name="Teach" userId="8ae8df808a00c05c" providerId="LiveId" clId="{0F64FD9A-9C40-45E3-AABF-C5E1D5D37B3A}" dt="2020-08-19T13:35:51.833" v="190" actId="13822"/>
          <ac:spMkLst>
            <pc:docMk/>
            <pc:sldMk cId="1659986122" sldId="280"/>
            <ac:spMk id="41" creationId="{D423E01C-B37B-4E89-9ABA-993F262C9E8A}"/>
          </ac:spMkLst>
        </pc:spChg>
        <pc:spChg chg="add mod">
          <ac:chgData name="Teach" userId="8ae8df808a00c05c" providerId="LiveId" clId="{0F64FD9A-9C40-45E3-AABF-C5E1D5D37B3A}" dt="2020-08-19T13:35:51.833" v="190" actId="13822"/>
          <ac:spMkLst>
            <pc:docMk/>
            <pc:sldMk cId="1659986122" sldId="280"/>
            <ac:spMk id="43" creationId="{707F9E49-2DB3-4E95-8473-9AB3CF19A2A5}"/>
          </ac:spMkLst>
        </pc:spChg>
        <pc:spChg chg="add mod">
          <ac:chgData name="Teach" userId="8ae8df808a00c05c" providerId="LiveId" clId="{0F64FD9A-9C40-45E3-AABF-C5E1D5D37B3A}" dt="2020-08-19T13:35:51.833" v="190" actId="13822"/>
          <ac:spMkLst>
            <pc:docMk/>
            <pc:sldMk cId="1659986122" sldId="280"/>
            <ac:spMk id="44" creationId="{F3694E55-8163-46AC-A056-B5053E37C522}"/>
          </ac:spMkLst>
        </pc:spChg>
        <pc:spChg chg="mod">
          <ac:chgData name="Teach" userId="8ae8df808a00c05c" providerId="LiveId" clId="{0F64FD9A-9C40-45E3-AABF-C5E1D5D37B3A}" dt="2020-08-19T13:56:07.397" v="397" actId="1035"/>
          <ac:spMkLst>
            <pc:docMk/>
            <pc:sldMk cId="1659986122" sldId="280"/>
            <ac:spMk id="45" creationId="{F4DB33D5-740E-4B94-9733-C3B5CF6C59E6}"/>
          </ac:spMkLst>
        </pc:spChg>
        <pc:spChg chg="mod">
          <ac:chgData name="Teach" userId="8ae8df808a00c05c" providerId="LiveId" clId="{0F64FD9A-9C40-45E3-AABF-C5E1D5D37B3A}" dt="2020-08-19T13:55:59.420" v="395" actId="14100"/>
          <ac:spMkLst>
            <pc:docMk/>
            <pc:sldMk cId="1659986122" sldId="280"/>
            <ac:spMk id="46" creationId="{35E95A72-6D5C-4D74-98BF-08293A32CE94}"/>
          </ac:spMkLst>
        </pc:spChg>
        <pc:spChg chg="add mod">
          <ac:chgData name="Teach" userId="8ae8df808a00c05c" providerId="LiveId" clId="{0F64FD9A-9C40-45E3-AABF-C5E1D5D37B3A}" dt="2020-08-19T13:35:51.833" v="190" actId="13822"/>
          <ac:spMkLst>
            <pc:docMk/>
            <pc:sldMk cId="1659986122" sldId="280"/>
            <ac:spMk id="47" creationId="{8CA1AB1E-A3DB-4617-8DEC-F975D3C60734}"/>
          </ac:spMkLst>
        </pc:spChg>
        <pc:spChg chg="add mod">
          <ac:chgData name="Teach" userId="8ae8df808a00c05c" providerId="LiveId" clId="{0F64FD9A-9C40-45E3-AABF-C5E1D5D37B3A}" dt="2020-08-19T13:36:49.683" v="196" actId="164"/>
          <ac:spMkLst>
            <pc:docMk/>
            <pc:sldMk cId="1659986122" sldId="280"/>
            <ac:spMk id="50" creationId="{E056BD45-F36E-41DC-8BB9-24DF5540D20F}"/>
          </ac:spMkLst>
        </pc:spChg>
        <pc:spChg chg="add mod">
          <ac:chgData name="Teach" userId="8ae8df808a00c05c" providerId="LiveId" clId="{0F64FD9A-9C40-45E3-AABF-C5E1D5D37B3A}" dt="2020-08-19T13:55:18.144" v="385" actId="14100"/>
          <ac:spMkLst>
            <pc:docMk/>
            <pc:sldMk cId="1659986122" sldId="280"/>
            <ac:spMk id="52" creationId="{0DF407B5-A439-456B-8150-7070305DE002}"/>
          </ac:spMkLst>
        </pc:spChg>
        <pc:spChg chg="add mod">
          <ac:chgData name="Teach" userId="8ae8df808a00c05c" providerId="LiveId" clId="{0F64FD9A-9C40-45E3-AABF-C5E1D5D37B3A}" dt="2020-08-19T13:54:57.148" v="380" actId="1076"/>
          <ac:spMkLst>
            <pc:docMk/>
            <pc:sldMk cId="1659986122" sldId="280"/>
            <ac:spMk id="53" creationId="{443427B3-C8B7-4F47-8B2C-F190EB44B109}"/>
          </ac:spMkLst>
        </pc:spChg>
        <pc:spChg chg="add mod">
          <ac:chgData name="Teach" userId="8ae8df808a00c05c" providerId="LiveId" clId="{0F64FD9A-9C40-45E3-AABF-C5E1D5D37B3A}" dt="2020-08-19T14:15:42.801" v="729" actId="14100"/>
          <ac:spMkLst>
            <pc:docMk/>
            <pc:sldMk cId="1659986122" sldId="280"/>
            <ac:spMk id="54" creationId="{60B7E8E0-5EA7-4A1B-988D-E7680029CDED}"/>
          </ac:spMkLst>
        </pc:spChg>
        <pc:spChg chg="mod">
          <ac:chgData name="Teach" userId="8ae8df808a00c05c" providerId="LiveId" clId="{0F64FD9A-9C40-45E3-AABF-C5E1D5D37B3A}" dt="2020-08-20T18:58:51.897" v="762"/>
          <ac:spMkLst>
            <pc:docMk/>
            <pc:sldMk cId="1659986122" sldId="280"/>
            <ac:spMk id="55" creationId="{DB76D0BC-683D-4A45-95FB-96B19B4BF3BE}"/>
          </ac:spMkLst>
        </pc:spChg>
        <pc:spChg chg="add mod topLvl">
          <ac:chgData name="Teach" userId="8ae8df808a00c05c" providerId="LiveId" clId="{0F64FD9A-9C40-45E3-AABF-C5E1D5D37B3A}" dt="2020-08-19T14:14:38.595" v="722" actId="208"/>
          <ac:spMkLst>
            <pc:docMk/>
            <pc:sldMk cId="1659986122" sldId="280"/>
            <ac:spMk id="56" creationId="{44FD045E-8E50-4C23-A36A-73AB65A72B99}"/>
          </ac:spMkLst>
        </pc:spChg>
        <pc:spChg chg="add mod topLvl">
          <ac:chgData name="Teach" userId="8ae8df808a00c05c" providerId="LiveId" clId="{0F64FD9A-9C40-45E3-AABF-C5E1D5D37B3A}" dt="2020-08-19T14:14:38.595" v="722" actId="208"/>
          <ac:spMkLst>
            <pc:docMk/>
            <pc:sldMk cId="1659986122" sldId="280"/>
            <ac:spMk id="57" creationId="{40DA4BE7-88A9-4300-9DBD-C8475EA2532E}"/>
          </ac:spMkLst>
        </pc:spChg>
        <pc:spChg chg="add mod topLvl">
          <ac:chgData name="Teach" userId="8ae8df808a00c05c" providerId="LiveId" clId="{0F64FD9A-9C40-45E3-AABF-C5E1D5D37B3A}" dt="2020-08-19T14:14:38.595" v="722" actId="208"/>
          <ac:spMkLst>
            <pc:docMk/>
            <pc:sldMk cId="1659986122" sldId="280"/>
            <ac:spMk id="58" creationId="{D57EF8A8-A48A-4848-AC9E-0487F4408A76}"/>
          </ac:spMkLst>
        </pc:spChg>
        <pc:spChg chg="add del">
          <ac:chgData name="Teach" userId="8ae8df808a00c05c" providerId="LiveId" clId="{0F64FD9A-9C40-45E3-AABF-C5E1D5D37B3A}" dt="2020-08-19T13:59:05.778" v="416" actId="22"/>
          <ac:spMkLst>
            <pc:docMk/>
            <pc:sldMk cId="1659986122" sldId="280"/>
            <ac:spMk id="63" creationId="{67A3E2F8-5CF7-4574-9B57-CE0B7485A818}"/>
          </ac:spMkLst>
        </pc:spChg>
        <pc:spChg chg="add del">
          <ac:chgData name="Teach" userId="8ae8df808a00c05c" providerId="LiveId" clId="{0F64FD9A-9C40-45E3-AABF-C5E1D5D37B3A}" dt="2020-08-19T13:59:05.778" v="416" actId="22"/>
          <ac:spMkLst>
            <pc:docMk/>
            <pc:sldMk cId="1659986122" sldId="280"/>
            <ac:spMk id="64" creationId="{FF76B88E-B188-4271-9754-4FCF292A8F99}"/>
          </ac:spMkLst>
        </pc:spChg>
        <pc:spChg chg="add del">
          <ac:chgData name="Teach" userId="8ae8df808a00c05c" providerId="LiveId" clId="{0F64FD9A-9C40-45E3-AABF-C5E1D5D37B3A}" dt="2020-08-19T13:59:05.778" v="416" actId="22"/>
          <ac:spMkLst>
            <pc:docMk/>
            <pc:sldMk cId="1659986122" sldId="280"/>
            <ac:spMk id="65" creationId="{B9E3C287-F384-4ED6-8A32-6BED6E895597}"/>
          </ac:spMkLst>
        </pc:spChg>
        <pc:spChg chg="mod">
          <ac:chgData name="Teach" userId="8ae8df808a00c05c" providerId="LiveId" clId="{0F64FD9A-9C40-45E3-AABF-C5E1D5D37B3A}" dt="2020-08-19T13:32:00.759" v="139" actId="1036"/>
          <ac:spMkLst>
            <pc:docMk/>
            <pc:sldMk cId="1659986122" sldId="280"/>
            <ac:spMk id="92" creationId="{3C34AB81-AC81-4748-8E03-E59BEC5ACBE8}"/>
          </ac:spMkLst>
        </pc:spChg>
        <pc:spChg chg="mod">
          <ac:chgData name="Teach" userId="8ae8df808a00c05c" providerId="LiveId" clId="{0F64FD9A-9C40-45E3-AABF-C5E1D5D37B3A}" dt="2020-08-19T13:32:08.420" v="150" actId="1035"/>
          <ac:spMkLst>
            <pc:docMk/>
            <pc:sldMk cId="1659986122" sldId="280"/>
            <ac:spMk id="94" creationId="{F263BA48-D739-4EDB-98C3-9077EB1D3C1F}"/>
          </ac:spMkLst>
        </pc:spChg>
        <pc:spChg chg="mod">
          <ac:chgData name="Teach" userId="8ae8df808a00c05c" providerId="LiveId" clId="{0F64FD9A-9C40-45E3-AABF-C5E1D5D37B3A}" dt="2020-08-19T13:32:08.420" v="150" actId="1035"/>
          <ac:spMkLst>
            <pc:docMk/>
            <pc:sldMk cId="1659986122" sldId="280"/>
            <ac:spMk id="97" creationId="{846788AA-215E-4D44-8881-2DDADF59AC82}"/>
          </ac:spMkLst>
        </pc:spChg>
        <pc:spChg chg="mod">
          <ac:chgData name="Teach" userId="8ae8df808a00c05c" providerId="LiveId" clId="{0F64FD9A-9C40-45E3-AABF-C5E1D5D37B3A}" dt="2020-08-19T13:54:57.148" v="380" actId="1076"/>
          <ac:spMkLst>
            <pc:docMk/>
            <pc:sldMk cId="1659986122" sldId="280"/>
            <ac:spMk id="98" creationId="{E2A842C4-6089-40FF-A06C-CB4CAB59B8D6}"/>
          </ac:spMkLst>
        </pc:spChg>
        <pc:spChg chg="mod">
          <ac:chgData name="Teach" userId="8ae8df808a00c05c" providerId="LiveId" clId="{0F64FD9A-9C40-45E3-AABF-C5E1D5D37B3A}" dt="2020-08-19T13:32:08.420" v="150" actId="1035"/>
          <ac:spMkLst>
            <pc:docMk/>
            <pc:sldMk cId="1659986122" sldId="280"/>
            <ac:spMk id="99" creationId="{05AA9277-73AE-4F0B-915F-F1A568B1FF07}"/>
          </ac:spMkLst>
        </pc:spChg>
        <pc:spChg chg="mod">
          <ac:chgData name="Teach" userId="8ae8df808a00c05c" providerId="LiveId" clId="{0F64FD9A-9C40-45E3-AABF-C5E1D5D37B3A}" dt="2020-08-19T14:16:17.202" v="737" actId="1076"/>
          <ac:spMkLst>
            <pc:docMk/>
            <pc:sldMk cId="1659986122" sldId="280"/>
            <ac:spMk id="115" creationId="{D0C7CF77-FD28-45AE-85DA-EC1F1BD7E112}"/>
          </ac:spMkLst>
        </pc:spChg>
        <pc:spChg chg="mod">
          <ac:chgData name="Teach" userId="8ae8df808a00c05c" providerId="LiveId" clId="{0F64FD9A-9C40-45E3-AABF-C5E1D5D37B3A}" dt="2020-08-19T13:32:17.606" v="159" actId="1035"/>
          <ac:spMkLst>
            <pc:docMk/>
            <pc:sldMk cId="1659986122" sldId="280"/>
            <ac:spMk id="118" creationId="{A16755B9-301A-47D7-B560-0B6A72B6A6BE}"/>
          </ac:spMkLst>
        </pc:spChg>
        <pc:spChg chg="mod">
          <ac:chgData name="Teach" userId="8ae8df808a00c05c" providerId="LiveId" clId="{0F64FD9A-9C40-45E3-AABF-C5E1D5D37B3A}" dt="2020-08-19T13:49:25.163" v="288" actId="20578"/>
          <ac:spMkLst>
            <pc:docMk/>
            <pc:sldMk cId="1659986122" sldId="280"/>
            <ac:spMk id="119" creationId="{29188F3C-9A13-44AA-9DDD-4458B98B7575}"/>
          </ac:spMkLst>
        </pc:spChg>
        <pc:spChg chg="mod">
          <ac:chgData name="Teach" userId="8ae8df808a00c05c" providerId="LiveId" clId="{0F64FD9A-9C40-45E3-AABF-C5E1D5D37B3A}" dt="2020-08-19T13:49:25.163" v="288" actId="20578"/>
          <ac:spMkLst>
            <pc:docMk/>
            <pc:sldMk cId="1659986122" sldId="280"/>
            <ac:spMk id="120" creationId="{0BA66731-B489-4248-80B9-5AAEFB8BD7E8}"/>
          </ac:spMkLst>
        </pc:spChg>
        <pc:spChg chg="add mod">
          <ac:chgData name="Teach" userId="8ae8df808a00c05c" providerId="LiveId" clId="{0F64FD9A-9C40-45E3-AABF-C5E1D5D37B3A}" dt="2020-08-19T13:49:25.163" v="288" actId="20578"/>
          <ac:spMkLst>
            <pc:docMk/>
            <pc:sldMk cId="1659986122" sldId="280"/>
            <ac:spMk id="125" creationId="{39FDD5E3-1450-4BF8-AB28-AF8DE4CC76F2}"/>
          </ac:spMkLst>
        </pc:spChg>
        <pc:spChg chg="mod ord">
          <ac:chgData name="Teach" userId="8ae8df808a00c05c" providerId="LiveId" clId="{0F64FD9A-9C40-45E3-AABF-C5E1D5D37B3A}" dt="2020-08-19T13:49:25.163" v="288" actId="20578"/>
          <ac:spMkLst>
            <pc:docMk/>
            <pc:sldMk cId="1659986122" sldId="280"/>
            <ac:spMk id="133" creationId="{CD00DA4C-5A18-4A51-8112-5F4BB722E254}"/>
          </ac:spMkLst>
        </pc:spChg>
        <pc:spChg chg="mod">
          <ac:chgData name="Teach" userId="8ae8df808a00c05c" providerId="LiveId" clId="{0F64FD9A-9C40-45E3-AABF-C5E1D5D37B3A}" dt="2020-08-19T14:07:18.555" v="644" actId="1076"/>
          <ac:spMkLst>
            <pc:docMk/>
            <pc:sldMk cId="1659986122" sldId="280"/>
            <ac:spMk id="139" creationId="{40D97507-13CB-C94A-BDF3-A170D96F4D66}"/>
          </ac:spMkLst>
        </pc:spChg>
        <pc:spChg chg="mod">
          <ac:chgData name="Teach" userId="8ae8df808a00c05c" providerId="LiveId" clId="{0F64FD9A-9C40-45E3-AABF-C5E1D5D37B3A}" dt="2020-08-19T13:41:10.619" v="270" actId="14100"/>
          <ac:spMkLst>
            <pc:docMk/>
            <pc:sldMk cId="1659986122" sldId="280"/>
            <ac:spMk id="144" creationId="{B5ADD618-C587-1B47-BABA-10F9071B32EB}"/>
          </ac:spMkLst>
        </pc:spChg>
        <pc:spChg chg="mod">
          <ac:chgData name="Teach" userId="8ae8df808a00c05c" providerId="LiveId" clId="{0F64FD9A-9C40-45E3-AABF-C5E1D5D37B3A}" dt="2020-08-19T14:08:07.662" v="653" actId="14100"/>
          <ac:spMkLst>
            <pc:docMk/>
            <pc:sldMk cId="1659986122" sldId="280"/>
            <ac:spMk id="145" creationId="{AA249BE5-1B87-E74E-AC5F-C05089A46B76}"/>
          </ac:spMkLst>
        </pc:spChg>
        <pc:spChg chg="mod">
          <ac:chgData name="Teach" userId="8ae8df808a00c05c" providerId="LiveId" clId="{0F64FD9A-9C40-45E3-AABF-C5E1D5D37B3A}" dt="2020-08-19T14:02:25.658" v="559" actId="6549"/>
          <ac:spMkLst>
            <pc:docMk/>
            <pc:sldMk cId="1659986122" sldId="280"/>
            <ac:spMk id="146" creationId="{7EF05C0E-8723-5C49-B939-2CBEA20DA975}"/>
          </ac:spMkLst>
        </pc:spChg>
        <pc:spChg chg="mod">
          <ac:chgData name="Teach" userId="8ae8df808a00c05c" providerId="LiveId" clId="{0F64FD9A-9C40-45E3-AABF-C5E1D5D37B3A}" dt="2020-08-20T19:02:55.823" v="784" actId="3064"/>
          <ac:spMkLst>
            <pc:docMk/>
            <pc:sldMk cId="1659986122" sldId="280"/>
            <ac:spMk id="147" creationId="{D4FB135F-1EE6-A240-8DC2-9BE9FB4202CA}"/>
          </ac:spMkLst>
        </pc:spChg>
        <pc:spChg chg="mod">
          <ac:chgData name="Teach" userId="8ae8df808a00c05c" providerId="LiveId" clId="{0F64FD9A-9C40-45E3-AABF-C5E1D5D37B3A}" dt="2020-08-19T13:49:25.163" v="288" actId="20578"/>
          <ac:spMkLst>
            <pc:docMk/>
            <pc:sldMk cId="1659986122" sldId="280"/>
            <ac:spMk id="168" creationId="{FF90CF87-4BB4-4973-B978-83176A625E7D}"/>
          </ac:spMkLst>
        </pc:spChg>
        <pc:spChg chg="mod">
          <ac:chgData name="Teach" userId="8ae8df808a00c05c" providerId="LiveId" clId="{0F64FD9A-9C40-45E3-AABF-C5E1D5D37B3A}" dt="2020-08-19T13:32:00.759" v="139" actId="1036"/>
          <ac:spMkLst>
            <pc:docMk/>
            <pc:sldMk cId="1659986122" sldId="280"/>
            <ac:spMk id="169" creationId="{E626679A-187A-4D39-8923-9F267DA60BE9}"/>
          </ac:spMkLst>
        </pc:spChg>
        <pc:spChg chg="del mod">
          <ac:chgData name="Teach" userId="8ae8df808a00c05c" providerId="LiveId" clId="{0F64FD9A-9C40-45E3-AABF-C5E1D5D37B3A}" dt="2020-08-19T13:49:49.631" v="289" actId="478"/>
          <ac:spMkLst>
            <pc:docMk/>
            <pc:sldMk cId="1659986122" sldId="280"/>
            <ac:spMk id="171" creationId="{47A9F396-6DF7-49CB-B6BC-ABCB7CDCD410}"/>
          </ac:spMkLst>
        </pc:spChg>
        <pc:spChg chg="del">
          <ac:chgData name="Teach" userId="8ae8df808a00c05c" providerId="LiveId" clId="{0F64FD9A-9C40-45E3-AABF-C5E1D5D37B3A}" dt="2020-08-19T13:23:16.936" v="1" actId="478"/>
          <ac:spMkLst>
            <pc:docMk/>
            <pc:sldMk cId="1659986122" sldId="280"/>
            <ac:spMk id="172" creationId="{38021E02-1EAB-4FBA-8F41-52328F07BCC7}"/>
          </ac:spMkLst>
        </pc:spChg>
        <pc:spChg chg="del">
          <ac:chgData name="Teach" userId="8ae8df808a00c05c" providerId="LiveId" clId="{0F64FD9A-9C40-45E3-AABF-C5E1D5D37B3A}" dt="2020-08-19T13:23:19.057" v="2" actId="478"/>
          <ac:spMkLst>
            <pc:docMk/>
            <pc:sldMk cId="1659986122" sldId="280"/>
            <ac:spMk id="177" creationId="{A1BA85CD-917C-4C16-BC3A-E9BB149CE4CF}"/>
          </ac:spMkLst>
        </pc:spChg>
        <pc:spChg chg="mod">
          <ac:chgData name="Teach" userId="8ae8df808a00c05c" providerId="LiveId" clId="{0F64FD9A-9C40-45E3-AABF-C5E1D5D37B3A}" dt="2020-08-19T13:41:03.649" v="269" actId="1076"/>
          <ac:spMkLst>
            <pc:docMk/>
            <pc:sldMk cId="1659986122" sldId="280"/>
            <ac:spMk id="179" creationId="{BD5DBEAC-4130-4A32-A940-E50ED2B37126}"/>
          </ac:spMkLst>
        </pc:spChg>
        <pc:spChg chg="mod">
          <ac:chgData name="Teach" userId="8ae8df808a00c05c" providerId="LiveId" clId="{0F64FD9A-9C40-45E3-AABF-C5E1D5D37B3A}" dt="2020-08-19T13:40:54.989" v="268" actId="1076"/>
          <ac:spMkLst>
            <pc:docMk/>
            <pc:sldMk cId="1659986122" sldId="280"/>
            <ac:spMk id="180" creationId="{3571FBFA-EC5E-4625-993F-7036E711CAFB}"/>
          </ac:spMkLst>
        </pc:spChg>
        <pc:spChg chg="add mod">
          <ac:chgData name="Teach" userId="8ae8df808a00c05c" providerId="LiveId" clId="{0F64FD9A-9C40-45E3-AABF-C5E1D5D37B3A}" dt="2020-08-19T13:34:47.594" v="176" actId="1076"/>
          <ac:spMkLst>
            <pc:docMk/>
            <pc:sldMk cId="1659986122" sldId="280"/>
            <ac:spMk id="186" creationId="{6FBFF286-B5B2-46C0-A9A5-F2DBA27DB50F}"/>
          </ac:spMkLst>
        </pc:spChg>
        <pc:spChg chg="add mod">
          <ac:chgData name="Teach" userId="8ae8df808a00c05c" providerId="LiveId" clId="{0F64FD9A-9C40-45E3-AABF-C5E1D5D37B3A}" dt="2020-08-19T13:36:49.683" v="196" actId="164"/>
          <ac:spMkLst>
            <pc:docMk/>
            <pc:sldMk cId="1659986122" sldId="280"/>
            <ac:spMk id="187" creationId="{B95C6A89-D0DD-4DEC-9E31-5BB3F94EB42E}"/>
          </ac:spMkLst>
        </pc:spChg>
        <pc:spChg chg="add mod">
          <ac:chgData name="Teach" userId="8ae8df808a00c05c" providerId="LiveId" clId="{0F64FD9A-9C40-45E3-AABF-C5E1D5D37B3A}" dt="2020-08-19T13:35:06.318" v="181" actId="1076"/>
          <ac:spMkLst>
            <pc:docMk/>
            <pc:sldMk cId="1659986122" sldId="280"/>
            <ac:spMk id="188" creationId="{B353D431-3991-454F-A9AE-DF9CF4E78E75}"/>
          </ac:spMkLst>
        </pc:spChg>
        <pc:spChg chg="add mod">
          <ac:chgData name="Teach" userId="8ae8df808a00c05c" providerId="LiveId" clId="{0F64FD9A-9C40-45E3-AABF-C5E1D5D37B3A}" dt="2020-08-20T19:03:27.775" v="786" actId="1076"/>
          <ac:spMkLst>
            <pc:docMk/>
            <pc:sldMk cId="1659986122" sldId="280"/>
            <ac:spMk id="205" creationId="{6076C6AE-AA59-4ADD-88EE-9709DFF8D7FD}"/>
          </ac:spMkLst>
        </pc:spChg>
        <pc:spChg chg="add mod">
          <ac:chgData name="Teach" userId="8ae8df808a00c05c" providerId="LiveId" clId="{0F64FD9A-9C40-45E3-AABF-C5E1D5D37B3A}" dt="2020-08-19T13:59:39.009" v="437"/>
          <ac:spMkLst>
            <pc:docMk/>
            <pc:sldMk cId="1659986122" sldId="280"/>
            <ac:spMk id="206" creationId="{0D2224E2-F54F-4BAE-8A7B-73DCC91CBDB4}"/>
          </ac:spMkLst>
        </pc:spChg>
        <pc:spChg chg="add mod">
          <ac:chgData name="Teach" userId="8ae8df808a00c05c" providerId="LiveId" clId="{0F64FD9A-9C40-45E3-AABF-C5E1D5D37B3A}" dt="2020-08-20T19:02:55.823" v="784" actId="3064"/>
          <ac:spMkLst>
            <pc:docMk/>
            <pc:sldMk cId="1659986122" sldId="280"/>
            <ac:spMk id="207" creationId="{27928F02-D435-42AB-BE25-71E1E081EE42}"/>
          </ac:spMkLst>
        </pc:spChg>
        <pc:spChg chg="add mod">
          <ac:chgData name="Teach" userId="8ae8df808a00c05c" providerId="LiveId" clId="{0F64FD9A-9C40-45E3-AABF-C5E1D5D37B3A}" dt="2020-08-20T19:03:35.789" v="787" actId="1076"/>
          <ac:spMkLst>
            <pc:docMk/>
            <pc:sldMk cId="1659986122" sldId="280"/>
            <ac:spMk id="208" creationId="{4A49D823-6172-412E-8A15-AB341DCA65E9}"/>
          </ac:spMkLst>
        </pc:spChg>
        <pc:spChg chg="add mod">
          <ac:chgData name="Teach" userId="8ae8df808a00c05c" providerId="LiveId" clId="{0F64FD9A-9C40-45E3-AABF-C5E1D5D37B3A}" dt="2020-08-19T14:10:36.991" v="683" actId="164"/>
          <ac:spMkLst>
            <pc:docMk/>
            <pc:sldMk cId="1659986122" sldId="280"/>
            <ac:spMk id="209" creationId="{A435F5AC-EABC-4BF3-A953-1CEAC395420C}"/>
          </ac:spMkLst>
        </pc:spChg>
        <pc:spChg chg="add mod">
          <ac:chgData name="Teach" userId="8ae8df808a00c05c" providerId="LiveId" clId="{0F64FD9A-9C40-45E3-AABF-C5E1D5D37B3A}" dt="2020-08-19T14:10:36.991" v="683" actId="164"/>
          <ac:spMkLst>
            <pc:docMk/>
            <pc:sldMk cId="1659986122" sldId="280"/>
            <ac:spMk id="210" creationId="{0258D9FD-9030-454A-A784-AC7D4A6A689A}"/>
          </ac:spMkLst>
        </pc:spChg>
        <pc:spChg chg="add mod">
          <ac:chgData name="Teach" userId="8ae8df808a00c05c" providerId="LiveId" clId="{0F64FD9A-9C40-45E3-AABF-C5E1D5D37B3A}" dt="2020-08-19T14:10:36.991" v="683" actId="164"/>
          <ac:spMkLst>
            <pc:docMk/>
            <pc:sldMk cId="1659986122" sldId="280"/>
            <ac:spMk id="211" creationId="{734C4727-70CF-493C-BE65-B65844541764}"/>
          </ac:spMkLst>
        </pc:spChg>
        <pc:spChg chg="add mod">
          <ac:chgData name="Teach" userId="8ae8df808a00c05c" providerId="LiveId" clId="{0F64FD9A-9C40-45E3-AABF-C5E1D5D37B3A}" dt="2020-08-19T14:11:24.744" v="689" actId="164"/>
          <ac:spMkLst>
            <pc:docMk/>
            <pc:sldMk cId="1659986122" sldId="280"/>
            <ac:spMk id="212" creationId="{C5727764-5C44-4A64-89F8-E0EEDCA42847}"/>
          </ac:spMkLst>
        </pc:spChg>
        <pc:spChg chg="add mod">
          <ac:chgData name="Teach" userId="8ae8df808a00c05c" providerId="LiveId" clId="{0F64FD9A-9C40-45E3-AABF-C5E1D5D37B3A}" dt="2020-08-19T14:11:24.744" v="689" actId="164"/>
          <ac:spMkLst>
            <pc:docMk/>
            <pc:sldMk cId="1659986122" sldId="280"/>
            <ac:spMk id="213" creationId="{A4AF0FB5-23F3-4DB0-ADE8-9A60A82FB632}"/>
          </ac:spMkLst>
        </pc:spChg>
        <pc:spChg chg="add mod">
          <ac:chgData name="Teach" userId="8ae8df808a00c05c" providerId="LiveId" clId="{0F64FD9A-9C40-45E3-AABF-C5E1D5D37B3A}" dt="2020-08-19T14:11:24.744" v="689" actId="164"/>
          <ac:spMkLst>
            <pc:docMk/>
            <pc:sldMk cId="1659986122" sldId="280"/>
            <ac:spMk id="214" creationId="{B4546932-E287-4E13-B6E4-3A1F8B2C849B}"/>
          </ac:spMkLst>
        </pc:spChg>
        <pc:spChg chg="add mod">
          <ac:chgData name="Teach" userId="8ae8df808a00c05c" providerId="LiveId" clId="{0F64FD9A-9C40-45E3-AABF-C5E1D5D37B3A}" dt="2020-08-19T14:11:24.744" v="689" actId="164"/>
          <ac:spMkLst>
            <pc:docMk/>
            <pc:sldMk cId="1659986122" sldId="280"/>
            <ac:spMk id="215" creationId="{0450AD90-E227-427D-9AF6-606DD9CF08F8}"/>
          </ac:spMkLst>
        </pc:spChg>
        <pc:spChg chg="add mod">
          <ac:chgData name="Teach" userId="8ae8df808a00c05c" providerId="LiveId" clId="{0F64FD9A-9C40-45E3-AABF-C5E1D5D37B3A}" dt="2020-08-19T14:11:24.744" v="689" actId="164"/>
          <ac:spMkLst>
            <pc:docMk/>
            <pc:sldMk cId="1659986122" sldId="280"/>
            <ac:spMk id="216" creationId="{61581E61-439C-44B7-864F-22C7F85B5C4E}"/>
          </ac:spMkLst>
        </pc:spChg>
        <pc:grpChg chg="mod">
          <ac:chgData name="Teach" userId="8ae8df808a00c05c" providerId="LiveId" clId="{0F64FD9A-9C40-45E3-AABF-C5E1D5D37B3A}" dt="2020-08-19T13:40:33.912" v="266" actId="20577"/>
          <ac:grpSpMkLst>
            <pc:docMk/>
            <pc:sldMk cId="1659986122" sldId="280"/>
            <ac:grpSpMk id="16" creationId="{7E06E281-74E8-41B8-BC7D-51F485D2288D}"/>
          </ac:grpSpMkLst>
        </pc:grpChg>
        <pc:grpChg chg="add mod">
          <ac:chgData name="Teach" userId="8ae8df808a00c05c" providerId="LiveId" clId="{0F64FD9A-9C40-45E3-AABF-C5E1D5D37B3A}" dt="2020-08-19T13:36:49.683" v="196" actId="164"/>
          <ac:grpSpMkLst>
            <pc:docMk/>
            <pc:sldMk cId="1659986122" sldId="280"/>
            <ac:grpSpMk id="33" creationId="{246D3962-1A5F-4070-9E10-53223EAE170F}"/>
          </ac:grpSpMkLst>
        </pc:grpChg>
        <pc:grpChg chg="mod">
          <ac:chgData name="Teach" userId="8ae8df808a00c05c" providerId="LiveId" clId="{0F64FD9A-9C40-45E3-AABF-C5E1D5D37B3A}" dt="2020-08-19T13:54:57.148" v="380" actId="1076"/>
          <ac:grpSpMkLst>
            <pc:docMk/>
            <pc:sldMk cId="1659986122" sldId="280"/>
            <ac:grpSpMk id="36" creationId="{B8B9E6B4-C822-4A2A-BA91-694C980E7EB1}"/>
          </ac:grpSpMkLst>
        </pc:grpChg>
        <pc:grpChg chg="add mod">
          <ac:chgData name="Teach" userId="8ae8df808a00c05c" providerId="LiveId" clId="{0F64FD9A-9C40-45E3-AABF-C5E1D5D37B3A}" dt="2020-08-19T13:36:49.683" v="196" actId="164"/>
          <ac:grpSpMkLst>
            <pc:docMk/>
            <pc:sldMk cId="1659986122" sldId="280"/>
            <ac:grpSpMk id="48" creationId="{71E4CA1D-D7DB-4BA6-BB43-955DC4F1EAF8}"/>
          </ac:grpSpMkLst>
        </pc:grpChg>
        <pc:grpChg chg="del">
          <ac:chgData name="Teach" userId="8ae8df808a00c05c" providerId="LiveId" clId="{0F64FD9A-9C40-45E3-AABF-C5E1D5D37B3A}" dt="2020-08-19T13:54:08.442" v="371" actId="478"/>
          <ac:grpSpMkLst>
            <pc:docMk/>
            <pc:sldMk cId="1659986122" sldId="280"/>
            <ac:grpSpMk id="49" creationId="{E22B6704-4B1F-454D-852E-C692FEBACF68}"/>
          </ac:grpSpMkLst>
        </pc:grpChg>
        <pc:grpChg chg="add mod">
          <ac:chgData name="Teach" userId="8ae8df808a00c05c" providerId="LiveId" clId="{0F64FD9A-9C40-45E3-AABF-C5E1D5D37B3A}" dt="2020-08-19T13:37:09.553" v="197" actId="962"/>
          <ac:grpSpMkLst>
            <pc:docMk/>
            <pc:sldMk cId="1659986122" sldId="280"/>
            <ac:grpSpMk id="51" creationId="{ED958318-745B-4935-89DD-11ABF7281240}"/>
          </ac:grpSpMkLst>
        </pc:grpChg>
        <pc:grpChg chg="add del mod">
          <ac:chgData name="Teach" userId="8ae8df808a00c05c" providerId="LiveId" clId="{0F64FD9A-9C40-45E3-AABF-C5E1D5D37B3A}" dt="2020-08-19T13:52:00.699" v="354" actId="165"/>
          <ac:grpSpMkLst>
            <pc:docMk/>
            <pc:sldMk cId="1659986122" sldId="280"/>
            <ac:grpSpMk id="59" creationId="{6341B974-849A-475C-BF74-50D7D7568A08}"/>
          </ac:grpSpMkLst>
        </pc:grpChg>
        <pc:grpChg chg="add mod">
          <ac:chgData name="Teach" userId="8ae8df808a00c05c" providerId="LiveId" clId="{0F64FD9A-9C40-45E3-AABF-C5E1D5D37B3A}" dt="2020-08-19T13:52:54.398" v="363" actId="164"/>
          <ac:grpSpMkLst>
            <pc:docMk/>
            <pc:sldMk cId="1659986122" sldId="280"/>
            <ac:grpSpMk id="61" creationId="{4AD2EC83-A7F0-47DD-B99A-620164E34453}"/>
          </ac:grpSpMkLst>
        </pc:grpChg>
        <pc:grpChg chg="add mod">
          <ac:chgData name="Teach" userId="8ae8df808a00c05c" providerId="LiveId" clId="{0F64FD9A-9C40-45E3-AABF-C5E1D5D37B3A}" dt="2020-08-19T13:53:21.847" v="364" actId="962"/>
          <ac:grpSpMkLst>
            <pc:docMk/>
            <pc:sldMk cId="1659986122" sldId="280"/>
            <ac:grpSpMk id="62" creationId="{6A046FB7-FD37-4FEC-A7B5-427DB1EE8F89}"/>
          </ac:grpSpMkLst>
        </pc:grpChg>
        <pc:grpChg chg="add mod">
          <ac:chgData name="Teach" userId="8ae8df808a00c05c" providerId="LiveId" clId="{0F64FD9A-9C40-45E3-AABF-C5E1D5D37B3A}" dt="2020-08-19T14:10:48.206" v="684" actId="962"/>
          <ac:grpSpMkLst>
            <pc:docMk/>
            <pc:sldMk cId="1659986122" sldId="280"/>
            <ac:grpSpMk id="70" creationId="{25F8C4FC-C07A-4BEE-BD88-373EACD800EE}"/>
          </ac:grpSpMkLst>
        </pc:grpChg>
        <pc:grpChg chg="add mod">
          <ac:chgData name="Teach" userId="8ae8df808a00c05c" providerId="LiveId" clId="{0F64FD9A-9C40-45E3-AABF-C5E1D5D37B3A}" dt="2020-08-19T14:11:33.328" v="690" actId="962"/>
          <ac:grpSpMkLst>
            <pc:docMk/>
            <pc:sldMk cId="1659986122" sldId="280"/>
            <ac:grpSpMk id="71" creationId="{6D725619-9BF0-4AA7-A5DB-E3DBDFF8E263}"/>
          </ac:grpSpMkLst>
        </pc:grpChg>
        <pc:grpChg chg="add mod">
          <ac:chgData name="Teach" userId="8ae8df808a00c05c" providerId="LiveId" clId="{0F64FD9A-9C40-45E3-AABF-C5E1D5D37B3A}" dt="2020-08-20T19:03:06.085" v="785" actId="14100"/>
          <ac:grpSpMkLst>
            <pc:docMk/>
            <pc:sldMk cId="1659986122" sldId="280"/>
            <ac:grpSpMk id="72" creationId="{9B80DCB0-5592-4F88-86F1-AB26C3DB5A9B}"/>
          </ac:grpSpMkLst>
        </pc:grpChg>
        <pc:grpChg chg="del">
          <ac:chgData name="Teach" userId="8ae8df808a00c05c" providerId="LiveId" clId="{0F64FD9A-9C40-45E3-AABF-C5E1D5D37B3A}" dt="2020-08-19T13:54:03.886" v="369" actId="478"/>
          <ac:grpSpMkLst>
            <pc:docMk/>
            <pc:sldMk cId="1659986122" sldId="280"/>
            <ac:grpSpMk id="127" creationId="{E1EBA4EE-37D3-4700-9AB0-300F20AE2716}"/>
          </ac:grpSpMkLst>
        </pc:grpChg>
        <pc:grpChg chg="add mod">
          <ac:chgData name="Teach" userId="8ae8df808a00c05c" providerId="LiveId" clId="{0F64FD9A-9C40-45E3-AABF-C5E1D5D37B3A}" dt="2020-08-19T13:36:49.683" v="196" actId="164"/>
          <ac:grpSpMkLst>
            <pc:docMk/>
            <pc:sldMk cId="1659986122" sldId="280"/>
            <ac:grpSpMk id="174" creationId="{3D971540-ED98-47F4-9AAB-471EFB0CE05F}"/>
          </ac:grpSpMkLst>
        </pc:grpChg>
        <pc:grpChg chg="del">
          <ac:chgData name="Teach" userId="8ae8df808a00c05c" providerId="LiveId" clId="{0F64FD9A-9C40-45E3-AABF-C5E1D5D37B3A}" dt="2020-08-19T13:29:27.301" v="92" actId="478"/>
          <ac:grpSpMkLst>
            <pc:docMk/>
            <pc:sldMk cId="1659986122" sldId="280"/>
            <ac:grpSpMk id="182" creationId="{DDC4876D-288A-478D-BF0C-1F6BC28DB162}"/>
          </ac:grpSpMkLst>
        </pc:grpChg>
        <pc:grpChg chg="add del mod">
          <ac:chgData name="Teach" userId="8ae8df808a00c05c" providerId="LiveId" clId="{0F64FD9A-9C40-45E3-AABF-C5E1D5D37B3A}" dt="2020-08-19T13:36:36.672" v="195" actId="478"/>
          <ac:grpSpMkLst>
            <pc:docMk/>
            <pc:sldMk cId="1659986122" sldId="280"/>
            <ac:grpSpMk id="193" creationId="{6C7A4902-5BC5-49A0-ABAB-0DD3854EB59A}"/>
          </ac:grpSpMkLst>
        </pc:grpChg>
        <pc:graphicFrameChg chg="del mod">
          <ac:chgData name="Teach" userId="8ae8df808a00c05c" providerId="LiveId" clId="{0F64FD9A-9C40-45E3-AABF-C5E1D5D37B3A}" dt="2020-08-19T13:37:56.393" v="203" actId="478"/>
          <ac:graphicFrameMkLst>
            <pc:docMk/>
            <pc:sldMk cId="1659986122" sldId="280"/>
            <ac:graphicFrameMk id="11" creationId="{7877D38A-95BB-45E5-99D5-EE98EE052F2C}"/>
          </ac:graphicFrameMkLst>
        </pc:graphicFrameChg>
        <pc:graphicFrameChg chg="del">
          <ac:chgData name="Teach" userId="8ae8df808a00c05c" providerId="LiveId" clId="{0F64FD9A-9C40-45E3-AABF-C5E1D5D37B3A}" dt="2020-08-19T14:01:29.981" v="487" actId="478"/>
          <ac:graphicFrameMkLst>
            <pc:docMk/>
            <pc:sldMk cId="1659986122" sldId="280"/>
            <ac:graphicFrameMk id="12" creationId="{8E5055A3-CB50-4993-B461-FDC02C5ADC16}"/>
          </ac:graphicFrameMkLst>
        </pc:graphicFrameChg>
        <pc:graphicFrameChg chg="del">
          <ac:chgData name="Teach" userId="8ae8df808a00c05c" providerId="LiveId" clId="{0F64FD9A-9C40-45E3-AABF-C5E1D5D37B3A}" dt="2020-08-19T13:54:10.337" v="373" actId="478"/>
          <ac:graphicFrameMkLst>
            <pc:docMk/>
            <pc:sldMk cId="1659986122" sldId="280"/>
            <ac:graphicFrameMk id="40" creationId="{6A55DDBC-172B-4224-82D0-F87ED2516172}"/>
          </ac:graphicFrameMkLst>
        </pc:graphicFrameChg>
        <pc:graphicFrameChg chg="del">
          <ac:chgData name="Teach" userId="8ae8df808a00c05c" providerId="LiveId" clId="{0F64FD9A-9C40-45E3-AABF-C5E1D5D37B3A}" dt="2020-08-19T13:54:05.468" v="370" actId="478"/>
          <ac:graphicFrameMkLst>
            <pc:docMk/>
            <pc:sldMk cId="1659986122" sldId="280"/>
            <ac:graphicFrameMk id="42" creationId="{D62719A6-720C-45DE-8E8B-761B0F962AA4}"/>
          </ac:graphicFrameMkLst>
        </pc:graphicFrameChg>
        <pc:inkChg chg="mod">
          <ac:chgData name="Teach" userId="8ae8df808a00c05c" providerId="LiveId" clId="{0F64FD9A-9C40-45E3-AABF-C5E1D5D37B3A}" dt="2020-08-19T13:49:25.163" v="288" actId="20578"/>
          <ac:inkMkLst>
            <pc:docMk/>
            <pc:sldMk cId="1659986122" sldId="280"/>
            <ac:inkMk id="91" creationId="{0D3DCF7D-DAD6-498A-97FB-7D1CE40E7317}"/>
          </ac:inkMkLst>
        </pc:inkChg>
        <pc:inkChg chg="mod">
          <ac:chgData name="Teach" userId="8ae8df808a00c05c" providerId="LiveId" clId="{0F64FD9A-9C40-45E3-AABF-C5E1D5D37B3A}" dt="2020-08-19T13:49:25.163" v="288" actId="20578"/>
          <ac:inkMkLst>
            <pc:docMk/>
            <pc:sldMk cId="1659986122" sldId="280"/>
            <ac:inkMk id="93" creationId="{760BB745-7D1D-49DF-9B6A-8A1697CA4328}"/>
          </ac:inkMkLst>
        </pc:inkChg>
        <pc:inkChg chg="mod">
          <ac:chgData name="Teach" userId="8ae8df808a00c05c" providerId="LiveId" clId="{0F64FD9A-9C40-45E3-AABF-C5E1D5D37B3A}" dt="2020-08-19T13:49:25.163" v="288" actId="20578"/>
          <ac:inkMkLst>
            <pc:docMk/>
            <pc:sldMk cId="1659986122" sldId="280"/>
            <ac:inkMk id="114" creationId="{092FAABB-DEA7-421F-B51D-362E99DBC2D1}"/>
          </ac:inkMkLst>
        </pc:inkChg>
        <pc:inkChg chg="mod">
          <ac:chgData name="Teach" userId="8ae8df808a00c05c" providerId="LiveId" clId="{0F64FD9A-9C40-45E3-AABF-C5E1D5D37B3A}" dt="2020-08-19T13:49:25.163" v="288" actId="20578"/>
          <ac:inkMkLst>
            <pc:docMk/>
            <pc:sldMk cId="1659986122" sldId="280"/>
            <ac:inkMk id="129" creationId="{CD3D7BC6-96C8-4958-A58C-4F0B5CC6CDA0}"/>
          </ac:inkMkLst>
        </pc:inkChg>
        <pc:inkChg chg="mod">
          <ac:chgData name="Teach" userId="8ae8df808a00c05c" providerId="LiveId" clId="{0F64FD9A-9C40-45E3-AABF-C5E1D5D37B3A}" dt="2020-08-19T13:49:25.163" v="288" actId="20578"/>
          <ac:inkMkLst>
            <pc:docMk/>
            <pc:sldMk cId="1659986122" sldId="280"/>
            <ac:inkMk id="130" creationId="{120EEC46-E3B8-40EC-84D2-940CFA64B5D7}"/>
          </ac:inkMkLst>
        </pc:inkChg>
        <pc:inkChg chg="mod">
          <ac:chgData name="Teach" userId="8ae8df808a00c05c" providerId="LiveId" clId="{0F64FD9A-9C40-45E3-AABF-C5E1D5D37B3A}" dt="2020-08-19T13:49:25.163" v="288" actId="20578"/>
          <ac:inkMkLst>
            <pc:docMk/>
            <pc:sldMk cId="1659986122" sldId="280"/>
            <ac:inkMk id="131" creationId="{BCA1C6B6-F6FF-499C-BC06-ED3B61CA95D9}"/>
          </ac:inkMkLst>
        </pc:inkChg>
        <pc:cxnChg chg="add mod">
          <ac:chgData name="Teach" userId="8ae8df808a00c05c" providerId="LiveId" clId="{0F64FD9A-9C40-45E3-AABF-C5E1D5D37B3A}" dt="2020-08-19T13:33:37.979" v="166" actId="164"/>
          <ac:cxnSpMkLst>
            <pc:docMk/>
            <pc:sldMk cId="1659986122" sldId="280"/>
            <ac:cxnSpMk id="25" creationId="{124F1EEE-1158-4A3E-8B1B-76F53D44FEAC}"/>
          </ac:cxnSpMkLst>
        </pc:cxnChg>
        <pc:cxnChg chg="mod ord">
          <ac:chgData name="Teach" userId="8ae8df808a00c05c" providerId="LiveId" clId="{0F64FD9A-9C40-45E3-AABF-C5E1D5D37B3A}" dt="2020-08-19T14:07:48.700" v="649" actId="166"/>
          <ac:cxnSpMkLst>
            <pc:docMk/>
            <pc:sldMk cId="1659986122" sldId="280"/>
            <ac:cxnSpMk id="142" creationId="{D15C0525-EC01-9940-8ABB-12B6CE8602E9}"/>
          </ac:cxnSpMkLst>
        </pc:cxnChg>
        <pc:cxnChg chg="add mod">
          <ac:chgData name="Teach" userId="8ae8df808a00c05c" providerId="LiveId" clId="{0F64FD9A-9C40-45E3-AABF-C5E1D5D37B3A}" dt="2020-08-19T13:33:37.979" v="166" actId="164"/>
          <ac:cxnSpMkLst>
            <pc:docMk/>
            <pc:sldMk cId="1659986122" sldId="280"/>
            <ac:cxnSpMk id="173" creationId="{12B1BEE8-12C4-40D9-AEA2-6CD95CA8C765}"/>
          </ac:cxnSpMkLst>
        </pc:cxnChg>
        <pc:cxnChg chg="mod">
          <ac:chgData name="Teach" userId="8ae8df808a00c05c" providerId="LiveId" clId="{0F64FD9A-9C40-45E3-AABF-C5E1D5D37B3A}" dt="2020-08-19T13:33:39.117" v="167"/>
          <ac:cxnSpMkLst>
            <pc:docMk/>
            <pc:sldMk cId="1659986122" sldId="280"/>
            <ac:cxnSpMk id="175" creationId="{3ED9F5E5-0444-430B-9B3E-29500EF2734F}"/>
          </ac:cxnSpMkLst>
        </pc:cxnChg>
        <pc:cxnChg chg="mod">
          <ac:chgData name="Teach" userId="8ae8df808a00c05c" providerId="LiveId" clId="{0F64FD9A-9C40-45E3-AABF-C5E1D5D37B3A}" dt="2020-08-19T13:33:39.117" v="167"/>
          <ac:cxnSpMkLst>
            <pc:docMk/>
            <pc:sldMk cId="1659986122" sldId="280"/>
            <ac:cxnSpMk id="176" creationId="{EC1E0A27-291F-4502-B67C-248E02A7D3A8}"/>
          </ac:cxnSpMkLst>
        </pc:cxnChg>
        <pc:cxnChg chg="mod">
          <ac:chgData name="Teach" userId="8ae8df808a00c05c" providerId="LiveId" clId="{0F64FD9A-9C40-45E3-AABF-C5E1D5D37B3A}" dt="2020-08-19T13:29:27.301" v="92" actId="478"/>
          <ac:cxnSpMkLst>
            <pc:docMk/>
            <pc:sldMk cId="1659986122" sldId="280"/>
            <ac:cxnSpMk id="183" creationId="{2841C740-9773-41B4-9134-809E282116B9}"/>
          </ac:cxnSpMkLst>
        </pc:cxnChg>
        <pc:cxnChg chg="mod">
          <ac:chgData name="Teach" userId="8ae8df808a00c05c" providerId="LiveId" clId="{0F64FD9A-9C40-45E3-AABF-C5E1D5D37B3A}" dt="2020-08-19T13:36:28.601" v="193"/>
          <ac:cxnSpMkLst>
            <pc:docMk/>
            <pc:sldMk cId="1659986122" sldId="280"/>
            <ac:cxnSpMk id="194" creationId="{039242C3-8A79-4EA6-A2DE-4CEEE0E04AB9}"/>
          </ac:cxnSpMkLst>
        </pc:cxnChg>
        <pc:cxnChg chg="mod">
          <ac:chgData name="Teach" userId="8ae8df808a00c05c" providerId="LiveId" clId="{0F64FD9A-9C40-45E3-AABF-C5E1D5D37B3A}" dt="2020-08-19T13:36:28.601" v="193"/>
          <ac:cxnSpMkLst>
            <pc:docMk/>
            <pc:sldMk cId="1659986122" sldId="280"/>
            <ac:cxnSpMk id="195" creationId="{695A3405-DAD5-42B2-92FC-982EA3410E35}"/>
          </ac:cxnSpMkLst>
        </pc:cxnChg>
      </pc:sldChg>
      <pc:sldChg chg="add">
        <pc:chgData name="Teach" userId="8ae8df808a00c05c" providerId="LiveId" clId="{0F64FD9A-9C40-45E3-AABF-C5E1D5D37B3A}" dt="2020-08-20T18:58:37.267" v="760"/>
        <pc:sldMkLst>
          <pc:docMk/>
          <pc:sldMk cId="606412248" sldId="281"/>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2"/>
    </inkml:context>
    <inkml:brush xml:id="br0">
      <inkml:brushProperty name="width" value="0.025" units="cm"/>
      <inkml:brushProperty name="height" value="0.025" units="cm"/>
      <inkml:brushProperty name="color" value="#008C3A"/>
    </inkml:brush>
  </inkml:definitions>
  <inkml:trace contextRef="#ctx0" brushRef="#br0">1 1009 76,'0'0'203,"0"0"-61,0 0 25,0 0 12,0 0-58,0 0-58,0 0 1,0 0 22,4-1 21,-1-1-219,2 0 403,-1 0 1,1 1 0,0 0 0,-1 0-1,2 0 1,0 0-292,-4 1 63,-1 0 0,1 0 0,-1 0 0,-1-1 0,1 1-1,1 0 1,-1-1 0,1 0 0,-1 1 0,1-1 0,-1 0-1,-1 0 1,1 1 0,0 0 0,0-1 0,1 1 0,-1-1 0,0-1-1,0 1 1,0 0 0,0 0 0,0-1 0,-1 1-63,13-32 519,-5 12-506,7-22 10,-12 32 26,1 0 0,0 1 0,5-10-49,27-37 6,-22 32 40,16-22-46,3-7 106,-2 6-259,1 2 0,16-18 153,12-14-124,-19 24 106,-16 21-35,-1-1 0,9-19 53,-5 5-188,-7 12-438,-2-1 0,0 0 1,-2-5 625,-10 25-848,1-5 251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3"/>
    </inkml:context>
    <inkml:brush xml:id="br0">
      <inkml:brushProperty name="width" value="0.025" units="cm"/>
      <inkml:brushProperty name="height" value="0.025" units="cm"/>
      <inkml:brushProperty name="color" value="#008C3A"/>
    </inkml:brush>
  </inkml:definitions>
  <inkml:trace contextRef="#ctx0" brushRef="#br0">1 1053 32,'11'4'231,"-8"-3"-53,-3-1-22,0 0 22,0 0 71,0 0-60,9-5 946,-6 4-1072,1-2 0,0-1 0,-1 2 0,0 0 1,1-2-1,-1 1 0,-1 0 0,1-1 0,0 1 0,0-1 0,0-3-63,3-3 148,-3-1 0,1 1 0,2-9-148,-2 4 129,2 1 1,-2 0-1,3-1-129,4-5 43,14-33 106,-15 29-103,1-1 0,2 1-46,-4 5 15,0 1 0,-1-2-1,4-14-14,-8 19 37,0 2 0,1-2 0,1 1-1,0 1 1,0 0 0,2-1 0,-1 1-1,8-6-36,29-46 320,-3 0 0,15-32-320,33-56 28,-1 10-1375,-84 138 1188,-4 5 90,0 0-1,0 0 1,1-1 0,-1 1-1,1 0 1,-1 0-1,0-1 1,1 1-1,-1 0 1,0-1-1,0 1 1,1-1 0,-1 1-1,0 0 1,0-1-1,0 1 1,1-1-1,-1 1 1,0 0-1,0 0 1,0 0-1,0 0 1,0 0 0,0-1-1,0 1 1,0-1-1,0 1 1,0-1-1,0 1 1,0-1-1,0 1 70,-1-1-529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4"/>
    </inkml:context>
    <inkml:brush xml:id="br0">
      <inkml:brushProperty name="width" value="0.025" units="cm"/>
      <inkml:brushProperty name="height" value="0.025" units="cm"/>
      <inkml:brushProperty name="color" value="#008C3A"/>
    </inkml:brush>
  </inkml:definitions>
  <inkml:trace contextRef="#ctx0" brushRef="#br0">1 1097 48,'0'0'175,"0"0"-4,0 0-34,0 0 48,0 0-45,0 0-9,0 0 15,0 0-55,0 0-12,0 0 11,0 0 2,0 0 30,0 0-12,0 0-12,0 0 24,0 0-11,0 0-24,0 0-8,0 0 9,4 2 4,-3-1-52,-1-1-1,1 1 0,1 0 1,-1-1-1,1 1 1,0-1-1,-1 1 0,1-1 1,-2 0-1,1 0 1,2 0-40,2-4 74,-2 0 0,2 0 0,-1-1 0,-1 2 0,1-3 0,0 2-1,-2-2-73,2 1 11,35-70 150,37-73 151,58-56 302,-15 22-394,-50 83-83,49-55-137,-6 11-793,-107 135 712,-4 6-53,1 2 0,0-3-1,-1 1 1,0 0 0,1 0 0,-1 0 0,-1 0-1,2 0 1,-1-1 0,0 1 0,-1 0-1,1 0 1,0 0 0,-1-1 0,0 0-1,0 2 1,0-4 134,-1-5-580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5"/>
    </inkml:context>
    <inkml:brush xml:id="br0">
      <inkml:brushProperty name="width" value="0.025" units="cm"/>
      <inkml:brushProperty name="height" value="0.025" units="cm"/>
      <inkml:brushProperty name="color" value="#008C3A"/>
    </inkml:brush>
  </inkml:definitions>
  <inkml:trace contextRef="#ctx0" brushRef="#br0">1 1290 48,'0'0'225,"2"-2"-17,5-4-36,0-1 1,0-1 0,-1 0-1,1 0 1,-2 0 0,1-1-1,-2 0 1,1-1 0,-2 1 0,1-1-1,2-5-172,9-26 243,33-93 771,-36 103-376,7-26-638,-11 27 340,2 2 1,11-21-341,94-173 671,-62 126-448,5 2 0,16-14-223,73-93-699,-81 123-1771,-60 70 1498,-8 5 288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6"/>
    </inkml:context>
    <inkml:brush xml:id="br0">
      <inkml:brushProperty name="width" value="0.025" units="cm"/>
      <inkml:brushProperty name="height" value="0.025" units="cm"/>
      <inkml:brushProperty name="color" value="#008C3A"/>
    </inkml:brush>
  </inkml:definitions>
  <inkml:trace contextRef="#ctx0" brushRef="#br0">1 1319 88,'0'0'172,"0"0"26,0 0 33,0 0-41,0 0-28,0 0 1,0 0 2,0 0 10,0 0 13,5-1-64,9-4 0,-9 4-19,-5 1 24,2-8 545,-1 4-591,1 0-1,0 0 1,0 0 0,-1 1-1,1-2 1,-1 2-1,-1-2 1,0 1 0,0-3-83,0 2 46,1 2 0,0-1 0,1 0 0,-1 0 0,1 0 0,0 1 0,0-1 0,-2 0 0,2 2 0,1-3 1,0 2-1,-1 1 0,1-3-46,7-10 111,6-11 91,-3-2 0,2-7-202,19-37 315,86-160 471,-5 9 160,41-46-946,-92 173-285,46-75-1227,-82 135-1558,-26 31 2392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7"/>
    </inkml:context>
    <inkml:brush xml:id="br0">
      <inkml:brushProperty name="width" value="0.025" units="cm"/>
      <inkml:brushProperty name="height" value="0.025" units="cm"/>
      <inkml:brushProperty name="color" value="#008C3A"/>
    </inkml:brush>
  </inkml:definitions>
  <inkml:trace contextRef="#ctx0" brushRef="#br0">1 1425 12,'0'0'156,"0"0"-34,0 0-8,0 0 18,0 0-28,0 0 32,0 0-6,0 0-11,0 0-4,0 0-30,0 0-1,0 0 16,4-1 42,8-9 12,-10 9-25,-2 1 3,0 0 14,2-3-34,2-1-45,-2 0 1,0-1-1,1 1 1,0-1-1,0-1 1,-3 2-1,2-2 1,0 2 0,-1-1-1,0 0 1,0-1-1,0 1 1,-1 0-1,0 0 1,0-3-68,2-7 110,-1 0 1,1 1-1,2-2 1,0 2-1,0 1 0,4-9-110,12-23 531,11-13-531,-13 23 126,152-300 1885,8-1-1416,-110 225-1753,76-96 1158,-79 140-767,-63 65 516,0 0 1,1-1-1,0 0 0,-1 2 0,1-1 1,0 0-1,0-1 0,-1 1 0,1 1 1,1 1-1,-2-2 0,4-1 251,7 3-788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8"/>
    </inkml:context>
    <inkml:brush xml:id="br0">
      <inkml:brushProperty name="width" value="0.025" units="cm"/>
      <inkml:brushProperty name="height" value="0.025" units="cm"/>
      <inkml:brushProperty name="color" value="#008C3A"/>
    </inkml:brush>
  </inkml:definitions>
  <inkml:trace contextRef="#ctx0" brushRef="#br0">1 1733 140,'0'0'127,"0"0"5,0 0 34,0 0-26,0 0-23,0 0 37,0 0-33,0 0 3,0 0 44,0 0-14,0 0 0,5-2-7,-4 1-149,2 0 39,-1-1-1,1 2 0,-1-1 0,-1-1 0,1 1 0,1-1 0,-1 1 0,0 0 1,-2-1-1,2 0 0,0 0 0,0 0 0,-1 1 0,1-1 0,-1-1 0,0 1 0,-1 0 1,1 0-1,0 0 0,0-1 0,0 0-36,2-10 160,0 0 0,-1-2 0,3 2 0,-1 1 0,6-8-160,2-19 231,29-66 1423,3 0-1654,20-49 1163,-3 5-504,6 2 0,6 5 0,7 1 1,16-11-660,-17 37 266,20-15-266,-60 79-163,-15 19-464,0 1 0,23-20 627,0 6-2895,-36 36 1211,1 2 504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9"/>
    </inkml:context>
    <inkml:brush xml:id="br0">
      <inkml:brushProperty name="width" value="0.025" units="cm"/>
      <inkml:brushProperty name="height" value="0.025" units="cm"/>
      <inkml:brushProperty name="color" value="#008C3A"/>
    </inkml:brush>
  </inkml:definitions>
  <inkml:trace contextRef="#ctx0" brushRef="#br0">9 1153 56,'-5'8'413,"2"-4"59,6-4 961,1-3-1375,1 0 0,-1-1 0,-1 0 0,2 0 0,-3 0 1,2 0-1,0-1 0,-1 0 0,-1 1 0,2-1 0,-2 0 0,1 0 0,-3 0 0,3-2-58,17-40 716,3 1-1,2 0 1,12-15-716,17-29 1017,165-330 1814,-91 133-3976,-124 276 485,0 3-1,-1-2 0,0 0 0,-1-1 1,0 1-1,-1 0 0,0-6 661,3 1-1204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0"/>
    </inkml:context>
    <inkml:brush xml:id="br0">
      <inkml:brushProperty name="width" value="0.025" units="cm"/>
      <inkml:brushProperty name="height" value="0.025" units="cm"/>
      <inkml:brushProperty name="color" value="#008C3A"/>
    </inkml:brush>
  </inkml:definitions>
  <inkml:trace contextRef="#ctx0" brushRef="#br0">1 883 80,'0'0'67,"3"-1"131,5-4 58,-5 3-30,-3 2-52,0 0 21,12-14 2168,-11 11-2157,1 1 1,0 0-1,1 0 0,-2-1 0,1 0 1,-2 0-1,1 1 0,1-1 1,-1 0-1,0 1 0,0-2-206,3-5 189,33-66 597,5 2 0,22-29-786,120-159-118,-40 59-1124,-127 179 968,-13 18-76,2 0-1,-2-1 1,0 0-1,0 0 1,-1-1-1,1 1 0,-1 0 1,0-1-1,-1 0 1,2-4 350,-3 0-866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1"/>
    </inkml:context>
    <inkml:brush xml:id="br0">
      <inkml:brushProperty name="width" value="0.025" units="cm"/>
      <inkml:brushProperty name="height" value="0.025" units="cm"/>
      <inkml:brushProperty name="color" value="#008C3A"/>
    </inkml:brush>
  </inkml:definitions>
  <inkml:trace contextRef="#ctx0" brushRef="#br0">1 1157 48,'14'-12'2858,"5"-20"-1777,15-30-1081,-17 25 543,21-28-543,-9 22 271,-9 12-45,1-1 0,4 0-226,123-157 558,-42 52-864,-12 19-46,103-125-718,-186 230 643,-1 0 1,-1-2-1,0 1 0,0 0 1,-2-2 426,13-22-686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2"/>
    </inkml:context>
    <inkml:brush xml:id="br0">
      <inkml:brushProperty name="width" value="0.025" units="cm"/>
      <inkml:brushProperty name="height" value="0.025" units="cm"/>
      <inkml:brushProperty name="color" value="#008C3A"/>
    </inkml:brush>
  </inkml:definitions>
  <inkml:trace contextRef="#ctx0" brushRef="#br0">4 818 36,'0'0'183,"0"0"-52,0 0-10,0 0-21,0 0-12,-4-18 2313,9 0-2063,3 1-1,-1-1 0,1-1-337,8-14 198,-1-4 59,4 1 0,0 1 0,10-12-257,73-98 35,-30 45-117,-15 22-60,-20 29-1922,26-48 2064,-37 57-930,-4 9 272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3"/>
    </inkml:context>
    <inkml:brush xml:id="br0">
      <inkml:brushProperty name="width" value="0.025" units="cm"/>
      <inkml:brushProperty name="height" value="0.025" units="cm"/>
      <inkml:brushProperty name="color" value="#008C3A"/>
    </inkml:brush>
  </inkml:definitions>
  <inkml:trace contextRef="#ctx0" brushRef="#br0">1 973 80,'11'-16'4054,"34"-52"-2423,19-26 468,19-18-2099,-11 22 564,55-66-143,62-86-2139,-156 199 1119,-22 25-439,0 0 0,0 0 1,6-20 1037,-10 25-309,19-34-785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4"/>
    </inkml:context>
    <inkml:brush xml:id="br0">
      <inkml:brushProperty name="width" value="0.025" units="cm"/>
      <inkml:brushProperty name="height" value="0.025" units="cm"/>
      <inkml:brushProperty name="color" value="#008C3A"/>
    </inkml:brush>
  </inkml:definitions>
  <inkml:trace contextRef="#ctx0" brushRef="#br0">32 691 48,'0'0'157,"0"0"-50,0 0 11,0 0-18,0 0-22,0 0-34,0 0-2,0 0 15,0 0-30,-16-10 325,16 10-311,0 0 9,0 0-10,0 0 40,0 0 3,0 0-17,0 0-57,0 0-21,0 0-12,0 0 35,0 0 2,0 0 41,0 0-30,0 0 45,0 0 23,0 0-48,0 0-27,0 0-61,0 0 51,0 0-4,0 0 3,0 0 9,0 0 5,0 0 25,0 0-41,0 0 1,0 0 31,0 0 46,0 0 2,0 0-9,0 0 14,0 0-25,0 0-71,0 0 4,0 0 5,0 0 48,0 0-2,0 0-8,0 0-12,0 0 34,-7 10-2,7-9-16,0 0 0,0 0 0,-1 0-1,1-1 1,-1 1 0,1 0 0,-1 0 0,1-1 0,-1 1 0,1 0-1,0 0 1,0 0 0,-1 0 0,1 0 0,-1 0 0,0-1 0,-1 1-44,5-6 40,63-99 910,70-86-950,-51 75-236,17-39 236,-28 29-2521,-67 113 1976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5"/>
    </inkml:context>
    <inkml:brush xml:id="br0">
      <inkml:brushProperty name="width" value="0.025" units="cm"/>
      <inkml:brushProperty name="height" value="0.025" units="cm"/>
      <inkml:brushProperty name="color" value="#008C3A"/>
    </inkml:brush>
  </inkml:definitions>
  <inkml:trace contextRef="#ctx0" brushRef="#br0">0 922 132,'0'0'236,"0"0"-22,0 0 20,0 0-39,0 0-10,0 0-3,0 0-53,0 0 34,0 0-24,0 0-8,0 0-19,0 0 11,0 0 50,0 0-19,0 0-33,0 0-64,0 0 7,0 0-47,1 1 1,-1-1 0,0 0 0,1 0 0,-1 0 0,0 0-1,1 0 1,-1 0 0,0 0 0,1 0 0,-1 0-1,0 0 1,0 0 0,1 0 0,-1 0 0,0 0 0,0 0-1,0-1 1,0 1 0,0 0 0,0 0 0,0 0 0,0 0-1,1 0 1,-1 0 0,0 0 0,0 0 0,1-1-1,-1 1 1,0 0-18,20-40 54,1 2-1,3 0 1,13-15-54,11-19 81,10-21 281,35-83-362,-43 76-79,-19 42-678,-3 0-1,-3-3 1,4-16 757,-10 20-539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6"/>
    </inkml:context>
    <inkml:brush xml:id="br0">
      <inkml:brushProperty name="width" value="0.025" units="cm"/>
      <inkml:brushProperty name="height" value="0.025" units="cm"/>
      <inkml:brushProperty name="color" value="#008C3A"/>
    </inkml:brush>
  </inkml:definitions>
  <inkml:trace contextRef="#ctx0" brushRef="#br0">34 844 56,'-10'25'143,"-6"11"381,11-25 568,2-17 5,7-21-584,82-280-235,-67 236-124,8-31 89,-3 27-120,9-24 203,1 13-2267,7-41 1941,-39 118-873,-4 2 258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7"/>
    </inkml:context>
    <inkml:brush xml:id="br0">
      <inkml:brushProperty name="width" value="0.025" units="cm"/>
      <inkml:brushProperty name="height" value="0.025" units="cm"/>
      <inkml:brushProperty name="color" value="#008C3A"/>
    </inkml:brush>
  </inkml:definitions>
  <inkml:trace contextRef="#ctx0" brushRef="#br0">0 937 164,'0'0'202,"0"0"4,0 0 46,0 0-7,0 0-77,0 0-26,0 0 23,0 0-15,0 0-21,0 0 16,0 0-19,0 0-16,0 0 49,0-6-4,1-1-123,0-1-1,0 0 1,1 0 0,-1 1 0,2-1 0,0 1 0,1-4-32,29-58 147,-10 22 168,19-42-14,-10 24 49,15-47-350,1-17 193,-15 45-669,18-76 476,-47 141-514,2 1-1,0 1 1,0-2-1,7-8 515,-5 15-537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8"/>
    </inkml:context>
    <inkml:brush xml:id="br0">
      <inkml:brushProperty name="width" value="0.025" units="cm"/>
      <inkml:brushProperty name="height" value="0.025" units="cm"/>
      <inkml:brushProperty name="color" value="#008C3A"/>
    </inkml:brush>
  </inkml:definitions>
  <inkml:trace contextRef="#ctx0" brushRef="#br0">6 648 28,'0'0'45,"0"0"-1,0 0 1,0 1 0,0-1-1,0 0 1,0 0 0,0 0-1,0 0 1,0 1 0,0-1-1,0 0 1,0 0 0,0 0-1,0 0 1,0 1 0,0-1-1,0 0 1,0 0 0,0 0-1,0 0 1,0 0 0,0 0 0,0 1-1,0-1 1,-1 0 0,1 0-1,0 0 1,0 0 0,0 0-1,-1 0 1,1 0 0,0 0-1,0 0 1,0 0 0,-1 0-1,1 0 1,0 0 0,0 0-1,0 0 1,-1 0 0,1 0-1,0 0 1,0 0 0,0 0-1,0 0 1,-1 0 0,1-1-1,0 1 1,0 0 0,0 0-45,0-11 671,5-17-503,59-156 2233,50-97-2401,-101 250-1616,-2-2 1,8-30 1615,-14 44-799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9"/>
    </inkml:context>
    <inkml:brush xml:id="br0">
      <inkml:brushProperty name="width" value="0.025" units="cm"/>
      <inkml:brushProperty name="height" value="0.025" units="cm"/>
      <inkml:brushProperty name="color" value="#008C3A"/>
    </inkml:brush>
  </inkml:definitions>
  <inkml:trace contextRef="#ctx0" brushRef="#br0">0 540 8,'0'0'151,"5"-2"2496,-5 2-2633,0 0 1,0 1-1,0-1 0,0 0 1,0 0-1,0 0 1,0 0-1,0 0 1,0 0-1,0 0 1,0 0-1,0 0 1,-1 0-1,1 0 0,0 0 1,0 0-1,0 0 1,0 0-1,0 0 1,0 0-1,-1 0 1,1 0-1,0 0 1,0 0-1,0 0 0,0-1 1,0 1-1,-1 0 1,1 0-1,0 0 1,0 0-1,0 0 1,0 0-1,0 0 1,0 0-1,0-1 1,0 1-1,0 0 0,0 0 1,-1 0-1,1 0 1,0 0-1,0 0 1,0-1-1,0 1 1,0 0-1,0 0 1,0 0-1,0 0 0,0 0 1,0 0-1,0 0 1,0 0-1,0 0-14,4-12 285,12-27-330,-4 14 344,37-96 885,44-113-202,-82 202-4855,5-26 3873,-12 44-850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6T17:27:26.281"/>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8T23:18:15.205"/>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8T23:18:15.206"/>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19"/>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20"/>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21"/>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E231B6-44F1-4A24-AAC0-BF5AA23F8A46}" type="datetimeFigureOut">
              <a:rPr lang="en-US" smtClean="0"/>
              <a:t>8/19/2020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EA3F7-5539-41E6-97C9-D7D352C7E181}" type="slidenum">
              <a:rPr lang="en-US" smtClean="0"/>
              <a:t>‹#›</a:t>
            </a:fld>
            <a:endParaRPr lang="en-US"/>
          </a:p>
        </p:txBody>
      </p:sp>
    </p:spTree>
    <p:extLst>
      <p:ext uri="{BB962C8B-B14F-4D97-AF65-F5344CB8AC3E}">
        <p14:creationId xmlns:p14="http://schemas.microsoft.com/office/powerpoint/2010/main" val="3765165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a:t>
            </a:r>
          </a:p>
          <a:p>
            <a:r>
              <a:rPr lang="en-US" dirty="0"/>
              <a:t>Make the information similar to what would be available in the real world, e.g. “decreased UOP over past couple days”</a:t>
            </a:r>
          </a:p>
        </p:txBody>
      </p:sp>
      <p:sp>
        <p:nvSpPr>
          <p:cNvPr id="4" name="Slide Number Placeholder 3"/>
          <p:cNvSpPr>
            <a:spLocks noGrp="1"/>
          </p:cNvSpPr>
          <p:nvPr>
            <p:ph type="sldNum" sz="quarter" idx="5"/>
          </p:nvPr>
        </p:nvSpPr>
        <p:spPr/>
        <p:txBody>
          <a:bodyPr/>
          <a:lstStyle/>
          <a:p>
            <a:fld id="{7760CBC1-4EE1-1641-9CEA-32F5492FC095}" type="slidenum">
              <a:rPr lang="en-US" smtClean="0"/>
              <a:t>1</a:t>
            </a:fld>
            <a:endParaRPr lang="en-US"/>
          </a:p>
        </p:txBody>
      </p:sp>
    </p:spTree>
    <p:extLst>
      <p:ext uri="{BB962C8B-B14F-4D97-AF65-F5344CB8AC3E}">
        <p14:creationId xmlns:p14="http://schemas.microsoft.com/office/powerpoint/2010/main" val="2599220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580B-BFEF-4337-AEFD-AA819544C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575E52-D965-43FC-A65A-57144F79C5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C1D854-3CC2-4DE7-A272-3B53BBCA7CAF}"/>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F50EEB5F-2820-43D9-A6A1-7CBDF680D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63EC4-ABAF-487C-9356-01CEFBFC717C}"/>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6360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4B21E-29B2-487F-A5EC-9E66C86B8E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50B2B1-6454-4747-BD3B-A39A804AFC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7FC6F-D2F3-4285-8411-E38A9082B901}"/>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9082CA70-658F-4F12-9B42-86BEE5930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F08BD-0144-4C1A-A813-412DECA16172}"/>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425352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978A-2B9F-4319-BF97-39394F96E0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996C3B-7C6F-44D9-B39A-7D667F2A54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2F55D8-98B1-4DD9-8FB4-1386CBE3CE29}"/>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CE7AE17B-E28C-4ED4-B461-B3FAE9632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A67569-53F4-4C2C-B59F-4EA757395301}"/>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4279588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B08D-CBD7-457A-89A4-0222D50202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4440D4-CE8D-42C8-ACF8-5BD8D3FCB4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87D7E6-E446-48BD-84AE-6D1A4F175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CA0953-5850-4A10-9E13-5D9C69E3C727}"/>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6" name="Footer Placeholder 5">
            <a:extLst>
              <a:ext uri="{FF2B5EF4-FFF2-40B4-BE49-F238E27FC236}">
                <a16:creationId xmlns:a16="http://schemas.microsoft.com/office/drawing/2014/main" id="{90C68839-726A-4F29-ABEC-64EC223D50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9C18D2-AE53-44C3-BA87-A1934BC809FD}"/>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1001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DE5E-77CD-465A-B572-21ED0694ED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C0D3EA-D15B-435B-8A26-45B6208D7C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0F58B7-2442-4513-B0EB-B677500E8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15A59B-8780-4879-A478-352C23C5A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34166-4706-4E26-98F8-75FBF9A3CE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E0F41D-DB42-4A19-A617-DA39FF49415C}"/>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8" name="Footer Placeholder 7">
            <a:extLst>
              <a:ext uri="{FF2B5EF4-FFF2-40B4-BE49-F238E27FC236}">
                <a16:creationId xmlns:a16="http://schemas.microsoft.com/office/drawing/2014/main" id="{41BCD830-CFC6-4C0F-B4E9-0CC3FA8904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779247-17C7-4A45-B8DC-DFC44606EB6B}"/>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900932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7471-DAE2-47F8-AE8D-8762373BE1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FD96FB-27FD-4CBE-8A36-570071050402}"/>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4" name="Footer Placeholder 3">
            <a:extLst>
              <a:ext uri="{FF2B5EF4-FFF2-40B4-BE49-F238E27FC236}">
                <a16:creationId xmlns:a16="http://schemas.microsoft.com/office/drawing/2014/main" id="{D9340F6D-32F1-4E01-9A86-D80FB34E5C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7F967B-AA52-4A68-B27C-1485B5C9C4AD}"/>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0156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B38E21-ABCB-401F-989A-AAE120E86BCA}"/>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3" name="Footer Placeholder 2">
            <a:extLst>
              <a:ext uri="{FF2B5EF4-FFF2-40B4-BE49-F238E27FC236}">
                <a16:creationId xmlns:a16="http://schemas.microsoft.com/office/drawing/2014/main" id="{967D4F03-A21A-495C-A157-073E356886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3AF06D-81B4-44CD-872D-4F11ECA3F86B}"/>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85361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4E03-2384-4551-BB0B-60C1796ADD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3E5981-9279-4A2E-BC3E-2C971FC7C3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4A309D-C08A-44E4-A672-5A18D5A17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8E799-CD5C-4D90-A909-E85D267B16EB}"/>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6" name="Footer Placeholder 5">
            <a:extLst>
              <a:ext uri="{FF2B5EF4-FFF2-40B4-BE49-F238E27FC236}">
                <a16:creationId xmlns:a16="http://schemas.microsoft.com/office/drawing/2014/main" id="{147D2C18-E076-4DF2-98F0-A35C51F69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D5C5D-916A-41F1-BF9A-3894DB86349E}"/>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363516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8612-66A5-4122-BB78-70331A22E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A95688-F58B-408C-A80C-C683AD0D3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456C43-07F4-4219-B71D-71D11240B6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047C7-0AC8-4F16-A8B6-4FE1F0D1A89B}"/>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6" name="Footer Placeholder 5">
            <a:extLst>
              <a:ext uri="{FF2B5EF4-FFF2-40B4-BE49-F238E27FC236}">
                <a16:creationId xmlns:a16="http://schemas.microsoft.com/office/drawing/2014/main" id="{DD4807AA-337D-49AD-90C1-E18F4CFE5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4C05B9-98ED-42C8-876B-2857D89C5E54}"/>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573495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6D87-BBDA-48A5-A562-FE05ED77BB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F227C8-6291-43B9-8EA5-73E2B40322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A0662-75D3-4BC8-9E26-6ABC4FC36EEF}"/>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E77414A2-6928-4057-A780-AC5FB0EE3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1929E-A586-4547-83BB-A6B5DA652DF2}"/>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70569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9E7EA5-D70B-46F7-B9B8-190C3DA085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52713-1BE2-4B01-B155-7F5F4CC0C8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E628F-0F9C-468A-A94B-72C60D7CAACD}"/>
              </a:ext>
            </a:extLst>
          </p:cNvPr>
          <p:cNvSpPr>
            <a:spLocks noGrp="1"/>
          </p:cNvSpPr>
          <p:nvPr>
            <p:ph type="dt" sz="half" idx="10"/>
          </p:nvPr>
        </p:nvSpPr>
        <p:spPr/>
        <p:txBody>
          <a:body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51F2C892-AB82-41CA-8C25-6A5E9CF43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FC5B3-CB82-4686-A7C5-A1E18AE9B6D1}"/>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33636015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2587C3-331A-439C-AAC3-C66D51EC1E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4A309E-E430-4F87-809A-C1AFB0F8F9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0288C-654B-4F61-809C-4948CCFBA0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8ADCFB-0A7B-453C-A538-C590907417B8}" type="datetimeFigureOut">
              <a:rPr lang="en-US" smtClean="0"/>
              <a:t>8/19/2020</a:t>
            </a:fld>
            <a:endParaRPr lang="en-US"/>
          </a:p>
        </p:txBody>
      </p:sp>
      <p:sp>
        <p:nvSpPr>
          <p:cNvPr id="5" name="Footer Placeholder 4">
            <a:extLst>
              <a:ext uri="{FF2B5EF4-FFF2-40B4-BE49-F238E27FC236}">
                <a16:creationId xmlns:a16="http://schemas.microsoft.com/office/drawing/2014/main" id="{C4E5F160-FF73-4FB4-9F48-A4147B998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F2E3C4-426B-417A-9636-F58785551F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6DD24C-46BB-459F-A2FC-AC7C2704E9E2}" type="slidenum">
              <a:rPr lang="en-US" smtClean="0"/>
              <a:t>‹#›</a:t>
            </a:fld>
            <a:endParaRPr lang="en-US"/>
          </a:p>
        </p:txBody>
      </p:sp>
    </p:spTree>
    <p:extLst>
      <p:ext uri="{BB962C8B-B14F-4D97-AF65-F5344CB8AC3E}">
        <p14:creationId xmlns:p14="http://schemas.microsoft.com/office/powerpoint/2010/main" val="231459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customXml" Target="../ink/ink1.xml"/><Relationship Id="rId6" Type="http://schemas.openxmlformats.org/officeDocument/2006/relationships/image" Target="../media/image22.png"/><Relationship Id="rId7" Type="http://schemas.openxmlformats.org/officeDocument/2006/relationships/customXml" Target="../ink/ink2.xml"/><Relationship Id="rId8" Type="http://schemas.openxmlformats.org/officeDocument/2006/relationships/image" Target="../media/image23.png"/><Relationship Id="rId9" Type="http://schemas.openxmlformats.org/officeDocument/2006/relationships/customXml" Target="../ink/ink3.xml"/><Relationship Id="rId10" Type="http://schemas.openxmlformats.org/officeDocument/2006/relationships/image" Target="../media/image24.png"/><Relationship Id="rId11" Type="http://schemas.openxmlformats.org/officeDocument/2006/relationships/customXml" Target="../ink/ink4.xml"/><Relationship Id="rId12" Type="http://schemas.openxmlformats.org/officeDocument/2006/relationships/image" Target="../media/image25.png"/><Relationship Id="rId13" Type="http://schemas.openxmlformats.org/officeDocument/2006/relationships/customXml" Target="../ink/ink5.xml"/><Relationship Id="rId14" Type="http://schemas.openxmlformats.org/officeDocument/2006/relationships/image" Target="../media/image26.png"/><Relationship Id="rId15" Type="http://schemas.openxmlformats.org/officeDocument/2006/relationships/customXml" Target="../ink/ink6.xml"/><Relationship Id="rId16" Type="http://schemas.openxmlformats.org/officeDocument/2006/relationships/image" Target="../media/image27.png"/><Relationship Id="rId17" Type="http://schemas.openxmlformats.org/officeDocument/2006/relationships/customXml" Target="../ink/ink7.xml"/><Relationship Id="rId18" Type="http://schemas.openxmlformats.org/officeDocument/2006/relationships/image" Target="../media/image28.png"/><Relationship Id="rId19" Type="http://schemas.openxmlformats.org/officeDocument/2006/relationships/customXml" Target="../ink/ink8.xml"/><Relationship Id="rId20" Type="http://schemas.openxmlformats.org/officeDocument/2006/relationships/image" Target="../media/image29.png"/><Relationship Id="rId21" Type="http://schemas.openxmlformats.org/officeDocument/2006/relationships/customXml" Target="../ink/ink9.xml"/><Relationship Id="rId22" Type="http://schemas.openxmlformats.org/officeDocument/2006/relationships/image" Target="../media/image30.png"/><Relationship Id="rId23" Type="http://schemas.openxmlformats.org/officeDocument/2006/relationships/customXml" Target="../ink/ink10.xml"/><Relationship Id="rId24" Type="http://schemas.openxmlformats.org/officeDocument/2006/relationships/image" Target="../media/image31.png"/><Relationship Id="rId25" Type="http://schemas.openxmlformats.org/officeDocument/2006/relationships/customXml" Target="../ink/ink11.xml"/><Relationship Id="rId26" Type="http://schemas.openxmlformats.org/officeDocument/2006/relationships/image" Target="../media/image32.png"/><Relationship Id="rId27" Type="http://schemas.openxmlformats.org/officeDocument/2006/relationships/customXml" Target="../ink/ink12.xml"/><Relationship Id="rId28" Type="http://schemas.openxmlformats.org/officeDocument/2006/relationships/image" Target="../media/image33.png"/><Relationship Id="rId29" Type="http://schemas.openxmlformats.org/officeDocument/2006/relationships/customXml" Target="../ink/ink13.xml"/><Relationship Id="rId30" Type="http://schemas.openxmlformats.org/officeDocument/2006/relationships/image" Target="../media/image34.png"/><Relationship Id="rId31" Type="http://schemas.openxmlformats.org/officeDocument/2006/relationships/customXml" Target="../ink/ink14.xml"/><Relationship Id="rId32" Type="http://schemas.openxmlformats.org/officeDocument/2006/relationships/image" Target="../media/image35.png"/><Relationship Id="rId33" Type="http://schemas.openxmlformats.org/officeDocument/2006/relationships/customXml" Target="../ink/ink15.xml"/><Relationship Id="rId34" Type="http://schemas.openxmlformats.org/officeDocument/2006/relationships/image" Target="../media/image36.png"/><Relationship Id="rId35" Type="http://schemas.openxmlformats.org/officeDocument/2006/relationships/customXml" Target="../ink/ink16.xml"/><Relationship Id="rId36" Type="http://schemas.openxmlformats.org/officeDocument/2006/relationships/image" Target="../media/image37.png"/><Relationship Id="rId37" Type="http://schemas.openxmlformats.org/officeDocument/2006/relationships/customXml" Target="../ink/ink17.xml"/><Relationship Id="rId38" Type="http://schemas.openxmlformats.org/officeDocument/2006/relationships/image" Target="../media/image38.png"/><Relationship Id="rId39" Type="http://schemas.openxmlformats.org/officeDocument/2006/relationships/customXml" Target="../ink/ink18.xml"/><Relationship Id="rId40" Type="http://schemas.openxmlformats.org/officeDocument/2006/relationships/image" Target="../media/image39.png"/><Relationship Id="rId41" Type="http://schemas.openxmlformats.org/officeDocument/2006/relationships/customXml" Target="../ink/ink19.xml"/><Relationship Id="rId43" Type="http://schemas.openxmlformats.org/officeDocument/2006/relationships/image" Target="../media/image1.png"/><Relationship Id="rId44" Type="http://schemas.openxmlformats.org/officeDocument/2006/relationships/customXml" Target="../ink/ink20.xml"/><Relationship Id="rId45" Type="http://schemas.openxmlformats.org/officeDocument/2006/relationships/customXml" Target="../ink/ink21.xml"/><Relationship Id="rId46" Type="http://schemas.openxmlformats.org/officeDocument/2006/relationships/customXml" Target="../ink/ink22.xml"/><Relationship Id="rId47" Type="http://schemas.openxmlformats.org/officeDocument/2006/relationships/customXml" Target="../ink/ink23.xml"/><Relationship Id="rId48" Type="http://schemas.openxmlformats.org/officeDocument/2006/relationships/customXml" Target="../ink/ink24.xml"/><Relationship Id="rId49" Type="http://schemas.openxmlformats.org/officeDocument/2006/relationships/image" Target="../media/image2.png"/><Relationship Id="rId50" Type="http://schemas.openxmlformats.org/officeDocument/2006/relationships/image" Target="../media/image3.svg"/><Relationship Id="rId5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ost-renal text">
            <a:extLst>
              <a:ext uri="{FF2B5EF4-FFF2-40B4-BE49-F238E27FC236}">
                <a16:creationId xmlns:a16="http://schemas.microsoft.com/office/drawing/2014/main" id="{B5ADD618-C587-1B47-BABA-10F9071B32EB}"/>
              </a:ext>
            </a:extLst>
          </p:cNvPr>
          <p:cNvSpPr txBox="1"/>
          <p:nvPr/>
        </p:nvSpPr>
        <p:spPr>
          <a:xfrm>
            <a:off x="167931" y="3946776"/>
            <a:ext cx="4204115" cy="1431161"/>
          </a:xfrm>
          <a:prstGeom prst="rect">
            <a:avLst/>
          </a:prstGeom>
          <a:noFill/>
          <a:ln>
            <a:solidFill>
              <a:schemeClr val="accent4"/>
            </a:solidFill>
          </a:ln>
        </p:spPr>
        <p:style>
          <a:lnRef idx="2">
            <a:schemeClr val="dk1"/>
          </a:lnRef>
          <a:fillRef idx="1">
            <a:schemeClr val="lt1"/>
          </a:fillRef>
          <a:effectRef idx="0">
            <a:schemeClr val="dk1"/>
          </a:effectRef>
          <a:fontRef idx="minor">
            <a:schemeClr val="dk1"/>
          </a:fontRef>
        </p:style>
        <p:txBody>
          <a:bodyPr wrap="square" lIns="274320" bIns="182880" rtlCol="0">
            <a:spAutoFit/>
          </a:bodyPr>
          <a:lstStyle/>
          <a:p>
            <a:pPr algn="ctr"/>
            <a:endParaRPr lang="en-US" sz="1400" dirty="0"/>
          </a:p>
          <a:p>
            <a:pPr algn="ctr"/>
            <a:r>
              <a:rPr lang="en-US" sz="1400" dirty="0"/>
              <a:t>Obstructed outflow of </a:t>
            </a:r>
            <a:r>
              <a:rPr lang="en-US" sz="1400" b="1" u="sng" dirty="0"/>
              <a:t>BOTH kidneys </a:t>
            </a:r>
            <a:r>
              <a:rPr lang="en-US" sz="1400" dirty="0"/>
              <a:t> or the </a:t>
            </a:r>
            <a:r>
              <a:rPr lang="en-US" sz="1400" b="1" u="sng" dirty="0"/>
              <a:t>SINGLE FUNCTIONING kidney</a:t>
            </a:r>
            <a:r>
              <a:rPr lang="en-US" sz="1400" dirty="0"/>
              <a:t>)</a:t>
            </a:r>
            <a:endParaRPr lang="en-US" sz="1200" dirty="0"/>
          </a:p>
          <a:p>
            <a:endParaRPr lang="en-US" sz="1200" dirty="0"/>
          </a:p>
          <a:p>
            <a:endParaRPr lang="en-US" sz="1200" dirty="0"/>
          </a:p>
          <a:p>
            <a:endParaRPr lang="en-US" sz="1200" dirty="0"/>
          </a:p>
        </p:txBody>
      </p:sp>
      <p:sp>
        <p:nvSpPr>
          <p:cNvPr id="95" name="Bladder">
            <a:extLst>
              <a:ext uri="{FF2B5EF4-FFF2-40B4-BE49-F238E27FC236}">
                <a16:creationId xmlns:a16="http://schemas.microsoft.com/office/drawing/2014/main" id="{0F31B453-18C0-4CB1-BB02-9D54D0B62B93}"/>
              </a:ext>
            </a:extLst>
          </p:cNvPr>
          <p:cNvSpPr txBox="1"/>
          <p:nvPr/>
        </p:nvSpPr>
        <p:spPr>
          <a:xfrm>
            <a:off x="3344904" y="5803571"/>
            <a:ext cx="1386910" cy="246221"/>
          </a:xfrm>
          <a:prstGeom prst="rect">
            <a:avLst/>
          </a:prstGeom>
          <a:noFill/>
        </p:spPr>
        <p:txBody>
          <a:bodyPr wrap="square" rtlCol="0">
            <a:spAutoFit/>
          </a:bodyPr>
          <a:lstStyle/>
          <a:p>
            <a:pPr algn="ctr"/>
            <a:r>
              <a:rPr lang="en-US" altLang="zh-CN" sz="1000" dirty="0"/>
              <a:t>Bladder</a:t>
            </a:r>
            <a:endParaRPr lang="en-US" sz="1000" dirty="0"/>
          </a:p>
        </p:txBody>
      </p:sp>
      <p:cxnSp>
        <p:nvCxnSpPr>
          <p:cNvPr id="141" name="Straight Arrow Connector 140">
            <a:extLst>
              <a:ext uri="{FF2B5EF4-FFF2-40B4-BE49-F238E27FC236}">
                <a16:creationId xmlns:a16="http://schemas.microsoft.com/office/drawing/2014/main" id="{F9F21A9D-679F-3643-9716-C81F2EEE7652}"/>
              </a:ext>
            </a:extLst>
          </p:cNvPr>
          <p:cNvCxnSpPr>
            <a:cxnSpLocks/>
            <a:stCxn id="138" idx="1"/>
          </p:cNvCxnSpPr>
          <p:nvPr/>
        </p:nvCxnSpPr>
        <p:spPr>
          <a:xfrm flipH="1" flipV="1">
            <a:off x="7251472" y="3320116"/>
            <a:ext cx="1356587" cy="387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60" name="Title">
            <a:extLst>
              <a:ext uri="{FF2B5EF4-FFF2-40B4-BE49-F238E27FC236}">
                <a16:creationId xmlns:a16="http://schemas.microsoft.com/office/drawing/2014/main" id="{0683686E-EF44-5743-8029-3B213B142AAE}"/>
              </a:ext>
            </a:extLst>
          </p:cNvPr>
          <p:cNvSpPr txBox="1"/>
          <p:nvPr/>
        </p:nvSpPr>
        <p:spPr>
          <a:xfrm>
            <a:off x="4302809" y="111428"/>
            <a:ext cx="3088650" cy="800219"/>
          </a:xfrm>
          <a:prstGeom prst="rect">
            <a:avLst/>
          </a:prstGeom>
          <a:solidFill>
            <a:schemeClr val="bg1"/>
          </a:solidFill>
        </p:spPr>
        <p:txBody>
          <a:bodyPr wrap="square" rtlCol="0">
            <a:spAutoFit/>
          </a:bodyPr>
          <a:lstStyle/>
          <a:p>
            <a:pPr algn="ctr"/>
            <a:r>
              <a:rPr lang="en-US" sz="2800" b="1" dirty="0"/>
              <a:t>Acute Kidney Injury</a:t>
            </a:r>
          </a:p>
          <a:p>
            <a:pPr algn="ctr"/>
            <a:r>
              <a:rPr lang="en-US" dirty="0"/>
              <a:t>(Abrupt rise in serum Cr)</a:t>
            </a:r>
          </a:p>
        </p:txBody>
      </p:sp>
      <p:grpSp>
        <p:nvGrpSpPr>
          <p:cNvPr id="16" name="Group 15">
            <a:extLst>
              <a:ext uri="{FF2B5EF4-FFF2-40B4-BE49-F238E27FC236}">
                <a16:creationId xmlns:a16="http://schemas.microsoft.com/office/drawing/2014/main" id="{7E06E281-74E8-41B8-BC7D-51F485D2288D}"/>
              </a:ext>
            </a:extLst>
          </p:cNvPr>
          <p:cNvGrpSpPr/>
          <p:nvPr/>
        </p:nvGrpSpPr>
        <p:grpSpPr>
          <a:xfrm>
            <a:off x="142140" y="4006842"/>
            <a:ext cx="396765" cy="757691"/>
            <a:chOff x="39023" y="3636143"/>
            <a:chExt cx="396765" cy="1416679"/>
          </a:xfrm>
        </p:grpSpPr>
        <p:sp>
          <p:nvSpPr>
            <p:cNvPr id="28" name="Left Bracket 27">
              <a:extLst>
                <a:ext uri="{FF2B5EF4-FFF2-40B4-BE49-F238E27FC236}">
                  <a16:creationId xmlns:a16="http://schemas.microsoft.com/office/drawing/2014/main" id="{8DCCF054-F1DD-4C51-BC04-03D4493FA13C}"/>
                </a:ext>
              </a:extLst>
            </p:cNvPr>
            <p:cNvSpPr/>
            <p:nvPr/>
          </p:nvSpPr>
          <p:spPr>
            <a:xfrm>
              <a:off x="332426" y="3636143"/>
              <a:ext cx="103362" cy="1254727"/>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ABA6E6AA-48C0-4E0B-BA6B-0252FF20504A}"/>
                </a:ext>
              </a:extLst>
            </p:cNvPr>
            <p:cNvSpPr txBox="1"/>
            <p:nvPr/>
          </p:nvSpPr>
          <p:spPr>
            <a:xfrm>
              <a:off x="39023" y="3765431"/>
              <a:ext cx="369332" cy="1287391"/>
            </a:xfrm>
            <a:prstGeom prst="rect">
              <a:avLst/>
            </a:prstGeom>
            <a:noFill/>
          </p:spPr>
          <p:txBody>
            <a:bodyPr vert="vert270" wrap="square" rtlCol="0">
              <a:spAutoFit/>
            </a:bodyPr>
            <a:lstStyle/>
            <a:p>
              <a:pPr algn="ctr"/>
              <a:r>
                <a:rPr lang="en-US" sz="1200" dirty="0"/>
                <a:t>Etiology</a:t>
              </a:r>
            </a:p>
          </p:txBody>
        </p:sp>
      </p:grpSp>
      <p:sp>
        <p:nvSpPr>
          <p:cNvPr id="30" name="Left Bracket 29">
            <a:extLst>
              <a:ext uri="{FF2B5EF4-FFF2-40B4-BE49-F238E27FC236}">
                <a16:creationId xmlns:a16="http://schemas.microsoft.com/office/drawing/2014/main" id="{1CFE4290-9DE5-4B90-AB2E-47EE57D56D7E}"/>
              </a:ext>
            </a:extLst>
          </p:cNvPr>
          <p:cNvSpPr/>
          <p:nvPr/>
        </p:nvSpPr>
        <p:spPr>
          <a:xfrm>
            <a:off x="444122" y="4831001"/>
            <a:ext cx="81696" cy="43673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9" name="TextBox 178">
            <a:extLst>
              <a:ext uri="{FF2B5EF4-FFF2-40B4-BE49-F238E27FC236}">
                <a16:creationId xmlns:a16="http://schemas.microsoft.com/office/drawing/2014/main" id="{BD5DBEAC-4130-4A32-A940-E50ED2B37126}"/>
              </a:ext>
            </a:extLst>
          </p:cNvPr>
          <p:cNvSpPr txBox="1"/>
          <p:nvPr/>
        </p:nvSpPr>
        <p:spPr>
          <a:xfrm>
            <a:off x="147187" y="4889534"/>
            <a:ext cx="369332" cy="308964"/>
          </a:xfrm>
          <a:prstGeom prst="rect">
            <a:avLst/>
          </a:prstGeom>
          <a:noFill/>
        </p:spPr>
        <p:txBody>
          <a:bodyPr vert="vert270" wrap="square" rtlCol="0">
            <a:spAutoFit/>
          </a:bodyPr>
          <a:lstStyle/>
          <a:p>
            <a:pPr algn="ctr"/>
            <a:r>
              <a:rPr lang="en-US" sz="1200" dirty="0"/>
              <a:t>Dx</a:t>
            </a:r>
          </a:p>
        </p:txBody>
      </p:sp>
      <p:sp>
        <p:nvSpPr>
          <p:cNvPr id="180" name="TextBox 179">
            <a:extLst>
              <a:ext uri="{FF2B5EF4-FFF2-40B4-BE49-F238E27FC236}">
                <a16:creationId xmlns:a16="http://schemas.microsoft.com/office/drawing/2014/main" id="{3571FBFA-EC5E-4625-993F-7036E711CAFB}"/>
              </a:ext>
            </a:extLst>
          </p:cNvPr>
          <p:cNvSpPr txBox="1"/>
          <p:nvPr/>
        </p:nvSpPr>
        <p:spPr>
          <a:xfrm>
            <a:off x="549075" y="4776265"/>
            <a:ext cx="3793048" cy="523220"/>
          </a:xfrm>
          <a:prstGeom prst="rect">
            <a:avLst/>
          </a:prstGeom>
          <a:noFill/>
        </p:spPr>
        <p:txBody>
          <a:bodyPr wrap="square" rtlCol="0">
            <a:spAutoFit/>
          </a:bodyPr>
          <a:lstStyle/>
          <a:p>
            <a:pPr marL="228600" indent="-228600">
              <a:buAutoNum type="arabicPeriod"/>
            </a:pPr>
            <a:r>
              <a:rPr lang="en-US" sz="1400" dirty="0"/>
              <a:t>History</a:t>
            </a:r>
          </a:p>
          <a:p>
            <a:pPr marL="228600" indent="-228600">
              <a:buAutoNum type="arabicPeriod"/>
            </a:pPr>
            <a:r>
              <a:rPr lang="en-US" sz="1400" dirty="0"/>
              <a:t>Hydronephrosis on ultrasound of kidney</a:t>
            </a:r>
          </a:p>
        </p:txBody>
      </p:sp>
      <p:grpSp>
        <p:nvGrpSpPr>
          <p:cNvPr id="38" name="Intra-renal text">
            <a:extLst>
              <a:ext uri="{FF2B5EF4-FFF2-40B4-BE49-F238E27FC236}">
                <a16:creationId xmlns:a16="http://schemas.microsoft.com/office/drawing/2014/main" id="{4BCC65ED-A6D7-4CDE-9A9B-0F190FE90B9C}"/>
              </a:ext>
            </a:extLst>
          </p:cNvPr>
          <p:cNvGrpSpPr/>
          <p:nvPr/>
        </p:nvGrpSpPr>
        <p:grpSpPr>
          <a:xfrm>
            <a:off x="7817895" y="696853"/>
            <a:ext cx="3846953" cy="646331"/>
            <a:chOff x="7817895" y="696853"/>
            <a:chExt cx="3846953" cy="646331"/>
          </a:xfrm>
        </p:grpSpPr>
        <p:grpSp>
          <p:nvGrpSpPr>
            <p:cNvPr id="37" name="Intra-renal text">
              <a:extLst>
                <a:ext uri="{FF2B5EF4-FFF2-40B4-BE49-F238E27FC236}">
                  <a16:creationId xmlns:a16="http://schemas.microsoft.com/office/drawing/2014/main" id="{C0FD414A-FD8D-4BBB-B57D-555D89ABB8D3}"/>
                </a:ext>
              </a:extLst>
            </p:cNvPr>
            <p:cNvGrpSpPr/>
            <p:nvPr/>
          </p:nvGrpSpPr>
          <p:grpSpPr>
            <a:xfrm>
              <a:off x="7817895" y="696853"/>
              <a:ext cx="3846953" cy="646331"/>
              <a:chOff x="7817895" y="696853"/>
              <a:chExt cx="3846953" cy="646331"/>
            </a:xfrm>
          </p:grpSpPr>
          <p:sp>
            <p:nvSpPr>
              <p:cNvPr id="3" name="Intra-renal text">
                <a:extLst>
                  <a:ext uri="{FF2B5EF4-FFF2-40B4-BE49-F238E27FC236}">
                    <a16:creationId xmlns:a16="http://schemas.microsoft.com/office/drawing/2014/main" id="{D29F5983-9CB6-814A-9159-1DF07D83E4DB}"/>
                  </a:ext>
                </a:extLst>
              </p:cNvPr>
              <p:cNvSpPr txBox="1"/>
              <p:nvPr/>
            </p:nvSpPr>
            <p:spPr>
              <a:xfrm>
                <a:off x="7879354" y="696853"/>
                <a:ext cx="3785494" cy="646331"/>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wrap="square" lIns="365760" rtlCol="0">
                <a:spAutoFit/>
              </a:bodyPr>
              <a:lstStyle/>
              <a:p>
                <a:pPr marL="228600" indent="-228600">
                  <a:buAutoNum type="arabicPeriod"/>
                </a:pPr>
                <a:r>
                  <a:rPr lang="en-US" sz="1200" dirty="0"/>
                  <a:t>“Active” urine sediment (supports intra-renal)</a:t>
                </a:r>
              </a:p>
              <a:p>
                <a:pPr marL="228600" indent="-228600">
                  <a:buAutoNum type="arabicPeriod"/>
                </a:pPr>
                <a:r>
                  <a:rPr lang="en-US" sz="1200" dirty="0"/>
                  <a:t>Elevated </a:t>
                </a:r>
                <a:r>
                  <a:rPr lang="en-US" sz="1200" dirty="0" err="1"/>
                  <a:t>FeNa</a:t>
                </a:r>
                <a:r>
                  <a:rPr lang="en-US" sz="1200" dirty="0"/>
                  <a:t> while oliguric (rules out pre-renal)</a:t>
                </a:r>
              </a:p>
              <a:p>
                <a:pPr marL="228600" indent="-228600">
                  <a:buAutoNum type="arabicPeriod"/>
                </a:pPr>
                <a:r>
                  <a:rPr lang="en-US" sz="1200" dirty="0"/>
                  <a:t>Normal kidney US (rules out post-renal).  </a:t>
                </a:r>
              </a:p>
            </p:txBody>
          </p:sp>
          <p:sp>
            <p:nvSpPr>
              <p:cNvPr id="46" name="TextBox 45">
                <a:extLst>
                  <a:ext uri="{FF2B5EF4-FFF2-40B4-BE49-F238E27FC236}">
                    <a16:creationId xmlns:a16="http://schemas.microsoft.com/office/drawing/2014/main" id="{35E95A72-6D5C-4D74-98BF-08293A32CE94}"/>
                  </a:ext>
                </a:extLst>
              </p:cNvPr>
              <p:cNvSpPr txBox="1"/>
              <p:nvPr/>
            </p:nvSpPr>
            <p:spPr>
              <a:xfrm>
                <a:off x="7817895" y="934430"/>
                <a:ext cx="369332" cy="306468"/>
              </a:xfrm>
              <a:prstGeom prst="rect">
                <a:avLst/>
              </a:prstGeom>
              <a:noFill/>
            </p:spPr>
            <p:txBody>
              <a:bodyPr vert="vert270" wrap="square" rtlCol="0">
                <a:spAutoFit/>
              </a:bodyPr>
              <a:lstStyle/>
              <a:p>
                <a:pPr algn="ctr"/>
                <a:r>
                  <a:rPr lang="en-US" sz="1200" dirty="0"/>
                  <a:t>Dx</a:t>
                </a:r>
              </a:p>
            </p:txBody>
          </p:sp>
        </p:grpSp>
        <p:sp>
          <p:nvSpPr>
            <p:cNvPr id="45" name="Left Bracket 44">
              <a:extLst>
                <a:ext uri="{FF2B5EF4-FFF2-40B4-BE49-F238E27FC236}">
                  <a16:creationId xmlns:a16="http://schemas.microsoft.com/office/drawing/2014/main" id="{F4DB33D5-740E-4B94-9733-C3B5CF6C59E6}"/>
                </a:ext>
              </a:extLst>
            </p:cNvPr>
            <p:cNvSpPr/>
            <p:nvPr/>
          </p:nvSpPr>
          <p:spPr>
            <a:xfrm>
              <a:off x="8134533" y="745278"/>
              <a:ext cx="45719" cy="541557"/>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02C299A7-F7B1-438C-82A2-D6481CBEA309}"/>
              </a:ext>
            </a:extLst>
          </p:cNvPr>
          <p:cNvGrpSpPr/>
          <p:nvPr/>
        </p:nvGrpSpPr>
        <p:grpSpPr>
          <a:xfrm>
            <a:off x="3302245" y="1024693"/>
            <a:ext cx="4361071" cy="5939175"/>
            <a:chOff x="3285641" y="808208"/>
            <a:chExt cx="4361071" cy="5939175"/>
          </a:xfrm>
        </p:grpSpPr>
        <p:grpSp>
          <p:nvGrpSpPr>
            <p:cNvPr id="4" name="Group 3">
              <a:extLst>
                <a:ext uri="{FF2B5EF4-FFF2-40B4-BE49-F238E27FC236}">
                  <a16:creationId xmlns:a16="http://schemas.microsoft.com/office/drawing/2014/main" id="{98385516-DB46-4ED8-8758-A8EDA8DC7A39}"/>
                </a:ext>
              </a:extLst>
            </p:cNvPr>
            <p:cNvGrpSpPr/>
            <p:nvPr/>
          </p:nvGrpSpPr>
          <p:grpSpPr>
            <a:xfrm>
              <a:off x="3285641" y="808208"/>
              <a:ext cx="4361071" cy="5939175"/>
              <a:chOff x="3285641" y="808208"/>
              <a:chExt cx="4361071" cy="5939175"/>
            </a:xfrm>
          </p:grpSpPr>
          <p:grpSp>
            <p:nvGrpSpPr>
              <p:cNvPr id="19" name="Group 18">
                <a:extLst>
                  <a:ext uri="{FF2B5EF4-FFF2-40B4-BE49-F238E27FC236}">
                    <a16:creationId xmlns:a16="http://schemas.microsoft.com/office/drawing/2014/main" id="{7276A391-F06F-4AFF-B71C-DBFB7FDD1DA6}"/>
                  </a:ext>
                </a:extLst>
              </p:cNvPr>
              <p:cNvGrpSpPr/>
              <p:nvPr/>
            </p:nvGrpSpPr>
            <p:grpSpPr>
              <a:xfrm>
                <a:off x="3285641" y="3899922"/>
                <a:ext cx="2000488" cy="2817524"/>
                <a:chOff x="3285641" y="3899922"/>
                <a:chExt cx="2000488" cy="2817524"/>
              </a:xfrm>
            </p:grpSpPr>
            <p:grpSp>
              <p:nvGrpSpPr>
                <p:cNvPr id="89" name="postrenal system">
                  <a:extLst>
                    <a:ext uri="{FF2B5EF4-FFF2-40B4-BE49-F238E27FC236}">
                      <a16:creationId xmlns:a16="http://schemas.microsoft.com/office/drawing/2014/main" id="{27478AFC-EA61-43A7-A938-96D13CD77044}"/>
                    </a:ext>
                  </a:extLst>
                </p:cNvPr>
                <p:cNvGrpSpPr/>
                <p:nvPr/>
              </p:nvGrpSpPr>
              <p:grpSpPr>
                <a:xfrm>
                  <a:off x="3478532" y="3899922"/>
                  <a:ext cx="1807597" cy="2817524"/>
                  <a:chOff x="3437505" y="3938587"/>
                  <a:chExt cx="1807597" cy="2817524"/>
                </a:xfrm>
              </p:grpSpPr>
              <p:sp>
                <p:nvSpPr>
                  <p:cNvPr id="90" name="Freeform: Shape 89">
                    <a:extLst>
                      <a:ext uri="{FF2B5EF4-FFF2-40B4-BE49-F238E27FC236}">
                        <a16:creationId xmlns:a16="http://schemas.microsoft.com/office/drawing/2014/main" id="{06CE7166-62CC-43E7-B34A-5B8142F1951A}"/>
                      </a:ext>
                    </a:extLst>
                  </p:cNvPr>
                  <p:cNvSpPr/>
                  <p:nvPr/>
                </p:nvSpPr>
                <p:spPr>
                  <a:xfrm>
                    <a:off x="4508502" y="4103687"/>
                    <a:ext cx="736600" cy="1652588"/>
                  </a:xfrm>
                  <a:custGeom>
                    <a:avLst/>
                    <a:gdLst>
                      <a:gd name="connsiteX0" fmla="*/ 795337 w 795337"/>
                      <a:gd name="connsiteY0" fmla="*/ 0 h 2152650"/>
                      <a:gd name="connsiteX1" fmla="*/ 466725 w 795337"/>
                      <a:gd name="connsiteY1" fmla="*/ 814387 h 2152650"/>
                      <a:gd name="connsiteX2" fmla="*/ 400050 w 795337"/>
                      <a:gd name="connsiteY2" fmla="*/ 1866900 h 2152650"/>
                      <a:gd name="connsiteX3" fmla="*/ 0 w 795337"/>
                      <a:gd name="connsiteY3" fmla="*/ 2152650 h 2152650"/>
                      <a:gd name="connsiteX0" fmla="*/ 795337 w 795337"/>
                      <a:gd name="connsiteY0" fmla="*/ 0 h 2152650"/>
                      <a:gd name="connsiteX1" fmla="*/ 466725 w 795337"/>
                      <a:gd name="connsiteY1" fmla="*/ 814387 h 2152650"/>
                      <a:gd name="connsiteX2" fmla="*/ 393700 w 795337"/>
                      <a:gd name="connsiteY2" fmla="*/ 1276350 h 2152650"/>
                      <a:gd name="connsiteX3" fmla="*/ 0 w 795337"/>
                      <a:gd name="connsiteY3" fmla="*/ 2152650 h 2152650"/>
                      <a:gd name="connsiteX0" fmla="*/ 782637 w 782637"/>
                      <a:gd name="connsiteY0" fmla="*/ 0 h 1651000"/>
                      <a:gd name="connsiteX1" fmla="*/ 454025 w 782637"/>
                      <a:gd name="connsiteY1" fmla="*/ 814387 h 1651000"/>
                      <a:gd name="connsiteX2" fmla="*/ 381000 w 782637"/>
                      <a:gd name="connsiteY2" fmla="*/ 1276350 h 1651000"/>
                      <a:gd name="connsiteX3" fmla="*/ 0 w 782637"/>
                      <a:gd name="connsiteY3" fmla="*/ 1651000 h 1651000"/>
                      <a:gd name="connsiteX0" fmla="*/ 754062 w 754062"/>
                      <a:gd name="connsiteY0" fmla="*/ 0 h 1651000"/>
                      <a:gd name="connsiteX1" fmla="*/ 425450 w 754062"/>
                      <a:gd name="connsiteY1" fmla="*/ 814387 h 1651000"/>
                      <a:gd name="connsiteX2" fmla="*/ 352425 w 754062"/>
                      <a:gd name="connsiteY2" fmla="*/ 1276350 h 1651000"/>
                      <a:gd name="connsiteX3" fmla="*/ 0 w 754062"/>
                      <a:gd name="connsiteY3" fmla="*/ 1651000 h 1651000"/>
                      <a:gd name="connsiteX0" fmla="*/ 720725 w 720725"/>
                      <a:gd name="connsiteY0" fmla="*/ 0 h 1636713"/>
                      <a:gd name="connsiteX1" fmla="*/ 392113 w 720725"/>
                      <a:gd name="connsiteY1" fmla="*/ 814387 h 1636713"/>
                      <a:gd name="connsiteX2" fmla="*/ 319088 w 720725"/>
                      <a:gd name="connsiteY2" fmla="*/ 1276350 h 1636713"/>
                      <a:gd name="connsiteX3" fmla="*/ 0 w 720725"/>
                      <a:gd name="connsiteY3" fmla="*/ 1636713 h 1636713"/>
                      <a:gd name="connsiteX0" fmla="*/ 736600 w 736600"/>
                      <a:gd name="connsiteY0" fmla="*/ 0 h 1652588"/>
                      <a:gd name="connsiteX1" fmla="*/ 392113 w 736600"/>
                      <a:gd name="connsiteY1" fmla="*/ 83026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Lst>
                    <a:ahLst/>
                    <a:cxnLst>
                      <a:cxn ang="0">
                        <a:pos x="connsiteX0" y="connsiteY0"/>
                      </a:cxn>
                      <a:cxn ang="0">
                        <a:pos x="connsiteX1" y="connsiteY1"/>
                      </a:cxn>
                      <a:cxn ang="0">
                        <a:pos x="connsiteX2" y="connsiteY2"/>
                      </a:cxn>
                      <a:cxn ang="0">
                        <a:pos x="connsiteX3" y="connsiteY3"/>
                      </a:cxn>
                    </a:cxnLst>
                    <a:rect l="l" t="t" r="r" b="b"/>
                    <a:pathLst>
                      <a:path w="736600" h="1652588">
                        <a:moveTo>
                          <a:pt x="736600" y="0"/>
                        </a:moveTo>
                        <a:cubicBezTo>
                          <a:pt x="586184" y="242093"/>
                          <a:pt x="537898" y="291041"/>
                          <a:pt x="468313" y="506412"/>
                        </a:cubicBezTo>
                        <a:cubicBezTo>
                          <a:pt x="398728" y="721783"/>
                          <a:pt x="396875" y="1069181"/>
                          <a:pt x="319088" y="1292225"/>
                        </a:cubicBezTo>
                        <a:cubicBezTo>
                          <a:pt x="241300" y="1515269"/>
                          <a:pt x="161131" y="1621235"/>
                          <a:pt x="0" y="1652588"/>
                        </a:cubicBezTo>
                      </a:path>
                    </a:pathLst>
                  </a:custGeom>
                  <a:ln w="19050">
                    <a:solidFill>
                      <a:schemeClr val="accent4"/>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92" name="Freeform: Shape 91">
                    <a:extLst>
                      <a:ext uri="{FF2B5EF4-FFF2-40B4-BE49-F238E27FC236}">
                        <a16:creationId xmlns:a16="http://schemas.microsoft.com/office/drawing/2014/main" id="{3C34AB81-AC81-4748-8E03-E59BEC5ACBE8}"/>
                      </a:ext>
                    </a:extLst>
                  </p:cNvPr>
                  <p:cNvSpPr/>
                  <p:nvPr/>
                </p:nvSpPr>
                <p:spPr>
                  <a:xfrm>
                    <a:off x="3967480" y="5555417"/>
                    <a:ext cx="581242" cy="619308"/>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Shape 93">
                    <a:extLst>
                      <a:ext uri="{FF2B5EF4-FFF2-40B4-BE49-F238E27FC236}">
                        <a16:creationId xmlns:a16="http://schemas.microsoft.com/office/drawing/2014/main" id="{F263BA48-D739-4EDB-98C3-9077EB1D3C1F}"/>
                      </a:ext>
                    </a:extLst>
                  </p:cNvPr>
                  <p:cNvSpPr/>
                  <p:nvPr/>
                </p:nvSpPr>
                <p:spPr>
                  <a:xfrm>
                    <a:off x="4064000" y="6164743"/>
                    <a:ext cx="12700" cy="584200"/>
                  </a:xfrm>
                  <a:custGeom>
                    <a:avLst/>
                    <a:gdLst>
                      <a:gd name="connsiteX0" fmla="*/ 0 w 12700"/>
                      <a:gd name="connsiteY0" fmla="*/ 0 h 584200"/>
                      <a:gd name="connsiteX1" fmla="*/ 12700 w 12700"/>
                      <a:gd name="connsiteY1" fmla="*/ 584200 h 584200"/>
                    </a:gdLst>
                    <a:ahLst/>
                    <a:cxnLst>
                      <a:cxn ang="0">
                        <a:pos x="connsiteX0" y="connsiteY0"/>
                      </a:cxn>
                      <a:cxn ang="0">
                        <a:pos x="connsiteX1" y="connsiteY1"/>
                      </a:cxn>
                    </a:cxnLst>
                    <a:rect l="l" t="t" r="r" b="b"/>
                    <a:pathLst>
                      <a:path w="12700" h="584200">
                        <a:moveTo>
                          <a:pt x="0" y="0"/>
                        </a:moveTo>
                        <a:lnTo>
                          <a:pt x="12700" y="584200"/>
                        </a:ln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846788AA-215E-4D44-8881-2DDADF59AC82}"/>
                      </a:ext>
                    </a:extLst>
                  </p:cNvPr>
                  <p:cNvSpPr/>
                  <p:nvPr/>
                </p:nvSpPr>
                <p:spPr>
                  <a:xfrm>
                    <a:off x="3934693" y="6171911"/>
                    <a:ext cx="12700" cy="584200"/>
                  </a:xfrm>
                  <a:custGeom>
                    <a:avLst/>
                    <a:gdLst>
                      <a:gd name="connsiteX0" fmla="*/ 0 w 12700"/>
                      <a:gd name="connsiteY0" fmla="*/ 0 h 584200"/>
                      <a:gd name="connsiteX1" fmla="*/ 12700 w 12700"/>
                      <a:gd name="connsiteY1" fmla="*/ 584200 h 584200"/>
                    </a:gdLst>
                    <a:ahLst/>
                    <a:cxnLst>
                      <a:cxn ang="0">
                        <a:pos x="connsiteX0" y="connsiteY0"/>
                      </a:cxn>
                      <a:cxn ang="0">
                        <a:pos x="connsiteX1" y="connsiteY1"/>
                      </a:cxn>
                    </a:cxnLst>
                    <a:rect l="l" t="t" r="r" b="b"/>
                    <a:pathLst>
                      <a:path w="12700" h="584200">
                        <a:moveTo>
                          <a:pt x="0" y="0"/>
                        </a:moveTo>
                        <a:lnTo>
                          <a:pt x="12700" y="584200"/>
                        </a:ln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Shape 98">
                    <a:extLst>
                      <a:ext uri="{FF2B5EF4-FFF2-40B4-BE49-F238E27FC236}">
                        <a16:creationId xmlns:a16="http://schemas.microsoft.com/office/drawing/2014/main" id="{05AA9277-73AE-4F0B-915F-F1A568B1FF07}"/>
                      </a:ext>
                    </a:extLst>
                  </p:cNvPr>
                  <p:cNvSpPr/>
                  <p:nvPr/>
                </p:nvSpPr>
                <p:spPr>
                  <a:xfrm>
                    <a:off x="3757995" y="6209560"/>
                    <a:ext cx="440907" cy="338101"/>
                  </a:xfrm>
                  <a:custGeom>
                    <a:avLst/>
                    <a:gdLst>
                      <a:gd name="connsiteX0" fmla="*/ 119950 w 439078"/>
                      <a:gd name="connsiteY0" fmla="*/ 7630 h 337498"/>
                      <a:gd name="connsiteX1" fmla="*/ 12000 w 439078"/>
                      <a:gd name="connsiteY1" fmla="*/ 96530 h 337498"/>
                      <a:gd name="connsiteX2" fmla="*/ 18350 w 439078"/>
                      <a:gd name="connsiteY2" fmla="*/ 287030 h 337498"/>
                      <a:gd name="connsiteX3" fmla="*/ 151700 w 439078"/>
                      <a:gd name="connsiteY3" fmla="*/ 331480 h 337498"/>
                      <a:gd name="connsiteX4" fmla="*/ 405700 w 439078"/>
                      <a:gd name="connsiteY4" fmla="*/ 312430 h 337498"/>
                      <a:gd name="connsiteX5" fmla="*/ 437450 w 439078"/>
                      <a:gd name="connsiteY5" fmla="*/ 109230 h 337498"/>
                      <a:gd name="connsiteX6" fmla="*/ 418400 w 439078"/>
                      <a:gd name="connsiteY6" fmla="*/ 26680 h 337498"/>
                      <a:gd name="connsiteX7" fmla="*/ 316800 w 439078"/>
                      <a:gd name="connsiteY7" fmla="*/ 7630 h 337498"/>
                      <a:gd name="connsiteX8" fmla="*/ 119950 w 439078"/>
                      <a:gd name="connsiteY8" fmla="*/ 7630 h 337498"/>
                      <a:gd name="connsiteX0" fmla="*/ 119950 w 440907"/>
                      <a:gd name="connsiteY0" fmla="*/ 8233 h 338101"/>
                      <a:gd name="connsiteX1" fmla="*/ 12000 w 440907"/>
                      <a:gd name="connsiteY1" fmla="*/ 97133 h 338101"/>
                      <a:gd name="connsiteX2" fmla="*/ 18350 w 440907"/>
                      <a:gd name="connsiteY2" fmla="*/ 287633 h 338101"/>
                      <a:gd name="connsiteX3" fmla="*/ 151700 w 440907"/>
                      <a:gd name="connsiteY3" fmla="*/ 332083 h 338101"/>
                      <a:gd name="connsiteX4" fmla="*/ 405700 w 440907"/>
                      <a:gd name="connsiteY4" fmla="*/ 313033 h 338101"/>
                      <a:gd name="connsiteX5" fmla="*/ 437450 w 440907"/>
                      <a:gd name="connsiteY5" fmla="*/ 109833 h 338101"/>
                      <a:gd name="connsiteX6" fmla="*/ 393000 w 440907"/>
                      <a:gd name="connsiteY6" fmla="*/ 46333 h 338101"/>
                      <a:gd name="connsiteX7" fmla="*/ 316800 w 440907"/>
                      <a:gd name="connsiteY7" fmla="*/ 8233 h 338101"/>
                      <a:gd name="connsiteX8" fmla="*/ 119950 w 440907"/>
                      <a:gd name="connsiteY8" fmla="*/ 8233 h 3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07" h="338101">
                        <a:moveTo>
                          <a:pt x="119950" y="8233"/>
                        </a:moveTo>
                        <a:cubicBezTo>
                          <a:pt x="69150" y="23050"/>
                          <a:pt x="28933" y="50566"/>
                          <a:pt x="12000" y="97133"/>
                        </a:cubicBezTo>
                        <a:cubicBezTo>
                          <a:pt x="-4933" y="143700"/>
                          <a:pt x="-4933" y="248475"/>
                          <a:pt x="18350" y="287633"/>
                        </a:cubicBezTo>
                        <a:cubicBezTo>
                          <a:pt x="41633" y="326791"/>
                          <a:pt x="87142" y="327850"/>
                          <a:pt x="151700" y="332083"/>
                        </a:cubicBezTo>
                        <a:cubicBezTo>
                          <a:pt x="216258" y="336316"/>
                          <a:pt x="358075" y="350075"/>
                          <a:pt x="405700" y="313033"/>
                        </a:cubicBezTo>
                        <a:cubicBezTo>
                          <a:pt x="453325" y="275991"/>
                          <a:pt x="439567" y="154283"/>
                          <a:pt x="437450" y="109833"/>
                        </a:cubicBezTo>
                        <a:cubicBezTo>
                          <a:pt x="435333" y="65383"/>
                          <a:pt x="413108" y="63266"/>
                          <a:pt x="393000" y="46333"/>
                        </a:cubicBezTo>
                        <a:cubicBezTo>
                          <a:pt x="372892" y="29400"/>
                          <a:pt x="362308" y="14583"/>
                          <a:pt x="316800" y="8233"/>
                        </a:cubicBezTo>
                        <a:cubicBezTo>
                          <a:pt x="271292" y="1883"/>
                          <a:pt x="170750" y="-6584"/>
                          <a:pt x="119950" y="8233"/>
                        </a:cubicBezTo>
                        <a:close/>
                      </a:path>
                    </a:pathLst>
                  </a:custGeom>
                  <a:solidFill>
                    <a:schemeClr val="accent4">
                      <a:lumMod val="20000"/>
                      <a:lumOff val="80000"/>
                    </a:schemeClr>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Shape 100">
                    <a:extLst>
                      <a:ext uri="{FF2B5EF4-FFF2-40B4-BE49-F238E27FC236}">
                        <a16:creationId xmlns:a16="http://schemas.microsoft.com/office/drawing/2014/main" id="{ACEA91E8-08C3-4F8D-9184-2FDAEF617366}"/>
                      </a:ext>
                    </a:extLst>
                  </p:cNvPr>
                  <p:cNvSpPr/>
                  <p:nvPr/>
                </p:nvSpPr>
                <p:spPr>
                  <a:xfrm>
                    <a:off x="4462463" y="3938587"/>
                    <a:ext cx="609600" cy="1728787"/>
                  </a:xfrm>
                  <a:custGeom>
                    <a:avLst/>
                    <a:gdLst>
                      <a:gd name="connsiteX0" fmla="*/ 647700 w 647700"/>
                      <a:gd name="connsiteY0" fmla="*/ 0 h 1719262"/>
                      <a:gd name="connsiteX1" fmla="*/ 490537 w 647700"/>
                      <a:gd name="connsiteY1" fmla="*/ 309562 h 1719262"/>
                      <a:gd name="connsiteX2" fmla="*/ 385762 w 647700"/>
                      <a:gd name="connsiteY2" fmla="*/ 723900 h 1719262"/>
                      <a:gd name="connsiteX3" fmla="*/ 319087 w 647700"/>
                      <a:gd name="connsiteY3" fmla="*/ 1228725 h 1719262"/>
                      <a:gd name="connsiteX4" fmla="*/ 257175 w 647700"/>
                      <a:gd name="connsiteY4" fmla="*/ 1490662 h 1719262"/>
                      <a:gd name="connsiteX5" fmla="*/ 138112 w 647700"/>
                      <a:gd name="connsiteY5" fmla="*/ 1647825 h 1719262"/>
                      <a:gd name="connsiteX6" fmla="*/ 0 w 647700"/>
                      <a:gd name="connsiteY6" fmla="*/ 1719262 h 1719262"/>
                      <a:gd name="connsiteX0" fmla="*/ 609600 w 609600"/>
                      <a:gd name="connsiteY0" fmla="*/ 0 h 1719262"/>
                      <a:gd name="connsiteX1" fmla="*/ 452437 w 609600"/>
                      <a:gd name="connsiteY1" fmla="*/ 309562 h 1719262"/>
                      <a:gd name="connsiteX2" fmla="*/ 347662 w 609600"/>
                      <a:gd name="connsiteY2" fmla="*/ 723900 h 1719262"/>
                      <a:gd name="connsiteX3" fmla="*/ 280987 w 609600"/>
                      <a:gd name="connsiteY3" fmla="*/ 1228725 h 1719262"/>
                      <a:gd name="connsiteX4" fmla="*/ 219075 w 609600"/>
                      <a:gd name="connsiteY4" fmla="*/ 1490662 h 1719262"/>
                      <a:gd name="connsiteX5" fmla="*/ 100012 w 609600"/>
                      <a:gd name="connsiteY5" fmla="*/ 1647825 h 1719262"/>
                      <a:gd name="connsiteX6" fmla="*/ 0 w 609600"/>
                      <a:gd name="connsiteY6" fmla="*/ 1719262 h 1719262"/>
                      <a:gd name="connsiteX0" fmla="*/ 609600 w 609600"/>
                      <a:gd name="connsiteY0" fmla="*/ 0 h 1728787"/>
                      <a:gd name="connsiteX1" fmla="*/ 452437 w 609600"/>
                      <a:gd name="connsiteY1" fmla="*/ 319087 h 1728787"/>
                      <a:gd name="connsiteX2" fmla="*/ 347662 w 609600"/>
                      <a:gd name="connsiteY2" fmla="*/ 733425 h 1728787"/>
                      <a:gd name="connsiteX3" fmla="*/ 280987 w 609600"/>
                      <a:gd name="connsiteY3" fmla="*/ 1238250 h 1728787"/>
                      <a:gd name="connsiteX4" fmla="*/ 219075 w 609600"/>
                      <a:gd name="connsiteY4" fmla="*/ 1500187 h 1728787"/>
                      <a:gd name="connsiteX5" fmla="*/ 100012 w 609600"/>
                      <a:gd name="connsiteY5" fmla="*/ 1657350 h 1728787"/>
                      <a:gd name="connsiteX6" fmla="*/ 0 w 609600"/>
                      <a:gd name="connsiteY6" fmla="*/ 1728787 h 172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1728787">
                        <a:moveTo>
                          <a:pt x="609600" y="0"/>
                        </a:moveTo>
                        <a:cubicBezTo>
                          <a:pt x="552846" y="94456"/>
                          <a:pt x="496093" y="196850"/>
                          <a:pt x="452437" y="319087"/>
                        </a:cubicBezTo>
                        <a:cubicBezTo>
                          <a:pt x="408781" y="441325"/>
                          <a:pt x="376237" y="580231"/>
                          <a:pt x="347662" y="733425"/>
                        </a:cubicBezTo>
                        <a:cubicBezTo>
                          <a:pt x="319087" y="886619"/>
                          <a:pt x="302418" y="1110456"/>
                          <a:pt x="280987" y="1238250"/>
                        </a:cubicBezTo>
                        <a:cubicBezTo>
                          <a:pt x="259556" y="1366044"/>
                          <a:pt x="249238" y="1430337"/>
                          <a:pt x="219075" y="1500187"/>
                        </a:cubicBezTo>
                        <a:cubicBezTo>
                          <a:pt x="188912" y="1570037"/>
                          <a:pt x="142874" y="1619250"/>
                          <a:pt x="100012" y="1657350"/>
                        </a:cubicBezTo>
                        <a:cubicBezTo>
                          <a:pt x="57150" y="1695450"/>
                          <a:pt x="47625" y="1712118"/>
                          <a:pt x="0" y="1728787"/>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Freeform: Shape 168">
                    <a:extLst>
                      <a:ext uri="{FF2B5EF4-FFF2-40B4-BE49-F238E27FC236}">
                        <a16:creationId xmlns:a16="http://schemas.microsoft.com/office/drawing/2014/main" id="{E626679A-187A-4D39-8923-9F267DA60BE9}"/>
                      </a:ext>
                    </a:extLst>
                  </p:cNvPr>
                  <p:cNvSpPr/>
                  <p:nvPr/>
                </p:nvSpPr>
                <p:spPr>
                  <a:xfrm flipH="1">
                    <a:off x="3437505" y="5555417"/>
                    <a:ext cx="581242" cy="619308"/>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Shape 17">
                  <a:extLst>
                    <a:ext uri="{FF2B5EF4-FFF2-40B4-BE49-F238E27FC236}">
                      <a16:creationId xmlns:a16="http://schemas.microsoft.com/office/drawing/2014/main" id="{F6F72AEB-F249-44C0-BCAD-FCE6BC236CFD}"/>
                    </a:ext>
                  </a:extLst>
                </p:cNvPr>
                <p:cNvSpPr/>
                <p:nvPr/>
              </p:nvSpPr>
              <p:spPr>
                <a:xfrm>
                  <a:off x="3364992" y="5522976"/>
                  <a:ext cx="170688" cy="176784"/>
                </a:xfrm>
                <a:custGeom>
                  <a:avLst/>
                  <a:gdLst>
                    <a:gd name="connsiteX0" fmla="*/ 170688 w 170688"/>
                    <a:gd name="connsiteY0" fmla="*/ 176784 h 176784"/>
                    <a:gd name="connsiteX1" fmla="*/ 73152 w 170688"/>
                    <a:gd name="connsiteY1" fmla="*/ 103632 h 176784"/>
                    <a:gd name="connsiteX2" fmla="*/ 0 w 170688"/>
                    <a:gd name="connsiteY2" fmla="*/ 0 h 176784"/>
                  </a:gdLst>
                  <a:ahLst/>
                  <a:cxnLst>
                    <a:cxn ang="0">
                      <a:pos x="connsiteX0" y="connsiteY0"/>
                    </a:cxn>
                    <a:cxn ang="0">
                      <a:pos x="connsiteX1" y="connsiteY1"/>
                    </a:cxn>
                    <a:cxn ang="0">
                      <a:pos x="connsiteX2" y="connsiteY2"/>
                    </a:cxn>
                  </a:cxnLst>
                  <a:rect l="l" t="t" r="r" b="b"/>
                  <a:pathLst>
                    <a:path w="170688" h="176784">
                      <a:moveTo>
                        <a:pt x="170688" y="176784"/>
                      </a:moveTo>
                      <a:cubicBezTo>
                        <a:pt x="136144" y="154940"/>
                        <a:pt x="101600" y="133096"/>
                        <a:pt x="73152" y="103632"/>
                      </a:cubicBezTo>
                      <a:cubicBezTo>
                        <a:pt x="44704"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70" name="Freeform: Shape 169">
                  <a:extLst>
                    <a:ext uri="{FF2B5EF4-FFF2-40B4-BE49-F238E27FC236}">
                      <a16:creationId xmlns:a16="http://schemas.microsoft.com/office/drawing/2014/main" id="{78F69166-6CDB-4F03-997B-86C849106045}"/>
                    </a:ext>
                  </a:extLst>
                </p:cNvPr>
                <p:cNvSpPr/>
                <p:nvPr/>
              </p:nvSpPr>
              <p:spPr>
                <a:xfrm>
                  <a:off x="3285641" y="5611368"/>
                  <a:ext cx="207264" cy="176784"/>
                </a:xfrm>
                <a:custGeom>
                  <a:avLst/>
                  <a:gdLst>
                    <a:gd name="connsiteX0" fmla="*/ 170688 w 170688"/>
                    <a:gd name="connsiteY0" fmla="*/ 176784 h 176784"/>
                    <a:gd name="connsiteX1" fmla="*/ 73152 w 170688"/>
                    <a:gd name="connsiteY1" fmla="*/ 103632 h 176784"/>
                    <a:gd name="connsiteX2" fmla="*/ 0 w 170688"/>
                    <a:gd name="connsiteY2" fmla="*/ 0 h 176784"/>
                    <a:gd name="connsiteX0" fmla="*/ 207264 w 207264"/>
                    <a:gd name="connsiteY0" fmla="*/ 176784 h 176784"/>
                    <a:gd name="connsiteX1" fmla="*/ 109728 w 207264"/>
                    <a:gd name="connsiteY1" fmla="*/ 103632 h 176784"/>
                    <a:gd name="connsiteX2" fmla="*/ 0 w 207264"/>
                    <a:gd name="connsiteY2" fmla="*/ 0 h 176784"/>
                  </a:gdLst>
                  <a:ahLst/>
                  <a:cxnLst>
                    <a:cxn ang="0">
                      <a:pos x="connsiteX0" y="connsiteY0"/>
                    </a:cxn>
                    <a:cxn ang="0">
                      <a:pos x="connsiteX1" y="connsiteY1"/>
                    </a:cxn>
                    <a:cxn ang="0">
                      <a:pos x="connsiteX2" y="connsiteY2"/>
                    </a:cxn>
                  </a:cxnLst>
                  <a:rect l="l" t="t" r="r" b="b"/>
                  <a:pathLst>
                    <a:path w="207264" h="176784">
                      <a:moveTo>
                        <a:pt x="207264" y="176784"/>
                      </a:moveTo>
                      <a:cubicBezTo>
                        <a:pt x="172720" y="154940"/>
                        <a:pt x="138176" y="133096"/>
                        <a:pt x="109728" y="103632"/>
                      </a:cubicBezTo>
                      <a:cubicBezTo>
                        <a:pt x="81280"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grpSp>
          <p:sp>
            <p:nvSpPr>
              <p:cNvPr id="113" name="Freeform: Shape 37">
                <a:extLst>
                  <a:ext uri="{FF2B5EF4-FFF2-40B4-BE49-F238E27FC236}">
                    <a16:creationId xmlns:a16="http://schemas.microsoft.com/office/drawing/2014/main" id="{82E50A14-F821-400B-A033-0AA063F34B93}"/>
                  </a:ext>
                </a:extLst>
              </p:cNvPr>
              <p:cNvSpPr/>
              <p:nvPr/>
            </p:nvSpPr>
            <p:spPr>
              <a:xfrm>
                <a:off x="4350395" y="808208"/>
                <a:ext cx="3296317" cy="5939175"/>
              </a:xfrm>
              <a:custGeom>
                <a:avLst/>
                <a:gdLst>
                  <a:gd name="connsiteX0" fmla="*/ 345952 w 3433807"/>
                  <a:gd name="connsiteY0" fmla="*/ 2200478 h 6793190"/>
                  <a:gd name="connsiteX1" fmla="*/ 12577 w 3433807"/>
                  <a:gd name="connsiteY1" fmla="*/ 1467053 h 6793190"/>
                  <a:gd name="connsiteX2" fmla="*/ 126877 w 3433807"/>
                  <a:gd name="connsiteY2" fmla="*/ 752678 h 6793190"/>
                  <a:gd name="connsiteX3" fmla="*/ 650752 w 3433807"/>
                  <a:gd name="connsiteY3" fmla="*/ 200228 h 6793190"/>
                  <a:gd name="connsiteX4" fmla="*/ 1393702 w 3433807"/>
                  <a:gd name="connsiteY4" fmla="*/ 203 h 6793190"/>
                  <a:gd name="connsiteX5" fmla="*/ 2108077 w 3433807"/>
                  <a:gd name="connsiteY5" fmla="*/ 228803 h 6793190"/>
                  <a:gd name="connsiteX6" fmla="*/ 2784352 w 3433807"/>
                  <a:gd name="connsiteY6" fmla="*/ 828878 h 6793190"/>
                  <a:gd name="connsiteX7" fmla="*/ 3308227 w 3433807"/>
                  <a:gd name="connsiteY7" fmla="*/ 2352878 h 6793190"/>
                  <a:gd name="connsiteX8" fmla="*/ 3422527 w 3433807"/>
                  <a:gd name="connsiteY8" fmla="*/ 4210253 h 6793190"/>
                  <a:gd name="connsiteX9" fmla="*/ 3108202 w 3433807"/>
                  <a:gd name="connsiteY9" fmla="*/ 6353378 h 6793190"/>
                  <a:gd name="connsiteX10" fmla="*/ 2098552 w 3433807"/>
                  <a:gd name="connsiteY10" fmla="*/ 6791528 h 6793190"/>
                  <a:gd name="connsiteX11" fmla="*/ 736477 w 3433807"/>
                  <a:gd name="connsiteY11" fmla="*/ 6296228 h 6793190"/>
                  <a:gd name="connsiteX12" fmla="*/ 431677 w 3433807"/>
                  <a:gd name="connsiteY12" fmla="*/ 4972253 h 6793190"/>
                  <a:gd name="connsiteX13" fmla="*/ 707902 w 3433807"/>
                  <a:gd name="connsiteY13" fmla="*/ 4029278 h 6793190"/>
                  <a:gd name="connsiteX14" fmla="*/ 898402 w 3433807"/>
                  <a:gd name="connsiteY14" fmla="*/ 3876878 h 6793190"/>
                  <a:gd name="connsiteX15" fmla="*/ 898402 w 3433807"/>
                  <a:gd name="connsiteY15" fmla="*/ 3876878 h 6793190"/>
                  <a:gd name="connsiteX0" fmla="*/ 605991 w 3693846"/>
                  <a:gd name="connsiteY0" fmla="*/ 2200478 h 6793190"/>
                  <a:gd name="connsiteX1" fmla="*/ 3371 w 3693846"/>
                  <a:gd name="connsiteY1" fmla="*/ 1507673 h 6793190"/>
                  <a:gd name="connsiteX2" fmla="*/ 386916 w 3693846"/>
                  <a:gd name="connsiteY2" fmla="*/ 752678 h 6793190"/>
                  <a:gd name="connsiteX3" fmla="*/ 910791 w 3693846"/>
                  <a:gd name="connsiteY3" fmla="*/ 200228 h 6793190"/>
                  <a:gd name="connsiteX4" fmla="*/ 1653741 w 3693846"/>
                  <a:gd name="connsiteY4" fmla="*/ 203 h 6793190"/>
                  <a:gd name="connsiteX5" fmla="*/ 2368116 w 3693846"/>
                  <a:gd name="connsiteY5" fmla="*/ 228803 h 6793190"/>
                  <a:gd name="connsiteX6" fmla="*/ 3044391 w 3693846"/>
                  <a:gd name="connsiteY6" fmla="*/ 828878 h 6793190"/>
                  <a:gd name="connsiteX7" fmla="*/ 3568266 w 3693846"/>
                  <a:gd name="connsiteY7" fmla="*/ 2352878 h 6793190"/>
                  <a:gd name="connsiteX8" fmla="*/ 3682566 w 3693846"/>
                  <a:gd name="connsiteY8" fmla="*/ 4210253 h 6793190"/>
                  <a:gd name="connsiteX9" fmla="*/ 3368241 w 3693846"/>
                  <a:gd name="connsiteY9" fmla="*/ 6353378 h 6793190"/>
                  <a:gd name="connsiteX10" fmla="*/ 2358591 w 3693846"/>
                  <a:gd name="connsiteY10" fmla="*/ 6791528 h 6793190"/>
                  <a:gd name="connsiteX11" fmla="*/ 996516 w 3693846"/>
                  <a:gd name="connsiteY11" fmla="*/ 6296228 h 6793190"/>
                  <a:gd name="connsiteX12" fmla="*/ 691716 w 3693846"/>
                  <a:gd name="connsiteY12" fmla="*/ 4972253 h 6793190"/>
                  <a:gd name="connsiteX13" fmla="*/ 967941 w 3693846"/>
                  <a:gd name="connsiteY13" fmla="*/ 4029278 h 6793190"/>
                  <a:gd name="connsiteX14" fmla="*/ 1158441 w 3693846"/>
                  <a:gd name="connsiteY14" fmla="*/ 3876878 h 6793190"/>
                  <a:gd name="connsiteX15" fmla="*/ 1158441 w 3693846"/>
                  <a:gd name="connsiteY15" fmla="*/ 3876878 h 6793190"/>
                  <a:gd name="connsiteX0" fmla="*/ 624945 w 3712800"/>
                  <a:gd name="connsiteY0" fmla="*/ 2200454 h 6793166"/>
                  <a:gd name="connsiteX1" fmla="*/ 22325 w 3712800"/>
                  <a:gd name="connsiteY1" fmla="*/ 1507649 h 6793166"/>
                  <a:gd name="connsiteX2" fmla="*/ 206430 w 3712800"/>
                  <a:gd name="connsiteY2" fmla="*/ 681566 h 6793166"/>
                  <a:gd name="connsiteX3" fmla="*/ 929745 w 3712800"/>
                  <a:gd name="connsiteY3" fmla="*/ 200204 h 6793166"/>
                  <a:gd name="connsiteX4" fmla="*/ 1672695 w 3712800"/>
                  <a:gd name="connsiteY4" fmla="*/ 179 h 6793166"/>
                  <a:gd name="connsiteX5" fmla="*/ 2387070 w 3712800"/>
                  <a:gd name="connsiteY5" fmla="*/ 228779 h 6793166"/>
                  <a:gd name="connsiteX6" fmla="*/ 3063345 w 3712800"/>
                  <a:gd name="connsiteY6" fmla="*/ 828854 h 6793166"/>
                  <a:gd name="connsiteX7" fmla="*/ 3587220 w 3712800"/>
                  <a:gd name="connsiteY7" fmla="*/ 2352854 h 6793166"/>
                  <a:gd name="connsiteX8" fmla="*/ 3701520 w 3712800"/>
                  <a:gd name="connsiteY8" fmla="*/ 4210229 h 6793166"/>
                  <a:gd name="connsiteX9" fmla="*/ 3387195 w 3712800"/>
                  <a:gd name="connsiteY9" fmla="*/ 6353354 h 6793166"/>
                  <a:gd name="connsiteX10" fmla="*/ 2377545 w 3712800"/>
                  <a:gd name="connsiteY10" fmla="*/ 6791504 h 6793166"/>
                  <a:gd name="connsiteX11" fmla="*/ 1015470 w 3712800"/>
                  <a:gd name="connsiteY11" fmla="*/ 6296204 h 6793166"/>
                  <a:gd name="connsiteX12" fmla="*/ 710670 w 3712800"/>
                  <a:gd name="connsiteY12" fmla="*/ 4972229 h 6793166"/>
                  <a:gd name="connsiteX13" fmla="*/ 986895 w 3712800"/>
                  <a:gd name="connsiteY13" fmla="*/ 4029254 h 6793166"/>
                  <a:gd name="connsiteX14" fmla="*/ 1177395 w 3712800"/>
                  <a:gd name="connsiteY14" fmla="*/ 3876854 h 6793166"/>
                  <a:gd name="connsiteX15" fmla="*/ 1177395 w 3712800"/>
                  <a:gd name="connsiteY15" fmla="*/ 3876854 h 6793166"/>
                  <a:gd name="connsiteX0" fmla="*/ 624393 w 3712248"/>
                  <a:gd name="connsiteY0" fmla="*/ 2201242 h 6793954"/>
                  <a:gd name="connsiteX1" fmla="*/ 21773 w 3712248"/>
                  <a:gd name="connsiteY1" fmla="*/ 1508437 h 6793954"/>
                  <a:gd name="connsiteX2" fmla="*/ 205878 w 3712248"/>
                  <a:gd name="connsiteY2" fmla="*/ 682354 h 6793954"/>
                  <a:gd name="connsiteX3" fmla="*/ 899277 w 3712248"/>
                  <a:gd name="connsiteY3" fmla="*/ 170525 h 6793954"/>
                  <a:gd name="connsiteX4" fmla="*/ 1672143 w 3712248"/>
                  <a:gd name="connsiteY4" fmla="*/ 967 h 6793954"/>
                  <a:gd name="connsiteX5" fmla="*/ 2386518 w 3712248"/>
                  <a:gd name="connsiteY5" fmla="*/ 229567 h 6793954"/>
                  <a:gd name="connsiteX6" fmla="*/ 3062793 w 3712248"/>
                  <a:gd name="connsiteY6" fmla="*/ 829642 h 6793954"/>
                  <a:gd name="connsiteX7" fmla="*/ 3586668 w 3712248"/>
                  <a:gd name="connsiteY7" fmla="*/ 2353642 h 6793954"/>
                  <a:gd name="connsiteX8" fmla="*/ 3700968 w 3712248"/>
                  <a:gd name="connsiteY8" fmla="*/ 4211017 h 6793954"/>
                  <a:gd name="connsiteX9" fmla="*/ 3386643 w 3712248"/>
                  <a:gd name="connsiteY9" fmla="*/ 6354142 h 6793954"/>
                  <a:gd name="connsiteX10" fmla="*/ 2376993 w 3712248"/>
                  <a:gd name="connsiteY10" fmla="*/ 6792292 h 6793954"/>
                  <a:gd name="connsiteX11" fmla="*/ 1014918 w 3712248"/>
                  <a:gd name="connsiteY11" fmla="*/ 6296992 h 6793954"/>
                  <a:gd name="connsiteX12" fmla="*/ 710118 w 3712248"/>
                  <a:gd name="connsiteY12" fmla="*/ 4973017 h 6793954"/>
                  <a:gd name="connsiteX13" fmla="*/ 986343 w 3712248"/>
                  <a:gd name="connsiteY13" fmla="*/ 4030042 h 6793954"/>
                  <a:gd name="connsiteX14" fmla="*/ 1176843 w 3712248"/>
                  <a:gd name="connsiteY14" fmla="*/ 3877642 h 6793954"/>
                  <a:gd name="connsiteX15" fmla="*/ 1176843 w 3712248"/>
                  <a:gd name="connsiteY15" fmla="*/ 3877642 h 6793954"/>
                  <a:gd name="connsiteX0" fmla="*/ 465229 w 3702666"/>
                  <a:gd name="connsiteY0" fmla="*/ 2079378 h 6793954"/>
                  <a:gd name="connsiteX1" fmla="*/ 12191 w 3702666"/>
                  <a:gd name="connsiteY1" fmla="*/ 1508437 h 6793954"/>
                  <a:gd name="connsiteX2" fmla="*/ 196296 w 3702666"/>
                  <a:gd name="connsiteY2" fmla="*/ 682354 h 6793954"/>
                  <a:gd name="connsiteX3" fmla="*/ 889695 w 3702666"/>
                  <a:gd name="connsiteY3" fmla="*/ 170525 h 6793954"/>
                  <a:gd name="connsiteX4" fmla="*/ 1662561 w 3702666"/>
                  <a:gd name="connsiteY4" fmla="*/ 967 h 6793954"/>
                  <a:gd name="connsiteX5" fmla="*/ 2376936 w 3702666"/>
                  <a:gd name="connsiteY5" fmla="*/ 229567 h 6793954"/>
                  <a:gd name="connsiteX6" fmla="*/ 3053211 w 3702666"/>
                  <a:gd name="connsiteY6" fmla="*/ 829642 h 6793954"/>
                  <a:gd name="connsiteX7" fmla="*/ 3577086 w 3702666"/>
                  <a:gd name="connsiteY7" fmla="*/ 2353642 h 6793954"/>
                  <a:gd name="connsiteX8" fmla="*/ 3691386 w 3702666"/>
                  <a:gd name="connsiteY8" fmla="*/ 4211017 h 6793954"/>
                  <a:gd name="connsiteX9" fmla="*/ 3377061 w 3702666"/>
                  <a:gd name="connsiteY9" fmla="*/ 6354142 h 6793954"/>
                  <a:gd name="connsiteX10" fmla="*/ 2367411 w 3702666"/>
                  <a:gd name="connsiteY10" fmla="*/ 6792292 h 6793954"/>
                  <a:gd name="connsiteX11" fmla="*/ 1005336 w 3702666"/>
                  <a:gd name="connsiteY11" fmla="*/ 6296992 h 6793954"/>
                  <a:gd name="connsiteX12" fmla="*/ 700536 w 3702666"/>
                  <a:gd name="connsiteY12" fmla="*/ 4973017 h 6793954"/>
                  <a:gd name="connsiteX13" fmla="*/ 976761 w 3702666"/>
                  <a:gd name="connsiteY13" fmla="*/ 4030042 h 6793954"/>
                  <a:gd name="connsiteX14" fmla="*/ 1167261 w 3702666"/>
                  <a:gd name="connsiteY14" fmla="*/ 3877642 h 6793954"/>
                  <a:gd name="connsiteX15" fmla="*/ 1167261 w 3702666"/>
                  <a:gd name="connsiteY15" fmla="*/ 3877642 h 6793954"/>
                  <a:gd name="connsiteX0" fmla="*/ 465229 w 3702666"/>
                  <a:gd name="connsiteY0" fmla="*/ 2079378 h 6793954"/>
                  <a:gd name="connsiteX1" fmla="*/ 12191 w 3702666"/>
                  <a:gd name="connsiteY1" fmla="*/ 1508437 h 6793954"/>
                  <a:gd name="connsiteX2" fmla="*/ 196296 w 3702666"/>
                  <a:gd name="connsiteY2" fmla="*/ 682354 h 6793954"/>
                  <a:gd name="connsiteX3" fmla="*/ 889695 w 3702666"/>
                  <a:gd name="connsiteY3" fmla="*/ 170525 h 6793954"/>
                  <a:gd name="connsiteX4" fmla="*/ 1662561 w 3702666"/>
                  <a:gd name="connsiteY4" fmla="*/ 967 h 6793954"/>
                  <a:gd name="connsiteX5" fmla="*/ 2376936 w 3702666"/>
                  <a:gd name="connsiteY5" fmla="*/ 229567 h 6793954"/>
                  <a:gd name="connsiteX6" fmla="*/ 3053211 w 3702666"/>
                  <a:gd name="connsiteY6" fmla="*/ 829642 h 6793954"/>
                  <a:gd name="connsiteX7" fmla="*/ 3577086 w 3702666"/>
                  <a:gd name="connsiteY7" fmla="*/ 2353642 h 6793954"/>
                  <a:gd name="connsiteX8" fmla="*/ 3691386 w 3702666"/>
                  <a:gd name="connsiteY8" fmla="*/ 4211017 h 6793954"/>
                  <a:gd name="connsiteX9" fmla="*/ 3377061 w 3702666"/>
                  <a:gd name="connsiteY9" fmla="*/ 6354142 h 6793954"/>
                  <a:gd name="connsiteX10" fmla="*/ 2367411 w 3702666"/>
                  <a:gd name="connsiteY10" fmla="*/ 6792292 h 6793954"/>
                  <a:gd name="connsiteX11" fmla="*/ 1005336 w 3702666"/>
                  <a:gd name="connsiteY11" fmla="*/ 6296992 h 6793954"/>
                  <a:gd name="connsiteX12" fmla="*/ 700536 w 3702666"/>
                  <a:gd name="connsiteY12" fmla="*/ 4973017 h 6793954"/>
                  <a:gd name="connsiteX13" fmla="*/ 976761 w 3702666"/>
                  <a:gd name="connsiteY13" fmla="*/ 4030042 h 6793954"/>
                  <a:gd name="connsiteX14" fmla="*/ 1167261 w 3702666"/>
                  <a:gd name="connsiteY14" fmla="*/ 3877642 h 6793954"/>
                  <a:gd name="connsiteX15" fmla="*/ 1167261 w 3702666"/>
                  <a:gd name="connsiteY15" fmla="*/ 3877642 h 679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02666" h="6793954">
                    <a:moveTo>
                      <a:pt x="465229" y="2079378"/>
                    </a:moveTo>
                    <a:cubicBezTo>
                      <a:pt x="426489" y="2016111"/>
                      <a:pt x="57013" y="1741274"/>
                      <a:pt x="12191" y="1508437"/>
                    </a:cubicBezTo>
                    <a:cubicBezTo>
                      <a:pt x="-32631" y="1275600"/>
                      <a:pt x="50045" y="905339"/>
                      <a:pt x="196296" y="682354"/>
                    </a:cubicBezTo>
                    <a:cubicBezTo>
                      <a:pt x="342547" y="459369"/>
                      <a:pt x="645318" y="284089"/>
                      <a:pt x="889695" y="170525"/>
                    </a:cubicBezTo>
                    <a:cubicBezTo>
                      <a:pt x="1134072" y="56961"/>
                      <a:pt x="1414688" y="-8873"/>
                      <a:pt x="1662561" y="967"/>
                    </a:cubicBezTo>
                    <a:cubicBezTo>
                      <a:pt x="1910434" y="10807"/>
                      <a:pt x="2145161" y="91454"/>
                      <a:pt x="2376936" y="229567"/>
                    </a:cubicBezTo>
                    <a:cubicBezTo>
                      <a:pt x="2608711" y="367679"/>
                      <a:pt x="2853186" y="475629"/>
                      <a:pt x="3053211" y="829642"/>
                    </a:cubicBezTo>
                    <a:cubicBezTo>
                      <a:pt x="3253236" y="1183655"/>
                      <a:pt x="3470724" y="1790079"/>
                      <a:pt x="3577086" y="2353642"/>
                    </a:cubicBezTo>
                    <a:cubicBezTo>
                      <a:pt x="3683449" y="2917205"/>
                      <a:pt x="3724724" y="3544267"/>
                      <a:pt x="3691386" y="4211017"/>
                    </a:cubicBezTo>
                    <a:cubicBezTo>
                      <a:pt x="3658049" y="4877767"/>
                      <a:pt x="3597724" y="5923930"/>
                      <a:pt x="3377061" y="6354142"/>
                    </a:cubicBezTo>
                    <a:cubicBezTo>
                      <a:pt x="3156399" y="6784355"/>
                      <a:pt x="2762698" y="6801817"/>
                      <a:pt x="2367411" y="6792292"/>
                    </a:cubicBezTo>
                    <a:cubicBezTo>
                      <a:pt x="1972124" y="6782767"/>
                      <a:pt x="1283149" y="6600205"/>
                      <a:pt x="1005336" y="6296992"/>
                    </a:cubicBezTo>
                    <a:cubicBezTo>
                      <a:pt x="727524" y="5993780"/>
                      <a:pt x="705299" y="5350842"/>
                      <a:pt x="700536" y="4973017"/>
                    </a:cubicBezTo>
                    <a:cubicBezTo>
                      <a:pt x="695774" y="4595192"/>
                      <a:pt x="898974" y="4212605"/>
                      <a:pt x="976761" y="4030042"/>
                    </a:cubicBezTo>
                    <a:cubicBezTo>
                      <a:pt x="1054549" y="3847480"/>
                      <a:pt x="1167261" y="3877642"/>
                      <a:pt x="1167261" y="3877642"/>
                    </a:cubicBezTo>
                    <a:lnTo>
                      <a:pt x="1167261" y="3877642"/>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4016B048-CF87-41A0-9914-730D9FD03B81}"/>
                  </a:ext>
                </a:extLst>
              </p:cNvPr>
              <p:cNvGrpSpPr/>
              <p:nvPr/>
            </p:nvGrpSpPr>
            <p:grpSpPr>
              <a:xfrm>
                <a:off x="6510637" y="1940871"/>
                <a:ext cx="912065" cy="3106639"/>
                <a:chOff x="6441660" y="1309890"/>
                <a:chExt cx="1083600" cy="3758760"/>
              </a:xfrm>
            </p:grpSpPr>
            <mc:AlternateContent xmlns:mc="http://schemas.openxmlformats.org/markup-compatibility/2006" xmlns:p14="http://schemas.microsoft.com/office/powerpoint/2010/main">
              <mc:Choice Requires="p14">
                <p:contentPart p14:bwMode="auto" r:id="rId3">
                  <p14:nvContentPartPr>
                    <p14:cNvPr id="117" name="Ink 116">
                      <a:extLst>
                        <a:ext uri="{FF2B5EF4-FFF2-40B4-BE49-F238E27FC236}">
                          <a16:creationId xmlns:a16="http://schemas.microsoft.com/office/drawing/2014/main" id="{CE9FED98-A56D-4072-BA9E-79D1A8CC99D6}"/>
                        </a:ext>
                      </a:extLst>
                    </p14:cNvPr>
                    <p14:cNvContentPartPr/>
                    <p14:nvPr/>
                  </p14:nvContentPartPr>
                  <p14:xfrm>
                    <a:off x="7022340" y="2284410"/>
                    <a:ext cx="279000" cy="439560"/>
                  </p14:xfrm>
                </p:contentPart>
              </mc:Choice>
              <mc:Fallback xmlns="">
                <p:pic>
                  <p:nvPicPr>
                    <p:cNvPr id="117" name="Ink 116">
                      <a:extLst>
                        <a:ext uri="{FF2B5EF4-FFF2-40B4-BE49-F238E27FC236}">
                          <a16:creationId xmlns:a16="http://schemas.microsoft.com/office/drawing/2014/main" id="{CE9FED98-A56D-4072-BA9E-79D1A8CC99D6}"/>
                        </a:ext>
                      </a:extLst>
                    </p:cNvPr>
                    <p:cNvPicPr/>
                    <p:nvPr/>
                  </p:nvPicPr>
                  <p:blipFill>
                    <a:blip r:embed="rId6"/>
                    <a:stretch>
                      <a:fillRect/>
                    </a:stretch>
                  </p:blipFill>
                  <p:spPr>
                    <a:xfrm>
                      <a:off x="7017205" y="2279188"/>
                      <a:ext cx="289270" cy="45000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4" name="Ink 123">
                      <a:extLst>
                        <a:ext uri="{FF2B5EF4-FFF2-40B4-BE49-F238E27FC236}">
                          <a16:creationId xmlns:a16="http://schemas.microsoft.com/office/drawing/2014/main" id="{92D88E1F-9366-4BCE-A309-393CB3F8DFAB}"/>
                        </a:ext>
                      </a:extLst>
                    </p14:cNvPr>
                    <p14:cNvContentPartPr/>
                    <p14:nvPr/>
                  </p14:nvContentPartPr>
                  <p14:xfrm>
                    <a:off x="7029540" y="2586450"/>
                    <a:ext cx="255600" cy="461160"/>
                  </p14:xfrm>
                </p:contentPart>
              </mc:Choice>
              <mc:Fallback xmlns="">
                <p:pic>
                  <p:nvPicPr>
                    <p:cNvPr id="124" name="Ink 123">
                      <a:extLst>
                        <a:ext uri="{FF2B5EF4-FFF2-40B4-BE49-F238E27FC236}">
                          <a16:creationId xmlns:a16="http://schemas.microsoft.com/office/drawing/2014/main" id="{92D88E1F-9366-4BCE-A309-393CB3F8DFAB}"/>
                        </a:ext>
                      </a:extLst>
                    </p:cNvPr>
                    <p:cNvPicPr/>
                    <p:nvPr/>
                  </p:nvPicPr>
                  <p:blipFill>
                    <a:blip r:embed="rId8"/>
                    <a:stretch>
                      <a:fillRect/>
                    </a:stretch>
                  </p:blipFill>
                  <p:spPr>
                    <a:xfrm>
                      <a:off x="7024411" y="2581224"/>
                      <a:ext cx="265858" cy="47161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4" name="Ink 133">
                      <a:extLst>
                        <a:ext uri="{FF2B5EF4-FFF2-40B4-BE49-F238E27FC236}">
                          <a16:creationId xmlns:a16="http://schemas.microsoft.com/office/drawing/2014/main" id="{00BE4041-1896-444A-B472-C10A801801C9}"/>
                        </a:ext>
                      </a:extLst>
                    </p14:cNvPr>
                    <p14:cNvContentPartPr/>
                    <p14:nvPr/>
                  </p14:nvContentPartPr>
                  <p14:xfrm>
                    <a:off x="7079940" y="2912970"/>
                    <a:ext cx="317880" cy="481320"/>
                  </p14:xfrm>
                </p:contentPart>
              </mc:Choice>
              <mc:Fallback xmlns="">
                <p:pic>
                  <p:nvPicPr>
                    <p:cNvPr id="134" name="Ink 133">
                      <a:extLst>
                        <a:ext uri="{FF2B5EF4-FFF2-40B4-BE49-F238E27FC236}">
                          <a16:creationId xmlns:a16="http://schemas.microsoft.com/office/drawing/2014/main" id="{00BE4041-1896-444A-B472-C10A801801C9}"/>
                        </a:ext>
                      </a:extLst>
                    </p:cNvPr>
                    <p:cNvPicPr/>
                    <p:nvPr/>
                  </p:nvPicPr>
                  <p:blipFill>
                    <a:blip r:embed="rId10"/>
                    <a:stretch>
                      <a:fillRect/>
                    </a:stretch>
                  </p:blipFill>
                  <p:spPr>
                    <a:xfrm>
                      <a:off x="7074806" y="2907743"/>
                      <a:ext cx="328148" cy="49177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3" name="Ink 142">
                      <a:extLst>
                        <a:ext uri="{FF2B5EF4-FFF2-40B4-BE49-F238E27FC236}">
                          <a16:creationId xmlns:a16="http://schemas.microsoft.com/office/drawing/2014/main" id="{156D24E0-DFF5-4BA1-B1C2-99790A813B07}"/>
                        </a:ext>
                      </a:extLst>
                    </p14:cNvPr>
                    <p14:cNvContentPartPr/>
                    <p14:nvPr/>
                  </p14:nvContentPartPr>
                  <p14:xfrm>
                    <a:off x="7084260" y="3225090"/>
                    <a:ext cx="308520" cy="562320"/>
                  </p14:xfrm>
                </p:contentPart>
              </mc:Choice>
              <mc:Fallback xmlns="">
                <p:pic>
                  <p:nvPicPr>
                    <p:cNvPr id="143" name="Ink 142">
                      <a:extLst>
                        <a:ext uri="{FF2B5EF4-FFF2-40B4-BE49-F238E27FC236}">
                          <a16:creationId xmlns:a16="http://schemas.microsoft.com/office/drawing/2014/main" id="{156D24E0-DFF5-4BA1-B1C2-99790A813B07}"/>
                        </a:ext>
                      </a:extLst>
                    </p:cNvPr>
                    <p:cNvPicPr/>
                    <p:nvPr/>
                  </p:nvPicPr>
                  <p:blipFill>
                    <a:blip r:embed="rId12"/>
                    <a:stretch>
                      <a:fillRect/>
                    </a:stretch>
                  </p:blipFill>
                  <p:spPr>
                    <a:xfrm>
                      <a:off x="7079132" y="3219859"/>
                      <a:ext cx="318776" cy="572782"/>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8" name="Ink 147">
                      <a:extLst>
                        <a:ext uri="{FF2B5EF4-FFF2-40B4-BE49-F238E27FC236}">
                          <a16:creationId xmlns:a16="http://schemas.microsoft.com/office/drawing/2014/main" id="{F4BCB7C4-0FD9-4A35-BF93-73A65A6F2BD9}"/>
                        </a:ext>
                      </a:extLst>
                    </p14:cNvPr>
                    <p14:cNvContentPartPr/>
                    <p14:nvPr/>
                  </p14:nvContentPartPr>
                  <p14:xfrm>
                    <a:off x="7136100" y="3474570"/>
                    <a:ext cx="318600" cy="574560"/>
                  </p14:xfrm>
                </p:contentPart>
              </mc:Choice>
              <mc:Fallback xmlns="">
                <p:pic>
                  <p:nvPicPr>
                    <p:cNvPr id="148" name="Ink 147">
                      <a:extLst>
                        <a:ext uri="{FF2B5EF4-FFF2-40B4-BE49-F238E27FC236}">
                          <a16:creationId xmlns:a16="http://schemas.microsoft.com/office/drawing/2014/main" id="{F4BCB7C4-0FD9-4A35-BF93-73A65A6F2BD9}"/>
                        </a:ext>
                      </a:extLst>
                    </p:cNvPr>
                    <p:cNvPicPr/>
                    <p:nvPr/>
                  </p:nvPicPr>
                  <p:blipFill>
                    <a:blip r:embed="rId14"/>
                    <a:stretch>
                      <a:fillRect/>
                    </a:stretch>
                  </p:blipFill>
                  <p:spPr>
                    <a:xfrm>
                      <a:off x="7130968" y="3469343"/>
                      <a:ext cx="328864" cy="585014"/>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9" name="Ink 148">
                      <a:extLst>
                        <a:ext uri="{FF2B5EF4-FFF2-40B4-BE49-F238E27FC236}">
                          <a16:creationId xmlns:a16="http://schemas.microsoft.com/office/drawing/2014/main" id="{0468D780-E787-444B-A0B3-A3E5DCA03C9B}"/>
                        </a:ext>
                      </a:extLst>
                    </p14:cNvPr>
                    <p14:cNvContentPartPr/>
                    <p14:nvPr/>
                  </p14:nvContentPartPr>
                  <p14:xfrm>
                    <a:off x="7123860" y="3773370"/>
                    <a:ext cx="348840" cy="621000"/>
                  </p14:xfrm>
                </p:contentPart>
              </mc:Choice>
              <mc:Fallback xmlns="">
                <p:pic>
                  <p:nvPicPr>
                    <p:cNvPr id="149" name="Ink 148">
                      <a:extLst>
                        <a:ext uri="{FF2B5EF4-FFF2-40B4-BE49-F238E27FC236}">
                          <a16:creationId xmlns:a16="http://schemas.microsoft.com/office/drawing/2014/main" id="{0468D780-E787-444B-A0B3-A3E5DCA03C9B}"/>
                        </a:ext>
                      </a:extLst>
                    </p:cNvPr>
                    <p:cNvPicPr/>
                    <p:nvPr/>
                  </p:nvPicPr>
                  <p:blipFill>
                    <a:blip r:embed="rId16"/>
                    <a:stretch>
                      <a:fillRect/>
                    </a:stretch>
                  </p:blipFill>
                  <p:spPr>
                    <a:xfrm>
                      <a:off x="7118730" y="3768144"/>
                      <a:ext cx="359100" cy="631452"/>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0" name="Ink 149">
                      <a:extLst>
                        <a:ext uri="{FF2B5EF4-FFF2-40B4-BE49-F238E27FC236}">
                          <a16:creationId xmlns:a16="http://schemas.microsoft.com/office/drawing/2014/main" id="{BF95B422-F774-47B5-A520-4423B8DF08ED}"/>
                        </a:ext>
                      </a:extLst>
                    </p14:cNvPr>
                    <p14:cNvContentPartPr/>
                    <p14:nvPr/>
                  </p14:nvContentPartPr>
                  <p14:xfrm>
                    <a:off x="7102260" y="4003410"/>
                    <a:ext cx="423000" cy="755280"/>
                  </p14:xfrm>
                </p:contentPart>
              </mc:Choice>
              <mc:Fallback xmlns="">
                <p:pic>
                  <p:nvPicPr>
                    <p:cNvPr id="150" name="Ink 149">
                      <a:extLst>
                        <a:ext uri="{FF2B5EF4-FFF2-40B4-BE49-F238E27FC236}">
                          <a16:creationId xmlns:a16="http://schemas.microsoft.com/office/drawing/2014/main" id="{BF95B422-F774-47B5-A520-4423B8DF08ED}"/>
                        </a:ext>
                      </a:extLst>
                    </p:cNvPr>
                    <p:cNvPicPr/>
                    <p:nvPr/>
                  </p:nvPicPr>
                  <p:blipFill>
                    <a:blip r:embed="rId18"/>
                    <a:stretch>
                      <a:fillRect/>
                    </a:stretch>
                  </p:blipFill>
                  <p:spPr>
                    <a:xfrm>
                      <a:off x="7097128" y="3998183"/>
                      <a:ext cx="433265" cy="765734"/>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1" name="Ink 150">
                      <a:extLst>
                        <a:ext uri="{FF2B5EF4-FFF2-40B4-BE49-F238E27FC236}">
                          <a16:creationId xmlns:a16="http://schemas.microsoft.com/office/drawing/2014/main" id="{1763AB3B-BD54-4F8A-A447-0615AEB3BB35}"/>
                        </a:ext>
                      </a:extLst>
                    </p14:cNvPr>
                    <p14:cNvContentPartPr/>
                    <p14:nvPr/>
                  </p14:nvContentPartPr>
                  <p14:xfrm>
                    <a:off x="7103700" y="4560690"/>
                    <a:ext cx="248760" cy="507960"/>
                  </p14:xfrm>
                </p:contentPart>
              </mc:Choice>
              <mc:Fallback xmlns="">
                <p:pic>
                  <p:nvPicPr>
                    <p:cNvPr id="151" name="Ink 150">
                      <a:extLst>
                        <a:ext uri="{FF2B5EF4-FFF2-40B4-BE49-F238E27FC236}">
                          <a16:creationId xmlns:a16="http://schemas.microsoft.com/office/drawing/2014/main" id="{1763AB3B-BD54-4F8A-A447-0615AEB3BB35}"/>
                        </a:ext>
                      </a:extLst>
                    </p:cNvPr>
                    <p:cNvPicPr/>
                    <p:nvPr/>
                  </p:nvPicPr>
                  <p:blipFill>
                    <a:blip r:embed="rId20"/>
                    <a:stretch>
                      <a:fillRect/>
                    </a:stretch>
                  </p:blipFill>
                  <p:spPr>
                    <a:xfrm>
                      <a:off x="7098571" y="4555462"/>
                      <a:ext cx="259018" cy="518415"/>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2" name="Ink 151">
                      <a:extLst>
                        <a:ext uri="{FF2B5EF4-FFF2-40B4-BE49-F238E27FC236}">
                          <a16:creationId xmlns:a16="http://schemas.microsoft.com/office/drawing/2014/main" id="{6EA697B9-257B-478C-B144-123D4CEB4EC9}"/>
                        </a:ext>
                      </a:extLst>
                    </p14:cNvPr>
                    <p14:cNvContentPartPr/>
                    <p14:nvPr/>
                  </p14:nvContentPartPr>
                  <p14:xfrm>
                    <a:off x="7012980" y="2059410"/>
                    <a:ext cx="247320" cy="384480"/>
                  </p14:xfrm>
                </p:contentPart>
              </mc:Choice>
              <mc:Fallback xmlns="">
                <p:pic>
                  <p:nvPicPr>
                    <p:cNvPr id="152" name="Ink 151">
                      <a:extLst>
                        <a:ext uri="{FF2B5EF4-FFF2-40B4-BE49-F238E27FC236}">
                          <a16:creationId xmlns:a16="http://schemas.microsoft.com/office/drawing/2014/main" id="{6EA697B9-257B-478C-B144-123D4CEB4EC9}"/>
                        </a:ext>
                      </a:extLst>
                    </p:cNvPr>
                    <p:cNvPicPr/>
                    <p:nvPr/>
                  </p:nvPicPr>
                  <p:blipFill>
                    <a:blip r:embed="rId22"/>
                    <a:stretch>
                      <a:fillRect/>
                    </a:stretch>
                  </p:blipFill>
                  <p:spPr>
                    <a:xfrm>
                      <a:off x="7007845" y="2054185"/>
                      <a:ext cx="257589" cy="39493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3" name="Ink 152">
                      <a:extLst>
                        <a:ext uri="{FF2B5EF4-FFF2-40B4-BE49-F238E27FC236}">
                          <a16:creationId xmlns:a16="http://schemas.microsoft.com/office/drawing/2014/main" id="{D4235AC1-DA7D-4E01-9AA1-3F9A74CC255A}"/>
                        </a:ext>
                      </a:extLst>
                    </p14:cNvPr>
                    <p14:cNvContentPartPr/>
                    <p14:nvPr/>
                  </p14:nvContentPartPr>
                  <p14:xfrm>
                    <a:off x="7038900" y="1629210"/>
                    <a:ext cx="358200" cy="504000"/>
                  </p14:xfrm>
                </p:contentPart>
              </mc:Choice>
              <mc:Fallback xmlns="">
                <p:pic>
                  <p:nvPicPr>
                    <p:cNvPr id="153" name="Ink 152">
                      <a:extLst>
                        <a:ext uri="{FF2B5EF4-FFF2-40B4-BE49-F238E27FC236}">
                          <a16:creationId xmlns:a16="http://schemas.microsoft.com/office/drawing/2014/main" id="{D4235AC1-DA7D-4E01-9AA1-3F9A74CC255A}"/>
                        </a:ext>
                      </a:extLst>
                    </p:cNvPr>
                    <p:cNvPicPr/>
                    <p:nvPr/>
                  </p:nvPicPr>
                  <p:blipFill>
                    <a:blip r:embed="rId24"/>
                    <a:stretch>
                      <a:fillRect/>
                    </a:stretch>
                  </p:blipFill>
                  <p:spPr>
                    <a:xfrm>
                      <a:off x="7033771" y="1623983"/>
                      <a:ext cx="368459" cy="51445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4" name="Ink 153">
                      <a:extLst>
                        <a:ext uri="{FF2B5EF4-FFF2-40B4-BE49-F238E27FC236}">
                          <a16:creationId xmlns:a16="http://schemas.microsoft.com/office/drawing/2014/main" id="{D0CDD597-9E0D-4C5A-A895-8E71FD8D3C7A}"/>
                        </a:ext>
                      </a:extLst>
                    </p14:cNvPr>
                    <p14:cNvContentPartPr/>
                    <p14:nvPr/>
                  </p14:nvContentPartPr>
                  <p14:xfrm>
                    <a:off x="6998220" y="1613730"/>
                    <a:ext cx="216360" cy="356040"/>
                  </p14:xfrm>
                </p:contentPart>
              </mc:Choice>
              <mc:Fallback xmlns="">
                <p:pic>
                  <p:nvPicPr>
                    <p:cNvPr id="154" name="Ink 153">
                      <a:extLst>
                        <a:ext uri="{FF2B5EF4-FFF2-40B4-BE49-F238E27FC236}">
                          <a16:creationId xmlns:a16="http://schemas.microsoft.com/office/drawing/2014/main" id="{D0CDD597-9E0D-4C5A-A895-8E71FD8D3C7A}"/>
                        </a:ext>
                      </a:extLst>
                    </p:cNvPr>
                    <p:cNvPicPr/>
                    <p:nvPr/>
                  </p:nvPicPr>
                  <p:blipFill>
                    <a:blip r:embed="rId26"/>
                    <a:stretch>
                      <a:fillRect/>
                    </a:stretch>
                  </p:blipFill>
                  <p:spPr>
                    <a:xfrm>
                      <a:off x="6993089" y="1608513"/>
                      <a:ext cx="226622" cy="366473"/>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5" name="Ink 154">
                      <a:extLst>
                        <a:ext uri="{FF2B5EF4-FFF2-40B4-BE49-F238E27FC236}">
                          <a16:creationId xmlns:a16="http://schemas.microsoft.com/office/drawing/2014/main" id="{9F67BF0E-0CDA-4554-9EA2-BD157306801B}"/>
                        </a:ext>
                      </a:extLst>
                    </p14:cNvPr>
                    <p14:cNvContentPartPr/>
                    <p14:nvPr/>
                  </p14:nvContentPartPr>
                  <p14:xfrm>
                    <a:off x="6907860" y="1309890"/>
                    <a:ext cx="302760" cy="424080"/>
                  </p14:xfrm>
                </p:contentPart>
              </mc:Choice>
              <mc:Fallback xmlns="">
                <p:pic>
                  <p:nvPicPr>
                    <p:cNvPr id="155" name="Ink 154">
                      <a:extLst>
                        <a:ext uri="{FF2B5EF4-FFF2-40B4-BE49-F238E27FC236}">
                          <a16:creationId xmlns:a16="http://schemas.microsoft.com/office/drawing/2014/main" id="{9F67BF0E-0CDA-4554-9EA2-BD157306801B}"/>
                        </a:ext>
                      </a:extLst>
                    </p:cNvPr>
                    <p:cNvPicPr/>
                    <p:nvPr/>
                  </p:nvPicPr>
                  <p:blipFill>
                    <a:blip r:embed="rId28"/>
                    <a:stretch>
                      <a:fillRect/>
                    </a:stretch>
                  </p:blipFill>
                  <p:spPr>
                    <a:xfrm>
                      <a:off x="6902728" y="1304665"/>
                      <a:ext cx="313023" cy="43453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6" name="Ink 155">
                      <a:extLst>
                        <a:ext uri="{FF2B5EF4-FFF2-40B4-BE49-F238E27FC236}">
                          <a16:creationId xmlns:a16="http://schemas.microsoft.com/office/drawing/2014/main" id="{0C19ADD1-D22E-404E-8BE4-732BA7297195}"/>
                        </a:ext>
                      </a:extLst>
                    </p14:cNvPr>
                    <p14:cNvContentPartPr/>
                    <p14:nvPr/>
                  </p14:nvContentPartPr>
                  <p14:xfrm>
                    <a:off x="6721020" y="1321410"/>
                    <a:ext cx="202680" cy="307440"/>
                  </p14:xfrm>
                </p:contentPart>
              </mc:Choice>
              <mc:Fallback xmlns="">
                <p:pic>
                  <p:nvPicPr>
                    <p:cNvPr id="156" name="Ink 155">
                      <a:extLst>
                        <a:ext uri="{FF2B5EF4-FFF2-40B4-BE49-F238E27FC236}">
                          <a16:creationId xmlns:a16="http://schemas.microsoft.com/office/drawing/2014/main" id="{0C19ADD1-D22E-404E-8BE4-732BA7297195}"/>
                        </a:ext>
                      </a:extLst>
                    </p:cNvPr>
                    <p:cNvPicPr/>
                    <p:nvPr/>
                  </p:nvPicPr>
                  <p:blipFill>
                    <a:blip r:embed="rId30"/>
                    <a:stretch>
                      <a:fillRect/>
                    </a:stretch>
                  </p:blipFill>
                  <p:spPr>
                    <a:xfrm>
                      <a:off x="6715889" y="1316184"/>
                      <a:ext cx="212942" cy="317891"/>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57" name="Ink 156">
                      <a:extLst>
                        <a:ext uri="{FF2B5EF4-FFF2-40B4-BE49-F238E27FC236}">
                          <a16:creationId xmlns:a16="http://schemas.microsoft.com/office/drawing/2014/main" id="{C27567BE-CC2B-42B4-B636-736EBD6B5154}"/>
                        </a:ext>
                      </a:extLst>
                    </p14:cNvPr>
                    <p14:cNvContentPartPr/>
                    <p14:nvPr/>
                  </p14:nvContentPartPr>
                  <p14:xfrm>
                    <a:off x="6498540" y="1364250"/>
                    <a:ext cx="209880" cy="402480"/>
                  </p14:xfrm>
                </p:contentPart>
              </mc:Choice>
              <mc:Fallback xmlns="">
                <p:pic>
                  <p:nvPicPr>
                    <p:cNvPr id="157" name="Ink 156">
                      <a:extLst>
                        <a:ext uri="{FF2B5EF4-FFF2-40B4-BE49-F238E27FC236}">
                          <a16:creationId xmlns:a16="http://schemas.microsoft.com/office/drawing/2014/main" id="{C27567BE-CC2B-42B4-B636-736EBD6B5154}"/>
                        </a:ext>
                      </a:extLst>
                    </p:cNvPr>
                    <p:cNvPicPr/>
                    <p:nvPr/>
                  </p:nvPicPr>
                  <p:blipFill>
                    <a:blip r:embed="rId32"/>
                    <a:stretch>
                      <a:fillRect/>
                    </a:stretch>
                  </p:blipFill>
                  <p:spPr>
                    <a:xfrm>
                      <a:off x="6493411" y="1359023"/>
                      <a:ext cx="220139" cy="412934"/>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8" name="Ink 157">
                      <a:extLst>
                        <a:ext uri="{FF2B5EF4-FFF2-40B4-BE49-F238E27FC236}">
                          <a16:creationId xmlns:a16="http://schemas.microsoft.com/office/drawing/2014/main" id="{950BEB6C-0A62-411A-8B0E-88EB640D4B5E}"/>
                        </a:ext>
                      </a:extLst>
                    </p14:cNvPr>
                    <p14:cNvContentPartPr/>
                    <p14:nvPr/>
                  </p14:nvContentPartPr>
                  <p14:xfrm>
                    <a:off x="6541740" y="1834770"/>
                    <a:ext cx="115560" cy="399240"/>
                  </p14:xfrm>
                </p:contentPart>
              </mc:Choice>
              <mc:Fallback xmlns="">
                <p:pic>
                  <p:nvPicPr>
                    <p:cNvPr id="158" name="Ink 157">
                      <a:extLst>
                        <a:ext uri="{FF2B5EF4-FFF2-40B4-BE49-F238E27FC236}">
                          <a16:creationId xmlns:a16="http://schemas.microsoft.com/office/drawing/2014/main" id="{950BEB6C-0A62-411A-8B0E-88EB640D4B5E}"/>
                        </a:ext>
                      </a:extLst>
                    </p:cNvPr>
                    <p:cNvPicPr/>
                    <p:nvPr/>
                  </p:nvPicPr>
                  <p:blipFill>
                    <a:blip r:embed="rId34"/>
                    <a:stretch>
                      <a:fillRect/>
                    </a:stretch>
                  </p:blipFill>
                  <p:spPr>
                    <a:xfrm>
                      <a:off x="6536623" y="1829545"/>
                      <a:ext cx="125794" cy="409689"/>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59" name="Ink 158">
                      <a:extLst>
                        <a:ext uri="{FF2B5EF4-FFF2-40B4-BE49-F238E27FC236}">
                          <a16:creationId xmlns:a16="http://schemas.microsoft.com/office/drawing/2014/main" id="{055F9711-646E-46E8-A959-BAE121266867}"/>
                        </a:ext>
                      </a:extLst>
                    </p14:cNvPr>
                    <p14:cNvContentPartPr/>
                    <p14:nvPr/>
                  </p14:nvContentPartPr>
                  <p14:xfrm>
                    <a:off x="6466140" y="2230050"/>
                    <a:ext cx="158040" cy="408600"/>
                  </p14:xfrm>
                </p:contentPart>
              </mc:Choice>
              <mc:Fallback xmlns="">
                <p:pic>
                  <p:nvPicPr>
                    <p:cNvPr id="159" name="Ink 158">
                      <a:extLst>
                        <a:ext uri="{FF2B5EF4-FFF2-40B4-BE49-F238E27FC236}">
                          <a16:creationId xmlns:a16="http://schemas.microsoft.com/office/drawing/2014/main" id="{055F9711-646E-46E8-A959-BAE121266867}"/>
                        </a:ext>
                      </a:extLst>
                    </p:cNvPr>
                    <p:cNvPicPr/>
                    <p:nvPr/>
                  </p:nvPicPr>
                  <p:blipFill>
                    <a:blip r:embed="rId36"/>
                    <a:stretch>
                      <a:fillRect/>
                    </a:stretch>
                  </p:blipFill>
                  <p:spPr>
                    <a:xfrm>
                      <a:off x="6461000" y="2224823"/>
                      <a:ext cx="168319" cy="419055"/>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60" name="Ink 159">
                      <a:extLst>
                        <a:ext uri="{FF2B5EF4-FFF2-40B4-BE49-F238E27FC236}">
                          <a16:creationId xmlns:a16="http://schemas.microsoft.com/office/drawing/2014/main" id="{86AA2D0E-E05D-4D5A-B090-FE6F14A8771F}"/>
                        </a:ext>
                      </a:extLst>
                    </p14:cNvPr>
                    <p14:cNvContentPartPr/>
                    <p14:nvPr/>
                  </p14:nvContentPartPr>
                  <p14:xfrm>
                    <a:off x="6506460" y="2580330"/>
                    <a:ext cx="99360" cy="283680"/>
                  </p14:xfrm>
                </p:contentPart>
              </mc:Choice>
              <mc:Fallback xmlns="">
                <p:pic>
                  <p:nvPicPr>
                    <p:cNvPr id="160" name="Ink 159">
                      <a:extLst>
                        <a:ext uri="{FF2B5EF4-FFF2-40B4-BE49-F238E27FC236}">
                          <a16:creationId xmlns:a16="http://schemas.microsoft.com/office/drawing/2014/main" id="{86AA2D0E-E05D-4D5A-B090-FE6F14A8771F}"/>
                        </a:ext>
                      </a:extLst>
                    </p:cNvPr>
                    <p:cNvPicPr/>
                    <p:nvPr/>
                  </p:nvPicPr>
                  <p:blipFill>
                    <a:blip r:embed="rId38"/>
                    <a:stretch>
                      <a:fillRect/>
                    </a:stretch>
                  </p:blipFill>
                  <p:spPr>
                    <a:xfrm>
                      <a:off x="6501321" y="2575109"/>
                      <a:ext cx="109639" cy="294122"/>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61" name="Ink 160">
                      <a:extLst>
                        <a:ext uri="{FF2B5EF4-FFF2-40B4-BE49-F238E27FC236}">
                          <a16:creationId xmlns:a16="http://schemas.microsoft.com/office/drawing/2014/main" id="{5188F112-7F4F-46E2-90CE-4E3C9DFE07D5}"/>
                        </a:ext>
                      </a:extLst>
                    </p14:cNvPr>
                    <p14:cNvContentPartPr/>
                    <p14:nvPr/>
                  </p14:nvContentPartPr>
                  <p14:xfrm>
                    <a:off x="6441660" y="1786530"/>
                    <a:ext cx="88200" cy="235080"/>
                  </p14:xfrm>
                </p:contentPart>
              </mc:Choice>
              <mc:Fallback xmlns="">
                <p:pic>
                  <p:nvPicPr>
                    <p:cNvPr id="161" name="Ink 160">
                      <a:extLst>
                        <a:ext uri="{FF2B5EF4-FFF2-40B4-BE49-F238E27FC236}">
                          <a16:creationId xmlns:a16="http://schemas.microsoft.com/office/drawing/2014/main" id="{5188F112-7F4F-46E2-90CE-4E3C9DFE07D5}"/>
                        </a:ext>
                      </a:extLst>
                    </p:cNvPr>
                    <p:cNvPicPr/>
                    <p:nvPr/>
                  </p:nvPicPr>
                  <p:blipFill>
                    <a:blip r:embed="rId40"/>
                    <a:stretch>
                      <a:fillRect/>
                    </a:stretch>
                  </p:blipFill>
                  <p:spPr>
                    <a:xfrm>
                      <a:off x="6436547" y="1781306"/>
                      <a:ext cx="98426" cy="245528"/>
                    </a:xfrm>
                    <a:prstGeom prst="rect">
                      <a:avLst/>
                    </a:prstGeom>
                  </p:spPr>
                </p:pic>
              </mc:Fallback>
            </mc:AlternateContent>
          </p:grpSp>
          <p:grpSp>
            <p:nvGrpSpPr>
              <p:cNvPr id="7" name="Renal artery">
                <a:extLst>
                  <a:ext uri="{FF2B5EF4-FFF2-40B4-BE49-F238E27FC236}">
                    <a16:creationId xmlns:a16="http://schemas.microsoft.com/office/drawing/2014/main" id="{6EE2CD25-9E3D-4565-827A-08AAB542F842}"/>
                  </a:ext>
                </a:extLst>
              </p:cNvPr>
              <p:cNvGrpSpPr/>
              <p:nvPr/>
            </p:nvGrpSpPr>
            <p:grpSpPr>
              <a:xfrm>
                <a:off x="3617231" y="2168786"/>
                <a:ext cx="1343387" cy="1172870"/>
                <a:chOff x="3617231" y="2168786"/>
                <a:chExt cx="1343387" cy="1172870"/>
              </a:xfrm>
            </p:grpSpPr>
            <p:sp>
              <p:nvSpPr>
                <p:cNvPr id="6" name="Renal artery">
                  <a:extLst>
                    <a:ext uri="{FF2B5EF4-FFF2-40B4-BE49-F238E27FC236}">
                      <a16:creationId xmlns:a16="http://schemas.microsoft.com/office/drawing/2014/main" id="{601D41F7-D62D-49FC-ABE2-D32CA04A7FF1}"/>
                    </a:ext>
                  </a:extLst>
                </p:cNvPr>
                <p:cNvSpPr txBox="1"/>
                <p:nvPr/>
              </p:nvSpPr>
              <p:spPr>
                <a:xfrm>
                  <a:off x="3617231" y="2743016"/>
                  <a:ext cx="1114583" cy="246221"/>
                </a:xfrm>
                <a:prstGeom prst="rect">
                  <a:avLst/>
                </a:prstGeom>
                <a:noFill/>
              </p:spPr>
              <p:txBody>
                <a:bodyPr wrap="square" rtlCol="0">
                  <a:spAutoFit/>
                </a:bodyPr>
                <a:lstStyle/>
                <a:p>
                  <a:pPr algn="ctr"/>
                  <a:r>
                    <a:rPr lang="en-US" sz="1000" dirty="0"/>
                    <a:t>Renal artery</a:t>
                  </a:r>
                </a:p>
              </p:txBody>
            </p:sp>
            <p:sp>
              <p:nvSpPr>
                <p:cNvPr id="162" name="Freeform: Shape 161">
                  <a:extLst>
                    <a:ext uri="{FF2B5EF4-FFF2-40B4-BE49-F238E27FC236}">
                      <a16:creationId xmlns:a16="http://schemas.microsoft.com/office/drawing/2014/main" id="{94C83E33-27FF-4FB0-B441-6DE246317DD7}"/>
                    </a:ext>
                  </a:extLst>
                </p:cNvPr>
                <p:cNvSpPr/>
                <p:nvPr/>
              </p:nvSpPr>
              <p:spPr>
                <a:xfrm>
                  <a:off x="3623317" y="2168786"/>
                  <a:ext cx="1260279" cy="634959"/>
                </a:xfrm>
                <a:custGeom>
                  <a:avLst/>
                  <a:gdLst>
                    <a:gd name="connsiteX0" fmla="*/ 0 w 1260279"/>
                    <a:gd name="connsiteY0" fmla="*/ 532661 h 634959"/>
                    <a:gd name="connsiteX1" fmla="*/ 1145219 w 1260279"/>
                    <a:gd name="connsiteY1" fmla="*/ 594804 h 634959"/>
                    <a:gd name="connsiteX2" fmla="*/ 1207363 w 1260279"/>
                    <a:gd name="connsiteY2" fmla="*/ 0 h 634959"/>
                  </a:gdLst>
                  <a:ahLst/>
                  <a:cxnLst>
                    <a:cxn ang="0">
                      <a:pos x="connsiteX0" y="connsiteY0"/>
                    </a:cxn>
                    <a:cxn ang="0">
                      <a:pos x="connsiteX1" y="connsiteY1"/>
                    </a:cxn>
                    <a:cxn ang="0">
                      <a:pos x="connsiteX2" y="connsiteY2"/>
                    </a:cxn>
                  </a:cxnLst>
                  <a:rect l="l" t="t" r="r" b="b"/>
                  <a:pathLst>
                    <a:path w="1260279" h="634959">
                      <a:moveTo>
                        <a:pt x="0" y="532661"/>
                      </a:moveTo>
                      <a:cubicBezTo>
                        <a:pt x="471996" y="608121"/>
                        <a:pt x="943992" y="683581"/>
                        <a:pt x="1145219" y="594804"/>
                      </a:cubicBezTo>
                      <a:cubicBezTo>
                        <a:pt x="1346446" y="506027"/>
                        <a:pt x="1226598" y="167196"/>
                        <a:pt x="1207363"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Freeform: Shape 162">
                  <a:extLst>
                    <a:ext uri="{FF2B5EF4-FFF2-40B4-BE49-F238E27FC236}">
                      <a16:creationId xmlns:a16="http://schemas.microsoft.com/office/drawing/2014/main" id="{DA12BE1A-C091-462A-9FFA-5E453C7BAED7}"/>
                    </a:ext>
                  </a:extLst>
                </p:cNvPr>
                <p:cNvSpPr/>
                <p:nvPr/>
              </p:nvSpPr>
              <p:spPr>
                <a:xfrm>
                  <a:off x="3645108" y="2185286"/>
                  <a:ext cx="1315510" cy="787451"/>
                </a:xfrm>
                <a:custGeom>
                  <a:avLst/>
                  <a:gdLst>
                    <a:gd name="connsiteX0" fmla="*/ 0 w 1260279"/>
                    <a:gd name="connsiteY0" fmla="*/ 532661 h 634959"/>
                    <a:gd name="connsiteX1" fmla="*/ 1145219 w 1260279"/>
                    <a:gd name="connsiteY1" fmla="*/ 594804 h 634959"/>
                    <a:gd name="connsiteX2" fmla="*/ 1207363 w 1260279"/>
                    <a:gd name="connsiteY2" fmla="*/ 0 h 634959"/>
                    <a:gd name="connsiteX0" fmla="*/ 0 w 1253367"/>
                    <a:gd name="connsiteY0" fmla="*/ 665826 h 768124"/>
                    <a:gd name="connsiteX1" fmla="*/ 1145219 w 1253367"/>
                    <a:gd name="connsiteY1" fmla="*/ 727969 h 768124"/>
                    <a:gd name="connsiteX2" fmla="*/ 1189608 w 1253367"/>
                    <a:gd name="connsiteY2" fmla="*/ 0 h 768124"/>
                    <a:gd name="connsiteX0" fmla="*/ 0 w 1315510"/>
                    <a:gd name="connsiteY0" fmla="*/ 736847 h 794008"/>
                    <a:gd name="connsiteX1" fmla="*/ 1207362 w 1315510"/>
                    <a:gd name="connsiteY1" fmla="*/ 727969 h 794008"/>
                    <a:gd name="connsiteX2" fmla="*/ 1251751 w 1315510"/>
                    <a:gd name="connsiteY2" fmla="*/ 0 h 794008"/>
                    <a:gd name="connsiteX0" fmla="*/ 0 w 1315510"/>
                    <a:gd name="connsiteY0" fmla="*/ 736847 h 787451"/>
                    <a:gd name="connsiteX1" fmla="*/ 1207362 w 1315510"/>
                    <a:gd name="connsiteY1" fmla="*/ 727969 h 787451"/>
                    <a:gd name="connsiteX2" fmla="*/ 1251751 w 1315510"/>
                    <a:gd name="connsiteY2" fmla="*/ 0 h 787451"/>
                  </a:gdLst>
                  <a:ahLst/>
                  <a:cxnLst>
                    <a:cxn ang="0">
                      <a:pos x="connsiteX0" y="connsiteY0"/>
                    </a:cxn>
                    <a:cxn ang="0">
                      <a:pos x="connsiteX1" y="connsiteY1"/>
                    </a:cxn>
                    <a:cxn ang="0">
                      <a:pos x="connsiteX2" y="connsiteY2"/>
                    </a:cxn>
                  </a:cxnLst>
                  <a:rect l="l" t="t" r="r" b="b"/>
                  <a:pathLst>
                    <a:path w="1315510" h="787451">
                      <a:moveTo>
                        <a:pt x="0" y="736847"/>
                      </a:moveTo>
                      <a:cubicBezTo>
                        <a:pt x="454241" y="794552"/>
                        <a:pt x="1006135" y="816746"/>
                        <a:pt x="1207362" y="727969"/>
                      </a:cubicBezTo>
                      <a:cubicBezTo>
                        <a:pt x="1408589" y="639192"/>
                        <a:pt x="1270986" y="167196"/>
                        <a:pt x="1251751"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nal artery">
                  <a:extLst>
                    <a:ext uri="{FF2B5EF4-FFF2-40B4-BE49-F238E27FC236}">
                      <a16:creationId xmlns:a16="http://schemas.microsoft.com/office/drawing/2014/main" id="{110BDC77-DC64-419B-BB65-7AEB17997618}"/>
                    </a:ext>
                  </a:extLst>
                </p:cNvPr>
                <p:cNvSpPr txBox="1"/>
                <p:nvPr/>
              </p:nvSpPr>
              <p:spPr>
                <a:xfrm>
                  <a:off x="3826484" y="3095435"/>
                  <a:ext cx="1114583" cy="246221"/>
                </a:xfrm>
                <a:prstGeom prst="rect">
                  <a:avLst/>
                </a:prstGeom>
                <a:noFill/>
              </p:spPr>
              <p:txBody>
                <a:bodyPr wrap="square" rtlCol="0">
                  <a:spAutoFit/>
                </a:bodyPr>
                <a:lstStyle/>
                <a:p>
                  <a:pPr algn="ctr"/>
                  <a:r>
                    <a:rPr lang="en-US" sz="1000" dirty="0"/>
                    <a:t>Renal vein</a:t>
                  </a:r>
                </a:p>
              </p:txBody>
            </p:sp>
          </p:grpSp>
          <p:grpSp>
            <p:nvGrpSpPr>
              <p:cNvPr id="10" name="Glomerulus">
                <a:extLst>
                  <a:ext uri="{FF2B5EF4-FFF2-40B4-BE49-F238E27FC236}">
                    <a16:creationId xmlns:a16="http://schemas.microsoft.com/office/drawing/2014/main" id="{D4990BBF-2AEE-43A9-88ED-ED3779D7C763}"/>
                  </a:ext>
                </a:extLst>
              </p:cNvPr>
              <p:cNvGrpSpPr/>
              <p:nvPr/>
            </p:nvGrpSpPr>
            <p:grpSpPr>
              <a:xfrm>
                <a:off x="4955927" y="1564599"/>
                <a:ext cx="2025398" cy="4190318"/>
                <a:chOff x="4955927" y="1564599"/>
                <a:chExt cx="2025398" cy="4190318"/>
              </a:xfrm>
            </p:grpSpPr>
            <p:grpSp>
              <p:nvGrpSpPr>
                <p:cNvPr id="102" name="Group 101">
                  <a:extLst>
                    <a:ext uri="{FF2B5EF4-FFF2-40B4-BE49-F238E27FC236}">
                      <a16:creationId xmlns:a16="http://schemas.microsoft.com/office/drawing/2014/main" id="{8DB1CAA4-FB24-4E2B-BD89-3D8F065B613F}"/>
                    </a:ext>
                  </a:extLst>
                </p:cNvPr>
                <p:cNvGrpSpPr/>
                <p:nvPr/>
              </p:nvGrpSpPr>
              <p:grpSpPr>
                <a:xfrm>
                  <a:off x="5112195" y="1564599"/>
                  <a:ext cx="1869130" cy="4190318"/>
                  <a:chOff x="3746371" y="623814"/>
                  <a:chExt cx="3620081" cy="5863606"/>
                </a:xfrm>
              </p:grpSpPr>
              <p:grpSp>
                <p:nvGrpSpPr>
                  <p:cNvPr id="103" name="Group 102">
                    <a:extLst>
                      <a:ext uri="{FF2B5EF4-FFF2-40B4-BE49-F238E27FC236}">
                        <a16:creationId xmlns:a16="http://schemas.microsoft.com/office/drawing/2014/main" id="{F1A3894A-116F-47A8-960F-7FBB5E7E6A62}"/>
                      </a:ext>
                    </a:extLst>
                  </p:cNvPr>
                  <p:cNvGrpSpPr/>
                  <p:nvPr/>
                </p:nvGrpSpPr>
                <p:grpSpPr>
                  <a:xfrm>
                    <a:off x="3746373" y="920988"/>
                    <a:ext cx="3620079" cy="5566432"/>
                    <a:chOff x="6542842" y="1016964"/>
                    <a:chExt cx="3620081" cy="5566437"/>
                  </a:xfrm>
                </p:grpSpPr>
                <p:sp>
                  <p:nvSpPr>
                    <p:cNvPr id="111" name="Freeform: Shape 14">
                      <a:extLst>
                        <a:ext uri="{FF2B5EF4-FFF2-40B4-BE49-F238E27FC236}">
                          <a16:creationId xmlns:a16="http://schemas.microsoft.com/office/drawing/2014/main" id="{608C3041-37B4-4A30-B9BE-2C67F9D83EF4}"/>
                        </a:ext>
                      </a:extLst>
                    </p:cNvPr>
                    <p:cNvSpPr/>
                    <p:nvPr/>
                  </p:nvSpPr>
                  <p:spPr>
                    <a:xfrm>
                      <a:off x="6853562" y="1016964"/>
                      <a:ext cx="3309361" cy="5566437"/>
                    </a:xfrm>
                    <a:custGeom>
                      <a:avLst/>
                      <a:gdLst>
                        <a:gd name="connsiteX0" fmla="*/ 958788 w 3859777"/>
                        <a:gd name="connsiteY0" fmla="*/ 714182 h 5566437"/>
                        <a:gd name="connsiteX1" fmla="*/ 976543 w 3859777"/>
                        <a:gd name="connsiteY1" fmla="*/ 1584193 h 5566437"/>
                        <a:gd name="connsiteX2" fmla="*/ 745724 w 3859777"/>
                        <a:gd name="connsiteY2" fmla="*/ 1584193 h 5566437"/>
                        <a:gd name="connsiteX3" fmla="*/ 736846 w 3859777"/>
                        <a:gd name="connsiteY3" fmla="*/ 288053 h 5566437"/>
                        <a:gd name="connsiteX4" fmla="*/ 1624613 w 3859777"/>
                        <a:gd name="connsiteY4" fmla="*/ 110500 h 5566437"/>
                        <a:gd name="connsiteX5" fmla="*/ 2068497 w 3859777"/>
                        <a:gd name="connsiteY5" fmla="*/ 1664092 h 5566437"/>
                        <a:gd name="connsiteX6" fmla="*/ 2441359 w 3859777"/>
                        <a:gd name="connsiteY6" fmla="*/ 1664092 h 5566437"/>
                        <a:gd name="connsiteX7" fmla="*/ 2441359 w 3859777"/>
                        <a:gd name="connsiteY7" fmla="*/ 989389 h 5566437"/>
                        <a:gd name="connsiteX8" fmla="*/ 2796466 w 3859777"/>
                        <a:gd name="connsiteY8" fmla="*/ 953879 h 5566437"/>
                        <a:gd name="connsiteX9" fmla="*/ 2938508 w 3859777"/>
                        <a:gd name="connsiteY9" fmla="*/ 2196753 h 5566437"/>
                        <a:gd name="connsiteX10" fmla="*/ 3293615 w 3859777"/>
                        <a:gd name="connsiteY10" fmla="*/ 2205630 h 5566437"/>
                        <a:gd name="connsiteX11" fmla="*/ 3311371 w 3859777"/>
                        <a:gd name="connsiteY11" fmla="*/ 909490 h 5566437"/>
                        <a:gd name="connsiteX12" fmla="*/ 3675355 w 3859777"/>
                        <a:gd name="connsiteY12" fmla="*/ 909490 h 5566437"/>
                        <a:gd name="connsiteX13" fmla="*/ 3764132 w 3859777"/>
                        <a:gd name="connsiteY13" fmla="*/ 2294407 h 5566437"/>
                        <a:gd name="connsiteX14" fmla="*/ 3764132 w 3859777"/>
                        <a:gd name="connsiteY14" fmla="*/ 2294407 h 5566437"/>
                        <a:gd name="connsiteX15" fmla="*/ 3835153 w 3859777"/>
                        <a:gd name="connsiteY15" fmla="*/ 4540457 h 5566437"/>
                        <a:gd name="connsiteX16" fmla="*/ 3284737 w 3859777"/>
                        <a:gd name="connsiteY16" fmla="*/ 4487191 h 5566437"/>
                        <a:gd name="connsiteX17" fmla="*/ 3124939 w 3859777"/>
                        <a:gd name="connsiteY17" fmla="*/ 3040131 h 5566437"/>
                        <a:gd name="connsiteX18" fmla="*/ 2467992 w 3859777"/>
                        <a:gd name="connsiteY18" fmla="*/ 3013498 h 5566437"/>
                        <a:gd name="connsiteX19" fmla="*/ 2627790 w 3859777"/>
                        <a:gd name="connsiteY19" fmla="*/ 5303937 h 5566437"/>
                        <a:gd name="connsiteX20" fmla="*/ 1997475 w 3859777"/>
                        <a:gd name="connsiteY20" fmla="*/ 5295059 h 5566437"/>
                        <a:gd name="connsiteX21" fmla="*/ 1793289 w 3859777"/>
                        <a:gd name="connsiteY21" fmla="*/ 3324217 h 5566437"/>
                        <a:gd name="connsiteX22" fmla="*/ 550415 w 3859777"/>
                        <a:gd name="connsiteY22" fmla="*/ 3226562 h 5566437"/>
                        <a:gd name="connsiteX23" fmla="*/ 0 w 3859777"/>
                        <a:gd name="connsiteY23" fmla="*/ 5117506 h 5566437"/>
                        <a:gd name="connsiteX24" fmla="*/ 0 w 3859777"/>
                        <a:gd name="connsiteY24" fmla="*/ 5117506 h 5566437"/>
                        <a:gd name="connsiteX0" fmla="*/ 958788 w 3859777"/>
                        <a:gd name="connsiteY0" fmla="*/ 714182 h 5566437"/>
                        <a:gd name="connsiteX1" fmla="*/ 976543 w 3859777"/>
                        <a:gd name="connsiteY1" fmla="*/ 1584193 h 5566437"/>
                        <a:gd name="connsiteX2" fmla="*/ 745724 w 3859777"/>
                        <a:gd name="connsiteY2" fmla="*/ 1584193 h 5566437"/>
                        <a:gd name="connsiteX3" fmla="*/ 736846 w 3859777"/>
                        <a:gd name="connsiteY3" fmla="*/ 288053 h 5566437"/>
                        <a:gd name="connsiteX4" fmla="*/ 1624613 w 3859777"/>
                        <a:gd name="connsiteY4" fmla="*/ 110500 h 5566437"/>
                        <a:gd name="connsiteX5" fmla="*/ 2068497 w 3859777"/>
                        <a:gd name="connsiteY5" fmla="*/ 1664092 h 5566437"/>
                        <a:gd name="connsiteX6" fmla="*/ 2441359 w 3859777"/>
                        <a:gd name="connsiteY6" fmla="*/ 1664092 h 5566437"/>
                        <a:gd name="connsiteX7" fmla="*/ 2441359 w 3859777"/>
                        <a:gd name="connsiteY7" fmla="*/ 989389 h 5566437"/>
                        <a:gd name="connsiteX8" fmla="*/ 2796466 w 3859777"/>
                        <a:gd name="connsiteY8" fmla="*/ 953879 h 5566437"/>
                        <a:gd name="connsiteX9" fmla="*/ 2938508 w 3859777"/>
                        <a:gd name="connsiteY9" fmla="*/ 2196753 h 5566437"/>
                        <a:gd name="connsiteX10" fmla="*/ 3293615 w 3859777"/>
                        <a:gd name="connsiteY10" fmla="*/ 2205630 h 5566437"/>
                        <a:gd name="connsiteX11" fmla="*/ 3311371 w 3859777"/>
                        <a:gd name="connsiteY11" fmla="*/ 909490 h 5566437"/>
                        <a:gd name="connsiteX12" fmla="*/ 3675355 w 3859777"/>
                        <a:gd name="connsiteY12" fmla="*/ 909490 h 5566437"/>
                        <a:gd name="connsiteX13" fmla="*/ 3764132 w 3859777"/>
                        <a:gd name="connsiteY13" fmla="*/ 2294407 h 5566437"/>
                        <a:gd name="connsiteX14" fmla="*/ 3764132 w 3859777"/>
                        <a:gd name="connsiteY14" fmla="*/ 2294407 h 5566437"/>
                        <a:gd name="connsiteX15" fmla="*/ 3835153 w 3859777"/>
                        <a:gd name="connsiteY15" fmla="*/ 4540457 h 5566437"/>
                        <a:gd name="connsiteX16" fmla="*/ 3284737 w 3859777"/>
                        <a:gd name="connsiteY16" fmla="*/ 4487191 h 5566437"/>
                        <a:gd name="connsiteX17" fmla="*/ 3124939 w 3859777"/>
                        <a:gd name="connsiteY17" fmla="*/ 3040131 h 5566437"/>
                        <a:gd name="connsiteX18" fmla="*/ 2467992 w 3859777"/>
                        <a:gd name="connsiteY18" fmla="*/ 3013498 h 5566437"/>
                        <a:gd name="connsiteX19" fmla="*/ 2627790 w 3859777"/>
                        <a:gd name="connsiteY19" fmla="*/ 5303937 h 5566437"/>
                        <a:gd name="connsiteX20" fmla="*/ 1997475 w 3859777"/>
                        <a:gd name="connsiteY20" fmla="*/ 5295059 h 5566437"/>
                        <a:gd name="connsiteX21" fmla="*/ 1793289 w 3859777"/>
                        <a:gd name="connsiteY21" fmla="*/ 3324217 h 5566437"/>
                        <a:gd name="connsiteX22" fmla="*/ 550415 w 3859777"/>
                        <a:gd name="connsiteY22" fmla="*/ 3226562 h 5566437"/>
                        <a:gd name="connsiteX23" fmla="*/ 0 w 3859777"/>
                        <a:gd name="connsiteY23" fmla="*/ 5117506 h 5566437"/>
                        <a:gd name="connsiteX0" fmla="*/ 408372 w 3309361"/>
                        <a:gd name="connsiteY0" fmla="*/ 714182 h 5566437"/>
                        <a:gd name="connsiteX1" fmla="*/ 426127 w 3309361"/>
                        <a:gd name="connsiteY1" fmla="*/ 1584193 h 5566437"/>
                        <a:gd name="connsiteX2" fmla="*/ 195308 w 3309361"/>
                        <a:gd name="connsiteY2" fmla="*/ 1584193 h 5566437"/>
                        <a:gd name="connsiteX3" fmla="*/ 186430 w 3309361"/>
                        <a:gd name="connsiteY3" fmla="*/ 288053 h 5566437"/>
                        <a:gd name="connsiteX4" fmla="*/ 1074197 w 3309361"/>
                        <a:gd name="connsiteY4" fmla="*/ 110500 h 5566437"/>
                        <a:gd name="connsiteX5" fmla="*/ 1518081 w 3309361"/>
                        <a:gd name="connsiteY5" fmla="*/ 1664092 h 5566437"/>
                        <a:gd name="connsiteX6" fmla="*/ 1890943 w 3309361"/>
                        <a:gd name="connsiteY6" fmla="*/ 1664092 h 5566437"/>
                        <a:gd name="connsiteX7" fmla="*/ 1890943 w 3309361"/>
                        <a:gd name="connsiteY7" fmla="*/ 989389 h 5566437"/>
                        <a:gd name="connsiteX8" fmla="*/ 2246050 w 3309361"/>
                        <a:gd name="connsiteY8" fmla="*/ 953879 h 5566437"/>
                        <a:gd name="connsiteX9" fmla="*/ 2388092 w 3309361"/>
                        <a:gd name="connsiteY9" fmla="*/ 2196753 h 5566437"/>
                        <a:gd name="connsiteX10" fmla="*/ 2743199 w 3309361"/>
                        <a:gd name="connsiteY10" fmla="*/ 2205630 h 5566437"/>
                        <a:gd name="connsiteX11" fmla="*/ 2760955 w 3309361"/>
                        <a:gd name="connsiteY11" fmla="*/ 909490 h 5566437"/>
                        <a:gd name="connsiteX12" fmla="*/ 3124939 w 3309361"/>
                        <a:gd name="connsiteY12" fmla="*/ 909490 h 5566437"/>
                        <a:gd name="connsiteX13" fmla="*/ 3213716 w 3309361"/>
                        <a:gd name="connsiteY13" fmla="*/ 2294407 h 5566437"/>
                        <a:gd name="connsiteX14" fmla="*/ 3213716 w 3309361"/>
                        <a:gd name="connsiteY14" fmla="*/ 2294407 h 5566437"/>
                        <a:gd name="connsiteX15" fmla="*/ 3284737 w 3309361"/>
                        <a:gd name="connsiteY15" fmla="*/ 4540457 h 5566437"/>
                        <a:gd name="connsiteX16" fmla="*/ 2734321 w 3309361"/>
                        <a:gd name="connsiteY16" fmla="*/ 4487191 h 5566437"/>
                        <a:gd name="connsiteX17" fmla="*/ 2574523 w 3309361"/>
                        <a:gd name="connsiteY17" fmla="*/ 3040131 h 5566437"/>
                        <a:gd name="connsiteX18" fmla="*/ 1917576 w 3309361"/>
                        <a:gd name="connsiteY18" fmla="*/ 3013498 h 5566437"/>
                        <a:gd name="connsiteX19" fmla="*/ 2077374 w 3309361"/>
                        <a:gd name="connsiteY19" fmla="*/ 5303937 h 5566437"/>
                        <a:gd name="connsiteX20" fmla="*/ 1447059 w 3309361"/>
                        <a:gd name="connsiteY20" fmla="*/ 5295059 h 5566437"/>
                        <a:gd name="connsiteX21" fmla="*/ 1242873 w 3309361"/>
                        <a:gd name="connsiteY21" fmla="*/ 3324217 h 5566437"/>
                        <a:gd name="connsiteX22" fmla="*/ -1 w 3309361"/>
                        <a:gd name="connsiteY22" fmla="*/ 3226562 h 556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9361" h="5566437">
                          <a:moveTo>
                            <a:pt x="408372" y="714182"/>
                          </a:moveTo>
                          <a:cubicBezTo>
                            <a:pt x="435005" y="1076686"/>
                            <a:pt x="461638" y="1439191"/>
                            <a:pt x="426127" y="1584193"/>
                          </a:cubicBezTo>
                          <a:cubicBezTo>
                            <a:pt x="390616" y="1729195"/>
                            <a:pt x="235257" y="1800216"/>
                            <a:pt x="195308" y="1584193"/>
                          </a:cubicBezTo>
                          <a:cubicBezTo>
                            <a:pt x="155358" y="1368170"/>
                            <a:pt x="39948" y="533668"/>
                            <a:pt x="186430" y="288053"/>
                          </a:cubicBezTo>
                          <a:cubicBezTo>
                            <a:pt x="332911" y="42437"/>
                            <a:pt x="852255" y="-118840"/>
                            <a:pt x="1074197" y="110500"/>
                          </a:cubicBezTo>
                          <a:cubicBezTo>
                            <a:pt x="1296139" y="339840"/>
                            <a:pt x="1381957" y="1405160"/>
                            <a:pt x="1518081" y="1664092"/>
                          </a:cubicBezTo>
                          <a:cubicBezTo>
                            <a:pt x="1654205" y="1923024"/>
                            <a:pt x="1828799" y="1776542"/>
                            <a:pt x="1890943" y="1664092"/>
                          </a:cubicBezTo>
                          <a:cubicBezTo>
                            <a:pt x="1953087" y="1551642"/>
                            <a:pt x="1831759" y="1107758"/>
                            <a:pt x="1890943" y="989389"/>
                          </a:cubicBezTo>
                          <a:cubicBezTo>
                            <a:pt x="1950127" y="871020"/>
                            <a:pt x="2163192" y="752652"/>
                            <a:pt x="2246050" y="953879"/>
                          </a:cubicBezTo>
                          <a:cubicBezTo>
                            <a:pt x="2328908" y="1155106"/>
                            <a:pt x="2305234" y="1988128"/>
                            <a:pt x="2388092" y="2196753"/>
                          </a:cubicBezTo>
                          <a:cubicBezTo>
                            <a:pt x="2470950" y="2405378"/>
                            <a:pt x="2681055" y="2420174"/>
                            <a:pt x="2743199" y="2205630"/>
                          </a:cubicBezTo>
                          <a:cubicBezTo>
                            <a:pt x="2805343" y="1991086"/>
                            <a:pt x="2697332" y="1125513"/>
                            <a:pt x="2760955" y="909490"/>
                          </a:cubicBezTo>
                          <a:cubicBezTo>
                            <a:pt x="2824578" y="693467"/>
                            <a:pt x="3049479" y="678671"/>
                            <a:pt x="3124939" y="909490"/>
                          </a:cubicBezTo>
                          <a:cubicBezTo>
                            <a:pt x="3200399" y="1140309"/>
                            <a:pt x="3213716" y="2294407"/>
                            <a:pt x="3213716" y="2294407"/>
                          </a:cubicBezTo>
                          <a:lnTo>
                            <a:pt x="3213716" y="2294407"/>
                          </a:lnTo>
                          <a:cubicBezTo>
                            <a:pt x="3225553" y="2668749"/>
                            <a:pt x="3364636" y="4174993"/>
                            <a:pt x="3284737" y="4540457"/>
                          </a:cubicBezTo>
                          <a:cubicBezTo>
                            <a:pt x="3204838" y="4905921"/>
                            <a:pt x="2852690" y="4737245"/>
                            <a:pt x="2734321" y="4487191"/>
                          </a:cubicBezTo>
                          <a:cubicBezTo>
                            <a:pt x="2615952" y="4237137"/>
                            <a:pt x="2710647" y="3285746"/>
                            <a:pt x="2574523" y="3040131"/>
                          </a:cubicBezTo>
                          <a:cubicBezTo>
                            <a:pt x="2438399" y="2794516"/>
                            <a:pt x="2000434" y="2636197"/>
                            <a:pt x="1917576" y="3013498"/>
                          </a:cubicBezTo>
                          <a:cubicBezTo>
                            <a:pt x="1834718" y="3390799"/>
                            <a:pt x="2155794" y="4923677"/>
                            <a:pt x="2077374" y="5303937"/>
                          </a:cubicBezTo>
                          <a:cubicBezTo>
                            <a:pt x="1998954" y="5684197"/>
                            <a:pt x="1586143" y="5625012"/>
                            <a:pt x="1447059" y="5295059"/>
                          </a:cubicBezTo>
                          <a:cubicBezTo>
                            <a:pt x="1307975" y="4965106"/>
                            <a:pt x="1484050" y="3668967"/>
                            <a:pt x="1242873" y="3324217"/>
                          </a:cubicBezTo>
                          <a:cubicBezTo>
                            <a:pt x="1001696" y="2979468"/>
                            <a:pt x="298880" y="2927681"/>
                            <a:pt x="-1" y="3226562"/>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sp>
                  <p:nvSpPr>
                    <p:cNvPr id="112" name="Freeform: Shape 15">
                      <a:extLst>
                        <a:ext uri="{FF2B5EF4-FFF2-40B4-BE49-F238E27FC236}">
                          <a16:creationId xmlns:a16="http://schemas.microsoft.com/office/drawing/2014/main" id="{B41C507E-8CD3-4F89-A962-9CEBB11B24F2}"/>
                        </a:ext>
                      </a:extLst>
                    </p:cNvPr>
                    <p:cNvSpPr/>
                    <p:nvPr/>
                  </p:nvSpPr>
                  <p:spPr>
                    <a:xfrm>
                      <a:off x="6542842" y="1442006"/>
                      <a:ext cx="3497984" cy="5015271"/>
                    </a:xfrm>
                    <a:custGeom>
                      <a:avLst/>
                      <a:gdLst>
                        <a:gd name="connsiteX0" fmla="*/ 0 w 3906357"/>
                        <a:gd name="connsiteY0" fmla="*/ 4621443 h 5015271"/>
                        <a:gd name="connsiteX1" fmla="*/ 408373 w 3906357"/>
                        <a:gd name="connsiteY1" fmla="*/ 2552945 h 5015271"/>
                        <a:gd name="connsiteX2" fmla="*/ 1340528 w 3906357"/>
                        <a:gd name="connsiteY2" fmla="*/ 2109062 h 5015271"/>
                        <a:gd name="connsiteX3" fmla="*/ 2219417 w 3906357"/>
                        <a:gd name="connsiteY3" fmla="*/ 2757132 h 5015271"/>
                        <a:gd name="connsiteX4" fmla="*/ 2334827 w 3906357"/>
                        <a:gd name="connsiteY4" fmla="*/ 4790118 h 5015271"/>
                        <a:gd name="connsiteX5" fmla="*/ 2610035 w 3906357"/>
                        <a:gd name="connsiteY5" fmla="*/ 4790118 h 5015271"/>
                        <a:gd name="connsiteX6" fmla="*/ 2485747 w 3906357"/>
                        <a:gd name="connsiteY6" fmla="*/ 3236526 h 5015271"/>
                        <a:gd name="connsiteX7" fmla="*/ 2432481 w 3906357"/>
                        <a:gd name="connsiteY7" fmla="*/ 2384270 h 5015271"/>
                        <a:gd name="connsiteX8" fmla="*/ 2867487 w 3906357"/>
                        <a:gd name="connsiteY8" fmla="*/ 2109062 h 5015271"/>
                        <a:gd name="connsiteX9" fmla="*/ 3480047 w 3906357"/>
                        <a:gd name="connsiteY9" fmla="*/ 2464169 h 5015271"/>
                        <a:gd name="connsiteX10" fmla="*/ 3613212 w 3906357"/>
                        <a:gd name="connsiteY10" fmla="*/ 4017761 h 5015271"/>
                        <a:gd name="connsiteX11" fmla="*/ 3897297 w 3906357"/>
                        <a:gd name="connsiteY11" fmla="*/ 4000006 h 5015271"/>
                        <a:gd name="connsiteX12" fmla="*/ 3826276 w 3906357"/>
                        <a:gd name="connsiteY12" fmla="*/ 2588456 h 5015271"/>
                        <a:gd name="connsiteX13" fmla="*/ 3728621 w 3906357"/>
                        <a:gd name="connsiteY13" fmla="*/ 741901 h 5015271"/>
                        <a:gd name="connsiteX14" fmla="*/ 3622089 w 3906357"/>
                        <a:gd name="connsiteY14" fmla="*/ 741901 h 5015271"/>
                        <a:gd name="connsiteX15" fmla="*/ 3586579 w 3906357"/>
                        <a:gd name="connsiteY15" fmla="*/ 2091307 h 5015271"/>
                        <a:gd name="connsiteX16" fmla="*/ 3027285 w 3906357"/>
                        <a:gd name="connsiteY16" fmla="*/ 2011408 h 5015271"/>
                        <a:gd name="connsiteX17" fmla="*/ 2867487 w 3906357"/>
                        <a:gd name="connsiteY17" fmla="*/ 1221295 h 5015271"/>
                        <a:gd name="connsiteX18" fmla="*/ 2840854 w 3906357"/>
                        <a:gd name="connsiteY18" fmla="*/ 759656 h 5015271"/>
                        <a:gd name="connsiteX19" fmla="*/ 2743200 w 3906357"/>
                        <a:gd name="connsiteY19" fmla="*/ 759656 h 5015271"/>
                        <a:gd name="connsiteX20" fmla="*/ 2618913 w 3906357"/>
                        <a:gd name="connsiteY20" fmla="*/ 1496503 h 5015271"/>
                        <a:gd name="connsiteX21" fmla="*/ 2246050 w 3906357"/>
                        <a:gd name="connsiteY21" fmla="*/ 1452114 h 5015271"/>
                        <a:gd name="connsiteX22" fmla="*/ 2148396 w 3906357"/>
                        <a:gd name="connsiteY22" fmla="*/ 1691811 h 5015271"/>
                        <a:gd name="connsiteX23" fmla="*/ 1908699 w 3906357"/>
                        <a:gd name="connsiteY23" fmla="*/ 1869365 h 5015271"/>
                        <a:gd name="connsiteX24" fmla="*/ 1056443 w 3906357"/>
                        <a:gd name="connsiteY24" fmla="*/ 1780588 h 5015271"/>
                        <a:gd name="connsiteX25" fmla="*/ 1056443 w 3906357"/>
                        <a:gd name="connsiteY25" fmla="*/ 1611912 h 5015271"/>
                        <a:gd name="connsiteX26" fmla="*/ 1242874 w 3906357"/>
                        <a:gd name="connsiteY26" fmla="*/ 1576402 h 5015271"/>
                        <a:gd name="connsiteX27" fmla="*/ 1438182 w 3906357"/>
                        <a:gd name="connsiteY27" fmla="*/ 1709567 h 5015271"/>
                        <a:gd name="connsiteX28" fmla="*/ 1793289 w 3906357"/>
                        <a:gd name="connsiteY28" fmla="*/ 1736200 h 5015271"/>
                        <a:gd name="connsiteX29" fmla="*/ 1722268 w 3906357"/>
                        <a:gd name="connsiteY29" fmla="*/ 1505380 h 5015271"/>
                        <a:gd name="connsiteX30" fmla="*/ 1819922 w 3906357"/>
                        <a:gd name="connsiteY30" fmla="*/ 1363338 h 5015271"/>
                        <a:gd name="connsiteX31" fmla="*/ 2006353 w 3906357"/>
                        <a:gd name="connsiteY31" fmla="*/ 1452114 h 5015271"/>
                        <a:gd name="connsiteX32" fmla="*/ 2095130 w 3906357"/>
                        <a:gd name="connsiteY32" fmla="*/ 1105885 h 5015271"/>
                        <a:gd name="connsiteX33" fmla="*/ 1695635 w 3906357"/>
                        <a:gd name="connsiteY33" fmla="*/ 1070375 h 5015271"/>
                        <a:gd name="connsiteX34" fmla="*/ 1642369 w 3906357"/>
                        <a:gd name="connsiteY34" fmla="*/ 857311 h 5015271"/>
                        <a:gd name="connsiteX35" fmla="*/ 1979720 w 3906357"/>
                        <a:gd name="connsiteY35" fmla="*/ 812922 h 5015271"/>
                        <a:gd name="connsiteX36" fmla="*/ 1890944 w 3906357"/>
                        <a:gd name="connsiteY36" fmla="*/ 537714 h 5015271"/>
                        <a:gd name="connsiteX37" fmla="*/ 1597980 w 3906357"/>
                        <a:gd name="connsiteY37" fmla="*/ 528837 h 5015271"/>
                        <a:gd name="connsiteX38" fmla="*/ 1553592 w 3906357"/>
                        <a:gd name="connsiteY38" fmla="*/ 369039 h 5015271"/>
                        <a:gd name="connsiteX39" fmla="*/ 1917577 w 3906357"/>
                        <a:gd name="connsiteY39" fmla="*/ 306895 h 5015271"/>
                        <a:gd name="connsiteX40" fmla="*/ 1722268 w 3906357"/>
                        <a:gd name="connsiteY40" fmla="*/ 31687 h 5015271"/>
                        <a:gd name="connsiteX41" fmla="*/ 1429305 w 3906357"/>
                        <a:gd name="connsiteY41" fmla="*/ 31687 h 5015271"/>
                        <a:gd name="connsiteX42" fmla="*/ 1402672 w 3906357"/>
                        <a:gd name="connsiteY42" fmla="*/ 262507 h 5015271"/>
                        <a:gd name="connsiteX43" fmla="*/ 1127464 w 3906357"/>
                        <a:gd name="connsiteY43" fmla="*/ 289140 h 5015271"/>
                        <a:gd name="connsiteX0" fmla="*/ 1 w 3497985"/>
                        <a:gd name="connsiteY0" fmla="*/ 2552945 h 5015271"/>
                        <a:gd name="connsiteX1" fmla="*/ 932156 w 3497985"/>
                        <a:gd name="connsiteY1" fmla="*/ 2109062 h 5015271"/>
                        <a:gd name="connsiteX2" fmla="*/ 1811045 w 3497985"/>
                        <a:gd name="connsiteY2" fmla="*/ 2757132 h 5015271"/>
                        <a:gd name="connsiteX3" fmla="*/ 1926455 w 3497985"/>
                        <a:gd name="connsiteY3" fmla="*/ 4790118 h 5015271"/>
                        <a:gd name="connsiteX4" fmla="*/ 2201663 w 3497985"/>
                        <a:gd name="connsiteY4" fmla="*/ 4790118 h 5015271"/>
                        <a:gd name="connsiteX5" fmla="*/ 2077375 w 3497985"/>
                        <a:gd name="connsiteY5" fmla="*/ 3236526 h 5015271"/>
                        <a:gd name="connsiteX6" fmla="*/ 2024109 w 3497985"/>
                        <a:gd name="connsiteY6" fmla="*/ 2384270 h 5015271"/>
                        <a:gd name="connsiteX7" fmla="*/ 2459115 w 3497985"/>
                        <a:gd name="connsiteY7" fmla="*/ 2109062 h 5015271"/>
                        <a:gd name="connsiteX8" fmla="*/ 3071675 w 3497985"/>
                        <a:gd name="connsiteY8" fmla="*/ 2464169 h 5015271"/>
                        <a:gd name="connsiteX9" fmla="*/ 3204840 w 3497985"/>
                        <a:gd name="connsiteY9" fmla="*/ 4017761 h 5015271"/>
                        <a:gd name="connsiteX10" fmla="*/ 3488925 w 3497985"/>
                        <a:gd name="connsiteY10" fmla="*/ 4000006 h 5015271"/>
                        <a:gd name="connsiteX11" fmla="*/ 3417904 w 3497985"/>
                        <a:gd name="connsiteY11" fmla="*/ 2588456 h 5015271"/>
                        <a:gd name="connsiteX12" fmla="*/ 3320249 w 3497985"/>
                        <a:gd name="connsiteY12" fmla="*/ 741901 h 5015271"/>
                        <a:gd name="connsiteX13" fmla="*/ 3213717 w 3497985"/>
                        <a:gd name="connsiteY13" fmla="*/ 741901 h 5015271"/>
                        <a:gd name="connsiteX14" fmla="*/ 3178207 w 3497985"/>
                        <a:gd name="connsiteY14" fmla="*/ 2091307 h 5015271"/>
                        <a:gd name="connsiteX15" fmla="*/ 2618913 w 3497985"/>
                        <a:gd name="connsiteY15" fmla="*/ 2011408 h 5015271"/>
                        <a:gd name="connsiteX16" fmla="*/ 2459115 w 3497985"/>
                        <a:gd name="connsiteY16" fmla="*/ 1221295 h 5015271"/>
                        <a:gd name="connsiteX17" fmla="*/ 2432482 w 3497985"/>
                        <a:gd name="connsiteY17" fmla="*/ 759656 h 5015271"/>
                        <a:gd name="connsiteX18" fmla="*/ 2334828 w 3497985"/>
                        <a:gd name="connsiteY18" fmla="*/ 759656 h 5015271"/>
                        <a:gd name="connsiteX19" fmla="*/ 2210541 w 3497985"/>
                        <a:gd name="connsiteY19" fmla="*/ 1496503 h 5015271"/>
                        <a:gd name="connsiteX20" fmla="*/ 1837678 w 3497985"/>
                        <a:gd name="connsiteY20" fmla="*/ 1452114 h 5015271"/>
                        <a:gd name="connsiteX21" fmla="*/ 1740024 w 3497985"/>
                        <a:gd name="connsiteY21" fmla="*/ 1691811 h 5015271"/>
                        <a:gd name="connsiteX22" fmla="*/ 1500327 w 3497985"/>
                        <a:gd name="connsiteY22" fmla="*/ 1869365 h 5015271"/>
                        <a:gd name="connsiteX23" fmla="*/ 648071 w 3497985"/>
                        <a:gd name="connsiteY23" fmla="*/ 1780588 h 5015271"/>
                        <a:gd name="connsiteX24" fmla="*/ 648071 w 3497985"/>
                        <a:gd name="connsiteY24" fmla="*/ 1611912 h 5015271"/>
                        <a:gd name="connsiteX25" fmla="*/ 834502 w 3497985"/>
                        <a:gd name="connsiteY25" fmla="*/ 1576402 h 5015271"/>
                        <a:gd name="connsiteX26" fmla="*/ 1029810 w 3497985"/>
                        <a:gd name="connsiteY26" fmla="*/ 1709567 h 5015271"/>
                        <a:gd name="connsiteX27" fmla="*/ 1384917 w 3497985"/>
                        <a:gd name="connsiteY27" fmla="*/ 1736200 h 5015271"/>
                        <a:gd name="connsiteX28" fmla="*/ 1313896 w 3497985"/>
                        <a:gd name="connsiteY28" fmla="*/ 1505380 h 5015271"/>
                        <a:gd name="connsiteX29" fmla="*/ 1411550 w 3497985"/>
                        <a:gd name="connsiteY29" fmla="*/ 1363338 h 5015271"/>
                        <a:gd name="connsiteX30" fmla="*/ 1597981 w 3497985"/>
                        <a:gd name="connsiteY30" fmla="*/ 1452114 h 5015271"/>
                        <a:gd name="connsiteX31" fmla="*/ 1686758 w 3497985"/>
                        <a:gd name="connsiteY31" fmla="*/ 1105885 h 5015271"/>
                        <a:gd name="connsiteX32" fmla="*/ 1287263 w 3497985"/>
                        <a:gd name="connsiteY32" fmla="*/ 1070375 h 5015271"/>
                        <a:gd name="connsiteX33" fmla="*/ 1233997 w 3497985"/>
                        <a:gd name="connsiteY33" fmla="*/ 857311 h 5015271"/>
                        <a:gd name="connsiteX34" fmla="*/ 1571348 w 3497985"/>
                        <a:gd name="connsiteY34" fmla="*/ 812922 h 5015271"/>
                        <a:gd name="connsiteX35" fmla="*/ 1482572 w 3497985"/>
                        <a:gd name="connsiteY35" fmla="*/ 537714 h 5015271"/>
                        <a:gd name="connsiteX36" fmla="*/ 1189608 w 3497985"/>
                        <a:gd name="connsiteY36" fmla="*/ 528837 h 5015271"/>
                        <a:gd name="connsiteX37" fmla="*/ 1145220 w 3497985"/>
                        <a:gd name="connsiteY37" fmla="*/ 369039 h 5015271"/>
                        <a:gd name="connsiteX38" fmla="*/ 1509205 w 3497985"/>
                        <a:gd name="connsiteY38" fmla="*/ 306895 h 5015271"/>
                        <a:gd name="connsiteX39" fmla="*/ 1313896 w 3497985"/>
                        <a:gd name="connsiteY39" fmla="*/ 31687 h 5015271"/>
                        <a:gd name="connsiteX40" fmla="*/ 1020933 w 3497985"/>
                        <a:gd name="connsiteY40" fmla="*/ 31687 h 5015271"/>
                        <a:gd name="connsiteX41" fmla="*/ 994300 w 3497985"/>
                        <a:gd name="connsiteY41" fmla="*/ 262507 h 5015271"/>
                        <a:gd name="connsiteX42" fmla="*/ 719092 w 3497985"/>
                        <a:gd name="connsiteY42" fmla="*/ 289140 h 501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497985" h="5015271">
                          <a:moveTo>
                            <a:pt x="1" y="2552945"/>
                          </a:moveTo>
                          <a:cubicBezTo>
                            <a:pt x="223422" y="2134215"/>
                            <a:pt x="630315" y="2075031"/>
                            <a:pt x="932156" y="2109062"/>
                          </a:cubicBezTo>
                          <a:cubicBezTo>
                            <a:pt x="1233997" y="2143093"/>
                            <a:pt x="1645329" y="2310289"/>
                            <a:pt x="1811045" y="2757132"/>
                          </a:cubicBezTo>
                          <a:cubicBezTo>
                            <a:pt x="1976761" y="3203975"/>
                            <a:pt x="1861352" y="4451287"/>
                            <a:pt x="1926455" y="4790118"/>
                          </a:cubicBezTo>
                          <a:cubicBezTo>
                            <a:pt x="1991558" y="5128949"/>
                            <a:pt x="2176510" y="5049050"/>
                            <a:pt x="2201663" y="4790118"/>
                          </a:cubicBezTo>
                          <a:cubicBezTo>
                            <a:pt x="2226816" y="4531186"/>
                            <a:pt x="2106967" y="3637501"/>
                            <a:pt x="2077375" y="3236526"/>
                          </a:cubicBezTo>
                          <a:cubicBezTo>
                            <a:pt x="2047783" y="2835551"/>
                            <a:pt x="1960486" y="2572181"/>
                            <a:pt x="2024109" y="2384270"/>
                          </a:cubicBezTo>
                          <a:cubicBezTo>
                            <a:pt x="2087732" y="2196359"/>
                            <a:pt x="2284521" y="2095746"/>
                            <a:pt x="2459115" y="2109062"/>
                          </a:cubicBezTo>
                          <a:cubicBezTo>
                            <a:pt x="2633709" y="2122378"/>
                            <a:pt x="2947387" y="2146052"/>
                            <a:pt x="3071675" y="2464169"/>
                          </a:cubicBezTo>
                          <a:cubicBezTo>
                            <a:pt x="3195963" y="2782286"/>
                            <a:pt x="3135298" y="3761788"/>
                            <a:pt x="3204840" y="4017761"/>
                          </a:cubicBezTo>
                          <a:cubicBezTo>
                            <a:pt x="3274382" y="4273734"/>
                            <a:pt x="3453414" y="4238223"/>
                            <a:pt x="3488925" y="4000006"/>
                          </a:cubicBezTo>
                          <a:cubicBezTo>
                            <a:pt x="3524436" y="3761788"/>
                            <a:pt x="3446017" y="3131473"/>
                            <a:pt x="3417904" y="2588456"/>
                          </a:cubicBezTo>
                          <a:cubicBezTo>
                            <a:pt x="3389791" y="2045439"/>
                            <a:pt x="3354280" y="1049660"/>
                            <a:pt x="3320249" y="741901"/>
                          </a:cubicBezTo>
                          <a:cubicBezTo>
                            <a:pt x="3286218" y="434142"/>
                            <a:pt x="3237391" y="517000"/>
                            <a:pt x="3213717" y="741901"/>
                          </a:cubicBezTo>
                          <a:cubicBezTo>
                            <a:pt x="3190043" y="966802"/>
                            <a:pt x="3277341" y="1879723"/>
                            <a:pt x="3178207" y="2091307"/>
                          </a:cubicBezTo>
                          <a:cubicBezTo>
                            <a:pt x="3079073" y="2302891"/>
                            <a:pt x="2738762" y="2156410"/>
                            <a:pt x="2618913" y="2011408"/>
                          </a:cubicBezTo>
                          <a:cubicBezTo>
                            <a:pt x="2499064" y="1866406"/>
                            <a:pt x="2490187" y="1429920"/>
                            <a:pt x="2459115" y="1221295"/>
                          </a:cubicBezTo>
                          <a:cubicBezTo>
                            <a:pt x="2428043" y="1012670"/>
                            <a:pt x="2453197" y="836596"/>
                            <a:pt x="2432482" y="759656"/>
                          </a:cubicBezTo>
                          <a:cubicBezTo>
                            <a:pt x="2411768" y="682716"/>
                            <a:pt x="2371818" y="636848"/>
                            <a:pt x="2334828" y="759656"/>
                          </a:cubicBezTo>
                          <a:cubicBezTo>
                            <a:pt x="2297838" y="882464"/>
                            <a:pt x="2293399" y="1381093"/>
                            <a:pt x="2210541" y="1496503"/>
                          </a:cubicBezTo>
                          <a:cubicBezTo>
                            <a:pt x="2127683" y="1611913"/>
                            <a:pt x="1916098" y="1419563"/>
                            <a:pt x="1837678" y="1452114"/>
                          </a:cubicBezTo>
                          <a:cubicBezTo>
                            <a:pt x="1759259" y="1484665"/>
                            <a:pt x="1796249" y="1622269"/>
                            <a:pt x="1740024" y="1691811"/>
                          </a:cubicBezTo>
                          <a:cubicBezTo>
                            <a:pt x="1683799" y="1761353"/>
                            <a:pt x="1682319" y="1854569"/>
                            <a:pt x="1500327" y="1869365"/>
                          </a:cubicBezTo>
                          <a:cubicBezTo>
                            <a:pt x="1318335" y="1884161"/>
                            <a:pt x="790114" y="1823497"/>
                            <a:pt x="648071" y="1780588"/>
                          </a:cubicBezTo>
                          <a:cubicBezTo>
                            <a:pt x="506028" y="1737679"/>
                            <a:pt x="616999" y="1645943"/>
                            <a:pt x="648071" y="1611912"/>
                          </a:cubicBezTo>
                          <a:cubicBezTo>
                            <a:pt x="679143" y="1577881"/>
                            <a:pt x="770879" y="1560126"/>
                            <a:pt x="834502" y="1576402"/>
                          </a:cubicBezTo>
                          <a:cubicBezTo>
                            <a:pt x="898125" y="1592678"/>
                            <a:pt x="938074" y="1682934"/>
                            <a:pt x="1029810" y="1709567"/>
                          </a:cubicBezTo>
                          <a:cubicBezTo>
                            <a:pt x="1121546" y="1736200"/>
                            <a:pt x="1337569" y="1770231"/>
                            <a:pt x="1384917" y="1736200"/>
                          </a:cubicBezTo>
                          <a:cubicBezTo>
                            <a:pt x="1432265" y="1702169"/>
                            <a:pt x="1309457" y="1567524"/>
                            <a:pt x="1313896" y="1505380"/>
                          </a:cubicBezTo>
                          <a:cubicBezTo>
                            <a:pt x="1318335" y="1443236"/>
                            <a:pt x="1364203" y="1372216"/>
                            <a:pt x="1411550" y="1363338"/>
                          </a:cubicBezTo>
                          <a:cubicBezTo>
                            <a:pt x="1458897" y="1354460"/>
                            <a:pt x="1552113" y="1495023"/>
                            <a:pt x="1597981" y="1452114"/>
                          </a:cubicBezTo>
                          <a:cubicBezTo>
                            <a:pt x="1643849" y="1409205"/>
                            <a:pt x="1738544" y="1169508"/>
                            <a:pt x="1686758" y="1105885"/>
                          </a:cubicBezTo>
                          <a:cubicBezTo>
                            <a:pt x="1634972" y="1042262"/>
                            <a:pt x="1362723" y="1111804"/>
                            <a:pt x="1287263" y="1070375"/>
                          </a:cubicBezTo>
                          <a:cubicBezTo>
                            <a:pt x="1211803" y="1028946"/>
                            <a:pt x="1186650" y="900220"/>
                            <a:pt x="1233997" y="857311"/>
                          </a:cubicBezTo>
                          <a:cubicBezTo>
                            <a:pt x="1281345" y="814402"/>
                            <a:pt x="1529919" y="866188"/>
                            <a:pt x="1571348" y="812922"/>
                          </a:cubicBezTo>
                          <a:cubicBezTo>
                            <a:pt x="1612777" y="759656"/>
                            <a:pt x="1546195" y="585061"/>
                            <a:pt x="1482572" y="537714"/>
                          </a:cubicBezTo>
                          <a:cubicBezTo>
                            <a:pt x="1418949" y="490366"/>
                            <a:pt x="1245833" y="556949"/>
                            <a:pt x="1189608" y="528837"/>
                          </a:cubicBezTo>
                          <a:cubicBezTo>
                            <a:pt x="1133383" y="500725"/>
                            <a:pt x="1091954" y="406029"/>
                            <a:pt x="1145220" y="369039"/>
                          </a:cubicBezTo>
                          <a:cubicBezTo>
                            <a:pt x="1198486" y="332049"/>
                            <a:pt x="1481092" y="363120"/>
                            <a:pt x="1509205" y="306895"/>
                          </a:cubicBezTo>
                          <a:cubicBezTo>
                            <a:pt x="1537318" y="250670"/>
                            <a:pt x="1395275" y="77555"/>
                            <a:pt x="1313896" y="31687"/>
                          </a:cubicBezTo>
                          <a:cubicBezTo>
                            <a:pt x="1232517" y="-14181"/>
                            <a:pt x="1074199" y="-6783"/>
                            <a:pt x="1020933" y="31687"/>
                          </a:cubicBezTo>
                          <a:cubicBezTo>
                            <a:pt x="967667" y="70157"/>
                            <a:pt x="1044607" y="219598"/>
                            <a:pt x="994300" y="262507"/>
                          </a:cubicBezTo>
                          <a:cubicBezTo>
                            <a:pt x="943993" y="305416"/>
                            <a:pt x="831542" y="297278"/>
                            <a:pt x="719092" y="289140"/>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grpSp>
              <p:sp>
                <p:nvSpPr>
                  <p:cNvPr id="104" name="Rectangle 103">
                    <a:extLst>
                      <a:ext uri="{FF2B5EF4-FFF2-40B4-BE49-F238E27FC236}">
                        <a16:creationId xmlns:a16="http://schemas.microsoft.com/office/drawing/2014/main" id="{41564535-2A78-43A0-A19B-EF40AC0B486D}"/>
                      </a:ext>
                    </a:extLst>
                  </p:cNvPr>
                  <p:cNvSpPr/>
                  <p:nvPr/>
                </p:nvSpPr>
                <p:spPr>
                  <a:xfrm>
                    <a:off x="3746371" y="623814"/>
                    <a:ext cx="2041862" cy="267217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u="sng" dirty="0"/>
                  </a:p>
                </p:txBody>
              </p:sp>
              <p:grpSp>
                <p:nvGrpSpPr>
                  <p:cNvPr id="106" name="Group 105">
                    <a:extLst>
                      <a:ext uri="{FF2B5EF4-FFF2-40B4-BE49-F238E27FC236}">
                        <a16:creationId xmlns:a16="http://schemas.microsoft.com/office/drawing/2014/main" id="{CB106E34-DBD9-4419-AB01-09DACE9AC868}"/>
                      </a:ext>
                    </a:extLst>
                  </p:cNvPr>
                  <p:cNvGrpSpPr/>
                  <p:nvPr/>
                </p:nvGrpSpPr>
                <p:grpSpPr>
                  <a:xfrm>
                    <a:off x="3878012" y="1157760"/>
                    <a:ext cx="1475218" cy="1922588"/>
                    <a:chOff x="6452540" y="1096829"/>
                    <a:chExt cx="1475219" cy="1922590"/>
                  </a:xfrm>
                </p:grpSpPr>
                <p:sp>
                  <p:nvSpPr>
                    <p:cNvPr id="109" name="Freeform: Shape 18">
                      <a:extLst>
                        <a:ext uri="{FF2B5EF4-FFF2-40B4-BE49-F238E27FC236}">
                          <a16:creationId xmlns:a16="http://schemas.microsoft.com/office/drawing/2014/main" id="{6ED2EB00-709A-4ECD-8AD7-37EE8833E84A}"/>
                        </a:ext>
                      </a:extLst>
                    </p:cNvPr>
                    <p:cNvSpPr/>
                    <p:nvPr/>
                  </p:nvSpPr>
                  <p:spPr>
                    <a:xfrm>
                      <a:off x="6452540" y="1096829"/>
                      <a:ext cx="1475219" cy="1064827"/>
                    </a:xfrm>
                    <a:custGeom>
                      <a:avLst/>
                      <a:gdLst>
                        <a:gd name="connsiteX0" fmla="*/ 267856 w 1475219"/>
                        <a:gd name="connsiteY0" fmla="*/ 758604 h 1064827"/>
                        <a:gd name="connsiteX1" fmla="*/ 303367 w 1475219"/>
                        <a:gd name="connsiteY1" fmla="*/ 971668 h 1064827"/>
                        <a:gd name="connsiteX2" fmla="*/ 134691 w 1475219"/>
                        <a:gd name="connsiteY2" fmla="*/ 1016056 h 1064827"/>
                        <a:gd name="connsiteX3" fmla="*/ 1526 w 1475219"/>
                        <a:gd name="connsiteY3" fmla="*/ 749726 h 1064827"/>
                        <a:gd name="connsiteX4" fmla="*/ 72547 w 1475219"/>
                        <a:gd name="connsiteY4" fmla="*/ 243699 h 1064827"/>
                        <a:gd name="connsiteX5" fmla="*/ 223468 w 1475219"/>
                        <a:gd name="connsiteY5" fmla="*/ 57268 h 1064827"/>
                        <a:gd name="connsiteX6" fmla="*/ 543064 w 1475219"/>
                        <a:gd name="connsiteY6" fmla="*/ 4002 h 1064827"/>
                        <a:gd name="connsiteX7" fmla="*/ 986947 w 1475219"/>
                        <a:gd name="connsiteY7" fmla="*/ 146045 h 1064827"/>
                        <a:gd name="connsiteX8" fmla="*/ 1208889 w 1475219"/>
                        <a:gd name="connsiteY8" fmla="*/ 598806 h 1064827"/>
                        <a:gd name="connsiteX9" fmla="*/ 1244400 w 1475219"/>
                        <a:gd name="connsiteY9" fmla="*/ 998301 h 1064827"/>
                        <a:gd name="connsiteX10" fmla="*/ 1475219 w 1475219"/>
                        <a:gd name="connsiteY10" fmla="*/ 1060445 h 106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5219" h="1064827">
                          <a:moveTo>
                            <a:pt x="267856" y="758604"/>
                          </a:moveTo>
                          <a:cubicBezTo>
                            <a:pt x="296708" y="843681"/>
                            <a:pt x="325561" y="928759"/>
                            <a:pt x="303367" y="971668"/>
                          </a:cubicBezTo>
                          <a:cubicBezTo>
                            <a:pt x="281173" y="1014577"/>
                            <a:pt x="184998" y="1053046"/>
                            <a:pt x="134691" y="1016056"/>
                          </a:cubicBezTo>
                          <a:cubicBezTo>
                            <a:pt x="84384" y="979066"/>
                            <a:pt x="11883" y="878452"/>
                            <a:pt x="1526" y="749726"/>
                          </a:cubicBezTo>
                          <a:cubicBezTo>
                            <a:pt x="-8831" y="621000"/>
                            <a:pt x="35557" y="359109"/>
                            <a:pt x="72547" y="243699"/>
                          </a:cubicBezTo>
                          <a:cubicBezTo>
                            <a:pt x="109537" y="128289"/>
                            <a:pt x="145049" y="97217"/>
                            <a:pt x="223468" y="57268"/>
                          </a:cubicBezTo>
                          <a:cubicBezTo>
                            <a:pt x="301887" y="17319"/>
                            <a:pt x="415817" y="-10794"/>
                            <a:pt x="543064" y="4002"/>
                          </a:cubicBezTo>
                          <a:cubicBezTo>
                            <a:pt x="670311" y="18798"/>
                            <a:pt x="875976" y="46911"/>
                            <a:pt x="986947" y="146045"/>
                          </a:cubicBezTo>
                          <a:cubicBezTo>
                            <a:pt x="1097918" y="245179"/>
                            <a:pt x="1165980" y="456763"/>
                            <a:pt x="1208889" y="598806"/>
                          </a:cubicBezTo>
                          <a:cubicBezTo>
                            <a:pt x="1251798" y="740849"/>
                            <a:pt x="1200012" y="921361"/>
                            <a:pt x="1244400" y="998301"/>
                          </a:cubicBezTo>
                          <a:cubicBezTo>
                            <a:pt x="1288788" y="1075241"/>
                            <a:pt x="1382003" y="1067843"/>
                            <a:pt x="1475219" y="1060445"/>
                          </a:cubicBezTo>
                        </a:path>
                      </a:pathLst>
                    </a:custGeom>
                    <a:ln>
                      <a:solidFill>
                        <a:srgbClr val="7030A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dirty="0"/>
                    </a:p>
                  </p:txBody>
                </p:sp>
                <p:sp>
                  <p:nvSpPr>
                    <p:cNvPr id="110" name="Freeform: Shape 19">
                      <a:extLst>
                        <a:ext uri="{FF2B5EF4-FFF2-40B4-BE49-F238E27FC236}">
                          <a16:creationId xmlns:a16="http://schemas.microsoft.com/office/drawing/2014/main" id="{E3DE2600-D6FE-40E2-B5B7-5BEA21E1DD78}"/>
                        </a:ext>
                      </a:extLst>
                    </p:cNvPr>
                    <p:cNvSpPr/>
                    <p:nvPr/>
                  </p:nvSpPr>
                  <p:spPr>
                    <a:xfrm>
                      <a:off x="6574326" y="1350837"/>
                      <a:ext cx="1353433" cy="1668582"/>
                    </a:xfrm>
                    <a:custGeom>
                      <a:avLst/>
                      <a:gdLst>
                        <a:gd name="connsiteX0" fmla="*/ 1294346 w 1294346"/>
                        <a:gd name="connsiteY0" fmla="*/ 1061312 h 1701514"/>
                        <a:gd name="connsiteX1" fmla="*/ 1116793 w 1294346"/>
                        <a:gd name="connsiteY1" fmla="*/ 1034679 h 1701514"/>
                        <a:gd name="connsiteX2" fmla="*/ 1045771 w 1294346"/>
                        <a:gd name="connsiteY2" fmla="*/ 1389785 h 1701514"/>
                        <a:gd name="connsiteX3" fmla="*/ 823830 w 1294346"/>
                        <a:gd name="connsiteY3" fmla="*/ 1656115 h 1701514"/>
                        <a:gd name="connsiteX4" fmla="*/ 282292 w 1294346"/>
                        <a:gd name="connsiteY4" fmla="*/ 1691626 h 1701514"/>
                        <a:gd name="connsiteX5" fmla="*/ 42595 w 1294346"/>
                        <a:gd name="connsiteY5" fmla="*/ 1549583 h 1701514"/>
                        <a:gd name="connsiteX6" fmla="*/ 15962 w 1294346"/>
                        <a:gd name="connsiteY6" fmla="*/ 1283253 h 1701514"/>
                        <a:gd name="connsiteX7" fmla="*/ 211270 w 1294346"/>
                        <a:gd name="connsiteY7" fmla="*/ 1283253 h 1701514"/>
                        <a:gd name="connsiteX8" fmla="*/ 282292 w 1294346"/>
                        <a:gd name="connsiteY8" fmla="*/ 1487440 h 1701514"/>
                        <a:gd name="connsiteX9" fmla="*/ 406579 w 1294346"/>
                        <a:gd name="connsiteY9" fmla="*/ 1585094 h 1701514"/>
                        <a:gd name="connsiteX10" fmla="*/ 566377 w 1294346"/>
                        <a:gd name="connsiteY10" fmla="*/ 1558461 h 1701514"/>
                        <a:gd name="connsiteX11" fmla="*/ 504234 w 1294346"/>
                        <a:gd name="connsiteY11" fmla="*/ 1301009 h 1701514"/>
                        <a:gd name="connsiteX12" fmla="*/ 593010 w 1294346"/>
                        <a:gd name="connsiteY12" fmla="*/ 1141211 h 1701514"/>
                        <a:gd name="connsiteX13" fmla="*/ 726175 w 1294346"/>
                        <a:gd name="connsiteY13" fmla="*/ 1194477 h 1701514"/>
                        <a:gd name="connsiteX14" fmla="*/ 761686 w 1294346"/>
                        <a:gd name="connsiteY14" fmla="*/ 1469684 h 1701514"/>
                        <a:gd name="connsiteX15" fmla="*/ 868218 w 1294346"/>
                        <a:gd name="connsiteY15" fmla="*/ 1478562 h 1701514"/>
                        <a:gd name="connsiteX16" fmla="*/ 956995 w 1294346"/>
                        <a:gd name="connsiteY16" fmla="*/ 1318764 h 1701514"/>
                        <a:gd name="connsiteX17" fmla="*/ 983628 w 1294346"/>
                        <a:gd name="connsiteY17" fmla="*/ 1132333 h 1701514"/>
                        <a:gd name="connsiteX18" fmla="*/ 806074 w 1294346"/>
                        <a:gd name="connsiteY18" fmla="*/ 1025801 h 1701514"/>
                        <a:gd name="connsiteX19" fmla="*/ 708420 w 1294346"/>
                        <a:gd name="connsiteY19" fmla="*/ 937024 h 1701514"/>
                        <a:gd name="connsiteX20" fmla="*/ 779441 w 1294346"/>
                        <a:gd name="connsiteY20" fmla="*/ 803859 h 1701514"/>
                        <a:gd name="connsiteX21" fmla="*/ 930362 w 1294346"/>
                        <a:gd name="connsiteY21" fmla="*/ 786104 h 1701514"/>
                        <a:gd name="connsiteX22" fmla="*/ 956995 w 1294346"/>
                        <a:gd name="connsiteY22" fmla="*/ 581917 h 1701514"/>
                        <a:gd name="connsiteX23" fmla="*/ 779441 w 1294346"/>
                        <a:gd name="connsiteY23" fmla="*/ 493141 h 1701514"/>
                        <a:gd name="connsiteX24" fmla="*/ 779441 w 1294346"/>
                        <a:gd name="connsiteY24" fmla="*/ 493141 h 1701514"/>
                        <a:gd name="connsiteX25" fmla="*/ 655154 w 1294346"/>
                        <a:gd name="connsiteY25" fmla="*/ 661816 h 1701514"/>
                        <a:gd name="connsiteX26" fmla="*/ 566377 w 1294346"/>
                        <a:gd name="connsiteY26" fmla="*/ 546407 h 1701514"/>
                        <a:gd name="connsiteX27" fmla="*/ 637399 w 1294346"/>
                        <a:gd name="connsiteY27" fmla="*/ 324465 h 1701514"/>
                        <a:gd name="connsiteX28" fmla="*/ 814952 w 1294346"/>
                        <a:gd name="connsiteY28" fmla="*/ 253444 h 1701514"/>
                        <a:gd name="connsiteX29" fmla="*/ 770564 w 1294346"/>
                        <a:gd name="connsiteY29" fmla="*/ 58135 h 1701514"/>
                        <a:gd name="connsiteX30" fmla="*/ 433212 w 1294346"/>
                        <a:gd name="connsiteY30" fmla="*/ 13746 h 1701514"/>
                        <a:gd name="connsiteX31" fmla="*/ 433212 w 1294346"/>
                        <a:gd name="connsiteY31" fmla="*/ 271199 h 1701514"/>
                        <a:gd name="connsiteX32" fmla="*/ 291170 w 1294346"/>
                        <a:gd name="connsiteY32" fmla="*/ 404364 h 1701514"/>
                        <a:gd name="connsiteX33" fmla="*/ 246781 w 1294346"/>
                        <a:gd name="connsiteY33" fmla="*/ 138034 h 1701514"/>
                        <a:gd name="connsiteX34" fmla="*/ 7084 w 1294346"/>
                        <a:gd name="connsiteY34" fmla="*/ 280077 h 1701514"/>
                        <a:gd name="connsiteX35" fmla="*/ 86983 w 1294346"/>
                        <a:gd name="connsiteY35" fmla="*/ 519774 h 1701514"/>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46781 w 1294346"/>
                        <a:gd name="connsiteY33" fmla="*/ 120048 h 1683528"/>
                        <a:gd name="connsiteX34" fmla="*/ 7084 w 1294346"/>
                        <a:gd name="connsiteY34" fmla="*/ 262091 h 1683528"/>
                        <a:gd name="connsiteX35" fmla="*/ 86983 w 1294346"/>
                        <a:gd name="connsiteY35" fmla="*/ 501788 h 1683528"/>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00101 w 1294346"/>
                        <a:gd name="connsiteY33" fmla="*/ 153775 h 1683528"/>
                        <a:gd name="connsiteX34" fmla="*/ 7084 w 1294346"/>
                        <a:gd name="connsiteY34" fmla="*/ 262091 h 1683528"/>
                        <a:gd name="connsiteX35" fmla="*/ 86983 w 1294346"/>
                        <a:gd name="connsiteY35" fmla="*/ 501788 h 1683528"/>
                        <a:gd name="connsiteX0" fmla="*/ 1294346 w 1294346"/>
                        <a:gd name="connsiteY0" fmla="*/ 1028380 h 1668582"/>
                        <a:gd name="connsiteX1" fmla="*/ 1116793 w 1294346"/>
                        <a:gd name="connsiteY1" fmla="*/ 1001747 h 1668582"/>
                        <a:gd name="connsiteX2" fmla="*/ 1045771 w 1294346"/>
                        <a:gd name="connsiteY2" fmla="*/ 1356853 h 1668582"/>
                        <a:gd name="connsiteX3" fmla="*/ 823830 w 1294346"/>
                        <a:gd name="connsiteY3" fmla="*/ 1623183 h 1668582"/>
                        <a:gd name="connsiteX4" fmla="*/ 282292 w 1294346"/>
                        <a:gd name="connsiteY4" fmla="*/ 1658694 h 1668582"/>
                        <a:gd name="connsiteX5" fmla="*/ 42595 w 1294346"/>
                        <a:gd name="connsiteY5" fmla="*/ 1516651 h 1668582"/>
                        <a:gd name="connsiteX6" fmla="*/ 15962 w 1294346"/>
                        <a:gd name="connsiteY6" fmla="*/ 1250321 h 1668582"/>
                        <a:gd name="connsiteX7" fmla="*/ 211270 w 1294346"/>
                        <a:gd name="connsiteY7" fmla="*/ 1250321 h 1668582"/>
                        <a:gd name="connsiteX8" fmla="*/ 282292 w 1294346"/>
                        <a:gd name="connsiteY8" fmla="*/ 1454508 h 1668582"/>
                        <a:gd name="connsiteX9" fmla="*/ 406579 w 1294346"/>
                        <a:gd name="connsiteY9" fmla="*/ 1552162 h 1668582"/>
                        <a:gd name="connsiteX10" fmla="*/ 566377 w 1294346"/>
                        <a:gd name="connsiteY10" fmla="*/ 1525529 h 1668582"/>
                        <a:gd name="connsiteX11" fmla="*/ 504234 w 1294346"/>
                        <a:gd name="connsiteY11" fmla="*/ 1268077 h 1668582"/>
                        <a:gd name="connsiteX12" fmla="*/ 593010 w 1294346"/>
                        <a:gd name="connsiteY12" fmla="*/ 1108279 h 1668582"/>
                        <a:gd name="connsiteX13" fmla="*/ 726175 w 1294346"/>
                        <a:gd name="connsiteY13" fmla="*/ 1161545 h 1668582"/>
                        <a:gd name="connsiteX14" fmla="*/ 761686 w 1294346"/>
                        <a:gd name="connsiteY14" fmla="*/ 1436752 h 1668582"/>
                        <a:gd name="connsiteX15" fmla="*/ 868218 w 1294346"/>
                        <a:gd name="connsiteY15" fmla="*/ 1445630 h 1668582"/>
                        <a:gd name="connsiteX16" fmla="*/ 956995 w 1294346"/>
                        <a:gd name="connsiteY16" fmla="*/ 1285832 h 1668582"/>
                        <a:gd name="connsiteX17" fmla="*/ 983628 w 1294346"/>
                        <a:gd name="connsiteY17" fmla="*/ 1099401 h 1668582"/>
                        <a:gd name="connsiteX18" fmla="*/ 806074 w 1294346"/>
                        <a:gd name="connsiteY18" fmla="*/ 992869 h 1668582"/>
                        <a:gd name="connsiteX19" fmla="*/ 708420 w 1294346"/>
                        <a:gd name="connsiteY19" fmla="*/ 904092 h 1668582"/>
                        <a:gd name="connsiteX20" fmla="*/ 779441 w 1294346"/>
                        <a:gd name="connsiteY20" fmla="*/ 770927 h 1668582"/>
                        <a:gd name="connsiteX21" fmla="*/ 930362 w 1294346"/>
                        <a:gd name="connsiteY21" fmla="*/ 753172 h 1668582"/>
                        <a:gd name="connsiteX22" fmla="*/ 956995 w 1294346"/>
                        <a:gd name="connsiteY22" fmla="*/ 548985 h 1668582"/>
                        <a:gd name="connsiteX23" fmla="*/ 779441 w 1294346"/>
                        <a:gd name="connsiteY23" fmla="*/ 460209 h 1668582"/>
                        <a:gd name="connsiteX24" fmla="*/ 779441 w 1294346"/>
                        <a:gd name="connsiteY24" fmla="*/ 460209 h 1668582"/>
                        <a:gd name="connsiteX25" fmla="*/ 655154 w 1294346"/>
                        <a:gd name="connsiteY25" fmla="*/ 628884 h 1668582"/>
                        <a:gd name="connsiteX26" fmla="*/ 566377 w 1294346"/>
                        <a:gd name="connsiteY26" fmla="*/ 513475 h 1668582"/>
                        <a:gd name="connsiteX27" fmla="*/ 637399 w 1294346"/>
                        <a:gd name="connsiteY27" fmla="*/ 291533 h 1668582"/>
                        <a:gd name="connsiteX28" fmla="*/ 814952 w 1294346"/>
                        <a:gd name="connsiteY28" fmla="*/ 220512 h 1668582"/>
                        <a:gd name="connsiteX29" fmla="*/ 770564 w 1294346"/>
                        <a:gd name="connsiteY29" fmla="*/ 25203 h 1668582"/>
                        <a:gd name="connsiteX30" fmla="*/ 495450 w 1294346"/>
                        <a:gd name="connsiteY30" fmla="*/ 25783 h 1668582"/>
                        <a:gd name="connsiteX31" fmla="*/ 433212 w 1294346"/>
                        <a:gd name="connsiteY31" fmla="*/ 238267 h 1668582"/>
                        <a:gd name="connsiteX32" fmla="*/ 291170 w 1294346"/>
                        <a:gd name="connsiteY32" fmla="*/ 371432 h 1668582"/>
                        <a:gd name="connsiteX33" fmla="*/ 200101 w 1294346"/>
                        <a:gd name="connsiteY33" fmla="*/ 138829 h 1668582"/>
                        <a:gd name="connsiteX34" fmla="*/ 7084 w 1294346"/>
                        <a:gd name="connsiteY34" fmla="*/ 247145 h 1668582"/>
                        <a:gd name="connsiteX35" fmla="*/ 86983 w 1294346"/>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38829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344452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53433" h="1668582">
                          <a:moveTo>
                            <a:pt x="1353433" y="1028380"/>
                          </a:moveTo>
                          <a:cubicBezTo>
                            <a:pt x="1285371" y="987691"/>
                            <a:pt x="1217309" y="947002"/>
                            <a:pt x="1175880" y="1001747"/>
                          </a:cubicBezTo>
                          <a:cubicBezTo>
                            <a:pt x="1134451" y="1056492"/>
                            <a:pt x="1153685" y="1253280"/>
                            <a:pt x="1104858" y="1356853"/>
                          </a:cubicBezTo>
                          <a:cubicBezTo>
                            <a:pt x="1056031" y="1460426"/>
                            <a:pt x="1010163" y="1572876"/>
                            <a:pt x="882917" y="1623183"/>
                          </a:cubicBezTo>
                          <a:cubicBezTo>
                            <a:pt x="755671" y="1673490"/>
                            <a:pt x="471585" y="1676449"/>
                            <a:pt x="341379" y="1658694"/>
                          </a:cubicBezTo>
                          <a:cubicBezTo>
                            <a:pt x="211173" y="1640939"/>
                            <a:pt x="146070" y="1584713"/>
                            <a:pt x="101682" y="1516651"/>
                          </a:cubicBezTo>
                          <a:cubicBezTo>
                            <a:pt x="57294" y="1448589"/>
                            <a:pt x="28784" y="1296583"/>
                            <a:pt x="75049" y="1250321"/>
                          </a:cubicBezTo>
                          <a:cubicBezTo>
                            <a:pt x="121315" y="1204059"/>
                            <a:pt x="340074" y="1206922"/>
                            <a:pt x="379275" y="1239079"/>
                          </a:cubicBezTo>
                          <a:cubicBezTo>
                            <a:pt x="418476" y="1271236"/>
                            <a:pt x="295860" y="1391085"/>
                            <a:pt x="310258" y="1443265"/>
                          </a:cubicBezTo>
                          <a:cubicBezTo>
                            <a:pt x="324656" y="1495445"/>
                            <a:pt x="407945" y="1549694"/>
                            <a:pt x="465666" y="1552162"/>
                          </a:cubicBezTo>
                          <a:cubicBezTo>
                            <a:pt x="523387" y="1554630"/>
                            <a:pt x="640307" y="1505424"/>
                            <a:pt x="656583" y="1458076"/>
                          </a:cubicBezTo>
                          <a:cubicBezTo>
                            <a:pt x="672859" y="1410729"/>
                            <a:pt x="556289" y="1326376"/>
                            <a:pt x="563321" y="1268077"/>
                          </a:cubicBezTo>
                          <a:cubicBezTo>
                            <a:pt x="570353" y="1209778"/>
                            <a:pt x="656600" y="1118540"/>
                            <a:pt x="698777" y="1108279"/>
                          </a:cubicBezTo>
                          <a:cubicBezTo>
                            <a:pt x="740954" y="1098018"/>
                            <a:pt x="796050" y="1168631"/>
                            <a:pt x="816383" y="1206513"/>
                          </a:cubicBezTo>
                          <a:cubicBezTo>
                            <a:pt x="836716" y="1244395"/>
                            <a:pt x="802286" y="1312583"/>
                            <a:pt x="820773" y="1335573"/>
                          </a:cubicBezTo>
                          <a:cubicBezTo>
                            <a:pt x="839260" y="1358563"/>
                            <a:pt x="894754" y="1352742"/>
                            <a:pt x="927305" y="1344452"/>
                          </a:cubicBezTo>
                          <a:cubicBezTo>
                            <a:pt x="959856" y="1336162"/>
                            <a:pt x="996847" y="1326674"/>
                            <a:pt x="1016082" y="1285832"/>
                          </a:cubicBezTo>
                          <a:cubicBezTo>
                            <a:pt x="1035317" y="1244990"/>
                            <a:pt x="1067869" y="1148228"/>
                            <a:pt x="1042715" y="1099401"/>
                          </a:cubicBezTo>
                          <a:cubicBezTo>
                            <a:pt x="1017561" y="1050574"/>
                            <a:pt x="911029" y="1025420"/>
                            <a:pt x="865161" y="992869"/>
                          </a:cubicBezTo>
                          <a:cubicBezTo>
                            <a:pt x="819293" y="960318"/>
                            <a:pt x="784913" y="952324"/>
                            <a:pt x="767507" y="904092"/>
                          </a:cubicBezTo>
                          <a:cubicBezTo>
                            <a:pt x="750101" y="855860"/>
                            <a:pt x="723737" y="728628"/>
                            <a:pt x="760727" y="703475"/>
                          </a:cubicBezTo>
                          <a:cubicBezTo>
                            <a:pt x="797717" y="678322"/>
                            <a:pt x="946890" y="778920"/>
                            <a:pt x="989449" y="753172"/>
                          </a:cubicBezTo>
                          <a:cubicBezTo>
                            <a:pt x="1032008" y="727424"/>
                            <a:pt x="1041236" y="597812"/>
                            <a:pt x="1016082" y="548985"/>
                          </a:cubicBezTo>
                          <a:cubicBezTo>
                            <a:pt x="990928" y="500158"/>
                            <a:pt x="838528" y="460209"/>
                            <a:pt x="838528" y="460209"/>
                          </a:cubicBezTo>
                          <a:lnTo>
                            <a:pt x="838528" y="460209"/>
                          </a:lnTo>
                          <a:cubicBezTo>
                            <a:pt x="817814" y="488321"/>
                            <a:pt x="703072" y="603143"/>
                            <a:pt x="652002" y="595158"/>
                          </a:cubicBezTo>
                          <a:cubicBezTo>
                            <a:pt x="600932" y="587173"/>
                            <a:pt x="524692" y="462900"/>
                            <a:pt x="532106" y="412296"/>
                          </a:cubicBezTo>
                          <a:cubicBezTo>
                            <a:pt x="539520" y="361692"/>
                            <a:pt x="639497" y="323497"/>
                            <a:pt x="696486" y="291533"/>
                          </a:cubicBezTo>
                          <a:cubicBezTo>
                            <a:pt x="753475" y="259569"/>
                            <a:pt x="851845" y="264900"/>
                            <a:pt x="874039" y="220512"/>
                          </a:cubicBezTo>
                          <a:cubicBezTo>
                            <a:pt x="896233" y="176124"/>
                            <a:pt x="882901" y="57658"/>
                            <a:pt x="829651" y="25203"/>
                          </a:cubicBezTo>
                          <a:cubicBezTo>
                            <a:pt x="776401" y="-7252"/>
                            <a:pt x="610762" y="-9728"/>
                            <a:pt x="554537" y="25783"/>
                          </a:cubicBezTo>
                          <a:cubicBezTo>
                            <a:pt x="498312" y="61294"/>
                            <a:pt x="539312" y="180659"/>
                            <a:pt x="492299" y="238267"/>
                          </a:cubicBezTo>
                          <a:cubicBezTo>
                            <a:pt x="445286" y="295875"/>
                            <a:pt x="311311" y="384258"/>
                            <a:pt x="272459" y="371432"/>
                          </a:cubicBezTo>
                          <a:cubicBezTo>
                            <a:pt x="233607" y="358606"/>
                            <a:pt x="290828" y="194256"/>
                            <a:pt x="259188" y="161313"/>
                          </a:cubicBezTo>
                          <a:cubicBezTo>
                            <a:pt x="227548" y="128370"/>
                            <a:pt x="125162" y="148224"/>
                            <a:pt x="82619" y="173772"/>
                          </a:cubicBezTo>
                          <a:cubicBezTo>
                            <a:pt x="40076" y="199320"/>
                            <a:pt x="-1459" y="221198"/>
                            <a:pt x="3930" y="269629"/>
                          </a:cubicBezTo>
                          <a:cubicBezTo>
                            <a:pt x="-22703" y="333252"/>
                            <a:pt x="92804" y="398805"/>
                            <a:pt x="146070" y="486842"/>
                          </a:cubicBezTo>
                        </a:path>
                      </a:pathLst>
                    </a:custGeom>
                    <a:ln>
                      <a:solidFill>
                        <a:srgbClr val="7030A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a:p>
                  </p:txBody>
                </p:sp>
              </p:grpSp>
              <p:sp>
                <p:nvSpPr>
                  <p:cNvPr id="107" name="Freeform: Shape 25">
                    <a:extLst>
                      <a:ext uri="{FF2B5EF4-FFF2-40B4-BE49-F238E27FC236}">
                        <a16:creationId xmlns:a16="http://schemas.microsoft.com/office/drawing/2014/main" id="{3E4EE927-6AB4-4129-A5F6-C0A971B540DA}"/>
                      </a:ext>
                    </a:extLst>
                  </p:cNvPr>
                  <p:cNvSpPr/>
                  <p:nvPr/>
                </p:nvSpPr>
                <p:spPr>
                  <a:xfrm>
                    <a:off x="5344350" y="2199134"/>
                    <a:ext cx="461639" cy="535310"/>
                  </a:xfrm>
                  <a:custGeom>
                    <a:avLst/>
                    <a:gdLst>
                      <a:gd name="connsiteX0" fmla="*/ 0 w 461639"/>
                      <a:gd name="connsiteY0" fmla="*/ 19080 h 535310"/>
                      <a:gd name="connsiteX1" fmla="*/ 159798 w 461639"/>
                      <a:gd name="connsiteY1" fmla="*/ 54591 h 535310"/>
                      <a:gd name="connsiteX2" fmla="*/ 284086 w 461639"/>
                      <a:gd name="connsiteY2" fmla="*/ 480719 h 535310"/>
                      <a:gd name="connsiteX3" fmla="*/ 461639 w 461639"/>
                      <a:gd name="connsiteY3" fmla="*/ 516230 h 535310"/>
                    </a:gdLst>
                    <a:ahLst/>
                    <a:cxnLst>
                      <a:cxn ang="0">
                        <a:pos x="connsiteX0" y="connsiteY0"/>
                      </a:cxn>
                      <a:cxn ang="0">
                        <a:pos x="connsiteX1" y="connsiteY1"/>
                      </a:cxn>
                      <a:cxn ang="0">
                        <a:pos x="connsiteX2" y="connsiteY2"/>
                      </a:cxn>
                      <a:cxn ang="0">
                        <a:pos x="connsiteX3" y="connsiteY3"/>
                      </a:cxn>
                    </a:cxnLst>
                    <a:rect l="l" t="t" r="r" b="b"/>
                    <a:pathLst>
                      <a:path w="461639" h="535310">
                        <a:moveTo>
                          <a:pt x="0" y="19080"/>
                        </a:moveTo>
                        <a:cubicBezTo>
                          <a:pt x="56225" y="-1635"/>
                          <a:pt x="112450" y="-22349"/>
                          <a:pt x="159798" y="54591"/>
                        </a:cubicBezTo>
                        <a:cubicBezTo>
                          <a:pt x="207146" y="131531"/>
                          <a:pt x="233779" y="403779"/>
                          <a:pt x="284086" y="480719"/>
                        </a:cubicBezTo>
                        <a:cubicBezTo>
                          <a:pt x="334393" y="557659"/>
                          <a:pt x="398016" y="536944"/>
                          <a:pt x="461639" y="516230"/>
                        </a:cubicBezTo>
                      </a:path>
                    </a:pathLst>
                  </a:cu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a:p>
                </p:txBody>
              </p:sp>
              <p:sp>
                <p:nvSpPr>
                  <p:cNvPr id="108" name="Freeform: Shape 26">
                    <a:extLst>
                      <a:ext uri="{FF2B5EF4-FFF2-40B4-BE49-F238E27FC236}">
                        <a16:creationId xmlns:a16="http://schemas.microsoft.com/office/drawing/2014/main" id="{A5E526D2-C7A0-445C-865F-B97D00506FA5}"/>
                      </a:ext>
                    </a:extLst>
                  </p:cNvPr>
                  <p:cNvSpPr/>
                  <p:nvPr/>
                </p:nvSpPr>
                <p:spPr>
                  <a:xfrm>
                    <a:off x="5335480" y="2432482"/>
                    <a:ext cx="488270" cy="447852"/>
                  </a:xfrm>
                  <a:custGeom>
                    <a:avLst/>
                    <a:gdLst>
                      <a:gd name="connsiteX0" fmla="*/ 0 w 488271"/>
                      <a:gd name="connsiteY0" fmla="*/ 0 h 447852"/>
                      <a:gd name="connsiteX1" fmla="*/ 88776 w 488271"/>
                      <a:gd name="connsiteY1" fmla="*/ 124287 h 447852"/>
                      <a:gd name="connsiteX2" fmla="*/ 142042 w 488271"/>
                      <a:gd name="connsiteY2" fmla="*/ 337351 h 447852"/>
                      <a:gd name="connsiteX3" fmla="*/ 257452 w 488271"/>
                      <a:gd name="connsiteY3" fmla="*/ 435005 h 447852"/>
                      <a:gd name="connsiteX4" fmla="*/ 488271 w 488271"/>
                      <a:gd name="connsiteY4" fmla="*/ 443883 h 447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271" h="447852">
                        <a:moveTo>
                          <a:pt x="0" y="0"/>
                        </a:moveTo>
                        <a:cubicBezTo>
                          <a:pt x="32551" y="34031"/>
                          <a:pt x="65102" y="68062"/>
                          <a:pt x="88776" y="124287"/>
                        </a:cubicBezTo>
                        <a:cubicBezTo>
                          <a:pt x="112450" y="180512"/>
                          <a:pt x="113929" y="285565"/>
                          <a:pt x="142042" y="337351"/>
                        </a:cubicBezTo>
                        <a:cubicBezTo>
                          <a:pt x="170155" y="389137"/>
                          <a:pt x="199747" y="417250"/>
                          <a:pt x="257452" y="435005"/>
                        </a:cubicBezTo>
                        <a:cubicBezTo>
                          <a:pt x="315157" y="452760"/>
                          <a:pt x="401714" y="448321"/>
                          <a:pt x="488271" y="443883"/>
                        </a:cubicBezTo>
                      </a:path>
                    </a:pathLst>
                  </a:cu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grpSp>
            <p:sp>
              <p:nvSpPr>
                <p:cNvPr id="8" name="Glomerulus">
                  <a:extLst>
                    <a:ext uri="{FF2B5EF4-FFF2-40B4-BE49-F238E27FC236}">
                      <a16:creationId xmlns:a16="http://schemas.microsoft.com/office/drawing/2014/main" id="{7195B8B5-BFD4-43A5-9568-B512C0D5CCC2}"/>
                    </a:ext>
                  </a:extLst>
                </p:cNvPr>
                <p:cNvSpPr txBox="1"/>
                <p:nvPr/>
              </p:nvSpPr>
              <p:spPr>
                <a:xfrm>
                  <a:off x="4955927" y="1712043"/>
                  <a:ext cx="1051565" cy="246221"/>
                </a:xfrm>
                <a:prstGeom prst="rect">
                  <a:avLst/>
                </a:prstGeom>
                <a:noFill/>
              </p:spPr>
              <p:txBody>
                <a:bodyPr wrap="square" rtlCol="0">
                  <a:spAutoFit/>
                </a:bodyPr>
                <a:lstStyle/>
                <a:p>
                  <a:pPr algn="ctr"/>
                  <a:r>
                    <a:rPr lang="en-US" sz="1000" dirty="0"/>
                    <a:t>Glomerulus</a:t>
                  </a:r>
                </a:p>
              </p:txBody>
            </p:sp>
          </p:grpSp>
          <p:sp>
            <p:nvSpPr>
              <p:cNvPr id="164" name="Freeform: Shape 163">
                <a:extLst>
                  <a:ext uri="{FF2B5EF4-FFF2-40B4-BE49-F238E27FC236}">
                    <a16:creationId xmlns:a16="http://schemas.microsoft.com/office/drawing/2014/main" id="{B7BE4610-A4AB-48D5-B6FD-0E4DE5D77247}"/>
                  </a:ext>
                </a:extLst>
              </p:cNvPr>
              <p:cNvSpPr/>
              <p:nvPr/>
            </p:nvSpPr>
            <p:spPr>
              <a:xfrm>
                <a:off x="4955927" y="2479397"/>
                <a:ext cx="2109154" cy="2977766"/>
              </a:xfrm>
              <a:custGeom>
                <a:avLst/>
                <a:gdLst>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171450 w 2109154"/>
                  <a:gd name="connsiteY27" fmla="*/ 1115619 h 2977766"/>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651510 w 2109154"/>
                  <a:gd name="connsiteY27" fmla="*/ 1024179 h 2977766"/>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651510 w 2109154"/>
                  <a:gd name="connsiteY27" fmla="*/ 1024179 h 29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9154" h="2977766">
                    <a:moveTo>
                      <a:pt x="0" y="216459"/>
                    </a:moveTo>
                    <a:cubicBezTo>
                      <a:pt x="204152" y="253289"/>
                      <a:pt x="408305" y="290119"/>
                      <a:pt x="502920" y="265989"/>
                    </a:cubicBezTo>
                    <a:cubicBezTo>
                      <a:pt x="597535" y="241859"/>
                      <a:pt x="570230" y="115494"/>
                      <a:pt x="567690" y="71679"/>
                    </a:cubicBezTo>
                    <a:cubicBezTo>
                      <a:pt x="565150" y="27864"/>
                      <a:pt x="504190" y="-11506"/>
                      <a:pt x="487680" y="3099"/>
                    </a:cubicBezTo>
                    <a:cubicBezTo>
                      <a:pt x="471170" y="17704"/>
                      <a:pt x="426720" y="153594"/>
                      <a:pt x="468630" y="159309"/>
                    </a:cubicBezTo>
                    <a:cubicBezTo>
                      <a:pt x="510540" y="165024"/>
                      <a:pt x="684530" y="46279"/>
                      <a:pt x="739140" y="37389"/>
                    </a:cubicBezTo>
                    <a:cubicBezTo>
                      <a:pt x="793750" y="28499"/>
                      <a:pt x="835660" y="79934"/>
                      <a:pt x="796290" y="105969"/>
                    </a:cubicBezTo>
                    <a:cubicBezTo>
                      <a:pt x="756920" y="132004"/>
                      <a:pt x="545465" y="144069"/>
                      <a:pt x="502920" y="193599"/>
                    </a:cubicBezTo>
                    <a:cubicBezTo>
                      <a:pt x="460375" y="243129"/>
                      <a:pt x="506095" y="367589"/>
                      <a:pt x="541020" y="403149"/>
                    </a:cubicBezTo>
                    <a:cubicBezTo>
                      <a:pt x="575945" y="438709"/>
                      <a:pt x="699135" y="426009"/>
                      <a:pt x="712470" y="406959"/>
                    </a:cubicBezTo>
                    <a:cubicBezTo>
                      <a:pt x="725805" y="387909"/>
                      <a:pt x="699135" y="272339"/>
                      <a:pt x="621030" y="288849"/>
                    </a:cubicBezTo>
                    <a:cubicBezTo>
                      <a:pt x="542925" y="305359"/>
                      <a:pt x="309245" y="403784"/>
                      <a:pt x="243840" y="506019"/>
                    </a:cubicBezTo>
                    <a:cubicBezTo>
                      <a:pt x="178435" y="608254"/>
                      <a:pt x="122555" y="836854"/>
                      <a:pt x="228600" y="902259"/>
                    </a:cubicBezTo>
                    <a:cubicBezTo>
                      <a:pt x="334645" y="967664"/>
                      <a:pt x="715010" y="992429"/>
                      <a:pt x="880110" y="898449"/>
                    </a:cubicBezTo>
                    <a:cubicBezTo>
                      <a:pt x="1045210" y="804469"/>
                      <a:pt x="1102995" y="447599"/>
                      <a:pt x="1219200" y="338379"/>
                    </a:cubicBezTo>
                    <a:cubicBezTo>
                      <a:pt x="1335405" y="229159"/>
                      <a:pt x="1564005" y="155499"/>
                      <a:pt x="1577340" y="243129"/>
                    </a:cubicBezTo>
                    <a:cubicBezTo>
                      <a:pt x="1590675" y="330759"/>
                      <a:pt x="1216025" y="751764"/>
                      <a:pt x="1299210" y="864159"/>
                    </a:cubicBezTo>
                    <a:cubicBezTo>
                      <a:pt x="1382395" y="976554"/>
                      <a:pt x="1974850" y="702869"/>
                      <a:pt x="2076450" y="917499"/>
                    </a:cubicBezTo>
                    <a:cubicBezTo>
                      <a:pt x="2178050" y="1132129"/>
                      <a:pt x="2020570" y="2132889"/>
                      <a:pt x="1908810" y="2151939"/>
                    </a:cubicBezTo>
                    <a:cubicBezTo>
                      <a:pt x="1797050" y="2170989"/>
                      <a:pt x="1405890" y="1031799"/>
                      <a:pt x="1405890" y="1031799"/>
                    </a:cubicBezTo>
                    <a:lnTo>
                      <a:pt x="1405890" y="1031799"/>
                    </a:lnTo>
                    <a:cubicBezTo>
                      <a:pt x="1352550" y="1070534"/>
                      <a:pt x="1063625" y="1097839"/>
                      <a:pt x="1085850" y="1264209"/>
                    </a:cubicBezTo>
                    <a:cubicBezTo>
                      <a:pt x="1108075" y="1430579"/>
                      <a:pt x="1472565" y="1761414"/>
                      <a:pt x="1539240" y="2030019"/>
                    </a:cubicBezTo>
                    <a:cubicBezTo>
                      <a:pt x="1605915" y="2298624"/>
                      <a:pt x="1541145" y="2732329"/>
                      <a:pt x="1485900" y="2875839"/>
                    </a:cubicBezTo>
                    <a:cubicBezTo>
                      <a:pt x="1430655" y="3019349"/>
                      <a:pt x="1298575" y="2999029"/>
                      <a:pt x="1207770" y="2891079"/>
                    </a:cubicBezTo>
                    <a:cubicBezTo>
                      <a:pt x="1116965" y="2783129"/>
                      <a:pt x="981710" y="2526589"/>
                      <a:pt x="941070" y="2228139"/>
                    </a:cubicBezTo>
                    <a:cubicBezTo>
                      <a:pt x="900430" y="1929689"/>
                      <a:pt x="1092200" y="1285799"/>
                      <a:pt x="963930" y="1100379"/>
                    </a:cubicBezTo>
                    <a:cubicBezTo>
                      <a:pt x="835660" y="914959"/>
                      <a:pt x="655955" y="1026719"/>
                      <a:pt x="651510" y="1024179"/>
                    </a:cubicBezTo>
                  </a:path>
                </a:pathLst>
              </a:custGeom>
              <a:noFill/>
              <a:ln w="12700">
                <a:solidFill>
                  <a:srgbClr val="C00000">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Shape 164">
                <a:extLst>
                  <a:ext uri="{FF2B5EF4-FFF2-40B4-BE49-F238E27FC236}">
                    <a16:creationId xmlns:a16="http://schemas.microsoft.com/office/drawing/2014/main" id="{9E257811-6C58-44A8-9710-10475961ACA4}"/>
                  </a:ext>
                </a:extLst>
              </p:cNvPr>
              <p:cNvSpPr/>
              <p:nvPr/>
            </p:nvSpPr>
            <p:spPr>
              <a:xfrm>
                <a:off x="3679577" y="3136980"/>
                <a:ext cx="1447813" cy="583766"/>
              </a:xfrm>
              <a:custGeom>
                <a:avLst/>
                <a:gdLst>
                  <a:gd name="connsiteX0" fmla="*/ 0 w 1444012"/>
                  <a:gd name="connsiteY0" fmla="*/ 38936 h 503756"/>
                  <a:gd name="connsiteX1" fmla="*/ 1203960 w 1444012"/>
                  <a:gd name="connsiteY1" fmla="*/ 46556 h 503756"/>
                  <a:gd name="connsiteX2" fmla="*/ 1443990 w 1444012"/>
                  <a:gd name="connsiteY2" fmla="*/ 503756 h 503756"/>
                  <a:gd name="connsiteX0" fmla="*/ 0 w 1447813"/>
                  <a:gd name="connsiteY0" fmla="*/ 38936 h 583766"/>
                  <a:gd name="connsiteX1" fmla="*/ 1203960 w 1447813"/>
                  <a:gd name="connsiteY1" fmla="*/ 46556 h 583766"/>
                  <a:gd name="connsiteX2" fmla="*/ 1447800 w 1447813"/>
                  <a:gd name="connsiteY2" fmla="*/ 583766 h 583766"/>
                </a:gdLst>
                <a:ahLst/>
                <a:cxnLst>
                  <a:cxn ang="0">
                    <a:pos x="connsiteX0" y="connsiteY0"/>
                  </a:cxn>
                  <a:cxn ang="0">
                    <a:pos x="connsiteX1" y="connsiteY1"/>
                  </a:cxn>
                  <a:cxn ang="0">
                    <a:pos x="connsiteX2" y="connsiteY2"/>
                  </a:cxn>
                </a:cxnLst>
                <a:rect l="l" t="t" r="r" b="b"/>
                <a:pathLst>
                  <a:path w="1447813" h="583766">
                    <a:moveTo>
                      <a:pt x="0" y="38936"/>
                    </a:moveTo>
                    <a:cubicBezTo>
                      <a:pt x="481647" y="4011"/>
                      <a:pt x="963295" y="-30914"/>
                      <a:pt x="1203960" y="46556"/>
                    </a:cubicBezTo>
                    <a:cubicBezTo>
                      <a:pt x="1444625" y="124026"/>
                      <a:pt x="1448117" y="393901"/>
                      <a:pt x="1447800" y="5837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Shape 165">
                <a:extLst>
                  <a:ext uri="{FF2B5EF4-FFF2-40B4-BE49-F238E27FC236}">
                    <a16:creationId xmlns:a16="http://schemas.microsoft.com/office/drawing/2014/main" id="{0F5C9DAB-3BE6-4631-8696-E53CC019B8F5}"/>
                  </a:ext>
                </a:extLst>
              </p:cNvPr>
              <p:cNvSpPr/>
              <p:nvPr/>
            </p:nvSpPr>
            <p:spPr>
              <a:xfrm>
                <a:off x="3714498" y="3290246"/>
                <a:ext cx="1229364" cy="509726"/>
              </a:xfrm>
              <a:custGeom>
                <a:avLst/>
                <a:gdLst>
                  <a:gd name="connsiteX0" fmla="*/ 0 w 1444012"/>
                  <a:gd name="connsiteY0" fmla="*/ 38936 h 503756"/>
                  <a:gd name="connsiteX1" fmla="*/ 1203960 w 1444012"/>
                  <a:gd name="connsiteY1" fmla="*/ 46556 h 503756"/>
                  <a:gd name="connsiteX2" fmla="*/ 1443990 w 1444012"/>
                  <a:gd name="connsiteY2" fmla="*/ 503756 h 503756"/>
                  <a:gd name="connsiteX0" fmla="*/ 0 w 1444012"/>
                  <a:gd name="connsiteY0" fmla="*/ 61949 h 492479"/>
                  <a:gd name="connsiteX1" fmla="*/ 1203960 w 1444012"/>
                  <a:gd name="connsiteY1" fmla="*/ 35279 h 492479"/>
                  <a:gd name="connsiteX2" fmla="*/ 1443990 w 1444012"/>
                  <a:gd name="connsiteY2" fmla="*/ 492479 h 492479"/>
                  <a:gd name="connsiteX0" fmla="*/ 0 w 1444012"/>
                  <a:gd name="connsiteY0" fmla="*/ 67513 h 498043"/>
                  <a:gd name="connsiteX1" fmla="*/ 1203960 w 1444012"/>
                  <a:gd name="connsiteY1" fmla="*/ 40843 h 498043"/>
                  <a:gd name="connsiteX2" fmla="*/ 1443990 w 1444012"/>
                  <a:gd name="connsiteY2" fmla="*/ 498043 h 498043"/>
                  <a:gd name="connsiteX0" fmla="*/ 0 w 1229364"/>
                  <a:gd name="connsiteY0" fmla="*/ 49145 h 509726"/>
                  <a:gd name="connsiteX1" fmla="*/ 989312 w 1229364"/>
                  <a:gd name="connsiteY1" fmla="*/ 52526 h 509726"/>
                  <a:gd name="connsiteX2" fmla="*/ 1229342 w 1229364"/>
                  <a:gd name="connsiteY2" fmla="*/ 509726 h 509726"/>
                </a:gdLst>
                <a:ahLst/>
                <a:cxnLst>
                  <a:cxn ang="0">
                    <a:pos x="connsiteX0" y="connsiteY0"/>
                  </a:cxn>
                  <a:cxn ang="0">
                    <a:pos x="connsiteX1" y="connsiteY1"/>
                  </a:cxn>
                  <a:cxn ang="0">
                    <a:pos x="connsiteX2" y="connsiteY2"/>
                  </a:cxn>
                </a:cxnLst>
                <a:rect l="l" t="t" r="r" b="b"/>
                <a:pathLst>
                  <a:path w="1229364" h="509726">
                    <a:moveTo>
                      <a:pt x="0" y="49145"/>
                    </a:moveTo>
                    <a:cubicBezTo>
                      <a:pt x="489267" y="-8640"/>
                      <a:pt x="748647" y="-24944"/>
                      <a:pt x="989312" y="52526"/>
                    </a:cubicBezTo>
                    <a:cubicBezTo>
                      <a:pt x="1229977" y="129996"/>
                      <a:pt x="1229659" y="319861"/>
                      <a:pt x="1229342" y="50972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Freeform: Shape 166">
                <a:extLst>
                  <a:ext uri="{FF2B5EF4-FFF2-40B4-BE49-F238E27FC236}">
                    <a16:creationId xmlns:a16="http://schemas.microsoft.com/office/drawing/2014/main" id="{E2590ABC-E6F9-4CA1-9BC9-DB597C6A5837}"/>
                  </a:ext>
                </a:extLst>
              </p:cNvPr>
              <p:cNvSpPr/>
              <p:nvPr/>
            </p:nvSpPr>
            <p:spPr>
              <a:xfrm>
                <a:off x="5123567" y="3501671"/>
                <a:ext cx="483870" cy="89265"/>
              </a:xfrm>
              <a:custGeom>
                <a:avLst/>
                <a:gdLst>
                  <a:gd name="connsiteX0" fmla="*/ 483870 w 483870"/>
                  <a:gd name="connsiteY0" fmla="*/ 0 h 89265"/>
                  <a:gd name="connsiteX1" fmla="*/ 120015 w 483870"/>
                  <a:gd name="connsiteY1" fmla="*/ 85725 h 89265"/>
                  <a:gd name="connsiteX2" fmla="*/ 0 w 483870"/>
                  <a:gd name="connsiteY2" fmla="*/ 64770 h 89265"/>
                </a:gdLst>
                <a:ahLst/>
                <a:cxnLst>
                  <a:cxn ang="0">
                    <a:pos x="connsiteX0" y="connsiteY0"/>
                  </a:cxn>
                  <a:cxn ang="0">
                    <a:pos x="connsiteX1" y="connsiteY1"/>
                  </a:cxn>
                  <a:cxn ang="0">
                    <a:pos x="connsiteX2" y="connsiteY2"/>
                  </a:cxn>
                </a:cxnLst>
                <a:rect l="l" t="t" r="r" b="b"/>
                <a:pathLst>
                  <a:path w="483870" h="89265">
                    <a:moveTo>
                      <a:pt x="483870" y="0"/>
                    </a:moveTo>
                    <a:cubicBezTo>
                      <a:pt x="342265" y="37465"/>
                      <a:pt x="200660" y="74930"/>
                      <a:pt x="120015" y="85725"/>
                    </a:cubicBezTo>
                    <a:cubicBezTo>
                      <a:pt x="39370" y="96520"/>
                      <a:pt x="19685" y="80645"/>
                      <a:pt x="0" y="64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nal artery">
              <a:extLst>
                <a:ext uri="{FF2B5EF4-FFF2-40B4-BE49-F238E27FC236}">
                  <a16:creationId xmlns:a16="http://schemas.microsoft.com/office/drawing/2014/main" id="{974CB89E-A320-4DCE-B7B2-847037DCB28D}"/>
                </a:ext>
              </a:extLst>
            </p:cNvPr>
            <p:cNvSpPr txBox="1"/>
            <p:nvPr/>
          </p:nvSpPr>
          <p:spPr>
            <a:xfrm>
              <a:off x="4874443" y="2570694"/>
              <a:ext cx="571819" cy="338554"/>
            </a:xfrm>
            <a:prstGeom prst="rect">
              <a:avLst/>
            </a:prstGeom>
            <a:noFill/>
          </p:spPr>
          <p:txBody>
            <a:bodyPr wrap="square" rtlCol="0">
              <a:spAutoFit/>
            </a:bodyPr>
            <a:lstStyle/>
            <a:p>
              <a:pPr algn="ctr"/>
              <a:r>
                <a:rPr lang="en-US" sz="800" dirty="0"/>
                <a:t>Afferent arteriole</a:t>
              </a:r>
            </a:p>
          </p:txBody>
        </p:sp>
        <p:sp>
          <p:nvSpPr>
            <p:cNvPr id="115" name="Renal artery">
              <a:extLst>
                <a:ext uri="{FF2B5EF4-FFF2-40B4-BE49-F238E27FC236}">
                  <a16:creationId xmlns:a16="http://schemas.microsoft.com/office/drawing/2014/main" id="{D0C7CF77-FD28-45AE-85DA-EC1F1BD7E112}"/>
                </a:ext>
              </a:extLst>
            </p:cNvPr>
            <p:cNvSpPr txBox="1"/>
            <p:nvPr/>
          </p:nvSpPr>
          <p:spPr>
            <a:xfrm>
              <a:off x="4790370" y="2892617"/>
              <a:ext cx="609713" cy="338554"/>
            </a:xfrm>
            <a:prstGeom prst="rect">
              <a:avLst/>
            </a:prstGeom>
            <a:noFill/>
          </p:spPr>
          <p:txBody>
            <a:bodyPr wrap="square" rtlCol="0">
              <a:spAutoFit/>
            </a:bodyPr>
            <a:lstStyle/>
            <a:p>
              <a:pPr algn="ctr"/>
              <a:r>
                <a:rPr lang="en-US" sz="800" dirty="0"/>
                <a:t>Efferent arteriole</a:t>
              </a:r>
            </a:p>
          </p:txBody>
        </p:sp>
      </p:grpSp>
      <p:sp>
        <p:nvSpPr>
          <p:cNvPr id="139" name="Vascular">
            <a:extLst>
              <a:ext uri="{FF2B5EF4-FFF2-40B4-BE49-F238E27FC236}">
                <a16:creationId xmlns:a16="http://schemas.microsoft.com/office/drawing/2014/main" id="{40D97507-13CB-C94A-BDF3-A170D96F4D66}"/>
              </a:ext>
            </a:extLst>
          </p:cNvPr>
          <p:cNvSpPr txBox="1"/>
          <p:nvPr/>
        </p:nvSpPr>
        <p:spPr>
          <a:xfrm>
            <a:off x="9006875" y="4917133"/>
            <a:ext cx="1163616" cy="357545"/>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lIns="0" tIns="0" rIns="0" rtlCol="0">
            <a:spAutoFit/>
          </a:bodyPr>
          <a:lstStyle/>
          <a:p>
            <a:pPr algn="ctr"/>
            <a:r>
              <a:rPr lang="en-US" dirty="0"/>
              <a:t>Vascular</a:t>
            </a:r>
          </a:p>
        </p:txBody>
      </p:sp>
      <p:sp>
        <p:nvSpPr>
          <p:cNvPr id="138" name="tubuloInterstitial">
            <a:extLst>
              <a:ext uri="{FF2B5EF4-FFF2-40B4-BE49-F238E27FC236}">
                <a16:creationId xmlns:a16="http://schemas.microsoft.com/office/drawing/2014/main" id="{0268342A-185E-F147-903F-3C9DB5B985E3}"/>
              </a:ext>
            </a:extLst>
          </p:cNvPr>
          <p:cNvSpPr txBox="1"/>
          <p:nvPr/>
        </p:nvSpPr>
        <p:spPr>
          <a:xfrm>
            <a:off x="8608059" y="3170755"/>
            <a:ext cx="1887163" cy="306467"/>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txBody>
          <a:bodyPr wrap="square" lIns="0" tIns="0" rIns="0" bIns="0" rtlCol="0">
            <a:spAutoFit/>
          </a:bodyPr>
          <a:lstStyle/>
          <a:p>
            <a:pPr algn="ctr"/>
            <a:r>
              <a:rPr lang="en-US" dirty="0"/>
              <a:t>Tubulointerstitial                   </a:t>
            </a:r>
          </a:p>
        </p:txBody>
      </p:sp>
      <p:sp>
        <p:nvSpPr>
          <p:cNvPr id="137" name="Glomerular">
            <a:extLst>
              <a:ext uri="{FF2B5EF4-FFF2-40B4-BE49-F238E27FC236}">
                <a16:creationId xmlns:a16="http://schemas.microsoft.com/office/drawing/2014/main" id="{7FD4CEC9-93DF-8A4D-B2B0-2593811ACEDB}"/>
              </a:ext>
            </a:extLst>
          </p:cNvPr>
          <p:cNvSpPr txBox="1"/>
          <p:nvPr/>
        </p:nvSpPr>
        <p:spPr>
          <a:xfrm>
            <a:off x="7679375" y="1870015"/>
            <a:ext cx="4135853" cy="306467"/>
          </a:xfrm>
          <a:prstGeom prst="roundRect">
            <a:avLst/>
          </a:prstGeom>
          <a:solidFill>
            <a:schemeClr val="bg1"/>
          </a:solidFill>
          <a:ln w="38100">
            <a:solidFill>
              <a:srgbClr val="7030A0"/>
            </a:solidFill>
          </a:ln>
          <a:effectLst>
            <a:outerShdw blurRad="50800" dist="38100" dir="8100000" algn="tr" rotWithShape="0">
              <a:prstClr val="black">
                <a:alpha val="40000"/>
              </a:prstClr>
            </a:outerShdw>
          </a:effectLst>
        </p:spPr>
        <p:txBody>
          <a:bodyPr wrap="square" lIns="0" tIns="0" rIns="0" bIns="0" rtlCol="0">
            <a:spAutoFit/>
          </a:bodyPr>
          <a:lstStyle/>
          <a:p>
            <a:pPr algn="ctr"/>
            <a:r>
              <a:rPr lang="en-US" dirty="0"/>
              <a:t>Glomerular  </a:t>
            </a:r>
          </a:p>
        </p:txBody>
      </p:sp>
      <p:sp>
        <p:nvSpPr>
          <p:cNvPr id="136" name="Intra-Renal">
            <a:extLst>
              <a:ext uri="{FF2B5EF4-FFF2-40B4-BE49-F238E27FC236}">
                <a16:creationId xmlns:a16="http://schemas.microsoft.com/office/drawing/2014/main" id="{C8D84AFA-B1E4-244F-AF46-B62FE343A25F}"/>
              </a:ext>
            </a:extLst>
          </p:cNvPr>
          <p:cNvSpPr txBox="1"/>
          <p:nvPr/>
        </p:nvSpPr>
        <p:spPr>
          <a:xfrm>
            <a:off x="8713215" y="139572"/>
            <a:ext cx="2145938" cy="476726"/>
          </a:xfrm>
          <a:prstGeom prst="roundRect">
            <a:avLst/>
          </a:prstGeom>
          <a:solidFill>
            <a:schemeClr val="bg1"/>
          </a:solidFill>
          <a:ln w="38100">
            <a:solidFill>
              <a:schemeClr val="tx1"/>
            </a:solidFill>
          </a:ln>
          <a:effectLst>
            <a:outerShdw blurRad="50800" dist="38100" dir="8100000" algn="tr" rotWithShape="0">
              <a:prstClr val="black">
                <a:alpha val="40000"/>
              </a:prstClr>
            </a:outerShdw>
          </a:effectLst>
        </p:spPr>
        <p:txBody>
          <a:bodyPr wrap="square" tIns="0" bIns="0" rtlCol="0">
            <a:spAutoFit/>
          </a:bodyPr>
          <a:lstStyle/>
          <a:p>
            <a:pPr algn="ctr"/>
            <a:r>
              <a:rPr lang="en-US" sz="2800" dirty="0"/>
              <a:t>INTRA-renal</a:t>
            </a:r>
          </a:p>
        </p:txBody>
      </p:sp>
      <p:sp>
        <p:nvSpPr>
          <p:cNvPr id="135" name="Post-Renal">
            <a:extLst>
              <a:ext uri="{FF2B5EF4-FFF2-40B4-BE49-F238E27FC236}">
                <a16:creationId xmlns:a16="http://schemas.microsoft.com/office/drawing/2014/main" id="{0D124974-7A06-A543-9686-F06112CCFD81}"/>
              </a:ext>
            </a:extLst>
          </p:cNvPr>
          <p:cNvSpPr txBox="1"/>
          <p:nvPr/>
        </p:nvSpPr>
        <p:spPr>
          <a:xfrm>
            <a:off x="1419275" y="5654141"/>
            <a:ext cx="1753813" cy="476726"/>
          </a:xfrm>
          <a:prstGeom prst="roundRect">
            <a:avLst/>
          </a:prstGeom>
          <a:ln w="38100">
            <a:solidFill>
              <a:schemeClr val="accent4"/>
            </a:solidFill>
          </a:ln>
          <a:effectLst>
            <a:outerShdw blurRad="50800" dist="38100" dir="8100000" algn="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tIns="0" rIns="0" bIns="0" rtlCol="0">
            <a:spAutoFit/>
          </a:bodyPr>
          <a:lstStyle/>
          <a:p>
            <a:pPr algn="ctr"/>
            <a:r>
              <a:rPr lang="en-US" sz="2800" dirty="0"/>
              <a:t>POST-renal</a:t>
            </a:r>
          </a:p>
        </p:txBody>
      </p:sp>
      <p:grpSp>
        <p:nvGrpSpPr>
          <p:cNvPr id="36" name="Pre-renal text">
            <a:extLst>
              <a:ext uri="{FF2B5EF4-FFF2-40B4-BE49-F238E27FC236}">
                <a16:creationId xmlns:a16="http://schemas.microsoft.com/office/drawing/2014/main" id="{B8B9E6B4-C822-4A2A-BA91-694C980E7EB1}"/>
              </a:ext>
            </a:extLst>
          </p:cNvPr>
          <p:cNvGrpSpPr/>
          <p:nvPr/>
        </p:nvGrpSpPr>
        <p:grpSpPr>
          <a:xfrm>
            <a:off x="151593" y="533500"/>
            <a:ext cx="3986079" cy="2019322"/>
            <a:chOff x="220744" y="84391"/>
            <a:chExt cx="3986079" cy="1961412"/>
          </a:xfrm>
        </p:grpSpPr>
        <p:sp>
          <p:nvSpPr>
            <p:cNvPr id="133" name="Pre-Renal text">
              <a:extLst>
                <a:ext uri="{FF2B5EF4-FFF2-40B4-BE49-F238E27FC236}">
                  <a16:creationId xmlns:a16="http://schemas.microsoft.com/office/drawing/2014/main" id="{CD00DA4C-5A18-4A51-8112-5F4BB722E254}"/>
                </a:ext>
              </a:extLst>
            </p:cNvPr>
            <p:cNvSpPr txBox="1"/>
            <p:nvPr/>
          </p:nvSpPr>
          <p:spPr>
            <a:xfrm>
              <a:off x="308995" y="196223"/>
              <a:ext cx="3897828" cy="1849580"/>
            </a:xfrm>
            <a:prstGeom prst="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p>
            <a:p>
              <a:endParaRPr lang="en-US" sz="1200" dirty="0"/>
            </a:p>
            <a:p>
              <a:endParaRPr lang="en-US" sz="1200" dirty="0"/>
            </a:p>
            <a:p>
              <a:endParaRPr lang="en-US" sz="1200" dirty="0"/>
            </a:p>
            <a:p>
              <a:endParaRPr lang="en-US" sz="1200" dirty="0"/>
            </a:p>
            <a:p>
              <a:endParaRPr lang="en-US" sz="1200" dirty="0"/>
            </a:p>
          </p:txBody>
        </p:sp>
        <mc:AlternateContent xmlns:mc="http://schemas.openxmlformats.org/markup-compatibility/2006" xmlns:p14="http://schemas.microsoft.com/office/powerpoint/2010/main">
          <mc:Choice Requires="p14">
            <p:contentPart p14:bwMode="auto" r:id="rId41">
              <p14:nvContentPartPr>
                <p14:cNvPr id="114" name="Ink 113">
                  <a:extLst>
                    <a:ext uri="{FF2B5EF4-FFF2-40B4-BE49-F238E27FC236}">
                      <a16:creationId xmlns:a16="http://schemas.microsoft.com/office/drawing/2014/main" id="{092FAABB-DEA7-421F-B51D-362E99DBC2D1}"/>
                    </a:ext>
                  </a:extLst>
                </p14:cNvPr>
                <p14:cNvContentPartPr/>
                <p14:nvPr/>
              </p14:nvContentPartPr>
              <p14:xfrm>
                <a:off x="3252077" y="773644"/>
                <a:ext cx="303" cy="298"/>
              </p14:xfrm>
            </p:contentPart>
          </mc:Choice>
          <mc:Fallback xmlns="">
            <p:pic>
              <p:nvPicPr>
                <p:cNvPr id="114" name="Ink 113">
                  <a:extLst>
                    <a:ext uri="{FF2B5EF4-FFF2-40B4-BE49-F238E27FC236}">
                      <a16:creationId xmlns:a16="http://schemas.microsoft.com/office/drawing/2014/main" id="{092FAABB-DEA7-421F-B51D-362E99DBC2D1}"/>
                    </a:ext>
                  </a:extLst>
                </p:cNvPr>
                <p:cNvPicPr/>
                <p:nvPr/>
              </p:nvPicPr>
              <p:blipFill>
                <a:blip r:embed="rId43"/>
                <a:stretch>
                  <a:fillRect/>
                </a:stretch>
              </p:blipFill>
              <p:spPr>
                <a:xfrm>
                  <a:off x="3248441" y="7700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1" name="Ink 90">
                  <a:extLst>
                    <a:ext uri="{FF2B5EF4-FFF2-40B4-BE49-F238E27FC236}">
                      <a16:creationId xmlns:a16="http://schemas.microsoft.com/office/drawing/2014/main" id="{0D3DCF7D-DAD6-498A-97FB-7D1CE40E7317}"/>
                    </a:ext>
                  </a:extLst>
                </p14:cNvPr>
                <p14:cNvContentPartPr/>
                <p14:nvPr/>
              </p14:nvContentPartPr>
              <p14:xfrm>
                <a:off x="3252077" y="329144"/>
                <a:ext cx="303" cy="298"/>
              </p14:xfrm>
            </p:contentPart>
          </mc:Choice>
          <mc:Fallback xmlns="">
            <p:pic>
              <p:nvPicPr>
                <p:cNvPr id="91" name="Ink 90">
                  <a:extLst>
                    <a:ext uri="{FF2B5EF4-FFF2-40B4-BE49-F238E27FC236}">
                      <a16:creationId xmlns:a16="http://schemas.microsoft.com/office/drawing/2014/main" id="{0D3DCF7D-DAD6-498A-97FB-7D1CE40E7317}"/>
                    </a:ext>
                  </a:extLst>
                </p:cNvPr>
                <p:cNvPicPr/>
                <p:nvPr/>
              </p:nvPicPr>
              <p:blipFill>
                <a:blip r:embed="rId43"/>
                <a:stretch>
                  <a:fillRect/>
                </a:stretch>
              </p:blipFill>
              <p:spPr>
                <a:xfrm>
                  <a:off x="3248441" y="3255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3" name="Ink 92">
                  <a:extLst>
                    <a:ext uri="{FF2B5EF4-FFF2-40B4-BE49-F238E27FC236}">
                      <a16:creationId xmlns:a16="http://schemas.microsoft.com/office/drawing/2014/main" id="{760BB745-7D1D-49DF-9B6A-8A1697CA4328}"/>
                    </a:ext>
                  </a:extLst>
                </p14:cNvPr>
                <p14:cNvContentPartPr/>
                <p14:nvPr/>
              </p14:nvContentPartPr>
              <p14:xfrm>
                <a:off x="3252077" y="329144"/>
                <a:ext cx="303" cy="298"/>
              </p14:xfrm>
            </p:contentPart>
          </mc:Choice>
          <mc:Fallback xmlns="">
            <p:pic>
              <p:nvPicPr>
                <p:cNvPr id="93" name="Ink 92">
                  <a:extLst>
                    <a:ext uri="{FF2B5EF4-FFF2-40B4-BE49-F238E27FC236}">
                      <a16:creationId xmlns:a16="http://schemas.microsoft.com/office/drawing/2014/main" id="{760BB745-7D1D-49DF-9B6A-8A1697CA4328}"/>
                    </a:ext>
                  </a:extLst>
                </p:cNvPr>
                <p:cNvPicPr/>
                <p:nvPr/>
              </p:nvPicPr>
              <p:blipFill>
                <a:blip r:embed="rId43"/>
                <a:stretch>
                  <a:fillRect/>
                </a:stretch>
              </p:blipFill>
              <p:spPr>
                <a:xfrm>
                  <a:off x="3248441" y="3255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9" name="Ink 128">
                  <a:extLst>
                    <a:ext uri="{FF2B5EF4-FFF2-40B4-BE49-F238E27FC236}">
                      <a16:creationId xmlns:a16="http://schemas.microsoft.com/office/drawing/2014/main" id="{CD3D7BC6-96C8-4958-A58C-4F0B5CC6CDA0}"/>
                    </a:ext>
                  </a:extLst>
                </p14:cNvPr>
                <p14:cNvContentPartPr/>
                <p14:nvPr/>
              </p14:nvContentPartPr>
              <p14:xfrm>
                <a:off x="3281758" y="473822"/>
                <a:ext cx="303" cy="261"/>
              </p14:xfrm>
            </p:contentPart>
          </mc:Choice>
          <mc:Fallback xmlns="">
            <p:pic>
              <p:nvPicPr>
                <p:cNvPr id="129" name="Ink 128">
                  <a:extLst>
                    <a:ext uri="{FF2B5EF4-FFF2-40B4-BE49-F238E27FC236}">
                      <a16:creationId xmlns:a16="http://schemas.microsoft.com/office/drawing/2014/main" id="{CD3D7BC6-96C8-4958-A58C-4F0B5CC6CDA0}"/>
                    </a:ext>
                  </a:extLst>
                </p:cNvPr>
                <p:cNvPicPr/>
                <p:nvPr/>
              </p:nvPicPr>
              <p:blipFill>
                <a:blip r:embed="rId43"/>
                <a:stretch>
                  <a:fillRect/>
                </a:stretch>
              </p:blipFill>
              <p:spPr>
                <a:xfrm>
                  <a:off x="3278122" y="470690"/>
                  <a:ext cx="7575" cy="6525"/>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30" name="Ink 129">
                  <a:extLst>
                    <a:ext uri="{FF2B5EF4-FFF2-40B4-BE49-F238E27FC236}">
                      <a16:creationId xmlns:a16="http://schemas.microsoft.com/office/drawing/2014/main" id="{120EEC46-E3B8-40EC-84D2-940CFA64B5D7}"/>
                    </a:ext>
                  </a:extLst>
                </p14:cNvPr>
                <p14:cNvContentPartPr/>
                <p14:nvPr/>
              </p14:nvContentPartPr>
              <p14:xfrm>
                <a:off x="3281758" y="84391"/>
                <a:ext cx="303" cy="261"/>
              </p14:xfrm>
            </p:contentPart>
          </mc:Choice>
          <mc:Fallback xmlns="">
            <p:pic>
              <p:nvPicPr>
                <p:cNvPr id="130" name="Ink 129">
                  <a:extLst>
                    <a:ext uri="{FF2B5EF4-FFF2-40B4-BE49-F238E27FC236}">
                      <a16:creationId xmlns:a16="http://schemas.microsoft.com/office/drawing/2014/main" id="{120EEC46-E3B8-40EC-84D2-940CFA64B5D7}"/>
                    </a:ext>
                  </a:extLst>
                </p:cNvPr>
                <p:cNvPicPr/>
                <p:nvPr/>
              </p:nvPicPr>
              <p:blipFill>
                <a:blip r:embed="rId43"/>
                <a:stretch>
                  <a:fillRect/>
                </a:stretch>
              </p:blipFill>
              <p:spPr>
                <a:xfrm>
                  <a:off x="3278122" y="81259"/>
                  <a:ext cx="7575" cy="6525"/>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1" name="Ink 130">
                  <a:extLst>
                    <a:ext uri="{FF2B5EF4-FFF2-40B4-BE49-F238E27FC236}">
                      <a16:creationId xmlns:a16="http://schemas.microsoft.com/office/drawing/2014/main" id="{BCA1C6B6-F6FF-499C-BC06-ED3B61CA95D9}"/>
                    </a:ext>
                  </a:extLst>
                </p14:cNvPr>
                <p14:cNvContentPartPr/>
                <p14:nvPr/>
              </p14:nvContentPartPr>
              <p14:xfrm>
                <a:off x="3281758" y="84391"/>
                <a:ext cx="303" cy="261"/>
              </p14:xfrm>
            </p:contentPart>
          </mc:Choice>
          <mc:Fallback xmlns="">
            <p:pic>
              <p:nvPicPr>
                <p:cNvPr id="131" name="Ink 130">
                  <a:extLst>
                    <a:ext uri="{FF2B5EF4-FFF2-40B4-BE49-F238E27FC236}">
                      <a16:creationId xmlns:a16="http://schemas.microsoft.com/office/drawing/2014/main" id="{BCA1C6B6-F6FF-499C-BC06-ED3B61CA95D9}"/>
                    </a:ext>
                  </a:extLst>
                </p:cNvPr>
                <p:cNvPicPr/>
                <p:nvPr/>
              </p:nvPicPr>
              <p:blipFill>
                <a:blip r:embed="rId43"/>
                <a:stretch>
                  <a:fillRect/>
                </a:stretch>
              </p:blipFill>
              <p:spPr>
                <a:xfrm>
                  <a:off x="3278122" y="81259"/>
                  <a:ext cx="7575" cy="6525"/>
                </a:xfrm>
                <a:prstGeom prst="rect">
                  <a:avLst/>
                </a:prstGeom>
              </p:spPr>
            </p:pic>
          </mc:Fallback>
        </mc:AlternateContent>
        <p:sp>
          <p:nvSpPr>
            <p:cNvPr id="168" name="TextBox 167">
              <a:extLst>
                <a:ext uri="{FF2B5EF4-FFF2-40B4-BE49-F238E27FC236}">
                  <a16:creationId xmlns:a16="http://schemas.microsoft.com/office/drawing/2014/main" id="{FF90CF87-4BB4-4973-B978-83176A625E7D}"/>
                </a:ext>
              </a:extLst>
            </p:cNvPr>
            <p:cNvSpPr txBox="1"/>
            <p:nvPr/>
          </p:nvSpPr>
          <p:spPr>
            <a:xfrm>
              <a:off x="627773" y="336732"/>
              <a:ext cx="1595355" cy="738664"/>
            </a:xfrm>
            <a:prstGeom prst="rect">
              <a:avLst/>
            </a:prstGeom>
            <a:noFill/>
          </p:spPr>
          <p:txBody>
            <a:bodyPr wrap="square" rtlCol="0">
              <a:spAutoFit/>
            </a:bodyPr>
            <a:lstStyle/>
            <a:p>
              <a:pPr algn="ctr"/>
              <a:r>
                <a:rPr lang="en-US" sz="1400" dirty="0">
                  <a:sym typeface="Wingdings" panose="05000000000000000000" pitchFamily="2" charset="2"/>
                </a:rPr>
                <a:t> Effective Arterial Blood Volume (EABV)</a:t>
              </a:r>
              <a:endParaRPr lang="en-US" sz="1400" dirty="0"/>
            </a:p>
          </p:txBody>
        </p:sp>
        <p:sp>
          <p:nvSpPr>
            <p:cNvPr id="22" name="Left Bracket 21">
              <a:extLst>
                <a:ext uri="{FF2B5EF4-FFF2-40B4-BE49-F238E27FC236}">
                  <a16:creationId xmlns:a16="http://schemas.microsoft.com/office/drawing/2014/main" id="{395F6A62-1AFD-40E0-88C4-90E304333AF6}"/>
                </a:ext>
              </a:extLst>
            </p:cNvPr>
            <p:cNvSpPr/>
            <p:nvPr/>
          </p:nvSpPr>
          <p:spPr>
            <a:xfrm>
              <a:off x="566270" y="255262"/>
              <a:ext cx="45719" cy="916225"/>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6507C97A-267A-497E-91E3-135679D2F46E}"/>
                </a:ext>
              </a:extLst>
            </p:cNvPr>
            <p:cNvSpPr txBox="1"/>
            <p:nvPr/>
          </p:nvSpPr>
          <p:spPr>
            <a:xfrm>
              <a:off x="254858" y="255262"/>
              <a:ext cx="369332" cy="925648"/>
            </a:xfrm>
            <a:prstGeom prst="rect">
              <a:avLst/>
            </a:prstGeom>
            <a:noFill/>
          </p:spPr>
          <p:txBody>
            <a:bodyPr vert="vert270" wrap="square" rtlCol="0">
              <a:spAutoFit/>
            </a:bodyPr>
            <a:lstStyle/>
            <a:p>
              <a:pPr algn="ctr"/>
              <a:r>
                <a:rPr lang="en-US" sz="1200" dirty="0"/>
                <a:t>Etiologies</a:t>
              </a:r>
            </a:p>
          </p:txBody>
        </p:sp>
        <p:sp>
          <p:nvSpPr>
            <p:cNvPr id="119" name="Left Bracket 118">
              <a:extLst>
                <a:ext uri="{FF2B5EF4-FFF2-40B4-BE49-F238E27FC236}">
                  <a16:creationId xmlns:a16="http://schemas.microsoft.com/office/drawing/2014/main" id="{29188F3C-9A13-44AA-9DDD-4458B98B7575}"/>
                </a:ext>
              </a:extLst>
            </p:cNvPr>
            <p:cNvSpPr/>
            <p:nvPr/>
          </p:nvSpPr>
          <p:spPr>
            <a:xfrm>
              <a:off x="566158" y="1239950"/>
              <a:ext cx="45719" cy="757595"/>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0" name="TextBox 119">
              <a:extLst>
                <a:ext uri="{FF2B5EF4-FFF2-40B4-BE49-F238E27FC236}">
                  <a16:creationId xmlns:a16="http://schemas.microsoft.com/office/drawing/2014/main" id="{0BA66731-B489-4248-80B9-5AAEFB8BD7E8}"/>
                </a:ext>
              </a:extLst>
            </p:cNvPr>
            <p:cNvSpPr txBox="1"/>
            <p:nvPr/>
          </p:nvSpPr>
          <p:spPr>
            <a:xfrm>
              <a:off x="220744" y="1274492"/>
              <a:ext cx="369332" cy="733313"/>
            </a:xfrm>
            <a:prstGeom prst="rect">
              <a:avLst/>
            </a:prstGeom>
            <a:noFill/>
          </p:spPr>
          <p:txBody>
            <a:bodyPr vert="vert270" wrap="square" rtlCol="0">
              <a:spAutoFit/>
            </a:bodyPr>
            <a:lstStyle/>
            <a:p>
              <a:pPr algn="ctr"/>
              <a:r>
                <a:rPr lang="en-US" sz="1200" dirty="0"/>
                <a:t>Dx</a:t>
              </a:r>
            </a:p>
          </p:txBody>
        </p:sp>
        <p:sp>
          <p:nvSpPr>
            <p:cNvPr id="27" name="TextBox 26">
              <a:extLst>
                <a:ext uri="{FF2B5EF4-FFF2-40B4-BE49-F238E27FC236}">
                  <a16:creationId xmlns:a16="http://schemas.microsoft.com/office/drawing/2014/main" id="{13085BF5-8E06-4ABE-944A-296D3E9DE089}"/>
                </a:ext>
              </a:extLst>
            </p:cNvPr>
            <p:cNvSpPr txBox="1"/>
            <p:nvPr/>
          </p:nvSpPr>
          <p:spPr>
            <a:xfrm>
              <a:off x="633315" y="1351201"/>
              <a:ext cx="1660302" cy="523220"/>
            </a:xfrm>
            <a:prstGeom prst="rect">
              <a:avLst/>
            </a:prstGeom>
            <a:noFill/>
          </p:spPr>
          <p:txBody>
            <a:bodyPr wrap="square" numCol="1" rtlCol="0">
              <a:spAutoFit/>
            </a:bodyPr>
            <a:lstStyle/>
            <a:p>
              <a:pPr marL="228600" indent="-228600">
                <a:buAutoNum type="arabicPeriod"/>
              </a:pPr>
              <a:r>
                <a:rPr lang="en-US" sz="1400" dirty="0"/>
                <a:t>History</a:t>
              </a:r>
            </a:p>
            <a:p>
              <a:pPr marL="228600" indent="-228600">
                <a:buAutoNum type="arabicPeriod"/>
              </a:pPr>
              <a:r>
                <a:rPr lang="en-US" sz="1400" dirty="0"/>
                <a:t>Bland urinalysis</a:t>
              </a:r>
            </a:p>
          </p:txBody>
        </p:sp>
        <p:sp>
          <p:nvSpPr>
            <p:cNvPr id="125" name="TextBox 124">
              <a:extLst>
                <a:ext uri="{FF2B5EF4-FFF2-40B4-BE49-F238E27FC236}">
                  <a16:creationId xmlns:a16="http://schemas.microsoft.com/office/drawing/2014/main" id="{39FDD5E3-1450-4BF8-AB28-AF8DE4CC76F2}"/>
                </a:ext>
              </a:extLst>
            </p:cNvPr>
            <p:cNvSpPr txBox="1"/>
            <p:nvPr/>
          </p:nvSpPr>
          <p:spPr>
            <a:xfrm>
              <a:off x="2113336" y="1362182"/>
              <a:ext cx="2033799" cy="523220"/>
            </a:xfrm>
            <a:prstGeom prst="rect">
              <a:avLst/>
            </a:prstGeom>
            <a:noFill/>
          </p:spPr>
          <p:txBody>
            <a:bodyPr wrap="square" numCol="1" rtlCol="0">
              <a:spAutoFit/>
            </a:bodyPr>
            <a:lstStyle/>
            <a:p>
              <a:pPr marL="342900" indent="-342900">
                <a:buFont typeface="+mj-lt"/>
                <a:buAutoNum type="arabicPeriod" startAt="3"/>
              </a:pPr>
              <a:r>
                <a:rPr lang="en-US" sz="1400" dirty="0"/>
                <a:t>No hydronephrosis</a:t>
              </a:r>
            </a:p>
            <a:p>
              <a:pPr marL="228600" indent="-228600">
                <a:buAutoNum type="arabicPeriod" startAt="3"/>
              </a:pPr>
              <a:r>
                <a:rPr lang="en-US" sz="1400" dirty="0" err="1"/>
                <a:t>FeNa</a:t>
              </a:r>
              <a:r>
                <a:rPr lang="en-US" sz="1400" dirty="0"/>
                <a:t> &lt;1% (if oliguric)</a:t>
              </a:r>
            </a:p>
          </p:txBody>
        </p:sp>
      </p:grpSp>
      <p:sp>
        <p:nvSpPr>
          <p:cNvPr id="98" name="Pre-Renal">
            <a:extLst>
              <a:ext uri="{FF2B5EF4-FFF2-40B4-BE49-F238E27FC236}">
                <a16:creationId xmlns:a16="http://schemas.microsoft.com/office/drawing/2014/main" id="{E2A842C4-6089-40FF-A06C-CB4CAB59B8D6}"/>
              </a:ext>
            </a:extLst>
          </p:cNvPr>
          <p:cNvSpPr txBox="1"/>
          <p:nvPr/>
        </p:nvSpPr>
        <p:spPr>
          <a:xfrm>
            <a:off x="1610537" y="2753253"/>
            <a:ext cx="1647905" cy="476726"/>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tIns="0" bIns="0" rtlCol="0">
            <a:spAutoFit/>
          </a:bodyPr>
          <a:lstStyle/>
          <a:p>
            <a:pPr algn="ctr"/>
            <a:r>
              <a:rPr lang="en-US" sz="2800" dirty="0"/>
              <a:t>PRE-renal</a:t>
            </a:r>
          </a:p>
        </p:txBody>
      </p:sp>
      <p:sp>
        <p:nvSpPr>
          <p:cNvPr id="121" name="eGFR text">
            <a:extLst>
              <a:ext uri="{FF2B5EF4-FFF2-40B4-BE49-F238E27FC236}">
                <a16:creationId xmlns:a16="http://schemas.microsoft.com/office/drawing/2014/main" id="{271265DA-394D-4D16-8ABF-231458B0A15F}"/>
              </a:ext>
            </a:extLst>
          </p:cNvPr>
          <p:cNvSpPr txBox="1"/>
          <p:nvPr/>
        </p:nvSpPr>
        <p:spPr>
          <a:xfrm>
            <a:off x="4561302" y="871458"/>
            <a:ext cx="2966237" cy="430887"/>
          </a:xfrm>
          <a:prstGeom prst="rect">
            <a:avLst/>
          </a:prstGeom>
          <a:solidFill>
            <a:schemeClr val="bg1"/>
          </a:solidFill>
        </p:spPr>
        <p:txBody>
          <a:bodyPr wrap="square">
            <a:spAutoFit/>
          </a:bodyPr>
          <a:lstStyle/>
          <a:p>
            <a:pPr algn="ctr"/>
            <a:r>
              <a:rPr lang="en-US" sz="1100" dirty="0"/>
              <a:t>Key point: eGFR is not meaningful in setting of AKI.  eGFR is based on assumption of stable GFR</a:t>
            </a:r>
          </a:p>
        </p:txBody>
      </p:sp>
      <p:pic>
        <p:nvPicPr>
          <p:cNvPr id="34" name="Star-eGFR" descr="Badge New">
            <a:extLst>
              <a:ext uri="{FF2B5EF4-FFF2-40B4-BE49-F238E27FC236}">
                <a16:creationId xmlns:a16="http://schemas.microsoft.com/office/drawing/2014/main" id="{FF51FF6C-9E77-4A96-8F7B-854C25F605FC}"/>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4231029" y="847290"/>
            <a:ext cx="457200" cy="457200"/>
          </a:xfrm>
          <a:prstGeom prst="rect">
            <a:avLst/>
          </a:prstGeom>
          <a:effectLst>
            <a:outerShdw blurRad="50800" dist="38100" dir="8100000" algn="tr" rotWithShape="0">
              <a:prstClr val="black">
                <a:alpha val="40000"/>
              </a:prstClr>
            </a:outerShdw>
          </a:effectLst>
        </p:spPr>
      </p:pic>
      <p:sp>
        <p:nvSpPr>
          <p:cNvPr id="55" name="Rectangle: Rounded Corners 54">
            <a:hlinkClick r:id="rId51" action="ppaction://hlinksldjump"/>
            <a:extLst>
              <a:ext uri="{FF2B5EF4-FFF2-40B4-BE49-F238E27FC236}">
                <a16:creationId xmlns:a16="http://schemas.microsoft.com/office/drawing/2014/main" id="{DB76D0BC-683D-4A45-95FB-96B19B4BF3BE}"/>
              </a:ext>
            </a:extLst>
          </p:cNvPr>
          <p:cNvSpPr/>
          <p:nvPr/>
        </p:nvSpPr>
        <p:spPr>
          <a:xfrm>
            <a:off x="5177977" y="1370642"/>
            <a:ext cx="1338313" cy="340519"/>
          </a:xfrm>
          <a:prstGeom prst="roundRect">
            <a:avLst/>
          </a:prstGeom>
          <a:ln w="38100">
            <a:solidFill>
              <a:schemeClr val="accent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lIns="0" tIns="0" rIns="0" bIns="0" rtlCol="0" anchor="ctr">
            <a:spAutoFit/>
          </a:bodyPr>
          <a:lstStyle/>
          <a:p>
            <a:pPr algn="ctr"/>
            <a:r>
              <a:rPr lang="en-US" sz="2000" dirty="0"/>
              <a:t>Go To Cases</a:t>
            </a:r>
          </a:p>
        </p:txBody>
      </p:sp>
      <p:sp>
        <p:nvSpPr>
          <p:cNvPr id="118" name="Bladder">
            <a:extLst>
              <a:ext uri="{FF2B5EF4-FFF2-40B4-BE49-F238E27FC236}">
                <a16:creationId xmlns:a16="http://schemas.microsoft.com/office/drawing/2014/main" id="{A16755B9-301A-47D7-B560-0B6A72B6A6BE}"/>
              </a:ext>
            </a:extLst>
          </p:cNvPr>
          <p:cNvSpPr txBox="1"/>
          <p:nvPr/>
        </p:nvSpPr>
        <p:spPr>
          <a:xfrm>
            <a:off x="3701582" y="6453245"/>
            <a:ext cx="668993" cy="230832"/>
          </a:xfrm>
          <a:prstGeom prst="rect">
            <a:avLst/>
          </a:prstGeom>
          <a:noFill/>
        </p:spPr>
        <p:txBody>
          <a:bodyPr wrap="square" rtlCol="0">
            <a:spAutoFit/>
          </a:bodyPr>
          <a:lstStyle/>
          <a:p>
            <a:pPr algn="ctr"/>
            <a:r>
              <a:rPr lang="en-US" altLang="zh-CN" sz="900" dirty="0"/>
              <a:t>Prostate</a:t>
            </a:r>
            <a:endParaRPr lang="en-US" sz="900" dirty="0"/>
          </a:p>
        </p:txBody>
      </p:sp>
      <p:cxnSp>
        <p:nvCxnSpPr>
          <p:cNvPr id="140" name="Glom arrow">
            <a:extLst>
              <a:ext uri="{FF2B5EF4-FFF2-40B4-BE49-F238E27FC236}">
                <a16:creationId xmlns:a16="http://schemas.microsoft.com/office/drawing/2014/main" id="{742D0B32-C36D-2B4A-84AF-A5AB44F3BF7E}"/>
              </a:ext>
            </a:extLst>
          </p:cNvPr>
          <p:cNvCxnSpPr>
            <a:cxnSpLocks/>
            <a:stCxn id="137" idx="1"/>
          </p:cNvCxnSpPr>
          <p:nvPr/>
        </p:nvCxnSpPr>
        <p:spPr>
          <a:xfrm flipH="1">
            <a:off x="5847135" y="2023249"/>
            <a:ext cx="1832240" cy="424294"/>
          </a:xfrm>
          <a:prstGeom prst="straightConnector1">
            <a:avLst/>
          </a:prstGeom>
          <a:ln>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146" name="Interstitial text">
            <a:extLst>
              <a:ext uri="{FF2B5EF4-FFF2-40B4-BE49-F238E27FC236}">
                <a16:creationId xmlns:a16="http://schemas.microsoft.com/office/drawing/2014/main" id="{7EF05C0E-8723-5C49-B939-2CBEA20DA975}"/>
              </a:ext>
            </a:extLst>
          </p:cNvPr>
          <p:cNvSpPr txBox="1"/>
          <p:nvPr/>
        </p:nvSpPr>
        <p:spPr>
          <a:xfrm>
            <a:off x="7168128" y="3548034"/>
            <a:ext cx="4841110" cy="1212626"/>
          </a:xfrm>
          <a:prstGeom prst="rect">
            <a:avLst/>
          </a:prstGeom>
          <a:ln/>
        </p:spPr>
        <p:style>
          <a:lnRef idx="2">
            <a:schemeClr val="accent6"/>
          </a:lnRef>
          <a:fillRef idx="1">
            <a:schemeClr val="lt1"/>
          </a:fillRef>
          <a:effectRef idx="0">
            <a:schemeClr val="accent6"/>
          </a:effectRef>
          <a:fontRef idx="minor">
            <a:schemeClr val="dk1"/>
          </a:fontRef>
        </p:style>
        <p:txBody>
          <a:bodyPr wrap="square" rtlCol="0">
            <a:noAutofit/>
          </a:bodyPr>
          <a:lstStyle/>
          <a:p>
            <a:pPr marL="171450" indent="-171450">
              <a:buFont typeface="Arial" panose="020B0604020202020204" pitchFamily="34" charset="0"/>
              <a:buChar char="•"/>
            </a:pPr>
            <a:endParaRPr lang="en-US" sz="1200" dirty="0"/>
          </a:p>
        </p:txBody>
      </p:sp>
      <p:sp>
        <p:nvSpPr>
          <p:cNvPr id="145" name="Tubular text">
            <a:extLst>
              <a:ext uri="{FF2B5EF4-FFF2-40B4-BE49-F238E27FC236}">
                <a16:creationId xmlns:a16="http://schemas.microsoft.com/office/drawing/2014/main" id="{AA249BE5-1B87-E74E-AC5F-C05089A46B76}"/>
              </a:ext>
            </a:extLst>
          </p:cNvPr>
          <p:cNvSpPr txBox="1"/>
          <p:nvPr/>
        </p:nvSpPr>
        <p:spPr>
          <a:xfrm>
            <a:off x="7174149" y="5377937"/>
            <a:ext cx="4881857" cy="1297076"/>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noAutofit/>
          </a:bodyPr>
          <a:lstStyle/>
          <a:p>
            <a:endParaRPr lang="en-US" sz="1200" b="1" dirty="0"/>
          </a:p>
        </p:txBody>
      </p:sp>
      <p:sp>
        <p:nvSpPr>
          <p:cNvPr id="21" name="TextBox 20">
            <a:extLst>
              <a:ext uri="{FF2B5EF4-FFF2-40B4-BE49-F238E27FC236}">
                <a16:creationId xmlns:a16="http://schemas.microsoft.com/office/drawing/2014/main" id="{6B65ACC4-F768-41E2-80A4-E6AAD503CB8F}"/>
              </a:ext>
            </a:extLst>
          </p:cNvPr>
          <p:cNvSpPr txBox="1"/>
          <p:nvPr/>
        </p:nvSpPr>
        <p:spPr>
          <a:xfrm>
            <a:off x="2141466" y="1058096"/>
            <a:ext cx="363114" cy="369332"/>
          </a:xfrm>
          <a:prstGeom prst="rect">
            <a:avLst/>
          </a:prstGeom>
          <a:noFill/>
        </p:spPr>
        <p:txBody>
          <a:bodyPr wrap="square" rtlCol="0">
            <a:spAutoFit/>
          </a:bodyPr>
          <a:lstStyle/>
          <a:p>
            <a:r>
              <a:rPr lang="en-US" dirty="0"/>
              <a:t>&amp;</a:t>
            </a:r>
          </a:p>
        </p:txBody>
      </p:sp>
      <p:sp>
        <p:nvSpPr>
          <p:cNvPr id="186" name="Oval 185">
            <a:extLst>
              <a:ext uri="{FF2B5EF4-FFF2-40B4-BE49-F238E27FC236}">
                <a16:creationId xmlns:a16="http://schemas.microsoft.com/office/drawing/2014/main" id="{6FBFF286-B5B2-46C0-A9A5-F2DBA27DB50F}"/>
              </a:ext>
            </a:extLst>
          </p:cNvPr>
          <p:cNvSpPr/>
          <p:nvPr/>
        </p:nvSpPr>
        <p:spPr>
          <a:xfrm>
            <a:off x="4606537" y="5711668"/>
            <a:ext cx="181388" cy="14980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B353D431-3991-454F-A9AE-DF9CF4E78E75}"/>
              </a:ext>
            </a:extLst>
          </p:cNvPr>
          <p:cNvSpPr/>
          <p:nvPr/>
        </p:nvSpPr>
        <p:spPr>
          <a:xfrm>
            <a:off x="4560757" y="5247598"/>
            <a:ext cx="279575" cy="2700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51" name="Post-renal pathology">
            <a:extLst>
              <a:ext uri="{FF2B5EF4-FFF2-40B4-BE49-F238E27FC236}">
                <a16:creationId xmlns:a16="http://schemas.microsoft.com/office/drawing/2014/main" id="{ED958318-745B-4935-89DD-11ABF7281240}"/>
              </a:ext>
            </a:extLst>
          </p:cNvPr>
          <p:cNvGrpSpPr/>
          <p:nvPr/>
        </p:nvGrpSpPr>
        <p:grpSpPr>
          <a:xfrm>
            <a:off x="3514987" y="4370664"/>
            <a:ext cx="1527573" cy="2483841"/>
            <a:chOff x="3514987" y="4370664"/>
            <a:chExt cx="1527573" cy="2483841"/>
          </a:xfrm>
        </p:grpSpPr>
        <p:grpSp>
          <p:nvGrpSpPr>
            <p:cNvPr id="33" name="Group 32">
              <a:extLst>
                <a:ext uri="{FF2B5EF4-FFF2-40B4-BE49-F238E27FC236}">
                  <a16:creationId xmlns:a16="http://schemas.microsoft.com/office/drawing/2014/main" id="{246D3962-1A5F-4070-9E10-53223EAE170F}"/>
                </a:ext>
              </a:extLst>
            </p:cNvPr>
            <p:cNvGrpSpPr/>
            <p:nvPr/>
          </p:nvGrpSpPr>
          <p:grpSpPr>
            <a:xfrm>
              <a:off x="3827626" y="6465591"/>
              <a:ext cx="393700" cy="234822"/>
              <a:chOff x="3827626" y="6465591"/>
              <a:chExt cx="393700" cy="234822"/>
            </a:xfrm>
          </p:grpSpPr>
          <p:cxnSp>
            <p:nvCxnSpPr>
              <p:cNvPr id="25" name="Straight Connector 24">
                <a:extLst>
                  <a:ext uri="{FF2B5EF4-FFF2-40B4-BE49-F238E27FC236}">
                    <a16:creationId xmlns:a16="http://schemas.microsoft.com/office/drawing/2014/main" id="{124F1EEE-1158-4A3E-8B1B-76F53D44FEAC}"/>
                  </a:ext>
                </a:extLst>
              </p:cNvPr>
              <p:cNvCxnSpPr>
                <a:stCxn id="99" idx="1"/>
                <a:endCxn id="99" idx="4"/>
              </p:cNvCxnSpPr>
              <p:nvPr/>
            </p:nvCxnSpPr>
            <p:spPr>
              <a:xfrm>
                <a:off x="3827626" y="6484513"/>
                <a:ext cx="393700" cy="215900"/>
              </a:xfrm>
              <a:prstGeom prst="line">
                <a:avLst/>
              </a:prstGeom>
            </p:spPr>
            <p:style>
              <a:lnRef idx="1">
                <a:schemeClr val="dk1"/>
              </a:lnRef>
              <a:fillRef idx="0">
                <a:schemeClr val="dk1"/>
              </a:fillRef>
              <a:effectRef idx="0">
                <a:schemeClr val="dk1"/>
              </a:effectRef>
              <a:fontRef idx="minor">
                <a:schemeClr val="tx1"/>
              </a:fontRef>
            </p:style>
          </p:cxnSp>
          <p:cxnSp>
            <p:nvCxnSpPr>
              <p:cNvPr id="173" name="Straight Connector 172">
                <a:extLst>
                  <a:ext uri="{FF2B5EF4-FFF2-40B4-BE49-F238E27FC236}">
                    <a16:creationId xmlns:a16="http://schemas.microsoft.com/office/drawing/2014/main" id="{12B1BEE8-12C4-40D9-AEA2-6CD95CA8C765}"/>
                  </a:ext>
                </a:extLst>
              </p:cNvPr>
              <p:cNvCxnSpPr>
                <a:cxnSpLocks/>
                <a:stCxn id="99" idx="2"/>
              </p:cNvCxnSpPr>
              <p:nvPr/>
            </p:nvCxnSpPr>
            <p:spPr>
              <a:xfrm flipV="1">
                <a:off x="3833976" y="6465591"/>
                <a:ext cx="387350" cy="209422"/>
              </a:xfrm>
              <a:prstGeom prst="line">
                <a:avLst/>
              </a:prstGeom>
            </p:spPr>
            <p:style>
              <a:lnRef idx="1">
                <a:schemeClr val="dk1"/>
              </a:lnRef>
              <a:fillRef idx="0">
                <a:schemeClr val="dk1"/>
              </a:fillRef>
              <a:effectRef idx="0">
                <a:schemeClr val="dk1"/>
              </a:effectRef>
              <a:fontRef idx="minor">
                <a:schemeClr val="tx1"/>
              </a:fontRef>
            </p:style>
          </p:cxnSp>
        </p:grpSp>
        <p:grpSp>
          <p:nvGrpSpPr>
            <p:cNvPr id="174" name="Group 173">
              <a:extLst>
                <a:ext uri="{FF2B5EF4-FFF2-40B4-BE49-F238E27FC236}">
                  <a16:creationId xmlns:a16="http://schemas.microsoft.com/office/drawing/2014/main" id="{3D971540-ED98-47F4-9AAB-471EFB0CE05F}"/>
                </a:ext>
              </a:extLst>
            </p:cNvPr>
            <p:cNvGrpSpPr/>
            <p:nvPr/>
          </p:nvGrpSpPr>
          <p:grpSpPr>
            <a:xfrm flipV="1">
              <a:off x="4000328" y="6777605"/>
              <a:ext cx="128929" cy="76900"/>
              <a:chOff x="3827626" y="6465591"/>
              <a:chExt cx="393700" cy="234822"/>
            </a:xfrm>
          </p:grpSpPr>
          <p:cxnSp>
            <p:nvCxnSpPr>
              <p:cNvPr id="175" name="Straight Connector 174">
                <a:extLst>
                  <a:ext uri="{FF2B5EF4-FFF2-40B4-BE49-F238E27FC236}">
                    <a16:creationId xmlns:a16="http://schemas.microsoft.com/office/drawing/2014/main" id="{3ED9F5E5-0444-430B-9B3E-29500EF2734F}"/>
                  </a:ext>
                </a:extLst>
              </p:cNvPr>
              <p:cNvCxnSpPr/>
              <p:nvPr/>
            </p:nvCxnSpPr>
            <p:spPr>
              <a:xfrm>
                <a:off x="3827626" y="6484513"/>
                <a:ext cx="393700" cy="215900"/>
              </a:xfrm>
              <a:prstGeom prst="line">
                <a:avLst/>
              </a:prstGeom>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EC1E0A27-291F-4502-B67C-248E02A7D3A8}"/>
                  </a:ext>
                </a:extLst>
              </p:cNvPr>
              <p:cNvCxnSpPr>
                <a:cxnSpLocks/>
              </p:cNvCxnSpPr>
              <p:nvPr/>
            </p:nvCxnSpPr>
            <p:spPr>
              <a:xfrm flipV="1">
                <a:off x="3833976" y="6465591"/>
                <a:ext cx="387350" cy="209422"/>
              </a:xfrm>
              <a:prstGeom prst="line">
                <a:avLst/>
              </a:prstGeom>
            </p:spPr>
            <p:style>
              <a:lnRef idx="1">
                <a:schemeClr val="dk1"/>
              </a:lnRef>
              <a:fillRef idx="0">
                <a:schemeClr val="dk1"/>
              </a:fillRef>
              <a:effectRef idx="0">
                <a:schemeClr val="dk1"/>
              </a:effectRef>
              <a:fontRef idx="minor">
                <a:schemeClr val="tx1"/>
              </a:fontRef>
            </p:style>
          </p:cxnSp>
        </p:grpSp>
        <p:sp>
          <p:nvSpPr>
            <p:cNvPr id="35" name="Freeform: Shape 34">
              <a:extLst>
                <a:ext uri="{FF2B5EF4-FFF2-40B4-BE49-F238E27FC236}">
                  <a16:creationId xmlns:a16="http://schemas.microsoft.com/office/drawing/2014/main" id="{49A2395F-18DA-48BB-9C75-F994C354E9BB}"/>
                </a:ext>
              </a:extLst>
            </p:cNvPr>
            <p:cNvSpPr/>
            <p:nvPr/>
          </p:nvSpPr>
          <p:spPr>
            <a:xfrm>
              <a:off x="3514987" y="5721292"/>
              <a:ext cx="1082180" cy="377504"/>
            </a:xfrm>
            <a:custGeom>
              <a:avLst/>
              <a:gdLst>
                <a:gd name="connsiteX0" fmla="*/ 0 w 1082180"/>
                <a:gd name="connsiteY0" fmla="*/ 377504 h 377504"/>
                <a:gd name="connsiteX1" fmla="*/ 100668 w 1082180"/>
                <a:gd name="connsiteY1" fmla="*/ 268447 h 377504"/>
                <a:gd name="connsiteX2" fmla="*/ 201336 w 1082180"/>
                <a:gd name="connsiteY2" fmla="*/ 142613 h 377504"/>
                <a:gd name="connsiteX3" fmla="*/ 528507 w 1082180"/>
                <a:gd name="connsiteY3" fmla="*/ 100668 h 377504"/>
                <a:gd name="connsiteX4" fmla="*/ 788565 w 1082180"/>
                <a:gd name="connsiteY4" fmla="*/ 117446 h 377504"/>
                <a:gd name="connsiteX5" fmla="*/ 947956 w 1082180"/>
                <a:gd name="connsiteY5" fmla="*/ 260058 h 377504"/>
                <a:gd name="connsiteX6" fmla="*/ 1082180 w 1082180"/>
                <a:gd name="connsiteY6" fmla="*/ 251669 h 377504"/>
                <a:gd name="connsiteX7" fmla="*/ 1082180 w 1082180"/>
                <a:gd name="connsiteY7" fmla="*/ 243280 h 377504"/>
                <a:gd name="connsiteX8" fmla="*/ 981512 w 1082180"/>
                <a:gd name="connsiteY8" fmla="*/ 50334 h 377504"/>
                <a:gd name="connsiteX9" fmla="*/ 738231 w 1082180"/>
                <a:gd name="connsiteY9" fmla="*/ 0 h 377504"/>
                <a:gd name="connsiteX10" fmla="*/ 662730 w 1082180"/>
                <a:gd name="connsiteY10" fmla="*/ 25167 h 377504"/>
                <a:gd name="connsiteX11" fmla="*/ 453006 w 1082180"/>
                <a:gd name="connsiteY11" fmla="*/ 33556 h 377504"/>
                <a:gd name="connsiteX12" fmla="*/ 243281 w 1082180"/>
                <a:gd name="connsiteY12" fmla="*/ 16778 h 377504"/>
                <a:gd name="connsiteX13" fmla="*/ 75501 w 1082180"/>
                <a:gd name="connsiteY13" fmla="*/ 67112 h 377504"/>
                <a:gd name="connsiteX14" fmla="*/ 0 w 1082180"/>
                <a:gd name="connsiteY14" fmla="*/ 377504 h 37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82180" h="377504">
                  <a:moveTo>
                    <a:pt x="0" y="377504"/>
                  </a:moveTo>
                  <a:lnTo>
                    <a:pt x="100668" y="268447"/>
                  </a:lnTo>
                  <a:lnTo>
                    <a:pt x="201336" y="142613"/>
                  </a:lnTo>
                  <a:lnTo>
                    <a:pt x="528507" y="100668"/>
                  </a:lnTo>
                  <a:lnTo>
                    <a:pt x="788565" y="117446"/>
                  </a:lnTo>
                  <a:lnTo>
                    <a:pt x="947956" y="260058"/>
                  </a:lnTo>
                  <a:lnTo>
                    <a:pt x="1082180" y="251669"/>
                  </a:lnTo>
                  <a:lnTo>
                    <a:pt x="1082180" y="243280"/>
                  </a:lnTo>
                  <a:lnTo>
                    <a:pt x="981512" y="50334"/>
                  </a:lnTo>
                  <a:lnTo>
                    <a:pt x="738231" y="0"/>
                  </a:lnTo>
                  <a:lnTo>
                    <a:pt x="662730" y="25167"/>
                  </a:lnTo>
                  <a:lnTo>
                    <a:pt x="453006" y="33556"/>
                  </a:lnTo>
                  <a:lnTo>
                    <a:pt x="243281" y="16778"/>
                  </a:lnTo>
                  <a:lnTo>
                    <a:pt x="75501" y="67112"/>
                  </a:lnTo>
                  <a:lnTo>
                    <a:pt x="0" y="377504"/>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B17EC126-E199-4369-9B2B-969556EFE257}"/>
                </a:ext>
              </a:extLst>
            </p:cNvPr>
            <p:cNvSpPr/>
            <p:nvPr/>
          </p:nvSpPr>
          <p:spPr>
            <a:xfrm>
              <a:off x="3967158" y="6199922"/>
              <a:ext cx="181388" cy="14980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B95C6A89-D0DD-4DEC-9E31-5BB3F94EB42E}"/>
                </a:ext>
              </a:extLst>
            </p:cNvPr>
            <p:cNvSpPr/>
            <p:nvPr/>
          </p:nvSpPr>
          <p:spPr>
            <a:xfrm>
              <a:off x="4559537" y="5070557"/>
              <a:ext cx="279575" cy="2700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71E4CA1D-D7DB-4BA6-BB43-955DC4F1EAF8}"/>
                </a:ext>
              </a:extLst>
            </p:cNvPr>
            <p:cNvGrpSpPr/>
            <p:nvPr/>
          </p:nvGrpSpPr>
          <p:grpSpPr>
            <a:xfrm rot="1179840">
              <a:off x="4427564" y="6221694"/>
              <a:ext cx="614996" cy="197476"/>
              <a:chOff x="4535273" y="6143526"/>
              <a:chExt cx="1006763" cy="323273"/>
            </a:xfrm>
          </p:grpSpPr>
          <p:sp>
            <p:nvSpPr>
              <p:cNvPr id="41" name="Freeform: Shape 40">
                <a:extLst>
                  <a:ext uri="{FF2B5EF4-FFF2-40B4-BE49-F238E27FC236}">
                    <a16:creationId xmlns:a16="http://schemas.microsoft.com/office/drawing/2014/main" id="{D423E01C-B37B-4E89-9ABA-993F262C9E8A}"/>
                  </a:ext>
                </a:extLst>
              </p:cNvPr>
              <p:cNvSpPr/>
              <p:nvPr/>
            </p:nvSpPr>
            <p:spPr>
              <a:xfrm>
                <a:off x="4646109" y="6282071"/>
                <a:ext cx="166254" cy="55419"/>
              </a:xfrm>
              <a:custGeom>
                <a:avLst/>
                <a:gdLst>
                  <a:gd name="connsiteX0" fmla="*/ 0 w 166254"/>
                  <a:gd name="connsiteY0" fmla="*/ 9237 h 55419"/>
                  <a:gd name="connsiteX1" fmla="*/ 46182 w 166254"/>
                  <a:gd name="connsiteY1" fmla="*/ 0 h 55419"/>
                  <a:gd name="connsiteX2" fmla="*/ 129309 w 166254"/>
                  <a:gd name="connsiteY2" fmla="*/ 18473 h 55419"/>
                  <a:gd name="connsiteX3" fmla="*/ 166254 w 166254"/>
                  <a:gd name="connsiteY3" fmla="*/ 55419 h 55419"/>
                </a:gdLst>
                <a:ahLst/>
                <a:cxnLst>
                  <a:cxn ang="0">
                    <a:pos x="connsiteX0" y="connsiteY0"/>
                  </a:cxn>
                  <a:cxn ang="0">
                    <a:pos x="connsiteX1" y="connsiteY1"/>
                  </a:cxn>
                  <a:cxn ang="0">
                    <a:pos x="connsiteX2" y="connsiteY2"/>
                  </a:cxn>
                  <a:cxn ang="0">
                    <a:pos x="connsiteX3" y="connsiteY3"/>
                  </a:cxn>
                </a:cxnLst>
                <a:rect l="l" t="t" r="r" b="b"/>
                <a:pathLst>
                  <a:path w="166254" h="55419">
                    <a:moveTo>
                      <a:pt x="0" y="9237"/>
                    </a:moveTo>
                    <a:cubicBezTo>
                      <a:pt x="15394" y="6158"/>
                      <a:pt x="30483" y="0"/>
                      <a:pt x="46182" y="0"/>
                    </a:cubicBezTo>
                    <a:cubicBezTo>
                      <a:pt x="78689" y="0"/>
                      <a:pt x="100737" y="8949"/>
                      <a:pt x="129309" y="18473"/>
                    </a:cubicBezTo>
                    <a:lnTo>
                      <a:pt x="166254" y="55419"/>
                    </a:lnTo>
                  </a:path>
                </a:pathLst>
              </a:cu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3" name="Freeform: Shape 42">
                <a:extLst>
                  <a:ext uri="{FF2B5EF4-FFF2-40B4-BE49-F238E27FC236}">
                    <a16:creationId xmlns:a16="http://schemas.microsoft.com/office/drawing/2014/main" id="{707F9E49-2DB3-4E95-8473-9AB3CF19A2A5}"/>
                  </a:ext>
                </a:extLst>
              </p:cNvPr>
              <p:cNvSpPr/>
              <p:nvPr/>
            </p:nvSpPr>
            <p:spPr>
              <a:xfrm>
                <a:off x="4535273" y="6328174"/>
                <a:ext cx="258634" cy="138625"/>
              </a:xfrm>
              <a:custGeom>
                <a:avLst/>
                <a:gdLst>
                  <a:gd name="connsiteX0" fmla="*/ 0 w 258634"/>
                  <a:gd name="connsiteY0" fmla="*/ 138625 h 138625"/>
                  <a:gd name="connsiteX1" fmla="*/ 46181 w 258634"/>
                  <a:gd name="connsiteY1" fmla="*/ 129388 h 138625"/>
                  <a:gd name="connsiteX2" fmla="*/ 73890 w 258634"/>
                  <a:gd name="connsiteY2" fmla="*/ 110916 h 138625"/>
                  <a:gd name="connsiteX3" fmla="*/ 138545 w 258634"/>
                  <a:gd name="connsiteY3" fmla="*/ 92443 h 138625"/>
                  <a:gd name="connsiteX4" fmla="*/ 147781 w 258634"/>
                  <a:gd name="connsiteY4" fmla="*/ 64734 h 138625"/>
                  <a:gd name="connsiteX5" fmla="*/ 157018 w 258634"/>
                  <a:gd name="connsiteY5" fmla="*/ 9316 h 138625"/>
                  <a:gd name="connsiteX6" fmla="*/ 184727 w 258634"/>
                  <a:gd name="connsiteY6" fmla="*/ 79 h 138625"/>
                  <a:gd name="connsiteX7" fmla="*/ 258618 w 258634"/>
                  <a:gd name="connsiteY7" fmla="*/ 18552 h 13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34" h="138625">
                    <a:moveTo>
                      <a:pt x="0" y="138625"/>
                    </a:moveTo>
                    <a:cubicBezTo>
                      <a:pt x="15394" y="135546"/>
                      <a:pt x="31482" y="134900"/>
                      <a:pt x="46181" y="129388"/>
                    </a:cubicBezTo>
                    <a:cubicBezTo>
                      <a:pt x="56575" y="125490"/>
                      <a:pt x="63961" y="115880"/>
                      <a:pt x="73890" y="110916"/>
                    </a:cubicBezTo>
                    <a:cubicBezTo>
                      <a:pt x="87144" y="104289"/>
                      <a:pt x="126703" y="95404"/>
                      <a:pt x="138545" y="92443"/>
                    </a:cubicBezTo>
                    <a:cubicBezTo>
                      <a:pt x="141624" y="83207"/>
                      <a:pt x="145669" y="74238"/>
                      <a:pt x="147781" y="64734"/>
                    </a:cubicBezTo>
                    <a:cubicBezTo>
                      <a:pt x="151844" y="46452"/>
                      <a:pt x="147726" y="25576"/>
                      <a:pt x="157018" y="9316"/>
                    </a:cubicBezTo>
                    <a:cubicBezTo>
                      <a:pt x="161848" y="863"/>
                      <a:pt x="175491" y="3158"/>
                      <a:pt x="184727" y="79"/>
                    </a:cubicBezTo>
                    <a:cubicBezTo>
                      <a:pt x="261673" y="9698"/>
                      <a:pt x="258618" y="-15506"/>
                      <a:pt x="258618" y="18552"/>
                    </a:cubicBezTo>
                  </a:path>
                </a:pathLst>
              </a:cu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4" name="Freeform: Shape 43">
                <a:extLst>
                  <a:ext uri="{FF2B5EF4-FFF2-40B4-BE49-F238E27FC236}">
                    <a16:creationId xmlns:a16="http://schemas.microsoft.com/office/drawing/2014/main" id="{F3694E55-8163-46AC-A056-B5053E37C522}"/>
                  </a:ext>
                </a:extLst>
              </p:cNvPr>
              <p:cNvSpPr/>
              <p:nvPr/>
            </p:nvSpPr>
            <p:spPr>
              <a:xfrm>
                <a:off x="4692291" y="6143526"/>
                <a:ext cx="120072" cy="184727"/>
              </a:xfrm>
              <a:custGeom>
                <a:avLst/>
                <a:gdLst>
                  <a:gd name="connsiteX0" fmla="*/ 0 w 120072"/>
                  <a:gd name="connsiteY0" fmla="*/ 0 h 184727"/>
                  <a:gd name="connsiteX1" fmla="*/ 27709 w 120072"/>
                  <a:gd name="connsiteY1" fmla="*/ 101600 h 184727"/>
                  <a:gd name="connsiteX2" fmla="*/ 55418 w 120072"/>
                  <a:gd name="connsiteY2" fmla="*/ 120073 h 184727"/>
                  <a:gd name="connsiteX3" fmla="*/ 120072 w 120072"/>
                  <a:gd name="connsiteY3" fmla="*/ 129309 h 184727"/>
                  <a:gd name="connsiteX4" fmla="*/ 120072 w 120072"/>
                  <a:gd name="connsiteY4" fmla="*/ 184727 h 184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072" h="184727">
                    <a:moveTo>
                      <a:pt x="0" y="0"/>
                    </a:moveTo>
                    <a:cubicBezTo>
                      <a:pt x="5032" y="35222"/>
                      <a:pt x="3391" y="72418"/>
                      <a:pt x="27709" y="101600"/>
                    </a:cubicBezTo>
                    <a:cubicBezTo>
                      <a:pt x="34815" y="110128"/>
                      <a:pt x="44785" y="116883"/>
                      <a:pt x="55418" y="120073"/>
                    </a:cubicBezTo>
                    <a:cubicBezTo>
                      <a:pt x="76270" y="126329"/>
                      <a:pt x="104678" y="113915"/>
                      <a:pt x="120072" y="129309"/>
                    </a:cubicBezTo>
                    <a:lnTo>
                      <a:pt x="120072" y="184727"/>
                    </a:lnTo>
                  </a:path>
                </a:pathLst>
              </a:cu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7" name="Freeform: Shape 46">
                <a:extLst>
                  <a:ext uri="{FF2B5EF4-FFF2-40B4-BE49-F238E27FC236}">
                    <a16:creationId xmlns:a16="http://schemas.microsoft.com/office/drawing/2014/main" id="{8CA1AB1E-A3DB-4617-8DEC-F975D3C60734}"/>
                  </a:ext>
                </a:extLst>
              </p:cNvPr>
              <p:cNvSpPr/>
              <p:nvPr/>
            </p:nvSpPr>
            <p:spPr>
              <a:xfrm>
                <a:off x="4830836" y="6208180"/>
                <a:ext cx="711200" cy="212437"/>
              </a:xfrm>
              <a:custGeom>
                <a:avLst/>
                <a:gdLst>
                  <a:gd name="connsiteX0" fmla="*/ 0 w 711200"/>
                  <a:gd name="connsiteY0" fmla="*/ 92364 h 212437"/>
                  <a:gd name="connsiteX1" fmla="*/ 138546 w 711200"/>
                  <a:gd name="connsiteY1" fmla="*/ 110837 h 212437"/>
                  <a:gd name="connsiteX2" fmla="*/ 203200 w 711200"/>
                  <a:gd name="connsiteY2" fmla="*/ 157019 h 212437"/>
                  <a:gd name="connsiteX3" fmla="*/ 295564 w 711200"/>
                  <a:gd name="connsiteY3" fmla="*/ 212437 h 212437"/>
                  <a:gd name="connsiteX4" fmla="*/ 581891 w 711200"/>
                  <a:gd name="connsiteY4" fmla="*/ 203200 h 212437"/>
                  <a:gd name="connsiteX5" fmla="*/ 609600 w 711200"/>
                  <a:gd name="connsiteY5" fmla="*/ 193964 h 212437"/>
                  <a:gd name="connsiteX6" fmla="*/ 637309 w 711200"/>
                  <a:gd name="connsiteY6" fmla="*/ 166255 h 212437"/>
                  <a:gd name="connsiteX7" fmla="*/ 655782 w 711200"/>
                  <a:gd name="connsiteY7" fmla="*/ 110837 h 212437"/>
                  <a:gd name="connsiteX8" fmla="*/ 665018 w 711200"/>
                  <a:gd name="connsiteY8" fmla="*/ 83128 h 212437"/>
                  <a:gd name="connsiteX9" fmla="*/ 692727 w 711200"/>
                  <a:gd name="connsiteY9" fmla="*/ 9237 h 212437"/>
                  <a:gd name="connsiteX10" fmla="*/ 711200 w 711200"/>
                  <a:gd name="connsiteY10" fmla="*/ 0 h 21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1200" h="212437">
                    <a:moveTo>
                      <a:pt x="0" y="92364"/>
                    </a:moveTo>
                    <a:cubicBezTo>
                      <a:pt x="21808" y="94545"/>
                      <a:pt x="105747" y="99904"/>
                      <a:pt x="138546" y="110837"/>
                    </a:cubicBezTo>
                    <a:cubicBezTo>
                      <a:pt x="188674" y="127547"/>
                      <a:pt x="164332" y="126789"/>
                      <a:pt x="203200" y="157019"/>
                    </a:cubicBezTo>
                    <a:cubicBezTo>
                      <a:pt x="243324" y="188226"/>
                      <a:pt x="255351" y="192330"/>
                      <a:pt x="295564" y="212437"/>
                    </a:cubicBezTo>
                    <a:cubicBezTo>
                      <a:pt x="391006" y="209358"/>
                      <a:pt x="486564" y="208808"/>
                      <a:pt x="581891" y="203200"/>
                    </a:cubicBezTo>
                    <a:cubicBezTo>
                      <a:pt x="591610" y="202628"/>
                      <a:pt x="601499" y="199364"/>
                      <a:pt x="609600" y="193964"/>
                    </a:cubicBezTo>
                    <a:cubicBezTo>
                      <a:pt x="620468" y="186718"/>
                      <a:pt x="628073" y="175491"/>
                      <a:pt x="637309" y="166255"/>
                    </a:cubicBezTo>
                    <a:lnTo>
                      <a:pt x="655782" y="110837"/>
                    </a:lnTo>
                    <a:cubicBezTo>
                      <a:pt x="658861" y="101601"/>
                      <a:pt x="663109" y="92675"/>
                      <a:pt x="665018" y="83128"/>
                    </a:cubicBezTo>
                    <a:cubicBezTo>
                      <a:pt x="671627" y="50087"/>
                      <a:pt x="668945" y="33020"/>
                      <a:pt x="692727" y="9237"/>
                    </a:cubicBezTo>
                    <a:cubicBezTo>
                      <a:pt x="697595" y="4369"/>
                      <a:pt x="705042" y="3079"/>
                      <a:pt x="711200" y="0"/>
                    </a:cubicBezTo>
                  </a:path>
                </a:pathLst>
              </a:cu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50" name="Freeform: Shape 49">
              <a:extLst>
                <a:ext uri="{FF2B5EF4-FFF2-40B4-BE49-F238E27FC236}">
                  <a16:creationId xmlns:a16="http://schemas.microsoft.com/office/drawing/2014/main" id="{E056BD45-F36E-41DC-8BB9-24DF5540D20F}"/>
                </a:ext>
              </a:extLst>
            </p:cNvPr>
            <p:cNvSpPr/>
            <p:nvPr/>
          </p:nvSpPr>
          <p:spPr>
            <a:xfrm>
              <a:off x="4840448" y="4370664"/>
              <a:ext cx="184558" cy="671119"/>
            </a:xfrm>
            <a:custGeom>
              <a:avLst/>
              <a:gdLst>
                <a:gd name="connsiteX0" fmla="*/ 0 w 184558"/>
                <a:gd name="connsiteY0" fmla="*/ 671119 h 671119"/>
                <a:gd name="connsiteX1" fmla="*/ 75501 w 184558"/>
                <a:gd name="connsiteY1" fmla="*/ 562063 h 671119"/>
                <a:gd name="connsiteX2" fmla="*/ 67112 w 184558"/>
                <a:gd name="connsiteY2" fmla="*/ 436228 h 671119"/>
                <a:gd name="connsiteX3" fmla="*/ 151002 w 184558"/>
                <a:gd name="connsiteY3" fmla="*/ 343949 h 671119"/>
                <a:gd name="connsiteX4" fmla="*/ 159391 w 184558"/>
                <a:gd name="connsiteY4" fmla="*/ 201336 h 671119"/>
                <a:gd name="connsiteX5" fmla="*/ 184558 w 184558"/>
                <a:gd name="connsiteY5" fmla="*/ 83890 h 671119"/>
                <a:gd name="connsiteX6" fmla="*/ 159391 w 184558"/>
                <a:gd name="connsiteY6" fmla="*/ 0 h 671119"/>
                <a:gd name="connsiteX7" fmla="*/ 50334 w 184558"/>
                <a:gd name="connsiteY7" fmla="*/ 360727 h 671119"/>
                <a:gd name="connsiteX8" fmla="*/ 0 w 184558"/>
                <a:gd name="connsiteY8" fmla="*/ 671119 h 671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58" h="671119">
                  <a:moveTo>
                    <a:pt x="0" y="671119"/>
                  </a:moveTo>
                  <a:lnTo>
                    <a:pt x="75501" y="562063"/>
                  </a:lnTo>
                  <a:lnTo>
                    <a:pt x="67112" y="436228"/>
                  </a:lnTo>
                  <a:lnTo>
                    <a:pt x="151002" y="343949"/>
                  </a:lnTo>
                  <a:lnTo>
                    <a:pt x="159391" y="201336"/>
                  </a:lnTo>
                  <a:lnTo>
                    <a:pt x="184558" y="83890"/>
                  </a:lnTo>
                  <a:lnTo>
                    <a:pt x="159391" y="0"/>
                  </a:lnTo>
                  <a:lnTo>
                    <a:pt x="50334" y="360727"/>
                  </a:lnTo>
                  <a:lnTo>
                    <a:pt x="0" y="671119"/>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443427B3-C8B7-4F47-8B2C-F190EB44B109}"/>
              </a:ext>
            </a:extLst>
          </p:cNvPr>
          <p:cNvSpPr txBox="1"/>
          <p:nvPr/>
        </p:nvSpPr>
        <p:spPr>
          <a:xfrm>
            <a:off x="2412189" y="854077"/>
            <a:ext cx="1595355" cy="523220"/>
          </a:xfrm>
          <a:prstGeom prst="rect">
            <a:avLst/>
          </a:prstGeom>
          <a:noFill/>
        </p:spPr>
        <p:txBody>
          <a:bodyPr wrap="square" rtlCol="0">
            <a:spAutoFit/>
          </a:bodyPr>
          <a:lstStyle/>
          <a:p>
            <a:pPr algn="ctr"/>
            <a:r>
              <a:rPr lang="en-US" sz="1400" dirty="0">
                <a:sym typeface="Wingdings" panose="05000000000000000000" pitchFamily="2" charset="2"/>
              </a:rPr>
              <a:t> Renal Vein Outflow</a:t>
            </a:r>
            <a:endParaRPr lang="en-US" sz="1400" dirty="0"/>
          </a:p>
        </p:txBody>
      </p:sp>
      <p:grpSp>
        <p:nvGrpSpPr>
          <p:cNvPr id="62" name="Pre-renal pathology">
            <a:extLst>
              <a:ext uri="{FF2B5EF4-FFF2-40B4-BE49-F238E27FC236}">
                <a16:creationId xmlns:a16="http://schemas.microsoft.com/office/drawing/2014/main" id="{6A046FB7-FD37-4FEC-A7B5-427DB1EE8F89}"/>
              </a:ext>
            </a:extLst>
          </p:cNvPr>
          <p:cNvGrpSpPr/>
          <p:nvPr/>
        </p:nvGrpSpPr>
        <p:grpSpPr>
          <a:xfrm>
            <a:off x="3499231" y="2593524"/>
            <a:ext cx="1382410" cy="1200309"/>
            <a:chOff x="3499231" y="2593524"/>
            <a:chExt cx="1382410" cy="1200309"/>
          </a:xfrm>
        </p:grpSpPr>
        <p:sp>
          <p:nvSpPr>
            <p:cNvPr id="52" name="TextBox 51">
              <a:extLst>
                <a:ext uri="{FF2B5EF4-FFF2-40B4-BE49-F238E27FC236}">
                  <a16:creationId xmlns:a16="http://schemas.microsoft.com/office/drawing/2014/main" id="{0DF407B5-A439-456B-8150-7070305DE002}"/>
                </a:ext>
              </a:extLst>
            </p:cNvPr>
            <p:cNvSpPr txBox="1"/>
            <p:nvPr/>
          </p:nvSpPr>
          <p:spPr>
            <a:xfrm>
              <a:off x="3499231" y="2593524"/>
              <a:ext cx="1056891" cy="307777"/>
            </a:xfrm>
            <a:prstGeom prst="rect">
              <a:avLst/>
            </a:prstGeom>
            <a:noFill/>
          </p:spPr>
          <p:txBody>
            <a:bodyPr wrap="square" rtlCol="0">
              <a:spAutoFit/>
            </a:bodyPr>
            <a:lstStyle/>
            <a:p>
              <a:pPr algn="ctr"/>
              <a:r>
                <a:rPr lang="en-US" sz="1400" b="1" dirty="0">
                  <a:solidFill>
                    <a:sysClr val="windowText" lastClr="000000"/>
                  </a:solidFill>
                  <a:sym typeface="Wingdings" panose="05000000000000000000" pitchFamily="2" charset="2"/>
                </a:rPr>
                <a:t>* EABV*</a:t>
              </a:r>
              <a:endParaRPr lang="en-US" sz="1400" b="1" dirty="0">
                <a:solidFill>
                  <a:sysClr val="windowText" lastClr="000000"/>
                </a:solidFill>
              </a:endParaRPr>
            </a:p>
          </p:txBody>
        </p:sp>
        <p:grpSp>
          <p:nvGrpSpPr>
            <p:cNvPr id="61" name="Pre-renal patholoy">
              <a:extLst>
                <a:ext uri="{FF2B5EF4-FFF2-40B4-BE49-F238E27FC236}">
                  <a16:creationId xmlns:a16="http://schemas.microsoft.com/office/drawing/2014/main" id="{4AD2EC83-A7F0-47DD-B99A-620164E34453}"/>
                </a:ext>
              </a:extLst>
            </p:cNvPr>
            <p:cNvGrpSpPr/>
            <p:nvPr/>
          </p:nvGrpSpPr>
          <p:grpSpPr>
            <a:xfrm>
              <a:off x="3792260" y="3217537"/>
              <a:ext cx="1089381" cy="576296"/>
              <a:chOff x="3792260" y="3217537"/>
              <a:chExt cx="1089381" cy="576296"/>
            </a:xfrm>
          </p:grpSpPr>
          <p:sp>
            <p:nvSpPr>
              <p:cNvPr id="54" name="Arc 53">
                <a:extLst>
                  <a:ext uri="{FF2B5EF4-FFF2-40B4-BE49-F238E27FC236}">
                    <a16:creationId xmlns:a16="http://schemas.microsoft.com/office/drawing/2014/main" id="{60B7E8E0-5EA7-4A1B-988D-E7680029CDED}"/>
                  </a:ext>
                </a:extLst>
              </p:cNvPr>
              <p:cNvSpPr/>
              <p:nvPr/>
            </p:nvSpPr>
            <p:spPr>
              <a:xfrm rot="5164647">
                <a:off x="3792260" y="3217537"/>
                <a:ext cx="310569" cy="310569"/>
              </a:xfrm>
              <a:prstGeom prst="arc">
                <a:avLst>
                  <a:gd name="adj1" fmla="val 16200000"/>
                  <a:gd name="adj2" fmla="val 5335509"/>
                </a:avLst>
              </a:prstGeom>
              <a:solidFill>
                <a:schemeClr val="tx1"/>
              </a:soli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1"/>
                  </a:solidFill>
                </a:endParaRPr>
              </a:p>
            </p:txBody>
          </p:sp>
          <p:sp>
            <p:nvSpPr>
              <p:cNvPr id="56" name="Arrow: Right 55">
                <a:extLst>
                  <a:ext uri="{FF2B5EF4-FFF2-40B4-BE49-F238E27FC236}">
                    <a16:creationId xmlns:a16="http://schemas.microsoft.com/office/drawing/2014/main" id="{44FD045E-8E50-4C23-A36A-73AB65A72B99}"/>
                  </a:ext>
                </a:extLst>
              </p:cNvPr>
              <p:cNvSpPr/>
              <p:nvPr/>
            </p:nvSpPr>
            <p:spPr>
              <a:xfrm rot="232290">
                <a:off x="4715660" y="3404890"/>
                <a:ext cx="121995" cy="121608"/>
              </a:xfrm>
              <a:prstGeom prst="rightArrow">
                <a:avLst/>
              </a:prstGeom>
              <a:solidFill>
                <a:schemeClr val="tx1"/>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7" name="Arrow: Right 56">
                <a:extLst>
                  <a:ext uri="{FF2B5EF4-FFF2-40B4-BE49-F238E27FC236}">
                    <a16:creationId xmlns:a16="http://schemas.microsoft.com/office/drawing/2014/main" id="{40DA4BE7-88A9-4300-9DBD-C8475EA2532E}"/>
                  </a:ext>
                </a:extLst>
              </p:cNvPr>
              <p:cNvSpPr/>
              <p:nvPr/>
            </p:nvSpPr>
            <p:spPr>
              <a:xfrm rot="19416227">
                <a:off x="4610705" y="3614853"/>
                <a:ext cx="153619" cy="106961"/>
              </a:xfrm>
              <a:prstGeom prst="rightArrow">
                <a:avLst/>
              </a:prstGeom>
              <a:solidFill>
                <a:schemeClr val="tx1"/>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8" name="Arrow: Right 57">
                <a:extLst>
                  <a:ext uri="{FF2B5EF4-FFF2-40B4-BE49-F238E27FC236}">
                    <a16:creationId xmlns:a16="http://schemas.microsoft.com/office/drawing/2014/main" id="{D57EF8A8-A48A-4848-AC9E-0487F4408A76}"/>
                  </a:ext>
                </a:extLst>
              </p:cNvPr>
              <p:cNvSpPr/>
              <p:nvPr/>
            </p:nvSpPr>
            <p:spPr>
              <a:xfrm rot="19416227">
                <a:off x="4703039" y="3672519"/>
                <a:ext cx="178602" cy="121314"/>
              </a:xfrm>
              <a:prstGeom prst="rightArrow">
                <a:avLst/>
              </a:prstGeom>
              <a:solidFill>
                <a:schemeClr val="tx1"/>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72" name="Glomerular text">
            <a:extLst>
              <a:ext uri="{FF2B5EF4-FFF2-40B4-BE49-F238E27FC236}">
                <a16:creationId xmlns:a16="http://schemas.microsoft.com/office/drawing/2014/main" id="{9B80DCB0-5592-4F88-86F1-AB26C3DB5A9B}"/>
              </a:ext>
            </a:extLst>
          </p:cNvPr>
          <p:cNvGrpSpPr/>
          <p:nvPr/>
        </p:nvGrpSpPr>
        <p:grpSpPr>
          <a:xfrm>
            <a:off x="7029897" y="2272460"/>
            <a:ext cx="4950743" cy="833481"/>
            <a:chOff x="6718745" y="2272460"/>
            <a:chExt cx="5261896" cy="833481"/>
          </a:xfrm>
        </p:grpSpPr>
        <p:sp>
          <p:nvSpPr>
            <p:cNvPr id="147" name="Glomerular text">
              <a:extLst>
                <a:ext uri="{FF2B5EF4-FFF2-40B4-BE49-F238E27FC236}">
                  <a16:creationId xmlns:a16="http://schemas.microsoft.com/office/drawing/2014/main" id="{D4FB135F-1EE6-A240-8DC2-9BE9FB4202CA}"/>
                </a:ext>
              </a:extLst>
            </p:cNvPr>
            <p:cNvSpPr txBox="1"/>
            <p:nvPr/>
          </p:nvSpPr>
          <p:spPr>
            <a:xfrm>
              <a:off x="6718745" y="2272460"/>
              <a:ext cx="5261896" cy="791718"/>
            </a:xfrm>
            <a:prstGeom prst="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lIns="0" rIns="0" rtlCol="0">
              <a:noAutofit/>
            </a:bodyPr>
            <a:lstStyle/>
            <a:p>
              <a:pPr algn="ctr"/>
              <a:r>
                <a:rPr lang="en-US" sz="1400" b="1" dirty="0"/>
                <a:t>Acute </a:t>
              </a:r>
              <a:r>
                <a:rPr lang="en-US" sz="1400" b="1" dirty="0" err="1"/>
                <a:t>Glomerulonephritis</a:t>
              </a:r>
              <a:r>
                <a:rPr lang="en-US" sz="1400" b="1" dirty="0"/>
                <a:t> (GN)</a:t>
              </a:r>
            </a:p>
            <a:p>
              <a:pPr algn="ctr"/>
              <a:r>
                <a:rPr lang="en-US" sz="1400" dirty="0"/>
                <a:t>Dx: dysmorphic RBCs / RBC casts, proteinuria, leukocyturia, +/- HTN</a:t>
              </a:r>
              <a:endParaRPr lang="en-US" sz="1400" b="1" dirty="0"/>
            </a:p>
          </p:txBody>
        </p:sp>
        <p:sp>
          <p:nvSpPr>
            <p:cNvPr id="205" name="TextBox 204">
              <a:extLst>
                <a:ext uri="{FF2B5EF4-FFF2-40B4-BE49-F238E27FC236}">
                  <a16:creationId xmlns:a16="http://schemas.microsoft.com/office/drawing/2014/main" id="{6076C6AE-AA59-4ADD-88EE-9709DFF8D7FD}"/>
                </a:ext>
              </a:extLst>
            </p:cNvPr>
            <p:cNvSpPr txBox="1"/>
            <p:nvPr/>
          </p:nvSpPr>
          <p:spPr>
            <a:xfrm>
              <a:off x="7583467" y="2759719"/>
              <a:ext cx="1595354" cy="307777"/>
            </a:xfrm>
            <a:prstGeom prst="rect">
              <a:avLst/>
            </a:prstGeom>
            <a:noFill/>
          </p:spPr>
          <p:txBody>
            <a:bodyPr wrap="square" lIns="0" rIns="0" rtlCol="0">
              <a:spAutoFit/>
            </a:bodyPr>
            <a:lstStyle/>
            <a:p>
              <a:pPr algn="ctr"/>
              <a:r>
                <a:rPr lang="en-US" sz="1400" b="1" dirty="0">
                  <a:sym typeface="Wingdings" panose="05000000000000000000" pitchFamily="2" charset="2"/>
                </a:rPr>
                <a:t>Non-Crescentic</a:t>
              </a:r>
              <a:endParaRPr lang="en-US" sz="1400" b="1" dirty="0"/>
            </a:p>
          </p:txBody>
        </p:sp>
        <p:sp>
          <p:nvSpPr>
            <p:cNvPr id="207" name="TextBox 206">
              <a:extLst>
                <a:ext uri="{FF2B5EF4-FFF2-40B4-BE49-F238E27FC236}">
                  <a16:creationId xmlns:a16="http://schemas.microsoft.com/office/drawing/2014/main" id="{27928F02-D435-42AB-BE25-71E1E081EE42}"/>
                </a:ext>
              </a:extLst>
            </p:cNvPr>
            <p:cNvSpPr txBox="1"/>
            <p:nvPr/>
          </p:nvSpPr>
          <p:spPr>
            <a:xfrm>
              <a:off x="9057637" y="2736609"/>
              <a:ext cx="363114" cy="369332"/>
            </a:xfrm>
            <a:prstGeom prst="rect">
              <a:avLst/>
            </a:prstGeom>
            <a:noFill/>
          </p:spPr>
          <p:txBody>
            <a:bodyPr wrap="square" lIns="0" rIns="0" rtlCol="0">
              <a:spAutoFit/>
            </a:bodyPr>
            <a:lstStyle/>
            <a:p>
              <a:r>
                <a:rPr lang="en-US" dirty="0"/>
                <a:t>&amp;</a:t>
              </a:r>
            </a:p>
          </p:txBody>
        </p:sp>
        <p:sp>
          <p:nvSpPr>
            <p:cNvPr id="208" name="TextBox 207">
              <a:extLst>
                <a:ext uri="{FF2B5EF4-FFF2-40B4-BE49-F238E27FC236}">
                  <a16:creationId xmlns:a16="http://schemas.microsoft.com/office/drawing/2014/main" id="{4A49D823-6172-412E-8A15-AB341DCA65E9}"/>
                </a:ext>
              </a:extLst>
            </p:cNvPr>
            <p:cNvSpPr txBox="1"/>
            <p:nvPr/>
          </p:nvSpPr>
          <p:spPr>
            <a:xfrm>
              <a:off x="9327546" y="2756401"/>
              <a:ext cx="1710500" cy="307777"/>
            </a:xfrm>
            <a:prstGeom prst="rect">
              <a:avLst/>
            </a:prstGeom>
            <a:noFill/>
          </p:spPr>
          <p:txBody>
            <a:bodyPr wrap="square" lIns="0" rIns="0" rtlCol="0">
              <a:spAutoFit/>
            </a:bodyPr>
            <a:lstStyle/>
            <a:p>
              <a:pPr algn="ctr"/>
              <a:r>
                <a:rPr lang="en-US" sz="1400" b="1" dirty="0">
                  <a:sym typeface="Wingdings" panose="05000000000000000000" pitchFamily="2" charset="2"/>
                </a:rPr>
                <a:t>Crescentic (“RPGN”)</a:t>
              </a:r>
            </a:p>
          </p:txBody>
        </p:sp>
      </p:grpSp>
      <p:grpSp>
        <p:nvGrpSpPr>
          <p:cNvPr id="70" name="tubuloinsterstitial text">
            <a:extLst>
              <a:ext uri="{FF2B5EF4-FFF2-40B4-BE49-F238E27FC236}">
                <a16:creationId xmlns:a16="http://schemas.microsoft.com/office/drawing/2014/main" id="{25F8C4FC-C07A-4BEE-BD88-373EACD800EE}"/>
              </a:ext>
            </a:extLst>
          </p:cNvPr>
          <p:cNvGrpSpPr/>
          <p:nvPr/>
        </p:nvGrpSpPr>
        <p:grpSpPr>
          <a:xfrm>
            <a:off x="7214917" y="3668332"/>
            <a:ext cx="4809152" cy="954108"/>
            <a:chOff x="7214917" y="3668332"/>
            <a:chExt cx="4809152" cy="954108"/>
          </a:xfrm>
        </p:grpSpPr>
        <p:sp>
          <p:nvSpPr>
            <p:cNvPr id="209" name="TextBox 208">
              <a:extLst>
                <a:ext uri="{FF2B5EF4-FFF2-40B4-BE49-F238E27FC236}">
                  <a16:creationId xmlns:a16="http://schemas.microsoft.com/office/drawing/2014/main" id="{A435F5AC-EABC-4BF3-A953-1CEAC395420C}"/>
                </a:ext>
              </a:extLst>
            </p:cNvPr>
            <p:cNvSpPr txBox="1"/>
            <p:nvPr/>
          </p:nvSpPr>
          <p:spPr>
            <a:xfrm>
              <a:off x="7214917" y="3668333"/>
              <a:ext cx="2578441" cy="954107"/>
            </a:xfrm>
            <a:prstGeom prst="rect">
              <a:avLst/>
            </a:prstGeom>
            <a:noFill/>
          </p:spPr>
          <p:txBody>
            <a:bodyPr wrap="square" rtlCol="0">
              <a:spAutoFit/>
            </a:bodyPr>
            <a:lstStyle/>
            <a:p>
              <a:pPr algn="ctr"/>
              <a:r>
                <a:rPr lang="en-US" sz="1400" b="1" dirty="0"/>
                <a:t>Tubular</a:t>
              </a:r>
            </a:p>
            <a:p>
              <a:pPr marL="228600" indent="-228600">
                <a:buFont typeface="+mj-lt"/>
                <a:buAutoNum type="arabicPeriod"/>
              </a:pPr>
              <a:r>
                <a:rPr lang="en-US" sz="1400" dirty="0"/>
                <a:t>Acute tubular necrosis (ATN)*</a:t>
              </a:r>
            </a:p>
            <a:p>
              <a:pPr marL="228600" indent="-228600">
                <a:buFont typeface="+mj-lt"/>
                <a:buAutoNum type="arabicPeriod"/>
              </a:pPr>
              <a:r>
                <a:rPr lang="en-US" sz="1400" dirty="0"/>
                <a:t>Tubular obstruction Acute interstitial nephritis</a:t>
              </a:r>
            </a:p>
          </p:txBody>
        </p:sp>
        <p:sp>
          <p:nvSpPr>
            <p:cNvPr id="210" name="TextBox 209">
              <a:extLst>
                <a:ext uri="{FF2B5EF4-FFF2-40B4-BE49-F238E27FC236}">
                  <a16:creationId xmlns:a16="http://schemas.microsoft.com/office/drawing/2014/main" id="{0258D9FD-9030-454A-A784-AC7D4A6A689A}"/>
                </a:ext>
              </a:extLst>
            </p:cNvPr>
            <p:cNvSpPr txBox="1"/>
            <p:nvPr/>
          </p:nvSpPr>
          <p:spPr>
            <a:xfrm>
              <a:off x="9991577" y="3668332"/>
              <a:ext cx="2032492" cy="954107"/>
            </a:xfrm>
            <a:prstGeom prst="rect">
              <a:avLst/>
            </a:prstGeom>
            <a:noFill/>
          </p:spPr>
          <p:txBody>
            <a:bodyPr wrap="square" rtlCol="0">
              <a:spAutoFit/>
            </a:bodyPr>
            <a:lstStyle/>
            <a:p>
              <a:pPr algn="ctr"/>
              <a:r>
                <a:rPr lang="en-US" sz="1400" b="1" dirty="0">
                  <a:sym typeface="Wingdings" panose="05000000000000000000" pitchFamily="2" charset="2"/>
                </a:rPr>
                <a:t>Acute Interstitial</a:t>
              </a:r>
            </a:p>
            <a:p>
              <a:pPr marL="342900" indent="-342900">
                <a:buFont typeface="+mj-lt"/>
                <a:buAutoNum type="arabicPeriod"/>
              </a:pPr>
              <a:r>
                <a:rPr lang="en-US" sz="1400" dirty="0">
                  <a:sym typeface="Wingdings" panose="05000000000000000000" pitchFamily="2" charset="2"/>
                </a:rPr>
                <a:t>Drugs</a:t>
              </a:r>
            </a:p>
            <a:p>
              <a:pPr marL="342900" indent="-342900">
                <a:buFont typeface="+mj-lt"/>
                <a:buAutoNum type="arabicPeriod"/>
              </a:pPr>
              <a:r>
                <a:rPr lang="en-US" sz="1400" dirty="0">
                  <a:sym typeface="Wingdings" panose="05000000000000000000" pitchFamily="2" charset="2"/>
                </a:rPr>
                <a:t>Infection</a:t>
              </a:r>
            </a:p>
            <a:p>
              <a:pPr marL="342900" indent="-342900">
                <a:buFont typeface="+mj-lt"/>
                <a:buAutoNum type="arabicPeriod"/>
              </a:pPr>
              <a:r>
                <a:rPr lang="en-US" sz="1400" dirty="0">
                  <a:sym typeface="Wingdings" panose="05000000000000000000" pitchFamily="2" charset="2"/>
                </a:rPr>
                <a:t>Systemic immune </a:t>
              </a:r>
              <a:r>
                <a:rPr lang="en-US" sz="1400" dirty="0" err="1">
                  <a:sym typeface="Wingdings" panose="05000000000000000000" pitchFamily="2" charset="2"/>
                </a:rPr>
                <a:t>dz</a:t>
              </a:r>
              <a:endParaRPr lang="en-US" sz="1400" dirty="0"/>
            </a:p>
          </p:txBody>
        </p:sp>
        <p:sp>
          <p:nvSpPr>
            <p:cNvPr id="211" name="TextBox 210">
              <a:extLst>
                <a:ext uri="{FF2B5EF4-FFF2-40B4-BE49-F238E27FC236}">
                  <a16:creationId xmlns:a16="http://schemas.microsoft.com/office/drawing/2014/main" id="{734C4727-70CF-493C-BE65-B65844541764}"/>
                </a:ext>
              </a:extLst>
            </p:cNvPr>
            <p:cNvSpPr txBox="1"/>
            <p:nvPr/>
          </p:nvSpPr>
          <p:spPr>
            <a:xfrm>
              <a:off x="9716278" y="4008772"/>
              <a:ext cx="363114" cy="369332"/>
            </a:xfrm>
            <a:prstGeom prst="rect">
              <a:avLst/>
            </a:prstGeom>
            <a:noFill/>
          </p:spPr>
          <p:txBody>
            <a:bodyPr wrap="square" rtlCol="0">
              <a:spAutoFit/>
            </a:bodyPr>
            <a:lstStyle/>
            <a:p>
              <a:r>
                <a:rPr lang="en-US" dirty="0"/>
                <a:t>&amp;</a:t>
              </a:r>
            </a:p>
          </p:txBody>
        </p:sp>
      </p:grpSp>
      <p:cxnSp>
        <p:nvCxnSpPr>
          <p:cNvPr id="142" name="Straight Arrow Connector 141">
            <a:extLst>
              <a:ext uri="{FF2B5EF4-FFF2-40B4-BE49-F238E27FC236}">
                <a16:creationId xmlns:a16="http://schemas.microsoft.com/office/drawing/2014/main" id="{D15C0525-EC01-9940-8ABB-12B6CE8602E9}"/>
              </a:ext>
            </a:extLst>
          </p:cNvPr>
          <p:cNvCxnSpPr>
            <a:cxnSpLocks/>
            <a:stCxn id="139" idx="1"/>
          </p:cNvCxnSpPr>
          <p:nvPr/>
        </p:nvCxnSpPr>
        <p:spPr>
          <a:xfrm flipH="1" flipV="1">
            <a:off x="6575117" y="5089082"/>
            <a:ext cx="2431758" cy="6824"/>
          </a:xfrm>
          <a:prstGeom prst="straightConnector1">
            <a:avLst/>
          </a:prstGeom>
          <a:ln>
            <a:solidFill>
              <a:srgbClr val="C00000"/>
            </a:solidFill>
            <a:tailEnd type="triangle"/>
          </a:ln>
        </p:spPr>
        <p:style>
          <a:lnRef idx="1">
            <a:schemeClr val="dk1"/>
          </a:lnRef>
          <a:fillRef idx="0">
            <a:schemeClr val="dk1"/>
          </a:fillRef>
          <a:effectRef idx="0">
            <a:schemeClr val="dk1"/>
          </a:effectRef>
          <a:fontRef idx="minor">
            <a:schemeClr val="tx1"/>
          </a:fontRef>
        </p:style>
      </p:cxnSp>
      <p:grpSp>
        <p:nvGrpSpPr>
          <p:cNvPr id="71" name="Vascular text">
            <a:extLst>
              <a:ext uri="{FF2B5EF4-FFF2-40B4-BE49-F238E27FC236}">
                <a16:creationId xmlns:a16="http://schemas.microsoft.com/office/drawing/2014/main" id="{6D725619-9BF0-4AA7-A5DB-E3DBDFF8E263}"/>
              </a:ext>
            </a:extLst>
          </p:cNvPr>
          <p:cNvGrpSpPr/>
          <p:nvPr/>
        </p:nvGrpSpPr>
        <p:grpSpPr>
          <a:xfrm>
            <a:off x="7278871" y="5477027"/>
            <a:ext cx="4877747" cy="1093875"/>
            <a:chOff x="7278871" y="5477027"/>
            <a:chExt cx="4877747" cy="1093875"/>
          </a:xfrm>
        </p:grpSpPr>
        <p:sp>
          <p:nvSpPr>
            <p:cNvPr id="212" name="TextBox 211">
              <a:extLst>
                <a:ext uri="{FF2B5EF4-FFF2-40B4-BE49-F238E27FC236}">
                  <a16:creationId xmlns:a16="http://schemas.microsoft.com/office/drawing/2014/main" id="{C5727764-5C44-4A64-89F8-E0EEDCA42847}"/>
                </a:ext>
              </a:extLst>
            </p:cNvPr>
            <p:cNvSpPr txBox="1"/>
            <p:nvPr/>
          </p:nvSpPr>
          <p:spPr>
            <a:xfrm>
              <a:off x="7278871" y="5477027"/>
              <a:ext cx="1685619" cy="954107"/>
            </a:xfrm>
            <a:prstGeom prst="rect">
              <a:avLst/>
            </a:prstGeom>
            <a:noFill/>
          </p:spPr>
          <p:txBody>
            <a:bodyPr wrap="square" rtlCol="0">
              <a:noAutofit/>
            </a:bodyPr>
            <a:lstStyle/>
            <a:p>
              <a:pPr algn="ctr"/>
              <a:r>
                <a:rPr lang="en-US" sz="1400" b="1" dirty="0"/>
                <a:t>Vasogenic</a:t>
              </a:r>
            </a:p>
            <a:p>
              <a:pPr marL="342900" indent="-342900">
                <a:buFont typeface="+mj-lt"/>
                <a:buAutoNum type="arabicPeriod"/>
              </a:pPr>
              <a:r>
                <a:rPr lang="en-US" sz="1400" dirty="0"/>
                <a:t>NSAIDs</a:t>
              </a:r>
            </a:p>
            <a:p>
              <a:pPr marL="342900" indent="-342900">
                <a:buFont typeface="+mj-lt"/>
                <a:buAutoNum type="arabicPeriod"/>
              </a:pPr>
              <a:r>
                <a:rPr lang="en-US" sz="1400" dirty="0"/>
                <a:t>Calcineurin inhibitors (CNIs)</a:t>
              </a:r>
            </a:p>
            <a:p>
              <a:pPr marL="342900" indent="-342900">
                <a:buFont typeface="+mj-lt"/>
                <a:buAutoNum type="arabicPeriod"/>
              </a:pPr>
              <a:r>
                <a:rPr lang="en-US" sz="1400" dirty="0"/>
                <a:t>ACE-I, ARBs</a:t>
              </a:r>
            </a:p>
          </p:txBody>
        </p:sp>
        <p:sp>
          <p:nvSpPr>
            <p:cNvPr id="213" name="TextBox 212">
              <a:extLst>
                <a:ext uri="{FF2B5EF4-FFF2-40B4-BE49-F238E27FC236}">
                  <a16:creationId xmlns:a16="http://schemas.microsoft.com/office/drawing/2014/main" id="{A4AF0FB5-23F3-4DB0-ADE8-9A60A82FB632}"/>
                </a:ext>
              </a:extLst>
            </p:cNvPr>
            <p:cNvSpPr txBox="1"/>
            <p:nvPr/>
          </p:nvSpPr>
          <p:spPr>
            <a:xfrm>
              <a:off x="8876796" y="5577001"/>
              <a:ext cx="2142791" cy="993901"/>
            </a:xfrm>
            <a:prstGeom prst="rect">
              <a:avLst/>
            </a:prstGeom>
            <a:noFill/>
          </p:spPr>
          <p:txBody>
            <a:bodyPr wrap="square" rtlCol="0">
              <a:noAutofit/>
            </a:bodyPr>
            <a:lstStyle/>
            <a:p>
              <a:pPr algn="ctr"/>
              <a:r>
                <a:rPr lang="en-US" sz="1400" b="1" dirty="0"/>
                <a:t>Microangiopathic Hemolytic Anemia (MAHA)</a:t>
              </a:r>
            </a:p>
            <a:p>
              <a:pPr algn="ctr"/>
              <a:r>
                <a:rPr lang="en-US" sz="1400" dirty="0"/>
                <a:t>(e.g. TTP/HUS)</a:t>
              </a:r>
            </a:p>
          </p:txBody>
        </p:sp>
        <p:sp>
          <p:nvSpPr>
            <p:cNvPr id="214" name="TextBox 213">
              <a:extLst>
                <a:ext uri="{FF2B5EF4-FFF2-40B4-BE49-F238E27FC236}">
                  <a16:creationId xmlns:a16="http://schemas.microsoft.com/office/drawing/2014/main" id="{B4546932-E287-4E13-B6E4-3A1F8B2C849B}"/>
                </a:ext>
              </a:extLst>
            </p:cNvPr>
            <p:cNvSpPr txBox="1"/>
            <p:nvPr/>
          </p:nvSpPr>
          <p:spPr>
            <a:xfrm>
              <a:off x="10905584" y="5736894"/>
              <a:ext cx="1251034" cy="457517"/>
            </a:xfrm>
            <a:prstGeom prst="rect">
              <a:avLst/>
            </a:prstGeom>
            <a:noFill/>
          </p:spPr>
          <p:txBody>
            <a:bodyPr wrap="square" rtlCol="0">
              <a:noAutofit/>
            </a:bodyPr>
            <a:lstStyle/>
            <a:p>
              <a:pPr algn="ctr"/>
              <a:r>
                <a:rPr lang="en-US" sz="1400" b="1" dirty="0"/>
                <a:t>Cholesterol Emboli</a:t>
              </a:r>
            </a:p>
          </p:txBody>
        </p:sp>
        <p:sp>
          <p:nvSpPr>
            <p:cNvPr id="215" name="TextBox 214">
              <a:extLst>
                <a:ext uri="{FF2B5EF4-FFF2-40B4-BE49-F238E27FC236}">
                  <a16:creationId xmlns:a16="http://schemas.microsoft.com/office/drawing/2014/main" id="{0450AD90-E227-427D-9AF6-606DD9CF08F8}"/>
                </a:ext>
              </a:extLst>
            </p:cNvPr>
            <p:cNvSpPr txBox="1"/>
            <p:nvPr/>
          </p:nvSpPr>
          <p:spPr>
            <a:xfrm>
              <a:off x="8802599" y="5860863"/>
              <a:ext cx="363114" cy="369332"/>
            </a:xfrm>
            <a:prstGeom prst="rect">
              <a:avLst/>
            </a:prstGeom>
            <a:noFill/>
          </p:spPr>
          <p:txBody>
            <a:bodyPr wrap="square" rtlCol="0">
              <a:spAutoFit/>
            </a:bodyPr>
            <a:lstStyle/>
            <a:p>
              <a:r>
                <a:rPr lang="en-US" dirty="0"/>
                <a:t>&amp;</a:t>
              </a:r>
            </a:p>
          </p:txBody>
        </p:sp>
        <p:sp>
          <p:nvSpPr>
            <p:cNvPr id="216" name="TextBox 215">
              <a:extLst>
                <a:ext uri="{FF2B5EF4-FFF2-40B4-BE49-F238E27FC236}">
                  <a16:creationId xmlns:a16="http://schemas.microsoft.com/office/drawing/2014/main" id="{61581E61-439C-44B7-864F-22C7F85B5C4E}"/>
                </a:ext>
              </a:extLst>
            </p:cNvPr>
            <p:cNvSpPr txBox="1"/>
            <p:nvPr/>
          </p:nvSpPr>
          <p:spPr>
            <a:xfrm>
              <a:off x="10730670" y="5827853"/>
              <a:ext cx="363114" cy="369332"/>
            </a:xfrm>
            <a:prstGeom prst="rect">
              <a:avLst/>
            </a:prstGeom>
            <a:noFill/>
          </p:spPr>
          <p:txBody>
            <a:bodyPr wrap="square" rtlCol="0">
              <a:spAutoFit/>
            </a:bodyPr>
            <a:lstStyle/>
            <a:p>
              <a:r>
                <a:rPr lang="en-US" dirty="0"/>
                <a:t>&amp;</a:t>
              </a:r>
            </a:p>
          </p:txBody>
        </p:sp>
      </p:grpSp>
    </p:spTree>
    <p:extLst>
      <p:ext uri="{BB962C8B-B14F-4D97-AF65-F5344CB8AC3E}">
        <p14:creationId xmlns:p14="http://schemas.microsoft.com/office/powerpoint/2010/main" val="16599861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4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3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38"/>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39"/>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1"/>
                                        </p:tgtEl>
                                        <p:attrNameLst>
                                          <p:attrName>style.visibility</p:attrName>
                                        </p:attrNameLst>
                                      </p:cBhvr>
                                      <p:to>
                                        <p:strVal val="hidden"/>
                                      </p:to>
                                    </p:set>
                                  </p:childTnLst>
                                </p:cTn>
                              </p:par>
                            </p:childTnLst>
                          </p:cTn>
                        </p:par>
                      </p:childTnLst>
                    </p:cTn>
                  </p:par>
                </p:childTnLst>
              </p:cTn>
              <p:nextCondLst>
                <p:cond evt="onClick" delay="0">
                  <p:tgtEl>
                    <p:spTgt spid="136"/>
                  </p:tgtEl>
                </p:cond>
              </p:nextCondLst>
            </p:seq>
            <p:seq concurrent="1" nextAc="seek">
              <p:cTn id="35" restart="whenNotActive" fill="hold" evtFilter="cancelBubble" nodeType="interactiveSeq">
                <p:stCondLst>
                  <p:cond evt="onClick" delay="0">
                    <p:tgtEl>
                      <p:spTgt spid="138"/>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46"/>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138"/>
                  </p:tgtEl>
                </p:cond>
              </p:nextCondLst>
            </p:seq>
            <p:seq concurrent="1" nextAc="seek">
              <p:cTn id="48" restart="whenNotActive" fill="hold" evtFilter="cancelBubble" nodeType="interactiveSeq">
                <p:stCondLst>
                  <p:cond evt="onClick" delay="0">
                    <p:tgtEl>
                      <p:spTgt spid="139"/>
                    </p:tgtEl>
                  </p:cond>
                </p:stCondLst>
                <p:endSync evt="end" delay="0">
                  <p:rtn val="all"/>
                </p:endSync>
                <p:childTnLst>
                  <p:par>
                    <p:cTn id="49" fill="hold">
                      <p:stCondLst>
                        <p:cond delay="0"/>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45"/>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71"/>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seq concurrent="1" nextAc="seek">
              <p:cTn id="61" restart="whenNotActive" fill="hold" evtFilter="cancelBubble" nodeType="interactiveSeq">
                <p:stCondLst>
                  <p:cond evt="onClick" delay="0">
                    <p:tgtEl>
                      <p:spTgt spid="34"/>
                    </p:tgtEl>
                  </p:cond>
                </p:stCondLst>
                <p:endSync evt="end" delay="0">
                  <p:rtn val="all"/>
                </p:endSync>
                <p:childTnLst>
                  <p:par>
                    <p:cTn id="62" fill="hold">
                      <p:stCondLst>
                        <p:cond delay="0"/>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1"/>
                                        </p:tgtEl>
                                        <p:attrNameLst>
                                          <p:attrName>style.visibility</p:attrName>
                                        </p:attrNameLst>
                                      </p:cBhvr>
                                      <p:to>
                                        <p:strVal val="visible"/>
                                      </p:to>
                                    </p:set>
                                  </p:childTnLst>
                                </p:cTn>
                              </p:par>
                            </p:childTnLst>
                          </p:cTn>
                        </p:par>
                      </p:childTnLst>
                    </p:cTn>
                  </p:par>
                </p:childTnLst>
              </p:cTn>
              <p:nextCondLst>
                <p:cond evt="onClick" delay="0">
                  <p:tgtEl>
                    <p:spTgt spid="34"/>
                  </p:tgtEl>
                </p:cond>
              </p:nextCondLst>
            </p:seq>
            <p:seq concurrent="1" nextAc="seek">
              <p:cTn id="66" restart="whenNotActive" fill="hold" evtFilter="cancelBubble" nodeType="interactiveSeq">
                <p:stCondLst>
                  <p:cond evt="onClick" delay="0">
                    <p:tgtEl>
                      <p:spTgt spid="98"/>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36"/>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62"/>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53"/>
                                        </p:tgtEl>
                                        <p:attrNameLst>
                                          <p:attrName>style.visibility</p:attrName>
                                        </p:attrNameLst>
                                      </p:cBhvr>
                                      <p:to>
                                        <p:strVal val="hidden"/>
                                      </p:to>
                                    </p:set>
                                  </p:childTnLst>
                                </p:cTn>
                              </p:par>
                            </p:childTnLst>
                          </p:cTn>
                        </p:par>
                      </p:childTnLst>
                    </p:cTn>
                  </p:par>
                </p:childTnLst>
              </p:cTn>
              <p:nextCondLst>
                <p:cond evt="onClick" delay="0">
                  <p:tgtEl>
                    <p:spTgt spid="98"/>
                  </p:tgtEl>
                </p:cond>
              </p:nextCondLst>
            </p:seq>
            <p:seq concurrent="1" nextAc="seek">
              <p:cTn id="87" restart="whenNotActive" fill="hold" evtFilter="cancelBubble" nodeType="interactiveSeq">
                <p:stCondLst>
                  <p:cond evt="onClick" delay="0">
                    <p:tgtEl>
                      <p:spTgt spid="135"/>
                    </p:tgtEl>
                  </p:cond>
                </p:stCondLst>
                <p:endSync evt="end" delay="0">
                  <p:rtn val="all"/>
                </p:endSync>
                <p:childTnLst>
                  <p:par>
                    <p:cTn id="88" fill="hold">
                      <p:stCondLst>
                        <p:cond delay="0"/>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79"/>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80"/>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44"/>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16"/>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51"/>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188"/>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8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30"/>
                                        </p:tgtEl>
                                        <p:attrNameLst>
                                          <p:attrName>style.visibility</p:attrName>
                                        </p:attrNameLst>
                                      </p:cBhvr>
                                      <p:to>
                                        <p:strVal val="hidden"/>
                                      </p:to>
                                    </p:set>
                                  </p:childTnLst>
                                </p:cTn>
                              </p:par>
                              <p:par>
                                <p:cTn id="110" presetID="1" presetClass="exit" presetSubtype="0" fill="hold" nodeType="withEffect">
                                  <p:stCondLst>
                                    <p:cond delay="0"/>
                                  </p:stCondLst>
                                  <p:childTnLst>
                                    <p:set>
                                      <p:cBhvr>
                                        <p:cTn id="111" dur="1" fill="hold">
                                          <p:stCondLst>
                                            <p:cond delay="0"/>
                                          </p:stCondLst>
                                        </p:cTn>
                                        <p:tgtEl>
                                          <p:spTgt spid="16"/>
                                        </p:tgtEl>
                                        <p:attrNameLst>
                                          <p:attrName>style.visibility</p:attrName>
                                        </p:attrNameLst>
                                      </p:cBhvr>
                                      <p:to>
                                        <p:strVal val="hidden"/>
                                      </p:to>
                                    </p:set>
                                  </p:childTnLst>
                                </p:cTn>
                              </p:par>
                              <p:par>
                                <p:cTn id="112" presetID="1" presetClass="exit" presetSubtype="0" fill="hold" grpId="1" nodeType="withEffect">
                                  <p:stCondLst>
                                    <p:cond delay="0"/>
                                  </p:stCondLst>
                                  <p:childTnLst>
                                    <p:set>
                                      <p:cBhvr>
                                        <p:cTn id="113" dur="1" fill="hold">
                                          <p:stCondLst>
                                            <p:cond delay="0"/>
                                          </p:stCondLst>
                                        </p:cTn>
                                        <p:tgtEl>
                                          <p:spTgt spid="179"/>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180"/>
                                        </p:tgtEl>
                                        <p:attrNameLst>
                                          <p:attrName>style.visibility</p:attrName>
                                        </p:attrNameLst>
                                      </p:cBhvr>
                                      <p:to>
                                        <p:strVal val="hidden"/>
                                      </p:to>
                                    </p:set>
                                  </p:childTnLst>
                                </p:cTn>
                              </p:par>
                              <p:par>
                                <p:cTn id="116" presetID="1" presetClass="exit" presetSubtype="0" fill="hold" grpId="1" nodeType="withEffect">
                                  <p:stCondLst>
                                    <p:cond delay="0"/>
                                  </p:stCondLst>
                                  <p:childTnLst>
                                    <p:set>
                                      <p:cBhvr>
                                        <p:cTn id="117" dur="1" fill="hold">
                                          <p:stCondLst>
                                            <p:cond delay="0"/>
                                          </p:stCondLst>
                                        </p:cTn>
                                        <p:tgtEl>
                                          <p:spTgt spid="144"/>
                                        </p:tgtEl>
                                        <p:attrNameLst>
                                          <p:attrName>style.visibility</p:attrName>
                                        </p:attrNameLst>
                                      </p:cBhvr>
                                      <p:to>
                                        <p:strVal val="hidden"/>
                                      </p:to>
                                    </p:set>
                                  </p:childTnLst>
                                </p:cTn>
                              </p:par>
                              <p:par>
                                <p:cTn id="118" presetID="1" presetClass="exit" presetSubtype="0" fill="hold" nodeType="withEffect">
                                  <p:stCondLst>
                                    <p:cond delay="0"/>
                                  </p:stCondLst>
                                  <p:childTnLst>
                                    <p:set>
                                      <p:cBhvr>
                                        <p:cTn id="119" dur="1" fill="hold">
                                          <p:stCondLst>
                                            <p:cond delay="0"/>
                                          </p:stCondLst>
                                        </p:cTn>
                                        <p:tgtEl>
                                          <p:spTgt spid="51"/>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188"/>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186"/>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seq concurrent="1" nextAc="seek">
              <p:cTn id="124" restart="whenNotActive" fill="hold" evtFilter="cancelBubble" nodeType="interactiveSeq">
                <p:stCondLst>
                  <p:cond evt="onClick" delay="0">
                    <p:tgtEl>
                      <p:spTgt spid="137"/>
                    </p:tgtEl>
                  </p:cond>
                </p:stCondLst>
                <p:endSync evt="end" delay="0">
                  <p:rtn val="all"/>
                </p:endSync>
                <p:childTnLst>
                  <p:par>
                    <p:cTn id="125" fill="hold">
                      <p:stCondLst>
                        <p:cond delay="0"/>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7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72"/>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childTnLst>
        </p:cTn>
      </p:par>
    </p:tnLst>
    <p:bldLst>
      <p:bldP spid="144" grpId="0" animBg="1"/>
      <p:bldP spid="144" grpId="1" animBg="1"/>
      <p:bldP spid="30" grpId="0" animBg="1"/>
      <p:bldP spid="30" grpId="1" animBg="1"/>
      <p:bldP spid="179" grpId="0"/>
      <p:bldP spid="179" grpId="1"/>
      <p:bldP spid="180" grpId="0"/>
      <p:bldP spid="180" grpId="1"/>
      <p:bldP spid="139" grpId="0" animBg="1"/>
      <p:bldP spid="139" grpId="1" animBg="1"/>
      <p:bldP spid="138" grpId="0" animBg="1"/>
      <p:bldP spid="138" grpId="1" animBg="1"/>
      <p:bldP spid="137" grpId="0" animBg="1"/>
      <p:bldP spid="137" grpId="1" animBg="1"/>
      <p:bldP spid="121" grpId="0" animBg="1"/>
      <p:bldP spid="146" grpId="0" animBg="1"/>
      <p:bldP spid="146" grpId="1" animBg="1"/>
      <p:bldP spid="145" grpId="0" animBg="1"/>
      <p:bldP spid="145" grpId="1" animBg="1"/>
      <p:bldP spid="21" grpId="0"/>
      <p:bldP spid="21" grpId="1"/>
      <p:bldP spid="186" grpId="0" animBg="1"/>
      <p:bldP spid="186" grpId="1" animBg="1"/>
      <p:bldP spid="188" grpId="0" animBg="1"/>
      <p:bldP spid="188" grpId="1" animBg="1"/>
      <p:bldP spid="53" grpId="0"/>
      <p:bldP spid="5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4066012" y="208419"/>
            <a:ext cx="0" cy="64605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8063449" y="235851"/>
            <a:ext cx="0" cy="64331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33100" y="663594"/>
            <a:ext cx="3751011" cy="1200329"/>
          </a:xfrm>
          <a:prstGeom prst="rect">
            <a:avLst/>
          </a:prstGeom>
          <a:noFill/>
        </p:spPr>
        <p:txBody>
          <a:bodyPr wrap="square" rtlCol="0">
            <a:spAutoFit/>
          </a:bodyPr>
          <a:lstStyle/>
          <a:p>
            <a:r>
              <a:rPr lang="en-US" sz="1200" dirty="0">
                <a:solidFill>
                  <a:sysClr val="windowText" lastClr="000000"/>
                </a:solidFill>
              </a:rPr>
              <a:t>35yo woman presenting to ED with one week of vomiting and diarrhea.  Reports decreased UOP and light headedness</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1.5</a:t>
            </a:r>
            <a:r>
              <a:rPr lang="en-US" sz="1200" dirty="0">
                <a:solidFill>
                  <a:sysClr val="windowText" lastClr="000000"/>
                </a:solidFill>
              </a:rPr>
              <a:t> ( baseline 0.7) | BUN </a:t>
            </a:r>
            <a:r>
              <a:rPr lang="en-US" sz="1200" dirty="0">
                <a:solidFill>
                  <a:srgbClr val="FF0000"/>
                </a:solidFill>
              </a:rPr>
              <a:t>45</a:t>
            </a:r>
            <a:r>
              <a:rPr lang="en-US" sz="1200" dirty="0">
                <a:solidFill>
                  <a:sysClr val="windowText" lastClr="000000"/>
                </a:solidFill>
              </a:rPr>
              <a:t> | </a:t>
            </a:r>
            <a:r>
              <a:rPr lang="en-US" sz="1200" dirty="0" err="1">
                <a:solidFill>
                  <a:sysClr val="windowText" lastClr="000000"/>
                </a:solidFill>
              </a:rPr>
              <a:t>FeNa</a:t>
            </a:r>
            <a:r>
              <a:rPr lang="en-US" sz="1200" dirty="0">
                <a:solidFill>
                  <a:sysClr val="windowText" lastClr="000000"/>
                </a:solidFill>
              </a:rPr>
              <a:t> &lt;0.2% </a:t>
            </a:r>
          </a:p>
          <a:p>
            <a:r>
              <a:rPr lang="en-US" sz="1200" dirty="0">
                <a:solidFill>
                  <a:sysClr val="windowText" lastClr="000000"/>
                </a:solidFill>
              </a:rPr>
              <a:t>Urinalysis: hyaline casts | Kidney US: Normal</a:t>
            </a:r>
          </a:p>
        </p:txBody>
      </p:sp>
      <p:sp>
        <p:nvSpPr>
          <p:cNvPr id="28" name="Case 1 - Pre-test button">
            <a:extLst>
              <a:ext uri="{FF2B5EF4-FFF2-40B4-BE49-F238E27FC236}">
                <a16:creationId xmlns:a16="http://schemas.microsoft.com/office/drawing/2014/main" id="{A720D17D-CBB7-401A-B329-CE14FDF24C03}"/>
              </a:ext>
            </a:extLst>
          </p:cNvPr>
          <p:cNvSpPr/>
          <p:nvPr/>
        </p:nvSpPr>
        <p:spPr>
          <a:xfrm>
            <a:off x="312459" y="2181973"/>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the diagnosis and etiology?</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323729" y="2696887"/>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310203" y="2167003"/>
            <a:ext cx="3555324"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Pre-renal azotemia from hypovolemia</a:t>
            </a:r>
          </a:p>
        </p:txBody>
      </p:sp>
      <p:sp>
        <p:nvSpPr>
          <p:cNvPr id="34" name="Case 1 - ECG image">
            <a:extLst>
              <a:ext uri="{FF2B5EF4-FFF2-40B4-BE49-F238E27FC236}">
                <a16:creationId xmlns:a16="http://schemas.microsoft.com/office/drawing/2014/main" id="{78D59F4F-3EF0-4B50-B0DE-BD1DB0BEC628}"/>
              </a:ext>
            </a:extLst>
          </p:cNvPr>
          <p:cNvSpPr/>
          <p:nvPr/>
        </p:nvSpPr>
        <p:spPr>
          <a:xfrm>
            <a:off x="288952" y="2687262"/>
            <a:ext cx="3576575" cy="381129"/>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Control nausea, aggressive rehydration</a:t>
            </a:r>
          </a:p>
        </p:txBody>
      </p:sp>
      <p:grpSp>
        <p:nvGrpSpPr>
          <p:cNvPr id="38" name="Clikc here">
            <a:extLst>
              <a:ext uri="{FF2B5EF4-FFF2-40B4-BE49-F238E27FC236}">
                <a16:creationId xmlns:a16="http://schemas.microsoft.com/office/drawing/2014/main" id="{EE392D1A-47B9-4732-A57D-738141BA5755}"/>
              </a:ext>
            </a:extLst>
          </p:cNvPr>
          <p:cNvGrpSpPr/>
          <p:nvPr/>
        </p:nvGrpSpPr>
        <p:grpSpPr>
          <a:xfrm>
            <a:off x="338774" y="6222"/>
            <a:ext cx="521274" cy="347352"/>
            <a:chOff x="3240011" y="701518"/>
            <a:chExt cx="727201" cy="347352"/>
          </a:xfrm>
        </p:grpSpPr>
        <p:cxnSp>
          <p:nvCxnSpPr>
            <p:cNvPr id="39" name="Straight Arrow Connector 38">
              <a:extLst>
                <a:ext uri="{FF2B5EF4-FFF2-40B4-BE49-F238E27FC236}">
                  <a16:creationId xmlns:a16="http://schemas.microsoft.com/office/drawing/2014/main" id="{3A0DE678-CCE9-41CC-A839-169C4BB06882}"/>
                </a:ext>
              </a:extLst>
            </p:cNvPr>
            <p:cNvCxnSpPr>
              <a:cxnSpLocks/>
            </p:cNvCxnSpPr>
            <p:nvPr/>
          </p:nvCxnSpPr>
          <p:spPr>
            <a:xfrm>
              <a:off x="3708400" y="901024"/>
              <a:ext cx="223520" cy="147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E16B131-A24F-4E4C-A55C-A110E5E467D2}"/>
                </a:ext>
              </a:extLst>
            </p:cNvPr>
            <p:cNvSpPr txBox="1"/>
            <p:nvPr/>
          </p:nvSpPr>
          <p:spPr>
            <a:xfrm>
              <a:off x="3240011" y="701518"/>
              <a:ext cx="727201" cy="276999"/>
            </a:xfrm>
            <a:prstGeom prst="rect">
              <a:avLst/>
            </a:prstGeom>
            <a:noFill/>
          </p:spPr>
          <p:txBody>
            <a:bodyPr wrap="square" rtlCol="0">
              <a:spAutoFit/>
            </a:bodyPr>
            <a:lstStyle/>
            <a:p>
              <a:pPr algn="ctr"/>
              <a:r>
                <a:rPr lang="en-US" altLang="zh-CN" sz="1200" dirty="0"/>
                <a:t>Click</a:t>
              </a:r>
              <a:endParaRPr lang="en-US" sz="1200" dirty="0"/>
            </a:p>
          </p:txBody>
        </p:sp>
      </p:grpSp>
      <p:sp>
        <p:nvSpPr>
          <p:cNvPr id="129" name="Case 2">
            <a:extLst>
              <a:ext uri="{FF2B5EF4-FFF2-40B4-BE49-F238E27FC236}">
                <a16:creationId xmlns:a16="http://schemas.microsoft.com/office/drawing/2014/main" id="{41FEB336-49CA-4EC0-AC0A-587C0CD09C68}"/>
              </a:ext>
            </a:extLst>
          </p:cNvPr>
          <p:cNvSpPr/>
          <p:nvPr/>
        </p:nvSpPr>
        <p:spPr>
          <a:xfrm>
            <a:off x="4854602"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4216994" y="663594"/>
            <a:ext cx="3751011" cy="1384995"/>
          </a:xfrm>
          <a:prstGeom prst="rect">
            <a:avLst/>
          </a:prstGeom>
          <a:noFill/>
        </p:spPr>
        <p:txBody>
          <a:bodyPr wrap="square" rtlCol="0">
            <a:spAutoFit/>
          </a:bodyPr>
          <a:lstStyle/>
          <a:p>
            <a:r>
              <a:rPr lang="en-US" sz="1200" dirty="0"/>
              <a:t>70yo man presenting to clinic with difficulty initiating urination, weak stream and incomplete emptying for the past couple of years that has significantly worsening over the past week since he started taking allergy medications.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2.0</a:t>
            </a:r>
            <a:r>
              <a:rPr lang="en-US" sz="1200" dirty="0">
                <a:solidFill>
                  <a:sysClr val="windowText" lastClr="000000"/>
                </a:solidFill>
              </a:rPr>
              <a:t> ( baseline 0.8) | BUN </a:t>
            </a:r>
            <a:r>
              <a:rPr lang="en-US" sz="1200" dirty="0">
                <a:solidFill>
                  <a:srgbClr val="FF0000"/>
                </a:solidFill>
              </a:rPr>
              <a:t>40 </a:t>
            </a:r>
            <a:r>
              <a:rPr lang="en-US" sz="1200" dirty="0"/>
              <a:t>| </a:t>
            </a:r>
            <a:r>
              <a:rPr lang="en-US" sz="1200" dirty="0" err="1">
                <a:solidFill>
                  <a:sysClr val="windowText" lastClr="000000"/>
                </a:solidFill>
              </a:rPr>
              <a:t>FeNa</a:t>
            </a:r>
            <a:r>
              <a:rPr lang="en-US" sz="1200" dirty="0">
                <a:solidFill>
                  <a:sysClr val="windowText" lastClr="000000"/>
                </a:solidFill>
              </a:rPr>
              <a:t> 1.5% </a:t>
            </a:r>
          </a:p>
          <a:p>
            <a:r>
              <a:rPr lang="en-US" sz="1200" dirty="0">
                <a:solidFill>
                  <a:sysClr val="windowText" lastClr="000000"/>
                </a:solidFill>
              </a:rPr>
              <a:t>Urinalysis: </a:t>
            </a:r>
            <a:r>
              <a:rPr lang="en-US" sz="1200" dirty="0" err="1">
                <a:solidFill>
                  <a:sysClr val="windowText" lastClr="000000"/>
                </a:solidFill>
              </a:rPr>
              <a:t>nml</a:t>
            </a:r>
            <a:r>
              <a:rPr lang="en-US" sz="1200" dirty="0">
                <a:solidFill>
                  <a:sysClr val="windowText" lastClr="000000"/>
                </a:solidFill>
              </a:rPr>
              <a:t> |Kidney US: Bilateral mod hydronephrosis</a:t>
            </a:r>
            <a:endParaRPr lang="en-US" sz="1200" dirty="0"/>
          </a:p>
        </p:txBody>
      </p:sp>
      <p:sp>
        <p:nvSpPr>
          <p:cNvPr id="133" name="Case 2 - Pre-test button">
            <a:extLst>
              <a:ext uri="{FF2B5EF4-FFF2-40B4-BE49-F238E27FC236}">
                <a16:creationId xmlns:a16="http://schemas.microsoft.com/office/drawing/2014/main" id="{08D5AB9A-8840-47CD-997B-079149076D06}"/>
              </a:ext>
            </a:extLst>
          </p:cNvPr>
          <p:cNvSpPr/>
          <p:nvPr/>
        </p:nvSpPr>
        <p:spPr>
          <a:xfrm>
            <a:off x="4195885" y="2205086"/>
            <a:ext cx="3668373"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134" name="Case 2 - ECG button">
            <a:extLst>
              <a:ext uri="{FF2B5EF4-FFF2-40B4-BE49-F238E27FC236}">
                <a16:creationId xmlns:a16="http://schemas.microsoft.com/office/drawing/2014/main" id="{EBA4F48B-F33F-4247-834E-FC318AAB878F}"/>
              </a:ext>
            </a:extLst>
          </p:cNvPr>
          <p:cNvSpPr/>
          <p:nvPr/>
        </p:nvSpPr>
        <p:spPr>
          <a:xfrm>
            <a:off x="4216994" y="2696806"/>
            <a:ext cx="3680844"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137" name="Case 2 - Pre-test answer">
            <a:extLst>
              <a:ext uri="{FF2B5EF4-FFF2-40B4-BE49-F238E27FC236}">
                <a16:creationId xmlns:a16="http://schemas.microsoft.com/office/drawing/2014/main" id="{CFE9643E-4E1C-4106-88E9-AE7C30BF2726}"/>
              </a:ext>
            </a:extLst>
          </p:cNvPr>
          <p:cNvSpPr/>
          <p:nvPr/>
        </p:nvSpPr>
        <p:spPr>
          <a:xfrm>
            <a:off x="4206332" y="2171252"/>
            <a:ext cx="3680844"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Post-renal nephropathy from BPH + medication induced urinary retention.</a:t>
            </a:r>
          </a:p>
        </p:txBody>
      </p:sp>
      <p:sp>
        <p:nvSpPr>
          <p:cNvPr id="138" name="Case 2 - ECG image">
            <a:extLst>
              <a:ext uri="{FF2B5EF4-FFF2-40B4-BE49-F238E27FC236}">
                <a16:creationId xmlns:a16="http://schemas.microsoft.com/office/drawing/2014/main" id="{7A073A5F-8988-455D-81A5-C527520DE1D3}"/>
              </a:ext>
            </a:extLst>
          </p:cNvPr>
          <p:cNvSpPr/>
          <p:nvPr/>
        </p:nvSpPr>
        <p:spPr>
          <a:xfrm>
            <a:off x="4216993" y="2669553"/>
            <a:ext cx="3680843" cy="39969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Discontinue anti-cholinergic, start tamsulosin, consider urinary catheter</a:t>
            </a:r>
          </a:p>
        </p:txBody>
      </p:sp>
      <p:sp>
        <p:nvSpPr>
          <p:cNvPr id="50" name="Case 2">
            <a:extLst>
              <a:ext uri="{FF2B5EF4-FFF2-40B4-BE49-F238E27FC236}">
                <a16:creationId xmlns:a16="http://schemas.microsoft.com/office/drawing/2014/main" id="{FA12A495-DADC-49A3-B1E0-AB1043A7D98D}"/>
              </a:ext>
            </a:extLst>
          </p:cNvPr>
          <p:cNvSpPr/>
          <p:nvPr/>
        </p:nvSpPr>
        <p:spPr>
          <a:xfrm>
            <a:off x="8922652" y="1798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sp>
        <p:nvSpPr>
          <p:cNvPr id="51" name="Case 1 text">
            <a:extLst>
              <a:ext uri="{FF2B5EF4-FFF2-40B4-BE49-F238E27FC236}">
                <a16:creationId xmlns:a16="http://schemas.microsoft.com/office/drawing/2014/main" id="{DAEEF1B7-911A-45D5-A835-13845FE1F5C6}"/>
              </a:ext>
            </a:extLst>
          </p:cNvPr>
          <p:cNvSpPr txBox="1"/>
          <p:nvPr/>
        </p:nvSpPr>
        <p:spPr>
          <a:xfrm>
            <a:off x="8285044" y="678930"/>
            <a:ext cx="3751011" cy="1384995"/>
          </a:xfrm>
          <a:prstGeom prst="rect">
            <a:avLst/>
          </a:prstGeom>
          <a:noFill/>
        </p:spPr>
        <p:txBody>
          <a:bodyPr wrap="square" rtlCol="0">
            <a:spAutoFit/>
          </a:bodyPr>
          <a:lstStyle/>
          <a:p>
            <a:r>
              <a:rPr lang="en-US" sz="1200" dirty="0"/>
              <a:t>23yo transman with SLE not currently on therapy presents to the ED with arthralgias, dark urine, decreased urine output.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3.6</a:t>
            </a:r>
            <a:r>
              <a:rPr lang="en-US" sz="1200" dirty="0">
                <a:solidFill>
                  <a:sysClr val="windowText" lastClr="000000"/>
                </a:solidFill>
              </a:rPr>
              <a:t> ( baseline 0.9)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2.8% </a:t>
            </a:r>
          </a:p>
          <a:p>
            <a:r>
              <a:rPr lang="en-US" sz="1200" dirty="0">
                <a:solidFill>
                  <a:sysClr val="windowText" lastClr="000000"/>
                </a:solidFill>
              </a:rPr>
              <a:t>Urinalysis: dysmorphic RBCs and RBC casts</a:t>
            </a:r>
          </a:p>
          <a:p>
            <a:r>
              <a:rPr lang="en-US" sz="1200" dirty="0">
                <a:solidFill>
                  <a:sysClr val="windowText" lastClr="000000"/>
                </a:solidFill>
              </a:rPr>
              <a:t>Kidney US: Normal</a:t>
            </a:r>
            <a:endParaRPr lang="en-US" sz="1200" dirty="0"/>
          </a:p>
        </p:txBody>
      </p:sp>
      <p:sp>
        <p:nvSpPr>
          <p:cNvPr id="52" name="Case 2 - Pre-test button">
            <a:extLst>
              <a:ext uri="{FF2B5EF4-FFF2-40B4-BE49-F238E27FC236}">
                <a16:creationId xmlns:a16="http://schemas.microsoft.com/office/drawing/2014/main" id="{BEE46D51-084F-4A7F-A2D7-7C81740ABE67}"/>
              </a:ext>
            </a:extLst>
          </p:cNvPr>
          <p:cNvSpPr/>
          <p:nvPr/>
        </p:nvSpPr>
        <p:spPr>
          <a:xfrm>
            <a:off x="8285044" y="2221171"/>
            <a:ext cx="3594498"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53" name="Case 2 - ECG button">
            <a:extLst>
              <a:ext uri="{FF2B5EF4-FFF2-40B4-BE49-F238E27FC236}">
                <a16:creationId xmlns:a16="http://schemas.microsoft.com/office/drawing/2014/main" id="{ABDE3ECA-B285-4A03-BC63-E624E9635354}"/>
              </a:ext>
            </a:extLst>
          </p:cNvPr>
          <p:cNvSpPr/>
          <p:nvPr/>
        </p:nvSpPr>
        <p:spPr>
          <a:xfrm>
            <a:off x="8285044" y="2712142"/>
            <a:ext cx="358310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54" name="Case 2 - Pre-test answer">
            <a:extLst>
              <a:ext uri="{FF2B5EF4-FFF2-40B4-BE49-F238E27FC236}">
                <a16:creationId xmlns:a16="http://schemas.microsoft.com/office/drawing/2014/main" id="{F8DB2953-D902-4B1B-9A16-9623C192934D}"/>
              </a:ext>
            </a:extLst>
          </p:cNvPr>
          <p:cNvSpPr/>
          <p:nvPr/>
        </p:nvSpPr>
        <p:spPr>
          <a:xfrm>
            <a:off x="8277225" y="2207523"/>
            <a:ext cx="3656891"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acute glomerular nephritis from lupus flare</a:t>
            </a:r>
          </a:p>
        </p:txBody>
      </p:sp>
      <p:sp>
        <p:nvSpPr>
          <p:cNvPr id="55" name="Case 2 - ECG image">
            <a:extLst>
              <a:ext uri="{FF2B5EF4-FFF2-40B4-BE49-F238E27FC236}">
                <a16:creationId xmlns:a16="http://schemas.microsoft.com/office/drawing/2014/main" id="{80E2AE8A-39C3-43CA-AE8B-5EA9CE64F3B9}"/>
              </a:ext>
            </a:extLst>
          </p:cNvPr>
          <p:cNvSpPr/>
          <p:nvPr/>
        </p:nvSpPr>
        <p:spPr>
          <a:xfrm>
            <a:off x="8285044" y="2684889"/>
            <a:ext cx="3670182"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Induction therapy with steroids + cyclophosphamide or mycophenolate</a:t>
            </a:r>
          </a:p>
        </p:txBody>
      </p:sp>
      <p:sp>
        <p:nvSpPr>
          <p:cNvPr id="56" name="Case 2">
            <a:extLst>
              <a:ext uri="{FF2B5EF4-FFF2-40B4-BE49-F238E27FC236}">
                <a16:creationId xmlns:a16="http://schemas.microsoft.com/office/drawing/2014/main" id="{E32D4C87-5704-42C4-AACA-535F6C34C3D5}"/>
              </a:ext>
            </a:extLst>
          </p:cNvPr>
          <p:cNvSpPr/>
          <p:nvPr/>
        </p:nvSpPr>
        <p:spPr>
          <a:xfrm>
            <a:off x="810624"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4</a:t>
            </a:r>
          </a:p>
        </p:txBody>
      </p:sp>
      <p:sp>
        <p:nvSpPr>
          <p:cNvPr id="57" name="Case 1 text">
            <a:extLst>
              <a:ext uri="{FF2B5EF4-FFF2-40B4-BE49-F238E27FC236}">
                <a16:creationId xmlns:a16="http://schemas.microsoft.com/office/drawing/2014/main" id="{BD8B0826-0D1D-48CA-AEA2-610A6DB4FA56}"/>
              </a:ext>
            </a:extLst>
          </p:cNvPr>
          <p:cNvSpPr txBox="1"/>
          <p:nvPr/>
        </p:nvSpPr>
        <p:spPr>
          <a:xfrm>
            <a:off x="173016" y="4081430"/>
            <a:ext cx="3820898" cy="1569660"/>
          </a:xfrm>
          <a:prstGeom prst="rect">
            <a:avLst/>
          </a:prstGeom>
          <a:noFill/>
        </p:spPr>
        <p:txBody>
          <a:bodyPr wrap="square" rtlCol="0">
            <a:spAutoFit/>
          </a:bodyPr>
          <a:lstStyle/>
          <a:p>
            <a:r>
              <a:rPr lang="en-US" sz="1200" dirty="0"/>
              <a:t>40yo woman returns to clinic with decreased UOP and fatigue a 5 days into a 14 day course of amoxicillin/clavulanate for acute sinusitis.  Noted to have a faint truncal maculopapular rash.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2.5</a:t>
            </a:r>
            <a:r>
              <a:rPr lang="en-US" sz="1200" dirty="0">
                <a:solidFill>
                  <a:sysClr val="windowText" lastClr="000000"/>
                </a:solidFill>
              </a:rPr>
              <a:t> ( baseline 0.9)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2.2% </a:t>
            </a:r>
          </a:p>
          <a:p>
            <a:r>
              <a:rPr lang="en-US" sz="1200" dirty="0">
                <a:solidFill>
                  <a:sysClr val="windowText" lastClr="000000"/>
                </a:solidFill>
              </a:rPr>
              <a:t>Urinalysis: proteinuria, WBCs &amp; WBC casts.  No eosinophils </a:t>
            </a:r>
          </a:p>
          <a:p>
            <a:r>
              <a:rPr lang="en-US" sz="1200" dirty="0">
                <a:solidFill>
                  <a:sysClr val="windowText" lastClr="000000"/>
                </a:solidFill>
              </a:rPr>
              <a:t>Kidney US: Normal</a:t>
            </a:r>
            <a:endParaRPr lang="en-US" sz="1200" dirty="0"/>
          </a:p>
        </p:txBody>
      </p:sp>
      <p:sp>
        <p:nvSpPr>
          <p:cNvPr id="58" name="Case 2 - Pre-test button">
            <a:extLst>
              <a:ext uri="{FF2B5EF4-FFF2-40B4-BE49-F238E27FC236}">
                <a16:creationId xmlns:a16="http://schemas.microsoft.com/office/drawing/2014/main" id="{246932D6-9614-4605-9771-14AF58E81F62}"/>
              </a:ext>
            </a:extLst>
          </p:cNvPr>
          <p:cNvSpPr/>
          <p:nvPr/>
        </p:nvSpPr>
        <p:spPr>
          <a:xfrm>
            <a:off x="151907" y="5766546"/>
            <a:ext cx="3680844"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59" name="Case 2 - ECG button">
            <a:extLst>
              <a:ext uri="{FF2B5EF4-FFF2-40B4-BE49-F238E27FC236}">
                <a16:creationId xmlns:a16="http://schemas.microsoft.com/office/drawing/2014/main" id="{ABA9AC8B-FE00-407F-A906-473FA0E1B954}"/>
              </a:ext>
            </a:extLst>
          </p:cNvPr>
          <p:cNvSpPr/>
          <p:nvPr/>
        </p:nvSpPr>
        <p:spPr>
          <a:xfrm>
            <a:off x="173016" y="6257517"/>
            <a:ext cx="3680844"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60" name="Case 2 - Pre-test answer">
            <a:extLst>
              <a:ext uri="{FF2B5EF4-FFF2-40B4-BE49-F238E27FC236}">
                <a16:creationId xmlns:a16="http://schemas.microsoft.com/office/drawing/2014/main" id="{8E6B1A05-F896-4F13-8F6F-AEDF1C5DFD85}"/>
              </a:ext>
            </a:extLst>
          </p:cNvPr>
          <p:cNvSpPr/>
          <p:nvPr/>
        </p:nvSpPr>
        <p:spPr>
          <a:xfrm>
            <a:off x="151906" y="5752898"/>
            <a:ext cx="3760107"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acute interstitial nephritis (AIN) from beta-lactam</a:t>
            </a:r>
          </a:p>
        </p:txBody>
      </p:sp>
      <p:sp>
        <p:nvSpPr>
          <p:cNvPr id="61" name="Case 2 - ECG image">
            <a:extLst>
              <a:ext uri="{FF2B5EF4-FFF2-40B4-BE49-F238E27FC236}">
                <a16:creationId xmlns:a16="http://schemas.microsoft.com/office/drawing/2014/main" id="{70EFDC14-A39E-40B0-92C8-5CEA36D902C8}"/>
              </a:ext>
            </a:extLst>
          </p:cNvPr>
          <p:cNvSpPr/>
          <p:nvPr/>
        </p:nvSpPr>
        <p:spPr>
          <a:xfrm>
            <a:off x="173015" y="6230264"/>
            <a:ext cx="3727383"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Discontinue </a:t>
            </a:r>
            <a:r>
              <a:rPr lang="en-US" sz="1200" dirty="0" err="1"/>
              <a:t>abx</a:t>
            </a:r>
            <a:r>
              <a:rPr lang="en-US" sz="1200" dirty="0"/>
              <a:t>, repeat labs in 3 days and consider bx +/- steroids if not improving</a:t>
            </a:r>
          </a:p>
        </p:txBody>
      </p:sp>
      <p:sp>
        <p:nvSpPr>
          <p:cNvPr id="62" name="Case 2">
            <a:extLst>
              <a:ext uri="{FF2B5EF4-FFF2-40B4-BE49-F238E27FC236}">
                <a16:creationId xmlns:a16="http://schemas.microsoft.com/office/drawing/2014/main" id="{7F58E622-4668-40AA-A832-35873581C8B8}"/>
              </a:ext>
            </a:extLst>
          </p:cNvPr>
          <p:cNvSpPr/>
          <p:nvPr/>
        </p:nvSpPr>
        <p:spPr>
          <a:xfrm>
            <a:off x="4854602"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5</a:t>
            </a:r>
          </a:p>
        </p:txBody>
      </p:sp>
      <p:sp>
        <p:nvSpPr>
          <p:cNvPr id="63" name="Case 1 text">
            <a:extLst>
              <a:ext uri="{FF2B5EF4-FFF2-40B4-BE49-F238E27FC236}">
                <a16:creationId xmlns:a16="http://schemas.microsoft.com/office/drawing/2014/main" id="{801D91EF-A06D-497F-9D21-5F30A1162B46}"/>
              </a:ext>
            </a:extLst>
          </p:cNvPr>
          <p:cNvSpPr txBox="1"/>
          <p:nvPr/>
        </p:nvSpPr>
        <p:spPr>
          <a:xfrm>
            <a:off x="4216994" y="4081430"/>
            <a:ext cx="3751011" cy="1569660"/>
          </a:xfrm>
          <a:prstGeom prst="rect">
            <a:avLst/>
          </a:prstGeom>
          <a:noFill/>
        </p:spPr>
        <p:txBody>
          <a:bodyPr wrap="square" rtlCol="0">
            <a:spAutoFit/>
          </a:bodyPr>
          <a:lstStyle/>
          <a:p>
            <a:r>
              <a:rPr lang="en-US" sz="1200" dirty="0"/>
              <a:t>42yo man with DMII is admitted for pneumonia with severe sepsis and hyperglycemia.  He received aggressive IVF resuscitation but his Cr continues to rise 24hr after admission and he is now </a:t>
            </a:r>
            <a:r>
              <a:rPr lang="en-US" sz="1200" dirty="0" err="1"/>
              <a:t>anuric</a:t>
            </a:r>
            <a:r>
              <a:rPr lang="en-US" sz="1200" dirty="0"/>
              <a:t>.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3.4</a:t>
            </a:r>
            <a:r>
              <a:rPr lang="en-US" sz="1200" dirty="0">
                <a:solidFill>
                  <a:sysClr val="windowText" lastClr="000000"/>
                </a:solidFill>
              </a:rPr>
              <a:t> ( 2.5 on admission, baseline 1.2) | </a:t>
            </a:r>
            <a:r>
              <a:rPr lang="en-US" sz="1200" dirty="0" err="1">
                <a:solidFill>
                  <a:sysClr val="windowText" lastClr="000000"/>
                </a:solidFill>
              </a:rPr>
              <a:t>FeNa</a:t>
            </a:r>
            <a:r>
              <a:rPr lang="en-US" sz="1200" dirty="0">
                <a:solidFill>
                  <a:sysClr val="windowText" lastClr="000000"/>
                </a:solidFill>
              </a:rPr>
              <a:t> 2.3%</a:t>
            </a:r>
          </a:p>
          <a:p>
            <a:r>
              <a:rPr lang="en-US" sz="1200" dirty="0">
                <a:solidFill>
                  <a:sysClr val="windowText" lastClr="000000"/>
                </a:solidFill>
              </a:rPr>
              <a:t>Urinalysis: muddy brown casts</a:t>
            </a:r>
          </a:p>
          <a:p>
            <a:r>
              <a:rPr lang="en-US" sz="1200" dirty="0">
                <a:solidFill>
                  <a:sysClr val="windowText" lastClr="000000"/>
                </a:solidFill>
              </a:rPr>
              <a:t>Kidney US: Normal</a:t>
            </a:r>
            <a:endParaRPr lang="en-US" sz="1200" dirty="0"/>
          </a:p>
        </p:txBody>
      </p:sp>
      <p:sp>
        <p:nvSpPr>
          <p:cNvPr id="64" name="Case 2 - Pre-test button">
            <a:extLst>
              <a:ext uri="{FF2B5EF4-FFF2-40B4-BE49-F238E27FC236}">
                <a16:creationId xmlns:a16="http://schemas.microsoft.com/office/drawing/2014/main" id="{B1C0E477-6D19-4A2F-B270-2DDD5F3141E2}"/>
              </a:ext>
            </a:extLst>
          </p:cNvPr>
          <p:cNvSpPr/>
          <p:nvPr/>
        </p:nvSpPr>
        <p:spPr>
          <a:xfrm>
            <a:off x="4195885" y="5766546"/>
            <a:ext cx="3621839"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65" name="Case 2 - ECG button">
            <a:extLst>
              <a:ext uri="{FF2B5EF4-FFF2-40B4-BE49-F238E27FC236}">
                <a16:creationId xmlns:a16="http://schemas.microsoft.com/office/drawing/2014/main" id="{E9E428BB-06F8-46B6-9A52-DD613ACA630A}"/>
              </a:ext>
            </a:extLst>
          </p:cNvPr>
          <p:cNvSpPr/>
          <p:nvPr/>
        </p:nvSpPr>
        <p:spPr>
          <a:xfrm>
            <a:off x="4216994" y="6257517"/>
            <a:ext cx="364605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66" name="Case 2 - Pre-test answer">
            <a:extLst>
              <a:ext uri="{FF2B5EF4-FFF2-40B4-BE49-F238E27FC236}">
                <a16:creationId xmlns:a16="http://schemas.microsoft.com/office/drawing/2014/main" id="{B03AF68A-18AE-481F-A6DB-CFF81A683573}"/>
              </a:ext>
            </a:extLst>
          </p:cNvPr>
          <p:cNvSpPr/>
          <p:nvPr/>
        </p:nvSpPr>
        <p:spPr>
          <a:xfrm>
            <a:off x="4195885" y="5752898"/>
            <a:ext cx="3670182"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ischemic acute tubular necrosis from prolonged hypoperfusion due to hypovolemia and sepsis</a:t>
            </a:r>
          </a:p>
        </p:txBody>
      </p:sp>
      <p:sp>
        <p:nvSpPr>
          <p:cNvPr id="67" name="Case 2 - ECG image">
            <a:extLst>
              <a:ext uri="{FF2B5EF4-FFF2-40B4-BE49-F238E27FC236}">
                <a16:creationId xmlns:a16="http://schemas.microsoft.com/office/drawing/2014/main" id="{C1E46628-8F3E-4A31-B791-AE843FEC2063}"/>
              </a:ext>
            </a:extLst>
          </p:cNvPr>
          <p:cNvSpPr/>
          <p:nvPr/>
        </p:nvSpPr>
        <p:spPr>
          <a:xfrm>
            <a:off x="4216993" y="6230264"/>
            <a:ext cx="3670181"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Monitor electrolytes, maintain euvolemia, avoid overhydration (</a:t>
            </a:r>
            <a:r>
              <a:rPr lang="en-US" sz="1200" dirty="0" err="1"/>
              <a:t>anuric</a:t>
            </a:r>
            <a:r>
              <a:rPr lang="en-US" sz="1200" dirty="0"/>
              <a:t>), and avoid nephrotoxins.</a:t>
            </a:r>
          </a:p>
        </p:txBody>
      </p:sp>
      <p:cxnSp>
        <p:nvCxnSpPr>
          <p:cNvPr id="68" name="Straight Connector 67">
            <a:extLst>
              <a:ext uri="{FF2B5EF4-FFF2-40B4-BE49-F238E27FC236}">
                <a16:creationId xmlns:a16="http://schemas.microsoft.com/office/drawing/2014/main" id="{13537129-3A95-4B52-BC9A-FC2E6163412D}"/>
              </a:ext>
            </a:extLst>
          </p:cNvPr>
          <p:cNvCxnSpPr>
            <a:cxnSpLocks/>
          </p:cNvCxnSpPr>
          <p:nvPr/>
        </p:nvCxnSpPr>
        <p:spPr>
          <a:xfrm>
            <a:off x="233100" y="3343275"/>
            <a:ext cx="11732341" cy="2819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Case 2">
            <a:extLst>
              <a:ext uri="{FF2B5EF4-FFF2-40B4-BE49-F238E27FC236}">
                <a16:creationId xmlns:a16="http://schemas.microsoft.com/office/drawing/2014/main" id="{8640F7E0-0472-4A12-A8F8-29663CB81D20}"/>
              </a:ext>
            </a:extLst>
          </p:cNvPr>
          <p:cNvSpPr/>
          <p:nvPr/>
        </p:nvSpPr>
        <p:spPr>
          <a:xfrm>
            <a:off x="8898440"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6</a:t>
            </a:r>
          </a:p>
        </p:txBody>
      </p:sp>
      <p:sp>
        <p:nvSpPr>
          <p:cNvPr id="42" name="Case 2 - Pre-test button">
            <a:extLst>
              <a:ext uri="{FF2B5EF4-FFF2-40B4-BE49-F238E27FC236}">
                <a16:creationId xmlns:a16="http://schemas.microsoft.com/office/drawing/2014/main" id="{43856BE4-D427-4DBC-9E43-7B2A68E0C240}"/>
              </a:ext>
            </a:extLst>
          </p:cNvPr>
          <p:cNvSpPr/>
          <p:nvPr/>
        </p:nvSpPr>
        <p:spPr>
          <a:xfrm>
            <a:off x="8239723" y="5766546"/>
            <a:ext cx="3621839"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43" name="Case 2 - ECG button">
            <a:extLst>
              <a:ext uri="{FF2B5EF4-FFF2-40B4-BE49-F238E27FC236}">
                <a16:creationId xmlns:a16="http://schemas.microsoft.com/office/drawing/2014/main" id="{76012550-445F-4C0A-A9A0-48DF49064F54}"/>
              </a:ext>
            </a:extLst>
          </p:cNvPr>
          <p:cNvSpPr/>
          <p:nvPr/>
        </p:nvSpPr>
        <p:spPr>
          <a:xfrm>
            <a:off x="8260832" y="6257517"/>
            <a:ext cx="2607181" cy="357101"/>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44" name="Case 2 - Pre-test answer">
            <a:extLst>
              <a:ext uri="{FF2B5EF4-FFF2-40B4-BE49-F238E27FC236}">
                <a16:creationId xmlns:a16="http://schemas.microsoft.com/office/drawing/2014/main" id="{613084E1-A9E7-4C28-BEBD-94FA52AA538E}"/>
              </a:ext>
            </a:extLst>
          </p:cNvPr>
          <p:cNvSpPr/>
          <p:nvPr/>
        </p:nvSpPr>
        <p:spPr>
          <a:xfrm>
            <a:off x="8239723" y="5752898"/>
            <a:ext cx="3670182"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tubular obstruction from myoglobin as a result of rhabdomyolysis PLUS injury 2/2 NSAIDS</a:t>
            </a:r>
          </a:p>
        </p:txBody>
      </p:sp>
      <p:sp>
        <p:nvSpPr>
          <p:cNvPr id="45" name="Case 2 - ECG image">
            <a:extLst>
              <a:ext uri="{FF2B5EF4-FFF2-40B4-BE49-F238E27FC236}">
                <a16:creationId xmlns:a16="http://schemas.microsoft.com/office/drawing/2014/main" id="{EE798D76-9934-44FA-B725-E24BFD3A1A90}"/>
              </a:ext>
            </a:extLst>
          </p:cNvPr>
          <p:cNvSpPr/>
          <p:nvPr/>
        </p:nvSpPr>
        <p:spPr>
          <a:xfrm>
            <a:off x="8260832" y="6230264"/>
            <a:ext cx="2607186"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Aggressive fluid resuscitation and discontinuation of NSAIDs</a:t>
            </a:r>
          </a:p>
        </p:txBody>
      </p:sp>
      <p:sp>
        <p:nvSpPr>
          <p:cNvPr id="2" name="Case 1 text">
            <a:extLst>
              <a:ext uri="{FF2B5EF4-FFF2-40B4-BE49-F238E27FC236}">
                <a16:creationId xmlns:a16="http://schemas.microsoft.com/office/drawing/2014/main" id="{8F771059-70F5-4DCF-8F23-F5981FAB643C}"/>
              </a:ext>
            </a:extLst>
          </p:cNvPr>
          <p:cNvSpPr txBox="1"/>
          <p:nvPr/>
        </p:nvSpPr>
        <p:spPr>
          <a:xfrm>
            <a:off x="8260831" y="4158325"/>
            <a:ext cx="3751011" cy="1384995"/>
          </a:xfrm>
          <a:prstGeom prst="rect">
            <a:avLst/>
          </a:prstGeom>
          <a:noFill/>
        </p:spPr>
        <p:txBody>
          <a:bodyPr wrap="square" rtlCol="0">
            <a:spAutoFit/>
          </a:bodyPr>
          <a:lstStyle/>
          <a:p>
            <a:r>
              <a:rPr lang="en-US" sz="1200" dirty="0"/>
              <a:t>36yo man presents to the ED with diffuse muscle pain not responding to NSAIDs and dark urine two days after starting a new high intensity work-out program.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3.6</a:t>
            </a:r>
            <a:r>
              <a:rPr lang="en-US" sz="1200" dirty="0">
                <a:solidFill>
                  <a:sysClr val="windowText" lastClr="000000"/>
                </a:solidFill>
              </a:rPr>
              <a:t> ( baseline 1.2)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3% | CK 20,000</a:t>
            </a:r>
          </a:p>
          <a:p>
            <a:r>
              <a:rPr lang="en-US" sz="1200" dirty="0">
                <a:solidFill>
                  <a:sysClr val="windowText" lastClr="000000"/>
                </a:solidFill>
              </a:rPr>
              <a:t>Urine dipstick: 3+ blood, no RBC on urinalysis</a:t>
            </a:r>
          </a:p>
          <a:p>
            <a:r>
              <a:rPr lang="en-US" sz="1200" dirty="0">
                <a:solidFill>
                  <a:sysClr val="windowText" lastClr="000000"/>
                </a:solidFill>
              </a:rPr>
              <a:t>Kidney US: Normal</a:t>
            </a:r>
            <a:endParaRPr lang="en-US" sz="1200" dirty="0"/>
          </a:p>
        </p:txBody>
      </p:sp>
      <p:sp>
        <p:nvSpPr>
          <p:cNvPr id="3" name="Rectangle: Rounded Corners 2">
            <a:hlinkClick r:id="rId2" action="ppaction://hlinksldjump"/>
            <a:extLst>
              <a:ext uri="{FF2B5EF4-FFF2-40B4-BE49-F238E27FC236}">
                <a16:creationId xmlns:a16="http://schemas.microsoft.com/office/drawing/2014/main" id="{668BA357-EF37-4A7A-A690-5CBC40F19B8A}"/>
              </a:ext>
            </a:extLst>
          </p:cNvPr>
          <p:cNvSpPr/>
          <p:nvPr/>
        </p:nvSpPr>
        <p:spPr>
          <a:xfrm>
            <a:off x="10946265" y="6223891"/>
            <a:ext cx="1134488" cy="544830"/>
          </a:xfrm>
          <a:prstGeom prst="roundRect">
            <a:avLst/>
          </a:prstGeom>
          <a:ln w="38100">
            <a:solidFill>
              <a:schemeClr val="tx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lIns="0" tIns="0" rIns="0" bIns="0" rtlCol="0" anchor="ctr">
            <a:spAutoFit/>
          </a:bodyPr>
          <a:lstStyle/>
          <a:p>
            <a:pPr algn="ctr"/>
            <a:r>
              <a:rPr lang="en-US" sz="1600" dirty="0"/>
              <a:t>Back to Main Board</a:t>
            </a:r>
          </a:p>
        </p:txBody>
      </p:sp>
    </p:spTree>
    <p:extLst>
      <p:ext uri="{BB962C8B-B14F-4D97-AF65-F5344CB8AC3E}">
        <p14:creationId xmlns:p14="http://schemas.microsoft.com/office/powerpoint/2010/main" val="6064122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1" restart="whenNotActive" fill="hold" evtFilter="cancelBubble" nodeType="interactiveSeq">
                <p:stCondLst>
                  <p:cond evt="onClick" delay="0">
                    <p:tgtEl>
                      <p:spTgt spid="28"/>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16" restart="whenNotActive" fill="hold" evtFilter="cancelBubble" nodeType="interactiveSeq">
                <p:stCondLst>
                  <p:cond evt="onClick" delay="0">
                    <p:tgtEl>
                      <p:spTgt spid="31"/>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21" restart="whenNotActive" fill="hold" evtFilter="cancelBubble" nodeType="interactiveSeq">
                <p:stCondLst>
                  <p:cond evt="onClick" delay="0">
                    <p:tgtEl>
                      <p:spTgt spid="129"/>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withEffect">
                                  <p:stCondLst>
                                    <p:cond delay="0"/>
                                  </p:stCondLst>
                                  <p:childTnLst>
                                    <p:set>
                                      <p:cBhvr>
                                        <p:cTn id="25" dur="1" fill="hold">
                                          <p:stCondLst>
                                            <p:cond delay="0"/>
                                          </p:stCondLst>
                                        </p:cTn>
                                        <p:tgtEl>
                                          <p:spTgt spid="13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4"/>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28" restart="whenNotActive" fill="hold" evtFilter="cancelBubble" nodeType="interactiveSeq">
                <p:stCondLst>
                  <p:cond evt="onClick" delay="0">
                    <p:tgtEl>
                      <p:spTgt spid="133"/>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childTnLst>
                          </p:cTn>
                        </p:par>
                      </p:childTnLst>
                    </p:cTn>
                  </p:par>
                </p:childTnLst>
              </p:cTn>
              <p:nextCondLst>
                <p:cond evt="onClick" delay="0">
                  <p:tgtEl>
                    <p:spTgt spid="133"/>
                  </p:tgtEl>
                </p:cond>
              </p:nextCondLst>
            </p:seq>
            <p:seq concurrent="1" nextAc="seek">
              <p:cTn id="33" restart="whenNotActive" fill="hold" evtFilter="cancelBubble" nodeType="interactiveSeq">
                <p:stCondLst>
                  <p:cond evt="onClick" delay="0">
                    <p:tgtEl>
                      <p:spTgt spid="134"/>
                    </p:tgtEl>
                  </p:cond>
                </p:stCondLst>
                <p:endSync evt="end" delay="0">
                  <p:rtn val="all"/>
                </p:endSync>
                <p:childTnLst>
                  <p:par>
                    <p:cTn id="34" fill="hold">
                      <p:stCondLst>
                        <p:cond delay="0"/>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8"/>
                                        </p:tgtEl>
                                        <p:attrNameLst>
                                          <p:attrName>style.visibility</p:attrName>
                                        </p:attrNameLst>
                                      </p:cBhvr>
                                      <p:to>
                                        <p:strVal val="visible"/>
                                      </p:to>
                                    </p:set>
                                  </p:childTnLst>
                                </p:cTn>
                              </p:par>
                            </p:childTnLst>
                          </p:cTn>
                        </p:par>
                      </p:childTnLst>
                    </p:cTn>
                  </p:par>
                </p:childTnLst>
              </p:cTn>
              <p:nextCondLst>
                <p:cond evt="onClick" delay="0">
                  <p:tgtEl>
                    <p:spTgt spid="134"/>
                  </p:tgtEl>
                </p:cond>
              </p:nextCondLst>
            </p:seq>
            <p:seq concurrent="1" nextAc="seek">
              <p:cTn id="38" restart="whenNotActive" fill="hold" evtFilter="cancelBubble" nodeType="interactiveSeq">
                <p:stCondLst>
                  <p:cond evt="onClick" delay="0">
                    <p:tgtEl>
                      <p:spTgt spid="50"/>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seq concurrent="1" nextAc="seek">
              <p:cTn id="45" restart="whenNotActive" fill="hold" evtFilter="cancelBubble" nodeType="interactiveSeq">
                <p:stCondLst>
                  <p:cond evt="onClick" delay="0">
                    <p:tgtEl>
                      <p:spTgt spid="52"/>
                    </p:tgtEl>
                  </p:cond>
                </p:stCondLst>
                <p:endSync evt="end" delay="0">
                  <p:rtn val="all"/>
                </p:endSync>
                <p:childTnLst>
                  <p:par>
                    <p:cTn id="46" fill="hold">
                      <p:stCondLst>
                        <p:cond delay="0"/>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4"/>
                                        </p:tgtEl>
                                        <p:attrNameLst>
                                          <p:attrName>style.visibility</p:attrName>
                                        </p:attrNameLst>
                                      </p:cBhvr>
                                      <p:to>
                                        <p:strVal val="visible"/>
                                      </p:to>
                                    </p:set>
                                  </p:childTnLst>
                                </p:cTn>
                              </p:par>
                            </p:childTnLst>
                          </p:cTn>
                        </p:par>
                      </p:childTnLst>
                    </p:cTn>
                  </p:par>
                </p:childTnLst>
              </p:cTn>
              <p:nextCondLst>
                <p:cond evt="onClick" delay="0">
                  <p:tgtEl>
                    <p:spTgt spid="52"/>
                  </p:tgtEl>
                </p:cond>
              </p:nextCondLst>
            </p:seq>
            <p:seq concurrent="1" nextAc="seek">
              <p:cTn id="50" restart="whenNotActive" fill="hold" evtFilter="cancelBubble" nodeType="interactiveSeq">
                <p:stCondLst>
                  <p:cond evt="onClick" delay="0">
                    <p:tgtEl>
                      <p:spTgt spid="53"/>
                    </p:tgtEl>
                  </p:cond>
                </p:stCondLst>
                <p:endSync evt="end" delay="0">
                  <p:rtn val="all"/>
                </p:endSync>
                <p:childTnLst>
                  <p:par>
                    <p:cTn id="51" fill="hold">
                      <p:stCondLst>
                        <p:cond delay="0"/>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childTnLst>
              </p:cTn>
              <p:nextCondLst>
                <p:cond evt="onClick" delay="0">
                  <p:tgtEl>
                    <p:spTgt spid="53"/>
                  </p:tgtEl>
                </p:cond>
              </p:nextCondLst>
            </p:seq>
            <p:seq concurrent="1" nextAc="seek">
              <p:cTn id="55" restart="whenNotActive" fill="hold" evtFilter="cancelBubble" nodeType="interactiveSeq">
                <p:stCondLst>
                  <p:cond evt="onClick" delay="0">
                    <p:tgtEl>
                      <p:spTgt spid="56"/>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56"/>
                  </p:tgtEl>
                </p:cond>
              </p:nextCondLst>
            </p:seq>
            <p:seq concurrent="1" nextAc="seek">
              <p:cTn id="62" restart="whenNotActive" fill="hold" evtFilter="cancelBubble" nodeType="interactiveSeq">
                <p:stCondLst>
                  <p:cond evt="onClick" delay="0">
                    <p:tgtEl>
                      <p:spTgt spid="58"/>
                    </p:tgtEl>
                  </p:cond>
                </p:stCondLst>
                <p:endSync evt="end" delay="0">
                  <p:rtn val="all"/>
                </p:endSync>
                <p:childTnLst>
                  <p:par>
                    <p:cTn id="63" fill="hold">
                      <p:stCondLst>
                        <p:cond delay="0"/>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67" restart="whenNotActive" fill="hold" evtFilter="cancelBubble" nodeType="interactiveSeq">
                <p:stCondLst>
                  <p:cond evt="onClick" delay="0">
                    <p:tgtEl>
                      <p:spTgt spid="59"/>
                    </p:tgtEl>
                  </p:cond>
                </p:stCondLst>
                <p:endSync evt="end" delay="0">
                  <p:rtn val="all"/>
                </p:endSync>
                <p:childTnLst>
                  <p:par>
                    <p:cTn id="68" fill="hold">
                      <p:stCondLst>
                        <p:cond delay="0"/>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1"/>
                                        </p:tgtEl>
                                        <p:attrNameLst>
                                          <p:attrName>style.visibility</p:attrName>
                                        </p:attrNameLst>
                                      </p:cBhvr>
                                      <p:to>
                                        <p:strVal val="visible"/>
                                      </p:to>
                                    </p:set>
                                  </p:childTnLst>
                                </p:cTn>
                              </p:par>
                            </p:childTnLst>
                          </p:cTn>
                        </p:par>
                      </p:childTnLst>
                    </p:cTn>
                  </p:par>
                </p:childTnLst>
              </p:cTn>
              <p:nextCondLst>
                <p:cond evt="onClick" delay="0">
                  <p:tgtEl>
                    <p:spTgt spid="59"/>
                  </p:tgtEl>
                </p:cond>
              </p:nextCondLst>
            </p:seq>
            <p:seq concurrent="1" nextAc="seek">
              <p:cTn id="72" restart="whenNotActive" fill="hold" evtFilter="cancelBubble" nodeType="interactiveSeq">
                <p:stCondLst>
                  <p:cond evt="onClick" delay="0">
                    <p:tgtEl>
                      <p:spTgt spid="62"/>
                    </p:tgtEl>
                  </p:cond>
                </p:stCondLst>
                <p:endSync evt="end" delay="0">
                  <p:rtn val="all"/>
                </p:endSync>
                <p:childTnLst>
                  <p:par>
                    <p:cTn id="73" fill="hold">
                      <p:stCondLst>
                        <p:cond delay="0"/>
                      </p:stCondLst>
                      <p:childTnLst>
                        <p:par>
                          <p:cTn id="74" fill="hold">
                            <p:stCondLst>
                              <p:cond delay="0"/>
                            </p:stCondLst>
                            <p:childTnLst>
                              <p:par>
                                <p:cTn id="75" presetID="1" presetClass="entr" presetSubtype="0" fill="hold" grpId="0" nodeType="with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5"/>
                                        </p:tgtEl>
                                        <p:attrNameLst>
                                          <p:attrName>style.visibility</p:attrName>
                                        </p:attrNameLst>
                                      </p:cBhvr>
                                      <p:to>
                                        <p:strVal val="visible"/>
                                      </p:to>
                                    </p:set>
                                  </p:childTnLst>
                                </p:cTn>
                              </p:par>
                            </p:childTnLst>
                          </p:cTn>
                        </p:par>
                      </p:childTnLst>
                    </p:cTn>
                  </p:par>
                </p:childTnLst>
              </p:cTn>
              <p:nextCondLst>
                <p:cond evt="onClick" delay="0">
                  <p:tgtEl>
                    <p:spTgt spid="62"/>
                  </p:tgtEl>
                </p:cond>
              </p:nextCondLst>
            </p:seq>
            <p:seq concurrent="1" nextAc="seek">
              <p:cTn id="79" restart="whenNotActive" fill="hold" evtFilter="cancelBubble" nodeType="interactiveSeq">
                <p:stCondLst>
                  <p:cond evt="onClick" delay="0">
                    <p:tgtEl>
                      <p:spTgt spid="64"/>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6"/>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84" restart="whenNotActive" fill="hold" evtFilter="cancelBubble" nodeType="interactiveSeq">
                <p:stCondLst>
                  <p:cond evt="onClick" delay="0">
                    <p:tgtEl>
                      <p:spTgt spid="65"/>
                    </p:tgtEl>
                  </p:cond>
                </p:stCondLst>
                <p:endSync evt="end" delay="0">
                  <p:rtn val="all"/>
                </p:endSync>
                <p:childTnLst>
                  <p:par>
                    <p:cTn id="85" fill="hold">
                      <p:stCondLst>
                        <p:cond delay="0"/>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65"/>
                  </p:tgtEl>
                </p:cond>
              </p:nextCondLst>
            </p:seq>
            <p:seq concurrent="1" nextAc="seek">
              <p:cTn id="89" restart="whenNotActive" fill="hold" evtFilter="cancelBubble" nodeType="interactiveSeq">
                <p:stCondLst>
                  <p:cond evt="onClick" delay="0">
                    <p:tgtEl>
                      <p:spTgt spid="41"/>
                    </p:tgtEl>
                  </p:cond>
                </p:stCondLst>
                <p:endSync evt="end" delay="0">
                  <p:rtn val="all"/>
                </p:endSync>
                <p:childTnLst>
                  <p:par>
                    <p:cTn id="90" fill="hold">
                      <p:stCondLst>
                        <p:cond delay="0"/>
                      </p:stCondLst>
                      <p:childTnLst>
                        <p:par>
                          <p:cTn id="91" fill="hold">
                            <p:stCondLst>
                              <p:cond delay="0"/>
                            </p:stCondLst>
                            <p:childTnLst>
                              <p:par>
                                <p:cTn id="92" presetID="1"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childTnLst>
                                </p:cTn>
                              </p:par>
                            </p:childTnLst>
                          </p:cTn>
                        </p:par>
                      </p:childTnLst>
                    </p:cTn>
                  </p:par>
                </p:childTnLst>
              </p:cTn>
              <p:nextCondLst>
                <p:cond evt="onClick" delay="0">
                  <p:tgtEl>
                    <p:spTgt spid="41"/>
                  </p:tgtEl>
                </p:cond>
              </p:nextCondLst>
            </p:seq>
            <p:seq concurrent="1" nextAc="seek">
              <p:cTn id="96" restart="whenNotActive" fill="hold" evtFilter="cancelBubble" nodeType="interactiveSeq">
                <p:stCondLst>
                  <p:cond evt="onClick" delay="0">
                    <p:tgtEl>
                      <p:spTgt spid="42"/>
                    </p:tgtEl>
                  </p:cond>
                </p:stCondLst>
                <p:endSync evt="end" delay="0">
                  <p:rtn val="all"/>
                </p:endSync>
                <p:childTnLst>
                  <p:par>
                    <p:cTn id="97" fill="hold">
                      <p:stCondLst>
                        <p:cond delay="0"/>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4"/>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101" restart="whenNotActive" fill="hold" evtFilter="cancelBubble" nodeType="interactiveSeq">
                <p:stCondLst>
                  <p:cond evt="onClick" delay="0">
                    <p:tgtEl>
                      <p:spTgt spid="43"/>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childTnLst>
        </p:cTn>
      </p:par>
    </p:tnLst>
    <p:bldLst>
      <p:bldP spid="28" grpId="0" animBg="1"/>
      <p:bldP spid="31" grpId="0" animBg="1"/>
      <p:bldP spid="33" grpId="0" animBg="1"/>
      <p:bldP spid="34" grpId="0" animBg="1"/>
      <p:bldP spid="133" grpId="0" animBg="1"/>
      <p:bldP spid="134" grpId="0" animBg="1"/>
      <p:bldP spid="137" grpId="0" animBg="1"/>
      <p:bldP spid="138" grpId="0" animBg="1"/>
      <p:bldP spid="52" grpId="0" animBg="1"/>
      <p:bldP spid="53" grpId="0" animBg="1"/>
      <p:bldP spid="54" grpId="0" animBg="1"/>
      <p:bldP spid="55" grpId="0" animBg="1"/>
      <p:bldP spid="58" grpId="0" animBg="1"/>
      <p:bldP spid="59" grpId="0" animBg="1"/>
      <p:bldP spid="60" grpId="0" animBg="1"/>
      <p:bldP spid="61" grpId="0" animBg="1"/>
      <p:bldP spid="64" grpId="0" animBg="1"/>
      <p:bldP spid="65" grpId="0" animBg="1"/>
      <p:bldP spid="66" grpId="0" animBg="1"/>
      <p:bldP spid="67" grpId="0" animBg="1"/>
      <p:bldP spid="42" grpId="0" animBg="1"/>
      <p:bldP spid="43" grpId="0" animBg="1"/>
      <p:bldP spid="44"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65760" tIns="54864" wrap="square"/>
          <a:lstStyle/>
          <a:p>
            <a:pPr algn="ctr"/>
            <a:r>
              <a:rPr sz="2600" b="1">
                <a:solidFill>
                  <a:srgbClr val="FFFFFF"/>
                </a:solidFill>
                <a:latin typeface="Calibri"/>
              </a:rPr>
              <a:t>Framework Notes (current)</a:t>
            </a:r>
          </a:p>
        </p:txBody>
      </p:sp>
      <p:sp>
        <p:nvSpPr>
          <p:cNvPr id="3" name="TextBox 2"/>
          <p:cNvSpPr txBox="1"/>
          <p:nvPr/>
        </p:nvSpPr>
        <p:spPr>
          <a:xfrm>
            <a:off x="548640" y="777240"/>
            <a:ext cx="11094720" cy="5577840"/>
          </a:xfrm>
          <a:prstGeom prst="rect">
            <a:avLst/>
          </a:prstGeom>
          <a:noFill/>
        </p:spPr>
        <p:txBody>
          <a:bodyPr wrap="square">
            <a:spAutoFit/>
          </a:bodyPr>
          <a:lstStyle/>
          <a:p>
            <a:pPr>
              <a:spcAft>
                <a:spcPts val="600"/>
              </a:spcAft>
            </a:pPr>
            <a:r>
              <a:rPr sz="1800" b="1">
                <a:solidFill>
                  <a:srgbClr val="222222"/>
                </a:solidFill>
                <a:latin typeface="Calibri"/>
              </a:rPr>
              <a:t>The pre-/intra-/post-renal framework and the bedside tests on this board remain standard practice.</a:t>
            </a:r>
          </a:p>
          <a:p>
            <a:pPr lvl="1">
              <a:spcAft>
                <a:spcPts val="600"/>
              </a:spcAft>
            </a:pPr>
            <a:r>
              <a:rPr sz="1500" b="0">
                <a:solidFill>
                  <a:srgbClr val="555555"/>
                </a:solidFill>
                <a:latin typeface="Calibri"/>
              </a:rPr>
              <a:t>AKI definition (KDIGO 2012, unchanged): ↑Cr ≥0.3 mg/dL within 48 h, OR ↑Cr ≥1.5× baseline within 7 days, OR urine output &lt;0.5 mL/kg/h. eGFR is NOT valid during AKI (assumes steady state).</a:t>
            </a:r>
          </a:p>
          <a:p>
            <a:pPr lvl="1">
              <a:spcAft>
                <a:spcPts val="600"/>
              </a:spcAft>
            </a:pPr>
            <a:r>
              <a:rPr sz="1500" b="0">
                <a:solidFill>
                  <a:srgbClr val="555555"/>
                </a:solidFill>
                <a:latin typeface="Calibri"/>
              </a:rPr>
              <a:t>FeNa &lt;1% suggests pre-renal but only when oliguric and off diuretics; FeUrea &lt;35% is more reliable on diuretics. Always rule out obstruction early with renal US — it is fast and the lesion is reversible.</a:t>
            </a:r>
          </a:p>
          <a:p>
            <a:pPr lvl="1">
              <a:spcAft>
                <a:spcPts val="600"/>
              </a:spcAft>
            </a:pPr>
            <a:r>
              <a:rPr sz="1500" b="0">
                <a:solidFill>
                  <a:srgbClr val="555555"/>
                </a:solidFill>
                <a:latin typeface="Calibri"/>
              </a:rPr>
              <a:t>Management by category: pre-renal → restore perfusion; intra-renal → treat cause, remove nephrotoxins (NSAIDs/contrast/ACEi-ARB), supportive care; post-renal → relieve obstruction.</a:t>
            </a:r>
          </a:p>
        </p:txBody>
      </p:sp>
      <p:sp>
        <p:nvSpPr>
          <p:cNvPr id="4" name="TextBox 3"/>
          <p:cNvSpPr txBox="1"/>
          <p:nvPr/>
        </p:nvSpPr>
        <p:spPr>
          <a:xfrm>
            <a:off x="548640" y="6400800"/>
            <a:ext cx="11094720" cy="365760"/>
          </a:xfrm>
          <a:prstGeom prst="rect">
            <a:avLst/>
          </a:prstGeom>
          <a:noFill/>
        </p:spPr>
        <p:txBody>
          <a:bodyPr wrap="none">
            <a:spAutoFit/>
          </a:bodyPr>
          <a:lstStyle/>
          <a:p>
            <a:r>
              <a:rPr sz="1000" i="1">
                <a:solidFill>
                  <a:srgbClr val="555555"/>
                </a:solidFill>
                <a:latin typeface="Calibri"/>
              </a:rPr>
              <a:t>Source: KDIGO Clinical Practice Guideline for AKI, Kidney Int Suppl 2012; AAFP AKI review 2019.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65760" tIns="54864" wrap="square"/>
          <a:lstStyle/>
          <a:p>
            <a:pPr algn="ctr"/>
            <a:r>
              <a:rPr sz="2600" b="1">
                <a:solidFill>
                  <a:srgbClr val="FFFFFF"/>
                </a:solidFill>
                <a:latin typeface="Calibri"/>
              </a:rPr>
              <a:t>Take-Home Points</a:t>
            </a:r>
          </a:p>
        </p:txBody>
      </p:sp>
      <p:sp>
        <p:nvSpPr>
          <p:cNvPr id="3" name="TextBox 2"/>
          <p:cNvSpPr txBox="1"/>
          <p:nvPr/>
        </p:nvSpPr>
        <p:spPr>
          <a:xfrm>
            <a:off x="548640" y="777240"/>
            <a:ext cx="11094720" cy="5577840"/>
          </a:xfrm>
          <a:prstGeom prst="rect">
            <a:avLst/>
          </a:prstGeom>
          <a:noFill/>
        </p:spPr>
        <p:txBody>
          <a:bodyPr wrap="square">
            <a:spAutoFit/>
          </a:bodyPr>
          <a:lstStyle/>
          <a:p>
            <a:pPr>
              <a:spcAft>
                <a:spcPts val="600"/>
              </a:spcAft>
            </a:pPr>
            <a:r>
              <a:rPr sz="1800" b="1">
                <a:solidFill>
                  <a:srgbClr val="222222"/>
                </a:solidFill>
                <a:latin typeface="Calibri"/>
              </a:rPr>
              <a:t>1. AKI = abrupt rise in Cr (KDIGO thresholds). eGFR is meaningless during AKI.</a:t>
            </a:r>
          </a:p>
          <a:p>
            <a:pPr>
              <a:spcAft>
                <a:spcPts val="600"/>
              </a:spcAft>
            </a:pPr>
            <a:r>
              <a:rPr sz="1800" b="1">
                <a:solidFill>
                  <a:srgbClr val="222222"/>
                </a:solidFill>
                <a:latin typeface="Calibri"/>
              </a:rPr>
              <a:t>2. Three buckets: PRE-renal (↓EABV), INTRA-renal (glomerular / tubulointerstitial / vascular), POST-renal (obstruction of both kidneys or a single functioning kidney).</a:t>
            </a:r>
          </a:p>
          <a:p>
            <a:pPr>
              <a:spcAft>
                <a:spcPts val="600"/>
              </a:spcAft>
            </a:pPr>
            <a:r>
              <a:rPr sz="1800" b="1">
                <a:solidFill>
                  <a:srgbClr val="222222"/>
                </a:solidFill>
                <a:latin typeface="Calibri"/>
              </a:rPr>
              <a:t>3. Three quick discriminators: history + bland UA + FeNa &lt;1% (if oliguric) → pre-renal; active sediment → intra-renal; hydronephrosis on US → post-renal.</a:t>
            </a:r>
          </a:p>
          <a:p>
            <a:pPr>
              <a:spcAft>
                <a:spcPts val="600"/>
              </a:spcAft>
            </a:pPr>
            <a:r>
              <a:rPr sz="1800" b="1">
                <a:solidFill>
                  <a:srgbClr val="222222"/>
                </a:solidFill>
                <a:latin typeface="Calibri"/>
              </a:rPr>
              <a:t>4. Rule out obstruction EARLY with renal US — easily reversible. Unilateral obstruction does NOT cause AKI unless it is the single functioning kidney.</a:t>
            </a:r>
          </a:p>
          <a:p>
            <a:pPr>
              <a:spcAft>
                <a:spcPts val="600"/>
              </a:spcAft>
            </a:pPr>
            <a:r>
              <a:rPr sz="1800" b="1">
                <a:solidFill>
                  <a:srgbClr val="222222"/>
                </a:solidFill>
                <a:latin typeface="Calibri"/>
              </a:rPr>
              <a:t>5. ATN is the most common intra-renal cause (ischemic or toxic); muddy-brown granular casts. Remove nephrotoxins and maintain euvolemia.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65760" tIns="54864" wrap="square"/>
          <a:lstStyle/>
          <a:p>
            <a:pPr algn="ctr"/>
            <a:r>
              <a:rPr sz="2600" b="1">
                <a:solidFill>
                  <a:srgbClr val="FFFFFF"/>
                </a:solidFill>
                <a:latin typeface="Calibri"/>
              </a:rPr>
              <a:t>Attribution &amp; Changelog</a:t>
            </a:r>
          </a:p>
        </p:txBody>
      </p:sp>
      <p:sp>
        <p:nvSpPr>
          <p:cNvPr id="3" name="TextBox 2"/>
          <p:cNvSpPr txBox="1"/>
          <p:nvPr/>
        </p:nvSpPr>
        <p:spPr>
          <a:xfrm>
            <a:off x="548640" y="777240"/>
            <a:ext cx="11094720" cy="5577840"/>
          </a:xfrm>
          <a:prstGeom prst="rect">
            <a:avLst/>
          </a:prstGeom>
          <a:noFill/>
        </p:spPr>
        <p:txBody>
          <a:bodyPr wrap="square">
            <a:spAutoFit/>
          </a:bodyPr>
          <a:lstStyle/>
          <a:p>
            <a:pPr>
              <a:spcAft>
                <a:spcPts val="600"/>
              </a:spcAft>
            </a:pPr>
            <a:r>
              <a:rPr sz="1800" b="0">
                <a:solidFill>
                  <a:srgbClr val="222222"/>
                </a:solidFill>
                <a:latin typeface="Calibri"/>
              </a:rPr>
              <a:t>Adapted from the TeachIM original “Acute Kidney Injury” (Mack Holmberg, MD; expert review Raj Mehrotra, MD, MS, Univ. of Washington Nephrology). Published 2020. teachim.org.</a:t>
            </a:r>
          </a:p>
          <a:p>
            <a:pPr>
              <a:spcAft>
                <a:spcPts val="600"/>
              </a:spcAft>
            </a:pPr>
            <a:r>
              <a:rPr sz="1800" b="0">
                <a:solidFill>
                  <a:srgbClr val="222222"/>
                </a:solidFill>
                <a:latin typeface="Calibri"/>
              </a:rPr>
              <a:t>Licensed CC BY-NC 4.0 — attribution required, non-commercial use only. Optimized 2026-06-10.</a:t>
            </a:r>
          </a:p>
          <a:p>
            <a:pPr lvl="1">
              <a:spcAft>
                <a:spcPts val="600"/>
              </a:spcAft>
            </a:pPr>
            <a:r>
              <a:rPr sz="1500" b="0">
                <a:solidFill>
                  <a:srgbClr val="555555"/>
                </a:solidFill>
                <a:latin typeface="Calibri"/>
              </a:rPr>
              <a:t>Corrections (surgical, animations preserved): “Glomerularnephritis” → “Glomerulonephritis” (presenter + learner board); “Inta-Abdominal” → “Intra-Abdominal” (learner board).</a:t>
            </a:r>
          </a:p>
          <a:p>
            <a:pPr lvl="1">
              <a:spcAft>
                <a:spcPts val="600"/>
              </a:spcAft>
            </a:pPr>
            <a:r>
              <a:rPr sz="1500" b="0">
                <a:solidFill>
                  <a:srgbClr val="555555"/>
                </a:solidFill>
                <a:latin typeface="Calibri"/>
              </a:rPr>
              <a:t>Added: framework-notes slide (KDIGO criteria, FeNa/FeUrea caveat) — standing teaching unchanged.</a:t>
            </a:r>
          </a:p>
          <a:p>
            <a:pPr lvl="1">
              <a:spcAft>
                <a:spcPts val="600"/>
              </a:spcAft>
            </a:pPr>
            <a:r>
              <a:rPr sz="1500" b="0">
                <a:solidFill>
                  <a:srgbClr val="555555"/>
                </a:solidFill>
                <a:latin typeface="Calibri"/>
              </a:rPr>
              <a:t>Companion files: presenter board + learner board (both corrected) + AKI learner handout (reviewed). Educational use only; clinician-review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13B57B1B56684BAB1341979C003C65" ma:contentTypeVersion="13" ma:contentTypeDescription="Create a new document." ma:contentTypeScope="" ma:versionID="3405956e3a549576d6db573d22b4ed99">
  <xsd:schema xmlns:xsd="http://www.w3.org/2001/XMLSchema" xmlns:xs="http://www.w3.org/2001/XMLSchema" xmlns:p="http://schemas.microsoft.com/office/2006/metadata/properties" xmlns:ns3="b8b3ae3f-5481-4331-b963-02e70fee9004" xmlns:ns4="05428c74-abb2-4460-9816-fc88d4c40442" targetNamespace="http://schemas.microsoft.com/office/2006/metadata/properties" ma:root="true" ma:fieldsID="936cb61175cac8064d30e2ba659afcbb" ns3:_="" ns4:_="">
    <xsd:import namespace="b8b3ae3f-5481-4331-b963-02e70fee9004"/>
    <xsd:import namespace="05428c74-abb2-4460-9816-fc88d4c4044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b3ae3f-5481-4331-b963-02e70fee90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5428c74-abb2-4460-9816-fc88d4c4044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E735D00-FE6A-4DC6-A9CC-2E33A95E45D0}">
  <ds:schemaRefs>
    <ds:schemaRef ds:uri="http://schemas.microsoft.com/sharepoint/v3/contenttype/forms"/>
  </ds:schemaRefs>
</ds:datastoreItem>
</file>

<file path=customXml/itemProps2.xml><?xml version="1.0" encoding="utf-8"?>
<ds:datastoreItem xmlns:ds="http://schemas.openxmlformats.org/officeDocument/2006/customXml" ds:itemID="{D1DB3458-8798-46B3-BCBF-1AB3B09A08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b3ae3f-5481-4331-b963-02e70fee9004"/>
    <ds:schemaRef ds:uri="05428c74-abb2-4460-9816-fc88d4c40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A78C41-BEA0-4555-9EE9-EB97EB8176D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2121</TotalTime>
  <Words>749</Words>
  <Application>Microsoft Office PowerPoint</Application>
  <PresentationFormat>Widescreen</PresentationFormat>
  <Paragraphs>127</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Brandon Fainstad</cp:lastModifiedBy>
  <cp:revision>5</cp:revision>
  <dcterms:created xsi:type="dcterms:W3CDTF">2020-08-12T16:33:20Z</dcterms:created>
  <dcterms:modified xsi:type="dcterms:W3CDTF">2020-08-20T19:03:44Z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0x0101000913B57B1B56684BAB1341979C003C65</vt:lpwstr>
  </property>
</Properties>
</file>