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9"/>
  </p:notesMasterIdLst>
  <p:sldIdLst>
    <p:sldId id="280" r:id="rId5"/>
    <p:sldId id="269" r:id="rId6"/>
    <p:sldId id="277" r:id="rId7"/>
    <p:sldId id="279"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DE8B0A-389B-4F3A-A521-A6B12449D47F}" v="278" dt="2020-08-26T16:23:06.8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2" autoAdjust="0"/>
    <p:restoredTop sz="94660"/>
  </p:normalViewPr>
  <p:slideViewPr>
    <p:cSldViewPr snapToGrid="0">
      <p:cViewPr varScale="1">
        <p:scale>
          <a:sx n="105" d="100"/>
          <a:sy n="105" d="100"/>
        </p:scale>
        <p:origin x="78" y="2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ach" userId="8ae8df808a00c05c" providerId="LiveId" clId="{1CDE8B0A-389B-4F3A-A521-A6B12449D47F}"/>
    <pc:docChg chg="undo redo custSel modSld sldOrd">
      <pc:chgData name="Teach" userId="8ae8df808a00c05c" providerId="LiveId" clId="{1CDE8B0A-389B-4F3A-A521-A6B12449D47F}" dt="2020-08-26T16:25:42.887" v="393" actId="33935"/>
      <pc:docMkLst>
        <pc:docMk/>
      </pc:docMkLst>
      <pc:sldChg chg="modSp mod ord">
        <pc:chgData name="Teach" userId="8ae8df808a00c05c" providerId="LiveId" clId="{1CDE8B0A-389B-4F3A-A521-A6B12449D47F}" dt="2020-08-19T22:30:23.286" v="364" actId="20577"/>
        <pc:sldMkLst>
          <pc:docMk/>
          <pc:sldMk cId="3352204269" sldId="269"/>
        </pc:sldMkLst>
        <pc:spChg chg="mod">
          <ac:chgData name="Teach" userId="8ae8df808a00c05c" providerId="LiveId" clId="{1CDE8B0A-389B-4F3A-A521-A6B12449D47F}" dt="2020-08-19T22:30:04.292" v="341" actId="20577"/>
          <ac:spMkLst>
            <pc:docMk/>
            <pc:sldMk cId="3352204269" sldId="269"/>
            <ac:spMk id="2" creationId="{8F771059-70F5-4DCF-8F23-F5981FAB643C}"/>
          </ac:spMkLst>
        </pc:spChg>
        <pc:spChg chg="mod">
          <ac:chgData name="Teach" userId="8ae8df808a00c05c" providerId="LiveId" clId="{1CDE8B0A-389B-4F3A-A521-A6B12449D47F}" dt="2020-08-19T22:24:45.296" v="115" actId="20577"/>
          <ac:spMkLst>
            <pc:docMk/>
            <pc:sldMk cId="3352204269" sldId="269"/>
            <ac:spMk id="13" creationId="{28FAF219-B0F0-4D6F-A011-8C6E213E6DC1}"/>
          </ac:spMkLst>
        </pc:spChg>
        <pc:spChg chg="mod">
          <ac:chgData name="Teach" userId="8ae8df808a00c05c" providerId="LiveId" clId="{1CDE8B0A-389B-4F3A-A521-A6B12449D47F}" dt="2020-08-19T22:30:23.286" v="364" actId="20577"/>
          <ac:spMkLst>
            <pc:docMk/>
            <pc:sldMk cId="3352204269" sldId="269"/>
            <ac:spMk id="44" creationId="{613084E1-A9E7-4C28-BEBD-94FA52AA538E}"/>
          </ac:spMkLst>
        </pc:spChg>
        <pc:spChg chg="mod">
          <ac:chgData name="Teach" userId="8ae8df808a00c05c" providerId="LiveId" clId="{1CDE8B0A-389B-4F3A-A521-A6B12449D47F}" dt="2020-08-19T22:27:06.451" v="267" actId="6549"/>
          <ac:spMkLst>
            <pc:docMk/>
            <pc:sldMk cId="3352204269" sldId="269"/>
            <ac:spMk id="51" creationId="{DAEEF1B7-911A-45D5-A835-13845FE1F5C6}"/>
          </ac:spMkLst>
        </pc:spChg>
        <pc:spChg chg="mod">
          <ac:chgData name="Teach" userId="8ae8df808a00c05c" providerId="LiveId" clId="{1CDE8B0A-389B-4F3A-A521-A6B12449D47F}" dt="2020-08-19T22:28:50.239" v="298" actId="20577"/>
          <ac:spMkLst>
            <pc:docMk/>
            <pc:sldMk cId="3352204269" sldId="269"/>
            <ac:spMk id="57" creationId="{BD8B0826-0D1D-48CA-AEA2-610A6DB4FA56}"/>
          </ac:spMkLst>
        </pc:spChg>
        <pc:spChg chg="mod">
          <ac:chgData name="Teach" userId="8ae8df808a00c05c" providerId="LiveId" clId="{1CDE8B0A-389B-4F3A-A521-A6B12449D47F}" dt="2020-08-19T22:29:17.565" v="306" actId="20577"/>
          <ac:spMkLst>
            <pc:docMk/>
            <pc:sldMk cId="3352204269" sldId="269"/>
            <ac:spMk id="66" creationId="{B03AF68A-18AE-481F-A6DB-CFF81A683573}"/>
          </ac:spMkLst>
        </pc:spChg>
        <pc:spChg chg="mod">
          <ac:chgData name="Teach" userId="8ae8df808a00c05c" providerId="LiveId" clId="{1CDE8B0A-389B-4F3A-A521-A6B12449D47F}" dt="2020-08-19T22:26:07.584" v="205" actId="20577"/>
          <ac:spMkLst>
            <pc:docMk/>
            <pc:sldMk cId="3352204269" sldId="269"/>
            <ac:spMk id="131" creationId="{83105C6D-94DC-444D-A80F-80E89A1ED833}"/>
          </ac:spMkLst>
        </pc:spChg>
        <pc:spChg chg="mod">
          <ac:chgData name="Teach" userId="8ae8df808a00c05c" providerId="LiveId" clId="{1CDE8B0A-389B-4F3A-A521-A6B12449D47F}" dt="2020-08-19T22:25:42.421" v="162" actId="20577"/>
          <ac:spMkLst>
            <pc:docMk/>
            <pc:sldMk cId="3352204269" sldId="269"/>
            <ac:spMk id="137" creationId="{CFE9643E-4E1C-4106-88E9-AE7C30BF2726}"/>
          </ac:spMkLst>
        </pc:spChg>
      </pc:sldChg>
      <pc:sldChg chg="addSp modSp mod modAnim">
        <pc:chgData name="Teach" userId="8ae8df808a00c05c" providerId="LiveId" clId="{1CDE8B0A-389B-4F3A-A521-A6B12449D47F}" dt="2020-08-19T22:01:48.315" v="111" actId="1076"/>
        <pc:sldMkLst>
          <pc:docMk/>
          <pc:sldMk cId="3548116233" sldId="277"/>
        </pc:sldMkLst>
        <pc:spChg chg="mod">
          <ac:chgData name="Teach" userId="8ae8df808a00c05c" providerId="LiveId" clId="{1CDE8B0A-389B-4F3A-A521-A6B12449D47F}" dt="2020-08-19T22:01:48.315" v="111" actId="1076"/>
          <ac:spMkLst>
            <pc:docMk/>
            <pc:sldMk cId="3548116233" sldId="277"/>
            <ac:spMk id="77" creationId="{179443CE-6AF0-4528-B245-8C443BB4D77B}"/>
          </ac:spMkLst>
        </pc:spChg>
        <pc:grpChg chg="add mod">
          <ac:chgData name="Teach" userId="8ae8df808a00c05c" providerId="LiveId" clId="{1CDE8B0A-389B-4F3A-A521-A6B12449D47F}" dt="2020-08-19T22:01:31.310" v="108" actId="1076"/>
          <ac:grpSpMkLst>
            <pc:docMk/>
            <pc:sldMk cId="3548116233" sldId="277"/>
            <ac:grpSpMk id="75" creationId="{E9AC1A05-D237-44BC-AFDF-BBF41660E850}"/>
          </ac:grpSpMkLst>
        </pc:grpChg>
        <pc:cxnChg chg="mod">
          <ac:chgData name="Teach" userId="8ae8df808a00c05c" providerId="LiveId" clId="{1CDE8B0A-389B-4F3A-A521-A6B12449D47F}" dt="2020-08-19T22:01:48.315" v="111" actId="1076"/>
          <ac:cxnSpMkLst>
            <pc:docMk/>
            <pc:sldMk cId="3548116233" sldId="277"/>
            <ac:cxnSpMk id="76" creationId="{4C3D300E-4E14-4A2B-B2CB-B661434FAFFA}"/>
          </ac:cxnSpMkLst>
        </pc:cxnChg>
      </pc:sldChg>
      <pc:sldChg chg="modAnim">
        <pc:chgData name="Teach" userId="8ae8df808a00c05c" providerId="LiveId" clId="{1CDE8B0A-389B-4F3A-A521-A6B12449D47F}" dt="2020-08-19T22:04:08.439" v="113"/>
        <pc:sldMkLst>
          <pc:docMk/>
          <pc:sldMk cId="1378476501" sldId="279"/>
        </pc:sldMkLst>
      </pc:sldChg>
      <pc:sldChg chg="addSp delSp modSp mod modAnim">
        <pc:chgData name="Teach" userId="8ae8df808a00c05c" providerId="LiveId" clId="{1CDE8B0A-389B-4F3A-A521-A6B12449D47F}" dt="2020-08-26T16:25:42.887" v="393" actId="33935"/>
        <pc:sldMkLst>
          <pc:docMk/>
          <pc:sldMk cId="1659986122" sldId="280"/>
        </pc:sldMkLst>
        <pc:spChg chg="mod">
          <ac:chgData name="Teach" userId="8ae8df808a00c05c" providerId="LiveId" clId="{1CDE8B0A-389B-4F3A-A521-A6B12449D47F}" dt="2020-08-19T13:07:03.532" v="9" actId="164"/>
          <ac:spMkLst>
            <pc:docMk/>
            <pc:sldMk cId="1659986122" sldId="280"/>
            <ac:spMk id="2" creationId="{974CB89E-A320-4DCE-B7B2-847037DCB28D}"/>
          </ac:spMkLst>
        </pc:spChg>
        <pc:spChg chg="mod">
          <ac:chgData name="Teach" userId="8ae8df808a00c05c" providerId="LiveId" clId="{1CDE8B0A-389B-4F3A-A521-A6B12449D47F}" dt="2020-08-19T13:08:54.662" v="35" actId="1076"/>
          <ac:spMkLst>
            <pc:docMk/>
            <pc:sldMk cId="1659986122" sldId="280"/>
            <ac:spMk id="8" creationId="{7195B8B5-BFD4-43A5-9568-B512C0D5CCC2}"/>
          </ac:spMkLst>
        </pc:spChg>
        <pc:spChg chg="add mod modVis">
          <ac:chgData name="Teach" userId="8ae8df808a00c05c" providerId="LiveId" clId="{1CDE8B0A-389B-4F3A-A521-A6B12449D47F}" dt="2020-08-26T16:25:42.887" v="393" actId="33935"/>
          <ac:spMkLst>
            <pc:docMk/>
            <pc:sldMk cId="1659986122" sldId="280"/>
            <ac:spMk id="17" creationId="{1E5078A0-C285-4539-B9D1-4CFC503CB846}"/>
          </ac:spMkLst>
        </pc:spChg>
        <pc:spChg chg="add mod modVis">
          <ac:chgData name="Teach" userId="8ae8df808a00c05c" providerId="LiveId" clId="{1CDE8B0A-389B-4F3A-A521-A6B12449D47F}" dt="2020-08-26T16:25:42.887" v="393" actId="33935"/>
          <ac:spMkLst>
            <pc:docMk/>
            <pc:sldMk cId="1659986122" sldId="280"/>
            <ac:spMk id="20" creationId="{4B1065CA-9C00-41C4-86CB-4B51527F1458}"/>
          </ac:spMkLst>
        </pc:spChg>
        <pc:spChg chg="mod topLvl">
          <ac:chgData name="Teach" userId="8ae8df808a00c05c" providerId="LiveId" clId="{1CDE8B0A-389B-4F3A-A521-A6B12449D47F}" dt="2020-08-19T13:13:01.992" v="66" actId="338"/>
          <ac:spMkLst>
            <pc:docMk/>
            <pc:sldMk cId="1659986122" sldId="280"/>
            <ac:spMk id="28" creationId="{8DCCF054-F1DD-4C51-BC04-03D4493FA13C}"/>
          </ac:spMkLst>
        </pc:spChg>
        <pc:spChg chg="mod topLvl">
          <ac:chgData name="Teach" userId="8ae8df808a00c05c" providerId="LiveId" clId="{1CDE8B0A-389B-4F3A-A521-A6B12449D47F}" dt="2020-08-19T13:14:49.767" v="78" actId="1076"/>
          <ac:spMkLst>
            <pc:docMk/>
            <pc:sldMk cId="1659986122" sldId="280"/>
            <ac:spMk id="29" creationId="{ABA6E6AA-48C0-4E0B-BA6B-0252FF20504A}"/>
          </ac:spMkLst>
        </pc:spChg>
        <pc:spChg chg="mod modVis">
          <ac:chgData name="Teach" userId="8ae8df808a00c05c" providerId="LiveId" clId="{1CDE8B0A-389B-4F3A-A521-A6B12449D47F}" dt="2020-08-26T16:24:31.348" v="385" actId="33935"/>
          <ac:spMkLst>
            <pc:docMk/>
            <pc:sldMk cId="1659986122" sldId="280"/>
            <ac:spMk id="30" creationId="{1CFE4290-9DE5-4B90-AB2E-47EE57D56D7E}"/>
          </ac:spMkLst>
        </pc:spChg>
        <pc:spChg chg="mod modVis">
          <ac:chgData name="Teach" userId="8ae8df808a00c05c" providerId="LiveId" clId="{1CDE8B0A-389B-4F3A-A521-A6B12449D47F}" dt="2020-08-26T16:25:42.887" v="393" actId="33935"/>
          <ac:spMkLst>
            <pc:docMk/>
            <pc:sldMk cId="1659986122" sldId="280"/>
            <ac:spMk id="55" creationId="{DB76D0BC-683D-4A45-95FB-96B19B4BF3BE}"/>
          </ac:spMkLst>
        </pc:spChg>
        <pc:spChg chg="mod">
          <ac:chgData name="Teach" userId="8ae8df808a00c05c" providerId="LiveId" clId="{1CDE8B0A-389B-4F3A-A521-A6B12449D47F}" dt="2020-08-19T13:07:10.255" v="11" actId="1076"/>
          <ac:spMkLst>
            <pc:docMk/>
            <pc:sldMk cId="1659986122" sldId="280"/>
            <ac:spMk id="60" creationId="{0683686E-EF44-5743-8029-3B213B142AAE}"/>
          </ac:spMkLst>
        </pc:spChg>
        <pc:spChg chg="mod">
          <ac:chgData name="Teach" userId="8ae8df808a00c05c" providerId="LiveId" clId="{1CDE8B0A-389B-4F3A-A521-A6B12449D47F}" dt="2020-08-19T13:07:30.847" v="13" actId="1076"/>
          <ac:spMkLst>
            <pc:docMk/>
            <pc:sldMk cId="1659986122" sldId="280"/>
            <ac:spMk id="99" creationId="{05AA9277-73AE-4F0B-915F-F1A568B1FF07}"/>
          </ac:spMkLst>
        </pc:spChg>
        <pc:spChg chg="mod">
          <ac:chgData name="Teach" userId="8ae8df808a00c05c" providerId="LiveId" clId="{1CDE8B0A-389B-4F3A-A521-A6B12449D47F}" dt="2020-08-19T13:07:03.532" v="9" actId="164"/>
          <ac:spMkLst>
            <pc:docMk/>
            <pc:sldMk cId="1659986122" sldId="280"/>
            <ac:spMk id="115" creationId="{D0C7CF77-FD28-45AE-85DA-EC1F1BD7E112}"/>
          </ac:spMkLst>
        </pc:spChg>
        <pc:spChg chg="add mod">
          <ac:chgData name="Teach" userId="8ae8df808a00c05c" providerId="LiveId" clId="{1CDE8B0A-389B-4F3A-A521-A6B12449D47F}" dt="2020-08-19T13:07:58.827" v="27" actId="1076"/>
          <ac:spMkLst>
            <pc:docMk/>
            <pc:sldMk cId="1659986122" sldId="280"/>
            <ac:spMk id="118" creationId="{A16755B9-301A-47D7-B560-0B6A72B6A6BE}"/>
          </ac:spMkLst>
        </pc:spChg>
        <pc:spChg chg="mod">
          <ac:chgData name="Teach" userId="8ae8df808a00c05c" providerId="LiveId" clId="{1CDE8B0A-389B-4F3A-A521-A6B12449D47F}" dt="2020-08-19T13:10:37.965" v="49" actId="1076"/>
          <ac:spMkLst>
            <pc:docMk/>
            <pc:sldMk cId="1659986122" sldId="280"/>
            <ac:spMk id="135" creationId="{0D124974-7A06-A543-9686-F06112CCFD81}"/>
          </ac:spMkLst>
        </pc:spChg>
        <pc:spChg chg="mod">
          <ac:chgData name="Teach" userId="8ae8df808a00c05c" providerId="LiveId" clId="{1CDE8B0A-389B-4F3A-A521-A6B12449D47F}" dt="2020-08-19T13:08:33.086" v="32" actId="1076"/>
          <ac:spMkLst>
            <pc:docMk/>
            <pc:sldMk cId="1659986122" sldId="280"/>
            <ac:spMk id="136" creationId="{C8D84AFA-B1E4-244F-AF46-B62FE343A25F}"/>
          </ac:spMkLst>
        </pc:spChg>
        <pc:spChg chg="mod ord modVis">
          <ac:chgData name="Teach" userId="8ae8df808a00c05c" providerId="LiveId" clId="{1CDE8B0A-389B-4F3A-A521-A6B12449D47F}" dt="2020-08-26T16:24:31.348" v="385" actId="33935"/>
          <ac:spMkLst>
            <pc:docMk/>
            <pc:sldMk cId="1659986122" sldId="280"/>
            <ac:spMk id="144" creationId="{B5ADD618-C587-1B47-BABA-10F9071B32EB}"/>
          </ac:spMkLst>
        </pc:spChg>
        <pc:spChg chg="mod ord modVis">
          <ac:chgData name="Teach" userId="8ae8df808a00c05c" providerId="LiveId" clId="{1CDE8B0A-389B-4F3A-A521-A6B12449D47F}" dt="2020-08-26T16:24:31.348" v="385" actId="33935"/>
          <ac:spMkLst>
            <pc:docMk/>
            <pc:sldMk cId="1659986122" sldId="280"/>
            <ac:spMk id="145" creationId="{AA249BE5-1B87-E74E-AC5F-C05089A46B76}"/>
          </ac:spMkLst>
        </pc:spChg>
        <pc:spChg chg="mod ord modVis">
          <ac:chgData name="Teach" userId="8ae8df808a00c05c" providerId="LiveId" clId="{1CDE8B0A-389B-4F3A-A521-A6B12449D47F}" dt="2020-08-26T16:24:31.348" v="385" actId="33935"/>
          <ac:spMkLst>
            <pc:docMk/>
            <pc:sldMk cId="1659986122" sldId="280"/>
            <ac:spMk id="146" creationId="{7EF05C0E-8723-5C49-B939-2CBEA20DA975}"/>
          </ac:spMkLst>
        </pc:spChg>
        <pc:spChg chg="mod modVis">
          <ac:chgData name="Teach" userId="8ae8df808a00c05c" providerId="LiveId" clId="{1CDE8B0A-389B-4F3A-A521-A6B12449D47F}" dt="2020-08-26T16:24:31.348" v="385" actId="33935"/>
          <ac:spMkLst>
            <pc:docMk/>
            <pc:sldMk cId="1659986122" sldId="280"/>
            <ac:spMk id="147" creationId="{D4FB135F-1EE6-A240-8DC2-9BE9FB4202CA}"/>
          </ac:spMkLst>
        </pc:spChg>
        <pc:spChg chg="mod modVis">
          <ac:chgData name="Teach" userId="8ae8df808a00c05c" providerId="LiveId" clId="{1CDE8B0A-389B-4F3A-A521-A6B12449D47F}" dt="2020-08-26T16:24:31.348" v="385" actId="33935"/>
          <ac:spMkLst>
            <pc:docMk/>
            <pc:sldMk cId="1659986122" sldId="280"/>
            <ac:spMk id="179" creationId="{BD5DBEAC-4130-4A32-A940-E50ED2B37126}"/>
          </ac:spMkLst>
        </pc:spChg>
        <pc:spChg chg="mod modVis">
          <ac:chgData name="Teach" userId="8ae8df808a00c05c" providerId="LiveId" clId="{1CDE8B0A-389B-4F3A-A521-A6B12449D47F}" dt="2020-08-26T16:24:31.348" v="385" actId="33935"/>
          <ac:spMkLst>
            <pc:docMk/>
            <pc:sldMk cId="1659986122" sldId="280"/>
            <ac:spMk id="180" creationId="{3571FBFA-EC5E-4625-993F-7036E711CAFB}"/>
          </ac:spMkLst>
        </pc:spChg>
        <pc:grpChg chg="mod">
          <ac:chgData name="Teach" userId="8ae8df808a00c05c" providerId="LiveId" clId="{1CDE8B0A-389B-4F3A-A521-A6B12449D47F}" dt="2020-08-19T13:07:03.532" v="9" actId="164"/>
          <ac:grpSpMkLst>
            <pc:docMk/>
            <pc:sldMk cId="1659986122" sldId="280"/>
            <ac:grpSpMk id="4" creationId="{98385516-DB46-4ED8-8758-A8EDA8DC7A39}"/>
          </ac:grpSpMkLst>
        </pc:grpChg>
        <pc:grpChg chg="add mod">
          <ac:chgData name="Teach" userId="8ae8df808a00c05c" providerId="LiveId" clId="{1CDE8B0A-389B-4F3A-A521-A6B12449D47F}" dt="2020-08-19T13:13:37.288" v="69" actId="1076"/>
          <ac:grpSpMkLst>
            <pc:docMk/>
            <pc:sldMk cId="1659986122" sldId="280"/>
            <ac:grpSpMk id="5" creationId="{02C299A7-F7B1-438C-82A2-D6481CBEA309}"/>
          </ac:grpSpMkLst>
        </pc:grpChg>
        <pc:grpChg chg="add del mod">
          <ac:chgData name="Teach" userId="8ae8df808a00c05c" providerId="LiveId" clId="{1CDE8B0A-389B-4F3A-A521-A6B12449D47F}" dt="2020-08-19T13:12:39.671" v="65" actId="165"/>
          <ac:grpSpMkLst>
            <pc:docMk/>
            <pc:sldMk cId="1659986122" sldId="280"/>
            <ac:grpSpMk id="15" creationId="{88297FBF-DED0-442A-9BA3-815BF83F8940}"/>
          </ac:grpSpMkLst>
        </pc:grpChg>
        <pc:grpChg chg="add mod modVis">
          <ac:chgData name="Teach" userId="8ae8df808a00c05c" providerId="LiveId" clId="{1CDE8B0A-389B-4F3A-A521-A6B12449D47F}" dt="2020-08-26T16:24:31.348" v="385" actId="33935"/>
          <ac:grpSpMkLst>
            <pc:docMk/>
            <pc:sldMk cId="1659986122" sldId="280"/>
            <ac:grpSpMk id="16" creationId="{7E06E281-74E8-41B8-BC7D-51F485D2288D}"/>
          </ac:grpSpMkLst>
        </pc:grpChg>
        <pc:grpChg chg="mod modVis">
          <ac:chgData name="Teach" userId="8ae8df808a00c05c" providerId="LiveId" clId="{1CDE8B0A-389B-4F3A-A521-A6B12449D47F}" dt="2020-08-26T16:24:31.348" v="385" actId="33935"/>
          <ac:grpSpMkLst>
            <pc:docMk/>
            <pc:sldMk cId="1659986122" sldId="280"/>
            <ac:grpSpMk id="36" creationId="{B8B9E6B4-C822-4A2A-BA91-694C980E7EB1}"/>
          </ac:grpSpMkLst>
        </pc:grpChg>
        <pc:grpChg chg="mod modVis">
          <ac:chgData name="Teach" userId="8ae8df808a00c05c" providerId="LiveId" clId="{1CDE8B0A-389B-4F3A-A521-A6B12449D47F}" dt="2020-08-26T16:24:31.348" v="385" actId="33935"/>
          <ac:grpSpMkLst>
            <pc:docMk/>
            <pc:sldMk cId="1659986122" sldId="280"/>
            <ac:grpSpMk id="38" creationId="{4BCC65ED-A6D7-4CDE-9A9B-0F190FE90B9C}"/>
          </ac:grpSpMkLst>
        </pc:grpChg>
        <pc:grpChg chg="mod modVis">
          <ac:chgData name="Teach" userId="8ae8df808a00c05c" providerId="LiveId" clId="{1CDE8B0A-389B-4F3A-A521-A6B12449D47F}" dt="2020-08-26T16:25:42.887" v="393" actId="33935"/>
          <ac:grpSpMkLst>
            <pc:docMk/>
            <pc:sldMk cId="1659986122" sldId="280"/>
            <ac:grpSpMk id="49" creationId="{E22B6704-4B1F-454D-852E-C692FEBACF68}"/>
          </ac:grpSpMkLst>
        </pc:grpChg>
        <pc:grpChg chg="mod modVis">
          <ac:chgData name="Teach" userId="8ae8df808a00c05c" providerId="LiveId" clId="{1CDE8B0A-389B-4F3A-A521-A6B12449D47F}" dt="2020-08-26T16:25:42.887" v="393" actId="33935"/>
          <ac:grpSpMkLst>
            <pc:docMk/>
            <pc:sldMk cId="1659986122" sldId="280"/>
            <ac:grpSpMk id="127" creationId="{E1EBA4EE-37D3-4700-9AB0-300F20AE2716}"/>
          </ac:grpSpMkLst>
        </pc:grpChg>
        <pc:grpChg chg="mod modVis">
          <ac:chgData name="Teach" userId="8ae8df808a00c05c" providerId="LiveId" clId="{1CDE8B0A-389B-4F3A-A521-A6B12449D47F}" dt="2020-08-26T16:24:31.348" v="385" actId="33935"/>
          <ac:grpSpMkLst>
            <pc:docMk/>
            <pc:sldMk cId="1659986122" sldId="280"/>
            <ac:grpSpMk id="182" creationId="{DDC4876D-288A-478D-BF0C-1F6BC28DB162}"/>
          </ac:grpSpMkLst>
        </pc:grpChg>
        <pc:graphicFrameChg chg="mod modVis">
          <ac:chgData name="Teach" userId="8ae8df808a00c05c" providerId="LiveId" clId="{1CDE8B0A-389B-4F3A-A521-A6B12449D47F}" dt="2020-08-26T16:24:31.348" v="385" actId="33935"/>
          <ac:graphicFrameMkLst>
            <pc:docMk/>
            <pc:sldMk cId="1659986122" sldId="280"/>
            <ac:graphicFrameMk id="11" creationId="{7877D38A-95BB-45E5-99D5-EE98EE052F2C}"/>
          </ac:graphicFrameMkLst>
        </pc:graphicFrameChg>
        <pc:graphicFrameChg chg="mod modVis">
          <ac:chgData name="Teach" userId="8ae8df808a00c05c" providerId="LiveId" clId="{1CDE8B0A-389B-4F3A-A521-A6B12449D47F}" dt="2020-08-26T16:24:31.348" v="385" actId="33935"/>
          <ac:graphicFrameMkLst>
            <pc:docMk/>
            <pc:sldMk cId="1659986122" sldId="280"/>
            <ac:graphicFrameMk id="12" creationId="{8E5055A3-CB50-4993-B461-FDC02C5ADC16}"/>
          </ac:graphicFrameMkLst>
        </pc:graphicFrameChg>
        <pc:graphicFrameChg chg="mod modVis">
          <ac:chgData name="Teach" userId="8ae8df808a00c05c" providerId="LiveId" clId="{1CDE8B0A-389B-4F3A-A521-A6B12449D47F}" dt="2020-08-26T16:25:42.887" v="393" actId="33935"/>
          <ac:graphicFrameMkLst>
            <pc:docMk/>
            <pc:sldMk cId="1659986122" sldId="280"/>
            <ac:graphicFrameMk id="40" creationId="{6A55DDBC-172B-4224-82D0-F87ED2516172}"/>
          </ac:graphicFrameMkLst>
        </pc:graphicFrameChg>
        <pc:graphicFrameChg chg="mod modVis">
          <ac:chgData name="Teach" userId="8ae8df808a00c05c" providerId="LiveId" clId="{1CDE8B0A-389B-4F3A-A521-A6B12449D47F}" dt="2020-08-26T16:25:42.887" v="393" actId="33935"/>
          <ac:graphicFrameMkLst>
            <pc:docMk/>
            <pc:sldMk cId="1659986122" sldId="280"/>
            <ac:graphicFrameMk id="42" creationId="{D62719A6-720C-45DE-8E8B-761B0F962AA4}"/>
          </ac:graphicFrameMkLst>
        </pc:graphicFrameChg>
        <pc:cxnChg chg="mod ord">
          <ac:chgData name="Teach" userId="8ae8df808a00c05c" providerId="LiveId" clId="{1CDE8B0A-389B-4F3A-A521-A6B12449D47F}" dt="2020-08-19T13:09:23.266" v="39" actId="166"/>
          <ac:cxnSpMkLst>
            <pc:docMk/>
            <pc:sldMk cId="1659986122" sldId="280"/>
            <ac:cxnSpMk id="140" creationId="{742D0B32-C36D-2B4A-84AF-A5AB44F3BF7E}"/>
          </ac:cxnSpMkLst>
        </pc:cxnChg>
        <pc:cxnChg chg="mod">
          <ac:chgData name="Teach" userId="8ae8df808a00c05c" providerId="LiveId" clId="{1CDE8B0A-389B-4F3A-A521-A6B12449D47F}" dt="2020-08-19T13:09:15.838" v="38" actId="14100"/>
          <ac:cxnSpMkLst>
            <pc:docMk/>
            <pc:sldMk cId="1659986122" sldId="280"/>
            <ac:cxnSpMk id="142" creationId="{D15C0525-EC01-9940-8ABB-12B6CE8602E9}"/>
          </ac:cxnSpMkLst>
        </pc:cxn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Column1</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3EF6-4014-8B8F-6DD55219904B}"/>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0B23-4520-A356-8C1B47F9E2A8}"/>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0B23-4520-A356-8C1B47F9E2A8}"/>
              </c:ext>
            </c:extLst>
          </c:dPt>
          <c:cat>
            <c:strRef>
              <c:f>Sheet1!$A$2:$A$4</c:f>
              <c:strCache>
                <c:ptCount val="3"/>
                <c:pt idx="0">
                  <c:v>Drugs</c:v>
                </c:pt>
                <c:pt idx="1">
                  <c:v>Infections</c:v>
                </c:pt>
                <c:pt idx="2">
                  <c:v>AI</c:v>
                </c:pt>
              </c:strCache>
            </c:strRef>
          </c:cat>
          <c:val>
            <c:numRef>
              <c:f>Sheet1!$B$2:$B$4</c:f>
              <c:numCache>
                <c:formatCode>General</c:formatCode>
                <c:ptCount val="3"/>
                <c:pt idx="0">
                  <c:v>75</c:v>
                </c:pt>
                <c:pt idx="1">
                  <c:v>10</c:v>
                </c:pt>
                <c:pt idx="2">
                  <c:v>15</c:v>
                </c:pt>
              </c:numCache>
            </c:numRef>
          </c:val>
          <c:extLst>
            <c:ext xmlns:c16="http://schemas.microsoft.com/office/drawing/2014/chart" uri="{C3380CC4-5D6E-409C-BE32-E72D297353CC}">
              <c16:uniqueId val="{00000000-3EF6-4014-8B8F-6DD55219904B}"/>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26T17:27:26.282"/>
    </inkml:context>
    <inkml:brush xml:id="br0">
      <inkml:brushProperty name="width" value="0.025" units="cm"/>
      <inkml:brushProperty name="height" value="0.025" units="cm"/>
      <inkml:brushProperty name="color" value="#008C3A"/>
    </inkml:brush>
  </inkml:definitions>
  <inkml:trace contextRef="#ctx0" brushRef="#br0">1 1009 76,'0'0'203,"0"0"-61,0 0 25,0 0 12,0 0-58,0 0-58,0 0 1,0 0 22,4-1 21,-1-1-219,2 0 403,-1 0 1,1 1 0,0 0 0,-1 0-1,2 0 1,0 0-292,-4 1 63,-1 0 0,1 0 0,-1 0 0,-1-1 0,1 1-1,1 0 1,-1-1 0,1 0 0,-1 1 0,1-1 0,-1 0-1,-1 0 1,1 1 0,0 0 0,0-1 0,1 1 0,-1-1 0,0-1-1,0 1 1,0 0 0,0 0 0,0-1 0,-1 1-63,13-32 519,-5 12-506,7-22 10,-12 32 26,1 0 0,0 1 0,5-10-49,27-37 6,-22 32 40,16-22-46,3-7 106,-2 6-259,1 2 0,16-18 153,12-14-124,-19 24 106,-16 21-35,-1-1 0,9-19 53,-5 5-188,-7 12-438,-2-1 0,0 0 1,-2-5 625,-10 25-848,1-5 251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26T17:27:26.283"/>
    </inkml:context>
    <inkml:brush xml:id="br0">
      <inkml:brushProperty name="width" value="0.025" units="cm"/>
      <inkml:brushProperty name="height" value="0.025" units="cm"/>
      <inkml:brushProperty name="color" value="#008C3A"/>
    </inkml:brush>
  </inkml:definitions>
  <inkml:trace contextRef="#ctx0" brushRef="#br0">1 1053 32,'11'4'231,"-8"-3"-53,-3-1-22,0 0 22,0 0 71,0 0-60,9-5 946,-6 4-1072,1-2 0,0-1 0,-1 2 0,0 0 1,1-2-1,-1 1 0,-1 0 0,1-1 0,0 1 0,0-1 0,0-3-63,3-3 148,-3-1 0,1 1 0,2-9-148,-2 4 129,2 1 1,-2 0-1,3-1-129,4-5 43,14-33 106,-15 29-103,1-1 0,2 1-46,-4 5 15,0 1 0,-1-2-1,4-14-14,-8 19 37,0 2 0,1-2 0,1 1-1,0 1 1,0 0 0,2-1 0,-1 1-1,8-6-36,29-46 320,-3 0 0,15-32-320,33-56 28,-1 10-1375,-84 138 1188,-4 5 90,0 0-1,0 0 1,1-1 0,-1 1-1,1 0 1,-1 0-1,0-1 1,1 1-1,-1 0 1,0-1-1,0 1 1,1-1 0,-1 1-1,0 0 1,0-1-1,0 1 1,1-1-1,-1 1 1,0 0-1,0 0 1,0 0-1,0 0 1,0 0 0,0-1-1,0 1 1,0-1-1,0 1 1,0-1-1,0 1 1,0-1-1,0 1 70,-1-1-529</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26T17:27:26.284"/>
    </inkml:context>
    <inkml:brush xml:id="br0">
      <inkml:brushProperty name="width" value="0.025" units="cm"/>
      <inkml:brushProperty name="height" value="0.025" units="cm"/>
      <inkml:brushProperty name="color" value="#008C3A"/>
    </inkml:brush>
  </inkml:definitions>
  <inkml:trace contextRef="#ctx0" brushRef="#br0">1 1097 48,'0'0'175,"0"0"-4,0 0-34,0 0 48,0 0-45,0 0-9,0 0 15,0 0-55,0 0-12,0 0 11,0 0 2,0 0 30,0 0-12,0 0-12,0 0 24,0 0-11,0 0-24,0 0-8,0 0 9,4 2 4,-3-1-52,-1-1-1,1 1 0,1 0 1,-1-1-1,1 1 1,0-1-1,-1 1 0,1-1 1,-2 0-1,1 0 1,2 0-40,2-4 74,-2 0 0,2 0 0,-1-1 0,-1 2 0,1-3 0,0 2-1,-2-2-73,2 1 11,35-70 150,37-73 151,58-56 302,-15 22-394,-50 83-83,49-55-137,-6 11-793,-107 135 712,-4 6-53,1 2 0,0-3-1,-1 1 1,0 0 0,1 0 0,-1 0 0,-1 0-1,2 0 1,-1-1 0,0 1 0,-1 0-1,1 0 1,0 0 0,-1-1 0,0 0-1,0 2 1,0-4 134,-1-5-580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26T17:27:26.285"/>
    </inkml:context>
    <inkml:brush xml:id="br0">
      <inkml:brushProperty name="width" value="0.025" units="cm"/>
      <inkml:brushProperty name="height" value="0.025" units="cm"/>
      <inkml:brushProperty name="color" value="#008C3A"/>
    </inkml:brush>
  </inkml:definitions>
  <inkml:trace contextRef="#ctx0" brushRef="#br0">1 1290 48,'0'0'225,"2"-2"-17,5-4-36,0-1 1,0-1 0,-1 0-1,1 0 1,-2 0 0,1-1-1,-2 0 1,1-1 0,-2 1 0,1-1-1,2-5-172,9-26 243,33-93 771,-36 103-376,7-26-638,-11 27 340,2 2 1,11-21-341,94-173 671,-62 126-448,5 2 0,16-14-223,73-93-699,-81 123-1771,-60 70 1498,-8 5 288</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26T17:27:26.286"/>
    </inkml:context>
    <inkml:brush xml:id="br0">
      <inkml:brushProperty name="width" value="0.025" units="cm"/>
      <inkml:brushProperty name="height" value="0.025" units="cm"/>
      <inkml:brushProperty name="color" value="#008C3A"/>
    </inkml:brush>
  </inkml:definitions>
  <inkml:trace contextRef="#ctx0" brushRef="#br0">1 1319 88,'0'0'172,"0"0"26,0 0 33,0 0-41,0 0-28,0 0 1,0 0 2,0 0 10,0 0 13,5-1-64,9-4 0,-9 4-19,-5 1 24,2-8 545,-1 4-591,1 0-1,0 0 1,0 0 0,-1 1-1,1-2 1,-1 2-1,-1-2 1,0 1 0,0-3-83,0 2 46,1 2 0,0-1 0,1 0 0,-1 0 0,1 0 0,0 1 0,0-1 0,-2 0 0,2 2 0,1-3 1,0 2-1,-1 1 0,1-3-46,7-10 111,6-11 91,-3-2 0,2-7-202,19-37 315,86-160 471,-5 9 160,41-46-946,-92 173-285,46-75-1227,-82 135-1558,-26 31 2392</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26T17:27:26.287"/>
    </inkml:context>
    <inkml:brush xml:id="br0">
      <inkml:brushProperty name="width" value="0.025" units="cm"/>
      <inkml:brushProperty name="height" value="0.025" units="cm"/>
      <inkml:brushProperty name="color" value="#008C3A"/>
    </inkml:brush>
  </inkml:definitions>
  <inkml:trace contextRef="#ctx0" brushRef="#br0">1 1425 12,'0'0'156,"0"0"-34,0 0-8,0 0 18,0 0-28,0 0 32,0 0-6,0 0-11,0 0-4,0 0-30,0 0-1,0 0 16,4-1 42,8-9 12,-10 9-25,-2 1 3,0 0 14,2-3-34,2-1-45,-2 0 1,0-1-1,1 1 1,0-1-1,0-1 1,-3 2-1,2-2 1,0 2 0,-1-1-1,0 0 1,0-1-1,0 1 1,-1 0-1,0 0 1,0-3-68,2-7 110,-1 0 1,1 1-1,2-2 1,0 2-1,0 1 0,4-9-110,12-23 531,11-13-531,-13 23 126,152-300 1885,8-1-1416,-110 225-1753,76-96 1158,-79 140-767,-63 65 516,0 0 1,1-1-1,0 0 0,-1 2 0,1-1 1,0 0-1,0-1 0,-1 1 0,1 1 1,1 1-1,-2-2 0,4-1 251,7 3-788</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26T17:27:26.288"/>
    </inkml:context>
    <inkml:brush xml:id="br0">
      <inkml:brushProperty name="width" value="0.025" units="cm"/>
      <inkml:brushProperty name="height" value="0.025" units="cm"/>
      <inkml:brushProperty name="color" value="#008C3A"/>
    </inkml:brush>
  </inkml:definitions>
  <inkml:trace contextRef="#ctx0" brushRef="#br0">1 1733 140,'0'0'127,"0"0"5,0 0 34,0 0-26,0 0-23,0 0 37,0 0-33,0 0 3,0 0 44,0 0-14,0 0 0,5-2-7,-4 1-149,2 0 39,-1-1-1,1 2 0,-1-1 0,-1-1 0,1 1 0,1-1 0,-1 1 0,0 0 1,-2-1-1,2 0 0,0 0 0,0 0 0,-1 1 0,1-1 0,-1-1 0,0 1 0,-1 0 1,1 0-1,0 0 0,0-1 0,0 0-36,2-10 160,0 0 0,-1-2 0,3 2 0,-1 1 0,6-8-160,2-19 231,29-66 1423,3 0-1654,20-49 1163,-3 5-504,6 2 0,6 5 0,7 1 1,16-11-660,-17 37 266,20-15-266,-60 79-163,-15 19-464,0 1 0,23-20 627,0 6-2895,-36 36 1211,1 2 504</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26T17:27:26.289"/>
    </inkml:context>
    <inkml:brush xml:id="br0">
      <inkml:brushProperty name="width" value="0.025" units="cm"/>
      <inkml:brushProperty name="height" value="0.025" units="cm"/>
      <inkml:brushProperty name="color" value="#008C3A"/>
    </inkml:brush>
  </inkml:definitions>
  <inkml:trace contextRef="#ctx0" brushRef="#br0">9 1153 56,'-5'8'413,"2"-4"59,6-4 961,1-3-1375,1 0 0,-1-1 0,-1 0 0,2 0 0,-3 0 1,2 0-1,0-1 0,-1 0 0,-1 1 0,2-1 0,-2 0 0,1 0 0,-3 0 0,3-2-58,17-40 716,3 1-1,2 0 1,12-15-716,17-29 1017,165-330 1814,-91 133-3976,-124 276 485,0 3-1,-1-2 0,0 0 0,-1-1 1,0 1-1,-1 0 0,0-6 661,3 1-1204</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26T17:27:26.290"/>
    </inkml:context>
    <inkml:brush xml:id="br0">
      <inkml:brushProperty name="width" value="0.025" units="cm"/>
      <inkml:brushProperty name="height" value="0.025" units="cm"/>
      <inkml:brushProperty name="color" value="#008C3A"/>
    </inkml:brush>
  </inkml:definitions>
  <inkml:trace contextRef="#ctx0" brushRef="#br0">1 883 80,'0'0'67,"3"-1"131,5-4 58,-5 3-30,-3 2-52,0 0 21,12-14 2168,-11 11-2157,1 1 1,0 0-1,1 0 0,-2-1 0,1 0 1,-2 0-1,1 1 0,1-1 1,-1 0-1,0 1 0,0-2-206,3-5 189,33-66 597,5 2 0,22-29-786,120-159-118,-40 59-1124,-127 179 968,-13 18-76,2 0-1,-2-1 1,0 0-1,0 0 1,-1-1-1,1 1 0,-1 0 1,0-1-1,-1 0 1,2-4 350,-3 0-866</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26T17:27:26.291"/>
    </inkml:context>
    <inkml:brush xml:id="br0">
      <inkml:brushProperty name="width" value="0.025" units="cm"/>
      <inkml:brushProperty name="height" value="0.025" units="cm"/>
      <inkml:brushProperty name="color" value="#008C3A"/>
    </inkml:brush>
  </inkml:definitions>
  <inkml:trace contextRef="#ctx0" brushRef="#br0">1 1157 48,'14'-12'2858,"5"-20"-1777,15-30-1081,-17 25 543,21-28-543,-9 22 271,-9 12-45,1-1 0,4 0-226,123-157 558,-42 52-864,-12 19-46,103-125-718,-186 230 643,-1 0 1,-1-2-1,0 1 0,0 0 1,-2-2 426,13-22-686</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26T17:27:26.292"/>
    </inkml:context>
    <inkml:brush xml:id="br0">
      <inkml:brushProperty name="width" value="0.025" units="cm"/>
      <inkml:brushProperty name="height" value="0.025" units="cm"/>
      <inkml:brushProperty name="color" value="#008C3A"/>
    </inkml:brush>
  </inkml:definitions>
  <inkml:trace contextRef="#ctx0" brushRef="#br0">4 818 36,'0'0'183,"0"0"-52,0 0-10,0 0-21,0 0-12,-4-18 2313,9 0-2063,3 1-1,-1-1 0,1-1-337,8-14 198,-1-4 59,4 1 0,0 1 0,10-12-257,73-98 35,-30 45-117,-15 22-60,-20 29-1922,26-48 2064,-37 57-930,-4 9 272</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26T17:27:26.293"/>
    </inkml:context>
    <inkml:brush xml:id="br0">
      <inkml:brushProperty name="width" value="0.025" units="cm"/>
      <inkml:brushProperty name="height" value="0.025" units="cm"/>
      <inkml:brushProperty name="color" value="#008C3A"/>
    </inkml:brush>
  </inkml:definitions>
  <inkml:trace contextRef="#ctx0" brushRef="#br0">1 973 80,'11'-16'4054,"34"-52"-2423,19-26 468,19-18-2099,-11 22 564,55-66-143,62-86-2139,-156 199 1119,-22 25-439,0 0 0,0 0 1,6-20 1037,-10 25-309,19-34-785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26T17:27:26.294"/>
    </inkml:context>
    <inkml:brush xml:id="br0">
      <inkml:brushProperty name="width" value="0.025" units="cm"/>
      <inkml:brushProperty name="height" value="0.025" units="cm"/>
      <inkml:brushProperty name="color" value="#008C3A"/>
    </inkml:brush>
  </inkml:definitions>
  <inkml:trace contextRef="#ctx0" brushRef="#br0">32 691 48,'0'0'157,"0"0"-50,0 0 11,0 0-18,0 0-22,0 0-34,0 0-2,0 0 15,0 0-30,-16-10 325,16 10-311,0 0 9,0 0-10,0 0 40,0 0 3,0 0-17,0 0-57,0 0-21,0 0-12,0 0 35,0 0 2,0 0 41,0 0-30,0 0 45,0 0 23,0 0-48,0 0-27,0 0-61,0 0 51,0 0-4,0 0 3,0 0 9,0 0 5,0 0 25,0 0-41,0 0 1,0 0 31,0 0 46,0 0 2,0 0-9,0 0 14,0 0-25,0 0-71,0 0 4,0 0 5,0 0 48,0 0-2,0 0-8,0 0-12,0 0 34,-7 10-2,7-9-16,0 0 0,0 0 0,-1 0-1,1-1 1,-1 1 0,1 0 0,-1 0 0,1-1 0,-1 1 0,1 0-1,0 0 1,0 0 0,-1 0 0,1 0 0,-1 0 0,0-1 0,-1 1-44,5-6 40,63-99 910,70-86-950,-51 75-236,17-39 236,-28 29-2521,-67 113 1976</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26T17:27:26.295"/>
    </inkml:context>
    <inkml:brush xml:id="br0">
      <inkml:brushProperty name="width" value="0.025" units="cm"/>
      <inkml:brushProperty name="height" value="0.025" units="cm"/>
      <inkml:brushProperty name="color" value="#008C3A"/>
    </inkml:brush>
  </inkml:definitions>
  <inkml:trace contextRef="#ctx0" brushRef="#br0">0 922 132,'0'0'236,"0"0"-22,0 0 20,0 0-39,0 0-10,0 0-3,0 0-53,0 0 34,0 0-24,0 0-8,0 0-19,0 0 11,0 0 50,0 0-19,0 0-33,0 0-64,0 0 7,0 0-47,1 1 1,-1-1 0,0 0 0,1 0 0,-1 0 0,0 0-1,1 0 1,-1 0 0,0 0 0,1 0 0,-1 0-1,0 0 1,0 0 0,1 0 0,-1 0 0,0 0 0,0 0-1,0-1 1,0 1 0,0 0 0,0 0 0,0 0 0,0 0-1,1 0 1,-1 0 0,0 0 0,0 0 0,1-1-1,-1 1 1,0 0-18,20-40 54,1 2-1,3 0 1,13-15-54,11-19 81,10-21 281,35-83-362,-43 76-79,-19 42-678,-3 0-1,-3-3 1,4-16 757,-10 20-539</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26T17:27:26.296"/>
    </inkml:context>
    <inkml:brush xml:id="br0">
      <inkml:brushProperty name="width" value="0.025" units="cm"/>
      <inkml:brushProperty name="height" value="0.025" units="cm"/>
      <inkml:brushProperty name="color" value="#008C3A"/>
    </inkml:brush>
  </inkml:definitions>
  <inkml:trace contextRef="#ctx0" brushRef="#br0">34 844 56,'-10'25'143,"-6"11"381,11-25 568,2-17 5,7-21-584,82-280-235,-67 236-124,8-31 89,-3 27-120,9-24 203,1 13-2267,7-41 1941,-39 118-873,-4 2 258</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26T17:27:26.297"/>
    </inkml:context>
    <inkml:brush xml:id="br0">
      <inkml:brushProperty name="width" value="0.025" units="cm"/>
      <inkml:brushProperty name="height" value="0.025" units="cm"/>
      <inkml:brushProperty name="color" value="#008C3A"/>
    </inkml:brush>
  </inkml:definitions>
  <inkml:trace contextRef="#ctx0" brushRef="#br0">0 937 164,'0'0'202,"0"0"4,0 0 46,0 0-7,0 0-77,0 0-26,0 0 23,0 0-15,0 0-21,0 0 16,0 0-19,0 0-16,0 0 49,0-6-4,1-1-123,0-1-1,0 0 1,1 0 0,-1 1 0,2-1 0,0 1 0,1-4-32,29-58 147,-10 22 168,19-42-14,-10 24 49,15-47-350,1-17 193,-15 45-669,18-76 476,-47 141-514,2 1-1,0 1 1,0-2-1,7-8 515,-5 15-537</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26T17:27:26.298"/>
    </inkml:context>
    <inkml:brush xml:id="br0">
      <inkml:brushProperty name="width" value="0.025" units="cm"/>
      <inkml:brushProperty name="height" value="0.025" units="cm"/>
      <inkml:brushProperty name="color" value="#008C3A"/>
    </inkml:brush>
  </inkml:definitions>
  <inkml:trace contextRef="#ctx0" brushRef="#br0">6 648 28,'0'0'45,"0"0"-1,0 0 1,0 1 0,0-1-1,0 0 1,0 0 0,0 0-1,0 0 1,0 1 0,0-1-1,0 0 1,0 0 0,0 0-1,0 0 1,0 1 0,0-1-1,0 0 1,0 0 0,0 0-1,0 0 1,0 0 0,0 0 0,0 1-1,0-1 1,-1 0 0,1 0-1,0 0 1,0 0 0,0 0-1,-1 0 1,1 0 0,0 0-1,0 0 1,0 0 0,-1 0-1,1 0 1,0 0 0,0 0-1,0 0 1,-1 0 0,1 0-1,0 0 1,0 0 0,0 0-1,0 0 1,-1 0 0,1-1-1,0 1 1,0 0 0,0 0-45,0-11 671,5-17-503,59-156 2233,50-97-2401,-101 250-1616,-2-2 1,8-30 1615,-14 44-799</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26T17:27:26.299"/>
    </inkml:context>
    <inkml:brush xml:id="br0">
      <inkml:brushProperty name="width" value="0.025" units="cm"/>
      <inkml:brushProperty name="height" value="0.025" units="cm"/>
      <inkml:brushProperty name="color" value="#008C3A"/>
    </inkml:brush>
  </inkml:definitions>
  <inkml:trace contextRef="#ctx0" brushRef="#br0">0 540 8,'0'0'151,"5"-2"2496,-5 2-2633,0 0 1,0 1-1,0-1 0,0 0 1,0 0-1,0 0 1,0 0-1,0 0 1,0 0-1,0 0 1,0 0-1,0 0 1,-1 0-1,1 0 0,0 0 1,0 0-1,0 0 1,0 0-1,0 0 1,0 0-1,-1 0 1,1 0-1,0 0 1,0 0-1,0 0 0,0-1 1,0 1-1,-1 0 1,1 0-1,0 0 1,0 0-1,0 0 1,0 0-1,0 0 1,0 0-1,0-1 1,0 1-1,0 0 0,0 0 1,-1 0-1,1 0 1,0 0-1,0 0 1,0-1-1,0 1 1,0 0-1,0 0 1,0 0-1,0 0 0,0 0 1,0 0-1,0 0 1,0 0-1,0 0-14,4-12 285,12-27-330,-4 14 344,37-96 885,44-113-202,-82 202-4855,5-26 3873,-12 44-850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5-26T17:27:26.281"/>
    </inkml:context>
    <inkml:brush xml:id="br0">
      <inkml:brushProperty name="width" value="0.025" units="cm"/>
      <inkml:brushProperty name="height" value="0.025" units="cm"/>
      <inkml:brushProperty name="color" value="#008C3A"/>
      <inkml:brushProperty name="ignorePressure" value="1"/>
    </inkml:brush>
  </inkml:definitions>
  <inkml:trace contextRef="#ctx0" brushRef="#br0">1 0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5-28T23:18:15.205"/>
    </inkml:context>
    <inkml:brush xml:id="br0">
      <inkml:brushProperty name="width" value="0.025" units="cm"/>
      <inkml:brushProperty name="height" value="0.025" units="cm"/>
      <inkml:brushProperty name="color" value="#008C3A"/>
      <inkml:brushProperty name="ignorePressure" value="1"/>
    </inkml:brush>
  </inkml:definitions>
  <inkml:trace contextRef="#ctx0" brushRef="#br0">1 0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5-28T23:18:15.206"/>
    </inkml:context>
    <inkml:brush xml:id="br0">
      <inkml:brushProperty name="width" value="0.025" units="cm"/>
      <inkml:brushProperty name="height" value="0.025" units="cm"/>
      <inkml:brushProperty name="color" value="#008C3A"/>
      <inkml:brushProperty name="ignorePressure" value="1"/>
    </inkml:brush>
  </inkml:definitions>
  <inkml:trace contextRef="#ctx0" brushRef="#br0">1 0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6-01T21:52:23.319"/>
    </inkml:context>
    <inkml:brush xml:id="br0">
      <inkml:brushProperty name="width" value="0.025" units="cm"/>
      <inkml:brushProperty name="height" value="0.025" units="cm"/>
      <inkml:brushProperty name="color" value="#008C3A"/>
      <inkml:brushProperty name="ignorePressure" value="1"/>
    </inkml:brush>
  </inkml:definitions>
  <inkml:trace contextRef="#ctx0" brushRef="#br0">1 0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6-01T21:52:23.320"/>
    </inkml:context>
    <inkml:brush xml:id="br0">
      <inkml:brushProperty name="width" value="0.025" units="cm"/>
      <inkml:brushProperty name="height" value="0.025" units="cm"/>
      <inkml:brushProperty name="color" value="#008C3A"/>
      <inkml:brushProperty name="ignorePressure" value="1"/>
    </inkml:brush>
  </inkml:definitions>
  <inkml:trace contextRef="#ctx0" brushRef="#br0">1 0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6-01T21:52:23.321"/>
    </inkml:context>
    <inkml:brush xml:id="br0">
      <inkml:brushProperty name="width" value="0.025" units="cm"/>
      <inkml:brushProperty name="height" value="0.025" units="cm"/>
      <inkml:brushProperty name="color" value="#008C3A"/>
      <inkml:brushProperty name="ignorePressure" value="1"/>
    </inkml:brush>
  </inkml:definitions>
  <inkml:trace contextRef="#ctx0" brushRef="#br0">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E231B6-44F1-4A24-AAC0-BF5AA23F8A46}" type="datetimeFigureOut">
              <a:rPr lang="en-US" smtClean="0"/>
              <a:t>8/26/2020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FEA3F7-5539-41E6-97C9-D7D352C7E181}" type="slidenum">
              <a:rPr lang="en-US" smtClean="0"/>
              <a:t>‹#›</a:t>
            </a:fld>
            <a:endParaRPr lang="en-US"/>
          </a:p>
        </p:txBody>
      </p:sp>
    </p:spTree>
    <p:extLst>
      <p:ext uri="{BB962C8B-B14F-4D97-AF65-F5344CB8AC3E}">
        <p14:creationId xmlns:p14="http://schemas.microsoft.com/office/powerpoint/2010/main" val="3765165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1:</a:t>
            </a:r>
          </a:p>
          <a:p>
            <a:r>
              <a:rPr lang="en-US" dirty="0"/>
              <a:t>Make the information similar to what would be available in the real world, e.g. “decreased UOP over past couple days”</a:t>
            </a:r>
          </a:p>
        </p:txBody>
      </p:sp>
      <p:sp>
        <p:nvSpPr>
          <p:cNvPr id="4" name="Slide Number Placeholder 3"/>
          <p:cNvSpPr>
            <a:spLocks noGrp="1"/>
          </p:cNvSpPr>
          <p:nvPr>
            <p:ph type="sldNum" sz="quarter" idx="5"/>
          </p:nvPr>
        </p:nvSpPr>
        <p:spPr/>
        <p:txBody>
          <a:bodyPr/>
          <a:lstStyle/>
          <a:p>
            <a:fld id="{7760CBC1-4EE1-1641-9CEA-32F5492FC095}" type="slidenum">
              <a:rPr lang="en-US" smtClean="0"/>
              <a:t>1</a:t>
            </a:fld>
            <a:endParaRPr lang="en-US"/>
          </a:p>
        </p:txBody>
      </p:sp>
    </p:spTree>
    <p:extLst>
      <p:ext uri="{BB962C8B-B14F-4D97-AF65-F5344CB8AC3E}">
        <p14:creationId xmlns:p14="http://schemas.microsoft.com/office/powerpoint/2010/main" val="25992203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1:</a:t>
            </a:r>
          </a:p>
          <a:p>
            <a:r>
              <a:rPr lang="en-US" dirty="0"/>
              <a:t>Make the information similar to what would be available in the real world, e.g. “decreased UOP over past couple days”</a:t>
            </a:r>
          </a:p>
        </p:txBody>
      </p:sp>
      <p:sp>
        <p:nvSpPr>
          <p:cNvPr id="4" name="Slide Number Placeholder 3"/>
          <p:cNvSpPr>
            <a:spLocks noGrp="1"/>
          </p:cNvSpPr>
          <p:nvPr>
            <p:ph type="sldNum" sz="quarter" idx="5"/>
          </p:nvPr>
        </p:nvSpPr>
        <p:spPr/>
        <p:txBody>
          <a:bodyPr/>
          <a:lstStyle/>
          <a:p>
            <a:fld id="{7760CBC1-4EE1-1641-9CEA-32F5492FC095}" type="slidenum">
              <a:rPr lang="en-US" smtClean="0"/>
              <a:t>3</a:t>
            </a:fld>
            <a:endParaRPr lang="en-US"/>
          </a:p>
        </p:txBody>
      </p:sp>
    </p:spTree>
    <p:extLst>
      <p:ext uri="{BB962C8B-B14F-4D97-AF65-F5344CB8AC3E}">
        <p14:creationId xmlns:p14="http://schemas.microsoft.com/office/powerpoint/2010/main" val="32995590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A580B-BFEF-4337-AEFD-AA819544C9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2575E52-D965-43FC-A65A-57144F79C5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AC1D854-3CC2-4DE7-A272-3B53BBCA7CAF}"/>
              </a:ext>
            </a:extLst>
          </p:cNvPr>
          <p:cNvSpPr>
            <a:spLocks noGrp="1"/>
          </p:cNvSpPr>
          <p:nvPr>
            <p:ph type="dt" sz="half" idx="10"/>
          </p:nvPr>
        </p:nvSpPr>
        <p:spPr/>
        <p:txBody>
          <a:bodyPr/>
          <a:lstStyle/>
          <a:p>
            <a:fld id="{818ADCFB-0A7B-453C-A538-C590907417B8}" type="datetimeFigureOut">
              <a:rPr lang="en-US" smtClean="0"/>
              <a:t>8/26/2020</a:t>
            </a:fld>
            <a:endParaRPr lang="en-US"/>
          </a:p>
        </p:txBody>
      </p:sp>
      <p:sp>
        <p:nvSpPr>
          <p:cNvPr id="5" name="Footer Placeholder 4">
            <a:extLst>
              <a:ext uri="{FF2B5EF4-FFF2-40B4-BE49-F238E27FC236}">
                <a16:creationId xmlns:a16="http://schemas.microsoft.com/office/drawing/2014/main" id="{F50EEB5F-2820-43D9-A6A1-7CBDF680D7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D63EC4-ABAF-487C-9356-01CEFBFC717C}"/>
              </a:ext>
            </a:extLst>
          </p:cNvPr>
          <p:cNvSpPr>
            <a:spLocks noGrp="1"/>
          </p:cNvSpPr>
          <p:nvPr>
            <p:ph type="sldNum" sz="quarter" idx="12"/>
          </p:nvPr>
        </p:nvSpPr>
        <p:spPr/>
        <p:txBody>
          <a:bodyPr/>
          <a:lstStyle/>
          <a:p>
            <a:fld id="{E16DD24C-46BB-459F-A2FC-AC7C2704E9E2}" type="slidenum">
              <a:rPr lang="en-US" smtClean="0"/>
              <a:t>‹#›</a:t>
            </a:fld>
            <a:endParaRPr lang="en-US"/>
          </a:p>
        </p:txBody>
      </p:sp>
    </p:spTree>
    <p:extLst>
      <p:ext uri="{BB962C8B-B14F-4D97-AF65-F5344CB8AC3E}">
        <p14:creationId xmlns:p14="http://schemas.microsoft.com/office/powerpoint/2010/main" val="163609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4B21E-29B2-487F-A5EC-9E66C86B8E1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650B2B1-6454-4747-BD3B-A39A804AFC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17FC6F-D2F3-4285-8411-E38A9082B901}"/>
              </a:ext>
            </a:extLst>
          </p:cNvPr>
          <p:cNvSpPr>
            <a:spLocks noGrp="1"/>
          </p:cNvSpPr>
          <p:nvPr>
            <p:ph type="dt" sz="half" idx="10"/>
          </p:nvPr>
        </p:nvSpPr>
        <p:spPr/>
        <p:txBody>
          <a:bodyPr/>
          <a:lstStyle/>
          <a:p>
            <a:fld id="{818ADCFB-0A7B-453C-A538-C590907417B8}" type="datetimeFigureOut">
              <a:rPr lang="en-US" smtClean="0"/>
              <a:t>8/26/2020</a:t>
            </a:fld>
            <a:endParaRPr lang="en-US"/>
          </a:p>
        </p:txBody>
      </p:sp>
      <p:sp>
        <p:nvSpPr>
          <p:cNvPr id="5" name="Footer Placeholder 4">
            <a:extLst>
              <a:ext uri="{FF2B5EF4-FFF2-40B4-BE49-F238E27FC236}">
                <a16:creationId xmlns:a16="http://schemas.microsoft.com/office/drawing/2014/main" id="{9082CA70-658F-4F12-9B42-86BEE59306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1F08BD-0144-4C1A-A813-412DECA16172}"/>
              </a:ext>
            </a:extLst>
          </p:cNvPr>
          <p:cNvSpPr>
            <a:spLocks noGrp="1"/>
          </p:cNvSpPr>
          <p:nvPr>
            <p:ph type="sldNum" sz="quarter" idx="12"/>
          </p:nvPr>
        </p:nvSpPr>
        <p:spPr/>
        <p:txBody>
          <a:bodyPr/>
          <a:lstStyle/>
          <a:p>
            <a:fld id="{E16DD24C-46BB-459F-A2FC-AC7C2704E9E2}" type="slidenum">
              <a:rPr lang="en-US" smtClean="0"/>
              <a:t>‹#›</a:t>
            </a:fld>
            <a:endParaRPr lang="en-US"/>
          </a:p>
        </p:txBody>
      </p:sp>
    </p:spTree>
    <p:extLst>
      <p:ext uri="{BB962C8B-B14F-4D97-AF65-F5344CB8AC3E}">
        <p14:creationId xmlns:p14="http://schemas.microsoft.com/office/powerpoint/2010/main" val="4253525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8978A-2B9F-4319-BF97-39394F96E05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7996C3B-7C6F-44D9-B39A-7D667F2A54E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12F55D8-98B1-4DD9-8FB4-1386CBE3CE29}"/>
              </a:ext>
            </a:extLst>
          </p:cNvPr>
          <p:cNvSpPr>
            <a:spLocks noGrp="1"/>
          </p:cNvSpPr>
          <p:nvPr>
            <p:ph type="dt" sz="half" idx="10"/>
          </p:nvPr>
        </p:nvSpPr>
        <p:spPr/>
        <p:txBody>
          <a:bodyPr/>
          <a:lstStyle/>
          <a:p>
            <a:fld id="{818ADCFB-0A7B-453C-A538-C590907417B8}" type="datetimeFigureOut">
              <a:rPr lang="en-US" smtClean="0"/>
              <a:t>8/26/2020</a:t>
            </a:fld>
            <a:endParaRPr lang="en-US"/>
          </a:p>
        </p:txBody>
      </p:sp>
      <p:sp>
        <p:nvSpPr>
          <p:cNvPr id="5" name="Footer Placeholder 4">
            <a:extLst>
              <a:ext uri="{FF2B5EF4-FFF2-40B4-BE49-F238E27FC236}">
                <a16:creationId xmlns:a16="http://schemas.microsoft.com/office/drawing/2014/main" id="{CE7AE17B-E28C-4ED4-B461-B3FAE96322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A67569-53F4-4C2C-B59F-4EA757395301}"/>
              </a:ext>
            </a:extLst>
          </p:cNvPr>
          <p:cNvSpPr>
            <a:spLocks noGrp="1"/>
          </p:cNvSpPr>
          <p:nvPr>
            <p:ph type="sldNum" sz="quarter" idx="12"/>
          </p:nvPr>
        </p:nvSpPr>
        <p:spPr/>
        <p:txBody>
          <a:bodyPr/>
          <a:lstStyle/>
          <a:p>
            <a:fld id="{E16DD24C-46BB-459F-A2FC-AC7C2704E9E2}" type="slidenum">
              <a:rPr lang="en-US" smtClean="0"/>
              <a:t>‹#›</a:t>
            </a:fld>
            <a:endParaRPr lang="en-US"/>
          </a:p>
        </p:txBody>
      </p:sp>
    </p:spTree>
    <p:extLst>
      <p:ext uri="{BB962C8B-B14F-4D97-AF65-F5344CB8AC3E}">
        <p14:creationId xmlns:p14="http://schemas.microsoft.com/office/powerpoint/2010/main" val="42795882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7B08D-CBD7-457A-89A4-0222D502029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94440D4-CE8D-42C8-ACF8-5BD8D3FCB47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387D7E6-E446-48BD-84AE-6D1A4F175A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1CA0953-5850-4A10-9E13-5D9C69E3C727}"/>
              </a:ext>
            </a:extLst>
          </p:cNvPr>
          <p:cNvSpPr>
            <a:spLocks noGrp="1"/>
          </p:cNvSpPr>
          <p:nvPr>
            <p:ph type="dt" sz="half" idx="10"/>
          </p:nvPr>
        </p:nvSpPr>
        <p:spPr/>
        <p:txBody>
          <a:bodyPr/>
          <a:lstStyle/>
          <a:p>
            <a:fld id="{818ADCFB-0A7B-453C-A538-C590907417B8}" type="datetimeFigureOut">
              <a:rPr lang="en-US" smtClean="0"/>
              <a:t>8/26/2020</a:t>
            </a:fld>
            <a:endParaRPr lang="en-US"/>
          </a:p>
        </p:txBody>
      </p:sp>
      <p:sp>
        <p:nvSpPr>
          <p:cNvPr id="6" name="Footer Placeholder 5">
            <a:extLst>
              <a:ext uri="{FF2B5EF4-FFF2-40B4-BE49-F238E27FC236}">
                <a16:creationId xmlns:a16="http://schemas.microsoft.com/office/drawing/2014/main" id="{90C68839-726A-4F29-ABEC-64EC223D50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9C18D2-AE53-44C3-BA87-A1934BC809FD}"/>
              </a:ext>
            </a:extLst>
          </p:cNvPr>
          <p:cNvSpPr>
            <a:spLocks noGrp="1"/>
          </p:cNvSpPr>
          <p:nvPr>
            <p:ph type="sldNum" sz="quarter" idx="12"/>
          </p:nvPr>
        </p:nvSpPr>
        <p:spPr/>
        <p:txBody>
          <a:bodyPr/>
          <a:lstStyle/>
          <a:p>
            <a:fld id="{E16DD24C-46BB-459F-A2FC-AC7C2704E9E2}" type="slidenum">
              <a:rPr lang="en-US" smtClean="0"/>
              <a:t>‹#›</a:t>
            </a:fld>
            <a:endParaRPr lang="en-US"/>
          </a:p>
        </p:txBody>
      </p:sp>
    </p:spTree>
    <p:extLst>
      <p:ext uri="{BB962C8B-B14F-4D97-AF65-F5344CB8AC3E}">
        <p14:creationId xmlns:p14="http://schemas.microsoft.com/office/powerpoint/2010/main" val="110013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4DE5E-77CD-465A-B572-21ED0694ED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DC0D3EA-D15B-435B-8A26-45B6208D7C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50F58B7-2442-4513-B0EB-B677500E8F1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A15A59B-8780-4879-A478-352C23C5AE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034166-4706-4E26-98F8-75FBF9A3CEF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2E0F41D-DB42-4A19-A617-DA39FF49415C}"/>
              </a:ext>
            </a:extLst>
          </p:cNvPr>
          <p:cNvSpPr>
            <a:spLocks noGrp="1"/>
          </p:cNvSpPr>
          <p:nvPr>
            <p:ph type="dt" sz="half" idx="10"/>
          </p:nvPr>
        </p:nvSpPr>
        <p:spPr/>
        <p:txBody>
          <a:bodyPr/>
          <a:lstStyle/>
          <a:p>
            <a:fld id="{818ADCFB-0A7B-453C-A538-C590907417B8}" type="datetimeFigureOut">
              <a:rPr lang="en-US" smtClean="0"/>
              <a:t>8/26/2020</a:t>
            </a:fld>
            <a:endParaRPr lang="en-US"/>
          </a:p>
        </p:txBody>
      </p:sp>
      <p:sp>
        <p:nvSpPr>
          <p:cNvPr id="8" name="Footer Placeholder 7">
            <a:extLst>
              <a:ext uri="{FF2B5EF4-FFF2-40B4-BE49-F238E27FC236}">
                <a16:creationId xmlns:a16="http://schemas.microsoft.com/office/drawing/2014/main" id="{41BCD830-CFC6-4C0F-B4E9-0CC3FA89048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779247-17C7-4A45-B8DC-DFC44606EB6B}"/>
              </a:ext>
            </a:extLst>
          </p:cNvPr>
          <p:cNvSpPr>
            <a:spLocks noGrp="1"/>
          </p:cNvSpPr>
          <p:nvPr>
            <p:ph type="sldNum" sz="quarter" idx="12"/>
          </p:nvPr>
        </p:nvSpPr>
        <p:spPr/>
        <p:txBody>
          <a:bodyPr/>
          <a:lstStyle/>
          <a:p>
            <a:fld id="{E16DD24C-46BB-459F-A2FC-AC7C2704E9E2}" type="slidenum">
              <a:rPr lang="en-US" smtClean="0"/>
              <a:t>‹#›</a:t>
            </a:fld>
            <a:endParaRPr lang="en-US"/>
          </a:p>
        </p:txBody>
      </p:sp>
    </p:spTree>
    <p:extLst>
      <p:ext uri="{BB962C8B-B14F-4D97-AF65-F5344CB8AC3E}">
        <p14:creationId xmlns:p14="http://schemas.microsoft.com/office/powerpoint/2010/main" val="29009326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E7471-DAE2-47F8-AE8D-8762373BE1B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FFD96FB-27FD-4CBE-8A36-570071050402}"/>
              </a:ext>
            </a:extLst>
          </p:cNvPr>
          <p:cNvSpPr>
            <a:spLocks noGrp="1"/>
          </p:cNvSpPr>
          <p:nvPr>
            <p:ph type="dt" sz="half" idx="10"/>
          </p:nvPr>
        </p:nvSpPr>
        <p:spPr/>
        <p:txBody>
          <a:bodyPr/>
          <a:lstStyle/>
          <a:p>
            <a:fld id="{818ADCFB-0A7B-453C-A538-C590907417B8}" type="datetimeFigureOut">
              <a:rPr lang="en-US" smtClean="0"/>
              <a:t>8/26/2020</a:t>
            </a:fld>
            <a:endParaRPr lang="en-US"/>
          </a:p>
        </p:txBody>
      </p:sp>
      <p:sp>
        <p:nvSpPr>
          <p:cNvPr id="4" name="Footer Placeholder 3">
            <a:extLst>
              <a:ext uri="{FF2B5EF4-FFF2-40B4-BE49-F238E27FC236}">
                <a16:creationId xmlns:a16="http://schemas.microsoft.com/office/drawing/2014/main" id="{D9340F6D-32F1-4E01-9A86-D80FB34E5C6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97F967B-AA52-4A68-B27C-1485B5C9C4AD}"/>
              </a:ext>
            </a:extLst>
          </p:cNvPr>
          <p:cNvSpPr>
            <a:spLocks noGrp="1"/>
          </p:cNvSpPr>
          <p:nvPr>
            <p:ph type="sldNum" sz="quarter" idx="12"/>
          </p:nvPr>
        </p:nvSpPr>
        <p:spPr/>
        <p:txBody>
          <a:bodyPr/>
          <a:lstStyle/>
          <a:p>
            <a:fld id="{E16DD24C-46BB-459F-A2FC-AC7C2704E9E2}" type="slidenum">
              <a:rPr lang="en-US" smtClean="0"/>
              <a:t>‹#›</a:t>
            </a:fld>
            <a:endParaRPr lang="en-US"/>
          </a:p>
        </p:txBody>
      </p:sp>
    </p:spTree>
    <p:extLst>
      <p:ext uri="{BB962C8B-B14F-4D97-AF65-F5344CB8AC3E}">
        <p14:creationId xmlns:p14="http://schemas.microsoft.com/office/powerpoint/2010/main" val="2015666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B38E21-ABCB-401F-989A-AAE120E86BCA}"/>
              </a:ext>
            </a:extLst>
          </p:cNvPr>
          <p:cNvSpPr>
            <a:spLocks noGrp="1"/>
          </p:cNvSpPr>
          <p:nvPr>
            <p:ph type="dt" sz="half" idx="10"/>
          </p:nvPr>
        </p:nvSpPr>
        <p:spPr/>
        <p:txBody>
          <a:bodyPr/>
          <a:lstStyle/>
          <a:p>
            <a:fld id="{818ADCFB-0A7B-453C-A538-C590907417B8}" type="datetimeFigureOut">
              <a:rPr lang="en-US" smtClean="0"/>
              <a:t>8/26/2020</a:t>
            </a:fld>
            <a:endParaRPr lang="en-US"/>
          </a:p>
        </p:txBody>
      </p:sp>
      <p:sp>
        <p:nvSpPr>
          <p:cNvPr id="3" name="Footer Placeholder 2">
            <a:extLst>
              <a:ext uri="{FF2B5EF4-FFF2-40B4-BE49-F238E27FC236}">
                <a16:creationId xmlns:a16="http://schemas.microsoft.com/office/drawing/2014/main" id="{967D4F03-A21A-495C-A157-073E3568868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83AF06D-81B4-44CD-872D-4F11ECA3F86B}"/>
              </a:ext>
            </a:extLst>
          </p:cNvPr>
          <p:cNvSpPr>
            <a:spLocks noGrp="1"/>
          </p:cNvSpPr>
          <p:nvPr>
            <p:ph type="sldNum" sz="quarter" idx="12"/>
          </p:nvPr>
        </p:nvSpPr>
        <p:spPr/>
        <p:txBody>
          <a:bodyPr/>
          <a:lstStyle/>
          <a:p>
            <a:fld id="{E16DD24C-46BB-459F-A2FC-AC7C2704E9E2}" type="slidenum">
              <a:rPr lang="en-US" smtClean="0"/>
              <a:t>‹#›</a:t>
            </a:fld>
            <a:endParaRPr lang="en-US"/>
          </a:p>
        </p:txBody>
      </p:sp>
    </p:spTree>
    <p:extLst>
      <p:ext uri="{BB962C8B-B14F-4D97-AF65-F5344CB8AC3E}">
        <p14:creationId xmlns:p14="http://schemas.microsoft.com/office/powerpoint/2010/main" val="1853613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B4E03-2384-4551-BB0B-60C1796ADD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B3E5981-9279-4A2E-BC3E-2C971FC7C3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84A309D-C08A-44E4-A672-5A18D5A177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48E799-CD5C-4D90-A909-E85D267B16EB}"/>
              </a:ext>
            </a:extLst>
          </p:cNvPr>
          <p:cNvSpPr>
            <a:spLocks noGrp="1"/>
          </p:cNvSpPr>
          <p:nvPr>
            <p:ph type="dt" sz="half" idx="10"/>
          </p:nvPr>
        </p:nvSpPr>
        <p:spPr/>
        <p:txBody>
          <a:bodyPr/>
          <a:lstStyle/>
          <a:p>
            <a:fld id="{818ADCFB-0A7B-453C-A538-C590907417B8}" type="datetimeFigureOut">
              <a:rPr lang="en-US" smtClean="0"/>
              <a:t>8/26/2020</a:t>
            </a:fld>
            <a:endParaRPr lang="en-US"/>
          </a:p>
        </p:txBody>
      </p:sp>
      <p:sp>
        <p:nvSpPr>
          <p:cNvPr id="6" name="Footer Placeholder 5">
            <a:extLst>
              <a:ext uri="{FF2B5EF4-FFF2-40B4-BE49-F238E27FC236}">
                <a16:creationId xmlns:a16="http://schemas.microsoft.com/office/drawing/2014/main" id="{147D2C18-E076-4DF2-98F0-A35C51F69A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4D5C5D-916A-41F1-BF9A-3894DB86349E}"/>
              </a:ext>
            </a:extLst>
          </p:cNvPr>
          <p:cNvSpPr>
            <a:spLocks noGrp="1"/>
          </p:cNvSpPr>
          <p:nvPr>
            <p:ph type="sldNum" sz="quarter" idx="12"/>
          </p:nvPr>
        </p:nvSpPr>
        <p:spPr/>
        <p:txBody>
          <a:bodyPr/>
          <a:lstStyle/>
          <a:p>
            <a:fld id="{E16DD24C-46BB-459F-A2FC-AC7C2704E9E2}" type="slidenum">
              <a:rPr lang="en-US" smtClean="0"/>
              <a:t>‹#›</a:t>
            </a:fld>
            <a:endParaRPr lang="en-US"/>
          </a:p>
        </p:txBody>
      </p:sp>
    </p:spTree>
    <p:extLst>
      <p:ext uri="{BB962C8B-B14F-4D97-AF65-F5344CB8AC3E}">
        <p14:creationId xmlns:p14="http://schemas.microsoft.com/office/powerpoint/2010/main" val="36351610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D8612-66A5-4122-BB78-70331A22E8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A95688-F58B-408C-A80C-C683AD0D37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5456C43-07F4-4219-B71D-71D11240B6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1047C7-0AC8-4F16-A8B6-4FE1F0D1A89B}"/>
              </a:ext>
            </a:extLst>
          </p:cNvPr>
          <p:cNvSpPr>
            <a:spLocks noGrp="1"/>
          </p:cNvSpPr>
          <p:nvPr>
            <p:ph type="dt" sz="half" idx="10"/>
          </p:nvPr>
        </p:nvSpPr>
        <p:spPr/>
        <p:txBody>
          <a:bodyPr/>
          <a:lstStyle/>
          <a:p>
            <a:fld id="{818ADCFB-0A7B-453C-A538-C590907417B8}" type="datetimeFigureOut">
              <a:rPr lang="en-US" smtClean="0"/>
              <a:t>8/26/2020</a:t>
            </a:fld>
            <a:endParaRPr lang="en-US"/>
          </a:p>
        </p:txBody>
      </p:sp>
      <p:sp>
        <p:nvSpPr>
          <p:cNvPr id="6" name="Footer Placeholder 5">
            <a:extLst>
              <a:ext uri="{FF2B5EF4-FFF2-40B4-BE49-F238E27FC236}">
                <a16:creationId xmlns:a16="http://schemas.microsoft.com/office/drawing/2014/main" id="{DD4807AA-337D-49AD-90C1-E18F4CFE53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4C05B9-98ED-42C8-876B-2857D89C5E54}"/>
              </a:ext>
            </a:extLst>
          </p:cNvPr>
          <p:cNvSpPr>
            <a:spLocks noGrp="1"/>
          </p:cNvSpPr>
          <p:nvPr>
            <p:ph type="sldNum" sz="quarter" idx="12"/>
          </p:nvPr>
        </p:nvSpPr>
        <p:spPr/>
        <p:txBody>
          <a:bodyPr/>
          <a:lstStyle/>
          <a:p>
            <a:fld id="{E16DD24C-46BB-459F-A2FC-AC7C2704E9E2}" type="slidenum">
              <a:rPr lang="en-US" smtClean="0"/>
              <a:t>‹#›</a:t>
            </a:fld>
            <a:endParaRPr lang="en-US"/>
          </a:p>
        </p:txBody>
      </p:sp>
    </p:spTree>
    <p:extLst>
      <p:ext uri="{BB962C8B-B14F-4D97-AF65-F5344CB8AC3E}">
        <p14:creationId xmlns:p14="http://schemas.microsoft.com/office/powerpoint/2010/main" val="25734956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86D87-BBDA-48A5-A562-FE05ED77BBD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4F227C8-6291-43B9-8EA5-73E2B40322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2A0662-75D3-4BC8-9E26-6ABC4FC36EEF}"/>
              </a:ext>
            </a:extLst>
          </p:cNvPr>
          <p:cNvSpPr>
            <a:spLocks noGrp="1"/>
          </p:cNvSpPr>
          <p:nvPr>
            <p:ph type="dt" sz="half" idx="10"/>
          </p:nvPr>
        </p:nvSpPr>
        <p:spPr/>
        <p:txBody>
          <a:bodyPr/>
          <a:lstStyle/>
          <a:p>
            <a:fld id="{818ADCFB-0A7B-453C-A538-C590907417B8}" type="datetimeFigureOut">
              <a:rPr lang="en-US" smtClean="0"/>
              <a:t>8/26/2020</a:t>
            </a:fld>
            <a:endParaRPr lang="en-US"/>
          </a:p>
        </p:txBody>
      </p:sp>
      <p:sp>
        <p:nvSpPr>
          <p:cNvPr id="5" name="Footer Placeholder 4">
            <a:extLst>
              <a:ext uri="{FF2B5EF4-FFF2-40B4-BE49-F238E27FC236}">
                <a16:creationId xmlns:a16="http://schemas.microsoft.com/office/drawing/2014/main" id="{E77414A2-6928-4057-A780-AC5FB0EE33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D1929E-A586-4547-83BB-A6B5DA652DF2}"/>
              </a:ext>
            </a:extLst>
          </p:cNvPr>
          <p:cNvSpPr>
            <a:spLocks noGrp="1"/>
          </p:cNvSpPr>
          <p:nvPr>
            <p:ph type="sldNum" sz="quarter" idx="12"/>
          </p:nvPr>
        </p:nvSpPr>
        <p:spPr/>
        <p:txBody>
          <a:bodyPr/>
          <a:lstStyle/>
          <a:p>
            <a:fld id="{E16DD24C-46BB-459F-A2FC-AC7C2704E9E2}" type="slidenum">
              <a:rPr lang="en-US" smtClean="0"/>
              <a:t>‹#›</a:t>
            </a:fld>
            <a:endParaRPr lang="en-US"/>
          </a:p>
        </p:txBody>
      </p:sp>
    </p:spTree>
    <p:extLst>
      <p:ext uri="{BB962C8B-B14F-4D97-AF65-F5344CB8AC3E}">
        <p14:creationId xmlns:p14="http://schemas.microsoft.com/office/powerpoint/2010/main" val="2705694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9E7EA5-D70B-46F7-B9B8-190C3DA0854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6052713-1BE2-4B01-B155-7F5F4CC0C86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0E628F-0F9C-468A-A94B-72C60D7CAACD}"/>
              </a:ext>
            </a:extLst>
          </p:cNvPr>
          <p:cNvSpPr>
            <a:spLocks noGrp="1"/>
          </p:cNvSpPr>
          <p:nvPr>
            <p:ph type="dt" sz="half" idx="10"/>
          </p:nvPr>
        </p:nvSpPr>
        <p:spPr/>
        <p:txBody>
          <a:bodyPr/>
          <a:lstStyle/>
          <a:p>
            <a:fld id="{818ADCFB-0A7B-453C-A538-C590907417B8}" type="datetimeFigureOut">
              <a:rPr lang="en-US" smtClean="0"/>
              <a:t>8/26/2020</a:t>
            </a:fld>
            <a:endParaRPr lang="en-US"/>
          </a:p>
        </p:txBody>
      </p:sp>
      <p:sp>
        <p:nvSpPr>
          <p:cNvPr id="5" name="Footer Placeholder 4">
            <a:extLst>
              <a:ext uri="{FF2B5EF4-FFF2-40B4-BE49-F238E27FC236}">
                <a16:creationId xmlns:a16="http://schemas.microsoft.com/office/drawing/2014/main" id="{51F2C892-AB82-41CA-8C25-6A5E9CF43D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AFC5B3-CB82-4686-A7C5-A1E18AE9B6D1}"/>
              </a:ext>
            </a:extLst>
          </p:cNvPr>
          <p:cNvSpPr>
            <a:spLocks noGrp="1"/>
          </p:cNvSpPr>
          <p:nvPr>
            <p:ph type="sldNum" sz="quarter" idx="12"/>
          </p:nvPr>
        </p:nvSpPr>
        <p:spPr/>
        <p:txBody>
          <a:bodyPr/>
          <a:lstStyle/>
          <a:p>
            <a:fld id="{E16DD24C-46BB-459F-A2FC-AC7C2704E9E2}" type="slidenum">
              <a:rPr lang="en-US" smtClean="0"/>
              <a:t>‹#›</a:t>
            </a:fld>
            <a:endParaRPr lang="en-US"/>
          </a:p>
        </p:txBody>
      </p:sp>
    </p:spTree>
    <p:extLst>
      <p:ext uri="{BB962C8B-B14F-4D97-AF65-F5344CB8AC3E}">
        <p14:creationId xmlns:p14="http://schemas.microsoft.com/office/powerpoint/2010/main" val="33636015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E2587C3-331A-439C-AAC3-C66D51EC1E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14A309E-E430-4F87-809A-C1AFB0F8F9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C0288C-654B-4F61-809C-4948CCFBA0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8ADCFB-0A7B-453C-A538-C590907417B8}" type="datetimeFigureOut">
              <a:rPr lang="en-US" smtClean="0"/>
              <a:t>8/26/2020</a:t>
            </a:fld>
            <a:endParaRPr lang="en-US"/>
          </a:p>
        </p:txBody>
      </p:sp>
      <p:sp>
        <p:nvSpPr>
          <p:cNvPr id="5" name="Footer Placeholder 4">
            <a:extLst>
              <a:ext uri="{FF2B5EF4-FFF2-40B4-BE49-F238E27FC236}">
                <a16:creationId xmlns:a16="http://schemas.microsoft.com/office/drawing/2014/main" id="{C4E5F160-FF73-4FB4-9F48-A4147B998B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7F2E3C4-426B-417A-9636-F58785551F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6DD24C-46BB-459F-A2FC-AC7C2704E9E2}" type="slidenum">
              <a:rPr lang="en-US" smtClean="0"/>
              <a:t>‹#›</a:t>
            </a:fld>
            <a:endParaRPr lang="en-US"/>
          </a:p>
        </p:txBody>
      </p:sp>
    </p:spTree>
    <p:extLst>
      <p:ext uri="{BB962C8B-B14F-4D97-AF65-F5344CB8AC3E}">
        <p14:creationId xmlns:p14="http://schemas.microsoft.com/office/powerpoint/2010/main" val="23145937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customXml" Target="../ink/ink5.xml"/><Relationship Id="rId18" Type="http://schemas.openxmlformats.org/officeDocument/2006/relationships/image" Target="../media/image28.png"/><Relationship Id="rId26" Type="http://schemas.openxmlformats.org/officeDocument/2006/relationships/image" Target="../media/image32.png"/><Relationship Id="rId39" Type="http://schemas.openxmlformats.org/officeDocument/2006/relationships/customXml" Target="../ink/ink18.xml"/><Relationship Id="rId3" Type="http://schemas.openxmlformats.org/officeDocument/2006/relationships/chart" Target="../charts/chart1.xml"/><Relationship Id="rId21" Type="http://schemas.openxmlformats.org/officeDocument/2006/relationships/customXml" Target="../ink/ink9.xml"/><Relationship Id="rId34" Type="http://schemas.openxmlformats.org/officeDocument/2006/relationships/image" Target="../media/image36.png"/><Relationship Id="rId47" Type="http://schemas.openxmlformats.org/officeDocument/2006/relationships/customXml" Target="../ink/ink23.xml"/><Relationship Id="rId50" Type="http://schemas.openxmlformats.org/officeDocument/2006/relationships/image" Target="../media/image3.svg"/><Relationship Id="rId55" Type="http://schemas.openxmlformats.org/officeDocument/2006/relationships/slide" Target="slide4.xml"/><Relationship Id="rId7" Type="http://schemas.openxmlformats.org/officeDocument/2006/relationships/customXml" Target="../ink/ink2.xml"/><Relationship Id="rId12" Type="http://schemas.openxmlformats.org/officeDocument/2006/relationships/image" Target="../media/image25.png"/><Relationship Id="rId17" Type="http://schemas.openxmlformats.org/officeDocument/2006/relationships/customXml" Target="../ink/ink7.xml"/><Relationship Id="rId25" Type="http://schemas.openxmlformats.org/officeDocument/2006/relationships/customXml" Target="../ink/ink11.xml"/><Relationship Id="rId33" Type="http://schemas.openxmlformats.org/officeDocument/2006/relationships/customXml" Target="../ink/ink15.xml"/><Relationship Id="rId38" Type="http://schemas.openxmlformats.org/officeDocument/2006/relationships/image" Target="../media/image38.png"/><Relationship Id="rId46" Type="http://schemas.openxmlformats.org/officeDocument/2006/relationships/customXml" Target="../ink/ink22.xml"/><Relationship Id="rId2" Type="http://schemas.openxmlformats.org/officeDocument/2006/relationships/notesSlide" Target="../notesSlides/notesSlide1.xml"/><Relationship Id="rId16" Type="http://schemas.openxmlformats.org/officeDocument/2006/relationships/image" Target="../media/image27.png"/><Relationship Id="rId20" Type="http://schemas.openxmlformats.org/officeDocument/2006/relationships/image" Target="../media/image29.png"/><Relationship Id="rId29" Type="http://schemas.openxmlformats.org/officeDocument/2006/relationships/customXml" Target="../ink/ink13.xml"/><Relationship Id="rId41" Type="http://schemas.openxmlformats.org/officeDocument/2006/relationships/customXml" Target="../ink/ink19.xml"/><Relationship Id="rId54" Type="http://schemas.openxmlformats.org/officeDocument/2006/relationships/slide" Target="slide3.xml"/><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customXml" Target="../ink/ink4.xml"/><Relationship Id="rId24" Type="http://schemas.openxmlformats.org/officeDocument/2006/relationships/image" Target="../media/image31.png"/><Relationship Id="rId32" Type="http://schemas.openxmlformats.org/officeDocument/2006/relationships/image" Target="../media/image35.png"/><Relationship Id="rId37" Type="http://schemas.openxmlformats.org/officeDocument/2006/relationships/customXml" Target="../ink/ink17.xml"/><Relationship Id="rId40" Type="http://schemas.openxmlformats.org/officeDocument/2006/relationships/image" Target="../media/image39.png"/><Relationship Id="rId45" Type="http://schemas.openxmlformats.org/officeDocument/2006/relationships/customXml" Target="../ink/ink21.xml"/><Relationship Id="rId53" Type="http://schemas.openxmlformats.org/officeDocument/2006/relationships/slide" Target="slide2.xml"/><Relationship Id="rId15" Type="http://schemas.openxmlformats.org/officeDocument/2006/relationships/customXml" Target="../ink/ink6.xml"/><Relationship Id="rId23" Type="http://schemas.openxmlformats.org/officeDocument/2006/relationships/customXml" Target="../ink/ink10.xml"/><Relationship Id="rId28" Type="http://schemas.openxmlformats.org/officeDocument/2006/relationships/image" Target="../media/image33.png"/><Relationship Id="rId36" Type="http://schemas.openxmlformats.org/officeDocument/2006/relationships/image" Target="../media/image37.png"/><Relationship Id="rId49" Type="http://schemas.openxmlformats.org/officeDocument/2006/relationships/image" Target="../media/image2.png"/><Relationship Id="rId10" Type="http://schemas.openxmlformats.org/officeDocument/2006/relationships/image" Target="../media/image24.png"/><Relationship Id="rId19" Type="http://schemas.openxmlformats.org/officeDocument/2006/relationships/customXml" Target="../ink/ink8.xml"/><Relationship Id="rId31" Type="http://schemas.openxmlformats.org/officeDocument/2006/relationships/customXml" Target="../ink/ink14.xml"/><Relationship Id="rId44" Type="http://schemas.openxmlformats.org/officeDocument/2006/relationships/customXml" Target="../ink/ink20.xml"/><Relationship Id="rId52" Type="http://schemas.openxmlformats.org/officeDocument/2006/relationships/image" Target="../media/image5.png"/><Relationship Id="rId4" Type="http://schemas.openxmlformats.org/officeDocument/2006/relationships/customXml" Target="../ink/ink1.xml"/><Relationship Id="rId9" Type="http://schemas.openxmlformats.org/officeDocument/2006/relationships/customXml" Target="../ink/ink3.xml"/><Relationship Id="rId14" Type="http://schemas.openxmlformats.org/officeDocument/2006/relationships/image" Target="../media/image26.png"/><Relationship Id="rId22" Type="http://schemas.openxmlformats.org/officeDocument/2006/relationships/image" Target="../media/image30.png"/><Relationship Id="rId27" Type="http://schemas.openxmlformats.org/officeDocument/2006/relationships/customXml" Target="../ink/ink12.xml"/><Relationship Id="rId30" Type="http://schemas.openxmlformats.org/officeDocument/2006/relationships/image" Target="../media/image34.png"/><Relationship Id="rId35" Type="http://schemas.openxmlformats.org/officeDocument/2006/relationships/customXml" Target="../ink/ink16.xml"/><Relationship Id="rId43" Type="http://schemas.openxmlformats.org/officeDocument/2006/relationships/image" Target="../media/image1.png"/><Relationship Id="rId48" Type="http://schemas.openxmlformats.org/officeDocument/2006/relationships/customXml" Target="../ink/ink24.xml"/><Relationship Id="rId8" Type="http://schemas.openxmlformats.org/officeDocument/2006/relationships/image" Target="../media/image23.png"/><Relationship Id="rId51"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1.xml"/><Relationship Id="rId1" Type="http://schemas.openxmlformats.org/officeDocument/2006/relationships/slideLayout" Target="../slideLayouts/slideLayout2.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Post-renal text">
            <a:extLst>
              <a:ext uri="{FF2B5EF4-FFF2-40B4-BE49-F238E27FC236}">
                <a16:creationId xmlns:a16="http://schemas.microsoft.com/office/drawing/2014/main" id="{B5ADD618-C587-1B47-BABA-10F9071B32EB}"/>
              </a:ext>
            </a:extLst>
          </p:cNvPr>
          <p:cNvSpPr txBox="1"/>
          <p:nvPr/>
        </p:nvSpPr>
        <p:spPr>
          <a:xfrm>
            <a:off x="130665" y="3627038"/>
            <a:ext cx="4517005" cy="1969770"/>
          </a:xfrm>
          <a:prstGeom prst="rect">
            <a:avLst/>
          </a:prstGeom>
          <a:noFill/>
          <a:ln>
            <a:solidFill>
              <a:schemeClr val="accent4"/>
            </a:solidFill>
          </a:ln>
        </p:spPr>
        <p:style>
          <a:lnRef idx="2">
            <a:schemeClr val="dk1"/>
          </a:lnRef>
          <a:fillRef idx="1">
            <a:schemeClr val="lt1"/>
          </a:fillRef>
          <a:effectRef idx="0">
            <a:schemeClr val="dk1"/>
          </a:effectRef>
          <a:fontRef idx="minor">
            <a:schemeClr val="dk1"/>
          </a:fontRef>
        </p:style>
        <p:txBody>
          <a:bodyPr wrap="square" lIns="274320" bIns="182880" rtlCol="0">
            <a:spAutoFit/>
          </a:bodyPr>
          <a:lstStyle/>
          <a:p>
            <a:r>
              <a:rPr lang="en-US" sz="1200" dirty="0"/>
              <a:t>Post-renal AKI manifests through an </a:t>
            </a:r>
            <a:r>
              <a:rPr lang="en-US" sz="1200" b="1" dirty="0"/>
              <a:t>obstructive nephropathy.  </a:t>
            </a:r>
            <a:r>
              <a:rPr lang="en-US" sz="1200" dirty="0"/>
              <a:t>If the outflow of </a:t>
            </a:r>
            <a:r>
              <a:rPr lang="en-US" sz="1200" b="1" dirty="0"/>
              <a:t>BOTH kidneys </a:t>
            </a:r>
            <a:r>
              <a:rPr lang="en-US" sz="1200" dirty="0"/>
              <a:t>(or the single functioning kidney) anywhere from the level of the urethra up to the renal calyx then:</a:t>
            </a:r>
          </a:p>
          <a:p>
            <a:pPr>
              <a:spcAft>
                <a:spcPts val="600"/>
              </a:spcAft>
            </a:pPr>
            <a:r>
              <a:rPr lang="en-US" sz="1200" dirty="0"/>
              <a:t> </a:t>
            </a:r>
            <a:r>
              <a:rPr lang="en-US" sz="1200" dirty="0">
                <a:sym typeface="Wingdings" panose="05000000000000000000" pitchFamily="2" charset="2"/>
              </a:rPr>
              <a:t></a:t>
            </a:r>
            <a:r>
              <a:rPr lang="en-US" sz="1200" dirty="0"/>
              <a:t> retrograde hydrostatic pressure, and resultant </a:t>
            </a:r>
            <a:r>
              <a:rPr lang="en-US" sz="1200" dirty="0">
                <a:sym typeface="Wingdings" panose="05000000000000000000" pitchFamily="2" charset="2"/>
              </a:rPr>
              <a:t></a:t>
            </a:r>
            <a:r>
              <a:rPr lang="en-US" sz="1200" dirty="0"/>
              <a:t> GFR.</a:t>
            </a:r>
          </a:p>
          <a:p>
            <a:endParaRPr lang="en-US" sz="1200" dirty="0"/>
          </a:p>
          <a:p>
            <a:endParaRPr lang="en-US" sz="1200" dirty="0"/>
          </a:p>
          <a:p>
            <a:endParaRPr lang="en-US" sz="1200" dirty="0"/>
          </a:p>
          <a:p>
            <a:endParaRPr lang="en-US" sz="1200" dirty="0"/>
          </a:p>
          <a:p>
            <a:endParaRPr lang="en-US" sz="1200" dirty="0"/>
          </a:p>
        </p:txBody>
      </p:sp>
      <p:sp>
        <p:nvSpPr>
          <p:cNvPr id="95" name="Bladder">
            <a:extLst>
              <a:ext uri="{FF2B5EF4-FFF2-40B4-BE49-F238E27FC236}">
                <a16:creationId xmlns:a16="http://schemas.microsoft.com/office/drawing/2014/main" id="{0F31B453-18C0-4CB1-BB02-9D54D0B62B93}"/>
              </a:ext>
            </a:extLst>
          </p:cNvPr>
          <p:cNvSpPr txBox="1"/>
          <p:nvPr/>
        </p:nvSpPr>
        <p:spPr>
          <a:xfrm>
            <a:off x="3344904" y="5803571"/>
            <a:ext cx="1386910" cy="246221"/>
          </a:xfrm>
          <a:prstGeom prst="rect">
            <a:avLst/>
          </a:prstGeom>
          <a:noFill/>
        </p:spPr>
        <p:txBody>
          <a:bodyPr wrap="square" rtlCol="0">
            <a:spAutoFit/>
          </a:bodyPr>
          <a:lstStyle/>
          <a:p>
            <a:pPr algn="ctr"/>
            <a:r>
              <a:rPr lang="en-US" altLang="zh-CN" sz="1000" dirty="0"/>
              <a:t>Bladder</a:t>
            </a:r>
            <a:endParaRPr lang="en-US" sz="1000" dirty="0"/>
          </a:p>
        </p:txBody>
      </p:sp>
      <p:cxnSp>
        <p:nvCxnSpPr>
          <p:cNvPr id="142" name="Straight Arrow Connector 141">
            <a:extLst>
              <a:ext uri="{FF2B5EF4-FFF2-40B4-BE49-F238E27FC236}">
                <a16:creationId xmlns:a16="http://schemas.microsoft.com/office/drawing/2014/main" id="{D15C0525-EC01-9940-8ABB-12B6CE8602E9}"/>
              </a:ext>
            </a:extLst>
          </p:cNvPr>
          <p:cNvCxnSpPr>
            <a:cxnSpLocks/>
          </p:cNvCxnSpPr>
          <p:nvPr/>
        </p:nvCxnSpPr>
        <p:spPr>
          <a:xfrm flipV="1">
            <a:off x="6490455" y="5673648"/>
            <a:ext cx="0" cy="225850"/>
          </a:xfrm>
          <a:prstGeom prst="straightConnector1">
            <a:avLst/>
          </a:prstGeom>
          <a:ln>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141" name="Straight Arrow Connector 140">
            <a:extLst>
              <a:ext uri="{FF2B5EF4-FFF2-40B4-BE49-F238E27FC236}">
                <a16:creationId xmlns:a16="http://schemas.microsoft.com/office/drawing/2014/main" id="{F9F21A9D-679F-3643-9716-C81F2EEE7652}"/>
              </a:ext>
            </a:extLst>
          </p:cNvPr>
          <p:cNvCxnSpPr>
            <a:cxnSpLocks/>
            <a:stCxn id="138" idx="1"/>
          </p:cNvCxnSpPr>
          <p:nvPr/>
        </p:nvCxnSpPr>
        <p:spPr>
          <a:xfrm flipH="1" flipV="1">
            <a:off x="7251472" y="3320116"/>
            <a:ext cx="1356587" cy="3873"/>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147" name="Glomerular text">
            <a:extLst>
              <a:ext uri="{FF2B5EF4-FFF2-40B4-BE49-F238E27FC236}">
                <a16:creationId xmlns:a16="http://schemas.microsoft.com/office/drawing/2014/main" id="{D4FB135F-1EE6-A240-8DC2-9BE9FB4202CA}"/>
              </a:ext>
            </a:extLst>
          </p:cNvPr>
          <p:cNvSpPr txBox="1"/>
          <p:nvPr/>
        </p:nvSpPr>
        <p:spPr>
          <a:xfrm>
            <a:off x="7616072" y="2272460"/>
            <a:ext cx="4364568" cy="830997"/>
          </a:xfrm>
          <a:prstGeom prst="rect">
            <a:avLst/>
          </a:prstGeom>
          <a:ln>
            <a:solidFill>
              <a:srgbClr val="7030A0"/>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sz="1200" b="1" dirty="0"/>
              <a:t>Acute </a:t>
            </a:r>
            <a:r>
              <a:rPr lang="en-US" sz="1200" b="1" dirty="0" err="1"/>
              <a:t>Glomerulonephritis</a:t>
            </a:r>
            <a:r>
              <a:rPr lang="en-US" sz="1200" b="1" dirty="0"/>
              <a:t> (GN): </a:t>
            </a:r>
            <a:r>
              <a:rPr lang="en-US" sz="1200" dirty="0"/>
              <a:t>both </a:t>
            </a:r>
            <a:r>
              <a:rPr lang="en-US" sz="1200" b="1" dirty="0"/>
              <a:t>non-crescentic </a:t>
            </a:r>
            <a:r>
              <a:rPr lang="en-US" sz="1200" dirty="0"/>
              <a:t>(e.g. class IV lupus nephritis or infection-related) and</a:t>
            </a:r>
            <a:r>
              <a:rPr lang="en-US" sz="1200" b="1" dirty="0"/>
              <a:t> crescentic GN or “RPGN” </a:t>
            </a:r>
            <a:r>
              <a:rPr lang="en-US" sz="1200" dirty="0"/>
              <a:t>(grouped into </a:t>
            </a:r>
            <a:r>
              <a:rPr lang="en-US" sz="1200" i="1" u="sng" dirty="0"/>
              <a:t>immune-complex</a:t>
            </a:r>
            <a:r>
              <a:rPr lang="en-US" sz="1200" dirty="0"/>
              <a:t>, </a:t>
            </a:r>
            <a:r>
              <a:rPr lang="en-US" sz="1200" i="1" u="sng" dirty="0"/>
              <a:t>pauci-immune</a:t>
            </a:r>
            <a:r>
              <a:rPr lang="en-US" sz="1200" dirty="0"/>
              <a:t> and </a:t>
            </a:r>
            <a:r>
              <a:rPr lang="en-US" sz="1200" i="1" u="sng" dirty="0"/>
              <a:t>anti-GBM</a:t>
            </a:r>
            <a:r>
              <a:rPr lang="en-US" sz="1200" dirty="0"/>
              <a:t>)</a:t>
            </a:r>
            <a:r>
              <a:rPr lang="en-US" sz="1200" i="1" u="sng" dirty="0"/>
              <a:t> </a:t>
            </a:r>
          </a:p>
          <a:p>
            <a:r>
              <a:rPr lang="en-US" sz="1200" dirty="0"/>
              <a:t>Dx: dysmorphic RBCs / RBC casts, proteinuria, leukocyturia, +/- HTN                   </a:t>
            </a:r>
          </a:p>
        </p:txBody>
      </p:sp>
      <p:sp>
        <p:nvSpPr>
          <p:cNvPr id="60" name="Title">
            <a:extLst>
              <a:ext uri="{FF2B5EF4-FFF2-40B4-BE49-F238E27FC236}">
                <a16:creationId xmlns:a16="http://schemas.microsoft.com/office/drawing/2014/main" id="{0683686E-EF44-5743-8029-3B213B142AAE}"/>
              </a:ext>
            </a:extLst>
          </p:cNvPr>
          <p:cNvSpPr txBox="1"/>
          <p:nvPr/>
        </p:nvSpPr>
        <p:spPr>
          <a:xfrm>
            <a:off x="4302809" y="111428"/>
            <a:ext cx="3088650" cy="800219"/>
          </a:xfrm>
          <a:prstGeom prst="rect">
            <a:avLst/>
          </a:prstGeom>
          <a:solidFill>
            <a:schemeClr val="bg1"/>
          </a:solidFill>
        </p:spPr>
        <p:txBody>
          <a:bodyPr wrap="square" rtlCol="0">
            <a:spAutoFit/>
          </a:bodyPr>
          <a:lstStyle/>
          <a:p>
            <a:pPr algn="ctr"/>
            <a:r>
              <a:rPr lang="en-US" sz="2800" b="1" dirty="0"/>
              <a:t>Acute Kidney Injury</a:t>
            </a:r>
          </a:p>
          <a:p>
            <a:pPr algn="ctr"/>
            <a:r>
              <a:rPr lang="en-US" dirty="0"/>
              <a:t>(Abrupt rise in serum Cr)</a:t>
            </a:r>
          </a:p>
        </p:txBody>
      </p:sp>
      <p:graphicFrame>
        <p:nvGraphicFramePr>
          <p:cNvPr id="12" name="Chart AIN">
            <a:extLst>
              <a:ext uri="{FF2B5EF4-FFF2-40B4-BE49-F238E27FC236}">
                <a16:creationId xmlns:a16="http://schemas.microsoft.com/office/drawing/2014/main" id="{8E5055A3-CB50-4993-B461-FDC02C5ADC16}"/>
              </a:ext>
            </a:extLst>
          </p:cNvPr>
          <p:cNvGraphicFramePr/>
          <p:nvPr>
            <p:extLst>
              <p:ext uri="{D42A27DB-BD31-4B8C-83A1-F6EECF244321}">
                <p14:modId xmlns:p14="http://schemas.microsoft.com/office/powerpoint/2010/main" val="1956591847"/>
              </p:ext>
            </p:extLst>
          </p:nvPr>
        </p:nvGraphicFramePr>
        <p:xfrm>
          <a:off x="10989411" y="4583862"/>
          <a:ext cx="1009569" cy="1027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Table 10">
            <a:extLst>
              <a:ext uri="{FF2B5EF4-FFF2-40B4-BE49-F238E27FC236}">
                <a16:creationId xmlns:a16="http://schemas.microsoft.com/office/drawing/2014/main" id="{7877D38A-95BB-45E5-99D5-EE98EE052F2C}"/>
              </a:ext>
            </a:extLst>
          </p:cNvPr>
          <p:cNvGraphicFramePr>
            <a:graphicFrameLocks noGrp="1"/>
          </p:cNvGraphicFramePr>
          <p:nvPr>
            <p:extLst>
              <p:ext uri="{D42A27DB-BD31-4B8C-83A1-F6EECF244321}">
                <p14:modId xmlns:p14="http://schemas.microsoft.com/office/powerpoint/2010/main" val="1675990544"/>
              </p:ext>
            </p:extLst>
          </p:nvPr>
        </p:nvGraphicFramePr>
        <p:xfrm>
          <a:off x="404514" y="4446662"/>
          <a:ext cx="3621563" cy="793115"/>
        </p:xfrm>
        <a:graphic>
          <a:graphicData uri="http://schemas.openxmlformats.org/drawingml/2006/table">
            <a:tbl>
              <a:tblPr firstRow="1">
                <a:tableStyleId>{00A15C55-8517-42AA-B614-E9B94910E393}</a:tableStyleId>
              </a:tblPr>
              <a:tblGrid>
                <a:gridCol w="687500">
                  <a:extLst>
                    <a:ext uri="{9D8B030D-6E8A-4147-A177-3AD203B41FA5}">
                      <a16:colId xmlns:a16="http://schemas.microsoft.com/office/drawing/2014/main" val="1892155078"/>
                    </a:ext>
                  </a:extLst>
                </a:gridCol>
                <a:gridCol w="849086">
                  <a:extLst>
                    <a:ext uri="{9D8B030D-6E8A-4147-A177-3AD203B41FA5}">
                      <a16:colId xmlns:a16="http://schemas.microsoft.com/office/drawing/2014/main" val="3563783346"/>
                    </a:ext>
                  </a:extLst>
                </a:gridCol>
                <a:gridCol w="2084977">
                  <a:extLst>
                    <a:ext uri="{9D8B030D-6E8A-4147-A177-3AD203B41FA5}">
                      <a16:colId xmlns:a16="http://schemas.microsoft.com/office/drawing/2014/main" val="1393395815"/>
                    </a:ext>
                  </a:extLst>
                </a:gridCol>
              </a:tblGrid>
              <a:tr h="183885">
                <a:tc>
                  <a:txBody>
                    <a:bodyPr/>
                    <a:lstStyle/>
                    <a:p>
                      <a:pPr marL="0" marR="0">
                        <a:lnSpc>
                          <a:spcPct val="107000"/>
                        </a:lnSpc>
                        <a:spcBef>
                          <a:spcPts val="0"/>
                        </a:spcBef>
                        <a:spcAft>
                          <a:spcPts val="0"/>
                        </a:spcAft>
                      </a:pPr>
                      <a:r>
                        <a:rPr lang="en-US" sz="1100" dirty="0">
                          <a:solidFill>
                            <a:schemeClr val="tx1"/>
                          </a:solidFill>
                          <a:effectLst/>
                        </a:rPr>
                        <a:t>Urethra  -&gt;</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anchor="ctr">
                    <a:noFill/>
                  </a:tcPr>
                </a:tc>
                <a:tc>
                  <a:txBody>
                    <a:bodyPr/>
                    <a:lstStyle/>
                    <a:p>
                      <a:pPr marL="0" marR="0">
                        <a:lnSpc>
                          <a:spcPct val="107000"/>
                        </a:lnSpc>
                        <a:spcBef>
                          <a:spcPts val="0"/>
                        </a:spcBef>
                        <a:spcAft>
                          <a:spcPts val="0"/>
                        </a:spcAft>
                      </a:pPr>
                      <a:r>
                        <a:rPr lang="en-US" sz="1100" dirty="0">
                          <a:solidFill>
                            <a:schemeClr val="tx1"/>
                          </a:solidFill>
                          <a:effectLst/>
                        </a:rPr>
                        <a:t>  Bladder   -&gt;</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anchor="ctr">
                    <a:noFill/>
                  </a:tcPr>
                </a:tc>
                <a:tc>
                  <a:txBody>
                    <a:bodyPr/>
                    <a:lstStyle/>
                    <a:p>
                      <a:pPr marL="0" marR="0">
                        <a:lnSpc>
                          <a:spcPct val="107000"/>
                        </a:lnSpc>
                        <a:spcBef>
                          <a:spcPts val="0"/>
                        </a:spcBef>
                        <a:spcAft>
                          <a:spcPts val="0"/>
                        </a:spcAft>
                      </a:pPr>
                      <a:r>
                        <a:rPr lang="en-US" sz="1100" dirty="0">
                          <a:solidFill>
                            <a:schemeClr val="tx1"/>
                          </a:solidFill>
                          <a:effectLst/>
                        </a:rPr>
                        <a:t>Ureter</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anchor="ctr">
                    <a:noFill/>
                  </a:tcPr>
                </a:tc>
                <a:extLst>
                  <a:ext uri="{0D108BD9-81ED-4DB2-BD59-A6C34878D82A}">
                    <a16:rowId xmlns:a16="http://schemas.microsoft.com/office/drawing/2014/main" val="1169316052"/>
                  </a:ext>
                </a:extLst>
              </a:tr>
              <a:tr h="487672">
                <a:tc>
                  <a:txBody>
                    <a:bodyPr/>
                    <a:lstStyle/>
                    <a:p>
                      <a:pPr marL="0" marR="0" lvl="0" indent="0">
                        <a:lnSpc>
                          <a:spcPct val="107000"/>
                        </a:lnSpc>
                        <a:spcBef>
                          <a:spcPts val="0"/>
                        </a:spcBef>
                        <a:spcAft>
                          <a:spcPts val="0"/>
                        </a:spcAft>
                        <a:buFont typeface="Arial" panose="020B0604020202020204" pitchFamily="34" charset="0"/>
                        <a:buNone/>
                        <a:tabLst>
                          <a:tab pos="457200" algn="l"/>
                        </a:tabLst>
                      </a:pPr>
                      <a:r>
                        <a:rPr lang="en-US" sz="1100" dirty="0">
                          <a:solidFill>
                            <a:schemeClr val="tx1"/>
                          </a:solidFill>
                          <a:effectLst/>
                        </a:rPr>
                        <a:t>- Stricture</a:t>
                      </a:r>
                    </a:p>
                    <a:p>
                      <a:pPr marL="0" marR="0" lvl="0" indent="0">
                        <a:lnSpc>
                          <a:spcPct val="107000"/>
                        </a:lnSpc>
                        <a:spcBef>
                          <a:spcPts val="0"/>
                        </a:spcBef>
                        <a:spcAft>
                          <a:spcPts val="0"/>
                        </a:spcAft>
                        <a:buFont typeface="Arial" panose="020B0604020202020204" pitchFamily="34" charset="0"/>
                        <a:buNone/>
                        <a:tabLst>
                          <a:tab pos="457200" algn="l"/>
                        </a:tabLst>
                      </a:pPr>
                      <a:r>
                        <a:rPr lang="en-US" sz="1100" dirty="0">
                          <a:solidFill>
                            <a:schemeClr val="tx1"/>
                          </a:solidFill>
                          <a:effectLst/>
                        </a:rPr>
                        <a:t>- BPH</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anchor="ctr">
                    <a:noFill/>
                  </a:tcPr>
                </a:tc>
                <a:tc>
                  <a:txBody>
                    <a:bodyPr/>
                    <a:lstStyle/>
                    <a:p>
                      <a:pPr marL="0" marR="0" lvl="0" indent="0">
                        <a:lnSpc>
                          <a:spcPct val="107000"/>
                        </a:lnSpc>
                        <a:spcBef>
                          <a:spcPts val="0"/>
                        </a:spcBef>
                        <a:spcAft>
                          <a:spcPts val="0"/>
                        </a:spcAft>
                        <a:buFont typeface="Arial" panose="020B0604020202020204" pitchFamily="34" charset="0"/>
                        <a:buNone/>
                        <a:tabLst>
                          <a:tab pos="457200" algn="l"/>
                        </a:tabLst>
                      </a:pPr>
                      <a:r>
                        <a:rPr lang="en-US" sz="1100" dirty="0">
                          <a:solidFill>
                            <a:schemeClr val="tx1"/>
                          </a:solidFill>
                          <a:effectLst/>
                        </a:rPr>
                        <a:t>- Clot</a:t>
                      </a:r>
                    </a:p>
                    <a:p>
                      <a:pPr marL="0" marR="0" lvl="0" indent="0">
                        <a:lnSpc>
                          <a:spcPct val="107000"/>
                        </a:lnSpc>
                        <a:spcBef>
                          <a:spcPts val="0"/>
                        </a:spcBef>
                        <a:spcAft>
                          <a:spcPts val="0"/>
                        </a:spcAft>
                        <a:buFont typeface="Arial" panose="020B0604020202020204" pitchFamily="34" charset="0"/>
                        <a:buNone/>
                        <a:tabLst>
                          <a:tab pos="457200" algn="l"/>
                        </a:tabLst>
                      </a:pPr>
                      <a:r>
                        <a:rPr lang="en-US" sz="1100" dirty="0">
                          <a:solidFill>
                            <a:schemeClr val="tx1"/>
                          </a:solidFill>
                          <a:effectLst/>
                        </a:rPr>
                        <a:t>- Malignancy</a:t>
                      </a:r>
                    </a:p>
                    <a:p>
                      <a:pPr marL="0" marR="0" lvl="0" indent="0">
                        <a:lnSpc>
                          <a:spcPct val="107000"/>
                        </a:lnSpc>
                        <a:spcBef>
                          <a:spcPts val="0"/>
                        </a:spcBef>
                        <a:spcAft>
                          <a:spcPts val="0"/>
                        </a:spcAft>
                        <a:buFont typeface="Arial" panose="020B0604020202020204" pitchFamily="34" charset="0"/>
                        <a:buNone/>
                        <a:tabLst>
                          <a:tab pos="457200" algn="l"/>
                        </a:tabLst>
                      </a:pPr>
                      <a:r>
                        <a:rPr lang="en-US" sz="1100" dirty="0">
                          <a:solidFill>
                            <a:schemeClr val="tx1"/>
                          </a:solidFill>
                          <a:effectLst/>
                        </a:rPr>
                        <a:t>- Neurogenic</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anchor="ctr">
                    <a:noFill/>
                  </a:tcPr>
                </a:tc>
                <a:tc>
                  <a:txBody>
                    <a:bodyPr/>
                    <a:lstStyle/>
                    <a:p>
                      <a:pPr marL="0" marR="0" lvl="0" indent="0">
                        <a:lnSpc>
                          <a:spcPct val="107000"/>
                        </a:lnSpc>
                        <a:spcBef>
                          <a:spcPts val="0"/>
                        </a:spcBef>
                        <a:spcAft>
                          <a:spcPts val="0"/>
                        </a:spcAft>
                        <a:buFont typeface="Arial" panose="020B0604020202020204" pitchFamily="34" charset="0"/>
                        <a:buNone/>
                        <a:tabLst>
                          <a:tab pos="457200" algn="l"/>
                        </a:tabLst>
                      </a:pPr>
                      <a:r>
                        <a:rPr lang="en-US" sz="1100" dirty="0">
                          <a:solidFill>
                            <a:schemeClr val="tx1"/>
                          </a:solidFill>
                          <a:effectLst/>
                        </a:rPr>
                        <a:t>- Calculi</a:t>
                      </a:r>
                    </a:p>
                    <a:p>
                      <a:pPr marL="0" marR="0" lvl="0" indent="0">
                        <a:lnSpc>
                          <a:spcPct val="107000"/>
                        </a:lnSpc>
                        <a:spcBef>
                          <a:spcPts val="0"/>
                        </a:spcBef>
                        <a:spcAft>
                          <a:spcPts val="0"/>
                        </a:spcAft>
                        <a:buFont typeface="Arial" panose="020B0604020202020204" pitchFamily="34" charset="0"/>
                        <a:buNone/>
                        <a:tabLst>
                          <a:tab pos="457200" algn="l"/>
                        </a:tabLst>
                      </a:pPr>
                      <a:r>
                        <a:rPr lang="en-US" sz="1100" dirty="0">
                          <a:solidFill>
                            <a:schemeClr val="tx1"/>
                          </a:solidFill>
                          <a:effectLst/>
                        </a:rPr>
                        <a:t>- Int/</a:t>
                      </a:r>
                      <a:r>
                        <a:rPr lang="en-US" sz="1100" dirty="0" err="1">
                          <a:solidFill>
                            <a:schemeClr val="tx1"/>
                          </a:solidFill>
                          <a:effectLst/>
                        </a:rPr>
                        <a:t>ext</a:t>
                      </a:r>
                      <a:r>
                        <a:rPr lang="en-US" sz="1100" dirty="0">
                          <a:solidFill>
                            <a:schemeClr val="tx1"/>
                          </a:solidFill>
                          <a:effectLst/>
                        </a:rPr>
                        <a:t> malignancy or LAN</a:t>
                      </a:r>
                    </a:p>
                    <a:p>
                      <a:pPr marL="0" marR="0" lvl="0" indent="0">
                        <a:lnSpc>
                          <a:spcPct val="107000"/>
                        </a:lnSpc>
                        <a:spcBef>
                          <a:spcPts val="0"/>
                        </a:spcBef>
                        <a:spcAft>
                          <a:spcPts val="0"/>
                        </a:spcAft>
                        <a:buFont typeface="Arial" panose="020B0604020202020204" pitchFamily="34" charset="0"/>
                        <a:buNone/>
                        <a:tabLst>
                          <a:tab pos="457200" algn="l"/>
                        </a:tabLst>
                      </a:pPr>
                      <a:r>
                        <a:rPr lang="en-US" sz="1100" dirty="0">
                          <a:solidFill>
                            <a:schemeClr val="tx1"/>
                          </a:solidFill>
                          <a:effectLst/>
                        </a:rPr>
                        <a:t>- Retroperitoneal fibrosis</a:t>
                      </a:r>
                      <a:endParaRPr lang="en-U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anchor="ctr">
                    <a:noFill/>
                  </a:tcPr>
                </a:tc>
                <a:extLst>
                  <a:ext uri="{0D108BD9-81ED-4DB2-BD59-A6C34878D82A}">
                    <a16:rowId xmlns:a16="http://schemas.microsoft.com/office/drawing/2014/main" val="137620990"/>
                  </a:ext>
                </a:extLst>
              </a:tr>
            </a:tbl>
          </a:graphicData>
        </a:graphic>
      </p:graphicFrame>
      <p:grpSp>
        <p:nvGrpSpPr>
          <p:cNvPr id="16" name="Group 15">
            <a:extLst>
              <a:ext uri="{FF2B5EF4-FFF2-40B4-BE49-F238E27FC236}">
                <a16:creationId xmlns:a16="http://schemas.microsoft.com/office/drawing/2014/main" id="{7E06E281-74E8-41B8-BC7D-51F485D2288D}"/>
              </a:ext>
            </a:extLst>
          </p:cNvPr>
          <p:cNvGrpSpPr/>
          <p:nvPr/>
        </p:nvGrpSpPr>
        <p:grpSpPr>
          <a:xfrm>
            <a:off x="79513" y="3680769"/>
            <a:ext cx="369332" cy="1479291"/>
            <a:chOff x="66455" y="3636143"/>
            <a:chExt cx="369332" cy="1479291"/>
          </a:xfrm>
        </p:grpSpPr>
        <p:sp>
          <p:nvSpPr>
            <p:cNvPr id="28" name="Left Bracket 27">
              <a:extLst>
                <a:ext uri="{FF2B5EF4-FFF2-40B4-BE49-F238E27FC236}">
                  <a16:creationId xmlns:a16="http://schemas.microsoft.com/office/drawing/2014/main" id="{8DCCF054-F1DD-4C51-BC04-03D4493FA13C}"/>
                </a:ext>
              </a:extLst>
            </p:cNvPr>
            <p:cNvSpPr/>
            <p:nvPr/>
          </p:nvSpPr>
          <p:spPr>
            <a:xfrm>
              <a:off x="337564" y="3636143"/>
              <a:ext cx="45719" cy="1479291"/>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9" name="TextBox 28">
              <a:extLst>
                <a:ext uri="{FF2B5EF4-FFF2-40B4-BE49-F238E27FC236}">
                  <a16:creationId xmlns:a16="http://schemas.microsoft.com/office/drawing/2014/main" id="{ABA6E6AA-48C0-4E0B-BA6B-0252FF20504A}"/>
                </a:ext>
              </a:extLst>
            </p:cNvPr>
            <p:cNvSpPr txBox="1"/>
            <p:nvPr/>
          </p:nvSpPr>
          <p:spPr>
            <a:xfrm>
              <a:off x="66455" y="4003578"/>
              <a:ext cx="369332" cy="775696"/>
            </a:xfrm>
            <a:prstGeom prst="rect">
              <a:avLst/>
            </a:prstGeom>
            <a:noFill/>
          </p:spPr>
          <p:txBody>
            <a:bodyPr vert="vert270" wrap="square" rtlCol="0">
              <a:spAutoFit/>
            </a:bodyPr>
            <a:lstStyle/>
            <a:p>
              <a:pPr algn="ctr"/>
              <a:r>
                <a:rPr lang="en-US" sz="1200" dirty="0"/>
                <a:t>Etiologies</a:t>
              </a:r>
            </a:p>
          </p:txBody>
        </p:sp>
      </p:grpSp>
      <p:sp>
        <p:nvSpPr>
          <p:cNvPr id="30" name="Left Bracket 29">
            <a:extLst>
              <a:ext uri="{FF2B5EF4-FFF2-40B4-BE49-F238E27FC236}">
                <a16:creationId xmlns:a16="http://schemas.microsoft.com/office/drawing/2014/main" id="{1CFE4290-9DE5-4B90-AB2E-47EE57D56D7E}"/>
              </a:ext>
            </a:extLst>
          </p:cNvPr>
          <p:cNvSpPr/>
          <p:nvPr/>
        </p:nvSpPr>
        <p:spPr>
          <a:xfrm>
            <a:off x="352570" y="5285986"/>
            <a:ext cx="45719" cy="261610"/>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79" name="TextBox 178">
            <a:extLst>
              <a:ext uri="{FF2B5EF4-FFF2-40B4-BE49-F238E27FC236}">
                <a16:creationId xmlns:a16="http://schemas.microsoft.com/office/drawing/2014/main" id="{BD5DBEAC-4130-4A32-A940-E50ED2B37126}"/>
              </a:ext>
            </a:extLst>
          </p:cNvPr>
          <p:cNvSpPr txBox="1"/>
          <p:nvPr/>
        </p:nvSpPr>
        <p:spPr>
          <a:xfrm>
            <a:off x="74538" y="5265478"/>
            <a:ext cx="369332" cy="308964"/>
          </a:xfrm>
          <a:prstGeom prst="rect">
            <a:avLst/>
          </a:prstGeom>
          <a:noFill/>
        </p:spPr>
        <p:txBody>
          <a:bodyPr vert="vert270" wrap="square" rtlCol="0">
            <a:spAutoFit/>
          </a:bodyPr>
          <a:lstStyle/>
          <a:p>
            <a:pPr algn="ctr"/>
            <a:r>
              <a:rPr lang="en-US" sz="1200" dirty="0"/>
              <a:t>Dx</a:t>
            </a:r>
          </a:p>
        </p:txBody>
      </p:sp>
      <p:sp>
        <p:nvSpPr>
          <p:cNvPr id="180" name="TextBox 179">
            <a:extLst>
              <a:ext uri="{FF2B5EF4-FFF2-40B4-BE49-F238E27FC236}">
                <a16:creationId xmlns:a16="http://schemas.microsoft.com/office/drawing/2014/main" id="{3571FBFA-EC5E-4625-993F-7036E711CAFB}"/>
              </a:ext>
            </a:extLst>
          </p:cNvPr>
          <p:cNvSpPr txBox="1"/>
          <p:nvPr/>
        </p:nvSpPr>
        <p:spPr>
          <a:xfrm>
            <a:off x="404514" y="5289155"/>
            <a:ext cx="3793048" cy="261610"/>
          </a:xfrm>
          <a:prstGeom prst="rect">
            <a:avLst/>
          </a:prstGeom>
          <a:noFill/>
        </p:spPr>
        <p:txBody>
          <a:bodyPr wrap="square" rtlCol="0">
            <a:spAutoFit/>
          </a:bodyPr>
          <a:lstStyle/>
          <a:p>
            <a:r>
              <a:rPr lang="en-US" sz="1100" dirty="0"/>
              <a:t>Suggestive history and hydronephrosis on ultrasound of kidney</a:t>
            </a:r>
          </a:p>
        </p:txBody>
      </p:sp>
      <p:grpSp>
        <p:nvGrpSpPr>
          <p:cNvPr id="38" name="Intra-renal text">
            <a:extLst>
              <a:ext uri="{FF2B5EF4-FFF2-40B4-BE49-F238E27FC236}">
                <a16:creationId xmlns:a16="http://schemas.microsoft.com/office/drawing/2014/main" id="{4BCC65ED-A6D7-4CDE-9A9B-0F190FE90B9C}"/>
              </a:ext>
            </a:extLst>
          </p:cNvPr>
          <p:cNvGrpSpPr/>
          <p:nvPr/>
        </p:nvGrpSpPr>
        <p:grpSpPr>
          <a:xfrm>
            <a:off x="7808793" y="696853"/>
            <a:ext cx="3856055" cy="1092607"/>
            <a:chOff x="7808793" y="696853"/>
            <a:chExt cx="3856055" cy="1092607"/>
          </a:xfrm>
        </p:grpSpPr>
        <p:grpSp>
          <p:nvGrpSpPr>
            <p:cNvPr id="37" name="Intra-renal text">
              <a:extLst>
                <a:ext uri="{FF2B5EF4-FFF2-40B4-BE49-F238E27FC236}">
                  <a16:creationId xmlns:a16="http://schemas.microsoft.com/office/drawing/2014/main" id="{C0FD414A-FD8D-4BBB-B57D-555D89ABB8D3}"/>
                </a:ext>
              </a:extLst>
            </p:cNvPr>
            <p:cNvGrpSpPr/>
            <p:nvPr/>
          </p:nvGrpSpPr>
          <p:grpSpPr>
            <a:xfrm>
              <a:off x="7808793" y="696853"/>
              <a:ext cx="3856055" cy="1092607"/>
              <a:chOff x="7808793" y="696853"/>
              <a:chExt cx="3856055" cy="1092607"/>
            </a:xfrm>
          </p:grpSpPr>
          <p:sp>
            <p:nvSpPr>
              <p:cNvPr id="3" name="Intra-renal text">
                <a:extLst>
                  <a:ext uri="{FF2B5EF4-FFF2-40B4-BE49-F238E27FC236}">
                    <a16:creationId xmlns:a16="http://schemas.microsoft.com/office/drawing/2014/main" id="{D29F5983-9CB6-814A-9159-1DF07D83E4DB}"/>
                  </a:ext>
                </a:extLst>
              </p:cNvPr>
              <p:cNvSpPr txBox="1"/>
              <p:nvPr/>
            </p:nvSpPr>
            <p:spPr>
              <a:xfrm>
                <a:off x="7879354" y="696853"/>
                <a:ext cx="3785494" cy="1092607"/>
              </a:xfrm>
              <a:prstGeom prst="rect">
                <a:avLst/>
              </a:prstGeom>
              <a:solidFill>
                <a:schemeClr val="bg1"/>
              </a:solidFill>
              <a:ln>
                <a:solidFill>
                  <a:schemeClr val="tx1"/>
                </a:solidFill>
              </a:ln>
            </p:spPr>
            <p:style>
              <a:lnRef idx="2">
                <a:schemeClr val="accent6"/>
              </a:lnRef>
              <a:fillRef idx="1">
                <a:schemeClr val="lt1"/>
              </a:fillRef>
              <a:effectRef idx="0">
                <a:schemeClr val="accent6"/>
              </a:effectRef>
              <a:fontRef idx="minor">
                <a:schemeClr val="dk1"/>
              </a:fontRef>
            </p:style>
            <p:txBody>
              <a:bodyPr wrap="square" lIns="365760" rtlCol="0">
                <a:spAutoFit/>
              </a:bodyPr>
              <a:lstStyle/>
              <a:p>
                <a:pPr>
                  <a:spcAft>
                    <a:spcPts val="600"/>
                  </a:spcAft>
                </a:pPr>
                <a:r>
                  <a:rPr lang="en-US" sz="1200" dirty="0"/>
                  <a:t>Broad differential broken down anatomically by </a:t>
                </a:r>
                <a:r>
                  <a:rPr lang="en-US" sz="1200" b="1" dirty="0"/>
                  <a:t>glomerular</a:t>
                </a:r>
                <a:r>
                  <a:rPr lang="en-US" sz="1200" dirty="0"/>
                  <a:t>, </a:t>
                </a:r>
                <a:r>
                  <a:rPr lang="en-US" sz="1200" b="1" dirty="0"/>
                  <a:t>tubulointerstitial</a:t>
                </a:r>
                <a:r>
                  <a:rPr lang="en-US" sz="1200" dirty="0"/>
                  <a:t> and </a:t>
                </a:r>
                <a:r>
                  <a:rPr lang="en-US" sz="1200" b="1" dirty="0"/>
                  <a:t>vascular</a:t>
                </a:r>
                <a:r>
                  <a:rPr lang="en-US" sz="1200" dirty="0"/>
                  <a:t>. </a:t>
                </a:r>
              </a:p>
              <a:p>
                <a:pPr marL="228600" indent="-228600">
                  <a:buAutoNum type="arabicPeriod"/>
                </a:pPr>
                <a:r>
                  <a:rPr lang="en-US" sz="1200" dirty="0"/>
                  <a:t>“Active” urine sediment (supports intra-renal)</a:t>
                </a:r>
              </a:p>
              <a:p>
                <a:pPr marL="228600" indent="-228600">
                  <a:buAutoNum type="arabicPeriod"/>
                </a:pPr>
                <a:r>
                  <a:rPr lang="en-US" sz="1200" dirty="0"/>
                  <a:t>Elevated </a:t>
                </a:r>
                <a:r>
                  <a:rPr lang="en-US" sz="1200" dirty="0" err="1"/>
                  <a:t>FeNa</a:t>
                </a:r>
                <a:r>
                  <a:rPr lang="en-US" sz="1200" dirty="0"/>
                  <a:t> while oliguric (rules out pre-renal)</a:t>
                </a:r>
              </a:p>
              <a:p>
                <a:pPr marL="228600" indent="-228600">
                  <a:buAutoNum type="arabicPeriod"/>
                </a:pPr>
                <a:r>
                  <a:rPr lang="en-US" sz="1200" dirty="0"/>
                  <a:t>Normal kidney US (rules out post-renal).  </a:t>
                </a:r>
              </a:p>
            </p:txBody>
          </p:sp>
          <p:sp>
            <p:nvSpPr>
              <p:cNvPr id="46" name="TextBox 45">
                <a:extLst>
                  <a:ext uri="{FF2B5EF4-FFF2-40B4-BE49-F238E27FC236}">
                    <a16:creationId xmlns:a16="http://schemas.microsoft.com/office/drawing/2014/main" id="{35E95A72-6D5C-4D74-98BF-08293A32CE94}"/>
                  </a:ext>
                </a:extLst>
              </p:cNvPr>
              <p:cNvSpPr txBox="1"/>
              <p:nvPr/>
            </p:nvSpPr>
            <p:spPr>
              <a:xfrm>
                <a:off x="7808793" y="1192517"/>
                <a:ext cx="369332" cy="541557"/>
              </a:xfrm>
              <a:prstGeom prst="rect">
                <a:avLst/>
              </a:prstGeom>
              <a:noFill/>
            </p:spPr>
            <p:txBody>
              <a:bodyPr vert="vert270" wrap="square" rtlCol="0">
                <a:spAutoFit/>
              </a:bodyPr>
              <a:lstStyle/>
              <a:p>
                <a:pPr algn="ctr"/>
                <a:r>
                  <a:rPr lang="en-US" sz="1200" dirty="0"/>
                  <a:t>Dx</a:t>
                </a:r>
              </a:p>
            </p:txBody>
          </p:sp>
        </p:grpSp>
        <p:sp>
          <p:nvSpPr>
            <p:cNvPr id="45" name="Left Bracket 44">
              <a:extLst>
                <a:ext uri="{FF2B5EF4-FFF2-40B4-BE49-F238E27FC236}">
                  <a16:creationId xmlns:a16="http://schemas.microsoft.com/office/drawing/2014/main" id="{F4DB33D5-740E-4B94-9733-C3B5CF6C59E6}"/>
                </a:ext>
              </a:extLst>
            </p:cNvPr>
            <p:cNvSpPr/>
            <p:nvPr/>
          </p:nvSpPr>
          <p:spPr>
            <a:xfrm>
              <a:off x="8116347" y="1182678"/>
              <a:ext cx="45719" cy="541557"/>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grpSp>
      <p:grpSp>
        <p:nvGrpSpPr>
          <p:cNvPr id="5" name="Group 4">
            <a:extLst>
              <a:ext uri="{FF2B5EF4-FFF2-40B4-BE49-F238E27FC236}">
                <a16:creationId xmlns:a16="http://schemas.microsoft.com/office/drawing/2014/main" id="{02C299A7-F7B1-438C-82A2-D6481CBEA309}"/>
              </a:ext>
            </a:extLst>
          </p:cNvPr>
          <p:cNvGrpSpPr/>
          <p:nvPr/>
        </p:nvGrpSpPr>
        <p:grpSpPr>
          <a:xfrm>
            <a:off x="3302245" y="1024693"/>
            <a:ext cx="4361071" cy="6018295"/>
            <a:chOff x="3285641" y="808208"/>
            <a:chExt cx="4361071" cy="6018295"/>
          </a:xfrm>
        </p:grpSpPr>
        <p:grpSp>
          <p:nvGrpSpPr>
            <p:cNvPr id="4" name="Group 3">
              <a:extLst>
                <a:ext uri="{FF2B5EF4-FFF2-40B4-BE49-F238E27FC236}">
                  <a16:creationId xmlns:a16="http://schemas.microsoft.com/office/drawing/2014/main" id="{98385516-DB46-4ED8-8758-A8EDA8DC7A39}"/>
                </a:ext>
              </a:extLst>
            </p:cNvPr>
            <p:cNvGrpSpPr/>
            <p:nvPr/>
          </p:nvGrpSpPr>
          <p:grpSpPr>
            <a:xfrm>
              <a:off x="3285641" y="808208"/>
              <a:ext cx="4361071" cy="6018295"/>
              <a:chOff x="3285641" y="808208"/>
              <a:chExt cx="4361071" cy="6018295"/>
            </a:xfrm>
          </p:grpSpPr>
          <p:grpSp>
            <p:nvGrpSpPr>
              <p:cNvPr id="19" name="Group 18">
                <a:extLst>
                  <a:ext uri="{FF2B5EF4-FFF2-40B4-BE49-F238E27FC236}">
                    <a16:creationId xmlns:a16="http://schemas.microsoft.com/office/drawing/2014/main" id="{7276A391-F06F-4AFF-B71C-DBFB7FDD1DA6}"/>
                  </a:ext>
                </a:extLst>
              </p:cNvPr>
              <p:cNvGrpSpPr/>
              <p:nvPr/>
            </p:nvGrpSpPr>
            <p:grpSpPr>
              <a:xfrm>
                <a:off x="3285641" y="3899922"/>
                <a:ext cx="2000488" cy="2926581"/>
                <a:chOff x="3285641" y="3899922"/>
                <a:chExt cx="2000488" cy="2926581"/>
              </a:xfrm>
            </p:grpSpPr>
            <p:grpSp>
              <p:nvGrpSpPr>
                <p:cNvPr id="89" name="postrenal system">
                  <a:extLst>
                    <a:ext uri="{FF2B5EF4-FFF2-40B4-BE49-F238E27FC236}">
                      <a16:creationId xmlns:a16="http://schemas.microsoft.com/office/drawing/2014/main" id="{27478AFC-EA61-43A7-A938-96D13CD77044}"/>
                    </a:ext>
                  </a:extLst>
                </p:cNvPr>
                <p:cNvGrpSpPr/>
                <p:nvPr/>
              </p:nvGrpSpPr>
              <p:grpSpPr>
                <a:xfrm>
                  <a:off x="3478532" y="3899922"/>
                  <a:ext cx="1807597" cy="2926581"/>
                  <a:chOff x="3437505" y="3938587"/>
                  <a:chExt cx="1807597" cy="2926581"/>
                </a:xfrm>
              </p:grpSpPr>
              <p:sp>
                <p:nvSpPr>
                  <p:cNvPr id="90" name="Freeform: Shape 89">
                    <a:extLst>
                      <a:ext uri="{FF2B5EF4-FFF2-40B4-BE49-F238E27FC236}">
                        <a16:creationId xmlns:a16="http://schemas.microsoft.com/office/drawing/2014/main" id="{06CE7166-62CC-43E7-B34A-5B8142F1951A}"/>
                      </a:ext>
                    </a:extLst>
                  </p:cNvPr>
                  <p:cNvSpPr/>
                  <p:nvPr/>
                </p:nvSpPr>
                <p:spPr>
                  <a:xfrm>
                    <a:off x="4508502" y="4103687"/>
                    <a:ext cx="736600" cy="1652588"/>
                  </a:xfrm>
                  <a:custGeom>
                    <a:avLst/>
                    <a:gdLst>
                      <a:gd name="connsiteX0" fmla="*/ 795337 w 795337"/>
                      <a:gd name="connsiteY0" fmla="*/ 0 h 2152650"/>
                      <a:gd name="connsiteX1" fmla="*/ 466725 w 795337"/>
                      <a:gd name="connsiteY1" fmla="*/ 814387 h 2152650"/>
                      <a:gd name="connsiteX2" fmla="*/ 400050 w 795337"/>
                      <a:gd name="connsiteY2" fmla="*/ 1866900 h 2152650"/>
                      <a:gd name="connsiteX3" fmla="*/ 0 w 795337"/>
                      <a:gd name="connsiteY3" fmla="*/ 2152650 h 2152650"/>
                      <a:gd name="connsiteX0" fmla="*/ 795337 w 795337"/>
                      <a:gd name="connsiteY0" fmla="*/ 0 h 2152650"/>
                      <a:gd name="connsiteX1" fmla="*/ 466725 w 795337"/>
                      <a:gd name="connsiteY1" fmla="*/ 814387 h 2152650"/>
                      <a:gd name="connsiteX2" fmla="*/ 393700 w 795337"/>
                      <a:gd name="connsiteY2" fmla="*/ 1276350 h 2152650"/>
                      <a:gd name="connsiteX3" fmla="*/ 0 w 795337"/>
                      <a:gd name="connsiteY3" fmla="*/ 2152650 h 2152650"/>
                      <a:gd name="connsiteX0" fmla="*/ 782637 w 782637"/>
                      <a:gd name="connsiteY0" fmla="*/ 0 h 1651000"/>
                      <a:gd name="connsiteX1" fmla="*/ 454025 w 782637"/>
                      <a:gd name="connsiteY1" fmla="*/ 814387 h 1651000"/>
                      <a:gd name="connsiteX2" fmla="*/ 381000 w 782637"/>
                      <a:gd name="connsiteY2" fmla="*/ 1276350 h 1651000"/>
                      <a:gd name="connsiteX3" fmla="*/ 0 w 782637"/>
                      <a:gd name="connsiteY3" fmla="*/ 1651000 h 1651000"/>
                      <a:gd name="connsiteX0" fmla="*/ 754062 w 754062"/>
                      <a:gd name="connsiteY0" fmla="*/ 0 h 1651000"/>
                      <a:gd name="connsiteX1" fmla="*/ 425450 w 754062"/>
                      <a:gd name="connsiteY1" fmla="*/ 814387 h 1651000"/>
                      <a:gd name="connsiteX2" fmla="*/ 352425 w 754062"/>
                      <a:gd name="connsiteY2" fmla="*/ 1276350 h 1651000"/>
                      <a:gd name="connsiteX3" fmla="*/ 0 w 754062"/>
                      <a:gd name="connsiteY3" fmla="*/ 1651000 h 1651000"/>
                      <a:gd name="connsiteX0" fmla="*/ 720725 w 720725"/>
                      <a:gd name="connsiteY0" fmla="*/ 0 h 1636713"/>
                      <a:gd name="connsiteX1" fmla="*/ 392113 w 720725"/>
                      <a:gd name="connsiteY1" fmla="*/ 814387 h 1636713"/>
                      <a:gd name="connsiteX2" fmla="*/ 319088 w 720725"/>
                      <a:gd name="connsiteY2" fmla="*/ 1276350 h 1636713"/>
                      <a:gd name="connsiteX3" fmla="*/ 0 w 720725"/>
                      <a:gd name="connsiteY3" fmla="*/ 1636713 h 1636713"/>
                      <a:gd name="connsiteX0" fmla="*/ 736600 w 736600"/>
                      <a:gd name="connsiteY0" fmla="*/ 0 h 1652588"/>
                      <a:gd name="connsiteX1" fmla="*/ 392113 w 736600"/>
                      <a:gd name="connsiteY1" fmla="*/ 830262 h 1652588"/>
                      <a:gd name="connsiteX2" fmla="*/ 319088 w 736600"/>
                      <a:gd name="connsiteY2" fmla="*/ 1292225 h 1652588"/>
                      <a:gd name="connsiteX3" fmla="*/ 0 w 736600"/>
                      <a:gd name="connsiteY3" fmla="*/ 1652588 h 1652588"/>
                      <a:gd name="connsiteX0" fmla="*/ 736600 w 736600"/>
                      <a:gd name="connsiteY0" fmla="*/ 0 h 1652588"/>
                      <a:gd name="connsiteX1" fmla="*/ 468313 w 736600"/>
                      <a:gd name="connsiteY1" fmla="*/ 506412 h 1652588"/>
                      <a:gd name="connsiteX2" fmla="*/ 319088 w 736600"/>
                      <a:gd name="connsiteY2" fmla="*/ 1292225 h 1652588"/>
                      <a:gd name="connsiteX3" fmla="*/ 0 w 736600"/>
                      <a:gd name="connsiteY3" fmla="*/ 1652588 h 1652588"/>
                      <a:gd name="connsiteX0" fmla="*/ 736600 w 736600"/>
                      <a:gd name="connsiteY0" fmla="*/ 0 h 1652588"/>
                      <a:gd name="connsiteX1" fmla="*/ 468313 w 736600"/>
                      <a:gd name="connsiteY1" fmla="*/ 506412 h 1652588"/>
                      <a:gd name="connsiteX2" fmla="*/ 319088 w 736600"/>
                      <a:gd name="connsiteY2" fmla="*/ 1292225 h 1652588"/>
                      <a:gd name="connsiteX3" fmla="*/ 0 w 736600"/>
                      <a:gd name="connsiteY3" fmla="*/ 1652588 h 1652588"/>
                    </a:gdLst>
                    <a:ahLst/>
                    <a:cxnLst>
                      <a:cxn ang="0">
                        <a:pos x="connsiteX0" y="connsiteY0"/>
                      </a:cxn>
                      <a:cxn ang="0">
                        <a:pos x="connsiteX1" y="connsiteY1"/>
                      </a:cxn>
                      <a:cxn ang="0">
                        <a:pos x="connsiteX2" y="connsiteY2"/>
                      </a:cxn>
                      <a:cxn ang="0">
                        <a:pos x="connsiteX3" y="connsiteY3"/>
                      </a:cxn>
                    </a:cxnLst>
                    <a:rect l="l" t="t" r="r" b="b"/>
                    <a:pathLst>
                      <a:path w="736600" h="1652588">
                        <a:moveTo>
                          <a:pt x="736600" y="0"/>
                        </a:moveTo>
                        <a:cubicBezTo>
                          <a:pt x="586184" y="242093"/>
                          <a:pt x="537898" y="291041"/>
                          <a:pt x="468313" y="506412"/>
                        </a:cubicBezTo>
                        <a:cubicBezTo>
                          <a:pt x="398728" y="721783"/>
                          <a:pt x="396875" y="1069181"/>
                          <a:pt x="319088" y="1292225"/>
                        </a:cubicBezTo>
                        <a:cubicBezTo>
                          <a:pt x="241300" y="1515269"/>
                          <a:pt x="161131" y="1621235"/>
                          <a:pt x="0" y="1652588"/>
                        </a:cubicBezTo>
                      </a:path>
                    </a:pathLst>
                  </a:custGeom>
                  <a:ln w="19050">
                    <a:solidFill>
                      <a:schemeClr val="accent4"/>
                    </a:solidFill>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p:sp>
                <p:nvSpPr>
                  <p:cNvPr id="92" name="Freeform: Shape 91">
                    <a:extLst>
                      <a:ext uri="{FF2B5EF4-FFF2-40B4-BE49-F238E27FC236}">
                        <a16:creationId xmlns:a16="http://schemas.microsoft.com/office/drawing/2014/main" id="{3C34AB81-AC81-4748-8E03-E59BEC5ACBE8}"/>
                      </a:ext>
                    </a:extLst>
                  </p:cNvPr>
                  <p:cNvSpPr/>
                  <p:nvPr/>
                </p:nvSpPr>
                <p:spPr>
                  <a:xfrm>
                    <a:off x="3967480" y="5563806"/>
                    <a:ext cx="581242" cy="722948"/>
                  </a:xfrm>
                  <a:custGeom>
                    <a:avLst/>
                    <a:gdLst>
                      <a:gd name="connsiteX0" fmla="*/ 0 w 579972"/>
                      <a:gd name="connsiteY0" fmla="*/ 24194 h 716344"/>
                      <a:gd name="connsiteX1" fmla="*/ 336550 w 579972"/>
                      <a:gd name="connsiteY1" fmla="*/ 5144 h 716344"/>
                      <a:gd name="connsiteX2" fmla="*/ 495300 w 579972"/>
                      <a:gd name="connsiteY2" fmla="*/ 106744 h 716344"/>
                      <a:gd name="connsiteX3" fmla="*/ 577850 w 579972"/>
                      <a:gd name="connsiteY3" fmla="*/ 398844 h 716344"/>
                      <a:gd name="connsiteX4" fmla="*/ 412750 w 579972"/>
                      <a:gd name="connsiteY4" fmla="*/ 678244 h 716344"/>
                      <a:gd name="connsiteX5" fmla="*/ 158750 w 579972"/>
                      <a:gd name="connsiteY5" fmla="*/ 709994 h 716344"/>
                      <a:gd name="connsiteX6" fmla="*/ 50800 w 579972"/>
                      <a:gd name="connsiteY6" fmla="*/ 716344 h 716344"/>
                      <a:gd name="connsiteX0" fmla="*/ 139700 w 719672"/>
                      <a:gd name="connsiteY0" fmla="*/ 24194 h 729044"/>
                      <a:gd name="connsiteX1" fmla="*/ 476250 w 719672"/>
                      <a:gd name="connsiteY1" fmla="*/ 5144 h 729044"/>
                      <a:gd name="connsiteX2" fmla="*/ 635000 w 719672"/>
                      <a:gd name="connsiteY2" fmla="*/ 106744 h 729044"/>
                      <a:gd name="connsiteX3" fmla="*/ 717550 w 719672"/>
                      <a:gd name="connsiteY3" fmla="*/ 398844 h 729044"/>
                      <a:gd name="connsiteX4" fmla="*/ 552450 w 719672"/>
                      <a:gd name="connsiteY4" fmla="*/ 678244 h 729044"/>
                      <a:gd name="connsiteX5" fmla="*/ 298450 w 719672"/>
                      <a:gd name="connsiteY5" fmla="*/ 709994 h 729044"/>
                      <a:gd name="connsiteX6" fmla="*/ 0 w 719672"/>
                      <a:gd name="connsiteY6" fmla="*/ 729044 h 729044"/>
                      <a:gd name="connsiteX0" fmla="*/ 184150 w 764122"/>
                      <a:gd name="connsiteY0" fmla="*/ 24194 h 729044"/>
                      <a:gd name="connsiteX1" fmla="*/ 520700 w 764122"/>
                      <a:gd name="connsiteY1" fmla="*/ 5144 h 729044"/>
                      <a:gd name="connsiteX2" fmla="*/ 679450 w 764122"/>
                      <a:gd name="connsiteY2" fmla="*/ 106744 h 729044"/>
                      <a:gd name="connsiteX3" fmla="*/ 762000 w 764122"/>
                      <a:gd name="connsiteY3" fmla="*/ 398844 h 729044"/>
                      <a:gd name="connsiteX4" fmla="*/ 596900 w 764122"/>
                      <a:gd name="connsiteY4" fmla="*/ 678244 h 729044"/>
                      <a:gd name="connsiteX5" fmla="*/ 342900 w 764122"/>
                      <a:gd name="connsiteY5" fmla="*/ 709994 h 729044"/>
                      <a:gd name="connsiteX6" fmla="*/ 0 w 764122"/>
                      <a:gd name="connsiteY6" fmla="*/ 729044 h 729044"/>
                      <a:gd name="connsiteX0" fmla="*/ 1270 w 581242"/>
                      <a:gd name="connsiteY0" fmla="*/ 24194 h 722948"/>
                      <a:gd name="connsiteX1" fmla="*/ 337820 w 581242"/>
                      <a:gd name="connsiteY1" fmla="*/ 5144 h 722948"/>
                      <a:gd name="connsiteX2" fmla="*/ 496570 w 581242"/>
                      <a:gd name="connsiteY2" fmla="*/ 106744 h 722948"/>
                      <a:gd name="connsiteX3" fmla="*/ 579120 w 581242"/>
                      <a:gd name="connsiteY3" fmla="*/ 398844 h 722948"/>
                      <a:gd name="connsiteX4" fmla="*/ 414020 w 581242"/>
                      <a:gd name="connsiteY4" fmla="*/ 678244 h 722948"/>
                      <a:gd name="connsiteX5" fmla="*/ 160020 w 581242"/>
                      <a:gd name="connsiteY5" fmla="*/ 709994 h 722948"/>
                      <a:gd name="connsiteX6" fmla="*/ 0 w 581242"/>
                      <a:gd name="connsiteY6" fmla="*/ 722948 h 722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1242" h="722948">
                        <a:moveTo>
                          <a:pt x="1270" y="24194"/>
                        </a:moveTo>
                        <a:cubicBezTo>
                          <a:pt x="128270" y="7790"/>
                          <a:pt x="255270" y="-8614"/>
                          <a:pt x="337820" y="5144"/>
                        </a:cubicBezTo>
                        <a:cubicBezTo>
                          <a:pt x="420370" y="18902"/>
                          <a:pt x="456353" y="41127"/>
                          <a:pt x="496570" y="106744"/>
                        </a:cubicBezTo>
                        <a:cubicBezTo>
                          <a:pt x="536787" y="172361"/>
                          <a:pt x="592878" y="303594"/>
                          <a:pt x="579120" y="398844"/>
                        </a:cubicBezTo>
                        <a:cubicBezTo>
                          <a:pt x="565362" y="494094"/>
                          <a:pt x="483870" y="626386"/>
                          <a:pt x="414020" y="678244"/>
                        </a:cubicBezTo>
                        <a:cubicBezTo>
                          <a:pt x="344170" y="730102"/>
                          <a:pt x="220345" y="703644"/>
                          <a:pt x="160020" y="709994"/>
                        </a:cubicBezTo>
                        <a:cubicBezTo>
                          <a:pt x="99695" y="716344"/>
                          <a:pt x="19050" y="720831"/>
                          <a:pt x="0" y="722948"/>
                        </a:cubicBezTo>
                      </a:path>
                    </a:pathLst>
                  </a:cu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Freeform: Shape 93">
                    <a:extLst>
                      <a:ext uri="{FF2B5EF4-FFF2-40B4-BE49-F238E27FC236}">
                        <a16:creationId xmlns:a16="http://schemas.microsoft.com/office/drawing/2014/main" id="{F263BA48-D739-4EDB-98C3-9077EB1D3C1F}"/>
                      </a:ext>
                    </a:extLst>
                  </p:cNvPr>
                  <p:cNvSpPr/>
                  <p:nvPr/>
                </p:nvSpPr>
                <p:spPr>
                  <a:xfrm>
                    <a:off x="4064000" y="6273800"/>
                    <a:ext cx="12700" cy="584200"/>
                  </a:xfrm>
                  <a:custGeom>
                    <a:avLst/>
                    <a:gdLst>
                      <a:gd name="connsiteX0" fmla="*/ 0 w 12700"/>
                      <a:gd name="connsiteY0" fmla="*/ 0 h 584200"/>
                      <a:gd name="connsiteX1" fmla="*/ 12700 w 12700"/>
                      <a:gd name="connsiteY1" fmla="*/ 584200 h 584200"/>
                    </a:gdLst>
                    <a:ahLst/>
                    <a:cxnLst>
                      <a:cxn ang="0">
                        <a:pos x="connsiteX0" y="connsiteY0"/>
                      </a:cxn>
                      <a:cxn ang="0">
                        <a:pos x="connsiteX1" y="connsiteY1"/>
                      </a:cxn>
                    </a:cxnLst>
                    <a:rect l="l" t="t" r="r" b="b"/>
                    <a:pathLst>
                      <a:path w="12700" h="584200">
                        <a:moveTo>
                          <a:pt x="0" y="0"/>
                        </a:moveTo>
                        <a:lnTo>
                          <a:pt x="12700" y="584200"/>
                        </a:lnTo>
                      </a:path>
                    </a:pathLst>
                  </a:cu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Freeform: Shape 96">
                    <a:extLst>
                      <a:ext uri="{FF2B5EF4-FFF2-40B4-BE49-F238E27FC236}">
                        <a16:creationId xmlns:a16="http://schemas.microsoft.com/office/drawing/2014/main" id="{846788AA-215E-4D44-8881-2DDADF59AC82}"/>
                      </a:ext>
                    </a:extLst>
                  </p:cNvPr>
                  <p:cNvSpPr/>
                  <p:nvPr/>
                </p:nvSpPr>
                <p:spPr>
                  <a:xfrm>
                    <a:off x="3934693" y="6280968"/>
                    <a:ext cx="12700" cy="584200"/>
                  </a:xfrm>
                  <a:custGeom>
                    <a:avLst/>
                    <a:gdLst>
                      <a:gd name="connsiteX0" fmla="*/ 0 w 12700"/>
                      <a:gd name="connsiteY0" fmla="*/ 0 h 584200"/>
                      <a:gd name="connsiteX1" fmla="*/ 12700 w 12700"/>
                      <a:gd name="connsiteY1" fmla="*/ 584200 h 584200"/>
                    </a:gdLst>
                    <a:ahLst/>
                    <a:cxnLst>
                      <a:cxn ang="0">
                        <a:pos x="connsiteX0" y="connsiteY0"/>
                      </a:cxn>
                      <a:cxn ang="0">
                        <a:pos x="connsiteX1" y="connsiteY1"/>
                      </a:cxn>
                    </a:cxnLst>
                    <a:rect l="l" t="t" r="r" b="b"/>
                    <a:pathLst>
                      <a:path w="12700" h="584200">
                        <a:moveTo>
                          <a:pt x="0" y="0"/>
                        </a:moveTo>
                        <a:lnTo>
                          <a:pt x="12700" y="584200"/>
                        </a:lnTo>
                      </a:path>
                    </a:pathLst>
                  </a:cu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Shape 98">
                    <a:extLst>
                      <a:ext uri="{FF2B5EF4-FFF2-40B4-BE49-F238E27FC236}">
                        <a16:creationId xmlns:a16="http://schemas.microsoft.com/office/drawing/2014/main" id="{05AA9277-73AE-4F0B-915F-F1A568B1FF07}"/>
                      </a:ext>
                    </a:extLst>
                  </p:cNvPr>
                  <p:cNvSpPr/>
                  <p:nvPr/>
                </p:nvSpPr>
                <p:spPr>
                  <a:xfrm>
                    <a:off x="3757995" y="6318617"/>
                    <a:ext cx="440907" cy="338101"/>
                  </a:xfrm>
                  <a:custGeom>
                    <a:avLst/>
                    <a:gdLst>
                      <a:gd name="connsiteX0" fmla="*/ 119950 w 439078"/>
                      <a:gd name="connsiteY0" fmla="*/ 7630 h 337498"/>
                      <a:gd name="connsiteX1" fmla="*/ 12000 w 439078"/>
                      <a:gd name="connsiteY1" fmla="*/ 96530 h 337498"/>
                      <a:gd name="connsiteX2" fmla="*/ 18350 w 439078"/>
                      <a:gd name="connsiteY2" fmla="*/ 287030 h 337498"/>
                      <a:gd name="connsiteX3" fmla="*/ 151700 w 439078"/>
                      <a:gd name="connsiteY3" fmla="*/ 331480 h 337498"/>
                      <a:gd name="connsiteX4" fmla="*/ 405700 w 439078"/>
                      <a:gd name="connsiteY4" fmla="*/ 312430 h 337498"/>
                      <a:gd name="connsiteX5" fmla="*/ 437450 w 439078"/>
                      <a:gd name="connsiteY5" fmla="*/ 109230 h 337498"/>
                      <a:gd name="connsiteX6" fmla="*/ 418400 w 439078"/>
                      <a:gd name="connsiteY6" fmla="*/ 26680 h 337498"/>
                      <a:gd name="connsiteX7" fmla="*/ 316800 w 439078"/>
                      <a:gd name="connsiteY7" fmla="*/ 7630 h 337498"/>
                      <a:gd name="connsiteX8" fmla="*/ 119950 w 439078"/>
                      <a:gd name="connsiteY8" fmla="*/ 7630 h 337498"/>
                      <a:gd name="connsiteX0" fmla="*/ 119950 w 440907"/>
                      <a:gd name="connsiteY0" fmla="*/ 8233 h 338101"/>
                      <a:gd name="connsiteX1" fmla="*/ 12000 w 440907"/>
                      <a:gd name="connsiteY1" fmla="*/ 97133 h 338101"/>
                      <a:gd name="connsiteX2" fmla="*/ 18350 w 440907"/>
                      <a:gd name="connsiteY2" fmla="*/ 287633 h 338101"/>
                      <a:gd name="connsiteX3" fmla="*/ 151700 w 440907"/>
                      <a:gd name="connsiteY3" fmla="*/ 332083 h 338101"/>
                      <a:gd name="connsiteX4" fmla="*/ 405700 w 440907"/>
                      <a:gd name="connsiteY4" fmla="*/ 313033 h 338101"/>
                      <a:gd name="connsiteX5" fmla="*/ 437450 w 440907"/>
                      <a:gd name="connsiteY5" fmla="*/ 109833 h 338101"/>
                      <a:gd name="connsiteX6" fmla="*/ 393000 w 440907"/>
                      <a:gd name="connsiteY6" fmla="*/ 46333 h 338101"/>
                      <a:gd name="connsiteX7" fmla="*/ 316800 w 440907"/>
                      <a:gd name="connsiteY7" fmla="*/ 8233 h 338101"/>
                      <a:gd name="connsiteX8" fmla="*/ 119950 w 440907"/>
                      <a:gd name="connsiteY8" fmla="*/ 8233 h 338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0907" h="338101">
                        <a:moveTo>
                          <a:pt x="119950" y="8233"/>
                        </a:moveTo>
                        <a:cubicBezTo>
                          <a:pt x="69150" y="23050"/>
                          <a:pt x="28933" y="50566"/>
                          <a:pt x="12000" y="97133"/>
                        </a:cubicBezTo>
                        <a:cubicBezTo>
                          <a:pt x="-4933" y="143700"/>
                          <a:pt x="-4933" y="248475"/>
                          <a:pt x="18350" y="287633"/>
                        </a:cubicBezTo>
                        <a:cubicBezTo>
                          <a:pt x="41633" y="326791"/>
                          <a:pt x="87142" y="327850"/>
                          <a:pt x="151700" y="332083"/>
                        </a:cubicBezTo>
                        <a:cubicBezTo>
                          <a:pt x="216258" y="336316"/>
                          <a:pt x="358075" y="350075"/>
                          <a:pt x="405700" y="313033"/>
                        </a:cubicBezTo>
                        <a:cubicBezTo>
                          <a:pt x="453325" y="275991"/>
                          <a:pt x="439567" y="154283"/>
                          <a:pt x="437450" y="109833"/>
                        </a:cubicBezTo>
                        <a:cubicBezTo>
                          <a:pt x="435333" y="65383"/>
                          <a:pt x="413108" y="63266"/>
                          <a:pt x="393000" y="46333"/>
                        </a:cubicBezTo>
                        <a:cubicBezTo>
                          <a:pt x="372892" y="29400"/>
                          <a:pt x="362308" y="14583"/>
                          <a:pt x="316800" y="8233"/>
                        </a:cubicBezTo>
                        <a:cubicBezTo>
                          <a:pt x="271292" y="1883"/>
                          <a:pt x="170750" y="-6584"/>
                          <a:pt x="119950" y="8233"/>
                        </a:cubicBezTo>
                        <a:close/>
                      </a:path>
                    </a:pathLst>
                  </a:custGeom>
                  <a:solidFill>
                    <a:schemeClr val="accent4">
                      <a:lumMod val="20000"/>
                      <a:lumOff val="80000"/>
                    </a:schemeClr>
                  </a:solid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Freeform: Shape 100">
                    <a:extLst>
                      <a:ext uri="{FF2B5EF4-FFF2-40B4-BE49-F238E27FC236}">
                        <a16:creationId xmlns:a16="http://schemas.microsoft.com/office/drawing/2014/main" id="{ACEA91E8-08C3-4F8D-9184-2FDAEF617366}"/>
                      </a:ext>
                    </a:extLst>
                  </p:cNvPr>
                  <p:cNvSpPr/>
                  <p:nvPr/>
                </p:nvSpPr>
                <p:spPr>
                  <a:xfrm>
                    <a:off x="4462463" y="3938587"/>
                    <a:ext cx="609600" cy="1728787"/>
                  </a:xfrm>
                  <a:custGeom>
                    <a:avLst/>
                    <a:gdLst>
                      <a:gd name="connsiteX0" fmla="*/ 647700 w 647700"/>
                      <a:gd name="connsiteY0" fmla="*/ 0 h 1719262"/>
                      <a:gd name="connsiteX1" fmla="*/ 490537 w 647700"/>
                      <a:gd name="connsiteY1" fmla="*/ 309562 h 1719262"/>
                      <a:gd name="connsiteX2" fmla="*/ 385762 w 647700"/>
                      <a:gd name="connsiteY2" fmla="*/ 723900 h 1719262"/>
                      <a:gd name="connsiteX3" fmla="*/ 319087 w 647700"/>
                      <a:gd name="connsiteY3" fmla="*/ 1228725 h 1719262"/>
                      <a:gd name="connsiteX4" fmla="*/ 257175 w 647700"/>
                      <a:gd name="connsiteY4" fmla="*/ 1490662 h 1719262"/>
                      <a:gd name="connsiteX5" fmla="*/ 138112 w 647700"/>
                      <a:gd name="connsiteY5" fmla="*/ 1647825 h 1719262"/>
                      <a:gd name="connsiteX6" fmla="*/ 0 w 647700"/>
                      <a:gd name="connsiteY6" fmla="*/ 1719262 h 1719262"/>
                      <a:gd name="connsiteX0" fmla="*/ 609600 w 609600"/>
                      <a:gd name="connsiteY0" fmla="*/ 0 h 1719262"/>
                      <a:gd name="connsiteX1" fmla="*/ 452437 w 609600"/>
                      <a:gd name="connsiteY1" fmla="*/ 309562 h 1719262"/>
                      <a:gd name="connsiteX2" fmla="*/ 347662 w 609600"/>
                      <a:gd name="connsiteY2" fmla="*/ 723900 h 1719262"/>
                      <a:gd name="connsiteX3" fmla="*/ 280987 w 609600"/>
                      <a:gd name="connsiteY3" fmla="*/ 1228725 h 1719262"/>
                      <a:gd name="connsiteX4" fmla="*/ 219075 w 609600"/>
                      <a:gd name="connsiteY4" fmla="*/ 1490662 h 1719262"/>
                      <a:gd name="connsiteX5" fmla="*/ 100012 w 609600"/>
                      <a:gd name="connsiteY5" fmla="*/ 1647825 h 1719262"/>
                      <a:gd name="connsiteX6" fmla="*/ 0 w 609600"/>
                      <a:gd name="connsiteY6" fmla="*/ 1719262 h 1719262"/>
                      <a:gd name="connsiteX0" fmla="*/ 609600 w 609600"/>
                      <a:gd name="connsiteY0" fmla="*/ 0 h 1728787"/>
                      <a:gd name="connsiteX1" fmla="*/ 452437 w 609600"/>
                      <a:gd name="connsiteY1" fmla="*/ 319087 h 1728787"/>
                      <a:gd name="connsiteX2" fmla="*/ 347662 w 609600"/>
                      <a:gd name="connsiteY2" fmla="*/ 733425 h 1728787"/>
                      <a:gd name="connsiteX3" fmla="*/ 280987 w 609600"/>
                      <a:gd name="connsiteY3" fmla="*/ 1238250 h 1728787"/>
                      <a:gd name="connsiteX4" fmla="*/ 219075 w 609600"/>
                      <a:gd name="connsiteY4" fmla="*/ 1500187 h 1728787"/>
                      <a:gd name="connsiteX5" fmla="*/ 100012 w 609600"/>
                      <a:gd name="connsiteY5" fmla="*/ 1657350 h 1728787"/>
                      <a:gd name="connsiteX6" fmla="*/ 0 w 609600"/>
                      <a:gd name="connsiteY6" fmla="*/ 1728787 h 1728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 h="1728787">
                        <a:moveTo>
                          <a:pt x="609600" y="0"/>
                        </a:moveTo>
                        <a:cubicBezTo>
                          <a:pt x="552846" y="94456"/>
                          <a:pt x="496093" y="196850"/>
                          <a:pt x="452437" y="319087"/>
                        </a:cubicBezTo>
                        <a:cubicBezTo>
                          <a:pt x="408781" y="441325"/>
                          <a:pt x="376237" y="580231"/>
                          <a:pt x="347662" y="733425"/>
                        </a:cubicBezTo>
                        <a:cubicBezTo>
                          <a:pt x="319087" y="886619"/>
                          <a:pt x="302418" y="1110456"/>
                          <a:pt x="280987" y="1238250"/>
                        </a:cubicBezTo>
                        <a:cubicBezTo>
                          <a:pt x="259556" y="1366044"/>
                          <a:pt x="249238" y="1430337"/>
                          <a:pt x="219075" y="1500187"/>
                        </a:cubicBezTo>
                        <a:cubicBezTo>
                          <a:pt x="188912" y="1570037"/>
                          <a:pt x="142874" y="1619250"/>
                          <a:pt x="100012" y="1657350"/>
                        </a:cubicBezTo>
                        <a:cubicBezTo>
                          <a:pt x="57150" y="1695450"/>
                          <a:pt x="47625" y="1712118"/>
                          <a:pt x="0" y="1728787"/>
                        </a:cubicBezTo>
                      </a:path>
                    </a:pathLst>
                  </a:cu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Freeform: Shape 168">
                    <a:extLst>
                      <a:ext uri="{FF2B5EF4-FFF2-40B4-BE49-F238E27FC236}">
                        <a16:creationId xmlns:a16="http://schemas.microsoft.com/office/drawing/2014/main" id="{E626679A-187A-4D39-8923-9F267DA60BE9}"/>
                      </a:ext>
                    </a:extLst>
                  </p:cNvPr>
                  <p:cNvSpPr/>
                  <p:nvPr/>
                </p:nvSpPr>
                <p:spPr>
                  <a:xfrm flipH="1">
                    <a:off x="3437505" y="5563806"/>
                    <a:ext cx="581242" cy="722948"/>
                  </a:xfrm>
                  <a:custGeom>
                    <a:avLst/>
                    <a:gdLst>
                      <a:gd name="connsiteX0" fmla="*/ 0 w 579972"/>
                      <a:gd name="connsiteY0" fmla="*/ 24194 h 716344"/>
                      <a:gd name="connsiteX1" fmla="*/ 336550 w 579972"/>
                      <a:gd name="connsiteY1" fmla="*/ 5144 h 716344"/>
                      <a:gd name="connsiteX2" fmla="*/ 495300 w 579972"/>
                      <a:gd name="connsiteY2" fmla="*/ 106744 h 716344"/>
                      <a:gd name="connsiteX3" fmla="*/ 577850 w 579972"/>
                      <a:gd name="connsiteY3" fmla="*/ 398844 h 716344"/>
                      <a:gd name="connsiteX4" fmla="*/ 412750 w 579972"/>
                      <a:gd name="connsiteY4" fmla="*/ 678244 h 716344"/>
                      <a:gd name="connsiteX5" fmla="*/ 158750 w 579972"/>
                      <a:gd name="connsiteY5" fmla="*/ 709994 h 716344"/>
                      <a:gd name="connsiteX6" fmla="*/ 50800 w 579972"/>
                      <a:gd name="connsiteY6" fmla="*/ 716344 h 716344"/>
                      <a:gd name="connsiteX0" fmla="*/ 139700 w 719672"/>
                      <a:gd name="connsiteY0" fmla="*/ 24194 h 729044"/>
                      <a:gd name="connsiteX1" fmla="*/ 476250 w 719672"/>
                      <a:gd name="connsiteY1" fmla="*/ 5144 h 729044"/>
                      <a:gd name="connsiteX2" fmla="*/ 635000 w 719672"/>
                      <a:gd name="connsiteY2" fmla="*/ 106744 h 729044"/>
                      <a:gd name="connsiteX3" fmla="*/ 717550 w 719672"/>
                      <a:gd name="connsiteY3" fmla="*/ 398844 h 729044"/>
                      <a:gd name="connsiteX4" fmla="*/ 552450 w 719672"/>
                      <a:gd name="connsiteY4" fmla="*/ 678244 h 729044"/>
                      <a:gd name="connsiteX5" fmla="*/ 298450 w 719672"/>
                      <a:gd name="connsiteY5" fmla="*/ 709994 h 729044"/>
                      <a:gd name="connsiteX6" fmla="*/ 0 w 719672"/>
                      <a:gd name="connsiteY6" fmla="*/ 729044 h 729044"/>
                      <a:gd name="connsiteX0" fmla="*/ 184150 w 764122"/>
                      <a:gd name="connsiteY0" fmla="*/ 24194 h 729044"/>
                      <a:gd name="connsiteX1" fmla="*/ 520700 w 764122"/>
                      <a:gd name="connsiteY1" fmla="*/ 5144 h 729044"/>
                      <a:gd name="connsiteX2" fmla="*/ 679450 w 764122"/>
                      <a:gd name="connsiteY2" fmla="*/ 106744 h 729044"/>
                      <a:gd name="connsiteX3" fmla="*/ 762000 w 764122"/>
                      <a:gd name="connsiteY3" fmla="*/ 398844 h 729044"/>
                      <a:gd name="connsiteX4" fmla="*/ 596900 w 764122"/>
                      <a:gd name="connsiteY4" fmla="*/ 678244 h 729044"/>
                      <a:gd name="connsiteX5" fmla="*/ 342900 w 764122"/>
                      <a:gd name="connsiteY5" fmla="*/ 709994 h 729044"/>
                      <a:gd name="connsiteX6" fmla="*/ 0 w 764122"/>
                      <a:gd name="connsiteY6" fmla="*/ 729044 h 729044"/>
                      <a:gd name="connsiteX0" fmla="*/ 1270 w 581242"/>
                      <a:gd name="connsiteY0" fmla="*/ 24194 h 722948"/>
                      <a:gd name="connsiteX1" fmla="*/ 337820 w 581242"/>
                      <a:gd name="connsiteY1" fmla="*/ 5144 h 722948"/>
                      <a:gd name="connsiteX2" fmla="*/ 496570 w 581242"/>
                      <a:gd name="connsiteY2" fmla="*/ 106744 h 722948"/>
                      <a:gd name="connsiteX3" fmla="*/ 579120 w 581242"/>
                      <a:gd name="connsiteY3" fmla="*/ 398844 h 722948"/>
                      <a:gd name="connsiteX4" fmla="*/ 414020 w 581242"/>
                      <a:gd name="connsiteY4" fmla="*/ 678244 h 722948"/>
                      <a:gd name="connsiteX5" fmla="*/ 160020 w 581242"/>
                      <a:gd name="connsiteY5" fmla="*/ 709994 h 722948"/>
                      <a:gd name="connsiteX6" fmla="*/ 0 w 581242"/>
                      <a:gd name="connsiteY6" fmla="*/ 722948 h 722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1242" h="722948">
                        <a:moveTo>
                          <a:pt x="1270" y="24194"/>
                        </a:moveTo>
                        <a:cubicBezTo>
                          <a:pt x="128270" y="7790"/>
                          <a:pt x="255270" y="-8614"/>
                          <a:pt x="337820" y="5144"/>
                        </a:cubicBezTo>
                        <a:cubicBezTo>
                          <a:pt x="420370" y="18902"/>
                          <a:pt x="456353" y="41127"/>
                          <a:pt x="496570" y="106744"/>
                        </a:cubicBezTo>
                        <a:cubicBezTo>
                          <a:pt x="536787" y="172361"/>
                          <a:pt x="592878" y="303594"/>
                          <a:pt x="579120" y="398844"/>
                        </a:cubicBezTo>
                        <a:cubicBezTo>
                          <a:pt x="565362" y="494094"/>
                          <a:pt x="483870" y="626386"/>
                          <a:pt x="414020" y="678244"/>
                        </a:cubicBezTo>
                        <a:cubicBezTo>
                          <a:pt x="344170" y="730102"/>
                          <a:pt x="220345" y="703644"/>
                          <a:pt x="160020" y="709994"/>
                        </a:cubicBezTo>
                        <a:cubicBezTo>
                          <a:pt x="99695" y="716344"/>
                          <a:pt x="19050" y="720831"/>
                          <a:pt x="0" y="722948"/>
                        </a:cubicBezTo>
                      </a:path>
                    </a:pathLst>
                  </a:cu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Freeform: Shape 17">
                  <a:extLst>
                    <a:ext uri="{FF2B5EF4-FFF2-40B4-BE49-F238E27FC236}">
                      <a16:creationId xmlns:a16="http://schemas.microsoft.com/office/drawing/2014/main" id="{F6F72AEB-F249-44C0-BCAD-FCE6BC236CFD}"/>
                    </a:ext>
                  </a:extLst>
                </p:cNvPr>
                <p:cNvSpPr/>
                <p:nvPr/>
              </p:nvSpPr>
              <p:spPr>
                <a:xfrm>
                  <a:off x="3364992" y="5522976"/>
                  <a:ext cx="170688" cy="176784"/>
                </a:xfrm>
                <a:custGeom>
                  <a:avLst/>
                  <a:gdLst>
                    <a:gd name="connsiteX0" fmla="*/ 170688 w 170688"/>
                    <a:gd name="connsiteY0" fmla="*/ 176784 h 176784"/>
                    <a:gd name="connsiteX1" fmla="*/ 73152 w 170688"/>
                    <a:gd name="connsiteY1" fmla="*/ 103632 h 176784"/>
                    <a:gd name="connsiteX2" fmla="*/ 0 w 170688"/>
                    <a:gd name="connsiteY2" fmla="*/ 0 h 176784"/>
                  </a:gdLst>
                  <a:ahLst/>
                  <a:cxnLst>
                    <a:cxn ang="0">
                      <a:pos x="connsiteX0" y="connsiteY0"/>
                    </a:cxn>
                    <a:cxn ang="0">
                      <a:pos x="connsiteX1" y="connsiteY1"/>
                    </a:cxn>
                    <a:cxn ang="0">
                      <a:pos x="connsiteX2" y="connsiteY2"/>
                    </a:cxn>
                  </a:cxnLst>
                  <a:rect l="l" t="t" r="r" b="b"/>
                  <a:pathLst>
                    <a:path w="170688" h="176784">
                      <a:moveTo>
                        <a:pt x="170688" y="176784"/>
                      </a:moveTo>
                      <a:cubicBezTo>
                        <a:pt x="136144" y="154940"/>
                        <a:pt x="101600" y="133096"/>
                        <a:pt x="73152" y="103632"/>
                      </a:cubicBezTo>
                      <a:cubicBezTo>
                        <a:pt x="44704" y="74168"/>
                        <a:pt x="22352" y="37084"/>
                        <a:pt x="0" y="0"/>
                      </a:cubicBezTo>
                    </a:path>
                  </a:pathLst>
                </a:custGeom>
                <a:ln w="19050"/>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p:sp>
              <p:nvSpPr>
                <p:cNvPr id="170" name="Freeform: Shape 169">
                  <a:extLst>
                    <a:ext uri="{FF2B5EF4-FFF2-40B4-BE49-F238E27FC236}">
                      <a16:creationId xmlns:a16="http://schemas.microsoft.com/office/drawing/2014/main" id="{78F69166-6CDB-4F03-997B-86C849106045}"/>
                    </a:ext>
                  </a:extLst>
                </p:cNvPr>
                <p:cNvSpPr/>
                <p:nvPr/>
              </p:nvSpPr>
              <p:spPr>
                <a:xfrm>
                  <a:off x="3285641" y="5611368"/>
                  <a:ext cx="207264" cy="176784"/>
                </a:xfrm>
                <a:custGeom>
                  <a:avLst/>
                  <a:gdLst>
                    <a:gd name="connsiteX0" fmla="*/ 170688 w 170688"/>
                    <a:gd name="connsiteY0" fmla="*/ 176784 h 176784"/>
                    <a:gd name="connsiteX1" fmla="*/ 73152 w 170688"/>
                    <a:gd name="connsiteY1" fmla="*/ 103632 h 176784"/>
                    <a:gd name="connsiteX2" fmla="*/ 0 w 170688"/>
                    <a:gd name="connsiteY2" fmla="*/ 0 h 176784"/>
                    <a:gd name="connsiteX0" fmla="*/ 207264 w 207264"/>
                    <a:gd name="connsiteY0" fmla="*/ 176784 h 176784"/>
                    <a:gd name="connsiteX1" fmla="*/ 109728 w 207264"/>
                    <a:gd name="connsiteY1" fmla="*/ 103632 h 176784"/>
                    <a:gd name="connsiteX2" fmla="*/ 0 w 207264"/>
                    <a:gd name="connsiteY2" fmla="*/ 0 h 176784"/>
                  </a:gdLst>
                  <a:ahLst/>
                  <a:cxnLst>
                    <a:cxn ang="0">
                      <a:pos x="connsiteX0" y="connsiteY0"/>
                    </a:cxn>
                    <a:cxn ang="0">
                      <a:pos x="connsiteX1" y="connsiteY1"/>
                    </a:cxn>
                    <a:cxn ang="0">
                      <a:pos x="connsiteX2" y="connsiteY2"/>
                    </a:cxn>
                  </a:cxnLst>
                  <a:rect l="l" t="t" r="r" b="b"/>
                  <a:pathLst>
                    <a:path w="207264" h="176784">
                      <a:moveTo>
                        <a:pt x="207264" y="176784"/>
                      </a:moveTo>
                      <a:cubicBezTo>
                        <a:pt x="172720" y="154940"/>
                        <a:pt x="138176" y="133096"/>
                        <a:pt x="109728" y="103632"/>
                      </a:cubicBezTo>
                      <a:cubicBezTo>
                        <a:pt x="81280" y="74168"/>
                        <a:pt x="22352" y="37084"/>
                        <a:pt x="0" y="0"/>
                      </a:cubicBezTo>
                    </a:path>
                  </a:pathLst>
                </a:custGeom>
                <a:ln w="19050"/>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p:grpSp>
          <p:sp>
            <p:nvSpPr>
              <p:cNvPr id="113" name="Freeform: Shape 37">
                <a:extLst>
                  <a:ext uri="{FF2B5EF4-FFF2-40B4-BE49-F238E27FC236}">
                    <a16:creationId xmlns:a16="http://schemas.microsoft.com/office/drawing/2014/main" id="{82E50A14-F821-400B-A033-0AA063F34B93}"/>
                  </a:ext>
                </a:extLst>
              </p:cNvPr>
              <p:cNvSpPr/>
              <p:nvPr/>
            </p:nvSpPr>
            <p:spPr>
              <a:xfrm>
                <a:off x="4350395" y="808208"/>
                <a:ext cx="3296317" cy="5939175"/>
              </a:xfrm>
              <a:custGeom>
                <a:avLst/>
                <a:gdLst>
                  <a:gd name="connsiteX0" fmla="*/ 345952 w 3433807"/>
                  <a:gd name="connsiteY0" fmla="*/ 2200478 h 6793190"/>
                  <a:gd name="connsiteX1" fmla="*/ 12577 w 3433807"/>
                  <a:gd name="connsiteY1" fmla="*/ 1467053 h 6793190"/>
                  <a:gd name="connsiteX2" fmla="*/ 126877 w 3433807"/>
                  <a:gd name="connsiteY2" fmla="*/ 752678 h 6793190"/>
                  <a:gd name="connsiteX3" fmla="*/ 650752 w 3433807"/>
                  <a:gd name="connsiteY3" fmla="*/ 200228 h 6793190"/>
                  <a:gd name="connsiteX4" fmla="*/ 1393702 w 3433807"/>
                  <a:gd name="connsiteY4" fmla="*/ 203 h 6793190"/>
                  <a:gd name="connsiteX5" fmla="*/ 2108077 w 3433807"/>
                  <a:gd name="connsiteY5" fmla="*/ 228803 h 6793190"/>
                  <a:gd name="connsiteX6" fmla="*/ 2784352 w 3433807"/>
                  <a:gd name="connsiteY6" fmla="*/ 828878 h 6793190"/>
                  <a:gd name="connsiteX7" fmla="*/ 3308227 w 3433807"/>
                  <a:gd name="connsiteY7" fmla="*/ 2352878 h 6793190"/>
                  <a:gd name="connsiteX8" fmla="*/ 3422527 w 3433807"/>
                  <a:gd name="connsiteY8" fmla="*/ 4210253 h 6793190"/>
                  <a:gd name="connsiteX9" fmla="*/ 3108202 w 3433807"/>
                  <a:gd name="connsiteY9" fmla="*/ 6353378 h 6793190"/>
                  <a:gd name="connsiteX10" fmla="*/ 2098552 w 3433807"/>
                  <a:gd name="connsiteY10" fmla="*/ 6791528 h 6793190"/>
                  <a:gd name="connsiteX11" fmla="*/ 736477 w 3433807"/>
                  <a:gd name="connsiteY11" fmla="*/ 6296228 h 6793190"/>
                  <a:gd name="connsiteX12" fmla="*/ 431677 w 3433807"/>
                  <a:gd name="connsiteY12" fmla="*/ 4972253 h 6793190"/>
                  <a:gd name="connsiteX13" fmla="*/ 707902 w 3433807"/>
                  <a:gd name="connsiteY13" fmla="*/ 4029278 h 6793190"/>
                  <a:gd name="connsiteX14" fmla="*/ 898402 w 3433807"/>
                  <a:gd name="connsiteY14" fmla="*/ 3876878 h 6793190"/>
                  <a:gd name="connsiteX15" fmla="*/ 898402 w 3433807"/>
                  <a:gd name="connsiteY15" fmla="*/ 3876878 h 6793190"/>
                  <a:gd name="connsiteX0" fmla="*/ 605991 w 3693846"/>
                  <a:gd name="connsiteY0" fmla="*/ 2200478 h 6793190"/>
                  <a:gd name="connsiteX1" fmla="*/ 3371 w 3693846"/>
                  <a:gd name="connsiteY1" fmla="*/ 1507673 h 6793190"/>
                  <a:gd name="connsiteX2" fmla="*/ 386916 w 3693846"/>
                  <a:gd name="connsiteY2" fmla="*/ 752678 h 6793190"/>
                  <a:gd name="connsiteX3" fmla="*/ 910791 w 3693846"/>
                  <a:gd name="connsiteY3" fmla="*/ 200228 h 6793190"/>
                  <a:gd name="connsiteX4" fmla="*/ 1653741 w 3693846"/>
                  <a:gd name="connsiteY4" fmla="*/ 203 h 6793190"/>
                  <a:gd name="connsiteX5" fmla="*/ 2368116 w 3693846"/>
                  <a:gd name="connsiteY5" fmla="*/ 228803 h 6793190"/>
                  <a:gd name="connsiteX6" fmla="*/ 3044391 w 3693846"/>
                  <a:gd name="connsiteY6" fmla="*/ 828878 h 6793190"/>
                  <a:gd name="connsiteX7" fmla="*/ 3568266 w 3693846"/>
                  <a:gd name="connsiteY7" fmla="*/ 2352878 h 6793190"/>
                  <a:gd name="connsiteX8" fmla="*/ 3682566 w 3693846"/>
                  <a:gd name="connsiteY8" fmla="*/ 4210253 h 6793190"/>
                  <a:gd name="connsiteX9" fmla="*/ 3368241 w 3693846"/>
                  <a:gd name="connsiteY9" fmla="*/ 6353378 h 6793190"/>
                  <a:gd name="connsiteX10" fmla="*/ 2358591 w 3693846"/>
                  <a:gd name="connsiteY10" fmla="*/ 6791528 h 6793190"/>
                  <a:gd name="connsiteX11" fmla="*/ 996516 w 3693846"/>
                  <a:gd name="connsiteY11" fmla="*/ 6296228 h 6793190"/>
                  <a:gd name="connsiteX12" fmla="*/ 691716 w 3693846"/>
                  <a:gd name="connsiteY12" fmla="*/ 4972253 h 6793190"/>
                  <a:gd name="connsiteX13" fmla="*/ 967941 w 3693846"/>
                  <a:gd name="connsiteY13" fmla="*/ 4029278 h 6793190"/>
                  <a:gd name="connsiteX14" fmla="*/ 1158441 w 3693846"/>
                  <a:gd name="connsiteY14" fmla="*/ 3876878 h 6793190"/>
                  <a:gd name="connsiteX15" fmla="*/ 1158441 w 3693846"/>
                  <a:gd name="connsiteY15" fmla="*/ 3876878 h 6793190"/>
                  <a:gd name="connsiteX0" fmla="*/ 624945 w 3712800"/>
                  <a:gd name="connsiteY0" fmla="*/ 2200454 h 6793166"/>
                  <a:gd name="connsiteX1" fmla="*/ 22325 w 3712800"/>
                  <a:gd name="connsiteY1" fmla="*/ 1507649 h 6793166"/>
                  <a:gd name="connsiteX2" fmla="*/ 206430 w 3712800"/>
                  <a:gd name="connsiteY2" fmla="*/ 681566 h 6793166"/>
                  <a:gd name="connsiteX3" fmla="*/ 929745 w 3712800"/>
                  <a:gd name="connsiteY3" fmla="*/ 200204 h 6793166"/>
                  <a:gd name="connsiteX4" fmla="*/ 1672695 w 3712800"/>
                  <a:gd name="connsiteY4" fmla="*/ 179 h 6793166"/>
                  <a:gd name="connsiteX5" fmla="*/ 2387070 w 3712800"/>
                  <a:gd name="connsiteY5" fmla="*/ 228779 h 6793166"/>
                  <a:gd name="connsiteX6" fmla="*/ 3063345 w 3712800"/>
                  <a:gd name="connsiteY6" fmla="*/ 828854 h 6793166"/>
                  <a:gd name="connsiteX7" fmla="*/ 3587220 w 3712800"/>
                  <a:gd name="connsiteY7" fmla="*/ 2352854 h 6793166"/>
                  <a:gd name="connsiteX8" fmla="*/ 3701520 w 3712800"/>
                  <a:gd name="connsiteY8" fmla="*/ 4210229 h 6793166"/>
                  <a:gd name="connsiteX9" fmla="*/ 3387195 w 3712800"/>
                  <a:gd name="connsiteY9" fmla="*/ 6353354 h 6793166"/>
                  <a:gd name="connsiteX10" fmla="*/ 2377545 w 3712800"/>
                  <a:gd name="connsiteY10" fmla="*/ 6791504 h 6793166"/>
                  <a:gd name="connsiteX11" fmla="*/ 1015470 w 3712800"/>
                  <a:gd name="connsiteY11" fmla="*/ 6296204 h 6793166"/>
                  <a:gd name="connsiteX12" fmla="*/ 710670 w 3712800"/>
                  <a:gd name="connsiteY12" fmla="*/ 4972229 h 6793166"/>
                  <a:gd name="connsiteX13" fmla="*/ 986895 w 3712800"/>
                  <a:gd name="connsiteY13" fmla="*/ 4029254 h 6793166"/>
                  <a:gd name="connsiteX14" fmla="*/ 1177395 w 3712800"/>
                  <a:gd name="connsiteY14" fmla="*/ 3876854 h 6793166"/>
                  <a:gd name="connsiteX15" fmla="*/ 1177395 w 3712800"/>
                  <a:gd name="connsiteY15" fmla="*/ 3876854 h 6793166"/>
                  <a:gd name="connsiteX0" fmla="*/ 624393 w 3712248"/>
                  <a:gd name="connsiteY0" fmla="*/ 2201242 h 6793954"/>
                  <a:gd name="connsiteX1" fmla="*/ 21773 w 3712248"/>
                  <a:gd name="connsiteY1" fmla="*/ 1508437 h 6793954"/>
                  <a:gd name="connsiteX2" fmla="*/ 205878 w 3712248"/>
                  <a:gd name="connsiteY2" fmla="*/ 682354 h 6793954"/>
                  <a:gd name="connsiteX3" fmla="*/ 899277 w 3712248"/>
                  <a:gd name="connsiteY3" fmla="*/ 170525 h 6793954"/>
                  <a:gd name="connsiteX4" fmla="*/ 1672143 w 3712248"/>
                  <a:gd name="connsiteY4" fmla="*/ 967 h 6793954"/>
                  <a:gd name="connsiteX5" fmla="*/ 2386518 w 3712248"/>
                  <a:gd name="connsiteY5" fmla="*/ 229567 h 6793954"/>
                  <a:gd name="connsiteX6" fmla="*/ 3062793 w 3712248"/>
                  <a:gd name="connsiteY6" fmla="*/ 829642 h 6793954"/>
                  <a:gd name="connsiteX7" fmla="*/ 3586668 w 3712248"/>
                  <a:gd name="connsiteY7" fmla="*/ 2353642 h 6793954"/>
                  <a:gd name="connsiteX8" fmla="*/ 3700968 w 3712248"/>
                  <a:gd name="connsiteY8" fmla="*/ 4211017 h 6793954"/>
                  <a:gd name="connsiteX9" fmla="*/ 3386643 w 3712248"/>
                  <a:gd name="connsiteY9" fmla="*/ 6354142 h 6793954"/>
                  <a:gd name="connsiteX10" fmla="*/ 2376993 w 3712248"/>
                  <a:gd name="connsiteY10" fmla="*/ 6792292 h 6793954"/>
                  <a:gd name="connsiteX11" fmla="*/ 1014918 w 3712248"/>
                  <a:gd name="connsiteY11" fmla="*/ 6296992 h 6793954"/>
                  <a:gd name="connsiteX12" fmla="*/ 710118 w 3712248"/>
                  <a:gd name="connsiteY12" fmla="*/ 4973017 h 6793954"/>
                  <a:gd name="connsiteX13" fmla="*/ 986343 w 3712248"/>
                  <a:gd name="connsiteY13" fmla="*/ 4030042 h 6793954"/>
                  <a:gd name="connsiteX14" fmla="*/ 1176843 w 3712248"/>
                  <a:gd name="connsiteY14" fmla="*/ 3877642 h 6793954"/>
                  <a:gd name="connsiteX15" fmla="*/ 1176843 w 3712248"/>
                  <a:gd name="connsiteY15" fmla="*/ 3877642 h 6793954"/>
                  <a:gd name="connsiteX0" fmla="*/ 465229 w 3702666"/>
                  <a:gd name="connsiteY0" fmla="*/ 2079378 h 6793954"/>
                  <a:gd name="connsiteX1" fmla="*/ 12191 w 3702666"/>
                  <a:gd name="connsiteY1" fmla="*/ 1508437 h 6793954"/>
                  <a:gd name="connsiteX2" fmla="*/ 196296 w 3702666"/>
                  <a:gd name="connsiteY2" fmla="*/ 682354 h 6793954"/>
                  <a:gd name="connsiteX3" fmla="*/ 889695 w 3702666"/>
                  <a:gd name="connsiteY3" fmla="*/ 170525 h 6793954"/>
                  <a:gd name="connsiteX4" fmla="*/ 1662561 w 3702666"/>
                  <a:gd name="connsiteY4" fmla="*/ 967 h 6793954"/>
                  <a:gd name="connsiteX5" fmla="*/ 2376936 w 3702666"/>
                  <a:gd name="connsiteY5" fmla="*/ 229567 h 6793954"/>
                  <a:gd name="connsiteX6" fmla="*/ 3053211 w 3702666"/>
                  <a:gd name="connsiteY6" fmla="*/ 829642 h 6793954"/>
                  <a:gd name="connsiteX7" fmla="*/ 3577086 w 3702666"/>
                  <a:gd name="connsiteY7" fmla="*/ 2353642 h 6793954"/>
                  <a:gd name="connsiteX8" fmla="*/ 3691386 w 3702666"/>
                  <a:gd name="connsiteY8" fmla="*/ 4211017 h 6793954"/>
                  <a:gd name="connsiteX9" fmla="*/ 3377061 w 3702666"/>
                  <a:gd name="connsiteY9" fmla="*/ 6354142 h 6793954"/>
                  <a:gd name="connsiteX10" fmla="*/ 2367411 w 3702666"/>
                  <a:gd name="connsiteY10" fmla="*/ 6792292 h 6793954"/>
                  <a:gd name="connsiteX11" fmla="*/ 1005336 w 3702666"/>
                  <a:gd name="connsiteY11" fmla="*/ 6296992 h 6793954"/>
                  <a:gd name="connsiteX12" fmla="*/ 700536 w 3702666"/>
                  <a:gd name="connsiteY12" fmla="*/ 4973017 h 6793954"/>
                  <a:gd name="connsiteX13" fmla="*/ 976761 w 3702666"/>
                  <a:gd name="connsiteY13" fmla="*/ 4030042 h 6793954"/>
                  <a:gd name="connsiteX14" fmla="*/ 1167261 w 3702666"/>
                  <a:gd name="connsiteY14" fmla="*/ 3877642 h 6793954"/>
                  <a:gd name="connsiteX15" fmla="*/ 1167261 w 3702666"/>
                  <a:gd name="connsiteY15" fmla="*/ 3877642 h 6793954"/>
                  <a:gd name="connsiteX0" fmla="*/ 465229 w 3702666"/>
                  <a:gd name="connsiteY0" fmla="*/ 2079378 h 6793954"/>
                  <a:gd name="connsiteX1" fmla="*/ 12191 w 3702666"/>
                  <a:gd name="connsiteY1" fmla="*/ 1508437 h 6793954"/>
                  <a:gd name="connsiteX2" fmla="*/ 196296 w 3702666"/>
                  <a:gd name="connsiteY2" fmla="*/ 682354 h 6793954"/>
                  <a:gd name="connsiteX3" fmla="*/ 889695 w 3702666"/>
                  <a:gd name="connsiteY3" fmla="*/ 170525 h 6793954"/>
                  <a:gd name="connsiteX4" fmla="*/ 1662561 w 3702666"/>
                  <a:gd name="connsiteY4" fmla="*/ 967 h 6793954"/>
                  <a:gd name="connsiteX5" fmla="*/ 2376936 w 3702666"/>
                  <a:gd name="connsiteY5" fmla="*/ 229567 h 6793954"/>
                  <a:gd name="connsiteX6" fmla="*/ 3053211 w 3702666"/>
                  <a:gd name="connsiteY6" fmla="*/ 829642 h 6793954"/>
                  <a:gd name="connsiteX7" fmla="*/ 3577086 w 3702666"/>
                  <a:gd name="connsiteY7" fmla="*/ 2353642 h 6793954"/>
                  <a:gd name="connsiteX8" fmla="*/ 3691386 w 3702666"/>
                  <a:gd name="connsiteY8" fmla="*/ 4211017 h 6793954"/>
                  <a:gd name="connsiteX9" fmla="*/ 3377061 w 3702666"/>
                  <a:gd name="connsiteY9" fmla="*/ 6354142 h 6793954"/>
                  <a:gd name="connsiteX10" fmla="*/ 2367411 w 3702666"/>
                  <a:gd name="connsiteY10" fmla="*/ 6792292 h 6793954"/>
                  <a:gd name="connsiteX11" fmla="*/ 1005336 w 3702666"/>
                  <a:gd name="connsiteY11" fmla="*/ 6296992 h 6793954"/>
                  <a:gd name="connsiteX12" fmla="*/ 700536 w 3702666"/>
                  <a:gd name="connsiteY12" fmla="*/ 4973017 h 6793954"/>
                  <a:gd name="connsiteX13" fmla="*/ 976761 w 3702666"/>
                  <a:gd name="connsiteY13" fmla="*/ 4030042 h 6793954"/>
                  <a:gd name="connsiteX14" fmla="*/ 1167261 w 3702666"/>
                  <a:gd name="connsiteY14" fmla="*/ 3877642 h 6793954"/>
                  <a:gd name="connsiteX15" fmla="*/ 1167261 w 3702666"/>
                  <a:gd name="connsiteY15" fmla="*/ 3877642 h 6793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02666" h="6793954">
                    <a:moveTo>
                      <a:pt x="465229" y="2079378"/>
                    </a:moveTo>
                    <a:cubicBezTo>
                      <a:pt x="426489" y="2016111"/>
                      <a:pt x="57013" y="1741274"/>
                      <a:pt x="12191" y="1508437"/>
                    </a:cubicBezTo>
                    <a:cubicBezTo>
                      <a:pt x="-32631" y="1275600"/>
                      <a:pt x="50045" y="905339"/>
                      <a:pt x="196296" y="682354"/>
                    </a:cubicBezTo>
                    <a:cubicBezTo>
                      <a:pt x="342547" y="459369"/>
                      <a:pt x="645318" y="284089"/>
                      <a:pt x="889695" y="170525"/>
                    </a:cubicBezTo>
                    <a:cubicBezTo>
                      <a:pt x="1134072" y="56961"/>
                      <a:pt x="1414688" y="-8873"/>
                      <a:pt x="1662561" y="967"/>
                    </a:cubicBezTo>
                    <a:cubicBezTo>
                      <a:pt x="1910434" y="10807"/>
                      <a:pt x="2145161" y="91454"/>
                      <a:pt x="2376936" y="229567"/>
                    </a:cubicBezTo>
                    <a:cubicBezTo>
                      <a:pt x="2608711" y="367679"/>
                      <a:pt x="2853186" y="475629"/>
                      <a:pt x="3053211" y="829642"/>
                    </a:cubicBezTo>
                    <a:cubicBezTo>
                      <a:pt x="3253236" y="1183655"/>
                      <a:pt x="3470724" y="1790079"/>
                      <a:pt x="3577086" y="2353642"/>
                    </a:cubicBezTo>
                    <a:cubicBezTo>
                      <a:pt x="3683449" y="2917205"/>
                      <a:pt x="3724724" y="3544267"/>
                      <a:pt x="3691386" y="4211017"/>
                    </a:cubicBezTo>
                    <a:cubicBezTo>
                      <a:pt x="3658049" y="4877767"/>
                      <a:pt x="3597724" y="5923930"/>
                      <a:pt x="3377061" y="6354142"/>
                    </a:cubicBezTo>
                    <a:cubicBezTo>
                      <a:pt x="3156399" y="6784355"/>
                      <a:pt x="2762698" y="6801817"/>
                      <a:pt x="2367411" y="6792292"/>
                    </a:cubicBezTo>
                    <a:cubicBezTo>
                      <a:pt x="1972124" y="6782767"/>
                      <a:pt x="1283149" y="6600205"/>
                      <a:pt x="1005336" y="6296992"/>
                    </a:cubicBezTo>
                    <a:cubicBezTo>
                      <a:pt x="727524" y="5993780"/>
                      <a:pt x="705299" y="5350842"/>
                      <a:pt x="700536" y="4973017"/>
                    </a:cubicBezTo>
                    <a:cubicBezTo>
                      <a:pt x="695774" y="4595192"/>
                      <a:pt x="898974" y="4212605"/>
                      <a:pt x="976761" y="4030042"/>
                    </a:cubicBezTo>
                    <a:cubicBezTo>
                      <a:pt x="1054549" y="3847480"/>
                      <a:pt x="1167261" y="3877642"/>
                      <a:pt x="1167261" y="3877642"/>
                    </a:cubicBezTo>
                    <a:lnTo>
                      <a:pt x="1167261" y="3877642"/>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6" name="Group 115">
                <a:extLst>
                  <a:ext uri="{FF2B5EF4-FFF2-40B4-BE49-F238E27FC236}">
                    <a16:creationId xmlns:a16="http://schemas.microsoft.com/office/drawing/2014/main" id="{4016B048-CF87-41A0-9914-730D9FD03B81}"/>
                  </a:ext>
                </a:extLst>
              </p:cNvPr>
              <p:cNvGrpSpPr/>
              <p:nvPr/>
            </p:nvGrpSpPr>
            <p:grpSpPr>
              <a:xfrm>
                <a:off x="6510637" y="1940871"/>
                <a:ext cx="912065" cy="3106639"/>
                <a:chOff x="6441660" y="1309890"/>
                <a:chExt cx="1083600" cy="3758760"/>
              </a:xfrm>
            </p:grpSpPr>
            <mc:AlternateContent xmlns:mc="http://schemas.openxmlformats.org/markup-compatibility/2006" xmlns:p14="http://schemas.microsoft.com/office/powerpoint/2010/main">
              <mc:Choice Requires="p14">
                <p:contentPart p14:bwMode="auto" r:id="rId4">
                  <p14:nvContentPartPr>
                    <p14:cNvPr id="117" name="Ink 116">
                      <a:extLst>
                        <a:ext uri="{FF2B5EF4-FFF2-40B4-BE49-F238E27FC236}">
                          <a16:creationId xmlns:a16="http://schemas.microsoft.com/office/drawing/2014/main" id="{CE9FED98-A56D-4072-BA9E-79D1A8CC99D6}"/>
                        </a:ext>
                      </a:extLst>
                    </p14:cNvPr>
                    <p14:cNvContentPartPr/>
                    <p14:nvPr/>
                  </p14:nvContentPartPr>
                  <p14:xfrm>
                    <a:off x="7022340" y="2284410"/>
                    <a:ext cx="279000" cy="439560"/>
                  </p14:xfrm>
                </p:contentPart>
              </mc:Choice>
              <mc:Fallback xmlns="">
                <p:pic>
                  <p:nvPicPr>
                    <p:cNvPr id="117" name="Ink 116">
                      <a:extLst>
                        <a:ext uri="{FF2B5EF4-FFF2-40B4-BE49-F238E27FC236}">
                          <a16:creationId xmlns:a16="http://schemas.microsoft.com/office/drawing/2014/main" id="{CE9FED98-A56D-4072-BA9E-79D1A8CC99D6}"/>
                        </a:ext>
                      </a:extLst>
                    </p:cNvPr>
                    <p:cNvPicPr/>
                    <p:nvPr/>
                  </p:nvPicPr>
                  <p:blipFill>
                    <a:blip r:embed="rId6"/>
                    <a:stretch>
                      <a:fillRect/>
                    </a:stretch>
                  </p:blipFill>
                  <p:spPr>
                    <a:xfrm>
                      <a:off x="7017205" y="2279188"/>
                      <a:ext cx="289270" cy="450005"/>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24" name="Ink 123">
                      <a:extLst>
                        <a:ext uri="{FF2B5EF4-FFF2-40B4-BE49-F238E27FC236}">
                          <a16:creationId xmlns:a16="http://schemas.microsoft.com/office/drawing/2014/main" id="{92D88E1F-9366-4BCE-A309-393CB3F8DFAB}"/>
                        </a:ext>
                      </a:extLst>
                    </p14:cNvPr>
                    <p14:cNvContentPartPr/>
                    <p14:nvPr/>
                  </p14:nvContentPartPr>
                  <p14:xfrm>
                    <a:off x="7029540" y="2586450"/>
                    <a:ext cx="255600" cy="461160"/>
                  </p14:xfrm>
                </p:contentPart>
              </mc:Choice>
              <mc:Fallback xmlns="">
                <p:pic>
                  <p:nvPicPr>
                    <p:cNvPr id="124" name="Ink 123">
                      <a:extLst>
                        <a:ext uri="{FF2B5EF4-FFF2-40B4-BE49-F238E27FC236}">
                          <a16:creationId xmlns:a16="http://schemas.microsoft.com/office/drawing/2014/main" id="{92D88E1F-9366-4BCE-A309-393CB3F8DFAB}"/>
                        </a:ext>
                      </a:extLst>
                    </p:cNvPr>
                    <p:cNvPicPr/>
                    <p:nvPr/>
                  </p:nvPicPr>
                  <p:blipFill>
                    <a:blip r:embed="rId8"/>
                    <a:stretch>
                      <a:fillRect/>
                    </a:stretch>
                  </p:blipFill>
                  <p:spPr>
                    <a:xfrm>
                      <a:off x="7024411" y="2581224"/>
                      <a:ext cx="265858" cy="471611"/>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34" name="Ink 133">
                      <a:extLst>
                        <a:ext uri="{FF2B5EF4-FFF2-40B4-BE49-F238E27FC236}">
                          <a16:creationId xmlns:a16="http://schemas.microsoft.com/office/drawing/2014/main" id="{00BE4041-1896-444A-B472-C10A801801C9}"/>
                        </a:ext>
                      </a:extLst>
                    </p14:cNvPr>
                    <p14:cNvContentPartPr/>
                    <p14:nvPr/>
                  </p14:nvContentPartPr>
                  <p14:xfrm>
                    <a:off x="7079940" y="2912970"/>
                    <a:ext cx="317880" cy="481320"/>
                  </p14:xfrm>
                </p:contentPart>
              </mc:Choice>
              <mc:Fallback xmlns="">
                <p:pic>
                  <p:nvPicPr>
                    <p:cNvPr id="134" name="Ink 133">
                      <a:extLst>
                        <a:ext uri="{FF2B5EF4-FFF2-40B4-BE49-F238E27FC236}">
                          <a16:creationId xmlns:a16="http://schemas.microsoft.com/office/drawing/2014/main" id="{00BE4041-1896-444A-B472-C10A801801C9}"/>
                        </a:ext>
                      </a:extLst>
                    </p:cNvPr>
                    <p:cNvPicPr/>
                    <p:nvPr/>
                  </p:nvPicPr>
                  <p:blipFill>
                    <a:blip r:embed="rId10"/>
                    <a:stretch>
                      <a:fillRect/>
                    </a:stretch>
                  </p:blipFill>
                  <p:spPr>
                    <a:xfrm>
                      <a:off x="7074806" y="2907743"/>
                      <a:ext cx="328148" cy="491774"/>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43" name="Ink 142">
                      <a:extLst>
                        <a:ext uri="{FF2B5EF4-FFF2-40B4-BE49-F238E27FC236}">
                          <a16:creationId xmlns:a16="http://schemas.microsoft.com/office/drawing/2014/main" id="{156D24E0-DFF5-4BA1-B1C2-99790A813B07}"/>
                        </a:ext>
                      </a:extLst>
                    </p14:cNvPr>
                    <p14:cNvContentPartPr/>
                    <p14:nvPr/>
                  </p14:nvContentPartPr>
                  <p14:xfrm>
                    <a:off x="7084260" y="3225090"/>
                    <a:ext cx="308520" cy="562320"/>
                  </p14:xfrm>
                </p:contentPart>
              </mc:Choice>
              <mc:Fallback xmlns="">
                <p:pic>
                  <p:nvPicPr>
                    <p:cNvPr id="143" name="Ink 142">
                      <a:extLst>
                        <a:ext uri="{FF2B5EF4-FFF2-40B4-BE49-F238E27FC236}">
                          <a16:creationId xmlns:a16="http://schemas.microsoft.com/office/drawing/2014/main" id="{156D24E0-DFF5-4BA1-B1C2-99790A813B07}"/>
                        </a:ext>
                      </a:extLst>
                    </p:cNvPr>
                    <p:cNvPicPr/>
                    <p:nvPr/>
                  </p:nvPicPr>
                  <p:blipFill>
                    <a:blip r:embed="rId12"/>
                    <a:stretch>
                      <a:fillRect/>
                    </a:stretch>
                  </p:blipFill>
                  <p:spPr>
                    <a:xfrm>
                      <a:off x="7079132" y="3219859"/>
                      <a:ext cx="318776" cy="572782"/>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48" name="Ink 147">
                      <a:extLst>
                        <a:ext uri="{FF2B5EF4-FFF2-40B4-BE49-F238E27FC236}">
                          <a16:creationId xmlns:a16="http://schemas.microsoft.com/office/drawing/2014/main" id="{F4BCB7C4-0FD9-4A35-BF93-73A65A6F2BD9}"/>
                        </a:ext>
                      </a:extLst>
                    </p14:cNvPr>
                    <p14:cNvContentPartPr/>
                    <p14:nvPr/>
                  </p14:nvContentPartPr>
                  <p14:xfrm>
                    <a:off x="7136100" y="3474570"/>
                    <a:ext cx="318600" cy="574560"/>
                  </p14:xfrm>
                </p:contentPart>
              </mc:Choice>
              <mc:Fallback xmlns="">
                <p:pic>
                  <p:nvPicPr>
                    <p:cNvPr id="148" name="Ink 147">
                      <a:extLst>
                        <a:ext uri="{FF2B5EF4-FFF2-40B4-BE49-F238E27FC236}">
                          <a16:creationId xmlns:a16="http://schemas.microsoft.com/office/drawing/2014/main" id="{F4BCB7C4-0FD9-4A35-BF93-73A65A6F2BD9}"/>
                        </a:ext>
                      </a:extLst>
                    </p:cNvPr>
                    <p:cNvPicPr/>
                    <p:nvPr/>
                  </p:nvPicPr>
                  <p:blipFill>
                    <a:blip r:embed="rId14"/>
                    <a:stretch>
                      <a:fillRect/>
                    </a:stretch>
                  </p:blipFill>
                  <p:spPr>
                    <a:xfrm>
                      <a:off x="7130968" y="3469343"/>
                      <a:ext cx="328864" cy="585014"/>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49" name="Ink 148">
                      <a:extLst>
                        <a:ext uri="{FF2B5EF4-FFF2-40B4-BE49-F238E27FC236}">
                          <a16:creationId xmlns:a16="http://schemas.microsoft.com/office/drawing/2014/main" id="{0468D780-E787-444B-A0B3-A3E5DCA03C9B}"/>
                        </a:ext>
                      </a:extLst>
                    </p14:cNvPr>
                    <p14:cNvContentPartPr/>
                    <p14:nvPr/>
                  </p14:nvContentPartPr>
                  <p14:xfrm>
                    <a:off x="7123860" y="3773370"/>
                    <a:ext cx="348840" cy="621000"/>
                  </p14:xfrm>
                </p:contentPart>
              </mc:Choice>
              <mc:Fallback xmlns="">
                <p:pic>
                  <p:nvPicPr>
                    <p:cNvPr id="149" name="Ink 148">
                      <a:extLst>
                        <a:ext uri="{FF2B5EF4-FFF2-40B4-BE49-F238E27FC236}">
                          <a16:creationId xmlns:a16="http://schemas.microsoft.com/office/drawing/2014/main" id="{0468D780-E787-444B-A0B3-A3E5DCA03C9B}"/>
                        </a:ext>
                      </a:extLst>
                    </p:cNvPr>
                    <p:cNvPicPr/>
                    <p:nvPr/>
                  </p:nvPicPr>
                  <p:blipFill>
                    <a:blip r:embed="rId16"/>
                    <a:stretch>
                      <a:fillRect/>
                    </a:stretch>
                  </p:blipFill>
                  <p:spPr>
                    <a:xfrm>
                      <a:off x="7118730" y="3768144"/>
                      <a:ext cx="359100" cy="631452"/>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50" name="Ink 149">
                      <a:extLst>
                        <a:ext uri="{FF2B5EF4-FFF2-40B4-BE49-F238E27FC236}">
                          <a16:creationId xmlns:a16="http://schemas.microsoft.com/office/drawing/2014/main" id="{BF95B422-F774-47B5-A520-4423B8DF08ED}"/>
                        </a:ext>
                      </a:extLst>
                    </p14:cNvPr>
                    <p14:cNvContentPartPr/>
                    <p14:nvPr/>
                  </p14:nvContentPartPr>
                  <p14:xfrm>
                    <a:off x="7102260" y="4003410"/>
                    <a:ext cx="423000" cy="755280"/>
                  </p14:xfrm>
                </p:contentPart>
              </mc:Choice>
              <mc:Fallback xmlns="">
                <p:pic>
                  <p:nvPicPr>
                    <p:cNvPr id="150" name="Ink 149">
                      <a:extLst>
                        <a:ext uri="{FF2B5EF4-FFF2-40B4-BE49-F238E27FC236}">
                          <a16:creationId xmlns:a16="http://schemas.microsoft.com/office/drawing/2014/main" id="{BF95B422-F774-47B5-A520-4423B8DF08ED}"/>
                        </a:ext>
                      </a:extLst>
                    </p:cNvPr>
                    <p:cNvPicPr/>
                    <p:nvPr/>
                  </p:nvPicPr>
                  <p:blipFill>
                    <a:blip r:embed="rId18"/>
                    <a:stretch>
                      <a:fillRect/>
                    </a:stretch>
                  </p:blipFill>
                  <p:spPr>
                    <a:xfrm>
                      <a:off x="7097128" y="3998183"/>
                      <a:ext cx="433265" cy="765734"/>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1" name="Ink 150">
                      <a:extLst>
                        <a:ext uri="{FF2B5EF4-FFF2-40B4-BE49-F238E27FC236}">
                          <a16:creationId xmlns:a16="http://schemas.microsoft.com/office/drawing/2014/main" id="{1763AB3B-BD54-4F8A-A447-0615AEB3BB35}"/>
                        </a:ext>
                      </a:extLst>
                    </p14:cNvPr>
                    <p14:cNvContentPartPr/>
                    <p14:nvPr/>
                  </p14:nvContentPartPr>
                  <p14:xfrm>
                    <a:off x="7103700" y="4560690"/>
                    <a:ext cx="248760" cy="507960"/>
                  </p14:xfrm>
                </p:contentPart>
              </mc:Choice>
              <mc:Fallback xmlns="">
                <p:pic>
                  <p:nvPicPr>
                    <p:cNvPr id="151" name="Ink 150">
                      <a:extLst>
                        <a:ext uri="{FF2B5EF4-FFF2-40B4-BE49-F238E27FC236}">
                          <a16:creationId xmlns:a16="http://schemas.microsoft.com/office/drawing/2014/main" id="{1763AB3B-BD54-4F8A-A447-0615AEB3BB35}"/>
                        </a:ext>
                      </a:extLst>
                    </p:cNvPr>
                    <p:cNvPicPr/>
                    <p:nvPr/>
                  </p:nvPicPr>
                  <p:blipFill>
                    <a:blip r:embed="rId20"/>
                    <a:stretch>
                      <a:fillRect/>
                    </a:stretch>
                  </p:blipFill>
                  <p:spPr>
                    <a:xfrm>
                      <a:off x="7098571" y="4555462"/>
                      <a:ext cx="259018" cy="518415"/>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52" name="Ink 151">
                      <a:extLst>
                        <a:ext uri="{FF2B5EF4-FFF2-40B4-BE49-F238E27FC236}">
                          <a16:creationId xmlns:a16="http://schemas.microsoft.com/office/drawing/2014/main" id="{6EA697B9-257B-478C-B144-123D4CEB4EC9}"/>
                        </a:ext>
                      </a:extLst>
                    </p14:cNvPr>
                    <p14:cNvContentPartPr/>
                    <p14:nvPr/>
                  </p14:nvContentPartPr>
                  <p14:xfrm>
                    <a:off x="7012980" y="2059410"/>
                    <a:ext cx="247320" cy="384480"/>
                  </p14:xfrm>
                </p:contentPart>
              </mc:Choice>
              <mc:Fallback xmlns="">
                <p:pic>
                  <p:nvPicPr>
                    <p:cNvPr id="152" name="Ink 151">
                      <a:extLst>
                        <a:ext uri="{FF2B5EF4-FFF2-40B4-BE49-F238E27FC236}">
                          <a16:creationId xmlns:a16="http://schemas.microsoft.com/office/drawing/2014/main" id="{6EA697B9-257B-478C-B144-123D4CEB4EC9}"/>
                        </a:ext>
                      </a:extLst>
                    </p:cNvPr>
                    <p:cNvPicPr/>
                    <p:nvPr/>
                  </p:nvPicPr>
                  <p:blipFill>
                    <a:blip r:embed="rId22"/>
                    <a:stretch>
                      <a:fillRect/>
                    </a:stretch>
                  </p:blipFill>
                  <p:spPr>
                    <a:xfrm>
                      <a:off x="7007845" y="2054185"/>
                      <a:ext cx="257589" cy="39493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53" name="Ink 152">
                      <a:extLst>
                        <a:ext uri="{FF2B5EF4-FFF2-40B4-BE49-F238E27FC236}">
                          <a16:creationId xmlns:a16="http://schemas.microsoft.com/office/drawing/2014/main" id="{D4235AC1-DA7D-4E01-9AA1-3F9A74CC255A}"/>
                        </a:ext>
                      </a:extLst>
                    </p14:cNvPr>
                    <p14:cNvContentPartPr/>
                    <p14:nvPr/>
                  </p14:nvContentPartPr>
                  <p14:xfrm>
                    <a:off x="7038900" y="1629210"/>
                    <a:ext cx="358200" cy="504000"/>
                  </p14:xfrm>
                </p:contentPart>
              </mc:Choice>
              <mc:Fallback xmlns="">
                <p:pic>
                  <p:nvPicPr>
                    <p:cNvPr id="153" name="Ink 152">
                      <a:extLst>
                        <a:ext uri="{FF2B5EF4-FFF2-40B4-BE49-F238E27FC236}">
                          <a16:creationId xmlns:a16="http://schemas.microsoft.com/office/drawing/2014/main" id="{D4235AC1-DA7D-4E01-9AA1-3F9A74CC255A}"/>
                        </a:ext>
                      </a:extLst>
                    </p:cNvPr>
                    <p:cNvPicPr/>
                    <p:nvPr/>
                  </p:nvPicPr>
                  <p:blipFill>
                    <a:blip r:embed="rId24"/>
                    <a:stretch>
                      <a:fillRect/>
                    </a:stretch>
                  </p:blipFill>
                  <p:spPr>
                    <a:xfrm>
                      <a:off x="7033771" y="1623983"/>
                      <a:ext cx="368459" cy="514455"/>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54" name="Ink 153">
                      <a:extLst>
                        <a:ext uri="{FF2B5EF4-FFF2-40B4-BE49-F238E27FC236}">
                          <a16:creationId xmlns:a16="http://schemas.microsoft.com/office/drawing/2014/main" id="{D0CDD597-9E0D-4C5A-A895-8E71FD8D3C7A}"/>
                        </a:ext>
                      </a:extLst>
                    </p14:cNvPr>
                    <p14:cNvContentPartPr/>
                    <p14:nvPr/>
                  </p14:nvContentPartPr>
                  <p14:xfrm>
                    <a:off x="6998220" y="1613730"/>
                    <a:ext cx="216360" cy="356040"/>
                  </p14:xfrm>
                </p:contentPart>
              </mc:Choice>
              <mc:Fallback xmlns="">
                <p:pic>
                  <p:nvPicPr>
                    <p:cNvPr id="154" name="Ink 153">
                      <a:extLst>
                        <a:ext uri="{FF2B5EF4-FFF2-40B4-BE49-F238E27FC236}">
                          <a16:creationId xmlns:a16="http://schemas.microsoft.com/office/drawing/2014/main" id="{D0CDD597-9E0D-4C5A-A895-8E71FD8D3C7A}"/>
                        </a:ext>
                      </a:extLst>
                    </p:cNvPr>
                    <p:cNvPicPr/>
                    <p:nvPr/>
                  </p:nvPicPr>
                  <p:blipFill>
                    <a:blip r:embed="rId26"/>
                    <a:stretch>
                      <a:fillRect/>
                    </a:stretch>
                  </p:blipFill>
                  <p:spPr>
                    <a:xfrm>
                      <a:off x="6993089" y="1608513"/>
                      <a:ext cx="226622" cy="366473"/>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55" name="Ink 154">
                      <a:extLst>
                        <a:ext uri="{FF2B5EF4-FFF2-40B4-BE49-F238E27FC236}">
                          <a16:creationId xmlns:a16="http://schemas.microsoft.com/office/drawing/2014/main" id="{9F67BF0E-0CDA-4554-9EA2-BD157306801B}"/>
                        </a:ext>
                      </a:extLst>
                    </p14:cNvPr>
                    <p14:cNvContentPartPr/>
                    <p14:nvPr/>
                  </p14:nvContentPartPr>
                  <p14:xfrm>
                    <a:off x="6907860" y="1309890"/>
                    <a:ext cx="302760" cy="424080"/>
                  </p14:xfrm>
                </p:contentPart>
              </mc:Choice>
              <mc:Fallback xmlns="">
                <p:pic>
                  <p:nvPicPr>
                    <p:cNvPr id="155" name="Ink 154">
                      <a:extLst>
                        <a:ext uri="{FF2B5EF4-FFF2-40B4-BE49-F238E27FC236}">
                          <a16:creationId xmlns:a16="http://schemas.microsoft.com/office/drawing/2014/main" id="{9F67BF0E-0CDA-4554-9EA2-BD157306801B}"/>
                        </a:ext>
                      </a:extLst>
                    </p:cNvPr>
                    <p:cNvPicPr/>
                    <p:nvPr/>
                  </p:nvPicPr>
                  <p:blipFill>
                    <a:blip r:embed="rId28"/>
                    <a:stretch>
                      <a:fillRect/>
                    </a:stretch>
                  </p:blipFill>
                  <p:spPr>
                    <a:xfrm>
                      <a:off x="6902728" y="1304665"/>
                      <a:ext cx="313023" cy="43453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56" name="Ink 155">
                      <a:extLst>
                        <a:ext uri="{FF2B5EF4-FFF2-40B4-BE49-F238E27FC236}">
                          <a16:creationId xmlns:a16="http://schemas.microsoft.com/office/drawing/2014/main" id="{0C19ADD1-D22E-404E-8BE4-732BA7297195}"/>
                        </a:ext>
                      </a:extLst>
                    </p14:cNvPr>
                    <p14:cNvContentPartPr/>
                    <p14:nvPr/>
                  </p14:nvContentPartPr>
                  <p14:xfrm>
                    <a:off x="6721020" y="1321410"/>
                    <a:ext cx="202680" cy="307440"/>
                  </p14:xfrm>
                </p:contentPart>
              </mc:Choice>
              <mc:Fallback xmlns="">
                <p:pic>
                  <p:nvPicPr>
                    <p:cNvPr id="156" name="Ink 155">
                      <a:extLst>
                        <a:ext uri="{FF2B5EF4-FFF2-40B4-BE49-F238E27FC236}">
                          <a16:creationId xmlns:a16="http://schemas.microsoft.com/office/drawing/2014/main" id="{0C19ADD1-D22E-404E-8BE4-732BA7297195}"/>
                        </a:ext>
                      </a:extLst>
                    </p:cNvPr>
                    <p:cNvPicPr/>
                    <p:nvPr/>
                  </p:nvPicPr>
                  <p:blipFill>
                    <a:blip r:embed="rId30"/>
                    <a:stretch>
                      <a:fillRect/>
                    </a:stretch>
                  </p:blipFill>
                  <p:spPr>
                    <a:xfrm>
                      <a:off x="6715889" y="1316184"/>
                      <a:ext cx="212942" cy="317891"/>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57" name="Ink 156">
                      <a:extLst>
                        <a:ext uri="{FF2B5EF4-FFF2-40B4-BE49-F238E27FC236}">
                          <a16:creationId xmlns:a16="http://schemas.microsoft.com/office/drawing/2014/main" id="{C27567BE-CC2B-42B4-B636-736EBD6B5154}"/>
                        </a:ext>
                      </a:extLst>
                    </p14:cNvPr>
                    <p14:cNvContentPartPr/>
                    <p14:nvPr/>
                  </p14:nvContentPartPr>
                  <p14:xfrm>
                    <a:off x="6498540" y="1364250"/>
                    <a:ext cx="209880" cy="402480"/>
                  </p14:xfrm>
                </p:contentPart>
              </mc:Choice>
              <mc:Fallback xmlns="">
                <p:pic>
                  <p:nvPicPr>
                    <p:cNvPr id="157" name="Ink 156">
                      <a:extLst>
                        <a:ext uri="{FF2B5EF4-FFF2-40B4-BE49-F238E27FC236}">
                          <a16:creationId xmlns:a16="http://schemas.microsoft.com/office/drawing/2014/main" id="{C27567BE-CC2B-42B4-B636-736EBD6B5154}"/>
                        </a:ext>
                      </a:extLst>
                    </p:cNvPr>
                    <p:cNvPicPr/>
                    <p:nvPr/>
                  </p:nvPicPr>
                  <p:blipFill>
                    <a:blip r:embed="rId32"/>
                    <a:stretch>
                      <a:fillRect/>
                    </a:stretch>
                  </p:blipFill>
                  <p:spPr>
                    <a:xfrm>
                      <a:off x="6493411" y="1359023"/>
                      <a:ext cx="220139" cy="412934"/>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158" name="Ink 157">
                      <a:extLst>
                        <a:ext uri="{FF2B5EF4-FFF2-40B4-BE49-F238E27FC236}">
                          <a16:creationId xmlns:a16="http://schemas.microsoft.com/office/drawing/2014/main" id="{950BEB6C-0A62-411A-8B0E-88EB640D4B5E}"/>
                        </a:ext>
                      </a:extLst>
                    </p14:cNvPr>
                    <p14:cNvContentPartPr/>
                    <p14:nvPr/>
                  </p14:nvContentPartPr>
                  <p14:xfrm>
                    <a:off x="6541740" y="1834770"/>
                    <a:ext cx="115560" cy="399240"/>
                  </p14:xfrm>
                </p:contentPart>
              </mc:Choice>
              <mc:Fallback xmlns="">
                <p:pic>
                  <p:nvPicPr>
                    <p:cNvPr id="158" name="Ink 157">
                      <a:extLst>
                        <a:ext uri="{FF2B5EF4-FFF2-40B4-BE49-F238E27FC236}">
                          <a16:creationId xmlns:a16="http://schemas.microsoft.com/office/drawing/2014/main" id="{950BEB6C-0A62-411A-8B0E-88EB640D4B5E}"/>
                        </a:ext>
                      </a:extLst>
                    </p:cNvPr>
                    <p:cNvPicPr/>
                    <p:nvPr/>
                  </p:nvPicPr>
                  <p:blipFill>
                    <a:blip r:embed="rId34"/>
                    <a:stretch>
                      <a:fillRect/>
                    </a:stretch>
                  </p:blipFill>
                  <p:spPr>
                    <a:xfrm>
                      <a:off x="6536623" y="1829545"/>
                      <a:ext cx="125794" cy="409689"/>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159" name="Ink 158">
                      <a:extLst>
                        <a:ext uri="{FF2B5EF4-FFF2-40B4-BE49-F238E27FC236}">
                          <a16:creationId xmlns:a16="http://schemas.microsoft.com/office/drawing/2014/main" id="{055F9711-646E-46E8-A959-BAE121266867}"/>
                        </a:ext>
                      </a:extLst>
                    </p14:cNvPr>
                    <p14:cNvContentPartPr/>
                    <p14:nvPr/>
                  </p14:nvContentPartPr>
                  <p14:xfrm>
                    <a:off x="6466140" y="2230050"/>
                    <a:ext cx="158040" cy="408600"/>
                  </p14:xfrm>
                </p:contentPart>
              </mc:Choice>
              <mc:Fallback xmlns="">
                <p:pic>
                  <p:nvPicPr>
                    <p:cNvPr id="159" name="Ink 158">
                      <a:extLst>
                        <a:ext uri="{FF2B5EF4-FFF2-40B4-BE49-F238E27FC236}">
                          <a16:creationId xmlns:a16="http://schemas.microsoft.com/office/drawing/2014/main" id="{055F9711-646E-46E8-A959-BAE121266867}"/>
                        </a:ext>
                      </a:extLst>
                    </p:cNvPr>
                    <p:cNvPicPr/>
                    <p:nvPr/>
                  </p:nvPicPr>
                  <p:blipFill>
                    <a:blip r:embed="rId36"/>
                    <a:stretch>
                      <a:fillRect/>
                    </a:stretch>
                  </p:blipFill>
                  <p:spPr>
                    <a:xfrm>
                      <a:off x="6461000" y="2224823"/>
                      <a:ext cx="168319" cy="419055"/>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160" name="Ink 159">
                      <a:extLst>
                        <a:ext uri="{FF2B5EF4-FFF2-40B4-BE49-F238E27FC236}">
                          <a16:creationId xmlns:a16="http://schemas.microsoft.com/office/drawing/2014/main" id="{86AA2D0E-E05D-4D5A-B090-FE6F14A8771F}"/>
                        </a:ext>
                      </a:extLst>
                    </p14:cNvPr>
                    <p14:cNvContentPartPr/>
                    <p14:nvPr/>
                  </p14:nvContentPartPr>
                  <p14:xfrm>
                    <a:off x="6506460" y="2580330"/>
                    <a:ext cx="99360" cy="283680"/>
                  </p14:xfrm>
                </p:contentPart>
              </mc:Choice>
              <mc:Fallback xmlns="">
                <p:pic>
                  <p:nvPicPr>
                    <p:cNvPr id="160" name="Ink 159">
                      <a:extLst>
                        <a:ext uri="{FF2B5EF4-FFF2-40B4-BE49-F238E27FC236}">
                          <a16:creationId xmlns:a16="http://schemas.microsoft.com/office/drawing/2014/main" id="{86AA2D0E-E05D-4D5A-B090-FE6F14A8771F}"/>
                        </a:ext>
                      </a:extLst>
                    </p:cNvPr>
                    <p:cNvPicPr/>
                    <p:nvPr/>
                  </p:nvPicPr>
                  <p:blipFill>
                    <a:blip r:embed="rId38"/>
                    <a:stretch>
                      <a:fillRect/>
                    </a:stretch>
                  </p:blipFill>
                  <p:spPr>
                    <a:xfrm>
                      <a:off x="6501321" y="2575109"/>
                      <a:ext cx="109639" cy="294122"/>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161" name="Ink 160">
                      <a:extLst>
                        <a:ext uri="{FF2B5EF4-FFF2-40B4-BE49-F238E27FC236}">
                          <a16:creationId xmlns:a16="http://schemas.microsoft.com/office/drawing/2014/main" id="{5188F112-7F4F-46E2-90CE-4E3C9DFE07D5}"/>
                        </a:ext>
                      </a:extLst>
                    </p14:cNvPr>
                    <p14:cNvContentPartPr/>
                    <p14:nvPr/>
                  </p14:nvContentPartPr>
                  <p14:xfrm>
                    <a:off x="6441660" y="1786530"/>
                    <a:ext cx="88200" cy="235080"/>
                  </p14:xfrm>
                </p:contentPart>
              </mc:Choice>
              <mc:Fallback xmlns="">
                <p:pic>
                  <p:nvPicPr>
                    <p:cNvPr id="161" name="Ink 160">
                      <a:extLst>
                        <a:ext uri="{FF2B5EF4-FFF2-40B4-BE49-F238E27FC236}">
                          <a16:creationId xmlns:a16="http://schemas.microsoft.com/office/drawing/2014/main" id="{5188F112-7F4F-46E2-90CE-4E3C9DFE07D5}"/>
                        </a:ext>
                      </a:extLst>
                    </p:cNvPr>
                    <p:cNvPicPr/>
                    <p:nvPr/>
                  </p:nvPicPr>
                  <p:blipFill>
                    <a:blip r:embed="rId40"/>
                    <a:stretch>
                      <a:fillRect/>
                    </a:stretch>
                  </p:blipFill>
                  <p:spPr>
                    <a:xfrm>
                      <a:off x="6436547" y="1781306"/>
                      <a:ext cx="98426" cy="245528"/>
                    </a:xfrm>
                    <a:prstGeom prst="rect">
                      <a:avLst/>
                    </a:prstGeom>
                  </p:spPr>
                </p:pic>
              </mc:Fallback>
            </mc:AlternateContent>
          </p:grpSp>
          <p:grpSp>
            <p:nvGrpSpPr>
              <p:cNvPr id="7" name="Renal artery">
                <a:extLst>
                  <a:ext uri="{FF2B5EF4-FFF2-40B4-BE49-F238E27FC236}">
                    <a16:creationId xmlns:a16="http://schemas.microsoft.com/office/drawing/2014/main" id="{6EE2CD25-9E3D-4565-827A-08AAB542F842}"/>
                  </a:ext>
                </a:extLst>
              </p:cNvPr>
              <p:cNvGrpSpPr/>
              <p:nvPr/>
            </p:nvGrpSpPr>
            <p:grpSpPr>
              <a:xfrm>
                <a:off x="3617231" y="2168786"/>
                <a:ext cx="1343387" cy="1172870"/>
                <a:chOff x="3617231" y="2168786"/>
                <a:chExt cx="1343387" cy="1172870"/>
              </a:xfrm>
            </p:grpSpPr>
            <p:sp>
              <p:nvSpPr>
                <p:cNvPr id="6" name="Renal artery">
                  <a:extLst>
                    <a:ext uri="{FF2B5EF4-FFF2-40B4-BE49-F238E27FC236}">
                      <a16:creationId xmlns:a16="http://schemas.microsoft.com/office/drawing/2014/main" id="{601D41F7-D62D-49FC-ABE2-D32CA04A7FF1}"/>
                    </a:ext>
                  </a:extLst>
                </p:cNvPr>
                <p:cNvSpPr txBox="1"/>
                <p:nvPr/>
              </p:nvSpPr>
              <p:spPr>
                <a:xfrm>
                  <a:off x="3617231" y="2743016"/>
                  <a:ext cx="1114583" cy="246221"/>
                </a:xfrm>
                <a:prstGeom prst="rect">
                  <a:avLst/>
                </a:prstGeom>
                <a:noFill/>
              </p:spPr>
              <p:txBody>
                <a:bodyPr wrap="square" rtlCol="0">
                  <a:spAutoFit/>
                </a:bodyPr>
                <a:lstStyle/>
                <a:p>
                  <a:pPr algn="ctr"/>
                  <a:r>
                    <a:rPr lang="en-US" sz="1000" dirty="0"/>
                    <a:t>Renal artery</a:t>
                  </a:r>
                </a:p>
              </p:txBody>
            </p:sp>
            <p:sp>
              <p:nvSpPr>
                <p:cNvPr id="162" name="Freeform: Shape 161">
                  <a:extLst>
                    <a:ext uri="{FF2B5EF4-FFF2-40B4-BE49-F238E27FC236}">
                      <a16:creationId xmlns:a16="http://schemas.microsoft.com/office/drawing/2014/main" id="{94C83E33-27FF-4FB0-B441-6DE246317DD7}"/>
                    </a:ext>
                  </a:extLst>
                </p:cNvPr>
                <p:cNvSpPr/>
                <p:nvPr/>
              </p:nvSpPr>
              <p:spPr>
                <a:xfrm>
                  <a:off x="3623317" y="2168786"/>
                  <a:ext cx="1260279" cy="634959"/>
                </a:xfrm>
                <a:custGeom>
                  <a:avLst/>
                  <a:gdLst>
                    <a:gd name="connsiteX0" fmla="*/ 0 w 1260279"/>
                    <a:gd name="connsiteY0" fmla="*/ 532661 h 634959"/>
                    <a:gd name="connsiteX1" fmla="*/ 1145219 w 1260279"/>
                    <a:gd name="connsiteY1" fmla="*/ 594804 h 634959"/>
                    <a:gd name="connsiteX2" fmla="*/ 1207363 w 1260279"/>
                    <a:gd name="connsiteY2" fmla="*/ 0 h 634959"/>
                  </a:gdLst>
                  <a:ahLst/>
                  <a:cxnLst>
                    <a:cxn ang="0">
                      <a:pos x="connsiteX0" y="connsiteY0"/>
                    </a:cxn>
                    <a:cxn ang="0">
                      <a:pos x="connsiteX1" y="connsiteY1"/>
                    </a:cxn>
                    <a:cxn ang="0">
                      <a:pos x="connsiteX2" y="connsiteY2"/>
                    </a:cxn>
                  </a:cxnLst>
                  <a:rect l="l" t="t" r="r" b="b"/>
                  <a:pathLst>
                    <a:path w="1260279" h="634959">
                      <a:moveTo>
                        <a:pt x="0" y="532661"/>
                      </a:moveTo>
                      <a:cubicBezTo>
                        <a:pt x="471996" y="608121"/>
                        <a:pt x="943992" y="683581"/>
                        <a:pt x="1145219" y="594804"/>
                      </a:cubicBezTo>
                      <a:cubicBezTo>
                        <a:pt x="1346446" y="506027"/>
                        <a:pt x="1226598" y="167196"/>
                        <a:pt x="1207363" y="0"/>
                      </a:cubicBezTo>
                    </a:path>
                  </a:pathLst>
                </a:cu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Freeform: Shape 162">
                  <a:extLst>
                    <a:ext uri="{FF2B5EF4-FFF2-40B4-BE49-F238E27FC236}">
                      <a16:creationId xmlns:a16="http://schemas.microsoft.com/office/drawing/2014/main" id="{DA12BE1A-C091-462A-9FFA-5E453C7BAED7}"/>
                    </a:ext>
                  </a:extLst>
                </p:cNvPr>
                <p:cNvSpPr/>
                <p:nvPr/>
              </p:nvSpPr>
              <p:spPr>
                <a:xfrm>
                  <a:off x="3645108" y="2185286"/>
                  <a:ext cx="1315510" cy="787451"/>
                </a:xfrm>
                <a:custGeom>
                  <a:avLst/>
                  <a:gdLst>
                    <a:gd name="connsiteX0" fmla="*/ 0 w 1260279"/>
                    <a:gd name="connsiteY0" fmla="*/ 532661 h 634959"/>
                    <a:gd name="connsiteX1" fmla="*/ 1145219 w 1260279"/>
                    <a:gd name="connsiteY1" fmla="*/ 594804 h 634959"/>
                    <a:gd name="connsiteX2" fmla="*/ 1207363 w 1260279"/>
                    <a:gd name="connsiteY2" fmla="*/ 0 h 634959"/>
                    <a:gd name="connsiteX0" fmla="*/ 0 w 1253367"/>
                    <a:gd name="connsiteY0" fmla="*/ 665826 h 768124"/>
                    <a:gd name="connsiteX1" fmla="*/ 1145219 w 1253367"/>
                    <a:gd name="connsiteY1" fmla="*/ 727969 h 768124"/>
                    <a:gd name="connsiteX2" fmla="*/ 1189608 w 1253367"/>
                    <a:gd name="connsiteY2" fmla="*/ 0 h 768124"/>
                    <a:gd name="connsiteX0" fmla="*/ 0 w 1315510"/>
                    <a:gd name="connsiteY0" fmla="*/ 736847 h 794008"/>
                    <a:gd name="connsiteX1" fmla="*/ 1207362 w 1315510"/>
                    <a:gd name="connsiteY1" fmla="*/ 727969 h 794008"/>
                    <a:gd name="connsiteX2" fmla="*/ 1251751 w 1315510"/>
                    <a:gd name="connsiteY2" fmla="*/ 0 h 794008"/>
                    <a:gd name="connsiteX0" fmla="*/ 0 w 1315510"/>
                    <a:gd name="connsiteY0" fmla="*/ 736847 h 787451"/>
                    <a:gd name="connsiteX1" fmla="*/ 1207362 w 1315510"/>
                    <a:gd name="connsiteY1" fmla="*/ 727969 h 787451"/>
                    <a:gd name="connsiteX2" fmla="*/ 1251751 w 1315510"/>
                    <a:gd name="connsiteY2" fmla="*/ 0 h 787451"/>
                  </a:gdLst>
                  <a:ahLst/>
                  <a:cxnLst>
                    <a:cxn ang="0">
                      <a:pos x="connsiteX0" y="connsiteY0"/>
                    </a:cxn>
                    <a:cxn ang="0">
                      <a:pos x="connsiteX1" y="connsiteY1"/>
                    </a:cxn>
                    <a:cxn ang="0">
                      <a:pos x="connsiteX2" y="connsiteY2"/>
                    </a:cxn>
                  </a:cxnLst>
                  <a:rect l="l" t="t" r="r" b="b"/>
                  <a:pathLst>
                    <a:path w="1315510" h="787451">
                      <a:moveTo>
                        <a:pt x="0" y="736847"/>
                      </a:moveTo>
                      <a:cubicBezTo>
                        <a:pt x="454241" y="794552"/>
                        <a:pt x="1006135" y="816746"/>
                        <a:pt x="1207362" y="727969"/>
                      </a:cubicBezTo>
                      <a:cubicBezTo>
                        <a:pt x="1408589" y="639192"/>
                        <a:pt x="1270986" y="167196"/>
                        <a:pt x="1251751" y="0"/>
                      </a:cubicBezTo>
                    </a:path>
                  </a:pathLst>
                </a:cu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5" name="Renal artery">
                  <a:extLst>
                    <a:ext uri="{FF2B5EF4-FFF2-40B4-BE49-F238E27FC236}">
                      <a16:creationId xmlns:a16="http://schemas.microsoft.com/office/drawing/2014/main" id="{110BDC77-DC64-419B-BB65-7AEB17997618}"/>
                    </a:ext>
                  </a:extLst>
                </p:cNvPr>
                <p:cNvSpPr txBox="1"/>
                <p:nvPr/>
              </p:nvSpPr>
              <p:spPr>
                <a:xfrm>
                  <a:off x="3826484" y="3095435"/>
                  <a:ext cx="1114583" cy="246221"/>
                </a:xfrm>
                <a:prstGeom prst="rect">
                  <a:avLst/>
                </a:prstGeom>
                <a:noFill/>
              </p:spPr>
              <p:txBody>
                <a:bodyPr wrap="square" rtlCol="0">
                  <a:spAutoFit/>
                </a:bodyPr>
                <a:lstStyle/>
                <a:p>
                  <a:pPr algn="ctr"/>
                  <a:r>
                    <a:rPr lang="en-US" sz="1000" dirty="0"/>
                    <a:t>Renal vein</a:t>
                  </a:r>
                </a:p>
              </p:txBody>
            </p:sp>
          </p:grpSp>
          <p:grpSp>
            <p:nvGrpSpPr>
              <p:cNvPr id="10" name="Glomerulus">
                <a:extLst>
                  <a:ext uri="{FF2B5EF4-FFF2-40B4-BE49-F238E27FC236}">
                    <a16:creationId xmlns:a16="http://schemas.microsoft.com/office/drawing/2014/main" id="{D4990BBF-2AEE-43A9-88ED-ED3779D7C763}"/>
                  </a:ext>
                </a:extLst>
              </p:cNvPr>
              <p:cNvGrpSpPr/>
              <p:nvPr/>
            </p:nvGrpSpPr>
            <p:grpSpPr>
              <a:xfrm>
                <a:off x="4955927" y="1564599"/>
                <a:ext cx="2025398" cy="4190318"/>
                <a:chOff x="4955927" y="1564599"/>
                <a:chExt cx="2025398" cy="4190318"/>
              </a:xfrm>
            </p:grpSpPr>
            <p:grpSp>
              <p:nvGrpSpPr>
                <p:cNvPr id="102" name="Group 101">
                  <a:extLst>
                    <a:ext uri="{FF2B5EF4-FFF2-40B4-BE49-F238E27FC236}">
                      <a16:creationId xmlns:a16="http://schemas.microsoft.com/office/drawing/2014/main" id="{8DB1CAA4-FB24-4E2B-BD89-3D8F065B613F}"/>
                    </a:ext>
                  </a:extLst>
                </p:cNvPr>
                <p:cNvGrpSpPr/>
                <p:nvPr/>
              </p:nvGrpSpPr>
              <p:grpSpPr>
                <a:xfrm>
                  <a:off x="5112195" y="1564599"/>
                  <a:ext cx="1869130" cy="4190318"/>
                  <a:chOff x="3746371" y="623814"/>
                  <a:chExt cx="3620081" cy="5863606"/>
                </a:xfrm>
              </p:grpSpPr>
              <p:grpSp>
                <p:nvGrpSpPr>
                  <p:cNvPr id="103" name="Group 102">
                    <a:extLst>
                      <a:ext uri="{FF2B5EF4-FFF2-40B4-BE49-F238E27FC236}">
                        <a16:creationId xmlns:a16="http://schemas.microsoft.com/office/drawing/2014/main" id="{F1A3894A-116F-47A8-960F-7FBB5E7E6A62}"/>
                      </a:ext>
                    </a:extLst>
                  </p:cNvPr>
                  <p:cNvGrpSpPr/>
                  <p:nvPr/>
                </p:nvGrpSpPr>
                <p:grpSpPr>
                  <a:xfrm>
                    <a:off x="3746373" y="920988"/>
                    <a:ext cx="3620079" cy="5566432"/>
                    <a:chOff x="6542842" y="1016964"/>
                    <a:chExt cx="3620081" cy="5566437"/>
                  </a:xfrm>
                </p:grpSpPr>
                <p:sp>
                  <p:nvSpPr>
                    <p:cNvPr id="111" name="Freeform: Shape 14">
                      <a:extLst>
                        <a:ext uri="{FF2B5EF4-FFF2-40B4-BE49-F238E27FC236}">
                          <a16:creationId xmlns:a16="http://schemas.microsoft.com/office/drawing/2014/main" id="{608C3041-37B4-4A30-B9BE-2C67F9D83EF4}"/>
                        </a:ext>
                      </a:extLst>
                    </p:cNvPr>
                    <p:cNvSpPr/>
                    <p:nvPr/>
                  </p:nvSpPr>
                  <p:spPr>
                    <a:xfrm>
                      <a:off x="6853562" y="1016964"/>
                      <a:ext cx="3309361" cy="5566437"/>
                    </a:xfrm>
                    <a:custGeom>
                      <a:avLst/>
                      <a:gdLst>
                        <a:gd name="connsiteX0" fmla="*/ 958788 w 3859777"/>
                        <a:gd name="connsiteY0" fmla="*/ 714182 h 5566437"/>
                        <a:gd name="connsiteX1" fmla="*/ 976543 w 3859777"/>
                        <a:gd name="connsiteY1" fmla="*/ 1584193 h 5566437"/>
                        <a:gd name="connsiteX2" fmla="*/ 745724 w 3859777"/>
                        <a:gd name="connsiteY2" fmla="*/ 1584193 h 5566437"/>
                        <a:gd name="connsiteX3" fmla="*/ 736846 w 3859777"/>
                        <a:gd name="connsiteY3" fmla="*/ 288053 h 5566437"/>
                        <a:gd name="connsiteX4" fmla="*/ 1624613 w 3859777"/>
                        <a:gd name="connsiteY4" fmla="*/ 110500 h 5566437"/>
                        <a:gd name="connsiteX5" fmla="*/ 2068497 w 3859777"/>
                        <a:gd name="connsiteY5" fmla="*/ 1664092 h 5566437"/>
                        <a:gd name="connsiteX6" fmla="*/ 2441359 w 3859777"/>
                        <a:gd name="connsiteY6" fmla="*/ 1664092 h 5566437"/>
                        <a:gd name="connsiteX7" fmla="*/ 2441359 w 3859777"/>
                        <a:gd name="connsiteY7" fmla="*/ 989389 h 5566437"/>
                        <a:gd name="connsiteX8" fmla="*/ 2796466 w 3859777"/>
                        <a:gd name="connsiteY8" fmla="*/ 953879 h 5566437"/>
                        <a:gd name="connsiteX9" fmla="*/ 2938508 w 3859777"/>
                        <a:gd name="connsiteY9" fmla="*/ 2196753 h 5566437"/>
                        <a:gd name="connsiteX10" fmla="*/ 3293615 w 3859777"/>
                        <a:gd name="connsiteY10" fmla="*/ 2205630 h 5566437"/>
                        <a:gd name="connsiteX11" fmla="*/ 3311371 w 3859777"/>
                        <a:gd name="connsiteY11" fmla="*/ 909490 h 5566437"/>
                        <a:gd name="connsiteX12" fmla="*/ 3675355 w 3859777"/>
                        <a:gd name="connsiteY12" fmla="*/ 909490 h 5566437"/>
                        <a:gd name="connsiteX13" fmla="*/ 3764132 w 3859777"/>
                        <a:gd name="connsiteY13" fmla="*/ 2294407 h 5566437"/>
                        <a:gd name="connsiteX14" fmla="*/ 3764132 w 3859777"/>
                        <a:gd name="connsiteY14" fmla="*/ 2294407 h 5566437"/>
                        <a:gd name="connsiteX15" fmla="*/ 3835153 w 3859777"/>
                        <a:gd name="connsiteY15" fmla="*/ 4540457 h 5566437"/>
                        <a:gd name="connsiteX16" fmla="*/ 3284737 w 3859777"/>
                        <a:gd name="connsiteY16" fmla="*/ 4487191 h 5566437"/>
                        <a:gd name="connsiteX17" fmla="*/ 3124939 w 3859777"/>
                        <a:gd name="connsiteY17" fmla="*/ 3040131 h 5566437"/>
                        <a:gd name="connsiteX18" fmla="*/ 2467992 w 3859777"/>
                        <a:gd name="connsiteY18" fmla="*/ 3013498 h 5566437"/>
                        <a:gd name="connsiteX19" fmla="*/ 2627790 w 3859777"/>
                        <a:gd name="connsiteY19" fmla="*/ 5303937 h 5566437"/>
                        <a:gd name="connsiteX20" fmla="*/ 1997475 w 3859777"/>
                        <a:gd name="connsiteY20" fmla="*/ 5295059 h 5566437"/>
                        <a:gd name="connsiteX21" fmla="*/ 1793289 w 3859777"/>
                        <a:gd name="connsiteY21" fmla="*/ 3324217 h 5566437"/>
                        <a:gd name="connsiteX22" fmla="*/ 550415 w 3859777"/>
                        <a:gd name="connsiteY22" fmla="*/ 3226562 h 5566437"/>
                        <a:gd name="connsiteX23" fmla="*/ 0 w 3859777"/>
                        <a:gd name="connsiteY23" fmla="*/ 5117506 h 5566437"/>
                        <a:gd name="connsiteX24" fmla="*/ 0 w 3859777"/>
                        <a:gd name="connsiteY24" fmla="*/ 5117506 h 5566437"/>
                        <a:gd name="connsiteX0" fmla="*/ 958788 w 3859777"/>
                        <a:gd name="connsiteY0" fmla="*/ 714182 h 5566437"/>
                        <a:gd name="connsiteX1" fmla="*/ 976543 w 3859777"/>
                        <a:gd name="connsiteY1" fmla="*/ 1584193 h 5566437"/>
                        <a:gd name="connsiteX2" fmla="*/ 745724 w 3859777"/>
                        <a:gd name="connsiteY2" fmla="*/ 1584193 h 5566437"/>
                        <a:gd name="connsiteX3" fmla="*/ 736846 w 3859777"/>
                        <a:gd name="connsiteY3" fmla="*/ 288053 h 5566437"/>
                        <a:gd name="connsiteX4" fmla="*/ 1624613 w 3859777"/>
                        <a:gd name="connsiteY4" fmla="*/ 110500 h 5566437"/>
                        <a:gd name="connsiteX5" fmla="*/ 2068497 w 3859777"/>
                        <a:gd name="connsiteY5" fmla="*/ 1664092 h 5566437"/>
                        <a:gd name="connsiteX6" fmla="*/ 2441359 w 3859777"/>
                        <a:gd name="connsiteY6" fmla="*/ 1664092 h 5566437"/>
                        <a:gd name="connsiteX7" fmla="*/ 2441359 w 3859777"/>
                        <a:gd name="connsiteY7" fmla="*/ 989389 h 5566437"/>
                        <a:gd name="connsiteX8" fmla="*/ 2796466 w 3859777"/>
                        <a:gd name="connsiteY8" fmla="*/ 953879 h 5566437"/>
                        <a:gd name="connsiteX9" fmla="*/ 2938508 w 3859777"/>
                        <a:gd name="connsiteY9" fmla="*/ 2196753 h 5566437"/>
                        <a:gd name="connsiteX10" fmla="*/ 3293615 w 3859777"/>
                        <a:gd name="connsiteY10" fmla="*/ 2205630 h 5566437"/>
                        <a:gd name="connsiteX11" fmla="*/ 3311371 w 3859777"/>
                        <a:gd name="connsiteY11" fmla="*/ 909490 h 5566437"/>
                        <a:gd name="connsiteX12" fmla="*/ 3675355 w 3859777"/>
                        <a:gd name="connsiteY12" fmla="*/ 909490 h 5566437"/>
                        <a:gd name="connsiteX13" fmla="*/ 3764132 w 3859777"/>
                        <a:gd name="connsiteY13" fmla="*/ 2294407 h 5566437"/>
                        <a:gd name="connsiteX14" fmla="*/ 3764132 w 3859777"/>
                        <a:gd name="connsiteY14" fmla="*/ 2294407 h 5566437"/>
                        <a:gd name="connsiteX15" fmla="*/ 3835153 w 3859777"/>
                        <a:gd name="connsiteY15" fmla="*/ 4540457 h 5566437"/>
                        <a:gd name="connsiteX16" fmla="*/ 3284737 w 3859777"/>
                        <a:gd name="connsiteY16" fmla="*/ 4487191 h 5566437"/>
                        <a:gd name="connsiteX17" fmla="*/ 3124939 w 3859777"/>
                        <a:gd name="connsiteY17" fmla="*/ 3040131 h 5566437"/>
                        <a:gd name="connsiteX18" fmla="*/ 2467992 w 3859777"/>
                        <a:gd name="connsiteY18" fmla="*/ 3013498 h 5566437"/>
                        <a:gd name="connsiteX19" fmla="*/ 2627790 w 3859777"/>
                        <a:gd name="connsiteY19" fmla="*/ 5303937 h 5566437"/>
                        <a:gd name="connsiteX20" fmla="*/ 1997475 w 3859777"/>
                        <a:gd name="connsiteY20" fmla="*/ 5295059 h 5566437"/>
                        <a:gd name="connsiteX21" fmla="*/ 1793289 w 3859777"/>
                        <a:gd name="connsiteY21" fmla="*/ 3324217 h 5566437"/>
                        <a:gd name="connsiteX22" fmla="*/ 550415 w 3859777"/>
                        <a:gd name="connsiteY22" fmla="*/ 3226562 h 5566437"/>
                        <a:gd name="connsiteX23" fmla="*/ 0 w 3859777"/>
                        <a:gd name="connsiteY23" fmla="*/ 5117506 h 5566437"/>
                        <a:gd name="connsiteX0" fmla="*/ 408372 w 3309361"/>
                        <a:gd name="connsiteY0" fmla="*/ 714182 h 5566437"/>
                        <a:gd name="connsiteX1" fmla="*/ 426127 w 3309361"/>
                        <a:gd name="connsiteY1" fmla="*/ 1584193 h 5566437"/>
                        <a:gd name="connsiteX2" fmla="*/ 195308 w 3309361"/>
                        <a:gd name="connsiteY2" fmla="*/ 1584193 h 5566437"/>
                        <a:gd name="connsiteX3" fmla="*/ 186430 w 3309361"/>
                        <a:gd name="connsiteY3" fmla="*/ 288053 h 5566437"/>
                        <a:gd name="connsiteX4" fmla="*/ 1074197 w 3309361"/>
                        <a:gd name="connsiteY4" fmla="*/ 110500 h 5566437"/>
                        <a:gd name="connsiteX5" fmla="*/ 1518081 w 3309361"/>
                        <a:gd name="connsiteY5" fmla="*/ 1664092 h 5566437"/>
                        <a:gd name="connsiteX6" fmla="*/ 1890943 w 3309361"/>
                        <a:gd name="connsiteY6" fmla="*/ 1664092 h 5566437"/>
                        <a:gd name="connsiteX7" fmla="*/ 1890943 w 3309361"/>
                        <a:gd name="connsiteY7" fmla="*/ 989389 h 5566437"/>
                        <a:gd name="connsiteX8" fmla="*/ 2246050 w 3309361"/>
                        <a:gd name="connsiteY8" fmla="*/ 953879 h 5566437"/>
                        <a:gd name="connsiteX9" fmla="*/ 2388092 w 3309361"/>
                        <a:gd name="connsiteY9" fmla="*/ 2196753 h 5566437"/>
                        <a:gd name="connsiteX10" fmla="*/ 2743199 w 3309361"/>
                        <a:gd name="connsiteY10" fmla="*/ 2205630 h 5566437"/>
                        <a:gd name="connsiteX11" fmla="*/ 2760955 w 3309361"/>
                        <a:gd name="connsiteY11" fmla="*/ 909490 h 5566437"/>
                        <a:gd name="connsiteX12" fmla="*/ 3124939 w 3309361"/>
                        <a:gd name="connsiteY12" fmla="*/ 909490 h 5566437"/>
                        <a:gd name="connsiteX13" fmla="*/ 3213716 w 3309361"/>
                        <a:gd name="connsiteY13" fmla="*/ 2294407 h 5566437"/>
                        <a:gd name="connsiteX14" fmla="*/ 3213716 w 3309361"/>
                        <a:gd name="connsiteY14" fmla="*/ 2294407 h 5566437"/>
                        <a:gd name="connsiteX15" fmla="*/ 3284737 w 3309361"/>
                        <a:gd name="connsiteY15" fmla="*/ 4540457 h 5566437"/>
                        <a:gd name="connsiteX16" fmla="*/ 2734321 w 3309361"/>
                        <a:gd name="connsiteY16" fmla="*/ 4487191 h 5566437"/>
                        <a:gd name="connsiteX17" fmla="*/ 2574523 w 3309361"/>
                        <a:gd name="connsiteY17" fmla="*/ 3040131 h 5566437"/>
                        <a:gd name="connsiteX18" fmla="*/ 1917576 w 3309361"/>
                        <a:gd name="connsiteY18" fmla="*/ 3013498 h 5566437"/>
                        <a:gd name="connsiteX19" fmla="*/ 2077374 w 3309361"/>
                        <a:gd name="connsiteY19" fmla="*/ 5303937 h 5566437"/>
                        <a:gd name="connsiteX20" fmla="*/ 1447059 w 3309361"/>
                        <a:gd name="connsiteY20" fmla="*/ 5295059 h 5566437"/>
                        <a:gd name="connsiteX21" fmla="*/ 1242873 w 3309361"/>
                        <a:gd name="connsiteY21" fmla="*/ 3324217 h 5566437"/>
                        <a:gd name="connsiteX22" fmla="*/ -1 w 3309361"/>
                        <a:gd name="connsiteY22" fmla="*/ 3226562 h 5566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9361" h="5566437">
                          <a:moveTo>
                            <a:pt x="408372" y="714182"/>
                          </a:moveTo>
                          <a:cubicBezTo>
                            <a:pt x="435005" y="1076686"/>
                            <a:pt x="461638" y="1439191"/>
                            <a:pt x="426127" y="1584193"/>
                          </a:cubicBezTo>
                          <a:cubicBezTo>
                            <a:pt x="390616" y="1729195"/>
                            <a:pt x="235257" y="1800216"/>
                            <a:pt x="195308" y="1584193"/>
                          </a:cubicBezTo>
                          <a:cubicBezTo>
                            <a:pt x="155358" y="1368170"/>
                            <a:pt x="39948" y="533668"/>
                            <a:pt x="186430" y="288053"/>
                          </a:cubicBezTo>
                          <a:cubicBezTo>
                            <a:pt x="332911" y="42437"/>
                            <a:pt x="852255" y="-118840"/>
                            <a:pt x="1074197" y="110500"/>
                          </a:cubicBezTo>
                          <a:cubicBezTo>
                            <a:pt x="1296139" y="339840"/>
                            <a:pt x="1381957" y="1405160"/>
                            <a:pt x="1518081" y="1664092"/>
                          </a:cubicBezTo>
                          <a:cubicBezTo>
                            <a:pt x="1654205" y="1923024"/>
                            <a:pt x="1828799" y="1776542"/>
                            <a:pt x="1890943" y="1664092"/>
                          </a:cubicBezTo>
                          <a:cubicBezTo>
                            <a:pt x="1953087" y="1551642"/>
                            <a:pt x="1831759" y="1107758"/>
                            <a:pt x="1890943" y="989389"/>
                          </a:cubicBezTo>
                          <a:cubicBezTo>
                            <a:pt x="1950127" y="871020"/>
                            <a:pt x="2163192" y="752652"/>
                            <a:pt x="2246050" y="953879"/>
                          </a:cubicBezTo>
                          <a:cubicBezTo>
                            <a:pt x="2328908" y="1155106"/>
                            <a:pt x="2305234" y="1988128"/>
                            <a:pt x="2388092" y="2196753"/>
                          </a:cubicBezTo>
                          <a:cubicBezTo>
                            <a:pt x="2470950" y="2405378"/>
                            <a:pt x="2681055" y="2420174"/>
                            <a:pt x="2743199" y="2205630"/>
                          </a:cubicBezTo>
                          <a:cubicBezTo>
                            <a:pt x="2805343" y="1991086"/>
                            <a:pt x="2697332" y="1125513"/>
                            <a:pt x="2760955" y="909490"/>
                          </a:cubicBezTo>
                          <a:cubicBezTo>
                            <a:pt x="2824578" y="693467"/>
                            <a:pt x="3049479" y="678671"/>
                            <a:pt x="3124939" y="909490"/>
                          </a:cubicBezTo>
                          <a:cubicBezTo>
                            <a:pt x="3200399" y="1140309"/>
                            <a:pt x="3213716" y="2294407"/>
                            <a:pt x="3213716" y="2294407"/>
                          </a:cubicBezTo>
                          <a:lnTo>
                            <a:pt x="3213716" y="2294407"/>
                          </a:lnTo>
                          <a:cubicBezTo>
                            <a:pt x="3225553" y="2668749"/>
                            <a:pt x="3364636" y="4174993"/>
                            <a:pt x="3284737" y="4540457"/>
                          </a:cubicBezTo>
                          <a:cubicBezTo>
                            <a:pt x="3204838" y="4905921"/>
                            <a:pt x="2852690" y="4737245"/>
                            <a:pt x="2734321" y="4487191"/>
                          </a:cubicBezTo>
                          <a:cubicBezTo>
                            <a:pt x="2615952" y="4237137"/>
                            <a:pt x="2710647" y="3285746"/>
                            <a:pt x="2574523" y="3040131"/>
                          </a:cubicBezTo>
                          <a:cubicBezTo>
                            <a:pt x="2438399" y="2794516"/>
                            <a:pt x="2000434" y="2636197"/>
                            <a:pt x="1917576" y="3013498"/>
                          </a:cubicBezTo>
                          <a:cubicBezTo>
                            <a:pt x="1834718" y="3390799"/>
                            <a:pt x="2155794" y="4923677"/>
                            <a:pt x="2077374" y="5303937"/>
                          </a:cubicBezTo>
                          <a:cubicBezTo>
                            <a:pt x="1998954" y="5684197"/>
                            <a:pt x="1586143" y="5625012"/>
                            <a:pt x="1447059" y="5295059"/>
                          </a:cubicBezTo>
                          <a:cubicBezTo>
                            <a:pt x="1307975" y="4965106"/>
                            <a:pt x="1484050" y="3668967"/>
                            <a:pt x="1242873" y="3324217"/>
                          </a:cubicBezTo>
                          <a:cubicBezTo>
                            <a:pt x="1001696" y="2979468"/>
                            <a:pt x="298880" y="2927681"/>
                            <a:pt x="-1" y="3226562"/>
                          </a:cubicBezTo>
                        </a:path>
                      </a:pathLst>
                    </a:custGeom>
                    <a:ln w="19050"/>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u="sng" dirty="0"/>
                    </a:p>
                  </p:txBody>
                </p:sp>
                <p:sp>
                  <p:nvSpPr>
                    <p:cNvPr id="112" name="Freeform: Shape 15">
                      <a:extLst>
                        <a:ext uri="{FF2B5EF4-FFF2-40B4-BE49-F238E27FC236}">
                          <a16:creationId xmlns:a16="http://schemas.microsoft.com/office/drawing/2014/main" id="{B41C507E-8CD3-4F89-A962-9CEBB11B24F2}"/>
                        </a:ext>
                      </a:extLst>
                    </p:cNvPr>
                    <p:cNvSpPr/>
                    <p:nvPr/>
                  </p:nvSpPr>
                  <p:spPr>
                    <a:xfrm>
                      <a:off x="6542842" y="1442006"/>
                      <a:ext cx="3497984" cy="5015271"/>
                    </a:xfrm>
                    <a:custGeom>
                      <a:avLst/>
                      <a:gdLst>
                        <a:gd name="connsiteX0" fmla="*/ 0 w 3906357"/>
                        <a:gd name="connsiteY0" fmla="*/ 4621443 h 5015271"/>
                        <a:gd name="connsiteX1" fmla="*/ 408373 w 3906357"/>
                        <a:gd name="connsiteY1" fmla="*/ 2552945 h 5015271"/>
                        <a:gd name="connsiteX2" fmla="*/ 1340528 w 3906357"/>
                        <a:gd name="connsiteY2" fmla="*/ 2109062 h 5015271"/>
                        <a:gd name="connsiteX3" fmla="*/ 2219417 w 3906357"/>
                        <a:gd name="connsiteY3" fmla="*/ 2757132 h 5015271"/>
                        <a:gd name="connsiteX4" fmla="*/ 2334827 w 3906357"/>
                        <a:gd name="connsiteY4" fmla="*/ 4790118 h 5015271"/>
                        <a:gd name="connsiteX5" fmla="*/ 2610035 w 3906357"/>
                        <a:gd name="connsiteY5" fmla="*/ 4790118 h 5015271"/>
                        <a:gd name="connsiteX6" fmla="*/ 2485747 w 3906357"/>
                        <a:gd name="connsiteY6" fmla="*/ 3236526 h 5015271"/>
                        <a:gd name="connsiteX7" fmla="*/ 2432481 w 3906357"/>
                        <a:gd name="connsiteY7" fmla="*/ 2384270 h 5015271"/>
                        <a:gd name="connsiteX8" fmla="*/ 2867487 w 3906357"/>
                        <a:gd name="connsiteY8" fmla="*/ 2109062 h 5015271"/>
                        <a:gd name="connsiteX9" fmla="*/ 3480047 w 3906357"/>
                        <a:gd name="connsiteY9" fmla="*/ 2464169 h 5015271"/>
                        <a:gd name="connsiteX10" fmla="*/ 3613212 w 3906357"/>
                        <a:gd name="connsiteY10" fmla="*/ 4017761 h 5015271"/>
                        <a:gd name="connsiteX11" fmla="*/ 3897297 w 3906357"/>
                        <a:gd name="connsiteY11" fmla="*/ 4000006 h 5015271"/>
                        <a:gd name="connsiteX12" fmla="*/ 3826276 w 3906357"/>
                        <a:gd name="connsiteY12" fmla="*/ 2588456 h 5015271"/>
                        <a:gd name="connsiteX13" fmla="*/ 3728621 w 3906357"/>
                        <a:gd name="connsiteY13" fmla="*/ 741901 h 5015271"/>
                        <a:gd name="connsiteX14" fmla="*/ 3622089 w 3906357"/>
                        <a:gd name="connsiteY14" fmla="*/ 741901 h 5015271"/>
                        <a:gd name="connsiteX15" fmla="*/ 3586579 w 3906357"/>
                        <a:gd name="connsiteY15" fmla="*/ 2091307 h 5015271"/>
                        <a:gd name="connsiteX16" fmla="*/ 3027285 w 3906357"/>
                        <a:gd name="connsiteY16" fmla="*/ 2011408 h 5015271"/>
                        <a:gd name="connsiteX17" fmla="*/ 2867487 w 3906357"/>
                        <a:gd name="connsiteY17" fmla="*/ 1221295 h 5015271"/>
                        <a:gd name="connsiteX18" fmla="*/ 2840854 w 3906357"/>
                        <a:gd name="connsiteY18" fmla="*/ 759656 h 5015271"/>
                        <a:gd name="connsiteX19" fmla="*/ 2743200 w 3906357"/>
                        <a:gd name="connsiteY19" fmla="*/ 759656 h 5015271"/>
                        <a:gd name="connsiteX20" fmla="*/ 2618913 w 3906357"/>
                        <a:gd name="connsiteY20" fmla="*/ 1496503 h 5015271"/>
                        <a:gd name="connsiteX21" fmla="*/ 2246050 w 3906357"/>
                        <a:gd name="connsiteY21" fmla="*/ 1452114 h 5015271"/>
                        <a:gd name="connsiteX22" fmla="*/ 2148396 w 3906357"/>
                        <a:gd name="connsiteY22" fmla="*/ 1691811 h 5015271"/>
                        <a:gd name="connsiteX23" fmla="*/ 1908699 w 3906357"/>
                        <a:gd name="connsiteY23" fmla="*/ 1869365 h 5015271"/>
                        <a:gd name="connsiteX24" fmla="*/ 1056443 w 3906357"/>
                        <a:gd name="connsiteY24" fmla="*/ 1780588 h 5015271"/>
                        <a:gd name="connsiteX25" fmla="*/ 1056443 w 3906357"/>
                        <a:gd name="connsiteY25" fmla="*/ 1611912 h 5015271"/>
                        <a:gd name="connsiteX26" fmla="*/ 1242874 w 3906357"/>
                        <a:gd name="connsiteY26" fmla="*/ 1576402 h 5015271"/>
                        <a:gd name="connsiteX27" fmla="*/ 1438182 w 3906357"/>
                        <a:gd name="connsiteY27" fmla="*/ 1709567 h 5015271"/>
                        <a:gd name="connsiteX28" fmla="*/ 1793289 w 3906357"/>
                        <a:gd name="connsiteY28" fmla="*/ 1736200 h 5015271"/>
                        <a:gd name="connsiteX29" fmla="*/ 1722268 w 3906357"/>
                        <a:gd name="connsiteY29" fmla="*/ 1505380 h 5015271"/>
                        <a:gd name="connsiteX30" fmla="*/ 1819922 w 3906357"/>
                        <a:gd name="connsiteY30" fmla="*/ 1363338 h 5015271"/>
                        <a:gd name="connsiteX31" fmla="*/ 2006353 w 3906357"/>
                        <a:gd name="connsiteY31" fmla="*/ 1452114 h 5015271"/>
                        <a:gd name="connsiteX32" fmla="*/ 2095130 w 3906357"/>
                        <a:gd name="connsiteY32" fmla="*/ 1105885 h 5015271"/>
                        <a:gd name="connsiteX33" fmla="*/ 1695635 w 3906357"/>
                        <a:gd name="connsiteY33" fmla="*/ 1070375 h 5015271"/>
                        <a:gd name="connsiteX34" fmla="*/ 1642369 w 3906357"/>
                        <a:gd name="connsiteY34" fmla="*/ 857311 h 5015271"/>
                        <a:gd name="connsiteX35" fmla="*/ 1979720 w 3906357"/>
                        <a:gd name="connsiteY35" fmla="*/ 812922 h 5015271"/>
                        <a:gd name="connsiteX36" fmla="*/ 1890944 w 3906357"/>
                        <a:gd name="connsiteY36" fmla="*/ 537714 h 5015271"/>
                        <a:gd name="connsiteX37" fmla="*/ 1597980 w 3906357"/>
                        <a:gd name="connsiteY37" fmla="*/ 528837 h 5015271"/>
                        <a:gd name="connsiteX38" fmla="*/ 1553592 w 3906357"/>
                        <a:gd name="connsiteY38" fmla="*/ 369039 h 5015271"/>
                        <a:gd name="connsiteX39" fmla="*/ 1917577 w 3906357"/>
                        <a:gd name="connsiteY39" fmla="*/ 306895 h 5015271"/>
                        <a:gd name="connsiteX40" fmla="*/ 1722268 w 3906357"/>
                        <a:gd name="connsiteY40" fmla="*/ 31687 h 5015271"/>
                        <a:gd name="connsiteX41" fmla="*/ 1429305 w 3906357"/>
                        <a:gd name="connsiteY41" fmla="*/ 31687 h 5015271"/>
                        <a:gd name="connsiteX42" fmla="*/ 1402672 w 3906357"/>
                        <a:gd name="connsiteY42" fmla="*/ 262507 h 5015271"/>
                        <a:gd name="connsiteX43" fmla="*/ 1127464 w 3906357"/>
                        <a:gd name="connsiteY43" fmla="*/ 289140 h 5015271"/>
                        <a:gd name="connsiteX0" fmla="*/ 1 w 3497985"/>
                        <a:gd name="connsiteY0" fmla="*/ 2552945 h 5015271"/>
                        <a:gd name="connsiteX1" fmla="*/ 932156 w 3497985"/>
                        <a:gd name="connsiteY1" fmla="*/ 2109062 h 5015271"/>
                        <a:gd name="connsiteX2" fmla="*/ 1811045 w 3497985"/>
                        <a:gd name="connsiteY2" fmla="*/ 2757132 h 5015271"/>
                        <a:gd name="connsiteX3" fmla="*/ 1926455 w 3497985"/>
                        <a:gd name="connsiteY3" fmla="*/ 4790118 h 5015271"/>
                        <a:gd name="connsiteX4" fmla="*/ 2201663 w 3497985"/>
                        <a:gd name="connsiteY4" fmla="*/ 4790118 h 5015271"/>
                        <a:gd name="connsiteX5" fmla="*/ 2077375 w 3497985"/>
                        <a:gd name="connsiteY5" fmla="*/ 3236526 h 5015271"/>
                        <a:gd name="connsiteX6" fmla="*/ 2024109 w 3497985"/>
                        <a:gd name="connsiteY6" fmla="*/ 2384270 h 5015271"/>
                        <a:gd name="connsiteX7" fmla="*/ 2459115 w 3497985"/>
                        <a:gd name="connsiteY7" fmla="*/ 2109062 h 5015271"/>
                        <a:gd name="connsiteX8" fmla="*/ 3071675 w 3497985"/>
                        <a:gd name="connsiteY8" fmla="*/ 2464169 h 5015271"/>
                        <a:gd name="connsiteX9" fmla="*/ 3204840 w 3497985"/>
                        <a:gd name="connsiteY9" fmla="*/ 4017761 h 5015271"/>
                        <a:gd name="connsiteX10" fmla="*/ 3488925 w 3497985"/>
                        <a:gd name="connsiteY10" fmla="*/ 4000006 h 5015271"/>
                        <a:gd name="connsiteX11" fmla="*/ 3417904 w 3497985"/>
                        <a:gd name="connsiteY11" fmla="*/ 2588456 h 5015271"/>
                        <a:gd name="connsiteX12" fmla="*/ 3320249 w 3497985"/>
                        <a:gd name="connsiteY12" fmla="*/ 741901 h 5015271"/>
                        <a:gd name="connsiteX13" fmla="*/ 3213717 w 3497985"/>
                        <a:gd name="connsiteY13" fmla="*/ 741901 h 5015271"/>
                        <a:gd name="connsiteX14" fmla="*/ 3178207 w 3497985"/>
                        <a:gd name="connsiteY14" fmla="*/ 2091307 h 5015271"/>
                        <a:gd name="connsiteX15" fmla="*/ 2618913 w 3497985"/>
                        <a:gd name="connsiteY15" fmla="*/ 2011408 h 5015271"/>
                        <a:gd name="connsiteX16" fmla="*/ 2459115 w 3497985"/>
                        <a:gd name="connsiteY16" fmla="*/ 1221295 h 5015271"/>
                        <a:gd name="connsiteX17" fmla="*/ 2432482 w 3497985"/>
                        <a:gd name="connsiteY17" fmla="*/ 759656 h 5015271"/>
                        <a:gd name="connsiteX18" fmla="*/ 2334828 w 3497985"/>
                        <a:gd name="connsiteY18" fmla="*/ 759656 h 5015271"/>
                        <a:gd name="connsiteX19" fmla="*/ 2210541 w 3497985"/>
                        <a:gd name="connsiteY19" fmla="*/ 1496503 h 5015271"/>
                        <a:gd name="connsiteX20" fmla="*/ 1837678 w 3497985"/>
                        <a:gd name="connsiteY20" fmla="*/ 1452114 h 5015271"/>
                        <a:gd name="connsiteX21" fmla="*/ 1740024 w 3497985"/>
                        <a:gd name="connsiteY21" fmla="*/ 1691811 h 5015271"/>
                        <a:gd name="connsiteX22" fmla="*/ 1500327 w 3497985"/>
                        <a:gd name="connsiteY22" fmla="*/ 1869365 h 5015271"/>
                        <a:gd name="connsiteX23" fmla="*/ 648071 w 3497985"/>
                        <a:gd name="connsiteY23" fmla="*/ 1780588 h 5015271"/>
                        <a:gd name="connsiteX24" fmla="*/ 648071 w 3497985"/>
                        <a:gd name="connsiteY24" fmla="*/ 1611912 h 5015271"/>
                        <a:gd name="connsiteX25" fmla="*/ 834502 w 3497985"/>
                        <a:gd name="connsiteY25" fmla="*/ 1576402 h 5015271"/>
                        <a:gd name="connsiteX26" fmla="*/ 1029810 w 3497985"/>
                        <a:gd name="connsiteY26" fmla="*/ 1709567 h 5015271"/>
                        <a:gd name="connsiteX27" fmla="*/ 1384917 w 3497985"/>
                        <a:gd name="connsiteY27" fmla="*/ 1736200 h 5015271"/>
                        <a:gd name="connsiteX28" fmla="*/ 1313896 w 3497985"/>
                        <a:gd name="connsiteY28" fmla="*/ 1505380 h 5015271"/>
                        <a:gd name="connsiteX29" fmla="*/ 1411550 w 3497985"/>
                        <a:gd name="connsiteY29" fmla="*/ 1363338 h 5015271"/>
                        <a:gd name="connsiteX30" fmla="*/ 1597981 w 3497985"/>
                        <a:gd name="connsiteY30" fmla="*/ 1452114 h 5015271"/>
                        <a:gd name="connsiteX31" fmla="*/ 1686758 w 3497985"/>
                        <a:gd name="connsiteY31" fmla="*/ 1105885 h 5015271"/>
                        <a:gd name="connsiteX32" fmla="*/ 1287263 w 3497985"/>
                        <a:gd name="connsiteY32" fmla="*/ 1070375 h 5015271"/>
                        <a:gd name="connsiteX33" fmla="*/ 1233997 w 3497985"/>
                        <a:gd name="connsiteY33" fmla="*/ 857311 h 5015271"/>
                        <a:gd name="connsiteX34" fmla="*/ 1571348 w 3497985"/>
                        <a:gd name="connsiteY34" fmla="*/ 812922 h 5015271"/>
                        <a:gd name="connsiteX35" fmla="*/ 1482572 w 3497985"/>
                        <a:gd name="connsiteY35" fmla="*/ 537714 h 5015271"/>
                        <a:gd name="connsiteX36" fmla="*/ 1189608 w 3497985"/>
                        <a:gd name="connsiteY36" fmla="*/ 528837 h 5015271"/>
                        <a:gd name="connsiteX37" fmla="*/ 1145220 w 3497985"/>
                        <a:gd name="connsiteY37" fmla="*/ 369039 h 5015271"/>
                        <a:gd name="connsiteX38" fmla="*/ 1509205 w 3497985"/>
                        <a:gd name="connsiteY38" fmla="*/ 306895 h 5015271"/>
                        <a:gd name="connsiteX39" fmla="*/ 1313896 w 3497985"/>
                        <a:gd name="connsiteY39" fmla="*/ 31687 h 5015271"/>
                        <a:gd name="connsiteX40" fmla="*/ 1020933 w 3497985"/>
                        <a:gd name="connsiteY40" fmla="*/ 31687 h 5015271"/>
                        <a:gd name="connsiteX41" fmla="*/ 994300 w 3497985"/>
                        <a:gd name="connsiteY41" fmla="*/ 262507 h 5015271"/>
                        <a:gd name="connsiteX42" fmla="*/ 719092 w 3497985"/>
                        <a:gd name="connsiteY42" fmla="*/ 289140 h 5015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497985" h="5015271">
                          <a:moveTo>
                            <a:pt x="1" y="2552945"/>
                          </a:moveTo>
                          <a:cubicBezTo>
                            <a:pt x="223422" y="2134215"/>
                            <a:pt x="630315" y="2075031"/>
                            <a:pt x="932156" y="2109062"/>
                          </a:cubicBezTo>
                          <a:cubicBezTo>
                            <a:pt x="1233997" y="2143093"/>
                            <a:pt x="1645329" y="2310289"/>
                            <a:pt x="1811045" y="2757132"/>
                          </a:cubicBezTo>
                          <a:cubicBezTo>
                            <a:pt x="1976761" y="3203975"/>
                            <a:pt x="1861352" y="4451287"/>
                            <a:pt x="1926455" y="4790118"/>
                          </a:cubicBezTo>
                          <a:cubicBezTo>
                            <a:pt x="1991558" y="5128949"/>
                            <a:pt x="2176510" y="5049050"/>
                            <a:pt x="2201663" y="4790118"/>
                          </a:cubicBezTo>
                          <a:cubicBezTo>
                            <a:pt x="2226816" y="4531186"/>
                            <a:pt x="2106967" y="3637501"/>
                            <a:pt x="2077375" y="3236526"/>
                          </a:cubicBezTo>
                          <a:cubicBezTo>
                            <a:pt x="2047783" y="2835551"/>
                            <a:pt x="1960486" y="2572181"/>
                            <a:pt x="2024109" y="2384270"/>
                          </a:cubicBezTo>
                          <a:cubicBezTo>
                            <a:pt x="2087732" y="2196359"/>
                            <a:pt x="2284521" y="2095746"/>
                            <a:pt x="2459115" y="2109062"/>
                          </a:cubicBezTo>
                          <a:cubicBezTo>
                            <a:pt x="2633709" y="2122378"/>
                            <a:pt x="2947387" y="2146052"/>
                            <a:pt x="3071675" y="2464169"/>
                          </a:cubicBezTo>
                          <a:cubicBezTo>
                            <a:pt x="3195963" y="2782286"/>
                            <a:pt x="3135298" y="3761788"/>
                            <a:pt x="3204840" y="4017761"/>
                          </a:cubicBezTo>
                          <a:cubicBezTo>
                            <a:pt x="3274382" y="4273734"/>
                            <a:pt x="3453414" y="4238223"/>
                            <a:pt x="3488925" y="4000006"/>
                          </a:cubicBezTo>
                          <a:cubicBezTo>
                            <a:pt x="3524436" y="3761788"/>
                            <a:pt x="3446017" y="3131473"/>
                            <a:pt x="3417904" y="2588456"/>
                          </a:cubicBezTo>
                          <a:cubicBezTo>
                            <a:pt x="3389791" y="2045439"/>
                            <a:pt x="3354280" y="1049660"/>
                            <a:pt x="3320249" y="741901"/>
                          </a:cubicBezTo>
                          <a:cubicBezTo>
                            <a:pt x="3286218" y="434142"/>
                            <a:pt x="3237391" y="517000"/>
                            <a:pt x="3213717" y="741901"/>
                          </a:cubicBezTo>
                          <a:cubicBezTo>
                            <a:pt x="3190043" y="966802"/>
                            <a:pt x="3277341" y="1879723"/>
                            <a:pt x="3178207" y="2091307"/>
                          </a:cubicBezTo>
                          <a:cubicBezTo>
                            <a:pt x="3079073" y="2302891"/>
                            <a:pt x="2738762" y="2156410"/>
                            <a:pt x="2618913" y="2011408"/>
                          </a:cubicBezTo>
                          <a:cubicBezTo>
                            <a:pt x="2499064" y="1866406"/>
                            <a:pt x="2490187" y="1429920"/>
                            <a:pt x="2459115" y="1221295"/>
                          </a:cubicBezTo>
                          <a:cubicBezTo>
                            <a:pt x="2428043" y="1012670"/>
                            <a:pt x="2453197" y="836596"/>
                            <a:pt x="2432482" y="759656"/>
                          </a:cubicBezTo>
                          <a:cubicBezTo>
                            <a:pt x="2411768" y="682716"/>
                            <a:pt x="2371818" y="636848"/>
                            <a:pt x="2334828" y="759656"/>
                          </a:cubicBezTo>
                          <a:cubicBezTo>
                            <a:pt x="2297838" y="882464"/>
                            <a:pt x="2293399" y="1381093"/>
                            <a:pt x="2210541" y="1496503"/>
                          </a:cubicBezTo>
                          <a:cubicBezTo>
                            <a:pt x="2127683" y="1611913"/>
                            <a:pt x="1916098" y="1419563"/>
                            <a:pt x="1837678" y="1452114"/>
                          </a:cubicBezTo>
                          <a:cubicBezTo>
                            <a:pt x="1759259" y="1484665"/>
                            <a:pt x="1796249" y="1622269"/>
                            <a:pt x="1740024" y="1691811"/>
                          </a:cubicBezTo>
                          <a:cubicBezTo>
                            <a:pt x="1683799" y="1761353"/>
                            <a:pt x="1682319" y="1854569"/>
                            <a:pt x="1500327" y="1869365"/>
                          </a:cubicBezTo>
                          <a:cubicBezTo>
                            <a:pt x="1318335" y="1884161"/>
                            <a:pt x="790114" y="1823497"/>
                            <a:pt x="648071" y="1780588"/>
                          </a:cubicBezTo>
                          <a:cubicBezTo>
                            <a:pt x="506028" y="1737679"/>
                            <a:pt x="616999" y="1645943"/>
                            <a:pt x="648071" y="1611912"/>
                          </a:cubicBezTo>
                          <a:cubicBezTo>
                            <a:pt x="679143" y="1577881"/>
                            <a:pt x="770879" y="1560126"/>
                            <a:pt x="834502" y="1576402"/>
                          </a:cubicBezTo>
                          <a:cubicBezTo>
                            <a:pt x="898125" y="1592678"/>
                            <a:pt x="938074" y="1682934"/>
                            <a:pt x="1029810" y="1709567"/>
                          </a:cubicBezTo>
                          <a:cubicBezTo>
                            <a:pt x="1121546" y="1736200"/>
                            <a:pt x="1337569" y="1770231"/>
                            <a:pt x="1384917" y="1736200"/>
                          </a:cubicBezTo>
                          <a:cubicBezTo>
                            <a:pt x="1432265" y="1702169"/>
                            <a:pt x="1309457" y="1567524"/>
                            <a:pt x="1313896" y="1505380"/>
                          </a:cubicBezTo>
                          <a:cubicBezTo>
                            <a:pt x="1318335" y="1443236"/>
                            <a:pt x="1364203" y="1372216"/>
                            <a:pt x="1411550" y="1363338"/>
                          </a:cubicBezTo>
                          <a:cubicBezTo>
                            <a:pt x="1458897" y="1354460"/>
                            <a:pt x="1552113" y="1495023"/>
                            <a:pt x="1597981" y="1452114"/>
                          </a:cubicBezTo>
                          <a:cubicBezTo>
                            <a:pt x="1643849" y="1409205"/>
                            <a:pt x="1738544" y="1169508"/>
                            <a:pt x="1686758" y="1105885"/>
                          </a:cubicBezTo>
                          <a:cubicBezTo>
                            <a:pt x="1634972" y="1042262"/>
                            <a:pt x="1362723" y="1111804"/>
                            <a:pt x="1287263" y="1070375"/>
                          </a:cubicBezTo>
                          <a:cubicBezTo>
                            <a:pt x="1211803" y="1028946"/>
                            <a:pt x="1186650" y="900220"/>
                            <a:pt x="1233997" y="857311"/>
                          </a:cubicBezTo>
                          <a:cubicBezTo>
                            <a:pt x="1281345" y="814402"/>
                            <a:pt x="1529919" y="866188"/>
                            <a:pt x="1571348" y="812922"/>
                          </a:cubicBezTo>
                          <a:cubicBezTo>
                            <a:pt x="1612777" y="759656"/>
                            <a:pt x="1546195" y="585061"/>
                            <a:pt x="1482572" y="537714"/>
                          </a:cubicBezTo>
                          <a:cubicBezTo>
                            <a:pt x="1418949" y="490366"/>
                            <a:pt x="1245833" y="556949"/>
                            <a:pt x="1189608" y="528837"/>
                          </a:cubicBezTo>
                          <a:cubicBezTo>
                            <a:pt x="1133383" y="500725"/>
                            <a:pt x="1091954" y="406029"/>
                            <a:pt x="1145220" y="369039"/>
                          </a:cubicBezTo>
                          <a:cubicBezTo>
                            <a:pt x="1198486" y="332049"/>
                            <a:pt x="1481092" y="363120"/>
                            <a:pt x="1509205" y="306895"/>
                          </a:cubicBezTo>
                          <a:cubicBezTo>
                            <a:pt x="1537318" y="250670"/>
                            <a:pt x="1395275" y="77555"/>
                            <a:pt x="1313896" y="31687"/>
                          </a:cubicBezTo>
                          <a:cubicBezTo>
                            <a:pt x="1232517" y="-14181"/>
                            <a:pt x="1074199" y="-6783"/>
                            <a:pt x="1020933" y="31687"/>
                          </a:cubicBezTo>
                          <a:cubicBezTo>
                            <a:pt x="967667" y="70157"/>
                            <a:pt x="1044607" y="219598"/>
                            <a:pt x="994300" y="262507"/>
                          </a:cubicBezTo>
                          <a:cubicBezTo>
                            <a:pt x="943993" y="305416"/>
                            <a:pt x="831542" y="297278"/>
                            <a:pt x="719092" y="289140"/>
                          </a:cubicBezTo>
                        </a:path>
                      </a:pathLst>
                    </a:custGeom>
                    <a:ln w="19050"/>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u="sng" dirty="0"/>
                    </a:p>
                  </p:txBody>
                </p:sp>
              </p:grpSp>
              <p:sp>
                <p:nvSpPr>
                  <p:cNvPr id="104" name="Rectangle 103">
                    <a:extLst>
                      <a:ext uri="{FF2B5EF4-FFF2-40B4-BE49-F238E27FC236}">
                        <a16:creationId xmlns:a16="http://schemas.microsoft.com/office/drawing/2014/main" id="{41564535-2A78-43A0-A19B-EF40AC0B486D}"/>
                      </a:ext>
                    </a:extLst>
                  </p:cNvPr>
                  <p:cNvSpPr/>
                  <p:nvPr/>
                </p:nvSpPr>
                <p:spPr>
                  <a:xfrm>
                    <a:off x="3746371" y="623814"/>
                    <a:ext cx="2041862" cy="2672177"/>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u="sng" dirty="0"/>
                  </a:p>
                </p:txBody>
              </p:sp>
              <p:grpSp>
                <p:nvGrpSpPr>
                  <p:cNvPr id="106" name="Group 105">
                    <a:extLst>
                      <a:ext uri="{FF2B5EF4-FFF2-40B4-BE49-F238E27FC236}">
                        <a16:creationId xmlns:a16="http://schemas.microsoft.com/office/drawing/2014/main" id="{CB106E34-DBD9-4419-AB01-09DACE9AC868}"/>
                      </a:ext>
                    </a:extLst>
                  </p:cNvPr>
                  <p:cNvGrpSpPr/>
                  <p:nvPr/>
                </p:nvGrpSpPr>
                <p:grpSpPr>
                  <a:xfrm>
                    <a:off x="3878012" y="1157760"/>
                    <a:ext cx="1475218" cy="1922588"/>
                    <a:chOff x="6452540" y="1096829"/>
                    <a:chExt cx="1475219" cy="1922590"/>
                  </a:xfrm>
                </p:grpSpPr>
                <p:sp>
                  <p:nvSpPr>
                    <p:cNvPr id="109" name="Freeform: Shape 18">
                      <a:extLst>
                        <a:ext uri="{FF2B5EF4-FFF2-40B4-BE49-F238E27FC236}">
                          <a16:creationId xmlns:a16="http://schemas.microsoft.com/office/drawing/2014/main" id="{6ED2EB00-709A-4ECD-8AD7-37EE8833E84A}"/>
                        </a:ext>
                      </a:extLst>
                    </p:cNvPr>
                    <p:cNvSpPr/>
                    <p:nvPr/>
                  </p:nvSpPr>
                  <p:spPr>
                    <a:xfrm>
                      <a:off x="6452540" y="1096829"/>
                      <a:ext cx="1475219" cy="1064827"/>
                    </a:xfrm>
                    <a:custGeom>
                      <a:avLst/>
                      <a:gdLst>
                        <a:gd name="connsiteX0" fmla="*/ 267856 w 1475219"/>
                        <a:gd name="connsiteY0" fmla="*/ 758604 h 1064827"/>
                        <a:gd name="connsiteX1" fmla="*/ 303367 w 1475219"/>
                        <a:gd name="connsiteY1" fmla="*/ 971668 h 1064827"/>
                        <a:gd name="connsiteX2" fmla="*/ 134691 w 1475219"/>
                        <a:gd name="connsiteY2" fmla="*/ 1016056 h 1064827"/>
                        <a:gd name="connsiteX3" fmla="*/ 1526 w 1475219"/>
                        <a:gd name="connsiteY3" fmla="*/ 749726 h 1064827"/>
                        <a:gd name="connsiteX4" fmla="*/ 72547 w 1475219"/>
                        <a:gd name="connsiteY4" fmla="*/ 243699 h 1064827"/>
                        <a:gd name="connsiteX5" fmla="*/ 223468 w 1475219"/>
                        <a:gd name="connsiteY5" fmla="*/ 57268 h 1064827"/>
                        <a:gd name="connsiteX6" fmla="*/ 543064 w 1475219"/>
                        <a:gd name="connsiteY6" fmla="*/ 4002 h 1064827"/>
                        <a:gd name="connsiteX7" fmla="*/ 986947 w 1475219"/>
                        <a:gd name="connsiteY7" fmla="*/ 146045 h 1064827"/>
                        <a:gd name="connsiteX8" fmla="*/ 1208889 w 1475219"/>
                        <a:gd name="connsiteY8" fmla="*/ 598806 h 1064827"/>
                        <a:gd name="connsiteX9" fmla="*/ 1244400 w 1475219"/>
                        <a:gd name="connsiteY9" fmla="*/ 998301 h 1064827"/>
                        <a:gd name="connsiteX10" fmla="*/ 1475219 w 1475219"/>
                        <a:gd name="connsiteY10" fmla="*/ 1060445 h 1064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75219" h="1064827">
                          <a:moveTo>
                            <a:pt x="267856" y="758604"/>
                          </a:moveTo>
                          <a:cubicBezTo>
                            <a:pt x="296708" y="843681"/>
                            <a:pt x="325561" y="928759"/>
                            <a:pt x="303367" y="971668"/>
                          </a:cubicBezTo>
                          <a:cubicBezTo>
                            <a:pt x="281173" y="1014577"/>
                            <a:pt x="184998" y="1053046"/>
                            <a:pt x="134691" y="1016056"/>
                          </a:cubicBezTo>
                          <a:cubicBezTo>
                            <a:pt x="84384" y="979066"/>
                            <a:pt x="11883" y="878452"/>
                            <a:pt x="1526" y="749726"/>
                          </a:cubicBezTo>
                          <a:cubicBezTo>
                            <a:pt x="-8831" y="621000"/>
                            <a:pt x="35557" y="359109"/>
                            <a:pt x="72547" y="243699"/>
                          </a:cubicBezTo>
                          <a:cubicBezTo>
                            <a:pt x="109537" y="128289"/>
                            <a:pt x="145049" y="97217"/>
                            <a:pt x="223468" y="57268"/>
                          </a:cubicBezTo>
                          <a:cubicBezTo>
                            <a:pt x="301887" y="17319"/>
                            <a:pt x="415817" y="-10794"/>
                            <a:pt x="543064" y="4002"/>
                          </a:cubicBezTo>
                          <a:cubicBezTo>
                            <a:pt x="670311" y="18798"/>
                            <a:pt x="875976" y="46911"/>
                            <a:pt x="986947" y="146045"/>
                          </a:cubicBezTo>
                          <a:cubicBezTo>
                            <a:pt x="1097918" y="245179"/>
                            <a:pt x="1165980" y="456763"/>
                            <a:pt x="1208889" y="598806"/>
                          </a:cubicBezTo>
                          <a:cubicBezTo>
                            <a:pt x="1251798" y="740849"/>
                            <a:pt x="1200012" y="921361"/>
                            <a:pt x="1244400" y="998301"/>
                          </a:cubicBezTo>
                          <a:cubicBezTo>
                            <a:pt x="1288788" y="1075241"/>
                            <a:pt x="1382003" y="1067843"/>
                            <a:pt x="1475219" y="1060445"/>
                          </a:cubicBezTo>
                        </a:path>
                      </a:pathLst>
                    </a:custGeom>
                    <a:ln>
                      <a:solidFill>
                        <a:srgbClr val="7030A0"/>
                      </a:solidFill>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u="sng" dirty="0"/>
                    </a:p>
                  </p:txBody>
                </p:sp>
                <p:sp>
                  <p:nvSpPr>
                    <p:cNvPr id="110" name="Freeform: Shape 19">
                      <a:extLst>
                        <a:ext uri="{FF2B5EF4-FFF2-40B4-BE49-F238E27FC236}">
                          <a16:creationId xmlns:a16="http://schemas.microsoft.com/office/drawing/2014/main" id="{E3DE2600-D6FE-40E2-B5B7-5BEA21E1DD78}"/>
                        </a:ext>
                      </a:extLst>
                    </p:cNvPr>
                    <p:cNvSpPr/>
                    <p:nvPr/>
                  </p:nvSpPr>
                  <p:spPr>
                    <a:xfrm>
                      <a:off x="6574326" y="1350837"/>
                      <a:ext cx="1353433" cy="1668582"/>
                    </a:xfrm>
                    <a:custGeom>
                      <a:avLst/>
                      <a:gdLst>
                        <a:gd name="connsiteX0" fmla="*/ 1294346 w 1294346"/>
                        <a:gd name="connsiteY0" fmla="*/ 1061312 h 1701514"/>
                        <a:gd name="connsiteX1" fmla="*/ 1116793 w 1294346"/>
                        <a:gd name="connsiteY1" fmla="*/ 1034679 h 1701514"/>
                        <a:gd name="connsiteX2" fmla="*/ 1045771 w 1294346"/>
                        <a:gd name="connsiteY2" fmla="*/ 1389785 h 1701514"/>
                        <a:gd name="connsiteX3" fmla="*/ 823830 w 1294346"/>
                        <a:gd name="connsiteY3" fmla="*/ 1656115 h 1701514"/>
                        <a:gd name="connsiteX4" fmla="*/ 282292 w 1294346"/>
                        <a:gd name="connsiteY4" fmla="*/ 1691626 h 1701514"/>
                        <a:gd name="connsiteX5" fmla="*/ 42595 w 1294346"/>
                        <a:gd name="connsiteY5" fmla="*/ 1549583 h 1701514"/>
                        <a:gd name="connsiteX6" fmla="*/ 15962 w 1294346"/>
                        <a:gd name="connsiteY6" fmla="*/ 1283253 h 1701514"/>
                        <a:gd name="connsiteX7" fmla="*/ 211270 w 1294346"/>
                        <a:gd name="connsiteY7" fmla="*/ 1283253 h 1701514"/>
                        <a:gd name="connsiteX8" fmla="*/ 282292 w 1294346"/>
                        <a:gd name="connsiteY8" fmla="*/ 1487440 h 1701514"/>
                        <a:gd name="connsiteX9" fmla="*/ 406579 w 1294346"/>
                        <a:gd name="connsiteY9" fmla="*/ 1585094 h 1701514"/>
                        <a:gd name="connsiteX10" fmla="*/ 566377 w 1294346"/>
                        <a:gd name="connsiteY10" fmla="*/ 1558461 h 1701514"/>
                        <a:gd name="connsiteX11" fmla="*/ 504234 w 1294346"/>
                        <a:gd name="connsiteY11" fmla="*/ 1301009 h 1701514"/>
                        <a:gd name="connsiteX12" fmla="*/ 593010 w 1294346"/>
                        <a:gd name="connsiteY12" fmla="*/ 1141211 h 1701514"/>
                        <a:gd name="connsiteX13" fmla="*/ 726175 w 1294346"/>
                        <a:gd name="connsiteY13" fmla="*/ 1194477 h 1701514"/>
                        <a:gd name="connsiteX14" fmla="*/ 761686 w 1294346"/>
                        <a:gd name="connsiteY14" fmla="*/ 1469684 h 1701514"/>
                        <a:gd name="connsiteX15" fmla="*/ 868218 w 1294346"/>
                        <a:gd name="connsiteY15" fmla="*/ 1478562 h 1701514"/>
                        <a:gd name="connsiteX16" fmla="*/ 956995 w 1294346"/>
                        <a:gd name="connsiteY16" fmla="*/ 1318764 h 1701514"/>
                        <a:gd name="connsiteX17" fmla="*/ 983628 w 1294346"/>
                        <a:gd name="connsiteY17" fmla="*/ 1132333 h 1701514"/>
                        <a:gd name="connsiteX18" fmla="*/ 806074 w 1294346"/>
                        <a:gd name="connsiteY18" fmla="*/ 1025801 h 1701514"/>
                        <a:gd name="connsiteX19" fmla="*/ 708420 w 1294346"/>
                        <a:gd name="connsiteY19" fmla="*/ 937024 h 1701514"/>
                        <a:gd name="connsiteX20" fmla="*/ 779441 w 1294346"/>
                        <a:gd name="connsiteY20" fmla="*/ 803859 h 1701514"/>
                        <a:gd name="connsiteX21" fmla="*/ 930362 w 1294346"/>
                        <a:gd name="connsiteY21" fmla="*/ 786104 h 1701514"/>
                        <a:gd name="connsiteX22" fmla="*/ 956995 w 1294346"/>
                        <a:gd name="connsiteY22" fmla="*/ 581917 h 1701514"/>
                        <a:gd name="connsiteX23" fmla="*/ 779441 w 1294346"/>
                        <a:gd name="connsiteY23" fmla="*/ 493141 h 1701514"/>
                        <a:gd name="connsiteX24" fmla="*/ 779441 w 1294346"/>
                        <a:gd name="connsiteY24" fmla="*/ 493141 h 1701514"/>
                        <a:gd name="connsiteX25" fmla="*/ 655154 w 1294346"/>
                        <a:gd name="connsiteY25" fmla="*/ 661816 h 1701514"/>
                        <a:gd name="connsiteX26" fmla="*/ 566377 w 1294346"/>
                        <a:gd name="connsiteY26" fmla="*/ 546407 h 1701514"/>
                        <a:gd name="connsiteX27" fmla="*/ 637399 w 1294346"/>
                        <a:gd name="connsiteY27" fmla="*/ 324465 h 1701514"/>
                        <a:gd name="connsiteX28" fmla="*/ 814952 w 1294346"/>
                        <a:gd name="connsiteY28" fmla="*/ 253444 h 1701514"/>
                        <a:gd name="connsiteX29" fmla="*/ 770564 w 1294346"/>
                        <a:gd name="connsiteY29" fmla="*/ 58135 h 1701514"/>
                        <a:gd name="connsiteX30" fmla="*/ 433212 w 1294346"/>
                        <a:gd name="connsiteY30" fmla="*/ 13746 h 1701514"/>
                        <a:gd name="connsiteX31" fmla="*/ 433212 w 1294346"/>
                        <a:gd name="connsiteY31" fmla="*/ 271199 h 1701514"/>
                        <a:gd name="connsiteX32" fmla="*/ 291170 w 1294346"/>
                        <a:gd name="connsiteY32" fmla="*/ 404364 h 1701514"/>
                        <a:gd name="connsiteX33" fmla="*/ 246781 w 1294346"/>
                        <a:gd name="connsiteY33" fmla="*/ 138034 h 1701514"/>
                        <a:gd name="connsiteX34" fmla="*/ 7084 w 1294346"/>
                        <a:gd name="connsiteY34" fmla="*/ 280077 h 1701514"/>
                        <a:gd name="connsiteX35" fmla="*/ 86983 w 1294346"/>
                        <a:gd name="connsiteY35" fmla="*/ 519774 h 1701514"/>
                        <a:gd name="connsiteX0" fmla="*/ 1294346 w 1294346"/>
                        <a:gd name="connsiteY0" fmla="*/ 1043326 h 1683528"/>
                        <a:gd name="connsiteX1" fmla="*/ 1116793 w 1294346"/>
                        <a:gd name="connsiteY1" fmla="*/ 1016693 h 1683528"/>
                        <a:gd name="connsiteX2" fmla="*/ 1045771 w 1294346"/>
                        <a:gd name="connsiteY2" fmla="*/ 1371799 h 1683528"/>
                        <a:gd name="connsiteX3" fmla="*/ 823830 w 1294346"/>
                        <a:gd name="connsiteY3" fmla="*/ 1638129 h 1683528"/>
                        <a:gd name="connsiteX4" fmla="*/ 282292 w 1294346"/>
                        <a:gd name="connsiteY4" fmla="*/ 1673640 h 1683528"/>
                        <a:gd name="connsiteX5" fmla="*/ 42595 w 1294346"/>
                        <a:gd name="connsiteY5" fmla="*/ 1531597 h 1683528"/>
                        <a:gd name="connsiteX6" fmla="*/ 15962 w 1294346"/>
                        <a:gd name="connsiteY6" fmla="*/ 1265267 h 1683528"/>
                        <a:gd name="connsiteX7" fmla="*/ 211270 w 1294346"/>
                        <a:gd name="connsiteY7" fmla="*/ 1265267 h 1683528"/>
                        <a:gd name="connsiteX8" fmla="*/ 282292 w 1294346"/>
                        <a:gd name="connsiteY8" fmla="*/ 1469454 h 1683528"/>
                        <a:gd name="connsiteX9" fmla="*/ 406579 w 1294346"/>
                        <a:gd name="connsiteY9" fmla="*/ 1567108 h 1683528"/>
                        <a:gd name="connsiteX10" fmla="*/ 566377 w 1294346"/>
                        <a:gd name="connsiteY10" fmla="*/ 1540475 h 1683528"/>
                        <a:gd name="connsiteX11" fmla="*/ 504234 w 1294346"/>
                        <a:gd name="connsiteY11" fmla="*/ 1283023 h 1683528"/>
                        <a:gd name="connsiteX12" fmla="*/ 593010 w 1294346"/>
                        <a:gd name="connsiteY12" fmla="*/ 1123225 h 1683528"/>
                        <a:gd name="connsiteX13" fmla="*/ 726175 w 1294346"/>
                        <a:gd name="connsiteY13" fmla="*/ 1176491 h 1683528"/>
                        <a:gd name="connsiteX14" fmla="*/ 761686 w 1294346"/>
                        <a:gd name="connsiteY14" fmla="*/ 1451698 h 1683528"/>
                        <a:gd name="connsiteX15" fmla="*/ 868218 w 1294346"/>
                        <a:gd name="connsiteY15" fmla="*/ 1460576 h 1683528"/>
                        <a:gd name="connsiteX16" fmla="*/ 956995 w 1294346"/>
                        <a:gd name="connsiteY16" fmla="*/ 1300778 h 1683528"/>
                        <a:gd name="connsiteX17" fmla="*/ 983628 w 1294346"/>
                        <a:gd name="connsiteY17" fmla="*/ 1114347 h 1683528"/>
                        <a:gd name="connsiteX18" fmla="*/ 806074 w 1294346"/>
                        <a:gd name="connsiteY18" fmla="*/ 1007815 h 1683528"/>
                        <a:gd name="connsiteX19" fmla="*/ 708420 w 1294346"/>
                        <a:gd name="connsiteY19" fmla="*/ 919038 h 1683528"/>
                        <a:gd name="connsiteX20" fmla="*/ 779441 w 1294346"/>
                        <a:gd name="connsiteY20" fmla="*/ 785873 h 1683528"/>
                        <a:gd name="connsiteX21" fmla="*/ 930362 w 1294346"/>
                        <a:gd name="connsiteY21" fmla="*/ 768118 h 1683528"/>
                        <a:gd name="connsiteX22" fmla="*/ 956995 w 1294346"/>
                        <a:gd name="connsiteY22" fmla="*/ 563931 h 1683528"/>
                        <a:gd name="connsiteX23" fmla="*/ 779441 w 1294346"/>
                        <a:gd name="connsiteY23" fmla="*/ 475155 h 1683528"/>
                        <a:gd name="connsiteX24" fmla="*/ 779441 w 1294346"/>
                        <a:gd name="connsiteY24" fmla="*/ 475155 h 1683528"/>
                        <a:gd name="connsiteX25" fmla="*/ 655154 w 1294346"/>
                        <a:gd name="connsiteY25" fmla="*/ 643830 h 1683528"/>
                        <a:gd name="connsiteX26" fmla="*/ 566377 w 1294346"/>
                        <a:gd name="connsiteY26" fmla="*/ 528421 h 1683528"/>
                        <a:gd name="connsiteX27" fmla="*/ 637399 w 1294346"/>
                        <a:gd name="connsiteY27" fmla="*/ 306479 h 1683528"/>
                        <a:gd name="connsiteX28" fmla="*/ 814952 w 1294346"/>
                        <a:gd name="connsiteY28" fmla="*/ 235458 h 1683528"/>
                        <a:gd name="connsiteX29" fmla="*/ 770564 w 1294346"/>
                        <a:gd name="connsiteY29" fmla="*/ 40149 h 1683528"/>
                        <a:gd name="connsiteX30" fmla="*/ 464331 w 1294346"/>
                        <a:gd name="connsiteY30" fmla="*/ 18245 h 1683528"/>
                        <a:gd name="connsiteX31" fmla="*/ 433212 w 1294346"/>
                        <a:gd name="connsiteY31" fmla="*/ 253213 h 1683528"/>
                        <a:gd name="connsiteX32" fmla="*/ 291170 w 1294346"/>
                        <a:gd name="connsiteY32" fmla="*/ 386378 h 1683528"/>
                        <a:gd name="connsiteX33" fmla="*/ 246781 w 1294346"/>
                        <a:gd name="connsiteY33" fmla="*/ 120048 h 1683528"/>
                        <a:gd name="connsiteX34" fmla="*/ 7084 w 1294346"/>
                        <a:gd name="connsiteY34" fmla="*/ 262091 h 1683528"/>
                        <a:gd name="connsiteX35" fmla="*/ 86983 w 1294346"/>
                        <a:gd name="connsiteY35" fmla="*/ 501788 h 1683528"/>
                        <a:gd name="connsiteX0" fmla="*/ 1294346 w 1294346"/>
                        <a:gd name="connsiteY0" fmla="*/ 1043326 h 1683528"/>
                        <a:gd name="connsiteX1" fmla="*/ 1116793 w 1294346"/>
                        <a:gd name="connsiteY1" fmla="*/ 1016693 h 1683528"/>
                        <a:gd name="connsiteX2" fmla="*/ 1045771 w 1294346"/>
                        <a:gd name="connsiteY2" fmla="*/ 1371799 h 1683528"/>
                        <a:gd name="connsiteX3" fmla="*/ 823830 w 1294346"/>
                        <a:gd name="connsiteY3" fmla="*/ 1638129 h 1683528"/>
                        <a:gd name="connsiteX4" fmla="*/ 282292 w 1294346"/>
                        <a:gd name="connsiteY4" fmla="*/ 1673640 h 1683528"/>
                        <a:gd name="connsiteX5" fmla="*/ 42595 w 1294346"/>
                        <a:gd name="connsiteY5" fmla="*/ 1531597 h 1683528"/>
                        <a:gd name="connsiteX6" fmla="*/ 15962 w 1294346"/>
                        <a:gd name="connsiteY6" fmla="*/ 1265267 h 1683528"/>
                        <a:gd name="connsiteX7" fmla="*/ 211270 w 1294346"/>
                        <a:gd name="connsiteY7" fmla="*/ 1265267 h 1683528"/>
                        <a:gd name="connsiteX8" fmla="*/ 282292 w 1294346"/>
                        <a:gd name="connsiteY8" fmla="*/ 1469454 h 1683528"/>
                        <a:gd name="connsiteX9" fmla="*/ 406579 w 1294346"/>
                        <a:gd name="connsiteY9" fmla="*/ 1567108 h 1683528"/>
                        <a:gd name="connsiteX10" fmla="*/ 566377 w 1294346"/>
                        <a:gd name="connsiteY10" fmla="*/ 1540475 h 1683528"/>
                        <a:gd name="connsiteX11" fmla="*/ 504234 w 1294346"/>
                        <a:gd name="connsiteY11" fmla="*/ 1283023 h 1683528"/>
                        <a:gd name="connsiteX12" fmla="*/ 593010 w 1294346"/>
                        <a:gd name="connsiteY12" fmla="*/ 1123225 h 1683528"/>
                        <a:gd name="connsiteX13" fmla="*/ 726175 w 1294346"/>
                        <a:gd name="connsiteY13" fmla="*/ 1176491 h 1683528"/>
                        <a:gd name="connsiteX14" fmla="*/ 761686 w 1294346"/>
                        <a:gd name="connsiteY14" fmla="*/ 1451698 h 1683528"/>
                        <a:gd name="connsiteX15" fmla="*/ 868218 w 1294346"/>
                        <a:gd name="connsiteY15" fmla="*/ 1460576 h 1683528"/>
                        <a:gd name="connsiteX16" fmla="*/ 956995 w 1294346"/>
                        <a:gd name="connsiteY16" fmla="*/ 1300778 h 1683528"/>
                        <a:gd name="connsiteX17" fmla="*/ 983628 w 1294346"/>
                        <a:gd name="connsiteY17" fmla="*/ 1114347 h 1683528"/>
                        <a:gd name="connsiteX18" fmla="*/ 806074 w 1294346"/>
                        <a:gd name="connsiteY18" fmla="*/ 1007815 h 1683528"/>
                        <a:gd name="connsiteX19" fmla="*/ 708420 w 1294346"/>
                        <a:gd name="connsiteY19" fmla="*/ 919038 h 1683528"/>
                        <a:gd name="connsiteX20" fmla="*/ 779441 w 1294346"/>
                        <a:gd name="connsiteY20" fmla="*/ 785873 h 1683528"/>
                        <a:gd name="connsiteX21" fmla="*/ 930362 w 1294346"/>
                        <a:gd name="connsiteY21" fmla="*/ 768118 h 1683528"/>
                        <a:gd name="connsiteX22" fmla="*/ 956995 w 1294346"/>
                        <a:gd name="connsiteY22" fmla="*/ 563931 h 1683528"/>
                        <a:gd name="connsiteX23" fmla="*/ 779441 w 1294346"/>
                        <a:gd name="connsiteY23" fmla="*/ 475155 h 1683528"/>
                        <a:gd name="connsiteX24" fmla="*/ 779441 w 1294346"/>
                        <a:gd name="connsiteY24" fmla="*/ 475155 h 1683528"/>
                        <a:gd name="connsiteX25" fmla="*/ 655154 w 1294346"/>
                        <a:gd name="connsiteY25" fmla="*/ 643830 h 1683528"/>
                        <a:gd name="connsiteX26" fmla="*/ 566377 w 1294346"/>
                        <a:gd name="connsiteY26" fmla="*/ 528421 h 1683528"/>
                        <a:gd name="connsiteX27" fmla="*/ 637399 w 1294346"/>
                        <a:gd name="connsiteY27" fmla="*/ 306479 h 1683528"/>
                        <a:gd name="connsiteX28" fmla="*/ 814952 w 1294346"/>
                        <a:gd name="connsiteY28" fmla="*/ 235458 h 1683528"/>
                        <a:gd name="connsiteX29" fmla="*/ 770564 w 1294346"/>
                        <a:gd name="connsiteY29" fmla="*/ 40149 h 1683528"/>
                        <a:gd name="connsiteX30" fmla="*/ 464331 w 1294346"/>
                        <a:gd name="connsiteY30" fmla="*/ 18245 h 1683528"/>
                        <a:gd name="connsiteX31" fmla="*/ 433212 w 1294346"/>
                        <a:gd name="connsiteY31" fmla="*/ 253213 h 1683528"/>
                        <a:gd name="connsiteX32" fmla="*/ 291170 w 1294346"/>
                        <a:gd name="connsiteY32" fmla="*/ 386378 h 1683528"/>
                        <a:gd name="connsiteX33" fmla="*/ 200101 w 1294346"/>
                        <a:gd name="connsiteY33" fmla="*/ 153775 h 1683528"/>
                        <a:gd name="connsiteX34" fmla="*/ 7084 w 1294346"/>
                        <a:gd name="connsiteY34" fmla="*/ 262091 h 1683528"/>
                        <a:gd name="connsiteX35" fmla="*/ 86983 w 1294346"/>
                        <a:gd name="connsiteY35" fmla="*/ 501788 h 1683528"/>
                        <a:gd name="connsiteX0" fmla="*/ 1294346 w 1294346"/>
                        <a:gd name="connsiteY0" fmla="*/ 1028380 h 1668582"/>
                        <a:gd name="connsiteX1" fmla="*/ 1116793 w 1294346"/>
                        <a:gd name="connsiteY1" fmla="*/ 1001747 h 1668582"/>
                        <a:gd name="connsiteX2" fmla="*/ 1045771 w 1294346"/>
                        <a:gd name="connsiteY2" fmla="*/ 1356853 h 1668582"/>
                        <a:gd name="connsiteX3" fmla="*/ 823830 w 1294346"/>
                        <a:gd name="connsiteY3" fmla="*/ 1623183 h 1668582"/>
                        <a:gd name="connsiteX4" fmla="*/ 282292 w 1294346"/>
                        <a:gd name="connsiteY4" fmla="*/ 1658694 h 1668582"/>
                        <a:gd name="connsiteX5" fmla="*/ 42595 w 1294346"/>
                        <a:gd name="connsiteY5" fmla="*/ 1516651 h 1668582"/>
                        <a:gd name="connsiteX6" fmla="*/ 15962 w 1294346"/>
                        <a:gd name="connsiteY6" fmla="*/ 1250321 h 1668582"/>
                        <a:gd name="connsiteX7" fmla="*/ 211270 w 1294346"/>
                        <a:gd name="connsiteY7" fmla="*/ 1250321 h 1668582"/>
                        <a:gd name="connsiteX8" fmla="*/ 282292 w 1294346"/>
                        <a:gd name="connsiteY8" fmla="*/ 1454508 h 1668582"/>
                        <a:gd name="connsiteX9" fmla="*/ 406579 w 1294346"/>
                        <a:gd name="connsiteY9" fmla="*/ 1552162 h 1668582"/>
                        <a:gd name="connsiteX10" fmla="*/ 566377 w 1294346"/>
                        <a:gd name="connsiteY10" fmla="*/ 1525529 h 1668582"/>
                        <a:gd name="connsiteX11" fmla="*/ 504234 w 1294346"/>
                        <a:gd name="connsiteY11" fmla="*/ 1268077 h 1668582"/>
                        <a:gd name="connsiteX12" fmla="*/ 593010 w 1294346"/>
                        <a:gd name="connsiteY12" fmla="*/ 1108279 h 1668582"/>
                        <a:gd name="connsiteX13" fmla="*/ 726175 w 1294346"/>
                        <a:gd name="connsiteY13" fmla="*/ 1161545 h 1668582"/>
                        <a:gd name="connsiteX14" fmla="*/ 761686 w 1294346"/>
                        <a:gd name="connsiteY14" fmla="*/ 1436752 h 1668582"/>
                        <a:gd name="connsiteX15" fmla="*/ 868218 w 1294346"/>
                        <a:gd name="connsiteY15" fmla="*/ 1445630 h 1668582"/>
                        <a:gd name="connsiteX16" fmla="*/ 956995 w 1294346"/>
                        <a:gd name="connsiteY16" fmla="*/ 1285832 h 1668582"/>
                        <a:gd name="connsiteX17" fmla="*/ 983628 w 1294346"/>
                        <a:gd name="connsiteY17" fmla="*/ 1099401 h 1668582"/>
                        <a:gd name="connsiteX18" fmla="*/ 806074 w 1294346"/>
                        <a:gd name="connsiteY18" fmla="*/ 992869 h 1668582"/>
                        <a:gd name="connsiteX19" fmla="*/ 708420 w 1294346"/>
                        <a:gd name="connsiteY19" fmla="*/ 904092 h 1668582"/>
                        <a:gd name="connsiteX20" fmla="*/ 779441 w 1294346"/>
                        <a:gd name="connsiteY20" fmla="*/ 770927 h 1668582"/>
                        <a:gd name="connsiteX21" fmla="*/ 930362 w 1294346"/>
                        <a:gd name="connsiteY21" fmla="*/ 753172 h 1668582"/>
                        <a:gd name="connsiteX22" fmla="*/ 956995 w 1294346"/>
                        <a:gd name="connsiteY22" fmla="*/ 548985 h 1668582"/>
                        <a:gd name="connsiteX23" fmla="*/ 779441 w 1294346"/>
                        <a:gd name="connsiteY23" fmla="*/ 460209 h 1668582"/>
                        <a:gd name="connsiteX24" fmla="*/ 779441 w 1294346"/>
                        <a:gd name="connsiteY24" fmla="*/ 460209 h 1668582"/>
                        <a:gd name="connsiteX25" fmla="*/ 655154 w 1294346"/>
                        <a:gd name="connsiteY25" fmla="*/ 628884 h 1668582"/>
                        <a:gd name="connsiteX26" fmla="*/ 566377 w 1294346"/>
                        <a:gd name="connsiteY26" fmla="*/ 513475 h 1668582"/>
                        <a:gd name="connsiteX27" fmla="*/ 637399 w 1294346"/>
                        <a:gd name="connsiteY27" fmla="*/ 291533 h 1668582"/>
                        <a:gd name="connsiteX28" fmla="*/ 814952 w 1294346"/>
                        <a:gd name="connsiteY28" fmla="*/ 220512 h 1668582"/>
                        <a:gd name="connsiteX29" fmla="*/ 770564 w 1294346"/>
                        <a:gd name="connsiteY29" fmla="*/ 25203 h 1668582"/>
                        <a:gd name="connsiteX30" fmla="*/ 495450 w 1294346"/>
                        <a:gd name="connsiteY30" fmla="*/ 25783 h 1668582"/>
                        <a:gd name="connsiteX31" fmla="*/ 433212 w 1294346"/>
                        <a:gd name="connsiteY31" fmla="*/ 238267 h 1668582"/>
                        <a:gd name="connsiteX32" fmla="*/ 291170 w 1294346"/>
                        <a:gd name="connsiteY32" fmla="*/ 371432 h 1668582"/>
                        <a:gd name="connsiteX33" fmla="*/ 200101 w 1294346"/>
                        <a:gd name="connsiteY33" fmla="*/ 138829 h 1668582"/>
                        <a:gd name="connsiteX34" fmla="*/ 7084 w 1294346"/>
                        <a:gd name="connsiteY34" fmla="*/ 247145 h 1668582"/>
                        <a:gd name="connsiteX35" fmla="*/ 86983 w 1294346"/>
                        <a:gd name="connsiteY35"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270357 w 1353433"/>
                        <a:gd name="connsiteY7" fmla="*/ 1250321 h 1668582"/>
                        <a:gd name="connsiteX8" fmla="*/ 341379 w 1353433"/>
                        <a:gd name="connsiteY8" fmla="*/ 1454508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652097 w 1353433"/>
                        <a:gd name="connsiteY12" fmla="*/ 1108279 h 1668582"/>
                        <a:gd name="connsiteX13" fmla="*/ 785262 w 1353433"/>
                        <a:gd name="connsiteY13" fmla="*/ 1161545 h 1668582"/>
                        <a:gd name="connsiteX14" fmla="*/ 820773 w 1353433"/>
                        <a:gd name="connsiteY14" fmla="*/ 1436752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838528 w 1353433"/>
                        <a:gd name="connsiteY20" fmla="*/ 770927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714241 w 1353433"/>
                        <a:gd name="connsiteY25" fmla="*/ 628884 h 1668582"/>
                        <a:gd name="connsiteX26" fmla="*/ 625464 w 1353433"/>
                        <a:gd name="connsiteY26" fmla="*/ 513475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350257 w 1353433"/>
                        <a:gd name="connsiteY32" fmla="*/ 371432 h 1668582"/>
                        <a:gd name="connsiteX33" fmla="*/ 259188 w 1353433"/>
                        <a:gd name="connsiteY33" fmla="*/ 138829 h 1668582"/>
                        <a:gd name="connsiteX34" fmla="*/ 3930 w 1353433"/>
                        <a:gd name="connsiteY34" fmla="*/ 269629 h 1668582"/>
                        <a:gd name="connsiteX35" fmla="*/ 146070 w 1353433"/>
                        <a:gd name="connsiteY35"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270357 w 1353433"/>
                        <a:gd name="connsiteY7" fmla="*/ 1250321 h 1668582"/>
                        <a:gd name="connsiteX8" fmla="*/ 341379 w 1353433"/>
                        <a:gd name="connsiteY8" fmla="*/ 1454508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652097 w 1353433"/>
                        <a:gd name="connsiteY12" fmla="*/ 1108279 h 1668582"/>
                        <a:gd name="connsiteX13" fmla="*/ 785262 w 1353433"/>
                        <a:gd name="connsiteY13" fmla="*/ 1161545 h 1668582"/>
                        <a:gd name="connsiteX14" fmla="*/ 820773 w 1353433"/>
                        <a:gd name="connsiteY14" fmla="*/ 1436752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838528 w 1353433"/>
                        <a:gd name="connsiteY20" fmla="*/ 770927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714241 w 1353433"/>
                        <a:gd name="connsiteY25" fmla="*/ 628884 h 1668582"/>
                        <a:gd name="connsiteX26" fmla="*/ 625464 w 1353433"/>
                        <a:gd name="connsiteY26" fmla="*/ 513475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350257 w 1353433"/>
                        <a:gd name="connsiteY32" fmla="*/ 371432 h 1668582"/>
                        <a:gd name="connsiteX33" fmla="*/ 259188 w 1353433"/>
                        <a:gd name="connsiteY33" fmla="*/ 116344 h 1668582"/>
                        <a:gd name="connsiteX34" fmla="*/ 3930 w 1353433"/>
                        <a:gd name="connsiteY34" fmla="*/ 269629 h 1668582"/>
                        <a:gd name="connsiteX35" fmla="*/ 146070 w 1353433"/>
                        <a:gd name="connsiteY35"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270357 w 1353433"/>
                        <a:gd name="connsiteY7" fmla="*/ 1250321 h 1668582"/>
                        <a:gd name="connsiteX8" fmla="*/ 341379 w 1353433"/>
                        <a:gd name="connsiteY8" fmla="*/ 1454508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652097 w 1353433"/>
                        <a:gd name="connsiteY12" fmla="*/ 1108279 h 1668582"/>
                        <a:gd name="connsiteX13" fmla="*/ 785262 w 1353433"/>
                        <a:gd name="connsiteY13" fmla="*/ 1161545 h 1668582"/>
                        <a:gd name="connsiteX14" fmla="*/ 820773 w 1353433"/>
                        <a:gd name="connsiteY14" fmla="*/ 1436752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838528 w 1353433"/>
                        <a:gd name="connsiteY20" fmla="*/ 770927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714241 w 1353433"/>
                        <a:gd name="connsiteY25" fmla="*/ 628884 h 1668582"/>
                        <a:gd name="connsiteX26" fmla="*/ 625464 w 1353433"/>
                        <a:gd name="connsiteY26" fmla="*/ 513475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350257 w 1353433"/>
                        <a:gd name="connsiteY32" fmla="*/ 371432 h 1668582"/>
                        <a:gd name="connsiteX33" fmla="*/ 259188 w 1353433"/>
                        <a:gd name="connsiteY33" fmla="*/ 116344 h 1668582"/>
                        <a:gd name="connsiteX34" fmla="*/ 82619 w 1353433"/>
                        <a:gd name="connsiteY34" fmla="*/ 173772 h 1668582"/>
                        <a:gd name="connsiteX35" fmla="*/ 3930 w 1353433"/>
                        <a:gd name="connsiteY35" fmla="*/ 269629 h 1668582"/>
                        <a:gd name="connsiteX36" fmla="*/ 146070 w 1353433"/>
                        <a:gd name="connsiteY36"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270357 w 1353433"/>
                        <a:gd name="connsiteY7" fmla="*/ 1250321 h 1668582"/>
                        <a:gd name="connsiteX8" fmla="*/ 341379 w 1353433"/>
                        <a:gd name="connsiteY8" fmla="*/ 1454508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652097 w 1353433"/>
                        <a:gd name="connsiteY12" fmla="*/ 1108279 h 1668582"/>
                        <a:gd name="connsiteX13" fmla="*/ 785262 w 1353433"/>
                        <a:gd name="connsiteY13" fmla="*/ 1161545 h 1668582"/>
                        <a:gd name="connsiteX14" fmla="*/ 820773 w 1353433"/>
                        <a:gd name="connsiteY14" fmla="*/ 1436752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838528 w 1353433"/>
                        <a:gd name="connsiteY20" fmla="*/ 770927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714241 w 1353433"/>
                        <a:gd name="connsiteY25" fmla="*/ 628884 h 1668582"/>
                        <a:gd name="connsiteX26" fmla="*/ 532106 w 1353433"/>
                        <a:gd name="connsiteY26" fmla="*/ 412296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350257 w 1353433"/>
                        <a:gd name="connsiteY32" fmla="*/ 371432 h 1668582"/>
                        <a:gd name="connsiteX33" fmla="*/ 259188 w 1353433"/>
                        <a:gd name="connsiteY33" fmla="*/ 116344 h 1668582"/>
                        <a:gd name="connsiteX34" fmla="*/ 82619 w 1353433"/>
                        <a:gd name="connsiteY34" fmla="*/ 173772 h 1668582"/>
                        <a:gd name="connsiteX35" fmla="*/ 3930 w 1353433"/>
                        <a:gd name="connsiteY35" fmla="*/ 269629 h 1668582"/>
                        <a:gd name="connsiteX36" fmla="*/ 146070 w 1353433"/>
                        <a:gd name="connsiteY36"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270357 w 1353433"/>
                        <a:gd name="connsiteY7" fmla="*/ 1250321 h 1668582"/>
                        <a:gd name="connsiteX8" fmla="*/ 341379 w 1353433"/>
                        <a:gd name="connsiteY8" fmla="*/ 1454508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652097 w 1353433"/>
                        <a:gd name="connsiteY12" fmla="*/ 1108279 h 1668582"/>
                        <a:gd name="connsiteX13" fmla="*/ 785262 w 1353433"/>
                        <a:gd name="connsiteY13" fmla="*/ 1161545 h 1668582"/>
                        <a:gd name="connsiteX14" fmla="*/ 820773 w 1353433"/>
                        <a:gd name="connsiteY14" fmla="*/ 1436752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838528 w 1353433"/>
                        <a:gd name="connsiteY20" fmla="*/ 770927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652002 w 1353433"/>
                        <a:gd name="connsiteY25" fmla="*/ 595158 h 1668582"/>
                        <a:gd name="connsiteX26" fmla="*/ 532106 w 1353433"/>
                        <a:gd name="connsiteY26" fmla="*/ 412296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350257 w 1353433"/>
                        <a:gd name="connsiteY32" fmla="*/ 371432 h 1668582"/>
                        <a:gd name="connsiteX33" fmla="*/ 259188 w 1353433"/>
                        <a:gd name="connsiteY33" fmla="*/ 116344 h 1668582"/>
                        <a:gd name="connsiteX34" fmla="*/ 82619 w 1353433"/>
                        <a:gd name="connsiteY34" fmla="*/ 173772 h 1668582"/>
                        <a:gd name="connsiteX35" fmla="*/ 3930 w 1353433"/>
                        <a:gd name="connsiteY35" fmla="*/ 269629 h 1668582"/>
                        <a:gd name="connsiteX36" fmla="*/ 146070 w 1353433"/>
                        <a:gd name="connsiteY36"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270357 w 1353433"/>
                        <a:gd name="connsiteY7" fmla="*/ 1250321 h 1668582"/>
                        <a:gd name="connsiteX8" fmla="*/ 341379 w 1353433"/>
                        <a:gd name="connsiteY8" fmla="*/ 1454508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652097 w 1353433"/>
                        <a:gd name="connsiteY12" fmla="*/ 1108279 h 1668582"/>
                        <a:gd name="connsiteX13" fmla="*/ 785262 w 1353433"/>
                        <a:gd name="connsiteY13" fmla="*/ 1161545 h 1668582"/>
                        <a:gd name="connsiteX14" fmla="*/ 820773 w 1353433"/>
                        <a:gd name="connsiteY14" fmla="*/ 1436752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760727 w 1353433"/>
                        <a:gd name="connsiteY20" fmla="*/ 703475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652002 w 1353433"/>
                        <a:gd name="connsiteY25" fmla="*/ 595158 h 1668582"/>
                        <a:gd name="connsiteX26" fmla="*/ 532106 w 1353433"/>
                        <a:gd name="connsiteY26" fmla="*/ 412296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350257 w 1353433"/>
                        <a:gd name="connsiteY32" fmla="*/ 371432 h 1668582"/>
                        <a:gd name="connsiteX33" fmla="*/ 259188 w 1353433"/>
                        <a:gd name="connsiteY33" fmla="*/ 116344 h 1668582"/>
                        <a:gd name="connsiteX34" fmla="*/ 82619 w 1353433"/>
                        <a:gd name="connsiteY34" fmla="*/ 173772 h 1668582"/>
                        <a:gd name="connsiteX35" fmla="*/ 3930 w 1353433"/>
                        <a:gd name="connsiteY35" fmla="*/ 269629 h 1668582"/>
                        <a:gd name="connsiteX36" fmla="*/ 146070 w 1353433"/>
                        <a:gd name="connsiteY36"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270357 w 1353433"/>
                        <a:gd name="connsiteY7" fmla="*/ 1250321 h 1668582"/>
                        <a:gd name="connsiteX8" fmla="*/ 341379 w 1353433"/>
                        <a:gd name="connsiteY8" fmla="*/ 1454508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652097 w 1353433"/>
                        <a:gd name="connsiteY12" fmla="*/ 1108279 h 1668582"/>
                        <a:gd name="connsiteX13" fmla="*/ 738583 w 1353433"/>
                        <a:gd name="connsiteY13" fmla="*/ 1262724 h 1668582"/>
                        <a:gd name="connsiteX14" fmla="*/ 820773 w 1353433"/>
                        <a:gd name="connsiteY14" fmla="*/ 1436752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760727 w 1353433"/>
                        <a:gd name="connsiteY20" fmla="*/ 703475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652002 w 1353433"/>
                        <a:gd name="connsiteY25" fmla="*/ 595158 h 1668582"/>
                        <a:gd name="connsiteX26" fmla="*/ 532106 w 1353433"/>
                        <a:gd name="connsiteY26" fmla="*/ 412296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350257 w 1353433"/>
                        <a:gd name="connsiteY32" fmla="*/ 371432 h 1668582"/>
                        <a:gd name="connsiteX33" fmla="*/ 259188 w 1353433"/>
                        <a:gd name="connsiteY33" fmla="*/ 116344 h 1668582"/>
                        <a:gd name="connsiteX34" fmla="*/ 82619 w 1353433"/>
                        <a:gd name="connsiteY34" fmla="*/ 173772 h 1668582"/>
                        <a:gd name="connsiteX35" fmla="*/ 3930 w 1353433"/>
                        <a:gd name="connsiteY35" fmla="*/ 269629 h 1668582"/>
                        <a:gd name="connsiteX36" fmla="*/ 146070 w 1353433"/>
                        <a:gd name="connsiteY36"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270357 w 1353433"/>
                        <a:gd name="connsiteY7" fmla="*/ 1250321 h 1668582"/>
                        <a:gd name="connsiteX8" fmla="*/ 341379 w 1353433"/>
                        <a:gd name="connsiteY8" fmla="*/ 1454508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574299 w 1353433"/>
                        <a:gd name="connsiteY12" fmla="*/ 1175731 h 1668582"/>
                        <a:gd name="connsiteX13" fmla="*/ 738583 w 1353433"/>
                        <a:gd name="connsiteY13" fmla="*/ 1262724 h 1668582"/>
                        <a:gd name="connsiteX14" fmla="*/ 820773 w 1353433"/>
                        <a:gd name="connsiteY14" fmla="*/ 1436752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760727 w 1353433"/>
                        <a:gd name="connsiteY20" fmla="*/ 703475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652002 w 1353433"/>
                        <a:gd name="connsiteY25" fmla="*/ 595158 h 1668582"/>
                        <a:gd name="connsiteX26" fmla="*/ 532106 w 1353433"/>
                        <a:gd name="connsiteY26" fmla="*/ 412296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350257 w 1353433"/>
                        <a:gd name="connsiteY32" fmla="*/ 371432 h 1668582"/>
                        <a:gd name="connsiteX33" fmla="*/ 259188 w 1353433"/>
                        <a:gd name="connsiteY33" fmla="*/ 116344 h 1668582"/>
                        <a:gd name="connsiteX34" fmla="*/ 82619 w 1353433"/>
                        <a:gd name="connsiteY34" fmla="*/ 173772 h 1668582"/>
                        <a:gd name="connsiteX35" fmla="*/ 3930 w 1353433"/>
                        <a:gd name="connsiteY35" fmla="*/ 269629 h 1668582"/>
                        <a:gd name="connsiteX36" fmla="*/ 146070 w 1353433"/>
                        <a:gd name="connsiteY36"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270357 w 1353433"/>
                        <a:gd name="connsiteY7" fmla="*/ 1250321 h 1668582"/>
                        <a:gd name="connsiteX8" fmla="*/ 341379 w 1353433"/>
                        <a:gd name="connsiteY8" fmla="*/ 1454508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574299 w 1353433"/>
                        <a:gd name="connsiteY12" fmla="*/ 1175731 h 1668582"/>
                        <a:gd name="connsiteX13" fmla="*/ 738583 w 1353433"/>
                        <a:gd name="connsiteY13" fmla="*/ 1262724 h 1668582"/>
                        <a:gd name="connsiteX14" fmla="*/ 820773 w 1353433"/>
                        <a:gd name="connsiteY14" fmla="*/ 1380542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760727 w 1353433"/>
                        <a:gd name="connsiteY20" fmla="*/ 703475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652002 w 1353433"/>
                        <a:gd name="connsiteY25" fmla="*/ 595158 h 1668582"/>
                        <a:gd name="connsiteX26" fmla="*/ 532106 w 1353433"/>
                        <a:gd name="connsiteY26" fmla="*/ 412296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350257 w 1353433"/>
                        <a:gd name="connsiteY32" fmla="*/ 371432 h 1668582"/>
                        <a:gd name="connsiteX33" fmla="*/ 259188 w 1353433"/>
                        <a:gd name="connsiteY33" fmla="*/ 116344 h 1668582"/>
                        <a:gd name="connsiteX34" fmla="*/ 82619 w 1353433"/>
                        <a:gd name="connsiteY34" fmla="*/ 173772 h 1668582"/>
                        <a:gd name="connsiteX35" fmla="*/ 3930 w 1353433"/>
                        <a:gd name="connsiteY35" fmla="*/ 269629 h 1668582"/>
                        <a:gd name="connsiteX36" fmla="*/ 146070 w 1353433"/>
                        <a:gd name="connsiteY36"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270357 w 1353433"/>
                        <a:gd name="connsiteY7" fmla="*/ 1250321 h 1668582"/>
                        <a:gd name="connsiteX8" fmla="*/ 341379 w 1353433"/>
                        <a:gd name="connsiteY8" fmla="*/ 1454508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698777 w 1353433"/>
                        <a:gd name="connsiteY12" fmla="*/ 1108279 h 1668582"/>
                        <a:gd name="connsiteX13" fmla="*/ 738583 w 1353433"/>
                        <a:gd name="connsiteY13" fmla="*/ 1262724 h 1668582"/>
                        <a:gd name="connsiteX14" fmla="*/ 820773 w 1353433"/>
                        <a:gd name="connsiteY14" fmla="*/ 1380542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760727 w 1353433"/>
                        <a:gd name="connsiteY20" fmla="*/ 703475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652002 w 1353433"/>
                        <a:gd name="connsiteY25" fmla="*/ 595158 h 1668582"/>
                        <a:gd name="connsiteX26" fmla="*/ 532106 w 1353433"/>
                        <a:gd name="connsiteY26" fmla="*/ 412296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350257 w 1353433"/>
                        <a:gd name="connsiteY32" fmla="*/ 371432 h 1668582"/>
                        <a:gd name="connsiteX33" fmla="*/ 259188 w 1353433"/>
                        <a:gd name="connsiteY33" fmla="*/ 116344 h 1668582"/>
                        <a:gd name="connsiteX34" fmla="*/ 82619 w 1353433"/>
                        <a:gd name="connsiteY34" fmla="*/ 173772 h 1668582"/>
                        <a:gd name="connsiteX35" fmla="*/ 3930 w 1353433"/>
                        <a:gd name="connsiteY35" fmla="*/ 269629 h 1668582"/>
                        <a:gd name="connsiteX36" fmla="*/ 146070 w 1353433"/>
                        <a:gd name="connsiteY36"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270357 w 1353433"/>
                        <a:gd name="connsiteY7" fmla="*/ 1250321 h 1668582"/>
                        <a:gd name="connsiteX8" fmla="*/ 341379 w 1353433"/>
                        <a:gd name="connsiteY8" fmla="*/ 1454508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698777 w 1353433"/>
                        <a:gd name="connsiteY12" fmla="*/ 1108279 h 1668582"/>
                        <a:gd name="connsiteX13" fmla="*/ 816383 w 1353433"/>
                        <a:gd name="connsiteY13" fmla="*/ 1206513 h 1668582"/>
                        <a:gd name="connsiteX14" fmla="*/ 820773 w 1353433"/>
                        <a:gd name="connsiteY14" fmla="*/ 1380542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760727 w 1353433"/>
                        <a:gd name="connsiteY20" fmla="*/ 703475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652002 w 1353433"/>
                        <a:gd name="connsiteY25" fmla="*/ 595158 h 1668582"/>
                        <a:gd name="connsiteX26" fmla="*/ 532106 w 1353433"/>
                        <a:gd name="connsiteY26" fmla="*/ 412296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350257 w 1353433"/>
                        <a:gd name="connsiteY32" fmla="*/ 371432 h 1668582"/>
                        <a:gd name="connsiteX33" fmla="*/ 259188 w 1353433"/>
                        <a:gd name="connsiteY33" fmla="*/ 116344 h 1668582"/>
                        <a:gd name="connsiteX34" fmla="*/ 82619 w 1353433"/>
                        <a:gd name="connsiteY34" fmla="*/ 173772 h 1668582"/>
                        <a:gd name="connsiteX35" fmla="*/ 3930 w 1353433"/>
                        <a:gd name="connsiteY35" fmla="*/ 269629 h 1668582"/>
                        <a:gd name="connsiteX36" fmla="*/ 146070 w 1353433"/>
                        <a:gd name="connsiteY36"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270357 w 1353433"/>
                        <a:gd name="connsiteY7" fmla="*/ 1250321 h 1668582"/>
                        <a:gd name="connsiteX8" fmla="*/ 341379 w 1353433"/>
                        <a:gd name="connsiteY8" fmla="*/ 1454508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698777 w 1353433"/>
                        <a:gd name="connsiteY12" fmla="*/ 1108279 h 1668582"/>
                        <a:gd name="connsiteX13" fmla="*/ 816383 w 1353433"/>
                        <a:gd name="connsiteY13" fmla="*/ 1206513 h 1668582"/>
                        <a:gd name="connsiteX14" fmla="*/ 820773 w 1353433"/>
                        <a:gd name="connsiteY14" fmla="*/ 1335573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760727 w 1353433"/>
                        <a:gd name="connsiteY20" fmla="*/ 703475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652002 w 1353433"/>
                        <a:gd name="connsiteY25" fmla="*/ 595158 h 1668582"/>
                        <a:gd name="connsiteX26" fmla="*/ 532106 w 1353433"/>
                        <a:gd name="connsiteY26" fmla="*/ 412296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350257 w 1353433"/>
                        <a:gd name="connsiteY32" fmla="*/ 371432 h 1668582"/>
                        <a:gd name="connsiteX33" fmla="*/ 259188 w 1353433"/>
                        <a:gd name="connsiteY33" fmla="*/ 116344 h 1668582"/>
                        <a:gd name="connsiteX34" fmla="*/ 82619 w 1353433"/>
                        <a:gd name="connsiteY34" fmla="*/ 173772 h 1668582"/>
                        <a:gd name="connsiteX35" fmla="*/ 3930 w 1353433"/>
                        <a:gd name="connsiteY35" fmla="*/ 269629 h 1668582"/>
                        <a:gd name="connsiteX36" fmla="*/ 146070 w 1353433"/>
                        <a:gd name="connsiteY36"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270357 w 1353433"/>
                        <a:gd name="connsiteY7" fmla="*/ 1250321 h 1668582"/>
                        <a:gd name="connsiteX8" fmla="*/ 341379 w 1353433"/>
                        <a:gd name="connsiteY8" fmla="*/ 1454508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698777 w 1353433"/>
                        <a:gd name="connsiteY12" fmla="*/ 1108279 h 1668582"/>
                        <a:gd name="connsiteX13" fmla="*/ 816383 w 1353433"/>
                        <a:gd name="connsiteY13" fmla="*/ 1206513 h 1668582"/>
                        <a:gd name="connsiteX14" fmla="*/ 820773 w 1353433"/>
                        <a:gd name="connsiteY14" fmla="*/ 1335573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760727 w 1353433"/>
                        <a:gd name="connsiteY20" fmla="*/ 703475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652002 w 1353433"/>
                        <a:gd name="connsiteY25" fmla="*/ 595158 h 1668582"/>
                        <a:gd name="connsiteX26" fmla="*/ 532106 w 1353433"/>
                        <a:gd name="connsiteY26" fmla="*/ 412296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350257 w 1353433"/>
                        <a:gd name="connsiteY32" fmla="*/ 371432 h 1668582"/>
                        <a:gd name="connsiteX33" fmla="*/ 259188 w 1353433"/>
                        <a:gd name="connsiteY33" fmla="*/ 161313 h 1668582"/>
                        <a:gd name="connsiteX34" fmla="*/ 82619 w 1353433"/>
                        <a:gd name="connsiteY34" fmla="*/ 173772 h 1668582"/>
                        <a:gd name="connsiteX35" fmla="*/ 3930 w 1353433"/>
                        <a:gd name="connsiteY35" fmla="*/ 269629 h 1668582"/>
                        <a:gd name="connsiteX36" fmla="*/ 146070 w 1353433"/>
                        <a:gd name="connsiteY36"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270357 w 1353433"/>
                        <a:gd name="connsiteY7" fmla="*/ 1250321 h 1668582"/>
                        <a:gd name="connsiteX8" fmla="*/ 341379 w 1353433"/>
                        <a:gd name="connsiteY8" fmla="*/ 1454508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698777 w 1353433"/>
                        <a:gd name="connsiteY12" fmla="*/ 1108279 h 1668582"/>
                        <a:gd name="connsiteX13" fmla="*/ 816383 w 1353433"/>
                        <a:gd name="connsiteY13" fmla="*/ 1206513 h 1668582"/>
                        <a:gd name="connsiteX14" fmla="*/ 820773 w 1353433"/>
                        <a:gd name="connsiteY14" fmla="*/ 1335573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760727 w 1353433"/>
                        <a:gd name="connsiteY20" fmla="*/ 703475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652002 w 1353433"/>
                        <a:gd name="connsiteY25" fmla="*/ 595158 h 1668582"/>
                        <a:gd name="connsiteX26" fmla="*/ 532106 w 1353433"/>
                        <a:gd name="connsiteY26" fmla="*/ 412296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272459 w 1353433"/>
                        <a:gd name="connsiteY32" fmla="*/ 371432 h 1668582"/>
                        <a:gd name="connsiteX33" fmla="*/ 259188 w 1353433"/>
                        <a:gd name="connsiteY33" fmla="*/ 161313 h 1668582"/>
                        <a:gd name="connsiteX34" fmla="*/ 82619 w 1353433"/>
                        <a:gd name="connsiteY34" fmla="*/ 173772 h 1668582"/>
                        <a:gd name="connsiteX35" fmla="*/ 3930 w 1353433"/>
                        <a:gd name="connsiteY35" fmla="*/ 269629 h 1668582"/>
                        <a:gd name="connsiteX36" fmla="*/ 146070 w 1353433"/>
                        <a:gd name="connsiteY36"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379275 w 1353433"/>
                        <a:gd name="connsiteY7" fmla="*/ 1239079 h 1668582"/>
                        <a:gd name="connsiteX8" fmla="*/ 341379 w 1353433"/>
                        <a:gd name="connsiteY8" fmla="*/ 1454508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698777 w 1353433"/>
                        <a:gd name="connsiteY12" fmla="*/ 1108279 h 1668582"/>
                        <a:gd name="connsiteX13" fmla="*/ 816383 w 1353433"/>
                        <a:gd name="connsiteY13" fmla="*/ 1206513 h 1668582"/>
                        <a:gd name="connsiteX14" fmla="*/ 820773 w 1353433"/>
                        <a:gd name="connsiteY14" fmla="*/ 1335573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760727 w 1353433"/>
                        <a:gd name="connsiteY20" fmla="*/ 703475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652002 w 1353433"/>
                        <a:gd name="connsiteY25" fmla="*/ 595158 h 1668582"/>
                        <a:gd name="connsiteX26" fmla="*/ 532106 w 1353433"/>
                        <a:gd name="connsiteY26" fmla="*/ 412296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272459 w 1353433"/>
                        <a:gd name="connsiteY32" fmla="*/ 371432 h 1668582"/>
                        <a:gd name="connsiteX33" fmla="*/ 259188 w 1353433"/>
                        <a:gd name="connsiteY33" fmla="*/ 161313 h 1668582"/>
                        <a:gd name="connsiteX34" fmla="*/ 82619 w 1353433"/>
                        <a:gd name="connsiteY34" fmla="*/ 173772 h 1668582"/>
                        <a:gd name="connsiteX35" fmla="*/ 3930 w 1353433"/>
                        <a:gd name="connsiteY35" fmla="*/ 269629 h 1668582"/>
                        <a:gd name="connsiteX36" fmla="*/ 146070 w 1353433"/>
                        <a:gd name="connsiteY36"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379275 w 1353433"/>
                        <a:gd name="connsiteY7" fmla="*/ 1239079 h 1668582"/>
                        <a:gd name="connsiteX8" fmla="*/ 310258 w 1353433"/>
                        <a:gd name="connsiteY8" fmla="*/ 1443265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698777 w 1353433"/>
                        <a:gd name="connsiteY12" fmla="*/ 1108279 h 1668582"/>
                        <a:gd name="connsiteX13" fmla="*/ 816383 w 1353433"/>
                        <a:gd name="connsiteY13" fmla="*/ 1206513 h 1668582"/>
                        <a:gd name="connsiteX14" fmla="*/ 820773 w 1353433"/>
                        <a:gd name="connsiteY14" fmla="*/ 1335573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760727 w 1353433"/>
                        <a:gd name="connsiteY20" fmla="*/ 703475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652002 w 1353433"/>
                        <a:gd name="connsiteY25" fmla="*/ 595158 h 1668582"/>
                        <a:gd name="connsiteX26" fmla="*/ 532106 w 1353433"/>
                        <a:gd name="connsiteY26" fmla="*/ 412296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272459 w 1353433"/>
                        <a:gd name="connsiteY32" fmla="*/ 371432 h 1668582"/>
                        <a:gd name="connsiteX33" fmla="*/ 259188 w 1353433"/>
                        <a:gd name="connsiteY33" fmla="*/ 161313 h 1668582"/>
                        <a:gd name="connsiteX34" fmla="*/ 82619 w 1353433"/>
                        <a:gd name="connsiteY34" fmla="*/ 173772 h 1668582"/>
                        <a:gd name="connsiteX35" fmla="*/ 3930 w 1353433"/>
                        <a:gd name="connsiteY35" fmla="*/ 269629 h 1668582"/>
                        <a:gd name="connsiteX36" fmla="*/ 146070 w 1353433"/>
                        <a:gd name="connsiteY36"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379275 w 1353433"/>
                        <a:gd name="connsiteY7" fmla="*/ 1239079 h 1668582"/>
                        <a:gd name="connsiteX8" fmla="*/ 310258 w 1353433"/>
                        <a:gd name="connsiteY8" fmla="*/ 1443265 h 1668582"/>
                        <a:gd name="connsiteX9" fmla="*/ 465666 w 1353433"/>
                        <a:gd name="connsiteY9" fmla="*/ 1552162 h 1668582"/>
                        <a:gd name="connsiteX10" fmla="*/ 656583 w 1353433"/>
                        <a:gd name="connsiteY10" fmla="*/ 1458076 h 1668582"/>
                        <a:gd name="connsiteX11" fmla="*/ 563321 w 1353433"/>
                        <a:gd name="connsiteY11" fmla="*/ 1268077 h 1668582"/>
                        <a:gd name="connsiteX12" fmla="*/ 698777 w 1353433"/>
                        <a:gd name="connsiteY12" fmla="*/ 1108279 h 1668582"/>
                        <a:gd name="connsiteX13" fmla="*/ 816383 w 1353433"/>
                        <a:gd name="connsiteY13" fmla="*/ 1206513 h 1668582"/>
                        <a:gd name="connsiteX14" fmla="*/ 820773 w 1353433"/>
                        <a:gd name="connsiteY14" fmla="*/ 1335573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760727 w 1353433"/>
                        <a:gd name="connsiteY20" fmla="*/ 703475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652002 w 1353433"/>
                        <a:gd name="connsiteY25" fmla="*/ 595158 h 1668582"/>
                        <a:gd name="connsiteX26" fmla="*/ 532106 w 1353433"/>
                        <a:gd name="connsiteY26" fmla="*/ 412296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272459 w 1353433"/>
                        <a:gd name="connsiteY32" fmla="*/ 371432 h 1668582"/>
                        <a:gd name="connsiteX33" fmla="*/ 259188 w 1353433"/>
                        <a:gd name="connsiteY33" fmla="*/ 161313 h 1668582"/>
                        <a:gd name="connsiteX34" fmla="*/ 82619 w 1353433"/>
                        <a:gd name="connsiteY34" fmla="*/ 173772 h 1668582"/>
                        <a:gd name="connsiteX35" fmla="*/ 3930 w 1353433"/>
                        <a:gd name="connsiteY35" fmla="*/ 269629 h 1668582"/>
                        <a:gd name="connsiteX36" fmla="*/ 146070 w 1353433"/>
                        <a:gd name="connsiteY36"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379275 w 1353433"/>
                        <a:gd name="connsiteY7" fmla="*/ 1239079 h 1668582"/>
                        <a:gd name="connsiteX8" fmla="*/ 310258 w 1353433"/>
                        <a:gd name="connsiteY8" fmla="*/ 1443265 h 1668582"/>
                        <a:gd name="connsiteX9" fmla="*/ 465666 w 1353433"/>
                        <a:gd name="connsiteY9" fmla="*/ 1552162 h 1668582"/>
                        <a:gd name="connsiteX10" fmla="*/ 656583 w 1353433"/>
                        <a:gd name="connsiteY10" fmla="*/ 1458076 h 1668582"/>
                        <a:gd name="connsiteX11" fmla="*/ 563321 w 1353433"/>
                        <a:gd name="connsiteY11" fmla="*/ 1268077 h 1668582"/>
                        <a:gd name="connsiteX12" fmla="*/ 698777 w 1353433"/>
                        <a:gd name="connsiteY12" fmla="*/ 1108279 h 1668582"/>
                        <a:gd name="connsiteX13" fmla="*/ 816383 w 1353433"/>
                        <a:gd name="connsiteY13" fmla="*/ 1206513 h 1668582"/>
                        <a:gd name="connsiteX14" fmla="*/ 820773 w 1353433"/>
                        <a:gd name="connsiteY14" fmla="*/ 1335573 h 1668582"/>
                        <a:gd name="connsiteX15" fmla="*/ 927305 w 1353433"/>
                        <a:gd name="connsiteY15" fmla="*/ 1344452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760727 w 1353433"/>
                        <a:gd name="connsiteY20" fmla="*/ 703475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652002 w 1353433"/>
                        <a:gd name="connsiteY25" fmla="*/ 595158 h 1668582"/>
                        <a:gd name="connsiteX26" fmla="*/ 532106 w 1353433"/>
                        <a:gd name="connsiteY26" fmla="*/ 412296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272459 w 1353433"/>
                        <a:gd name="connsiteY32" fmla="*/ 371432 h 1668582"/>
                        <a:gd name="connsiteX33" fmla="*/ 259188 w 1353433"/>
                        <a:gd name="connsiteY33" fmla="*/ 161313 h 1668582"/>
                        <a:gd name="connsiteX34" fmla="*/ 82619 w 1353433"/>
                        <a:gd name="connsiteY34" fmla="*/ 173772 h 1668582"/>
                        <a:gd name="connsiteX35" fmla="*/ 3930 w 1353433"/>
                        <a:gd name="connsiteY35" fmla="*/ 269629 h 1668582"/>
                        <a:gd name="connsiteX36" fmla="*/ 146070 w 1353433"/>
                        <a:gd name="connsiteY36" fmla="*/ 486842 h 166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353433" h="1668582">
                          <a:moveTo>
                            <a:pt x="1353433" y="1028380"/>
                          </a:moveTo>
                          <a:cubicBezTo>
                            <a:pt x="1285371" y="987691"/>
                            <a:pt x="1217309" y="947002"/>
                            <a:pt x="1175880" y="1001747"/>
                          </a:cubicBezTo>
                          <a:cubicBezTo>
                            <a:pt x="1134451" y="1056492"/>
                            <a:pt x="1153685" y="1253280"/>
                            <a:pt x="1104858" y="1356853"/>
                          </a:cubicBezTo>
                          <a:cubicBezTo>
                            <a:pt x="1056031" y="1460426"/>
                            <a:pt x="1010163" y="1572876"/>
                            <a:pt x="882917" y="1623183"/>
                          </a:cubicBezTo>
                          <a:cubicBezTo>
                            <a:pt x="755671" y="1673490"/>
                            <a:pt x="471585" y="1676449"/>
                            <a:pt x="341379" y="1658694"/>
                          </a:cubicBezTo>
                          <a:cubicBezTo>
                            <a:pt x="211173" y="1640939"/>
                            <a:pt x="146070" y="1584713"/>
                            <a:pt x="101682" y="1516651"/>
                          </a:cubicBezTo>
                          <a:cubicBezTo>
                            <a:pt x="57294" y="1448589"/>
                            <a:pt x="28784" y="1296583"/>
                            <a:pt x="75049" y="1250321"/>
                          </a:cubicBezTo>
                          <a:cubicBezTo>
                            <a:pt x="121315" y="1204059"/>
                            <a:pt x="340074" y="1206922"/>
                            <a:pt x="379275" y="1239079"/>
                          </a:cubicBezTo>
                          <a:cubicBezTo>
                            <a:pt x="418476" y="1271236"/>
                            <a:pt x="295860" y="1391085"/>
                            <a:pt x="310258" y="1443265"/>
                          </a:cubicBezTo>
                          <a:cubicBezTo>
                            <a:pt x="324656" y="1495445"/>
                            <a:pt x="407945" y="1549694"/>
                            <a:pt x="465666" y="1552162"/>
                          </a:cubicBezTo>
                          <a:cubicBezTo>
                            <a:pt x="523387" y="1554630"/>
                            <a:pt x="640307" y="1505424"/>
                            <a:pt x="656583" y="1458076"/>
                          </a:cubicBezTo>
                          <a:cubicBezTo>
                            <a:pt x="672859" y="1410729"/>
                            <a:pt x="556289" y="1326376"/>
                            <a:pt x="563321" y="1268077"/>
                          </a:cubicBezTo>
                          <a:cubicBezTo>
                            <a:pt x="570353" y="1209778"/>
                            <a:pt x="656600" y="1118540"/>
                            <a:pt x="698777" y="1108279"/>
                          </a:cubicBezTo>
                          <a:cubicBezTo>
                            <a:pt x="740954" y="1098018"/>
                            <a:pt x="796050" y="1168631"/>
                            <a:pt x="816383" y="1206513"/>
                          </a:cubicBezTo>
                          <a:cubicBezTo>
                            <a:pt x="836716" y="1244395"/>
                            <a:pt x="802286" y="1312583"/>
                            <a:pt x="820773" y="1335573"/>
                          </a:cubicBezTo>
                          <a:cubicBezTo>
                            <a:pt x="839260" y="1358563"/>
                            <a:pt x="894754" y="1352742"/>
                            <a:pt x="927305" y="1344452"/>
                          </a:cubicBezTo>
                          <a:cubicBezTo>
                            <a:pt x="959856" y="1336162"/>
                            <a:pt x="996847" y="1326674"/>
                            <a:pt x="1016082" y="1285832"/>
                          </a:cubicBezTo>
                          <a:cubicBezTo>
                            <a:pt x="1035317" y="1244990"/>
                            <a:pt x="1067869" y="1148228"/>
                            <a:pt x="1042715" y="1099401"/>
                          </a:cubicBezTo>
                          <a:cubicBezTo>
                            <a:pt x="1017561" y="1050574"/>
                            <a:pt x="911029" y="1025420"/>
                            <a:pt x="865161" y="992869"/>
                          </a:cubicBezTo>
                          <a:cubicBezTo>
                            <a:pt x="819293" y="960318"/>
                            <a:pt x="784913" y="952324"/>
                            <a:pt x="767507" y="904092"/>
                          </a:cubicBezTo>
                          <a:cubicBezTo>
                            <a:pt x="750101" y="855860"/>
                            <a:pt x="723737" y="728628"/>
                            <a:pt x="760727" y="703475"/>
                          </a:cubicBezTo>
                          <a:cubicBezTo>
                            <a:pt x="797717" y="678322"/>
                            <a:pt x="946890" y="778920"/>
                            <a:pt x="989449" y="753172"/>
                          </a:cubicBezTo>
                          <a:cubicBezTo>
                            <a:pt x="1032008" y="727424"/>
                            <a:pt x="1041236" y="597812"/>
                            <a:pt x="1016082" y="548985"/>
                          </a:cubicBezTo>
                          <a:cubicBezTo>
                            <a:pt x="990928" y="500158"/>
                            <a:pt x="838528" y="460209"/>
                            <a:pt x="838528" y="460209"/>
                          </a:cubicBezTo>
                          <a:lnTo>
                            <a:pt x="838528" y="460209"/>
                          </a:lnTo>
                          <a:cubicBezTo>
                            <a:pt x="817814" y="488321"/>
                            <a:pt x="703072" y="603143"/>
                            <a:pt x="652002" y="595158"/>
                          </a:cubicBezTo>
                          <a:cubicBezTo>
                            <a:pt x="600932" y="587173"/>
                            <a:pt x="524692" y="462900"/>
                            <a:pt x="532106" y="412296"/>
                          </a:cubicBezTo>
                          <a:cubicBezTo>
                            <a:pt x="539520" y="361692"/>
                            <a:pt x="639497" y="323497"/>
                            <a:pt x="696486" y="291533"/>
                          </a:cubicBezTo>
                          <a:cubicBezTo>
                            <a:pt x="753475" y="259569"/>
                            <a:pt x="851845" y="264900"/>
                            <a:pt x="874039" y="220512"/>
                          </a:cubicBezTo>
                          <a:cubicBezTo>
                            <a:pt x="896233" y="176124"/>
                            <a:pt x="882901" y="57658"/>
                            <a:pt x="829651" y="25203"/>
                          </a:cubicBezTo>
                          <a:cubicBezTo>
                            <a:pt x="776401" y="-7252"/>
                            <a:pt x="610762" y="-9728"/>
                            <a:pt x="554537" y="25783"/>
                          </a:cubicBezTo>
                          <a:cubicBezTo>
                            <a:pt x="498312" y="61294"/>
                            <a:pt x="539312" y="180659"/>
                            <a:pt x="492299" y="238267"/>
                          </a:cubicBezTo>
                          <a:cubicBezTo>
                            <a:pt x="445286" y="295875"/>
                            <a:pt x="311311" y="384258"/>
                            <a:pt x="272459" y="371432"/>
                          </a:cubicBezTo>
                          <a:cubicBezTo>
                            <a:pt x="233607" y="358606"/>
                            <a:pt x="290828" y="194256"/>
                            <a:pt x="259188" y="161313"/>
                          </a:cubicBezTo>
                          <a:cubicBezTo>
                            <a:pt x="227548" y="128370"/>
                            <a:pt x="125162" y="148224"/>
                            <a:pt x="82619" y="173772"/>
                          </a:cubicBezTo>
                          <a:cubicBezTo>
                            <a:pt x="40076" y="199320"/>
                            <a:pt x="-1459" y="221198"/>
                            <a:pt x="3930" y="269629"/>
                          </a:cubicBezTo>
                          <a:cubicBezTo>
                            <a:pt x="-22703" y="333252"/>
                            <a:pt x="92804" y="398805"/>
                            <a:pt x="146070" y="486842"/>
                          </a:cubicBezTo>
                        </a:path>
                      </a:pathLst>
                    </a:custGeom>
                    <a:ln>
                      <a:solidFill>
                        <a:srgbClr val="7030A0"/>
                      </a:solidFill>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u="sng"/>
                    </a:p>
                  </p:txBody>
                </p:sp>
              </p:grpSp>
              <p:sp>
                <p:nvSpPr>
                  <p:cNvPr id="107" name="Freeform: Shape 25">
                    <a:extLst>
                      <a:ext uri="{FF2B5EF4-FFF2-40B4-BE49-F238E27FC236}">
                        <a16:creationId xmlns:a16="http://schemas.microsoft.com/office/drawing/2014/main" id="{3E4EE927-6AB4-4129-A5F6-C0A971B540DA}"/>
                      </a:ext>
                    </a:extLst>
                  </p:cNvPr>
                  <p:cNvSpPr/>
                  <p:nvPr/>
                </p:nvSpPr>
                <p:spPr>
                  <a:xfrm>
                    <a:off x="5344350" y="2199134"/>
                    <a:ext cx="461639" cy="535310"/>
                  </a:xfrm>
                  <a:custGeom>
                    <a:avLst/>
                    <a:gdLst>
                      <a:gd name="connsiteX0" fmla="*/ 0 w 461639"/>
                      <a:gd name="connsiteY0" fmla="*/ 19080 h 535310"/>
                      <a:gd name="connsiteX1" fmla="*/ 159798 w 461639"/>
                      <a:gd name="connsiteY1" fmla="*/ 54591 h 535310"/>
                      <a:gd name="connsiteX2" fmla="*/ 284086 w 461639"/>
                      <a:gd name="connsiteY2" fmla="*/ 480719 h 535310"/>
                      <a:gd name="connsiteX3" fmla="*/ 461639 w 461639"/>
                      <a:gd name="connsiteY3" fmla="*/ 516230 h 535310"/>
                    </a:gdLst>
                    <a:ahLst/>
                    <a:cxnLst>
                      <a:cxn ang="0">
                        <a:pos x="connsiteX0" y="connsiteY0"/>
                      </a:cxn>
                      <a:cxn ang="0">
                        <a:pos x="connsiteX1" y="connsiteY1"/>
                      </a:cxn>
                      <a:cxn ang="0">
                        <a:pos x="connsiteX2" y="connsiteY2"/>
                      </a:cxn>
                      <a:cxn ang="0">
                        <a:pos x="connsiteX3" y="connsiteY3"/>
                      </a:cxn>
                    </a:cxnLst>
                    <a:rect l="l" t="t" r="r" b="b"/>
                    <a:pathLst>
                      <a:path w="461639" h="535310">
                        <a:moveTo>
                          <a:pt x="0" y="19080"/>
                        </a:moveTo>
                        <a:cubicBezTo>
                          <a:pt x="56225" y="-1635"/>
                          <a:pt x="112450" y="-22349"/>
                          <a:pt x="159798" y="54591"/>
                        </a:cubicBezTo>
                        <a:cubicBezTo>
                          <a:pt x="207146" y="131531"/>
                          <a:pt x="233779" y="403779"/>
                          <a:pt x="284086" y="480719"/>
                        </a:cubicBezTo>
                        <a:cubicBezTo>
                          <a:pt x="334393" y="557659"/>
                          <a:pt x="398016" y="536944"/>
                          <a:pt x="461639" y="516230"/>
                        </a:cubicBezTo>
                      </a:path>
                    </a:pathLst>
                  </a:custGeom>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u="sng"/>
                  </a:p>
                </p:txBody>
              </p:sp>
              <p:sp>
                <p:nvSpPr>
                  <p:cNvPr id="108" name="Freeform: Shape 26">
                    <a:extLst>
                      <a:ext uri="{FF2B5EF4-FFF2-40B4-BE49-F238E27FC236}">
                        <a16:creationId xmlns:a16="http://schemas.microsoft.com/office/drawing/2014/main" id="{A5E526D2-C7A0-445C-865F-B97D00506FA5}"/>
                      </a:ext>
                    </a:extLst>
                  </p:cNvPr>
                  <p:cNvSpPr/>
                  <p:nvPr/>
                </p:nvSpPr>
                <p:spPr>
                  <a:xfrm>
                    <a:off x="5335480" y="2432482"/>
                    <a:ext cx="488270" cy="447852"/>
                  </a:xfrm>
                  <a:custGeom>
                    <a:avLst/>
                    <a:gdLst>
                      <a:gd name="connsiteX0" fmla="*/ 0 w 488271"/>
                      <a:gd name="connsiteY0" fmla="*/ 0 h 447852"/>
                      <a:gd name="connsiteX1" fmla="*/ 88776 w 488271"/>
                      <a:gd name="connsiteY1" fmla="*/ 124287 h 447852"/>
                      <a:gd name="connsiteX2" fmla="*/ 142042 w 488271"/>
                      <a:gd name="connsiteY2" fmla="*/ 337351 h 447852"/>
                      <a:gd name="connsiteX3" fmla="*/ 257452 w 488271"/>
                      <a:gd name="connsiteY3" fmla="*/ 435005 h 447852"/>
                      <a:gd name="connsiteX4" fmla="*/ 488271 w 488271"/>
                      <a:gd name="connsiteY4" fmla="*/ 443883 h 4478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271" h="447852">
                        <a:moveTo>
                          <a:pt x="0" y="0"/>
                        </a:moveTo>
                        <a:cubicBezTo>
                          <a:pt x="32551" y="34031"/>
                          <a:pt x="65102" y="68062"/>
                          <a:pt x="88776" y="124287"/>
                        </a:cubicBezTo>
                        <a:cubicBezTo>
                          <a:pt x="112450" y="180512"/>
                          <a:pt x="113929" y="285565"/>
                          <a:pt x="142042" y="337351"/>
                        </a:cubicBezTo>
                        <a:cubicBezTo>
                          <a:pt x="170155" y="389137"/>
                          <a:pt x="199747" y="417250"/>
                          <a:pt x="257452" y="435005"/>
                        </a:cubicBezTo>
                        <a:cubicBezTo>
                          <a:pt x="315157" y="452760"/>
                          <a:pt x="401714" y="448321"/>
                          <a:pt x="488271" y="443883"/>
                        </a:cubicBezTo>
                      </a:path>
                    </a:pathLst>
                  </a:custGeom>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u="sng" dirty="0"/>
                  </a:p>
                </p:txBody>
              </p:sp>
            </p:grpSp>
            <p:sp>
              <p:nvSpPr>
                <p:cNvPr id="8" name="Glomerulus">
                  <a:extLst>
                    <a:ext uri="{FF2B5EF4-FFF2-40B4-BE49-F238E27FC236}">
                      <a16:creationId xmlns:a16="http://schemas.microsoft.com/office/drawing/2014/main" id="{7195B8B5-BFD4-43A5-9568-B512C0D5CCC2}"/>
                    </a:ext>
                  </a:extLst>
                </p:cNvPr>
                <p:cNvSpPr txBox="1"/>
                <p:nvPr/>
              </p:nvSpPr>
              <p:spPr>
                <a:xfrm>
                  <a:off x="4955927" y="1712043"/>
                  <a:ext cx="1051565" cy="246221"/>
                </a:xfrm>
                <a:prstGeom prst="rect">
                  <a:avLst/>
                </a:prstGeom>
                <a:noFill/>
              </p:spPr>
              <p:txBody>
                <a:bodyPr wrap="square" rtlCol="0">
                  <a:spAutoFit/>
                </a:bodyPr>
                <a:lstStyle/>
                <a:p>
                  <a:pPr algn="ctr"/>
                  <a:r>
                    <a:rPr lang="en-US" sz="1000" dirty="0"/>
                    <a:t>Glomerulus</a:t>
                  </a:r>
                </a:p>
              </p:txBody>
            </p:sp>
          </p:grpSp>
          <p:sp>
            <p:nvSpPr>
              <p:cNvPr id="164" name="Freeform: Shape 163">
                <a:extLst>
                  <a:ext uri="{FF2B5EF4-FFF2-40B4-BE49-F238E27FC236}">
                    <a16:creationId xmlns:a16="http://schemas.microsoft.com/office/drawing/2014/main" id="{B7BE4610-A4AB-48D5-B6FD-0E4DE5D77247}"/>
                  </a:ext>
                </a:extLst>
              </p:cNvPr>
              <p:cNvSpPr/>
              <p:nvPr/>
            </p:nvSpPr>
            <p:spPr>
              <a:xfrm>
                <a:off x="4955927" y="2479397"/>
                <a:ext cx="2109154" cy="2977766"/>
              </a:xfrm>
              <a:custGeom>
                <a:avLst/>
                <a:gdLst>
                  <a:gd name="connsiteX0" fmla="*/ 0 w 2109154"/>
                  <a:gd name="connsiteY0" fmla="*/ 216459 h 2977766"/>
                  <a:gd name="connsiteX1" fmla="*/ 502920 w 2109154"/>
                  <a:gd name="connsiteY1" fmla="*/ 265989 h 2977766"/>
                  <a:gd name="connsiteX2" fmla="*/ 567690 w 2109154"/>
                  <a:gd name="connsiteY2" fmla="*/ 71679 h 2977766"/>
                  <a:gd name="connsiteX3" fmla="*/ 487680 w 2109154"/>
                  <a:gd name="connsiteY3" fmla="*/ 3099 h 2977766"/>
                  <a:gd name="connsiteX4" fmla="*/ 468630 w 2109154"/>
                  <a:gd name="connsiteY4" fmla="*/ 159309 h 2977766"/>
                  <a:gd name="connsiteX5" fmla="*/ 739140 w 2109154"/>
                  <a:gd name="connsiteY5" fmla="*/ 37389 h 2977766"/>
                  <a:gd name="connsiteX6" fmla="*/ 796290 w 2109154"/>
                  <a:gd name="connsiteY6" fmla="*/ 105969 h 2977766"/>
                  <a:gd name="connsiteX7" fmla="*/ 502920 w 2109154"/>
                  <a:gd name="connsiteY7" fmla="*/ 193599 h 2977766"/>
                  <a:gd name="connsiteX8" fmla="*/ 541020 w 2109154"/>
                  <a:gd name="connsiteY8" fmla="*/ 403149 h 2977766"/>
                  <a:gd name="connsiteX9" fmla="*/ 712470 w 2109154"/>
                  <a:gd name="connsiteY9" fmla="*/ 406959 h 2977766"/>
                  <a:gd name="connsiteX10" fmla="*/ 621030 w 2109154"/>
                  <a:gd name="connsiteY10" fmla="*/ 288849 h 2977766"/>
                  <a:gd name="connsiteX11" fmla="*/ 243840 w 2109154"/>
                  <a:gd name="connsiteY11" fmla="*/ 506019 h 2977766"/>
                  <a:gd name="connsiteX12" fmla="*/ 228600 w 2109154"/>
                  <a:gd name="connsiteY12" fmla="*/ 902259 h 2977766"/>
                  <a:gd name="connsiteX13" fmla="*/ 880110 w 2109154"/>
                  <a:gd name="connsiteY13" fmla="*/ 898449 h 2977766"/>
                  <a:gd name="connsiteX14" fmla="*/ 1219200 w 2109154"/>
                  <a:gd name="connsiteY14" fmla="*/ 338379 h 2977766"/>
                  <a:gd name="connsiteX15" fmla="*/ 1577340 w 2109154"/>
                  <a:gd name="connsiteY15" fmla="*/ 243129 h 2977766"/>
                  <a:gd name="connsiteX16" fmla="*/ 1299210 w 2109154"/>
                  <a:gd name="connsiteY16" fmla="*/ 864159 h 2977766"/>
                  <a:gd name="connsiteX17" fmla="*/ 2076450 w 2109154"/>
                  <a:gd name="connsiteY17" fmla="*/ 917499 h 2977766"/>
                  <a:gd name="connsiteX18" fmla="*/ 1908810 w 2109154"/>
                  <a:gd name="connsiteY18" fmla="*/ 2151939 h 2977766"/>
                  <a:gd name="connsiteX19" fmla="*/ 1405890 w 2109154"/>
                  <a:gd name="connsiteY19" fmla="*/ 1031799 h 2977766"/>
                  <a:gd name="connsiteX20" fmla="*/ 1405890 w 2109154"/>
                  <a:gd name="connsiteY20" fmla="*/ 1031799 h 2977766"/>
                  <a:gd name="connsiteX21" fmla="*/ 1085850 w 2109154"/>
                  <a:gd name="connsiteY21" fmla="*/ 1264209 h 2977766"/>
                  <a:gd name="connsiteX22" fmla="*/ 1539240 w 2109154"/>
                  <a:gd name="connsiteY22" fmla="*/ 2030019 h 2977766"/>
                  <a:gd name="connsiteX23" fmla="*/ 1485900 w 2109154"/>
                  <a:gd name="connsiteY23" fmla="*/ 2875839 h 2977766"/>
                  <a:gd name="connsiteX24" fmla="*/ 1207770 w 2109154"/>
                  <a:gd name="connsiteY24" fmla="*/ 2891079 h 2977766"/>
                  <a:gd name="connsiteX25" fmla="*/ 941070 w 2109154"/>
                  <a:gd name="connsiteY25" fmla="*/ 2228139 h 2977766"/>
                  <a:gd name="connsiteX26" fmla="*/ 963930 w 2109154"/>
                  <a:gd name="connsiteY26" fmla="*/ 1100379 h 2977766"/>
                  <a:gd name="connsiteX27" fmla="*/ 171450 w 2109154"/>
                  <a:gd name="connsiteY27" fmla="*/ 1115619 h 2977766"/>
                  <a:gd name="connsiteX0" fmla="*/ 0 w 2109154"/>
                  <a:gd name="connsiteY0" fmla="*/ 216459 h 2977766"/>
                  <a:gd name="connsiteX1" fmla="*/ 502920 w 2109154"/>
                  <a:gd name="connsiteY1" fmla="*/ 265989 h 2977766"/>
                  <a:gd name="connsiteX2" fmla="*/ 567690 w 2109154"/>
                  <a:gd name="connsiteY2" fmla="*/ 71679 h 2977766"/>
                  <a:gd name="connsiteX3" fmla="*/ 487680 w 2109154"/>
                  <a:gd name="connsiteY3" fmla="*/ 3099 h 2977766"/>
                  <a:gd name="connsiteX4" fmla="*/ 468630 w 2109154"/>
                  <a:gd name="connsiteY4" fmla="*/ 159309 h 2977766"/>
                  <a:gd name="connsiteX5" fmla="*/ 739140 w 2109154"/>
                  <a:gd name="connsiteY5" fmla="*/ 37389 h 2977766"/>
                  <a:gd name="connsiteX6" fmla="*/ 796290 w 2109154"/>
                  <a:gd name="connsiteY6" fmla="*/ 105969 h 2977766"/>
                  <a:gd name="connsiteX7" fmla="*/ 502920 w 2109154"/>
                  <a:gd name="connsiteY7" fmla="*/ 193599 h 2977766"/>
                  <a:gd name="connsiteX8" fmla="*/ 541020 w 2109154"/>
                  <a:gd name="connsiteY8" fmla="*/ 403149 h 2977766"/>
                  <a:gd name="connsiteX9" fmla="*/ 712470 w 2109154"/>
                  <a:gd name="connsiteY9" fmla="*/ 406959 h 2977766"/>
                  <a:gd name="connsiteX10" fmla="*/ 621030 w 2109154"/>
                  <a:gd name="connsiteY10" fmla="*/ 288849 h 2977766"/>
                  <a:gd name="connsiteX11" fmla="*/ 243840 w 2109154"/>
                  <a:gd name="connsiteY11" fmla="*/ 506019 h 2977766"/>
                  <a:gd name="connsiteX12" fmla="*/ 228600 w 2109154"/>
                  <a:gd name="connsiteY12" fmla="*/ 902259 h 2977766"/>
                  <a:gd name="connsiteX13" fmla="*/ 880110 w 2109154"/>
                  <a:gd name="connsiteY13" fmla="*/ 898449 h 2977766"/>
                  <a:gd name="connsiteX14" fmla="*/ 1219200 w 2109154"/>
                  <a:gd name="connsiteY14" fmla="*/ 338379 h 2977766"/>
                  <a:gd name="connsiteX15" fmla="*/ 1577340 w 2109154"/>
                  <a:gd name="connsiteY15" fmla="*/ 243129 h 2977766"/>
                  <a:gd name="connsiteX16" fmla="*/ 1299210 w 2109154"/>
                  <a:gd name="connsiteY16" fmla="*/ 864159 h 2977766"/>
                  <a:gd name="connsiteX17" fmla="*/ 2076450 w 2109154"/>
                  <a:gd name="connsiteY17" fmla="*/ 917499 h 2977766"/>
                  <a:gd name="connsiteX18" fmla="*/ 1908810 w 2109154"/>
                  <a:gd name="connsiteY18" fmla="*/ 2151939 h 2977766"/>
                  <a:gd name="connsiteX19" fmla="*/ 1405890 w 2109154"/>
                  <a:gd name="connsiteY19" fmla="*/ 1031799 h 2977766"/>
                  <a:gd name="connsiteX20" fmla="*/ 1405890 w 2109154"/>
                  <a:gd name="connsiteY20" fmla="*/ 1031799 h 2977766"/>
                  <a:gd name="connsiteX21" fmla="*/ 1085850 w 2109154"/>
                  <a:gd name="connsiteY21" fmla="*/ 1264209 h 2977766"/>
                  <a:gd name="connsiteX22" fmla="*/ 1539240 w 2109154"/>
                  <a:gd name="connsiteY22" fmla="*/ 2030019 h 2977766"/>
                  <a:gd name="connsiteX23" fmla="*/ 1485900 w 2109154"/>
                  <a:gd name="connsiteY23" fmla="*/ 2875839 h 2977766"/>
                  <a:gd name="connsiteX24" fmla="*/ 1207770 w 2109154"/>
                  <a:gd name="connsiteY24" fmla="*/ 2891079 h 2977766"/>
                  <a:gd name="connsiteX25" fmla="*/ 941070 w 2109154"/>
                  <a:gd name="connsiteY25" fmla="*/ 2228139 h 2977766"/>
                  <a:gd name="connsiteX26" fmla="*/ 963930 w 2109154"/>
                  <a:gd name="connsiteY26" fmla="*/ 1100379 h 2977766"/>
                  <a:gd name="connsiteX27" fmla="*/ 651510 w 2109154"/>
                  <a:gd name="connsiteY27" fmla="*/ 1024179 h 2977766"/>
                  <a:gd name="connsiteX0" fmla="*/ 0 w 2109154"/>
                  <a:gd name="connsiteY0" fmla="*/ 216459 h 2977766"/>
                  <a:gd name="connsiteX1" fmla="*/ 502920 w 2109154"/>
                  <a:gd name="connsiteY1" fmla="*/ 265989 h 2977766"/>
                  <a:gd name="connsiteX2" fmla="*/ 567690 w 2109154"/>
                  <a:gd name="connsiteY2" fmla="*/ 71679 h 2977766"/>
                  <a:gd name="connsiteX3" fmla="*/ 487680 w 2109154"/>
                  <a:gd name="connsiteY3" fmla="*/ 3099 h 2977766"/>
                  <a:gd name="connsiteX4" fmla="*/ 468630 w 2109154"/>
                  <a:gd name="connsiteY4" fmla="*/ 159309 h 2977766"/>
                  <a:gd name="connsiteX5" fmla="*/ 739140 w 2109154"/>
                  <a:gd name="connsiteY5" fmla="*/ 37389 h 2977766"/>
                  <a:gd name="connsiteX6" fmla="*/ 796290 w 2109154"/>
                  <a:gd name="connsiteY6" fmla="*/ 105969 h 2977766"/>
                  <a:gd name="connsiteX7" fmla="*/ 502920 w 2109154"/>
                  <a:gd name="connsiteY7" fmla="*/ 193599 h 2977766"/>
                  <a:gd name="connsiteX8" fmla="*/ 541020 w 2109154"/>
                  <a:gd name="connsiteY8" fmla="*/ 403149 h 2977766"/>
                  <a:gd name="connsiteX9" fmla="*/ 712470 w 2109154"/>
                  <a:gd name="connsiteY9" fmla="*/ 406959 h 2977766"/>
                  <a:gd name="connsiteX10" fmla="*/ 621030 w 2109154"/>
                  <a:gd name="connsiteY10" fmla="*/ 288849 h 2977766"/>
                  <a:gd name="connsiteX11" fmla="*/ 243840 w 2109154"/>
                  <a:gd name="connsiteY11" fmla="*/ 506019 h 2977766"/>
                  <a:gd name="connsiteX12" fmla="*/ 228600 w 2109154"/>
                  <a:gd name="connsiteY12" fmla="*/ 902259 h 2977766"/>
                  <a:gd name="connsiteX13" fmla="*/ 880110 w 2109154"/>
                  <a:gd name="connsiteY13" fmla="*/ 898449 h 2977766"/>
                  <a:gd name="connsiteX14" fmla="*/ 1219200 w 2109154"/>
                  <a:gd name="connsiteY14" fmla="*/ 338379 h 2977766"/>
                  <a:gd name="connsiteX15" fmla="*/ 1577340 w 2109154"/>
                  <a:gd name="connsiteY15" fmla="*/ 243129 h 2977766"/>
                  <a:gd name="connsiteX16" fmla="*/ 1299210 w 2109154"/>
                  <a:gd name="connsiteY16" fmla="*/ 864159 h 2977766"/>
                  <a:gd name="connsiteX17" fmla="*/ 2076450 w 2109154"/>
                  <a:gd name="connsiteY17" fmla="*/ 917499 h 2977766"/>
                  <a:gd name="connsiteX18" fmla="*/ 1908810 w 2109154"/>
                  <a:gd name="connsiteY18" fmla="*/ 2151939 h 2977766"/>
                  <a:gd name="connsiteX19" fmla="*/ 1405890 w 2109154"/>
                  <a:gd name="connsiteY19" fmla="*/ 1031799 h 2977766"/>
                  <a:gd name="connsiteX20" fmla="*/ 1405890 w 2109154"/>
                  <a:gd name="connsiteY20" fmla="*/ 1031799 h 2977766"/>
                  <a:gd name="connsiteX21" fmla="*/ 1085850 w 2109154"/>
                  <a:gd name="connsiteY21" fmla="*/ 1264209 h 2977766"/>
                  <a:gd name="connsiteX22" fmla="*/ 1539240 w 2109154"/>
                  <a:gd name="connsiteY22" fmla="*/ 2030019 h 2977766"/>
                  <a:gd name="connsiteX23" fmla="*/ 1485900 w 2109154"/>
                  <a:gd name="connsiteY23" fmla="*/ 2875839 h 2977766"/>
                  <a:gd name="connsiteX24" fmla="*/ 1207770 w 2109154"/>
                  <a:gd name="connsiteY24" fmla="*/ 2891079 h 2977766"/>
                  <a:gd name="connsiteX25" fmla="*/ 941070 w 2109154"/>
                  <a:gd name="connsiteY25" fmla="*/ 2228139 h 2977766"/>
                  <a:gd name="connsiteX26" fmla="*/ 963930 w 2109154"/>
                  <a:gd name="connsiteY26" fmla="*/ 1100379 h 2977766"/>
                  <a:gd name="connsiteX27" fmla="*/ 651510 w 2109154"/>
                  <a:gd name="connsiteY27" fmla="*/ 1024179 h 297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109154" h="2977766">
                    <a:moveTo>
                      <a:pt x="0" y="216459"/>
                    </a:moveTo>
                    <a:cubicBezTo>
                      <a:pt x="204152" y="253289"/>
                      <a:pt x="408305" y="290119"/>
                      <a:pt x="502920" y="265989"/>
                    </a:cubicBezTo>
                    <a:cubicBezTo>
                      <a:pt x="597535" y="241859"/>
                      <a:pt x="570230" y="115494"/>
                      <a:pt x="567690" y="71679"/>
                    </a:cubicBezTo>
                    <a:cubicBezTo>
                      <a:pt x="565150" y="27864"/>
                      <a:pt x="504190" y="-11506"/>
                      <a:pt x="487680" y="3099"/>
                    </a:cubicBezTo>
                    <a:cubicBezTo>
                      <a:pt x="471170" y="17704"/>
                      <a:pt x="426720" y="153594"/>
                      <a:pt x="468630" y="159309"/>
                    </a:cubicBezTo>
                    <a:cubicBezTo>
                      <a:pt x="510540" y="165024"/>
                      <a:pt x="684530" y="46279"/>
                      <a:pt x="739140" y="37389"/>
                    </a:cubicBezTo>
                    <a:cubicBezTo>
                      <a:pt x="793750" y="28499"/>
                      <a:pt x="835660" y="79934"/>
                      <a:pt x="796290" y="105969"/>
                    </a:cubicBezTo>
                    <a:cubicBezTo>
                      <a:pt x="756920" y="132004"/>
                      <a:pt x="545465" y="144069"/>
                      <a:pt x="502920" y="193599"/>
                    </a:cubicBezTo>
                    <a:cubicBezTo>
                      <a:pt x="460375" y="243129"/>
                      <a:pt x="506095" y="367589"/>
                      <a:pt x="541020" y="403149"/>
                    </a:cubicBezTo>
                    <a:cubicBezTo>
                      <a:pt x="575945" y="438709"/>
                      <a:pt x="699135" y="426009"/>
                      <a:pt x="712470" y="406959"/>
                    </a:cubicBezTo>
                    <a:cubicBezTo>
                      <a:pt x="725805" y="387909"/>
                      <a:pt x="699135" y="272339"/>
                      <a:pt x="621030" y="288849"/>
                    </a:cubicBezTo>
                    <a:cubicBezTo>
                      <a:pt x="542925" y="305359"/>
                      <a:pt x="309245" y="403784"/>
                      <a:pt x="243840" y="506019"/>
                    </a:cubicBezTo>
                    <a:cubicBezTo>
                      <a:pt x="178435" y="608254"/>
                      <a:pt x="122555" y="836854"/>
                      <a:pt x="228600" y="902259"/>
                    </a:cubicBezTo>
                    <a:cubicBezTo>
                      <a:pt x="334645" y="967664"/>
                      <a:pt x="715010" y="992429"/>
                      <a:pt x="880110" y="898449"/>
                    </a:cubicBezTo>
                    <a:cubicBezTo>
                      <a:pt x="1045210" y="804469"/>
                      <a:pt x="1102995" y="447599"/>
                      <a:pt x="1219200" y="338379"/>
                    </a:cubicBezTo>
                    <a:cubicBezTo>
                      <a:pt x="1335405" y="229159"/>
                      <a:pt x="1564005" y="155499"/>
                      <a:pt x="1577340" y="243129"/>
                    </a:cubicBezTo>
                    <a:cubicBezTo>
                      <a:pt x="1590675" y="330759"/>
                      <a:pt x="1216025" y="751764"/>
                      <a:pt x="1299210" y="864159"/>
                    </a:cubicBezTo>
                    <a:cubicBezTo>
                      <a:pt x="1382395" y="976554"/>
                      <a:pt x="1974850" y="702869"/>
                      <a:pt x="2076450" y="917499"/>
                    </a:cubicBezTo>
                    <a:cubicBezTo>
                      <a:pt x="2178050" y="1132129"/>
                      <a:pt x="2020570" y="2132889"/>
                      <a:pt x="1908810" y="2151939"/>
                    </a:cubicBezTo>
                    <a:cubicBezTo>
                      <a:pt x="1797050" y="2170989"/>
                      <a:pt x="1405890" y="1031799"/>
                      <a:pt x="1405890" y="1031799"/>
                    </a:cubicBezTo>
                    <a:lnTo>
                      <a:pt x="1405890" y="1031799"/>
                    </a:lnTo>
                    <a:cubicBezTo>
                      <a:pt x="1352550" y="1070534"/>
                      <a:pt x="1063625" y="1097839"/>
                      <a:pt x="1085850" y="1264209"/>
                    </a:cubicBezTo>
                    <a:cubicBezTo>
                      <a:pt x="1108075" y="1430579"/>
                      <a:pt x="1472565" y="1761414"/>
                      <a:pt x="1539240" y="2030019"/>
                    </a:cubicBezTo>
                    <a:cubicBezTo>
                      <a:pt x="1605915" y="2298624"/>
                      <a:pt x="1541145" y="2732329"/>
                      <a:pt x="1485900" y="2875839"/>
                    </a:cubicBezTo>
                    <a:cubicBezTo>
                      <a:pt x="1430655" y="3019349"/>
                      <a:pt x="1298575" y="2999029"/>
                      <a:pt x="1207770" y="2891079"/>
                    </a:cubicBezTo>
                    <a:cubicBezTo>
                      <a:pt x="1116965" y="2783129"/>
                      <a:pt x="981710" y="2526589"/>
                      <a:pt x="941070" y="2228139"/>
                    </a:cubicBezTo>
                    <a:cubicBezTo>
                      <a:pt x="900430" y="1929689"/>
                      <a:pt x="1092200" y="1285799"/>
                      <a:pt x="963930" y="1100379"/>
                    </a:cubicBezTo>
                    <a:cubicBezTo>
                      <a:pt x="835660" y="914959"/>
                      <a:pt x="655955" y="1026719"/>
                      <a:pt x="651510" y="1024179"/>
                    </a:cubicBezTo>
                  </a:path>
                </a:pathLst>
              </a:custGeom>
              <a:noFill/>
              <a:ln w="12700">
                <a:solidFill>
                  <a:srgbClr val="C00000">
                    <a:alpha val="9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Freeform: Shape 164">
                <a:extLst>
                  <a:ext uri="{FF2B5EF4-FFF2-40B4-BE49-F238E27FC236}">
                    <a16:creationId xmlns:a16="http://schemas.microsoft.com/office/drawing/2014/main" id="{9E257811-6C58-44A8-9710-10475961ACA4}"/>
                  </a:ext>
                </a:extLst>
              </p:cNvPr>
              <p:cNvSpPr/>
              <p:nvPr/>
            </p:nvSpPr>
            <p:spPr>
              <a:xfrm>
                <a:off x="3679577" y="3136980"/>
                <a:ext cx="1447813" cy="583766"/>
              </a:xfrm>
              <a:custGeom>
                <a:avLst/>
                <a:gdLst>
                  <a:gd name="connsiteX0" fmla="*/ 0 w 1444012"/>
                  <a:gd name="connsiteY0" fmla="*/ 38936 h 503756"/>
                  <a:gd name="connsiteX1" fmla="*/ 1203960 w 1444012"/>
                  <a:gd name="connsiteY1" fmla="*/ 46556 h 503756"/>
                  <a:gd name="connsiteX2" fmla="*/ 1443990 w 1444012"/>
                  <a:gd name="connsiteY2" fmla="*/ 503756 h 503756"/>
                  <a:gd name="connsiteX0" fmla="*/ 0 w 1447813"/>
                  <a:gd name="connsiteY0" fmla="*/ 38936 h 583766"/>
                  <a:gd name="connsiteX1" fmla="*/ 1203960 w 1447813"/>
                  <a:gd name="connsiteY1" fmla="*/ 46556 h 583766"/>
                  <a:gd name="connsiteX2" fmla="*/ 1447800 w 1447813"/>
                  <a:gd name="connsiteY2" fmla="*/ 583766 h 583766"/>
                </a:gdLst>
                <a:ahLst/>
                <a:cxnLst>
                  <a:cxn ang="0">
                    <a:pos x="connsiteX0" y="connsiteY0"/>
                  </a:cxn>
                  <a:cxn ang="0">
                    <a:pos x="connsiteX1" y="connsiteY1"/>
                  </a:cxn>
                  <a:cxn ang="0">
                    <a:pos x="connsiteX2" y="connsiteY2"/>
                  </a:cxn>
                </a:cxnLst>
                <a:rect l="l" t="t" r="r" b="b"/>
                <a:pathLst>
                  <a:path w="1447813" h="583766">
                    <a:moveTo>
                      <a:pt x="0" y="38936"/>
                    </a:moveTo>
                    <a:cubicBezTo>
                      <a:pt x="481647" y="4011"/>
                      <a:pt x="963295" y="-30914"/>
                      <a:pt x="1203960" y="46556"/>
                    </a:cubicBezTo>
                    <a:cubicBezTo>
                      <a:pt x="1444625" y="124026"/>
                      <a:pt x="1448117" y="393901"/>
                      <a:pt x="1447800" y="583766"/>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Freeform: Shape 165">
                <a:extLst>
                  <a:ext uri="{FF2B5EF4-FFF2-40B4-BE49-F238E27FC236}">
                    <a16:creationId xmlns:a16="http://schemas.microsoft.com/office/drawing/2014/main" id="{0F5C9DAB-3BE6-4631-8696-E53CC019B8F5}"/>
                  </a:ext>
                </a:extLst>
              </p:cNvPr>
              <p:cNvSpPr/>
              <p:nvPr/>
            </p:nvSpPr>
            <p:spPr>
              <a:xfrm>
                <a:off x="3714498" y="3290246"/>
                <a:ext cx="1229364" cy="509726"/>
              </a:xfrm>
              <a:custGeom>
                <a:avLst/>
                <a:gdLst>
                  <a:gd name="connsiteX0" fmla="*/ 0 w 1444012"/>
                  <a:gd name="connsiteY0" fmla="*/ 38936 h 503756"/>
                  <a:gd name="connsiteX1" fmla="*/ 1203960 w 1444012"/>
                  <a:gd name="connsiteY1" fmla="*/ 46556 h 503756"/>
                  <a:gd name="connsiteX2" fmla="*/ 1443990 w 1444012"/>
                  <a:gd name="connsiteY2" fmla="*/ 503756 h 503756"/>
                  <a:gd name="connsiteX0" fmla="*/ 0 w 1444012"/>
                  <a:gd name="connsiteY0" fmla="*/ 61949 h 492479"/>
                  <a:gd name="connsiteX1" fmla="*/ 1203960 w 1444012"/>
                  <a:gd name="connsiteY1" fmla="*/ 35279 h 492479"/>
                  <a:gd name="connsiteX2" fmla="*/ 1443990 w 1444012"/>
                  <a:gd name="connsiteY2" fmla="*/ 492479 h 492479"/>
                  <a:gd name="connsiteX0" fmla="*/ 0 w 1444012"/>
                  <a:gd name="connsiteY0" fmla="*/ 67513 h 498043"/>
                  <a:gd name="connsiteX1" fmla="*/ 1203960 w 1444012"/>
                  <a:gd name="connsiteY1" fmla="*/ 40843 h 498043"/>
                  <a:gd name="connsiteX2" fmla="*/ 1443990 w 1444012"/>
                  <a:gd name="connsiteY2" fmla="*/ 498043 h 498043"/>
                  <a:gd name="connsiteX0" fmla="*/ 0 w 1229364"/>
                  <a:gd name="connsiteY0" fmla="*/ 49145 h 509726"/>
                  <a:gd name="connsiteX1" fmla="*/ 989312 w 1229364"/>
                  <a:gd name="connsiteY1" fmla="*/ 52526 h 509726"/>
                  <a:gd name="connsiteX2" fmla="*/ 1229342 w 1229364"/>
                  <a:gd name="connsiteY2" fmla="*/ 509726 h 509726"/>
                </a:gdLst>
                <a:ahLst/>
                <a:cxnLst>
                  <a:cxn ang="0">
                    <a:pos x="connsiteX0" y="connsiteY0"/>
                  </a:cxn>
                  <a:cxn ang="0">
                    <a:pos x="connsiteX1" y="connsiteY1"/>
                  </a:cxn>
                  <a:cxn ang="0">
                    <a:pos x="connsiteX2" y="connsiteY2"/>
                  </a:cxn>
                </a:cxnLst>
                <a:rect l="l" t="t" r="r" b="b"/>
                <a:pathLst>
                  <a:path w="1229364" h="509726">
                    <a:moveTo>
                      <a:pt x="0" y="49145"/>
                    </a:moveTo>
                    <a:cubicBezTo>
                      <a:pt x="489267" y="-8640"/>
                      <a:pt x="748647" y="-24944"/>
                      <a:pt x="989312" y="52526"/>
                    </a:cubicBezTo>
                    <a:cubicBezTo>
                      <a:pt x="1229977" y="129996"/>
                      <a:pt x="1229659" y="319861"/>
                      <a:pt x="1229342" y="509726"/>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Freeform: Shape 166">
                <a:extLst>
                  <a:ext uri="{FF2B5EF4-FFF2-40B4-BE49-F238E27FC236}">
                    <a16:creationId xmlns:a16="http://schemas.microsoft.com/office/drawing/2014/main" id="{E2590ABC-E6F9-4CA1-9BC9-DB597C6A5837}"/>
                  </a:ext>
                </a:extLst>
              </p:cNvPr>
              <p:cNvSpPr/>
              <p:nvPr/>
            </p:nvSpPr>
            <p:spPr>
              <a:xfrm>
                <a:off x="5123567" y="3501671"/>
                <a:ext cx="483870" cy="89265"/>
              </a:xfrm>
              <a:custGeom>
                <a:avLst/>
                <a:gdLst>
                  <a:gd name="connsiteX0" fmla="*/ 483870 w 483870"/>
                  <a:gd name="connsiteY0" fmla="*/ 0 h 89265"/>
                  <a:gd name="connsiteX1" fmla="*/ 120015 w 483870"/>
                  <a:gd name="connsiteY1" fmla="*/ 85725 h 89265"/>
                  <a:gd name="connsiteX2" fmla="*/ 0 w 483870"/>
                  <a:gd name="connsiteY2" fmla="*/ 64770 h 89265"/>
                </a:gdLst>
                <a:ahLst/>
                <a:cxnLst>
                  <a:cxn ang="0">
                    <a:pos x="connsiteX0" y="connsiteY0"/>
                  </a:cxn>
                  <a:cxn ang="0">
                    <a:pos x="connsiteX1" y="connsiteY1"/>
                  </a:cxn>
                  <a:cxn ang="0">
                    <a:pos x="connsiteX2" y="connsiteY2"/>
                  </a:cxn>
                </a:cxnLst>
                <a:rect l="l" t="t" r="r" b="b"/>
                <a:pathLst>
                  <a:path w="483870" h="89265">
                    <a:moveTo>
                      <a:pt x="483870" y="0"/>
                    </a:moveTo>
                    <a:cubicBezTo>
                      <a:pt x="342265" y="37465"/>
                      <a:pt x="200660" y="74930"/>
                      <a:pt x="120015" y="85725"/>
                    </a:cubicBezTo>
                    <a:cubicBezTo>
                      <a:pt x="39370" y="96520"/>
                      <a:pt x="19685" y="80645"/>
                      <a:pt x="0" y="6477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Renal artery">
              <a:extLst>
                <a:ext uri="{FF2B5EF4-FFF2-40B4-BE49-F238E27FC236}">
                  <a16:creationId xmlns:a16="http://schemas.microsoft.com/office/drawing/2014/main" id="{974CB89E-A320-4DCE-B7B2-847037DCB28D}"/>
                </a:ext>
              </a:extLst>
            </p:cNvPr>
            <p:cNvSpPr txBox="1"/>
            <p:nvPr/>
          </p:nvSpPr>
          <p:spPr>
            <a:xfrm>
              <a:off x="4874444" y="2570694"/>
              <a:ext cx="506764" cy="276999"/>
            </a:xfrm>
            <a:prstGeom prst="rect">
              <a:avLst/>
            </a:prstGeom>
            <a:noFill/>
          </p:spPr>
          <p:txBody>
            <a:bodyPr wrap="square" rtlCol="0">
              <a:spAutoFit/>
            </a:bodyPr>
            <a:lstStyle/>
            <a:p>
              <a:pPr algn="ctr"/>
              <a:r>
                <a:rPr lang="en-US" sz="600" dirty="0"/>
                <a:t>Afferent arteriole</a:t>
              </a:r>
            </a:p>
          </p:txBody>
        </p:sp>
        <p:sp>
          <p:nvSpPr>
            <p:cNvPr id="115" name="Renal artery">
              <a:extLst>
                <a:ext uri="{FF2B5EF4-FFF2-40B4-BE49-F238E27FC236}">
                  <a16:creationId xmlns:a16="http://schemas.microsoft.com/office/drawing/2014/main" id="{D0C7CF77-FD28-45AE-85DA-EC1F1BD7E112}"/>
                </a:ext>
              </a:extLst>
            </p:cNvPr>
            <p:cNvSpPr txBox="1"/>
            <p:nvPr/>
          </p:nvSpPr>
          <p:spPr>
            <a:xfrm>
              <a:off x="4851202" y="2912519"/>
              <a:ext cx="506764" cy="276999"/>
            </a:xfrm>
            <a:prstGeom prst="rect">
              <a:avLst/>
            </a:prstGeom>
            <a:noFill/>
          </p:spPr>
          <p:txBody>
            <a:bodyPr wrap="square" rtlCol="0">
              <a:spAutoFit/>
            </a:bodyPr>
            <a:lstStyle/>
            <a:p>
              <a:pPr algn="ctr"/>
              <a:r>
                <a:rPr lang="en-US" sz="600" dirty="0"/>
                <a:t>Efferent arteriole</a:t>
              </a:r>
            </a:p>
          </p:txBody>
        </p:sp>
      </p:grpSp>
      <p:sp>
        <p:nvSpPr>
          <p:cNvPr id="139" name="Vascular">
            <a:extLst>
              <a:ext uri="{FF2B5EF4-FFF2-40B4-BE49-F238E27FC236}">
                <a16:creationId xmlns:a16="http://schemas.microsoft.com/office/drawing/2014/main" id="{40D97507-13CB-C94A-BDF3-A170D96F4D66}"/>
              </a:ext>
            </a:extLst>
          </p:cNvPr>
          <p:cNvSpPr txBox="1"/>
          <p:nvPr/>
        </p:nvSpPr>
        <p:spPr>
          <a:xfrm>
            <a:off x="6341563" y="5917759"/>
            <a:ext cx="1163616" cy="357545"/>
          </a:xfrm>
          <a:prstGeom prst="roundRect">
            <a:avLst/>
          </a:prstGeom>
          <a:solidFill>
            <a:schemeClr val="bg1"/>
          </a:solidFill>
          <a:ln w="38100">
            <a:solidFill>
              <a:srgbClr val="C00000"/>
            </a:solidFill>
          </a:ln>
          <a:effectLst>
            <a:outerShdw blurRad="50800" dist="38100" dir="8100000" algn="tr" rotWithShape="0">
              <a:prstClr val="black">
                <a:alpha val="40000"/>
              </a:prstClr>
            </a:outerShdw>
          </a:effectLst>
        </p:spPr>
        <p:txBody>
          <a:bodyPr wrap="square" lIns="0" tIns="0" rIns="0" rtlCol="0">
            <a:spAutoFit/>
          </a:bodyPr>
          <a:lstStyle/>
          <a:p>
            <a:pPr algn="ctr"/>
            <a:r>
              <a:rPr lang="en-US" dirty="0"/>
              <a:t>Vascular</a:t>
            </a:r>
          </a:p>
        </p:txBody>
      </p:sp>
      <p:sp>
        <p:nvSpPr>
          <p:cNvPr id="138" name="tubuloInterstitial">
            <a:extLst>
              <a:ext uri="{FF2B5EF4-FFF2-40B4-BE49-F238E27FC236}">
                <a16:creationId xmlns:a16="http://schemas.microsoft.com/office/drawing/2014/main" id="{0268342A-185E-F147-903F-3C9DB5B985E3}"/>
              </a:ext>
            </a:extLst>
          </p:cNvPr>
          <p:cNvSpPr txBox="1"/>
          <p:nvPr/>
        </p:nvSpPr>
        <p:spPr>
          <a:xfrm>
            <a:off x="8608059" y="3170755"/>
            <a:ext cx="1887163" cy="306467"/>
          </a:xfrm>
          <a:prstGeom prst="roundRect">
            <a:avLst/>
          </a:prstGeom>
          <a:solidFill>
            <a:schemeClr val="bg1"/>
          </a:solidFill>
          <a:ln w="38100">
            <a:solidFill>
              <a:schemeClr val="accent6"/>
            </a:solidFill>
          </a:ln>
          <a:effectLst>
            <a:outerShdw blurRad="50800" dist="38100" dir="8100000" algn="tr" rotWithShape="0">
              <a:prstClr val="black">
                <a:alpha val="40000"/>
              </a:prstClr>
            </a:outerShdw>
          </a:effectLst>
        </p:spPr>
        <p:txBody>
          <a:bodyPr wrap="square" lIns="0" tIns="0" rIns="0" bIns="0" rtlCol="0">
            <a:spAutoFit/>
          </a:bodyPr>
          <a:lstStyle/>
          <a:p>
            <a:pPr algn="ctr"/>
            <a:r>
              <a:rPr lang="en-US" dirty="0"/>
              <a:t>Tubulointerstitial                   </a:t>
            </a:r>
          </a:p>
        </p:txBody>
      </p:sp>
      <p:sp>
        <p:nvSpPr>
          <p:cNvPr id="137" name="Glomerular">
            <a:extLst>
              <a:ext uri="{FF2B5EF4-FFF2-40B4-BE49-F238E27FC236}">
                <a16:creationId xmlns:a16="http://schemas.microsoft.com/office/drawing/2014/main" id="{7FD4CEC9-93DF-8A4D-B2B0-2593811ACEDB}"/>
              </a:ext>
            </a:extLst>
          </p:cNvPr>
          <p:cNvSpPr txBox="1"/>
          <p:nvPr/>
        </p:nvSpPr>
        <p:spPr>
          <a:xfrm>
            <a:off x="7679375" y="1870015"/>
            <a:ext cx="4135853" cy="306467"/>
          </a:xfrm>
          <a:prstGeom prst="roundRect">
            <a:avLst/>
          </a:prstGeom>
          <a:solidFill>
            <a:schemeClr val="bg1"/>
          </a:solidFill>
          <a:ln w="38100">
            <a:solidFill>
              <a:srgbClr val="7030A0"/>
            </a:solidFill>
          </a:ln>
          <a:effectLst>
            <a:outerShdw blurRad="50800" dist="38100" dir="8100000" algn="tr" rotWithShape="0">
              <a:prstClr val="black">
                <a:alpha val="40000"/>
              </a:prstClr>
            </a:outerShdw>
          </a:effectLst>
        </p:spPr>
        <p:txBody>
          <a:bodyPr wrap="square" lIns="0" tIns="0" rIns="0" bIns="0" rtlCol="0">
            <a:spAutoFit/>
          </a:bodyPr>
          <a:lstStyle/>
          <a:p>
            <a:pPr algn="ctr"/>
            <a:r>
              <a:rPr lang="en-US" dirty="0"/>
              <a:t>Glomerular  </a:t>
            </a:r>
          </a:p>
        </p:txBody>
      </p:sp>
      <p:sp>
        <p:nvSpPr>
          <p:cNvPr id="136" name="Intra-Renal">
            <a:extLst>
              <a:ext uri="{FF2B5EF4-FFF2-40B4-BE49-F238E27FC236}">
                <a16:creationId xmlns:a16="http://schemas.microsoft.com/office/drawing/2014/main" id="{C8D84AFA-B1E4-244F-AF46-B62FE343A25F}"/>
              </a:ext>
            </a:extLst>
          </p:cNvPr>
          <p:cNvSpPr txBox="1"/>
          <p:nvPr/>
        </p:nvSpPr>
        <p:spPr>
          <a:xfrm>
            <a:off x="8713215" y="139572"/>
            <a:ext cx="2145938" cy="476726"/>
          </a:xfrm>
          <a:prstGeom prst="roundRect">
            <a:avLst/>
          </a:prstGeom>
          <a:solidFill>
            <a:schemeClr val="bg1"/>
          </a:solidFill>
          <a:ln w="38100">
            <a:solidFill>
              <a:schemeClr val="tx1"/>
            </a:solidFill>
          </a:ln>
          <a:effectLst>
            <a:outerShdw blurRad="50800" dist="38100" dir="8100000" algn="tr" rotWithShape="0">
              <a:prstClr val="black">
                <a:alpha val="40000"/>
              </a:prstClr>
            </a:outerShdw>
          </a:effectLst>
        </p:spPr>
        <p:txBody>
          <a:bodyPr wrap="square" tIns="0" bIns="0" rtlCol="0">
            <a:spAutoFit/>
          </a:bodyPr>
          <a:lstStyle/>
          <a:p>
            <a:pPr algn="ctr"/>
            <a:r>
              <a:rPr lang="en-US" sz="2800" dirty="0"/>
              <a:t>INTRA-renal</a:t>
            </a:r>
          </a:p>
        </p:txBody>
      </p:sp>
      <p:sp>
        <p:nvSpPr>
          <p:cNvPr id="135" name="Post-Renal">
            <a:extLst>
              <a:ext uri="{FF2B5EF4-FFF2-40B4-BE49-F238E27FC236}">
                <a16:creationId xmlns:a16="http://schemas.microsoft.com/office/drawing/2014/main" id="{0D124974-7A06-A543-9686-F06112CCFD81}"/>
              </a:ext>
            </a:extLst>
          </p:cNvPr>
          <p:cNvSpPr txBox="1"/>
          <p:nvPr/>
        </p:nvSpPr>
        <p:spPr>
          <a:xfrm>
            <a:off x="1419275" y="5654141"/>
            <a:ext cx="1753813" cy="476726"/>
          </a:xfrm>
          <a:prstGeom prst="roundRect">
            <a:avLst/>
          </a:prstGeom>
          <a:ln w="38100">
            <a:solidFill>
              <a:schemeClr val="accent4"/>
            </a:solidFill>
          </a:ln>
          <a:effectLst>
            <a:outerShdw blurRad="50800" dist="38100" dir="8100000" algn="tr"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tIns="0" rIns="0" bIns="0" rtlCol="0">
            <a:spAutoFit/>
          </a:bodyPr>
          <a:lstStyle/>
          <a:p>
            <a:pPr algn="ctr"/>
            <a:r>
              <a:rPr lang="en-US" sz="2800" dirty="0"/>
              <a:t>POST-renal</a:t>
            </a:r>
          </a:p>
        </p:txBody>
      </p:sp>
      <p:grpSp>
        <p:nvGrpSpPr>
          <p:cNvPr id="36" name="Pre-renal text">
            <a:extLst>
              <a:ext uri="{FF2B5EF4-FFF2-40B4-BE49-F238E27FC236}">
                <a16:creationId xmlns:a16="http://schemas.microsoft.com/office/drawing/2014/main" id="{B8B9E6B4-C822-4A2A-BA91-694C980E7EB1}"/>
              </a:ext>
            </a:extLst>
          </p:cNvPr>
          <p:cNvGrpSpPr/>
          <p:nvPr/>
        </p:nvGrpSpPr>
        <p:grpSpPr>
          <a:xfrm>
            <a:off x="78154" y="86159"/>
            <a:ext cx="3962699" cy="2042345"/>
            <a:chOff x="220744" y="84391"/>
            <a:chExt cx="3962699" cy="2042345"/>
          </a:xfrm>
        </p:grpSpPr>
        <mc:AlternateContent xmlns:mc="http://schemas.openxmlformats.org/markup-compatibility/2006" xmlns:p14="http://schemas.microsoft.com/office/powerpoint/2010/main">
          <mc:Choice Requires="p14">
            <p:contentPart p14:bwMode="auto" r:id="rId41">
              <p14:nvContentPartPr>
                <p14:cNvPr id="114" name="Ink 113">
                  <a:extLst>
                    <a:ext uri="{FF2B5EF4-FFF2-40B4-BE49-F238E27FC236}">
                      <a16:creationId xmlns:a16="http://schemas.microsoft.com/office/drawing/2014/main" id="{092FAABB-DEA7-421F-B51D-362E99DBC2D1}"/>
                    </a:ext>
                  </a:extLst>
                </p14:cNvPr>
                <p14:cNvContentPartPr/>
                <p14:nvPr/>
              </p14:nvContentPartPr>
              <p14:xfrm>
                <a:off x="3252077" y="773644"/>
                <a:ext cx="303" cy="298"/>
              </p14:xfrm>
            </p:contentPart>
          </mc:Choice>
          <mc:Fallback xmlns="">
            <p:pic>
              <p:nvPicPr>
                <p:cNvPr id="114" name="Ink 113">
                  <a:extLst>
                    <a:ext uri="{FF2B5EF4-FFF2-40B4-BE49-F238E27FC236}">
                      <a16:creationId xmlns:a16="http://schemas.microsoft.com/office/drawing/2014/main" id="{092FAABB-DEA7-421F-B51D-362E99DBC2D1}"/>
                    </a:ext>
                  </a:extLst>
                </p:cNvPr>
                <p:cNvPicPr/>
                <p:nvPr/>
              </p:nvPicPr>
              <p:blipFill>
                <a:blip r:embed="rId43"/>
                <a:stretch>
                  <a:fillRect/>
                </a:stretch>
              </p:blipFill>
              <p:spPr>
                <a:xfrm>
                  <a:off x="3248441" y="770068"/>
                  <a:ext cx="7575" cy="745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91" name="Ink 90">
                  <a:extLst>
                    <a:ext uri="{FF2B5EF4-FFF2-40B4-BE49-F238E27FC236}">
                      <a16:creationId xmlns:a16="http://schemas.microsoft.com/office/drawing/2014/main" id="{0D3DCF7D-DAD6-498A-97FB-7D1CE40E7317}"/>
                    </a:ext>
                  </a:extLst>
                </p14:cNvPr>
                <p14:cNvContentPartPr/>
                <p14:nvPr/>
              </p14:nvContentPartPr>
              <p14:xfrm>
                <a:off x="3252077" y="329144"/>
                <a:ext cx="303" cy="298"/>
              </p14:xfrm>
            </p:contentPart>
          </mc:Choice>
          <mc:Fallback xmlns="">
            <p:pic>
              <p:nvPicPr>
                <p:cNvPr id="91" name="Ink 90">
                  <a:extLst>
                    <a:ext uri="{FF2B5EF4-FFF2-40B4-BE49-F238E27FC236}">
                      <a16:creationId xmlns:a16="http://schemas.microsoft.com/office/drawing/2014/main" id="{0D3DCF7D-DAD6-498A-97FB-7D1CE40E7317}"/>
                    </a:ext>
                  </a:extLst>
                </p:cNvPr>
                <p:cNvPicPr/>
                <p:nvPr/>
              </p:nvPicPr>
              <p:blipFill>
                <a:blip r:embed="rId43"/>
                <a:stretch>
                  <a:fillRect/>
                </a:stretch>
              </p:blipFill>
              <p:spPr>
                <a:xfrm>
                  <a:off x="3248441" y="325568"/>
                  <a:ext cx="7575" cy="745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93" name="Ink 92">
                  <a:extLst>
                    <a:ext uri="{FF2B5EF4-FFF2-40B4-BE49-F238E27FC236}">
                      <a16:creationId xmlns:a16="http://schemas.microsoft.com/office/drawing/2014/main" id="{760BB745-7D1D-49DF-9B6A-8A1697CA4328}"/>
                    </a:ext>
                  </a:extLst>
                </p14:cNvPr>
                <p14:cNvContentPartPr/>
                <p14:nvPr/>
              </p14:nvContentPartPr>
              <p14:xfrm>
                <a:off x="3252077" y="329144"/>
                <a:ext cx="303" cy="298"/>
              </p14:xfrm>
            </p:contentPart>
          </mc:Choice>
          <mc:Fallback xmlns="">
            <p:pic>
              <p:nvPicPr>
                <p:cNvPr id="93" name="Ink 92">
                  <a:extLst>
                    <a:ext uri="{FF2B5EF4-FFF2-40B4-BE49-F238E27FC236}">
                      <a16:creationId xmlns:a16="http://schemas.microsoft.com/office/drawing/2014/main" id="{760BB745-7D1D-49DF-9B6A-8A1697CA4328}"/>
                    </a:ext>
                  </a:extLst>
                </p:cNvPr>
                <p:cNvPicPr/>
                <p:nvPr/>
              </p:nvPicPr>
              <p:blipFill>
                <a:blip r:embed="rId43"/>
                <a:stretch>
                  <a:fillRect/>
                </a:stretch>
              </p:blipFill>
              <p:spPr>
                <a:xfrm>
                  <a:off x="3248441" y="325568"/>
                  <a:ext cx="7575" cy="745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29" name="Ink 128">
                  <a:extLst>
                    <a:ext uri="{FF2B5EF4-FFF2-40B4-BE49-F238E27FC236}">
                      <a16:creationId xmlns:a16="http://schemas.microsoft.com/office/drawing/2014/main" id="{CD3D7BC6-96C8-4958-A58C-4F0B5CC6CDA0}"/>
                    </a:ext>
                  </a:extLst>
                </p14:cNvPr>
                <p14:cNvContentPartPr/>
                <p14:nvPr/>
              </p14:nvContentPartPr>
              <p14:xfrm>
                <a:off x="3281758" y="473822"/>
                <a:ext cx="303" cy="261"/>
              </p14:xfrm>
            </p:contentPart>
          </mc:Choice>
          <mc:Fallback xmlns="">
            <p:pic>
              <p:nvPicPr>
                <p:cNvPr id="129" name="Ink 128">
                  <a:extLst>
                    <a:ext uri="{FF2B5EF4-FFF2-40B4-BE49-F238E27FC236}">
                      <a16:creationId xmlns:a16="http://schemas.microsoft.com/office/drawing/2014/main" id="{CD3D7BC6-96C8-4958-A58C-4F0B5CC6CDA0}"/>
                    </a:ext>
                  </a:extLst>
                </p:cNvPr>
                <p:cNvPicPr/>
                <p:nvPr/>
              </p:nvPicPr>
              <p:blipFill>
                <a:blip r:embed="rId43"/>
                <a:stretch>
                  <a:fillRect/>
                </a:stretch>
              </p:blipFill>
              <p:spPr>
                <a:xfrm>
                  <a:off x="3278122" y="470690"/>
                  <a:ext cx="7575" cy="6525"/>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130" name="Ink 129">
                  <a:extLst>
                    <a:ext uri="{FF2B5EF4-FFF2-40B4-BE49-F238E27FC236}">
                      <a16:creationId xmlns:a16="http://schemas.microsoft.com/office/drawing/2014/main" id="{120EEC46-E3B8-40EC-84D2-940CFA64B5D7}"/>
                    </a:ext>
                  </a:extLst>
                </p14:cNvPr>
                <p14:cNvContentPartPr/>
                <p14:nvPr/>
              </p14:nvContentPartPr>
              <p14:xfrm>
                <a:off x="3281758" y="84391"/>
                <a:ext cx="303" cy="261"/>
              </p14:xfrm>
            </p:contentPart>
          </mc:Choice>
          <mc:Fallback xmlns="">
            <p:pic>
              <p:nvPicPr>
                <p:cNvPr id="130" name="Ink 129">
                  <a:extLst>
                    <a:ext uri="{FF2B5EF4-FFF2-40B4-BE49-F238E27FC236}">
                      <a16:creationId xmlns:a16="http://schemas.microsoft.com/office/drawing/2014/main" id="{120EEC46-E3B8-40EC-84D2-940CFA64B5D7}"/>
                    </a:ext>
                  </a:extLst>
                </p:cNvPr>
                <p:cNvPicPr/>
                <p:nvPr/>
              </p:nvPicPr>
              <p:blipFill>
                <a:blip r:embed="rId43"/>
                <a:stretch>
                  <a:fillRect/>
                </a:stretch>
              </p:blipFill>
              <p:spPr>
                <a:xfrm>
                  <a:off x="3278122" y="81259"/>
                  <a:ext cx="7575" cy="6525"/>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31" name="Ink 130">
                  <a:extLst>
                    <a:ext uri="{FF2B5EF4-FFF2-40B4-BE49-F238E27FC236}">
                      <a16:creationId xmlns:a16="http://schemas.microsoft.com/office/drawing/2014/main" id="{BCA1C6B6-F6FF-499C-BC06-ED3B61CA95D9}"/>
                    </a:ext>
                  </a:extLst>
                </p14:cNvPr>
                <p14:cNvContentPartPr/>
                <p14:nvPr/>
              </p14:nvContentPartPr>
              <p14:xfrm>
                <a:off x="3281758" y="84391"/>
                <a:ext cx="303" cy="261"/>
              </p14:xfrm>
            </p:contentPart>
          </mc:Choice>
          <mc:Fallback xmlns="">
            <p:pic>
              <p:nvPicPr>
                <p:cNvPr id="131" name="Ink 130">
                  <a:extLst>
                    <a:ext uri="{FF2B5EF4-FFF2-40B4-BE49-F238E27FC236}">
                      <a16:creationId xmlns:a16="http://schemas.microsoft.com/office/drawing/2014/main" id="{BCA1C6B6-F6FF-499C-BC06-ED3B61CA95D9}"/>
                    </a:ext>
                  </a:extLst>
                </p:cNvPr>
                <p:cNvPicPr/>
                <p:nvPr/>
              </p:nvPicPr>
              <p:blipFill>
                <a:blip r:embed="rId43"/>
                <a:stretch>
                  <a:fillRect/>
                </a:stretch>
              </p:blipFill>
              <p:spPr>
                <a:xfrm>
                  <a:off x="3278122" y="81259"/>
                  <a:ext cx="7575" cy="6525"/>
                </a:xfrm>
                <a:prstGeom prst="rect">
                  <a:avLst/>
                </a:prstGeom>
              </p:spPr>
            </p:pic>
          </mc:Fallback>
        </mc:AlternateContent>
        <p:sp>
          <p:nvSpPr>
            <p:cNvPr id="168" name="TextBox 167">
              <a:extLst>
                <a:ext uri="{FF2B5EF4-FFF2-40B4-BE49-F238E27FC236}">
                  <a16:creationId xmlns:a16="http://schemas.microsoft.com/office/drawing/2014/main" id="{FF90CF87-4BB4-4973-B978-83176A625E7D}"/>
                </a:ext>
              </a:extLst>
            </p:cNvPr>
            <p:cNvSpPr txBox="1"/>
            <p:nvPr/>
          </p:nvSpPr>
          <p:spPr>
            <a:xfrm>
              <a:off x="552130" y="213776"/>
              <a:ext cx="1595355" cy="461665"/>
            </a:xfrm>
            <a:prstGeom prst="rect">
              <a:avLst/>
            </a:prstGeom>
            <a:noFill/>
          </p:spPr>
          <p:txBody>
            <a:bodyPr wrap="square" rtlCol="0">
              <a:spAutoFit/>
            </a:bodyPr>
            <a:lstStyle/>
            <a:p>
              <a:pPr algn="ctr"/>
              <a:r>
                <a:rPr lang="en-US" sz="1200" b="1" u="sng" dirty="0">
                  <a:sym typeface="Wingdings" panose="05000000000000000000" pitchFamily="2" charset="2"/>
                </a:rPr>
                <a:t> Effective Arterial Blood Volume (EABV)</a:t>
              </a:r>
              <a:endParaRPr lang="en-US" sz="1200" b="1" u="sng" dirty="0"/>
            </a:p>
          </p:txBody>
        </p:sp>
        <p:sp>
          <p:nvSpPr>
            <p:cNvPr id="171" name="TextBox 170">
              <a:extLst>
                <a:ext uri="{FF2B5EF4-FFF2-40B4-BE49-F238E27FC236}">
                  <a16:creationId xmlns:a16="http://schemas.microsoft.com/office/drawing/2014/main" id="{47A9F396-6DF7-49CB-B6BC-ABCB7CDCD410}"/>
                </a:ext>
              </a:extLst>
            </p:cNvPr>
            <p:cNvSpPr txBox="1"/>
            <p:nvPr/>
          </p:nvSpPr>
          <p:spPr>
            <a:xfrm>
              <a:off x="2467132" y="324588"/>
              <a:ext cx="1508588" cy="276999"/>
            </a:xfrm>
            <a:prstGeom prst="rect">
              <a:avLst/>
            </a:prstGeom>
            <a:noFill/>
          </p:spPr>
          <p:txBody>
            <a:bodyPr wrap="square" rtlCol="0">
              <a:spAutoFit/>
            </a:bodyPr>
            <a:lstStyle/>
            <a:p>
              <a:pPr algn="ctr"/>
              <a:r>
                <a:rPr lang="en-US" sz="1200" b="1" u="sng" dirty="0">
                  <a:sym typeface="Wingdings" panose="05000000000000000000" pitchFamily="2" charset="2"/>
                </a:rPr>
                <a:t>Altered vasculature </a:t>
              </a:r>
              <a:endParaRPr lang="en-US" sz="1200" b="1" u="sng" dirty="0"/>
            </a:p>
          </p:txBody>
        </p:sp>
        <p:sp>
          <p:nvSpPr>
            <p:cNvPr id="172" name="TextBox 171">
              <a:extLst>
                <a:ext uri="{FF2B5EF4-FFF2-40B4-BE49-F238E27FC236}">
                  <a16:creationId xmlns:a16="http://schemas.microsoft.com/office/drawing/2014/main" id="{38021E02-1EAB-4FBA-8F41-52328F07BCC7}"/>
                </a:ext>
              </a:extLst>
            </p:cNvPr>
            <p:cNvSpPr txBox="1"/>
            <p:nvPr/>
          </p:nvSpPr>
          <p:spPr>
            <a:xfrm>
              <a:off x="599531" y="660671"/>
              <a:ext cx="1322926" cy="728045"/>
            </a:xfrm>
            <a:prstGeom prst="rect">
              <a:avLst/>
            </a:prstGeom>
            <a:noFill/>
          </p:spPr>
          <p:txBody>
            <a:bodyPr wrap="square" rtlCol="0">
              <a:spAutoFit/>
            </a:bodyPr>
            <a:lstStyle/>
            <a:p>
              <a:pPr marL="228600" indent="-228600">
                <a:buFont typeface="+mj-lt"/>
                <a:buAutoNum type="arabicPeriod"/>
              </a:pPr>
              <a:r>
                <a:rPr lang="en-US" sz="1200" dirty="0"/>
                <a:t>Hypovolemia</a:t>
              </a:r>
            </a:p>
            <a:p>
              <a:pPr marL="228600" indent="-228600">
                <a:buFont typeface="+mj-lt"/>
                <a:buAutoNum type="arabicPeriod"/>
              </a:pPr>
              <a:r>
                <a:rPr lang="en-US" sz="1200" dirty="0"/>
                <a:t>Sepsis</a:t>
              </a:r>
            </a:p>
            <a:p>
              <a:pPr marL="228600" indent="-228600">
                <a:buFont typeface="+mj-lt"/>
                <a:buAutoNum type="arabicPeriod"/>
              </a:pPr>
              <a:r>
                <a:rPr lang="en-US" sz="1200" dirty="0"/>
                <a:t>Heart failure</a:t>
              </a:r>
            </a:p>
            <a:p>
              <a:pPr marL="228600" indent="-228600">
                <a:buFont typeface="+mj-lt"/>
                <a:buAutoNum type="arabicPeriod"/>
              </a:pPr>
              <a:r>
                <a:rPr lang="en-US" sz="1200" dirty="0"/>
                <a:t>Cirrhosis </a:t>
              </a:r>
            </a:p>
          </p:txBody>
        </p:sp>
        <p:sp>
          <p:nvSpPr>
            <p:cNvPr id="177" name="TextBox 176">
              <a:extLst>
                <a:ext uri="{FF2B5EF4-FFF2-40B4-BE49-F238E27FC236}">
                  <a16:creationId xmlns:a16="http://schemas.microsoft.com/office/drawing/2014/main" id="{A1BA85CD-917C-4C16-BC3A-E9BB149CE4CF}"/>
                </a:ext>
              </a:extLst>
            </p:cNvPr>
            <p:cNvSpPr txBox="1"/>
            <p:nvPr/>
          </p:nvSpPr>
          <p:spPr>
            <a:xfrm>
              <a:off x="2277510" y="660530"/>
              <a:ext cx="1810930" cy="830997"/>
            </a:xfrm>
            <a:prstGeom prst="rect">
              <a:avLst/>
            </a:prstGeom>
            <a:noFill/>
          </p:spPr>
          <p:txBody>
            <a:bodyPr wrap="square" rtlCol="0">
              <a:spAutoFit/>
            </a:bodyPr>
            <a:lstStyle/>
            <a:p>
              <a:pPr marL="228600" indent="-228600">
                <a:buAutoNum type="arabicPeriod"/>
              </a:pPr>
              <a:r>
                <a:rPr lang="en-US" sz="1200" dirty="0">
                  <a:sym typeface="Wingdings" panose="05000000000000000000" pitchFamily="2" charset="2"/>
                </a:rPr>
                <a:t>Renal vein thrombosis</a:t>
              </a:r>
            </a:p>
            <a:p>
              <a:pPr marL="228600" indent="-228600">
                <a:buAutoNum type="arabicPeriod" startAt="2"/>
              </a:pPr>
              <a:r>
                <a:rPr lang="en-US" sz="1200" dirty="0">
                  <a:sym typeface="Wingdings" panose="05000000000000000000" pitchFamily="2" charset="2"/>
                </a:rPr>
                <a:t>Renal vein HTN (CHF)</a:t>
              </a:r>
            </a:p>
            <a:p>
              <a:pPr marL="228600" indent="-228600">
                <a:buAutoNum type="arabicPeriod" startAt="2"/>
              </a:pPr>
              <a:r>
                <a:rPr lang="en-US" sz="1200" dirty="0" err="1">
                  <a:sym typeface="Wingdings" panose="05000000000000000000" pitchFamily="2" charset="2"/>
                </a:rPr>
                <a:t>Intra</a:t>
              </a:r>
              <a:r>
                <a:rPr lang="en-US" sz="1200" dirty="0">
                  <a:sym typeface="Wingdings" panose="05000000000000000000" pitchFamily="2" charset="2"/>
                </a:rPr>
                <a:t>-Abdominal Hypertension (IAH)</a:t>
              </a:r>
            </a:p>
          </p:txBody>
        </p:sp>
        <p:sp>
          <p:nvSpPr>
            <p:cNvPr id="22" name="Left Bracket 21">
              <a:extLst>
                <a:ext uri="{FF2B5EF4-FFF2-40B4-BE49-F238E27FC236}">
                  <a16:creationId xmlns:a16="http://schemas.microsoft.com/office/drawing/2014/main" id="{395F6A62-1AFD-40E0-88C4-90E304333AF6}"/>
                </a:ext>
              </a:extLst>
            </p:cNvPr>
            <p:cNvSpPr/>
            <p:nvPr/>
          </p:nvSpPr>
          <p:spPr>
            <a:xfrm>
              <a:off x="566270" y="255262"/>
              <a:ext cx="45719" cy="1147751"/>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3" name="TextBox 22">
              <a:extLst>
                <a:ext uri="{FF2B5EF4-FFF2-40B4-BE49-F238E27FC236}">
                  <a16:creationId xmlns:a16="http://schemas.microsoft.com/office/drawing/2014/main" id="{6507C97A-267A-497E-91E3-135679D2F46E}"/>
                </a:ext>
              </a:extLst>
            </p:cNvPr>
            <p:cNvSpPr txBox="1"/>
            <p:nvPr/>
          </p:nvSpPr>
          <p:spPr>
            <a:xfrm>
              <a:off x="254858" y="255262"/>
              <a:ext cx="369332" cy="1167728"/>
            </a:xfrm>
            <a:prstGeom prst="rect">
              <a:avLst/>
            </a:prstGeom>
            <a:noFill/>
          </p:spPr>
          <p:txBody>
            <a:bodyPr vert="vert270" wrap="square" rtlCol="0">
              <a:spAutoFit/>
            </a:bodyPr>
            <a:lstStyle/>
            <a:p>
              <a:pPr algn="ctr"/>
              <a:r>
                <a:rPr lang="en-US" sz="1200" dirty="0"/>
                <a:t>Etiologies</a:t>
              </a:r>
            </a:p>
          </p:txBody>
        </p:sp>
        <p:sp>
          <p:nvSpPr>
            <p:cNvPr id="119" name="Left Bracket 118">
              <a:extLst>
                <a:ext uri="{FF2B5EF4-FFF2-40B4-BE49-F238E27FC236}">
                  <a16:creationId xmlns:a16="http://schemas.microsoft.com/office/drawing/2014/main" id="{29188F3C-9A13-44AA-9DDD-4458B98B7575}"/>
                </a:ext>
              </a:extLst>
            </p:cNvPr>
            <p:cNvSpPr/>
            <p:nvPr/>
          </p:nvSpPr>
          <p:spPr>
            <a:xfrm>
              <a:off x="566158" y="1507647"/>
              <a:ext cx="45719" cy="489898"/>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20" name="TextBox 119">
              <a:extLst>
                <a:ext uri="{FF2B5EF4-FFF2-40B4-BE49-F238E27FC236}">
                  <a16:creationId xmlns:a16="http://schemas.microsoft.com/office/drawing/2014/main" id="{0BA66731-B489-4248-80B9-5AAEFB8BD7E8}"/>
                </a:ext>
              </a:extLst>
            </p:cNvPr>
            <p:cNvSpPr txBox="1"/>
            <p:nvPr/>
          </p:nvSpPr>
          <p:spPr>
            <a:xfrm>
              <a:off x="220744" y="1517907"/>
              <a:ext cx="369332" cy="489898"/>
            </a:xfrm>
            <a:prstGeom prst="rect">
              <a:avLst/>
            </a:prstGeom>
            <a:noFill/>
          </p:spPr>
          <p:txBody>
            <a:bodyPr vert="vert270" wrap="square" rtlCol="0">
              <a:spAutoFit/>
            </a:bodyPr>
            <a:lstStyle/>
            <a:p>
              <a:pPr algn="ctr"/>
              <a:r>
                <a:rPr lang="en-US" sz="1200" dirty="0"/>
                <a:t>Dx</a:t>
              </a:r>
            </a:p>
          </p:txBody>
        </p:sp>
        <p:sp>
          <p:nvSpPr>
            <p:cNvPr id="27" name="TextBox 26">
              <a:extLst>
                <a:ext uri="{FF2B5EF4-FFF2-40B4-BE49-F238E27FC236}">
                  <a16:creationId xmlns:a16="http://schemas.microsoft.com/office/drawing/2014/main" id="{13085BF5-8E06-4ABE-944A-296D3E9DE089}"/>
                </a:ext>
              </a:extLst>
            </p:cNvPr>
            <p:cNvSpPr txBox="1"/>
            <p:nvPr/>
          </p:nvSpPr>
          <p:spPr>
            <a:xfrm>
              <a:off x="686457" y="1568970"/>
              <a:ext cx="3006910" cy="430887"/>
            </a:xfrm>
            <a:prstGeom prst="rect">
              <a:avLst/>
            </a:prstGeom>
            <a:noFill/>
          </p:spPr>
          <p:txBody>
            <a:bodyPr wrap="square" rtlCol="0">
              <a:spAutoFit/>
            </a:bodyPr>
            <a:lstStyle/>
            <a:p>
              <a:r>
                <a:rPr lang="en-US" sz="1100" dirty="0"/>
                <a:t>Suggestive history, bland urinalysis,</a:t>
              </a:r>
            </a:p>
            <a:p>
              <a:r>
                <a:rPr lang="en-US" sz="1100" dirty="0"/>
                <a:t>no hydronephrosis and </a:t>
              </a:r>
              <a:r>
                <a:rPr lang="en-US" sz="1100" dirty="0" err="1"/>
                <a:t>FeNa</a:t>
              </a:r>
              <a:r>
                <a:rPr lang="en-US" sz="1100" dirty="0"/>
                <a:t> &lt;1% (if oliguric)</a:t>
              </a:r>
            </a:p>
          </p:txBody>
        </p:sp>
        <p:sp>
          <p:nvSpPr>
            <p:cNvPr id="133" name="Pre-Renal text">
              <a:extLst>
                <a:ext uri="{FF2B5EF4-FFF2-40B4-BE49-F238E27FC236}">
                  <a16:creationId xmlns:a16="http://schemas.microsoft.com/office/drawing/2014/main" id="{CD00DA4C-5A18-4A51-8112-5F4BB722E254}"/>
                </a:ext>
              </a:extLst>
            </p:cNvPr>
            <p:cNvSpPr txBox="1"/>
            <p:nvPr/>
          </p:nvSpPr>
          <p:spPr>
            <a:xfrm>
              <a:off x="285615" y="210103"/>
              <a:ext cx="3897828" cy="1916633"/>
            </a:xfrm>
            <a:prstGeom prst="rect">
              <a:avLst/>
            </a:prstGeom>
            <a:noFill/>
            <a:ln>
              <a:solidFill>
                <a:srgbClr val="C00000"/>
              </a:solidFill>
            </a:ln>
          </p:spPr>
          <p:style>
            <a:lnRef idx="2">
              <a:schemeClr val="accent1"/>
            </a:lnRef>
            <a:fillRef idx="1">
              <a:schemeClr val="lt1"/>
            </a:fillRef>
            <a:effectRef idx="0">
              <a:schemeClr val="accent1"/>
            </a:effectRef>
            <a:fontRef idx="minor">
              <a:schemeClr val="dk1"/>
            </a:fontRef>
          </p:style>
          <p:txBody>
            <a:bodyPr wrap="square" rtlCol="0">
              <a:noAutofit/>
            </a:bodyPr>
            <a:lstStyle/>
            <a:p>
              <a:endParaRPr lang="en-US" sz="1200" dirty="0"/>
            </a:p>
            <a:p>
              <a:endParaRPr lang="en-US" sz="1200" dirty="0"/>
            </a:p>
            <a:p>
              <a:endParaRPr lang="en-US" sz="1200" dirty="0"/>
            </a:p>
            <a:p>
              <a:endParaRPr lang="en-US" sz="1200" dirty="0"/>
            </a:p>
            <a:p>
              <a:endParaRPr lang="en-US" sz="1200" dirty="0"/>
            </a:p>
            <a:p>
              <a:endParaRPr lang="en-US" sz="1200" dirty="0"/>
            </a:p>
          </p:txBody>
        </p:sp>
      </p:grpSp>
      <p:sp>
        <p:nvSpPr>
          <p:cNvPr id="98" name="Pre-Renal">
            <a:extLst>
              <a:ext uri="{FF2B5EF4-FFF2-40B4-BE49-F238E27FC236}">
                <a16:creationId xmlns:a16="http://schemas.microsoft.com/office/drawing/2014/main" id="{E2A842C4-6089-40FF-A06C-CB4CAB59B8D6}"/>
              </a:ext>
            </a:extLst>
          </p:cNvPr>
          <p:cNvSpPr txBox="1"/>
          <p:nvPr/>
        </p:nvSpPr>
        <p:spPr>
          <a:xfrm>
            <a:off x="1537098" y="2305912"/>
            <a:ext cx="1647905" cy="476726"/>
          </a:xfrm>
          <a:prstGeom prst="roundRect">
            <a:avLst/>
          </a:prstGeom>
          <a:solidFill>
            <a:schemeClr val="bg1"/>
          </a:solidFill>
          <a:ln w="38100">
            <a:solidFill>
              <a:srgbClr val="C00000"/>
            </a:solidFill>
          </a:ln>
          <a:effectLst>
            <a:outerShdw blurRad="50800" dist="38100" dir="8100000" algn="tr" rotWithShape="0">
              <a:prstClr val="black">
                <a:alpha val="40000"/>
              </a:prstClr>
            </a:outerShdw>
          </a:effectLst>
        </p:spPr>
        <p:txBody>
          <a:bodyPr wrap="square" tIns="0" bIns="0" rtlCol="0">
            <a:spAutoFit/>
          </a:bodyPr>
          <a:lstStyle/>
          <a:p>
            <a:pPr algn="ctr"/>
            <a:r>
              <a:rPr lang="en-US" sz="2800" dirty="0"/>
              <a:t>PRE-renal</a:t>
            </a:r>
          </a:p>
        </p:txBody>
      </p:sp>
      <p:sp>
        <p:nvSpPr>
          <p:cNvPr id="121" name="eGFR text">
            <a:extLst>
              <a:ext uri="{FF2B5EF4-FFF2-40B4-BE49-F238E27FC236}">
                <a16:creationId xmlns:a16="http://schemas.microsoft.com/office/drawing/2014/main" id="{271265DA-394D-4D16-8ABF-231458B0A15F}"/>
              </a:ext>
            </a:extLst>
          </p:cNvPr>
          <p:cNvSpPr txBox="1"/>
          <p:nvPr/>
        </p:nvSpPr>
        <p:spPr>
          <a:xfrm>
            <a:off x="4561302" y="871458"/>
            <a:ext cx="2966237" cy="430887"/>
          </a:xfrm>
          <a:prstGeom prst="rect">
            <a:avLst/>
          </a:prstGeom>
          <a:solidFill>
            <a:schemeClr val="bg1"/>
          </a:solidFill>
        </p:spPr>
        <p:txBody>
          <a:bodyPr wrap="square">
            <a:spAutoFit/>
          </a:bodyPr>
          <a:lstStyle/>
          <a:p>
            <a:pPr algn="ctr"/>
            <a:r>
              <a:rPr lang="en-US" sz="1100" dirty="0"/>
              <a:t>Key point: eGFR is not meaningful in setting of AKI.  eGFR is based on assumption of stable GFR</a:t>
            </a:r>
          </a:p>
        </p:txBody>
      </p:sp>
      <p:pic>
        <p:nvPicPr>
          <p:cNvPr id="34" name="Star-eGFR" descr="Badge New">
            <a:extLst>
              <a:ext uri="{FF2B5EF4-FFF2-40B4-BE49-F238E27FC236}">
                <a16:creationId xmlns:a16="http://schemas.microsoft.com/office/drawing/2014/main" id="{FF51FF6C-9E77-4A96-8F7B-854C25F605FC}"/>
              </a:ext>
            </a:extLst>
          </p:cNvPr>
          <p:cNvPicPr>
            <a:picLocks noChangeAspect="1"/>
          </p:cNvPicPr>
          <p:nvPr/>
        </p:nvPicPr>
        <p:blipFill>
          <a:blip r:embed="rId49">
            <a:extLst>
              <a:ext uri="{28A0092B-C50C-407E-A947-70E740481C1C}">
                <a14:useLocalDpi xmlns:a14="http://schemas.microsoft.com/office/drawing/2010/main" val="0"/>
              </a:ext>
              <a:ext uri="{96DAC541-7B7A-43D3-8B79-37D633B846F1}">
                <asvg:svgBlip xmlns:asvg="http://schemas.microsoft.com/office/drawing/2016/SVG/main" r:embed="rId50"/>
              </a:ext>
            </a:extLst>
          </a:blip>
          <a:stretch>
            <a:fillRect/>
          </a:stretch>
        </p:blipFill>
        <p:spPr>
          <a:xfrm>
            <a:off x="4231029" y="847290"/>
            <a:ext cx="457200" cy="457200"/>
          </a:xfrm>
          <a:prstGeom prst="rect">
            <a:avLst/>
          </a:prstGeom>
          <a:effectLst>
            <a:outerShdw blurRad="50800" dist="38100" dir="8100000" algn="tr" rotWithShape="0">
              <a:prstClr val="black">
                <a:alpha val="40000"/>
              </a:prstClr>
            </a:outerShdw>
          </a:effectLst>
        </p:spPr>
      </p:pic>
      <mc:AlternateContent xmlns:mc="http://schemas.openxmlformats.org/markup-compatibility/2006">
        <mc:Choice xmlns:pslz="http://schemas.microsoft.com/office/powerpoint/2016/slidezoom" Requires="pslz">
          <p:graphicFrame>
            <p:nvGraphicFramePr>
              <p:cNvPr id="40" name="Slide Zoom 39">
                <a:extLst>
                  <a:ext uri="{FF2B5EF4-FFF2-40B4-BE49-F238E27FC236}">
                    <a16:creationId xmlns:a16="http://schemas.microsoft.com/office/drawing/2014/main" id="{6A55DDBC-172B-4224-82D0-F87ED2516172}"/>
                  </a:ext>
                </a:extLst>
              </p:cNvPr>
              <p:cNvGraphicFramePr>
                <a:graphicFrameLocks noChangeAspect="1"/>
              </p:cNvGraphicFramePr>
              <p:nvPr>
                <p:extLst>
                  <p:ext uri="{D42A27DB-BD31-4B8C-83A1-F6EECF244321}">
                    <p14:modId xmlns:p14="http://schemas.microsoft.com/office/powerpoint/2010/main" val="1646612630"/>
                  </p:ext>
                </p:extLst>
              </p:nvPr>
            </p:nvGraphicFramePr>
            <p:xfrm>
              <a:off x="1749430" y="6261864"/>
              <a:ext cx="1018542" cy="572930"/>
            </p:xfrm>
            <a:graphic>
              <a:graphicData uri="http://schemas.microsoft.com/office/powerpoint/2016/slidezoom">
                <pslz:sldZm>
                  <pslz:sldZmObj sldId="279" cId="1378476501">
                    <pslz:zmPr id="{C6051B57-F7E9-4A43-8210-A03E8D99D75C}" returnToParent="0" transitionDur="1000">
                      <p166:blipFill xmlns:p166="http://schemas.microsoft.com/office/powerpoint/2016/6/main">
                        <a:blip r:embed="rId51"/>
                        <a:stretch>
                          <a:fillRect/>
                        </a:stretch>
                      </p166:blipFill>
                      <p166:spPr xmlns:p166="http://schemas.microsoft.com/office/powerpoint/2016/6/main">
                        <a:xfrm>
                          <a:off x="0" y="0"/>
                          <a:ext cx="1018542" cy="572930"/>
                        </a:xfrm>
                        <a:prstGeom prst="rect">
                          <a:avLst/>
                        </a:prstGeom>
                        <a:ln w="3175">
                          <a:solidFill>
                            <a:prstClr val="ltGray"/>
                          </a:solidFill>
                        </a:ln>
                      </p166:spPr>
                    </pslz:zmPr>
                  </pslz:sldZmObj>
                </pslz:sldZm>
              </a:graphicData>
            </a:graphic>
          </p:graphicFrame>
        </mc:Choice>
        <mc:Fallback>
          <p:pic>
            <p:nvPicPr>
              <p:cNvPr id="40" name="Slide Zoom 39">
                <a:extLst>
                  <a:ext uri="{FF2B5EF4-FFF2-40B4-BE49-F238E27FC236}">
                    <a16:creationId xmlns:a16="http://schemas.microsoft.com/office/drawing/2014/main" id="{6A55DDBC-172B-4224-82D0-F87ED2516172}"/>
                  </a:ext>
                </a:extLst>
              </p:cNvPr>
              <p:cNvPicPr>
                <a:picLocks noGrp="1" noRot="1" noChangeAspect="1" noMove="1" noResize="1" noEditPoints="1" noAdjustHandles="1" noChangeArrowheads="1" noChangeShapeType="1"/>
              </p:cNvPicPr>
              <p:nvPr/>
            </p:nvPicPr>
            <p:blipFill>
              <a:blip r:embed="rId51"/>
              <a:stretch>
                <a:fillRect/>
              </a:stretch>
            </p:blipFill>
            <p:spPr>
              <a:xfrm>
                <a:off x="1749430" y="6261864"/>
                <a:ext cx="1018542" cy="57293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42" name="Slide Zoom 41">
                <a:extLst>
                  <a:ext uri="{FF2B5EF4-FFF2-40B4-BE49-F238E27FC236}">
                    <a16:creationId xmlns:a16="http://schemas.microsoft.com/office/drawing/2014/main" id="{D62719A6-720C-45DE-8E8B-761B0F962AA4}"/>
                  </a:ext>
                </a:extLst>
              </p:cNvPr>
              <p:cNvGraphicFramePr>
                <a:graphicFrameLocks noChangeAspect="1"/>
              </p:cNvGraphicFramePr>
              <p:nvPr>
                <p:extLst>
                  <p:ext uri="{D42A27DB-BD31-4B8C-83A1-F6EECF244321}">
                    <p14:modId xmlns:p14="http://schemas.microsoft.com/office/powerpoint/2010/main" val="697641065"/>
                  </p:ext>
                </p:extLst>
              </p:nvPr>
            </p:nvGraphicFramePr>
            <p:xfrm>
              <a:off x="173785" y="2263934"/>
              <a:ext cx="1202989" cy="676681"/>
            </p:xfrm>
            <a:graphic>
              <a:graphicData uri="http://schemas.microsoft.com/office/powerpoint/2016/slidezoom">
                <pslz:sldZm>
                  <pslz:sldZmObj sldId="277" cId="3548116233">
                    <pslz:zmPr id="{4B3F239D-4D52-471A-B6FC-D1566A2BA180}" returnToParent="0" transitionDur="1000">
                      <p166:blipFill xmlns:p166="http://schemas.microsoft.com/office/powerpoint/2016/6/main">
                        <a:blip r:embed="rId52"/>
                        <a:stretch>
                          <a:fillRect/>
                        </a:stretch>
                      </p166:blipFill>
                      <p166:spPr xmlns:p166="http://schemas.microsoft.com/office/powerpoint/2016/6/main">
                        <a:xfrm>
                          <a:off x="0" y="0"/>
                          <a:ext cx="1202989" cy="676681"/>
                        </a:xfrm>
                        <a:prstGeom prst="rect">
                          <a:avLst/>
                        </a:prstGeom>
                        <a:ln w="3175">
                          <a:solidFill>
                            <a:prstClr val="ltGray"/>
                          </a:solidFill>
                        </a:ln>
                      </p166:spPr>
                    </pslz:zmPr>
                  </pslz:sldZmObj>
                </pslz:sldZm>
              </a:graphicData>
            </a:graphic>
          </p:graphicFrame>
        </mc:Choice>
        <mc:Fallback>
          <p:pic>
            <p:nvPicPr>
              <p:cNvPr id="42" name="Slide Zoom 41">
                <a:extLst>
                  <a:ext uri="{FF2B5EF4-FFF2-40B4-BE49-F238E27FC236}">
                    <a16:creationId xmlns:a16="http://schemas.microsoft.com/office/drawing/2014/main" id="{D62719A6-720C-45DE-8E8B-761B0F962AA4}"/>
                  </a:ext>
                </a:extLst>
              </p:cNvPr>
              <p:cNvPicPr>
                <a:picLocks noGrp="1" noRot="1" noChangeAspect="1" noMove="1" noResize="1" noEditPoints="1" noAdjustHandles="1" noChangeArrowheads="1" noChangeShapeType="1"/>
              </p:cNvPicPr>
              <p:nvPr/>
            </p:nvPicPr>
            <p:blipFill>
              <a:blip r:embed="rId52"/>
              <a:stretch>
                <a:fillRect/>
              </a:stretch>
            </p:blipFill>
            <p:spPr>
              <a:xfrm>
                <a:off x="173785" y="2263934"/>
                <a:ext cx="1202989" cy="676681"/>
              </a:xfrm>
              <a:prstGeom prst="rect">
                <a:avLst/>
              </a:prstGeom>
              <a:ln w="3175">
                <a:solidFill>
                  <a:prstClr val="ltGray"/>
                </a:solidFill>
              </a:ln>
            </p:spPr>
          </p:pic>
        </mc:Fallback>
      </mc:AlternateContent>
      <p:grpSp>
        <p:nvGrpSpPr>
          <p:cNvPr id="127" name="Clikc here">
            <a:extLst>
              <a:ext uri="{FF2B5EF4-FFF2-40B4-BE49-F238E27FC236}">
                <a16:creationId xmlns:a16="http://schemas.microsoft.com/office/drawing/2014/main" id="{E1EBA4EE-37D3-4700-9AB0-300F20AE2716}"/>
              </a:ext>
            </a:extLst>
          </p:cNvPr>
          <p:cNvGrpSpPr/>
          <p:nvPr/>
        </p:nvGrpSpPr>
        <p:grpSpPr>
          <a:xfrm>
            <a:off x="1349806" y="2864602"/>
            <a:ext cx="1670770" cy="461665"/>
            <a:chOff x="3086130" y="687991"/>
            <a:chExt cx="2330801" cy="461665"/>
          </a:xfrm>
        </p:grpSpPr>
        <p:cxnSp>
          <p:nvCxnSpPr>
            <p:cNvPr id="128" name="Straight Arrow Connector 127">
              <a:extLst>
                <a:ext uri="{FF2B5EF4-FFF2-40B4-BE49-F238E27FC236}">
                  <a16:creationId xmlns:a16="http://schemas.microsoft.com/office/drawing/2014/main" id="{C31E0AC2-0F72-4C83-B3FA-5E75E048A578}"/>
                </a:ext>
              </a:extLst>
            </p:cNvPr>
            <p:cNvCxnSpPr>
              <a:cxnSpLocks/>
            </p:cNvCxnSpPr>
            <p:nvPr/>
          </p:nvCxnSpPr>
          <p:spPr>
            <a:xfrm flipH="1" flipV="1">
              <a:off x="3086130" y="735908"/>
              <a:ext cx="622270" cy="165116"/>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32" name="TextBox 131">
              <a:extLst>
                <a:ext uri="{FF2B5EF4-FFF2-40B4-BE49-F238E27FC236}">
                  <a16:creationId xmlns:a16="http://schemas.microsoft.com/office/drawing/2014/main" id="{73CEBD09-2462-4F23-BE42-E2A4E5920472}"/>
                </a:ext>
              </a:extLst>
            </p:cNvPr>
            <p:cNvSpPr txBox="1"/>
            <p:nvPr/>
          </p:nvSpPr>
          <p:spPr>
            <a:xfrm>
              <a:off x="3397165" y="687991"/>
              <a:ext cx="2019766" cy="461665"/>
            </a:xfrm>
            <a:prstGeom prst="rect">
              <a:avLst/>
            </a:prstGeom>
            <a:noFill/>
          </p:spPr>
          <p:txBody>
            <a:bodyPr wrap="square" rtlCol="0">
              <a:spAutoFit/>
            </a:bodyPr>
            <a:lstStyle/>
            <a:p>
              <a:pPr algn="ctr"/>
              <a:r>
                <a:rPr lang="en-US" altLang="zh-CN" sz="1200" dirty="0"/>
                <a:t>Click here for additional details</a:t>
              </a:r>
              <a:endParaRPr lang="en-US" sz="1200" dirty="0"/>
            </a:p>
          </p:txBody>
        </p:sp>
      </p:grpSp>
      <p:grpSp>
        <p:nvGrpSpPr>
          <p:cNvPr id="49" name="Group 48">
            <a:extLst>
              <a:ext uri="{FF2B5EF4-FFF2-40B4-BE49-F238E27FC236}">
                <a16:creationId xmlns:a16="http://schemas.microsoft.com/office/drawing/2014/main" id="{E22B6704-4B1F-454D-852E-C692FEBACF68}"/>
              </a:ext>
            </a:extLst>
          </p:cNvPr>
          <p:cNvGrpSpPr/>
          <p:nvPr/>
        </p:nvGrpSpPr>
        <p:grpSpPr>
          <a:xfrm>
            <a:off x="300494" y="6360934"/>
            <a:ext cx="1416273" cy="461665"/>
            <a:chOff x="-68510" y="6285718"/>
            <a:chExt cx="1416273" cy="461665"/>
          </a:xfrm>
        </p:grpSpPr>
        <p:sp>
          <p:nvSpPr>
            <p:cNvPr id="181" name="TextBox 180">
              <a:extLst>
                <a:ext uri="{FF2B5EF4-FFF2-40B4-BE49-F238E27FC236}">
                  <a16:creationId xmlns:a16="http://schemas.microsoft.com/office/drawing/2014/main" id="{6A3795A2-B919-43EA-A273-CADCD25DAAE4}"/>
                </a:ext>
              </a:extLst>
            </p:cNvPr>
            <p:cNvSpPr txBox="1"/>
            <p:nvPr/>
          </p:nvSpPr>
          <p:spPr>
            <a:xfrm>
              <a:off x="-68510" y="6285718"/>
              <a:ext cx="1351997" cy="461665"/>
            </a:xfrm>
            <a:prstGeom prst="rect">
              <a:avLst/>
            </a:prstGeom>
            <a:noFill/>
          </p:spPr>
          <p:txBody>
            <a:bodyPr wrap="square" rtlCol="0">
              <a:spAutoFit/>
            </a:bodyPr>
            <a:lstStyle/>
            <a:p>
              <a:pPr algn="ctr"/>
              <a:r>
                <a:rPr lang="en-US" altLang="zh-CN" sz="1200" dirty="0"/>
                <a:t>Click here for additional details</a:t>
              </a:r>
              <a:endParaRPr lang="en-US" sz="1200" dirty="0"/>
            </a:p>
          </p:txBody>
        </p:sp>
        <p:cxnSp>
          <p:nvCxnSpPr>
            <p:cNvPr id="178" name="Straight Arrow Connector 177">
              <a:extLst>
                <a:ext uri="{FF2B5EF4-FFF2-40B4-BE49-F238E27FC236}">
                  <a16:creationId xmlns:a16="http://schemas.microsoft.com/office/drawing/2014/main" id="{A88E2669-952E-4A6B-8825-37AE1A6AE18A}"/>
                </a:ext>
              </a:extLst>
            </p:cNvPr>
            <p:cNvCxnSpPr>
              <a:cxnSpLocks/>
            </p:cNvCxnSpPr>
            <p:nvPr/>
          </p:nvCxnSpPr>
          <p:spPr>
            <a:xfrm>
              <a:off x="1100005" y="6470809"/>
              <a:ext cx="247758" cy="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grpSp>
      <p:grpSp>
        <p:nvGrpSpPr>
          <p:cNvPr id="182" name="Clikc here">
            <a:extLst>
              <a:ext uri="{FF2B5EF4-FFF2-40B4-BE49-F238E27FC236}">
                <a16:creationId xmlns:a16="http://schemas.microsoft.com/office/drawing/2014/main" id="{DDC4876D-288A-478D-BF0C-1F6BC28DB162}"/>
              </a:ext>
            </a:extLst>
          </p:cNvPr>
          <p:cNvGrpSpPr/>
          <p:nvPr/>
        </p:nvGrpSpPr>
        <p:grpSpPr>
          <a:xfrm>
            <a:off x="3971657" y="1276260"/>
            <a:ext cx="521274" cy="416101"/>
            <a:chOff x="3310882" y="675819"/>
            <a:chExt cx="727201" cy="416101"/>
          </a:xfrm>
        </p:grpSpPr>
        <p:cxnSp>
          <p:nvCxnSpPr>
            <p:cNvPr id="183" name="Straight Arrow Connector 182">
              <a:extLst>
                <a:ext uri="{FF2B5EF4-FFF2-40B4-BE49-F238E27FC236}">
                  <a16:creationId xmlns:a16="http://schemas.microsoft.com/office/drawing/2014/main" id="{2841C740-9773-41B4-9134-809E282116B9}"/>
                </a:ext>
              </a:extLst>
            </p:cNvPr>
            <p:cNvCxnSpPr>
              <a:cxnSpLocks/>
              <a:stCxn id="184" idx="0"/>
            </p:cNvCxnSpPr>
            <p:nvPr/>
          </p:nvCxnSpPr>
          <p:spPr>
            <a:xfrm flipV="1">
              <a:off x="3674483" y="675819"/>
              <a:ext cx="93236" cy="139102"/>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sp>
          <p:nvSpPr>
            <p:cNvPr id="184" name="TextBox 183">
              <a:extLst>
                <a:ext uri="{FF2B5EF4-FFF2-40B4-BE49-F238E27FC236}">
                  <a16:creationId xmlns:a16="http://schemas.microsoft.com/office/drawing/2014/main" id="{7BAEDBD7-0418-4A91-993D-B4AAEA147C28}"/>
                </a:ext>
              </a:extLst>
            </p:cNvPr>
            <p:cNvSpPr txBox="1"/>
            <p:nvPr/>
          </p:nvSpPr>
          <p:spPr>
            <a:xfrm>
              <a:off x="3310882" y="814921"/>
              <a:ext cx="727201" cy="276999"/>
            </a:xfrm>
            <a:prstGeom prst="rect">
              <a:avLst/>
            </a:prstGeom>
            <a:noFill/>
          </p:spPr>
          <p:txBody>
            <a:bodyPr wrap="square" rtlCol="0">
              <a:spAutoFit/>
            </a:bodyPr>
            <a:lstStyle/>
            <a:p>
              <a:pPr algn="ctr"/>
              <a:r>
                <a:rPr lang="en-US" altLang="zh-CN" sz="1200" dirty="0"/>
                <a:t>Click</a:t>
              </a:r>
              <a:endParaRPr lang="en-US" sz="1200" dirty="0"/>
            </a:p>
          </p:txBody>
        </p:sp>
      </p:grpSp>
      <p:sp>
        <p:nvSpPr>
          <p:cNvPr id="55" name="Rectangle: Rounded Corners 54">
            <a:hlinkClick r:id="rId53" action="ppaction://hlinksldjump"/>
            <a:extLst>
              <a:ext uri="{FF2B5EF4-FFF2-40B4-BE49-F238E27FC236}">
                <a16:creationId xmlns:a16="http://schemas.microsoft.com/office/drawing/2014/main" id="{DB76D0BC-683D-4A45-95FB-96B19B4BF3BE}"/>
              </a:ext>
            </a:extLst>
          </p:cNvPr>
          <p:cNvSpPr/>
          <p:nvPr/>
        </p:nvSpPr>
        <p:spPr>
          <a:xfrm>
            <a:off x="5177977" y="1370642"/>
            <a:ext cx="1338313" cy="340519"/>
          </a:xfrm>
          <a:prstGeom prst="roundRect">
            <a:avLst/>
          </a:prstGeom>
          <a:ln w="38100">
            <a:solidFill>
              <a:schemeClr val="accent1"/>
            </a:solidFill>
          </a:ln>
          <a:effectLst>
            <a:outerShdw blurRad="50800" dist="38100" dir="8100000" algn="tr"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lIns="0" tIns="0" rIns="0" bIns="0" rtlCol="0" anchor="ctr">
            <a:spAutoFit/>
          </a:bodyPr>
          <a:lstStyle/>
          <a:p>
            <a:pPr algn="ctr"/>
            <a:r>
              <a:rPr lang="en-US" sz="2000" dirty="0"/>
              <a:t>Go To Cases</a:t>
            </a:r>
          </a:p>
        </p:txBody>
      </p:sp>
      <p:sp>
        <p:nvSpPr>
          <p:cNvPr id="118" name="Bladder">
            <a:extLst>
              <a:ext uri="{FF2B5EF4-FFF2-40B4-BE49-F238E27FC236}">
                <a16:creationId xmlns:a16="http://schemas.microsoft.com/office/drawing/2014/main" id="{A16755B9-301A-47D7-B560-0B6A72B6A6BE}"/>
              </a:ext>
            </a:extLst>
          </p:cNvPr>
          <p:cNvSpPr txBox="1"/>
          <p:nvPr/>
        </p:nvSpPr>
        <p:spPr>
          <a:xfrm>
            <a:off x="3701582" y="6528746"/>
            <a:ext cx="668993" cy="230832"/>
          </a:xfrm>
          <a:prstGeom prst="rect">
            <a:avLst/>
          </a:prstGeom>
          <a:noFill/>
        </p:spPr>
        <p:txBody>
          <a:bodyPr wrap="square" rtlCol="0">
            <a:spAutoFit/>
          </a:bodyPr>
          <a:lstStyle/>
          <a:p>
            <a:pPr algn="ctr"/>
            <a:r>
              <a:rPr lang="en-US" altLang="zh-CN" sz="900" dirty="0"/>
              <a:t>Prostate</a:t>
            </a:r>
            <a:endParaRPr lang="en-US" sz="900" dirty="0"/>
          </a:p>
        </p:txBody>
      </p:sp>
      <p:cxnSp>
        <p:nvCxnSpPr>
          <p:cNvPr id="140" name="Glom arrow">
            <a:extLst>
              <a:ext uri="{FF2B5EF4-FFF2-40B4-BE49-F238E27FC236}">
                <a16:creationId xmlns:a16="http://schemas.microsoft.com/office/drawing/2014/main" id="{742D0B32-C36D-2B4A-84AF-A5AB44F3BF7E}"/>
              </a:ext>
            </a:extLst>
          </p:cNvPr>
          <p:cNvCxnSpPr>
            <a:cxnSpLocks/>
            <a:stCxn id="137" idx="1"/>
          </p:cNvCxnSpPr>
          <p:nvPr/>
        </p:nvCxnSpPr>
        <p:spPr>
          <a:xfrm flipH="1">
            <a:off x="5847135" y="2023249"/>
            <a:ext cx="1832240" cy="424294"/>
          </a:xfrm>
          <a:prstGeom prst="straightConnector1">
            <a:avLst/>
          </a:prstGeom>
          <a:ln>
            <a:solidFill>
              <a:srgbClr val="7030A0"/>
            </a:solidFill>
            <a:tailEnd type="triangle"/>
          </a:ln>
        </p:spPr>
        <p:style>
          <a:lnRef idx="1">
            <a:schemeClr val="dk1"/>
          </a:lnRef>
          <a:fillRef idx="0">
            <a:schemeClr val="dk1"/>
          </a:fillRef>
          <a:effectRef idx="0">
            <a:schemeClr val="dk1"/>
          </a:effectRef>
          <a:fontRef idx="minor">
            <a:schemeClr val="tx1"/>
          </a:fontRef>
        </p:style>
      </p:cxnSp>
      <p:sp>
        <p:nvSpPr>
          <p:cNvPr id="146" name="Interstitial text">
            <a:extLst>
              <a:ext uri="{FF2B5EF4-FFF2-40B4-BE49-F238E27FC236}">
                <a16:creationId xmlns:a16="http://schemas.microsoft.com/office/drawing/2014/main" id="{7EF05C0E-8723-5C49-B939-2CBEA20DA975}"/>
              </a:ext>
            </a:extLst>
          </p:cNvPr>
          <p:cNvSpPr txBox="1"/>
          <p:nvPr/>
        </p:nvSpPr>
        <p:spPr>
          <a:xfrm>
            <a:off x="7168128" y="3548034"/>
            <a:ext cx="4841110" cy="1938992"/>
          </a:xfrm>
          <a:prstGeom prst="rect">
            <a:avLst/>
          </a:prstGeom>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200" b="1" dirty="0"/>
              <a:t>Tubular</a:t>
            </a:r>
          </a:p>
          <a:p>
            <a:pPr marL="171450" indent="-171450">
              <a:buFont typeface="Arial" panose="020B0604020202020204" pitchFamily="34" charset="0"/>
              <a:buChar char="•"/>
            </a:pPr>
            <a:r>
              <a:rPr lang="en-US" sz="1200" b="1" dirty="0"/>
              <a:t>Acute tubular necrosis (ATN) </a:t>
            </a:r>
            <a:r>
              <a:rPr lang="en-US" sz="1200" dirty="0"/>
              <a:t>*most common*: 1) ischemic (prolonged hypoperfusion) or 2) </a:t>
            </a:r>
            <a:r>
              <a:rPr lang="en-US" sz="1200" u="sng" dirty="0"/>
              <a:t>toxic</a:t>
            </a:r>
            <a:r>
              <a:rPr lang="en-US" sz="1200" dirty="0"/>
              <a:t> (including iodinated contrast)</a:t>
            </a:r>
          </a:p>
          <a:p>
            <a:pPr marL="171450" indent="-171450">
              <a:buFont typeface="Arial" panose="020B0604020202020204" pitchFamily="34" charset="0"/>
              <a:buChar char="•"/>
            </a:pPr>
            <a:r>
              <a:rPr lang="en-US" sz="1200" b="1" dirty="0"/>
              <a:t>Tubular obstruction </a:t>
            </a:r>
            <a:r>
              <a:rPr lang="en-US" sz="1200" dirty="0"/>
              <a:t>1) cast nephropathy (</a:t>
            </a:r>
            <a:r>
              <a:rPr lang="en-US" sz="1200" u="sng" dirty="0"/>
              <a:t>pigments</a:t>
            </a:r>
            <a:r>
              <a:rPr lang="en-US" sz="1200" dirty="0"/>
              <a:t> -myoglobin/hemoglobin or </a:t>
            </a:r>
            <a:r>
              <a:rPr lang="en-US" sz="1200" u="sng" dirty="0"/>
              <a:t>proteins</a:t>
            </a:r>
            <a:r>
              <a:rPr lang="en-US" sz="1200" dirty="0"/>
              <a:t> - light-chains/paraproteins) or          2) crystals (uric acid, acyclovir, ethylene glycol, MTX).</a:t>
            </a:r>
          </a:p>
          <a:p>
            <a:r>
              <a:rPr lang="en-US" sz="1200" b="1" dirty="0"/>
              <a:t>Acute interstitial nephritis</a:t>
            </a:r>
          </a:p>
          <a:p>
            <a:pPr marL="171450" indent="-171450">
              <a:buFont typeface="Arial" panose="020B0604020202020204" pitchFamily="34" charset="0"/>
              <a:buChar char="•"/>
            </a:pPr>
            <a:r>
              <a:rPr lang="en-US" sz="1200" b="1" dirty="0">
                <a:solidFill>
                  <a:schemeClr val="accent1"/>
                </a:solidFill>
              </a:rPr>
              <a:t>Drugs</a:t>
            </a:r>
            <a:r>
              <a:rPr lang="en-US" sz="1200" dirty="0"/>
              <a:t> - antimicrobials, NSAIDs, PPIs, immunotherapy</a:t>
            </a:r>
          </a:p>
          <a:p>
            <a:pPr marL="171450" indent="-171450">
              <a:buFont typeface="Arial" panose="020B0604020202020204" pitchFamily="34" charset="0"/>
              <a:buChar char="•"/>
            </a:pPr>
            <a:r>
              <a:rPr lang="en-US" sz="1200" b="1" dirty="0">
                <a:solidFill>
                  <a:schemeClr val="accent2"/>
                </a:solidFill>
              </a:rPr>
              <a:t>Infection</a:t>
            </a:r>
            <a:r>
              <a:rPr lang="en-US" sz="1200" b="1" dirty="0"/>
              <a:t> </a:t>
            </a:r>
            <a:r>
              <a:rPr lang="en-US" sz="1200" dirty="0"/>
              <a:t>– pyelonephritis, </a:t>
            </a:r>
            <a:r>
              <a:rPr lang="en-US" sz="1200" i="1" dirty="0"/>
              <a:t>Legionella, Leptospira</a:t>
            </a:r>
            <a:r>
              <a:rPr lang="en-US" sz="1200" dirty="0"/>
              <a:t>, </a:t>
            </a:r>
            <a:r>
              <a:rPr lang="en-US" sz="1200" i="1" dirty="0"/>
              <a:t>CMV</a:t>
            </a:r>
          </a:p>
          <a:p>
            <a:pPr marL="171450" indent="-171450">
              <a:buFont typeface="Arial" panose="020B0604020202020204" pitchFamily="34" charset="0"/>
              <a:buChar char="•"/>
            </a:pPr>
            <a:r>
              <a:rPr lang="en-US" sz="1200" b="1" dirty="0">
                <a:solidFill>
                  <a:schemeClr val="accent3"/>
                </a:solidFill>
              </a:rPr>
              <a:t>Systemic diseases</a:t>
            </a:r>
            <a:r>
              <a:rPr lang="en-US" sz="1200" dirty="0">
                <a:solidFill>
                  <a:schemeClr val="accent3"/>
                </a:solidFill>
              </a:rPr>
              <a:t> </a:t>
            </a:r>
            <a:r>
              <a:rPr lang="en-US" sz="1200" dirty="0"/>
              <a:t>- Sjogren’s, sarcoidosis</a:t>
            </a:r>
          </a:p>
        </p:txBody>
      </p:sp>
      <p:sp>
        <p:nvSpPr>
          <p:cNvPr id="145" name="Tubular text">
            <a:extLst>
              <a:ext uri="{FF2B5EF4-FFF2-40B4-BE49-F238E27FC236}">
                <a16:creationId xmlns:a16="http://schemas.microsoft.com/office/drawing/2014/main" id="{AA249BE5-1B87-E74E-AC5F-C05089A46B76}"/>
              </a:ext>
            </a:extLst>
          </p:cNvPr>
          <p:cNvSpPr txBox="1"/>
          <p:nvPr/>
        </p:nvSpPr>
        <p:spPr>
          <a:xfrm>
            <a:off x="7563132" y="5596106"/>
            <a:ext cx="4446105" cy="1200329"/>
          </a:xfrm>
          <a:prstGeom prst="rect">
            <a:avLst/>
          </a:prstGeom>
          <a:ln>
            <a:solidFill>
              <a:srgbClr val="C0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b="1" dirty="0"/>
              <a:t>Vasogenic (change in tone of afferent or efferent arterioles) </a:t>
            </a:r>
          </a:p>
          <a:p>
            <a:pPr marL="171450" indent="-171450">
              <a:buFont typeface="Arial" panose="020B0604020202020204" pitchFamily="34" charset="0"/>
              <a:buChar char="•"/>
            </a:pPr>
            <a:r>
              <a:rPr lang="en-US" sz="1200" dirty="0"/>
              <a:t>Constriction of afferent – e.g. NSAIDs, calcineurin inhibitors (CNIs)</a:t>
            </a:r>
          </a:p>
          <a:p>
            <a:pPr marL="171450" indent="-171450">
              <a:buFont typeface="Arial" panose="020B0604020202020204" pitchFamily="34" charset="0"/>
              <a:buChar char="•"/>
            </a:pPr>
            <a:r>
              <a:rPr lang="en-US" sz="1200" dirty="0"/>
              <a:t>Dilation of efferent arteriole – e.g. ACE inhibitors, ARBs</a:t>
            </a:r>
          </a:p>
          <a:p>
            <a:r>
              <a:rPr lang="en-US" sz="1200" b="1" dirty="0"/>
              <a:t>Microangiopathic Hemolytic Anemia (MAHA)</a:t>
            </a:r>
          </a:p>
          <a:p>
            <a:pPr marL="171450" indent="-171450">
              <a:buFont typeface="Arial" panose="020B0604020202020204" pitchFamily="34" charset="0"/>
              <a:buChar char="•"/>
            </a:pPr>
            <a:r>
              <a:rPr lang="en-US" sz="1200" dirty="0"/>
              <a:t>TTP/HUS, scleroderma renal crisis, malignant HTN, HELLP).</a:t>
            </a:r>
          </a:p>
          <a:p>
            <a:r>
              <a:rPr lang="en-US" sz="1200" b="1" dirty="0"/>
              <a:t>Cholesterol Emboli</a:t>
            </a:r>
          </a:p>
        </p:txBody>
      </p:sp>
      <p:sp>
        <p:nvSpPr>
          <p:cNvPr id="17" name="Rectangle: Rounded Corners 16">
            <a:hlinkClick r:id="rId54" action="ppaction://hlinksldjump"/>
            <a:extLst>
              <a:ext uri="{FF2B5EF4-FFF2-40B4-BE49-F238E27FC236}">
                <a16:creationId xmlns:a16="http://schemas.microsoft.com/office/drawing/2014/main" id="{1E5078A0-C285-4539-B9D1-4CFC503CB846}"/>
              </a:ext>
            </a:extLst>
          </p:cNvPr>
          <p:cNvSpPr/>
          <p:nvPr/>
        </p:nvSpPr>
        <p:spPr>
          <a:xfrm>
            <a:off x="143025" y="2263934"/>
            <a:ext cx="1233749" cy="70897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hlinkClick r:id="rId55" action="ppaction://hlinksldjump"/>
            <a:extLst>
              <a:ext uri="{FF2B5EF4-FFF2-40B4-BE49-F238E27FC236}">
                <a16:creationId xmlns:a16="http://schemas.microsoft.com/office/drawing/2014/main" id="{4B1065CA-9C00-41C4-86CB-4B51527F1458}"/>
              </a:ext>
            </a:extLst>
          </p:cNvPr>
          <p:cNvSpPr/>
          <p:nvPr/>
        </p:nvSpPr>
        <p:spPr>
          <a:xfrm>
            <a:off x="1779867" y="6261864"/>
            <a:ext cx="1018542" cy="584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5998612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36"/>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38"/>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142"/>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140"/>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137"/>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138"/>
                                        </p:tgtEl>
                                        <p:attrNameLst>
                                          <p:attrName>style.visibility</p:attrName>
                                        </p:attrNameLst>
                                      </p:cBhvr>
                                      <p:to>
                                        <p:strVal val="hidden"/>
                                      </p:to>
                                    </p:set>
                                  </p:childTnLst>
                                </p:cTn>
                              </p:par>
                              <p:par>
                                <p:cTn id="31" presetID="1" presetClass="exit" presetSubtype="0" fill="hold" grpId="1" nodeType="withEffect">
                                  <p:stCondLst>
                                    <p:cond delay="0"/>
                                  </p:stCondLst>
                                  <p:childTnLst>
                                    <p:set>
                                      <p:cBhvr>
                                        <p:cTn id="32" dur="1" fill="hold">
                                          <p:stCondLst>
                                            <p:cond delay="0"/>
                                          </p:stCondLst>
                                        </p:cTn>
                                        <p:tgtEl>
                                          <p:spTgt spid="139"/>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141"/>
                                        </p:tgtEl>
                                        <p:attrNameLst>
                                          <p:attrName>style.visibility</p:attrName>
                                        </p:attrNameLst>
                                      </p:cBhvr>
                                      <p:to>
                                        <p:strVal val="hidden"/>
                                      </p:to>
                                    </p:set>
                                  </p:childTnLst>
                                </p:cTn>
                              </p:par>
                            </p:childTnLst>
                          </p:cTn>
                        </p:par>
                      </p:childTnLst>
                    </p:cTn>
                  </p:par>
                </p:childTnLst>
              </p:cTn>
              <p:nextCondLst>
                <p:cond evt="onClick" delay="0">
                  <p:tgtEl>
                    <p:spTgt spid="136"/>
                  </p:tgtEl>
                </p:cond>
              </p:nextCondLst>
            </p:seq>
            <p:seq concurrent="1" nextAc="seek">
              <p:cTn id="35" restart="whenNotActive" fill="hold" evtFilter="cancelBubble" nodeType="interactiveSeq">
                <p:stCondLst>
                  <p:cond evt="onClick" delay="0">
                    <p:tgtEl>
                      <p:spTgt spid="137"/>
                    </p:tgtEl>
                  </p:cond>
                </p:stCondLst>
                <p:endSync evt="end" delay="0">
                  <p:rtn val="all"/>
                </p:endSync>
                <p:childTnLst>
                  <p:par>
                    <p:cTn id="36" fill="hold">
                      <p:stCondLst>
                        <p:cond delay="0"/>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47"/>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xit" presetSubtype="0" fill="hold" grpId="1" nodeType="clickEffect">
                                  <p:stCondLst>
                                    <p:cond delay="0"/>
                                  </p:stCondLst>
                                  <p:childTnLst>
                                    <p:set>
                                      <p:cBhvr>
                                        <p:cTn id="43" dur="1" fill="hold">
                                          <p:stCondLst>
                                            <p:cond delay="0"/>
                                          </p:stCondLst>
                                        </p:cTn>
                                        <p:tgtEl>
                                          <p:spTgt spid="147"/>
                                        </p:tgtEl>
                                        <p:attrNameLst>
                                          <p:attrName>style.visibility</p:attrName>
                                        </p:attrNameLst>
                                      </p:cBhvr>
                                      <p:to>
                                        <p:strVal val="hidden"/>
                                      </p:to>
                                    </p:set>
                                  </p:childTnLst>
                                </p:cTn>
                              </p:par>
                            </p:childTnLst>
                          </p:cTn>
                        </p:par>
                      </p:childTnLst>
                    </p:cTn>
                  </p:par>
                </p:childTnLst>
              </p:cTn>
              <p:nextCondLst>
                <p:cond evt="onClick" delay="0">
                  <p:tgtEl>
                    <p:spTgt spid="137"/>
                  </p:tgtEl>
                </p:cond>
              </p:nextCondLst>
            </p:seq>
            <p:seq concurrent="1" nextAc="seek">
              <p:cTn id="44" restart="whenNotActive" fill="hold" evtFilter="cancelBubble" nodeType="interactiveSeq">
                <p:stCondLst>
                  <p:cond evt="onClick" delay="0">
                    <p:tgtEl>
                      <p:spTgt spid="138"/>
                    </p:tgtEl>
                  </p:cond>
                </p:stCondLst>
                <p:endSync evt="end" delay="0">
                  <p:rtn val="all"/>
                </p:endSync>
                <p:childTnLst>
                  <p:par>
                    <p:cTn id="45" fill="hold">
                      <p:stCondLst>
                        <p:cond delay="0"/>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4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grpId="1" nodeType="clickEffect">
                                  <p:stCondLst>
                                    <p:cond delay="0"/>
                                  </p:stCondLst>
                                  <p:childTnLst>
                                    <p:set>
                                      <p:cBhvr>
                                        <p:cTn id="54" dur="1" fill="hold">
                                          <p:stCondLst>
                                            <p:cond delay="0"/>
                                          </p:stCondLst>
                                        </p:cTn>
                                        <p:tgtEl>
                                          <p:spTgt spid="146"/>
                                        </p:tgtEl>
                                        <p:attrNameLst>
                                          <p:attrName>style.visibility</p:attrName>
                                        </p:attrNameLst>
                                      </p:cBhvr>
                                      <p:to>
                                        <p:strVal val="hidden"/>
                                      </p:to>
                                    </p:set>
                                  </p:childTnLst>
                                </p:cTn>
                              </p:par>
                              <p:par>
                                <p:cTn id="55" presetID="1" presetClass="exit" presetSubtype="0" fill="hold" grpId="1" nodeType="withEffect">
                                  <p:stCondLst>
                                    <p:cond delay="0"/>
                                  </p:stCondLst>
                                  <p:childTnLst>
                                    <p:set>
                                      <p:cBhvr>
                                        <p:cTn id="56" dur="1" fill="hold">
                                          <p:stCondLst>
                                            <p:cond delay="0"/>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38"/>
                  </p:tgtEl>
                </p:cond>
              </p:nextCondLst>
            </p:seq>
            <p:seq concurrent="1" nextAc="seek">
              <p:cTn id="57" restart="whenNotActive" fill="hold" evtFilter="cancelBubble" nodeType="interactiveSeq">
                <p:stCondLst>
                  <p:cond evt="onClick" delay="0">
                    <p:tgtEl>
                      <p:spTgt spid="139"/>
                    </p:tgtEl>
                  </p:cond>
                </p:stCondLst>
                <p:endSync evt="end" delay="0">
                  <p:rtn val="all"/>
                </p:endSync>
                <p:childTnLst>
                  <p:par>
                    <p:cTn id="58" fill="hold">
                      <p:stCondLst>
                        <p:cond delay="0"/>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145"/>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xit" presetSubtype="0" fill="hold" grpId="1" nodeType="clickEffect">
                                  <p:stCondLst>
                                    <p:cond delay="0"/>
                                  </p:stCondLst>
                                  <p:childTnLst>
                                    <p:set>
                                      <p:cBhvr>
                                        <p:cTn id="65" dur="1" fill="hold">
                                          <p:stCondLst>
                                            <p:cond delay="0"/>
                                          </p:stCondLst>
                                        </p:cTn>
                                        <p:tgtEl>
                                          <p:spTgt spid="145"/>
                                        </p:tgtEl>
                                        <p:attrNameLst>
                                          <p:attrName>style.visibility</p:attrName>
                                        </p:attrNameLst>
                                      </p:cBhvr>
                                      <p:to>
                                        <p:strVal val="hidden"/>
                                      </p:to>
                                    </p:set>
                                  </p:childTnLst>
                                </p:cTn>
                              </p:par>
                            </p:childTnLst>
                          </p:cTn>
                        </p:par>
                      </p:childTnLst>
                    </p:cTn>
                  </p:par>
                </p:childTnLst>
              </p:cTn>
              <p:nextCondLst>
                <p:cond evt="onClick" delay="0">
                  <p:tgtEl>
                    <p:spTgt spid="139"/>
                  </p:tgtEl>
                </p:cond>
              </p:nextCondLst>
            </p:seq>
            <p:seq concurrent="1" nextAc="seek">
              <p:cTn id="66" restart="whenNotActive" fill="hold" evtFilter="cancelBubble" nodeType="interactiveSeq">
                <p:stCondLst>
                  <p:cond evt="onClick" delay="0">
                    <p:tgtEl>
                      <p:spTgt spid="34"/>
                    </p:tgtEl>
                  </p:cond>
                </p:stCondLst>
                <p:endSync evt="end" delay="0">
                  <p:rtn val="all"/>
                </p:endSync>
                <p:childTnLst>
                  <p:par>
                    <p:cTn id="67" fill="hold">
                      <p:stCondLst>
                        <p:cond delay="0"/>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21"/>
                                        </p:tgtEl>
                                        <p:attrNameLst>
                                          <p:attrName>style.visibility</p:attrName>
                                        </p:attrNameLst>
                                      </p:cBhvr>
                                      <p:to>
                                        <p:strVal val="visible"/>
                                      </p:to>
                                    </p:set>
                                  </p:childTnLst>
                                </p:cTn>
                              </p:par>
                              <p:par>
                                <p:cTn id="71" presetID="1" presetClass="exit" presetSubtype="0" fill="hold" nodeType="withEffect">
                                  <p:stCondLst>
                                    <p:cond delay="0"/>
                                  </p:stCondLst>
                                  <p:childTnLst>
                                    <p:set>
                                      <p:cBhvr>
                                        <p:cTn id="72" dur="1" fill="hold">
                                          <p:stCondLst>
                                            <p:cond delay="0"/>
                                          </p:stCondLst>
                                        </p:cTn>
                                        <p:tgtEl>
                                          <p:spTgt spid="182"/>
                                        </p:tgtEl>
                                        <p:attrNameLst>
                                          <p:attrName>style.visibility</p:attrName>
                                        </p:attrNameLst>
                                      </p:cBhvr>
                                      <p:to>
                                        <p:strVal val="hidden"/>
                                      </p:to>
                                    </p:set>
                                  </p:childTnLst>
                                </p:cTn>
                              </p:par>
                            </p:childTnLst>
                          </p:cTn>
                        </p:par>
                      </p:childTnLst>
                    </p:cTn>
                  </p:par>
                </p:childTnLst>
              </p:cTn>
              <p:nextCondLst>
                <p:cond evt="onClick" delay="0">
                  <p:tgtEl>
                    <p:spTgt spid="34"/>
                  </p:tgtEl>
                </p:cond>
              </p:nextCondLst>
            </p:seq>
            <p:seq concurrent="1" nextAc="seek">
              <p:cTn id="73" restart="whenNotActive" fill="hold" evtFilter="cancelBubble" nodeType="interactiveSeq">
                <p:stCondLst>
                  <p:cond evt="onClick" delay="0">
                    <p:tgtEl>
                      <p:spTgt spid="98"/>
                    </p:tgtEl>
                  </p:cond>
                </p:stCondLst>
                <p:endSync evt="end" delay="0">
                  <p:rtn val="all"/>
                </p:endSync>
                <p:childTnLst>
                  <p:par>
                    <p:cTn id="74" fill="hold">
                      <p:stCondLst>
                        <p:cond delay="0"/>
                      </p:stCondLst>
                      <p:childTnLst>
                        <p:par>
                          <p:cTn id="75" fill="hold">
                            <p:stCondLst>
                              <p:cond delay="0"/>
                            </p:stCondLst>
                            <p:childTnLst>
                              <p:par>
                                <p:cTn id="76" presetID="1" presetClass="entr" presetSubtype="0" fill="hold" nodeType="clickEffect">
                                  <p:stCondLst>
                                    <p:cond delay="0"/>
                                  </p:stCondLst>
                                  <p:childTnLst>
                                    <p:set>
                                      <p:cBhvr>
                                        <p:cTn id="77" dur="1" fill="hold">
                                          <p:stCondLst>
                                            <p:cond delay="0"/>
                                          </p:stCondLst>
                                        </p:cTn>
                                        <p:tgtEl>
                                          <p:spTgt spid="36"/>
                                        </p:tgtEl>
                                        <p:attrNameLst>
                                          <p:attrName>style.visibility</p:attrName>
                                        </p:attrNameLst>
                                      </p:cBhvr>
                                      <p:to>
                                        <p:strVal val="visible"/>
                                      </p:to>
                                    </p:set>
                                  </p:childTnLst>
                                </p:cTn>
                              </p:par>
                              <p:par>
                                <p:cTn id="78" presetID="1" presetClass="entr" presetSubtype="0" fill="hold" nodeType="withEffect">
                                  <p:stCondLst>
                                    <p:cond delay="0"/>
                                  </p:stCondLst>
                                  <p:childTnLst>
                                    <p:set>
                                      <p:cBhvr>
                                        <p:cTn id="79" dur="1" fill="hold">
                                          <p:stCondLst>
                                            <p:cond delay="0"/>
                                          </p:stCondLst>
                                        </p:cTn>
                                        <p:tgtEl>
                                          <p:spTgt spid="127"/>
                                        </p:tgtEl>
                                        <p:attrNameLst>
                                          <p:attrName>style.visibility</p:attrName>
                                        </p:attrNameLst>
                                      </p:cBhvr>
                                      <p:to>
                                        <p:strVal val="visible"/>
                                      </p:to>
                                    </p:set>
                                  </p:childTnLst>
                                </p:cTn>
                              </p:par>
                              <p:par>
                                <p:cTn id="80" presetID="1" presetClass="entr" presetSubtype="0" fill="hold" nodeType="withEffect">
                                  <p:stCondLst>
                                    <p:cond delay="0"/>
                                  </p:stCondLst>
                                  <p:childTnLst>
                                    <p:set>
                                      <p:cBhvr>
                                        <p:cTn id="81" dur="1" fill="hold">
                                          <p:stCondLst>
                                            <p:cond delay="0"/>
                                          </p:stCondLst>
                                        </p:cTn>
                                        <p:tgtEl>
                                          <p:spTgt spid="42"/>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xit" presetSubtype="0" fill="hold" nodeType="clickEffect">
                                  <p:stCondLst>
                                    <p:cond delay="0"/>
                                  </p:stCondLst>
                                  <p:childTnLst>
                                    <p:set>
                                      <p:cBhvr>
                                        <p:cTn id="85" dur="1" fill="hold">
                                          <p:stCondLst>
                                            <p:cond delay="0"/>
                                          </p:stCondLst>
                                        </p:cTn>
                                        <p:tgtEl>
                                          <p:spTgt spid="36"/>
                                        </p:tgtEl>
                                        <p:attrNameLst>
                                          <p:attrName>style.visibility</p:attrName>
                                        </p:attrNameLst>
                                      </p:cBhvr>
                                      <p:to>
                                        <p:strVal val="hidden"/>
                                      </p:to>
                                    </p:set>
                                  </p:childTnLst>
                                </p:cTn>
                              </p:par>
                              <p:par>
                                <p:cTn id="86" presetID="1" presetClass="exit" presetSubtype="0" fill="hold" nodeType="withEffect">
                                  <p:stCondLst>
                                    <p:cond delay="0"/>
                                  </p:stCondLst>
                                  <p:childTnLst>
                                    <p:set>
                                      <p:cBhvr>
                                        <p:cTn id="87" dur="1" fill="hold">
                                          <p:stCondLst>
                                            <p:cond delay="0"/>
                                          </p:stCondLst>
                                        </p:cTn>
                                        <p:tgtEl>
                                          <p:spTgt spid="127"/>
                                        </p:tgtEl>
                                        <p:attrNameLst>
                                          <p:attrName>style.visibility</p:attrName>
                                        </p:attrNameLst>
                                      </p:cBhvr>
                                      <p:to>
                                        <p:strVal val="hidden"/>
                                      </p:to>
                                    </p:set>
                                  </p:childTnLst>
                                </p:cTn>
                              </p:par>
                              <p:par>
                                <p:cTn id="88" presetID="1" presetClass="exit" presetSubtype="0" fill="hold" nodeType="withEffect">
                                  <p:stCondLst>
                                    <p:cond delay="0"/>
                                  </p:stCondLst>
                                  <p:childTnLst>
                                    <p:set>
                                      <p:cBhvr>
                                        <p:cTn id="89" dur="1" fill="hold">
                                          <p:stCondLst>
                                            <p:cond delay="0"/>
                                          </p:stCondLst>
                                        </p:cTn>
                                        <p:tgtEl>
                                          <p:spTgt spid="42"/>
                                        </p:tgtEl>
                                        <p:attrNameLst>
                                          <p:attrName>style.visibility</p:attrName>
                                        </p:attrNameLst>
                                      </p:cBhvr>
                                      <p:to>
                                        <p:strVal val="hidden"/>
                                      </p:to>
                                    </p:set>
                                  </p:childTnLst>
                                </p:cTn>
                              </p:par>
                            </p:childTnLst>
                          </p:cTn>
                        </p:par>
                      </p:childTnLst>
                    </p:cTn>
                  </p:par>
                </p:childTnLst>
              </p:cTn>
              <p:nextCondLst>
                <p:cond evt="onClick" delay="0">
                  <p:tgtEl>
                    <p:spTgt spid="98"/>
                  </p:tgtEl>
                </p:cond>
              </p:nextCondLst>
            </p:seq>
            <p:seq concurrent="1" nextAc="seek">
              <p:cTn id="90" restart="whenNotActive" fill="hold" evtFilter="cancelBubble" nodeType="interactiveSeq">
                <p:stCondLst>
                  <p:cond evt="onClick" delay="0">
                    <p:tgtEl>
                      <p:spTgt spid="135"/>
                    </p:tgtEl>
                  </p:cond>
                </p:stCondLst>
                <p:endSync evt="end" delay="0">
                  <p:rtn val="all"/>
                </p:endSync>
                <p:childTnLst>
                  <p:par>
                    <p:cTn id="91" fill="hold">
                      <p:stCondLst>
                        <p:cond delay="0"/>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11"/>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30"/>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79"/>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180"/>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44"/>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40"/>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49"/>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16"/>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xit" presetSubtype="0" fill="hold" nodeType="clickEffect">
                                  <p:stCondLst>
                                    <p:cond delay="0"/>
                                  </p:stCondLst>
                                  <p:childTnLst>
                                    <p:set>
                                      <p:cBhvr>
                                        <p:cTn id="112" dur="1" fill="hold">
                                          <p:stCondLst>
                                            <p:cond delay="0"/>
                                          </p:stCondLst>
                                        </p:cTn>
                                        <p:tgtEl>
                                          <p:spTgt spid="11"/>
                                        </p:tgtEl>
                                        <p:attrNameLst>
                                          <p:attrName>style.visibility</p:attrName>
                                        </p:attrNameLst>
                                      </p:cBhvr>
                                      <p:to>
                                        <p:strVal val="hidden"/>
                                      </p:to>
                                    </p:set>
                                  </p:childTnLst>
                                </p:cTn>
                              </p:par>
                              <p:par>
                                <p:cTn id="113" presetID="1" presetClass="exit" presetSubtype="0" fill="hold" grpId="1" nodeType="withEffect">
                                  <p:stCondLst>
                                    <p:cond delay="0"/>
                                  </p:stCondLst>
                                  <p:childTnLst>
                                    <p:set>
                                      <p:cBhvr>
                                        <p:cTn id="114" dur="1" fill="hold">
                                          <p:stCondLst>
                                            <p:cond delay="0"/>
                                          </p:stCondLst>
                                        </p:cTn>
                                        <p:tgtEl>
                                          <p:spTgt spid="30"/>
                                        </p:tgtEl>
                                        <p:attrNameLst>
                                          <p:attrName>style.visibility</p:attrName>
                                        </p:attrNameLst>
                                      </p:cBhvr>
                                      <p:to>
                                        <p:strVal val="hidden"/>
                                      </p:to>
                                    </p:set>
                                  </p:childTnLst>
                                </p:cTn>
                              </p:par>
                              <p:par>
                                <p:cTn id="115" presetID="1" presetClass="exit" presetSubtype="0" fill="hold" grpId="1" nodeType="withEffect">
                                  <p:stCondLst>
                                    <p:cond delay="0"/>
                                  </p:stCondLst>
                                  <p:childTnLst>
                                    <p:set>
                                      <p:cBhvr>
                                        <p:cTn id="116" dur="1" fill="hold">
                                          <p:stCondLst>
                                            <p:cond delay="0"/>
                                          </p:stCondLst>
                                        </p:cTn>
                                        <p:tgtEl>
                                          <p:spTgt spid="179"/>
                                        </p:tgtEl>
                                        <p:attrNameLst>
                                          <p:attrName>style.visibility</p:attrName>
                                        </p:attrNameLst>
                                      </p:cBhvr>
                                      <p:to>
                                        <p:strVal val="hidden"/>
                                      </p:to>
                                    </p:set>
                                  </p:childTnLst>
                                </p:cTn>
                              </p:par>
                              <p:par>
                                <p:cTn id="117" presetID="1" presetClass="exit" presetSubtype="0" fill="hold" grpId="1" nodeType="withEffect">
                                  <p:stCondLst>
                                    <p:cond delay="0"/>
                                  </p:stCondLst>
                                  <p:childTnLst>
                                    <p:set>
                                      <p:cBhvr>
                                        <p:cTn id="118" dur="1" fill="hold">
                                          <p:stCondLst>
                                            <p:cond delay="0"/>
                                          </p:stCondLst>
                                        </p:cTn>
                                        <p:tgtEl>
                                          <p:spTgt spid="180"/>
                                        </p:tgtEl>
                                        <p:attrNameLst>
                                          <p:attrName>style.visibility</p:attrName>
                                        </p:attrNameLst>
                                      </p:cBhvr>
                                      <p:to>
                                        <p:strVal val="hidden"/>
                                      </p:to>
                                    </p:set>
                                  </p:childTnLst>
                                </p:cTn>
                              </p:par>
                              <p:par>
                                <p:cTn id="119" presetID="1" presetClass="exit" presetSubtype="0" fill="hold" grpId="1" nodeType="withEffect">
                                  <p:stCondLst>
                                    <p:cond delay="0"/>
                                  </p:stCondLst>
                                  <p:childTnLst>
                                    <p:set>
                                      <p:cBhvr>
                                        <p:cTn id="120" dur="1" fill="hold">
                                          <p:stCondLst>
                                            <p:cond delay="0"/>
                                          </p:stCondLst>
                                        </p:cTn>
                                        <p:tgtEl>
                                          <p:spTgt spid="144"/>
                                        </p:tgtEl>
                                        <p:attrNameLst>
                                          <p:attrName>style.visibility</p:attrName>
                                        </p:attrNameLst>
                                      </p:cBhvr>
                                      <p:to>
                                        <p:strVal val="hidden"/>
                                      </p:to>
                                    </p:set>
                                  </p:childTnLst>
                                </p:cTn>
                              </p:par>
                              <p:par>
                                <p:cTn id="121" presetID="1" presetClass="exit" presetSubtype="0" fill="hold" nodeType="withEffect">
                                  <p:stCondLst>
                                    <p:cond delay="0"/>
                                  </p:stCondLst>
                                  <p:childTnLst>
                                    <p:set>
                                      <p:cBhvr>
                                        <p:cTn id="122" dur="1" fill="hold">
                                          <p:stCondLst>
                                            <p:cond delay="0"/>
                                          </p:stCondLst>
                                        </p:cTn>
                                        <p:tgtEl>
                                          <p:spTgt spid="40"/>
                                        </p:tgtEl>
                                        <p:attrNameLst>
                                          <p:attrName>style.visibility</p:attrName>
                                        </p:attrNameLst>
                                      </p:cBhvr>
                                      <p:to>
                                        <p:strVal val="hidden"/>
                                      </p:to>
                                    </p:set>
                                  </p:childTnLst>
                                </p:cTn>
                              </p:par>
                              <p:par>
                                <p:cTn id="123" presetID="1" presetClass="exit" presetSubtype="0" fill="hold" nodeType="withEffect">
                                  <p:stCondLst>
                                    <p:cond delay="0"/>
                                  </p:stCondLst>
                                  <p:childTnLst>
                                    <p:set>
                                      <p:cBhvr>
                                        <p:cTn id="124" dur="1" fill="hold">
                                          <p:stCondLst>
                                            <p:cond delay="0"/>
                                          </p:stCondLst>
                                        </p:cTn>
                                        <p:tgtEl>
                                          <p:spTgt spid="49"/>
                                        </p:tgtEl>
                                        <p:attrNameLst>
                                          <p:attrName>style.visibility</p:attrName>
                                        </p:attrNameLst>
                                      </p:cBhvr>
                                      <p:to>
                                        <p:strVal val="hidden"/>
                                      </p:to>
                                    </p:set>
                                  </p:childTnLst>
                                </p:cTn>
                              </p:par>
                              <p:par>
                                <p:cTn id="125" presetID="1" presetClass="exit" presetSubtype="0" fill="hold" nodeType="withEffect">
                                  <p:stCondLst>
                                    <p:cond delay="0"/>
                                  </p:stCondLst>
                                  <p:childTnLst>
                                    <p:set>
                                      <p:cBhvr>
                                        <p:cTn id="126" dur="1" fill="hold">
                                          <p:stCondLst>
                                            <p:cond delay="0"/>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35"/>
                  </p:tgtEl>
                </p:cond>
              </p:nextCondLst>
            </p:seq>
          </p:childTnLst>
        </p:cTn>
      </p:par>
    </p:tnLst>
    <p:bldLst>
      <p:bldP spid="144" grpId="0" animBg="1"/>
      <p:bldP spid="144" grpId="1" animBg="1"/>
      <p:bldP spid="147" grpId="0" animBg="1"/>
      <p:bldP spid="147" grpId="1" animBg="1"/>
      <p:bldGraphic spid="12" grpId="0">
        <p:bldAsOne/>
      </p:bldGraphic>
      <p:bldGraphic spid="12" grpId="1">
        <p:bldAsOne/>
      </p:bldGraphic>
      <p:bldP spid="30" grpId="0" animBg="1"/>
      <p:bldP spid="30" grpId="1" animBg="1"/>
      <p:bldP spid="179" grpId="0"/>
      <p:bldP spid="179" grpId="1"/>
      <p:bldP spid="180" grpId="0"/>
      <p:bldP spid="180" grpId="1"/>
      <p:bldP spid="139" grpId="0" animBg="1"/>
      <p:bldP spid="139" grpId="1" animBg="1"/>
      <p:bldP spid="138" grpId="0" animBg="1"/>
      <p:bldP spid="138" grpId="1" animBg="1"/>
      <p:bldP spid="137" grpId="0" animBg="1"/>
      <p:bldP spid="137" grpId="1" animBg="1"/>
      <p:bldP spid="121" grpId="0" animBg="1"/>
      <p:bldP spid="146" grpId="0" animBg="1"/>
      <p:bldP spid="146" grpId="1" animBg="1"/>
      <p:bldP spid="145" grpId="0" animBg="1"/>
      <p:bldP spid="145" grpId="1"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67B20797-FA42-4BBA-ABF2-5CF06A40D43C}"/>
              </a:ext>
            </a:extLst>
          </p:cNvPr>
          <p:cNvCxnSpPr>
            <a:cxnSpLocks/>
          </p:cNvCxnSpPr>
          <p:nvPr/>
        </p:nvCxnSpPr>
        <p:spPr>
          <a:xfrm>
            <a:off x="4066012" y="208419"/>
            <a:ext cx="0" cy="6460559"/>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66ED83D-4D37-4A82-8C3A-63919FF9C74A}"/>
              </a:ext>
            </a:extLst>
          </p:cNvPr>
          <p:cNvCxnSpPr>
            <a:cxnSpLocks/>
          </p:cNvCxnSpPr>
          <p:nvPr/>
        </p:nvCxnSpPr>
        <p:spPr>
          <a:xfrm>
            <a:off x="8063449" y="235851"/>
            <a:ext cx="0" cy="643312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1" name="Case 1">
            <a:extLst>
              <a:ext uri="{FF2B5EF4-FFF2-40B4-BE49-F238E27FC236}">
                <a16:creationId xmlns:a16="http://schemas.microsoft.com/office/drawing/2014/main" id="{D2B7E91F-D4C0-4BE2-8AA9-79828559D719}"/>
              </a:ext>
            </a:extLst>
          </p:cNvPr>
          <p:cNvSpPr/>
          <p:nvPr/>
        </p:nvSpPr>
        <p:spPr>
          <a:xfrm>
            <a:off x="860048" y="164529"/>
            <a:ext cx="2194560" cy="412786"/>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Case 1</a:t>
            </a:r>
          </a:p>
        </p:txBody>
      </p:sp>
      <p:sp>
        <p:nvSpPr>
          <p:cNvPr id="13" name="Case 1 text">
            <a:extLst>
              <a:ext uri="{FF2B5EF4-FFF2-40B4-BE49-F238E27FC236}">
                <a16:creationId xmlns:a16="http://schemas.microsoft.com/office/drawing/2014/main" id="{28FAF219-B0F0-4D6F-A011-8C6E213E6DC1}"/>
              </a:ext>
            </a:extLst>
          </p:cNvPr>
          <p:cNvSpPr txBox="1"/>
          <p:nvPr/>
        </p:nvSpPr>
        <p:spPr>
          <a:xfrm>
            <a:off x="233100" y="663594"/>
            <a:ext cx="3751011" cy="1200329"/>
          </a:xfrm>
          <a:prstGeom prst="rect">
            <a:avLst/>
          </a:prstGeom>
          <a:noFill/>
        </p:spPr>
        <p:txBody>
          <a:bodyPr wrap="square" rtlCol="0">
            <a:spAutoFit/>
          </a:bodyPr>
          <a:lstStyle/>
          <a:p>
            <a:r>
              <a:rPr lang="en-US" sz="1200" dirty="0">
                <a:solidFill>
                  <a:sysClr val="windowText" lastClr="000000"/>
                </a:solidFill>
              </a:rPr>
              <a:t>35yo woman presenting to ED with one week of vomiting and diarrhea.  Reports decreased UOP and light headedness</a:t>
            </a:r>
          </a:p>
          <a:p>
            <a:endParaRPr lang="en-US" sz="1200" dirty="0">
              <a:solidFill>
                <a:sysClr val="windowText" lastClr="000000"/>
              </a:solidFill>
            </a:endParaRPr>
          </a:p>
          <a:p>
            <a:r>
              <a:rPr lang="en-US" sz="1200" dirty="0">
                <a:solidFill>
                  <a:sysClr val="windowText" lastClr="000000"/>
                </a:solidFill>
              </a:rPr>
              <a:t>Cr </a:t>
            </a:r>
            <a:r>
              <a:rPr lang="en-US" sz="1200" dirty="0">
                <a:solidFill>
                  <a:srgbClr val="FF0000"/>
                </a:solidFill>
              </a:rPr>
              <a:t>1.5</a:t>
            </a:r>
            <a:r>
              <a:rPr lang="en-US" sz="1200" dirty="0">
                <a:solidFill>
                  <a:sysClr val="windowText" lastClr="000000"/>
                </a:solidFill>
              </a:rPr>
              <a:t> ( baseline 0.7) | BUN </a:t>
            </a:r>
            <a:r>
              <a:rPr lang="en-US" sz="1200" dirty="0">
                <a:solidFill>
                  <a:srgbClr val="FF0000"/>
                </a:solidFill>
              </a:rPr>
              <a:t>45</a:t>
            </a:r>
            <a:r>
              <a:rPr lang="en-US" sz="1200" dirty="0">
                <a:solidFill>
                  <a:sysClr val="windowText" lastClr="000000"/>
                </a:solidFill>
              </a:rPr>
              <a:t> | </a:t>
            </a:r>
            <a:r>
              <a:rPr lang="en-US" sz="1200" dirty="0" err="1">
                <a:solidFill>
                  <a:sysClr val="windowText" lastClr="000000"/>
                </a:solidFill>
              </a:rPr>
              <a:t>FeNa</a:t>
            </a:r>
            <a:r>
              <a:rPr lang="en-US" sz="1200" dirty="0">
                <a:solidFill>
                  <a:sysClr val="windowText" lastClr="000000"/>
                </a:solidFill>
              </a:rPr>
              <a:t> &lt;0.2% </a:t>
            </a:r>
          </a:p>
          <a:p>
            <a:r>
              <a:rPr lang="en-US" sz="1200" dirty="0">
                <a:solidFill>
                  <a:sysClr val="windowText" lastClr="000000"/>
                </a:solidFill>
              </a:rPr>
              <a:t>Urinalysis: hyaline casts | Kidney US: Normal</a:t>
            </a:r>
          </a:p>
        </p:txBody>
      </p:sp>
      <p:sp>
        <p:nvSpPr>
          <p:cNvPr id="28" name="Case 1 - Pre-test button">
            <a:extLst>
              <a:ext uri="{FF2B5EF4-FFF2-40B4-BE49-F238E27FC236}">
                <a16:creationId xmlns:a16="http://schemas.microsoft.com/office/drawing/2014/main" id="{A720D17D-CBB7-401A-B329-CE14FDF24C03}"/>
              </a:ext>
            </a:extLst>
          </p:cNvPr>
          <p:cNvSpPr/>
          <p:nvPr/>
        </p:nvSpPr>
        <p:spPr>
          <a:xfrm>
            <a:off x="312459" y="2181973"/>
            <a:ext cx="3510238" cy="332379"/>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What is the diagnosis and etiology?</a:t>
            </a:r>
          </a:p>
        </p:txBody>
      </p:sp>
      <p:sp>
        <p:nvSpPr>
          <p:cNvPr id="31" name="Case 1 - ECG button">
            <a:extLst>
              <a:ext uri="{FF2B5EF4-FFF2-40B4-BE49-F238E27FC236}">
                <a16:creationId xmlns:a16="http://schemas.microsoft.com/office/drawing/2014/main" id="{FC95995F-E4E4-4637-AB4F-6B3EE9F47547}"/>
              </a:ext>
            </a:extLst>
          </p:cNvPr>
          <p:cNvSpPr/>
          <p:nvPr/>
        </p:nvSpPr>
        <p:spPr>
          <a:xfrm>
            <a:off x="323729" y="2696887"/>
            <a:ext cx="3510236" cy="302505"/>
          </a:xfrm>
          <a:prstGeom prst="roundRect">
            <a:avLst>
              <a:gd name="adj" fmla="val 10321"/>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Next step in management?</a:t>
            </a:r>
          </a:p>
        </p:txBody>
      </p:sp>
      <p:sp>
        <p:nvSpPr>
          <p:cNvPr id="33" name="Case 1 - Pre-test answer">
            <a:extLst>
              <a:ext uri="{FF2B5EF4-FFF2-40B4-BE49-F238E27FC236}">
                <a16:creationId xmlns:a16="http://schemas.microsoft.com/office/drawing/2014/main" id="{8E93BC3D-9A48-4519-87F0-DC82D5777AEB}"/>
              </a:ext>
            </a:extLst>
          </p:cNvPr>
          <p:cNvSpPr/>
          <p:nvPr/>
        </p:nvSpPr>
        <p:spPr>
          <a:xfrm>
            <a:off x="310203" y="2167003"/>
            <a:ext cx="3555324" cy="3811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Pre-renal azotemia from hypovolemia</a:t>
            </a:r>
          </a:p>
        </p:txBody>
      </p:sp>
      <p:sp>
        <p:nvSpPr>
          <p:cNvPr id="34" name="Case 1 - ECG image">
            <a:extLst>
              <a:ext uri="{FF2B5EF4-FFF2-40B4-BE49-F238E27FC236}">
                <a16:creationId xmlns:a16="http://schemas.microsoft.com/office/drawing/2014/main" id="{78D59F4F-3EF0-4B50-B0DE-BD1DB0BEC628}"/>
              </a:ext>
            </a:extLst>
          </p:cNvPr>
          <p:cNvSpPr/>
          <p:nvPr/>
        </p:nvSpPr>
        <p:spPr>
          <a:xfrm>
            <a:off x="288952" y="2687262"/>
            <a:ext cx="3576575" cy="381129"/>
          </a:xfrm>
          <a:prstGeom prst="roundRect">
            <a:avLst>
              <a:gd name="adj" fmla="val 1150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Control nausea, aggressive rehydration</a:t>
            </a:r>
          </a:p>
        </p:txBody>
      </p:sp>
      <p:grpSp>
        <p:nvGrpSpPr>
          <p:cNvPr id="38" name="Clikc here">
            <a:extLst>
              <a:ext uri="{FF2B5EF4-FFF2-40B4-BE49-F238E27FC236}">
                <a16:creationId xmlns:a16="http://schemas.microsoft.com/office/drawing/2014/main" id="{EE392D1A-47B9-4732-A57D-738141BA5755}"/>
              </a:ext>
            </a:extLst>
          </p:cNvPr>
          <p:cNvGrpSpPr/>
          <p:nvPr/>
        </p:nvGrpSpPr>
        <p:grpSpPr>
          <a:xfrm>
            <a:off x="338774" y="6222"/>
            <a:ext cx="521274" cy="347352"/>
            <a:chOff x="3240011" y="701518"/>
            <a:chExt cx="727201" cy="347352"/>
          </a:xfrm>
        </p:grpSpPr>
        <p:cxnSp>
          <p:nvCxnSpPr>
            <p:cNvPr id="39" name="Straight Arrow Connector 38">
              <a:extLst>
                <a:ext uri="{FF2B5EF4-FFF2-40B4-BE49-F238E27FC236}">
                  <a16:creationId xmlns:a16="http://schemas.microsoft.com/office/drawing/2014/main" id="{3A0DE678-CCE9-41CC-A839-169C4BB06882}"/>
                </a:ext>
              </a:extLst>
            </p:cNvPr>
            <p:cNvCxnSpPr>
              <a:cxnSpLocks/>
            </p:cNvCxnSpPr>
            <p:nvPr/>
          </p:nvCxnSpPr>
          <p:spPr>
            <a:xfrm>
              <a:off x="3708400" y="901024"/>
              <a:ext cx="223520" cy="1478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1E16B131-A24F-4E4C-A55C-A110E5E467D2}"/>
                </a:ext>
              </a:extLst>
            </p:cNvPr>
            <p:cNvSpPr txBox="1"/>
            <p:nvPr/>
          </p:nvSpPr>
          <p:spPr>
            <a:xfrm>
              <a:off x="3240011" y="701518"/>
              <a:ext cx="727201" cy="276999"/>
            </a:xfrm>
            <a:prstGeom prst="rect">
              <a:avLst/>
            </a:prstGeom>
            <a:noFill/>
          </p:spPr>
          <p:txBody>
            <a:bodyPr wrap="square" rtlCol="0">
              <a:spAutoFit/>
            </a:bodyPr>
            <a:lstStyle/>
            <a:p>
              <a:pPr algn="ctr"/>
              <a:r>
                <a:rPr lang="en-US" altLang="zh-CN" sz="1200" dirty="0"/>
                <a:t>Click</a:t>
              </a:r>
              <a:endParaRPr lang="en-US" sz="1200" dirty="0"/>
            </a:p>
          </p:txBody>
        </p:sp>
      </p:grpSp>
      <p:sp>
        <p:nvSpPr>
          <p:cNvPr id="129" name="Case 2">
            <a:extLst>
              <a:ext uri="{FF2B5EF4-FFF2-40B4-BE49-F238E27FC236}">
                <a16:creationId xmlns:a16="http://schemas.microsoft.com/office/drawing/2014/main" id="{41FEB336-49CA-4EC0-AC0A-587C0CD09C68}"/>
              </a:ext>
            </a:extLst>
          </p:cNvPr>
          <p:cNvSpPr/>
          <p:nvPr/>
        </p:nvSpPr>
        <p:spPr>
          <a:xfrm>
            <a:off x="4854602" y="164529"/>
            <a:ext cx="2194560" cy="412786"/>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Case 2</a:t>
            </a:r>
          </a:p>
        </p:txBody>
      </p:sp>
      <p:sp>
        <p:nvSpPr>
          <p:cNvPr id="131" name="Case 1 text">
            <a:extLst>
              <a:ext uri="{FF2B5EF4-FFF2-40B4-BE49-F238E27FC236}">
                <a16:creationId xmlns:a16="http://schemas.microsoft.com/office/drawing/2014/main" id="{83105C6D-94DC-444D-A80F-80E89A1ED833}"/>
              </a:ext>
            </a:extLst>
          </p:cNvPr>
          <p:cNvSpPr txBox="1"/>
          <p:nvPr/>
        </p:nvSpPr>
        <p:spPr>
          <a:xfrm>
            <a:off x="4216994" y="663594"/>
            <a:ext cx="3751011" cy="1384995"/>
          </a:xfrm>
          <a:prstGeom prst="rect">
            <a:avLst/>
          </a:prstGeom>
          <a:noFill/>
        </p:spPr>
        <p:txBody>
          <a:bodyPr wrap="square" rtlCol="0">
            <a:spAutoFit/>
          </a:bodyPr>
          <a:lstStyle/>
          <a:p>
            <a:r>
              <a:rPr lang="en-US" sz="1200" dirty="0"/>
              <a:t>70yo man presenting to clinic with difficulty initiating urination, weak stream and incomplete emptying for the past couple of years that has significantly worsening over the past week since he started taking allergy medications. </a:t>
            </a:r>
          </a:p>
          <a:p>
            <a:endParaRPr lang="en-US" sz="1200" dirty="0">
              <a:solidFill>
                <a:sysClr val="windowText" lastClr="000000"/>
              </a:solidFill>
            </a:endParaRPr>
          </a:p>
          <a:p>
            <a:r>
              <a:rPr lang="en-US" sz="1200" dirty="0">
                <a:solidFill>
                  <a:sysClr val="windowText" lastClr="000000"/>
                </a:solidFill>
              </a:rPr>
              <a:t>Cr </a:t>
            </a:r>
            <a:r>
              <a:rPr lang="en-US" sz="1200" dirty="0">
                <a:solidFill>
                  <a:srgbClr val="FF0000"/>
                </a:solidFill>
              </a:rPr>
              <a:t>2.0</a:t>
            </a:r>
            <a:r>
              <a:rPr lang="en-US" sz="1200" dirty="0">
                <a:solidFill>
                  <a:sysClr val="windowText" lastClr="000000"/>
                </a:solidFill>
              </a:rPr>
              <a:t> ( baseline 0.8) | BUN </a:t>
            </a:r>
            <a:r>
              <a:rPr lang="en-US" sz="1200" dirty="0">
                <a:solidFill>
                  <a:srgbClr val="FF0000"/>
                </a:solidFill>
              </a:rPr>
              <a:t>40 </a:t>
            </a:r>
            <a:r>
              <a:rPr lang="en-US" sz="1200" dirty="0"/>
              <a:t>| </a:t>
            </a:r>
            <a:r>
              <a:rPr lang="en-US" sz="1200" dirty="0" err="1">
                <a:solidFill>
                  <a:sysClr val="windowText" lastClr="000000"/>
                </a:solidFill>
              </a:rPr>
              <a:t>FeNa</a:t>
            </a:r>
            <a:r>
              <a:rPr lang="en-US" sz="1200" dirty="0">
                <a:solidFill>
                  <a:sysClr val="windowText" lastClr="000000"/>
                </a:solidFill>
              </a:rPr>
              <a:t> 1.5% </a:t>
            </a:r>
          </a:p>
          <a:p>
            <a:r>
              <a:rPr lang="en-US" sz="1200" dirty="0">
                <a:solidFill>
                  <a:sysClr val="windowText" lastClr="000000"/>
                </a:solidFill>
              </a:rPr>
              <a:t>Urinalysis: </a:t>
            </a:r>
            <a:r>
              <a:rPr lang="en-US" sz="1200" dirty="0" err="1">
                <a:solidFill>
                  <a:sysClr val="windowText" lastClr="000000"/>
                </a:solidFill>
              </a:rPr>
              <a:t>nml</a:t>
            </a:r>
            <a:r>
              <a:rPr lang="en-US" sz="1200" dirty="0">
                <a:solidFill>
                  <a:sysClr val="windowText" lastClr="000000"/>
                </a:solidFill>
              </a:rPr>
              <a:t> |Kidney US: Bilateral mod hydronephrosis</a:t>
            </a:r>
            <a:endParaRPr lang="en-US" sz="1200" dirty="0"/>
          </a:p>
        </p:txBody>
      </p:sp>
      <p:sp>
        <p:nvSpPr>
          <p:cNvPr id="133" name="Case 2 - Pre-test button">
            <a:extLst>
              <a:ext uri="{FF2B5EF4-FFF2-40B4-BE49-F238E27FC236}">
                <a16:creationId xmlns:a16="http://schemas.microsoft.com/office/drawing/2014/main" id="{08D5AB9A-8840-47CD-997B-079149076D06}"/>
              </a:ext>
            </a:extLst>
          </p:cNvPr>
          <p:cNvSpPr/>
          <p:nvPr/>
        </p:nvSpPr>
        <p:spPr>
          <a:xfrm>
            <a:off x="4195885" y="2205086"/>
            <a:ext cx="3668373" cy="332379"/>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Diagnosis and etiology?</a:t>
            </a:r>
          </a:p>
        </p:txBody>
      </p:sp>
      <p:sp>
        <p:nvSpPr>
          <p:cNvPr id="134" name="Case 2 - ECG button">
            <a:extLst>
              <a:ext uri="{FF2B5EF4-FFF2-40B4-BE49-F238E27FC236}">
                <a16:creationId xmlns:a16="http://schemas.microsoft.com/office/drawing/2014/main" id="{EBA4F48B-F33F-4247-834E-FC318AAB878F}"/>
              </a:ext>
            </a:extLst>
          </p:cNvPr>
          <p:cNvSpPr/>
          <p:nvPr/>
        </p:nvSpPr>
        <p:spPr>
          <a:xfrm>
            <a:off x="4216994" y="2696806"/>
            <a:ext cx="3680844" cy="302505"/>
          </a:xfrm>
          <a:prstGeom prst="roundRect">
            <a:avLst>
              <a:gd name="adj" fmla="val 10321"/>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Next step in management?</a:t>
            </a:r>
          </a:p>
        </p:txBody>
      </p:sp>
      <p:sp>
        <p:nvSpPr>
          <p:cNvPr id="137" name="Case 2 - Pre-test answer">
            <a:extLst>
              <a:ext uri="{FF2B5EF4-FFF2-40B4-BE49-F238E27FC236}">
                <a16:creationId xmlns:a16="http://schemas.microsoft.com/office/drawing/2014/main" id="{CFE9643E-4E1C-4106-88E9-AE7C30BF2726}"/>
              </a:ext>
            </a:extLst>
          </p:cNvPr>
          <p:cNvSpPr/>
          <p:nvPr/>
        </p:nvSpPr>
        <p:spPr>
          <a:xfrm>
            <a:off x="4206332" y="2171252"/>
            <a:ext cx="3680844" cy="3811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Post-renal nephropathy from BPH + medication induced urinary retention.</a:t>
            </a:r>
          </a:p>
        </p:txBody>
      </p:sp>
      <p:sp>
        <p:nvSpPr>
          <p:cNvPr id="138" name="Case 2 - ECG image">
            <a:extLst>
              <a:ext uri="{FF2B5EF4-FFF2-40B4-BE49-F238E27FC236}">
                <a16:creationId xmlns:a16="http://schemas.microsoft.com/office/drawing/2014/main" id="{7A073A5F-8988-455D-81A5-C527520DE1D3}"/>
              </a:ext>
            </a:extLst>
          </p:cNvPr>
          <p:cNvSpPr/>
          <p:nvPr/>
        </p:nvSpPr>
        <p:spPr>
          <a:xfrm>
            <a:off x="4216993" y="2669553"/>
            <a:ext cx="3680843" cy="399690"/>
          </a:xfrm>
          <a:prstGeom prst="roundRect">
            <a:avLst>
              <a:gd name="adj" fmla="val 1150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Discontinue anti-cholinergic, start tamsulosin, consider urinary catheter</a:t>
            </a:r>
          </a:p>
        </p:txBody>
      </p:sp>
      <p:sp>
        <p:nvSpPr>
          <p:cNvPr id="50" name="Case 2">
            <a:extLst>
              <a:ext uri="{FF2B5EF4-FFF2-40B4-BE49-F238E27FC236}">
                <a16:creationId xmlns:a16="http://schemas.microsoft.com/office/drawing/2014/main" id="{FA12A495-DADC-49A3-B1E0-AB1043A7D98D}"/>
              </a:ext>
            </a:extLst>
          </p:cNvPr>
          <p:cNvSpPr/>
          <p:nvPr/>
        </p:nvSpPr>
        <p:spPr>
          <a:xfrm>
            <a:off x="8922652" y="179865"/>
            <a:ext cx="2194560" cy="412786"/>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Case 3</a:t>
            </a:r>
          </a:p>
        </p:txBody>
      </p:sp>
      <p:sp>
        <p:nvSpPr>
          <p:cNvPr id="51" name="Case 1 text">
            <a:extLst>
              <a:ext uri="{FF2B5EF4-FFF2-40B4-BE49-F238E27FC236}">
                <a16:creationId xmlns:a16="http://schemas.microsoft.com/office/drawing/2014/main" id="{DAEEF1B7-911A-45D5-A835-13845FE1F5C6}"/>
              </a:ext>
            </a:extLst>
          </p:cNvPr>
          <p:cNvSpPr txBox="1"/>
          <p:nvPr/>
        </p:nvSpPr>
        <p:spPr>
          <a:xfrm>
            <a:off x="8285044" y="678930"/>
            <a:ext cx="3751011" cy="1384995"/>
          </a:xfrm>
          <a:prstGeom prst="rect">
            <a:avLst/>
          </a:prstGeom>
          <a:noFill/>
        </p:spPr>
        <p:txBody>
          <a:bodyPr wrap="square" rtlCol="0">
            <a:spAutoFit/>
          </a:bodyPr>
          <a:lstStyle/>
          <a:p>
            <a:r>
              <a:rPr lang="en-US" sz="1200" dirty="0"/>
              <a:t>23yo transman with SLE not currently on therapy presents to the ED with arthralgias, dark urine, decreased urine output.  </a:t>
            </a:r>
          </a:p>
          <a:p>
            <a:endParaRPr lang="en-US" sz="1200" dirty="0">
              <a:solidFill>
                <a:sysClr val="windowText" lastClr="000000"/>
              </a:solidFill>
            </a:endParaRPr>
          </a:p>
          <a:p>
            <a:r>
              <a:rPr lang="en-US" sz="1200" dirty="0">
                <a:solidFill>
                  <a:sysClr val="windowText" lastClr="000000"/>
                </a:solidFill>
              </a:rPr>
              <a:t>Cr </a:t>
            </a:r>
            <a:r>
              <a:rPr lang="en-US" sz="1200" dirty="0">
                <a:solidFill>
                  <a:srgbClr val="FF0000"/>
                </a:solidFill>
              </a:rPr>
              <a:t>3.6</a:t>
            </a:r>
            <a:r>
              <a:rPr lang="en-US" sz="1200" dirty="0">
                <a:solidFill>
                  <a:sysClr val="windowText" lastClr="000000"/>
                </a:solidFill>
              </a:rPr>
              <a:t> ( baseline 0.9) | BUN 30</a:t>
            </a:r>
            <a:r>
              <a:rPr lang="en-US" sz="1200" dirty="0">
                <a:solidFill>
                  <a:srgbClr val="FF0000"/>
                </a:solidFill>
              </a:rPr>
              <a:t> </a:t>
            </a:r>
            <a:r>
              <a:rPr lang="en-US" sz="1200" dirty="0"/>
              <a:t>| </a:t>
            </a:r>
            <a:r>
              <a:rPr lang="en-US" sz="1200" dirty="0" err="1">
                <a:solidFill>
                  <a:sysClr val="windowText" lastClr="000000"/>
                </a:solidFill>
              </a:rPr>
              <a:t>FeNa</a:t>
            </a:r>
            <a:r>
              <a:rPr lang="en-US" sz="1200" dirty="0">
                <a:solidFill>
                  <a:sysClr val="windowText" lastClr="000000"/>
                </a:solidFill>
              </a:rPr>
              <a:t> 2.8% </a:t>
            </a:r>
          </a:p>
          <a:p>
            <a:r>
              <a:rPr lang="en-US" sz="1200" dirty="0">
                <a:solidFill>
                  <a:sysClr val="windowText" lastClr="000000"/>
                </a:solidFill>
              </a:rPr>
              <a:t>Urinalysis: dysmorphic RBCs and RBC casts</a:t>
            </a:r>
          </a:p>
          <a:p>
            <a:r>
              <a:rPr lang="en-US" sz="1200" dirty="0">
                <a:solidFill>
                  <a:sysClr val="windowText" lastClr="000000"/>
                </a:solidFill>
              </a:rPr>
              <a:t>Kidney US: Normal</a:t>
            </a:r>
            <a:endParaRPr lang="en-US" sz="1200" dirty="0"/>
          </a:p>
        </p:txBody>
      </p:sp>
      <p:sp>
        <p:nvSpPr>
          <p:cNvPr id="52" name="Case 2 - Pre-test button">
            <a:extLst>
              <a:ext uri="{FF2B5EF4-FFF2-40B4-BE49-F238E27FC236}">
                <a16:creationId xmlns:a16="http://schemas.microsoft.com/office/drawing/2014/main" id="{BEE46D51-084F-4A7F-A2D7-7C81740ABE67}"/>
              </a:ext>
            </a:extLst>
          </p:cNvPr>
          <p:cNvSpPr/>
          <p:nvPr/>
        </p:nvSpPr>
        <p:spPr>
          <a:xfrm>
            <a:off x="8285044" y="2221171"/>
            <a:ext cx="3594498" cy="331630"/>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Diagnosis and etiology?</a:t>
            </a:r>
          </a:p>
        </p:txBody>
      </p:sp>
      <p:sp>
        <p:nvSpPr>
          <p:cNvPr id="53" name="Case 2 - ECG button">
            <a:extLst>
              <a:ext uri="{FF2B5EF4-FFF2-40B4-BE49-F238E27FC236}">
                <a16:creationId xmlns:a16="http://schemas.microsoft.com/office/drawing/2014/main" id="{ABDE3ECA-B285-4A03-BC63-E624E9635354}"/>
              </a:ext>
            </a:extLst>
          </p:cNvPr>
          <p:cNvSpPr/>
          <p:nvPr/>
        </p:nvSpPr>
        <p:spPr>
          <a:xfrm>
            <a:off x="8285044" y="2712142"/>
            <a:ext cx="3583106" cy="302505"/>
          </a:xfrm>
          <a:prstGeom prst="roundRect">
            <a:avLst>
              <a:gd name="adj" fmla="val 10321"/>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Next step in management?</a:t>
            </a:r>
          </a:p>
        </p:txBody>
      </p:sp>
      <p:sp>
        <p:nvSpPr>
          <p:cNvPr id="54" name="Case 2 - Pre-test answer">
            <a:extLst>
              <a:ext uri="{FF2B5EF4-FFF2-40B4-BE49-F238E27FC236}">
                <a16:creationId xmlns:a16="http://schemas.microsoft.com/office/drawing/2014/main" id="{F8DB2953-D902-4B1B-9A16-9623C192934D}"/>
              </a:ext>
            </a:extLst>
          </p:cNvPr>
          <p:cNvSpPr/>
          <p:nvPr/>
        </p:nvSpPr>
        <p:spPr>
          <a:xfrm>
            <a:off x="8277225" y="2207523"/>
            <a:ext cx="3656891" cy="38435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Likely acute glomerular nephritis from lupus flare</a:t>
            </a:r>
          </a:p>
        </p:txBody>
      </p:sp>
      <p:sp>
        <p:nvSpPr>
          <p:cNvPr id="55" name="Case 2 - ECG image">
            <a:extLst>
              <a:ext uri="{FF2B5EF4-FFF2-40B4-BE49-F238E27FC236}">
                <a16:creationId xmlns:a16="http://schemas.microsoft.com/office/drawing/2014/main" id="{80E2AE8A-39C3-43CA-AE8B-5EA9CE64F3B9}"/>
              </a:ext>
            </a:extLst>
          </p:cNvPr>
          <p:cNvSpPr/>
          <p:nvPr/>
        </p:nvSpPr>
        <p:spPr>
          <a:xfrm>
            <a:off x="8285044" y="2684889"/>
            <a:ext cx="3670182" cy="384354"/>
          </a:xfrm>
          <a:prstGeom prst="roundRect">
            <a:avLst>
              <a:gd name="adj" fmla="val 1150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Induction therapy with steroids + cyclophosphamide or mycophenolate</a:t>
            </a:r>
          </a:p>
        </p:txBody>
      </p:sp>
      <p:sp>
        <p:nvSpPr>
          <p:cNvPr id="56" name="Case 2">
            <a:extLst>
              <a:ext uri="{FF2B5EF4-FFF2-40B4-BE49-F238E27FC236}">
                <a16:creationId xmlns:a16="http://schemas.microsoft.com/office/drawing/2014/main" id="{E32D4C87-5704-42C4-AACA-535F6C34C3D5}"/>
              </a:ext>
            </a:extLst>
          </p:cNvPr>
          <p:cNvSpPr/>
          <p:nvPr/>
        </p:nvSpPr>
        <p:spPr>
          <a:xfrm>
            <a:off x="810624" y="3582365"/>
            <a:ext cx="2194560" cy="412786"/>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Case 4</a:t>
            </a:r>
          </a:p>
        </p:txBody>
      </p:sp>
      <p:sp>
        <p:nvSpPr>
          <p:cNvPr id="57" name="Case 1 text">
            <a:extLst>
              <a:ext uri="{FF2B5EF4-FFF2-40B4-BE49-F238E27FC236}">
                <a16:creationId xmlns:a16="http://schemas.microsoft.com/office/drawing/2014/main" id="{BD8B0826-0D1D-48CA-AEA2-610A6DB4FA56}"/>
              </a:ext>
            </a:extLst>
          </p:cNvPr>
          <p:cNvSpPr txBox="1"/>
          <p:nvPr/>
        </p:nvSpPr>
        <p:spPr>
          <a:xfrm>
            <a:off x="173016" y="4081430"/>
            <a:ext cx="3820898" cy="1569660"/>
          </a:xfrm>
          <a:prstGeom prst="rect">
            <a:avLst/>
          </a:prstGeom>
          <a:noFill/>
        </p:spPr>
        <p:txBody>
          <a:bodyPr wrap="square" rtlCol="0">
            <a:spAutoFit/>
          </a:bodyPr>
          <a:lstStyle/>
          <a:p>
            <a:r>
              <a:rPr lang="en-US" sz="1200" dirty="0"/>
              <a:t>40yo woman returns to clinic with decreased UOP and fatigue a 5 days into a 14 day course of amoxicillin/clavulanate for acute sinusitis.  Noted to have a faint truncal maculopapular rash.  </a:t>
            </a:r>
          </a:p>
          <a:p>
            <a:endParaRPr lang="en-US" sz="1200" dirty="0">
              <a:solidFill>
                <a:sysClr val="windowText" lastClr="000000"/>
              </a:solidFill>
            </a:endParaRPr>
          </a:p>
          <a:p>
            <a:r>
              <a:rPr lang="en-US" sz="1200" dirty="0">
                <a:solidFill>
                  <a:sysClr val="windowText" lastClr="000000"/>
                </a:solidFill>
              </a:rPr>
              <a:t>Cr </a:t>
            </a:r>
            <a:r>
              <a:rPr lang="en-US" sz="1200" dirty="0">
                <a:solidFill>
                  <a:srgbClr val="FF0000"/>
                </a:solidFill>
              </a:rPr>
              <a:t>2.5</a:t>
            </a:r>
            <a:r>
              <a:rPr lang="en-US" sz="1200" dirty="0">
                <a:solidFill>
                  <a:sysClr val="windowText" lastClr="000000"/>
                </a:solidFill>
              </a:rPr>
              <a:t> ( baseline 0.9) | BUN 30</a:t>
            </a:r>
            <a:r>
              <a:rPr lang="en-US" sz="1200" dirty="0">
                <a:solidFill>
                  <a:srgbClr val="FF0000"/>
                </a:solidFill>
              </a:rPr>
              <a:t> </a:t>
            </a:r>
            <a:r>
              <a:rPr lang="en-US" sz="1200" dirty="0"/>
              <a:t>| </a:t>
            </a:r>
            <a:r>
              <a:rPr lang="en-US" sz="1200" dirty="0" err="1">
                <a:solidFill>
                  <a:sysClr val="windowText" lastClr="000000"/>
                </a:solidFill>
              </a:rPr>
              <a:t>FeNa</a:t>
            </a:r>
            <a:r>
              <a:rPr lang="en-US" sz="1200" dirty="0">
                <a:solidFill>
                  <a:sysClr val="windowText" lastClr="000000"/>
                </a:solidFill>
              </a:rPr>
              <a:t> 2.2% </a:t>
            </a:r>
          </a:p>
          <a:p>
            <a:r>
              <a:rPr lang="en-US" sz="1200" dirty="0">
                <a:solidFill>
                  <a:sysClr val="windowText" lastClr="000000"/>
                </a:solidFill>
              </a:rPr>
              <a:t>Urinalysis: proteinuria, WBCs &amp; WBC casts.  No eosinophils </a:t>
            </a:r>
          </a:p>
          <a:p>
            <a:r>
              <a:rPr lang="en-US" sz="1200" dirty="0">
                <a:solidFill>
                  <a:sysClr val="windowText" lastClr="000000"/>
                </a:solidFill>
              </a:rPr>
              <a:t>Kidney US: Normal</a:t>
            </a:r>
            <a:endParaRPr lang="en-US" sz="1200" dirty="0"/>
          </a:p>
        </p:txBody>
      </p:sp>
      <p:sp>
        <p:nvSpPr>
          <p:cNvPr id="58" name="Case 2 - Pre-test button">
            <a:extLst>
              <a:ext uri="{FF2B5EF4-FFF2-40B4-BE49-F238E27FC236}">
                <a16:creationId xmlns:a16="http://schemas.microsoft.com/office/drawing/2014/main" id="{246932D6-9614-4605-9771-14AF58E81F62}"/>
              </a:ext>
            </a:extLst>
          </p:cNvPr>
          <p:cNvSpPr/>
          <p:nvPr/>
        </p:nvSpPr>
        <p:spPr>
          <a:xfrm>
            <a:off x="151907" y="5766546"/>
            <a:ext cx="3680844" cy="331630"/>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Diagnosis and etiology?</a:t>
            </a:r>
          </a:p>
        </p:txBody>
      </p:sp>
      <p:sp>
        <p:nvSpPr>
          <p:cNvPr id="59" name="Case 2 - ECG button">
            <a:extLst>
              <a:ext uri="{FF2B5EF4-FFF2-40B4-BE49-F238E27FC236}">
                <a16:creationId xmlns:a16="http://schemas.microsoft.com/office/drawing/2014/main" id="{ABA9AC8B-FE00-407F-A906-473FA0E1B954}"/>
              </a:ext>
            </a:extLst>
          </p:cNvPr>
          <p:cNvSpPr/>
          <p:nvPr/>
        </p:nvSpPr>
        <p:spPr>
          <a:xfrm>
            <a:off x="173016" y="6257517"/>
            <a:ext cx="3680844" cy="302505"/>
          </a:xfrm>
          <a:prstGeom prst="roundRect">
            <a:avLst>
              <a:gd name="adj" fmla="val 10321"/>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Next step in management?</a:t>
            </a:r>
          </a:p>
        </p:txBody>
      </p:sp>
      <p:sp>
        <p:nvSpPr>
          <p:cNvPr id="60" name="Case 2 - Pre-test answer">
            <a:extLst>
              <a:ext uri="{FF2B5EF4-FFF2-40B4-BE49-F238E27FC236}">
                <a16:creationId xmlns:a16="http://schemas.microsoft.com/office/drawing/2014/main" id="{8E6B1A05-F896-4F13-8F6F-AEDF1C5DFD85}"/>
              </a:ext>
            </a:extLst>
          </p:cNvPr>
          <p:cNvSpPr/>
          <p:nvPr/>
        </p:nvSpPr>
        <p:spPr>
          <a:xfrm>
            <a:off x="151906" y="5752898"/>
            <a:ext cx="3760107" cy="38435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Likely acute interstitial nephritis (AIN) from beta-lactam</a:t>
            </a:r>
          </a:p>
        </p:txBody>
      </p:sp>
      <p:sp>
        <p:nvSpPr>
          <p:cNvPr id="61" name="Case 2 - ECG image">
            <a:extLst>
              <a:ext uri="{FF2B5EF4-FFF2-40B4-BE49-F238E27FC236}">
                <a16:creationId xmlns:a16="http://schemas.microsoft.com/office/drawing/2014/main" id="{70EFDC14-A39E-40B0-92C8-5CEA36D902C8}"/>
              </a:ext>
            </a:extLst>
          </p:cNvPr>
          <p:cNvSpPr/>
          <p:nvPr/>
        </p:nvSpPr>
        <p:spPr>
          <a:xfrm>
            <a:off x="173015" y="6230264"/>
            <a:ext cx="3727383" cy="384354"/>
          </a:xfrm>
          <a:prstGeom prst="roundRect">
            <a:avLst>
              <a:gd name="adj" fmla="val 1150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Discontinue </a:t>
            </a:r>
            <a:r>
              <a:rPr lang="en-US" sz="1200" dirty="0" err="1"/>
              <a:t>abx</a:t>
            </a:r>
            <a:r>
              <a:rPr lang="en-US" sz="1200" dirty="0"/>
              <a:t>, repeat labs in 3 days and consider bx +/- steroids if not improving</a:t>
            </a:r>
          </a:p>
        </p:txBody>
      </p:sp>
      <p:sp>
        <p:nvSpPr>
          <p:cNvPr id="62" name="Case 2">
            <a:extLst>
              <a:ext uri="{FF2B5EF4-FFF2-40B4-BE49-F238E27FC236}">
                <a16:creationId xmlns:a16="http://schemas.microsoft.com/office/drawing/2014/main" id="{7F58E622-4668-40AA-A832-35873581C8B8}"/>
              </a:ext>
            </a:extLst>
          </p:cNvPr>
          <p:cNvSpPr/>
          <p:nvPr/>
        </p:nvSpPr>
        <p:spPr>
          <a:xfrm>
            <a:off x="4854602" y="3582365"/>
            <a:ext cx="2194560" cy="412786"/>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Case 5</a:t>
            </a:r>
          </a:p>
        </p:txBody>
      </p:sp>
      <p:sp>
        <p:nvSpPr>
          <p:cNvPr id="63" name="Case 1 text">
            <a:extLst>
              <a:ext uri="{FF2B5EF4-FFF2-40B4-BE49-F238E27FC236}">
                <a16:creationId xmlns:a16="http://schemas.microsoft.com/office/drawing/2014/main" id="{801D91EF-A06D-497F-9D21-5F30A1162B46}"/>
              </a:ext>
            </a:extLst>
          </p:cNvPr>
          <p:cNvSpPr txBox="1"/>
          <p:nvPr/>
        </p:nvSpPr>
        <p:spPr>
          <a:xfrm>
            <a:off x="4216994" y="4081430"/>
            <a:ext cx="3751011" cy="1569660"/>
          </a:xfrm>
          <a:prstGeom prst="rect">
            <a:avLst/>
          </a:prstGeom>
          <a:noFill/>
        </p:spPr>
        <p:txBody>
          <a:bodyPr wrap="square" rtlCol="0">
            <a:spAutoFit/>
          </a:bodyPr>
          <a:lstStyle/>
          <a:p>
            <a:r>
              <a:rPr lang="en-US" sz="1200" dirty="0"/>
              <a:t>42yo man with DMII is admitted for pneumonia with severe sepsis and hyperglycemia.  He received aggressive IVF resuscitation but his Cr continues to rise 24hr after admission and he is now </a:t>
            </a:r>
            <a:r>
              <a:rPr lang="en-US" sz="1200" dirty="0" err="1"/>
              <a:t>anuric</a:t>
            </a:r>
            <a:r>
              <a:rPr lang="en-US" sz="1200" dirty="0"/>
              <a:t>. </a:t>
            </a:r>
          </a:p>
          <a:p>
            <a:endParaRPr lang="en-US" sz="1200" dirty="0">
              <a:solidFill>
                <a:sysClr val="windowText" lastClr="000000"/>
              </a:solidFill>
            </a:endParaRPr>
          </a:p>
          <a:p>
            <a:r>
              <a:rPr lang="en-US" sz="1200" dirty="0">
                <a:solidFill>
                  <a:sysClr val="windowText" lastClr="000000"/>
                </a:solidFill>
              </a:rPr>
              <a:t>Cr </a:t>
            </a:r>
            <a:r>
              <a:rPr lang="en-US" sz="1200" dirty="0">
                <a:solidFill>
                  <a:srgbClr val="FF0000"/>
                </a:solidFill>
              </a:rPr>
              <a:t>3.4</a:t>
            </a:r>
            <a:r>
              <a:rPr lang="en-US" sz="1200" dirty="0">
                <a:solidFill>
                  <a:sysClr val="windowText" lastClr="000000"/>
                </a:solidFill>
              </a:rPr>
              <a:t> ( 2.5 on admission, baseline 1.2) | </a:t>
            </a:r>
            <a:r>
              <a:rPr lang="en-US" sz="1200" dirty="0" err="1">
                <a:solidFill>
                  <a:sysClr val="windowText" lastClr="000000"/>
                </a:solidFill>
              </a:rPr>
              <a:t>FeNa</a:t>
            </a:r>
            <a:r>
              <a:rPr lang="en-US" sz="1200" dirty="0">
                <a:solidFill>
                  <a:sysClr val="windowText" lastClr="000000"/>
                </a:solidFill>
              </a:rPr>
              <a:t> 2.3%</a:t>
            </a:r>
          </a:p>
          <a:p>
            <a:r>
              <a:rPr lang="en-US" sz="1200" dirty="0">
                <a:solidFill>
                  <a:sysClr val="windowText" lastClr="000000"/>
                </a:solidFill>
              </a:rPr>
              <a:t>Urinalysis: muddy brown casts</a:t>
            </a:r>
          </a:p>
          <a:p>
            <a:r>
              <a:rPr lang="en-US" sz="1200" dirty="0">
                <a:solidFill>
                  <a:sysClr val="windowText" lastClr="000000"/>
                </a:solidFill>
              </a:rPr>
              <a:t>Kidney US: Normal</a:t>
            </a:r>
            <a:endParaRPr lang="en-US" sz="1200" dirty="0"/>
          </a:p>
        </p:txBody>
      </p:sp>
      <p:sp>
        <p:nvSpPr>
          <p:cNvPr id="64" name="Case 2 - Pre-test button">
            <a:extLst>
              <a:ext uri="{FF2B5EF4-FFF2-40B4-BE49-F238E27FC236}">
                <a16:creationId xmlns:a16="http://schemas.microsoft.com/office/drawing/2014/main" id="{B1C0E477-6D19-4A2F-B270-2DDD5F3141E2}"/>
              </a:ext>
            </a:extLst>
          </p:cNvPr>
          <p:cNvSpPr/>
          <p:nvPr/>
        </p:nvSpPr>
        <p:spPr>
          <a:xfrm>
            <a:off x="4195885" y="5766546"/>
            <a:ext cx="3621839" cy="331630"/>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Diagnosis and etiology?</a:t>
            </a:r>
          </a:p>
        </p:txBody>
      </p:sp>
      <p:sp>
        <p:nvSpPr>
          <p:cNvPr id="65" name="Case 2 - ECG button">
            <a:extLst>
              <a:ext uri="{FF2B5EF4-FFF2-40B4-BE49-F238E27FC236}">
                <a16:creationId xmlns:a16="http://schemas.microsoft.com/office/drawing/2014/main" id="{E9E428BB-06F8-46B6-9A52-DD613ACA630A}"/>
              </a:ext>
            </a:extLst>
          </p:cNvPr>
          <p:cNvSpPr/>
          <p:nvPr/>
        </p:nvSpPr>
        <p:spPr>
          <a:xfrm>
            <a:off x="4216994" y="6257517"/>
            <a:ext cx="3646056" cy="302505"/>
          </a:xfrm>
          <a:prstGeom prst="roundRect">
            <a:avLst>
              <a:gd name="adj" fmla="val 10321"/>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Next step in management?</a:t>
            </a:r>
          </a:p>
        </p:txBody>
      </p:sp>
      <p:sp>
        <p:nvSpPr>
          <p:cNvPr id="66" name="Case 2 - Pre-test answer">
            <a:extLst>
              <a:ext uri="{FF2B5EF4-FFF2-40B4-BE49-F238E27FC236}">
                <a16:creationId xmlns:a16="http://schemas.microsoft.com/office/drawing/2014/main" id="{B03AF68A-18AE-481F-A6DB-CFF81A683573}"/>
              </a:ext>
            </a:extLst>
          </p:cNvPr>
          <p:cNvSpPr/>
          <p:nvPr/>
        </p:nvSpPr>
        <p:spPr>
          <a:xfrm>
            <a:off x="4195885" y="5752898"/>
            <a:ext cx="3670182" cy="38435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Likely ischemic acute tubular necrosis from prolonged hypoperfusion due to hypovolemia and sepsis</a:t>
            </a:r>
          </a:p>
        </p:txBody>
      </p:sp>
      <p:sp>
        <p:nvSpPr>
          <p:cNvPr id="67" name="Case 2 - ECG image">
            <a:extLst>
              <a:ext uri="{FF2B5EF4-FFF2-40B4-BE49-F238E27FC236}">
                <a16:creationId xmlns:a16="http://schemas.microsoft.com/office/drawing/2014/main" id="{C1E46628-8F3E-4A31-B791-AE843FEC2063}"/>
              </a:ext>
            </a:extLst>
          </p:cNvPr>
          <p:cNvSpPr/>
          <p:nvPr/>
        </p:nvSpPr>
        <p:spPr>
          <a:xfrm>
            <a:off x="4216993" y="6230264"/>
            <a:ext cx="3670181" cy="384354"/>
          </a:xfrm>
          <a:prstGeom prst="roundRect">
            <a:avLst>
              <a:gd name="adj" fmla="val 1150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Monitor electrolytes, maintain euvolemia, avoid overhydration (</a:t>
            </a:r>
            <a:r>
              <a:rPr lang="en-US" sz="1200" dirty="0" err="1"/>
              <a:t>anuric</a:t>
            </a:r>
            <a:r>
              <a:rPr lang="en-US" sz="1200" dirty="0"/>
              <a:t>), and avoid nephrotoxins.</a:t>
            </a:r>
          </a:p>
        </p:txBody>
      </p:sp>
      <p:cxnSp>
        <p:nvCxnSpPr>
          <p:cNvPr id="68" name="Straight Connector 67">
            <a:extLst>
              <a:ext uri="{FF2B5EF4-FFF2-40B4-BE49-F238E27FC236}">
                <a16:creationId xmlns:a16="http://schemas.microsoft.com/office/drawing/2014/main" id="{13537129-3A95-4B52-BC9A-FC2E6163412D}"/>
              </a:ext>
            </a:extLst>
          </p:cNvPr>
          <p:cNvCxnSpPr>
            <a:cxnSpLocks/>
          </p:cNvCxnSpPr>
          <p:nvPr/>
        </p:nvCxnSpPr>
        <p:spPr>
          <a:xfrm>
            <a:off x="233100" y="3343275"/>
            <a:ext cx="11732341" cy="28196"/>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1" name="Case 2">
            <a:extLst>
              <a:ext uri="{FF2B5EF4-FFF2-40B4-BE49-F238E27FC236}">
                <a16:creationId xmlns:a16="http://schemas.microsoft.com/office/drawing/2014/main" id="{8640F7E0-0472-4A12-A8F8-29663CB81D20}"/>
              </a:ext>
            </a:extLst>
          </p:cNvPr>
          <p:cNvSpPr/>
          <p:nvPr/>
        </p:nvSpPr>
        <p:spPr>
          <a:xfrm>
            <a:off x="8898440" y="3582365"/>
            <a:ext cx="2194560" cy="412786"/>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Case 6</a:t>
            </a:r>
          </a:p>
        </p:txBody>
      </p:sp>
      <p:sp>
        <p:nvSpPr>
          <p:cNvPr id="42" name="Case 2 - Pre-test button">
            <a:extLst>
              <a:ext uri="{FF2B5EF4-FFF2-40B4-BE49-F238E27FC236}">
                <a16:creationId xmlns:a16="http://schemas.microsoft.com/office/drawing/2014/main" id="{43856BE4-D427-4DBC-9E43-7B2A68E0C240}"/>
              </a:ext>
            </a:extLst>
          </p:cNvPr>
          <p:cNvSpPr/>
          <p:nvPr/>
        </p:nvSpPr>
        <p:spPr>
          <a:xfrm>
            <a:off x="8239723" y="5766546"/>
            <a:ext cx="3621839" cy="331630"/>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Diagnosis and etiology?</a:t>
            </a:r>
          </a:p>
        </p:txBody>
      </p:sp>
      <p:sp>
        <p:nvSpPr>
          <p:cNvPr id="43" name="Case 2 - ECG button">
            <a:extLst>
              <a:ext uri="{FF2B5EF4-FFF2-40B4-BE49-F238E27FC236}">
                <a16:creationId xmlns:a16="http://schemas.microsoft.com/office/drawing/2014/main" id="{76012550-445F-4C0A-A9A0-48DF49064F54}"/>
              </a:ext>
            </a:extLst>
          </p:cNvPr>
          <p:cNvSpPr/>
          <p:nvPr/>
        </p:nvSpPr>
        <p:spPr>
          <a:xfrm>
            <a:off x="8260832" y="6257517"/>
            <a:ext cx="2607181" cy="357101"/>
          </a:xfrm>
          <a:prstGeom prst="roundRect">
            <a:avLst>
              <a:gd name="adj" fmla="val 10321"/>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Next step in management?</a:t>
            </a:r>
          </a:p>
        </p:txBody>
      </p:sp>
      <p:sp>
        <p:nvSpPr>
          <p:cNvPr id="44" name="Case 2 - Pre-test answer">
            <a:extLst>
              <a:ext uri="{FF2B5EF4-FFF2-40B4-BE49-F238E27FC236}">
                <a16:creationId xmlns:a16="http://schemas.microsoft.com/office/drawing/2014/main" id="{613084E1-A9E7-4C28-BEBD-94FA52AA538E}"/>
              </a:ext>
            </a:extLst>
          </p:cNvPr>
          <p:cNvSpPr/>
          <p:nvPr/>
        </p:nvSpPr>
        <p:spPr>
          <a:xfrm>
            <a:off x="8239723" y="5752898"/>
            <a:ext cx="3670182" cy="38435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Likely tubular obstruction from myoglobin as a result of rhabdomyolysis PLUS injury </a:t>
            </a:r>
            <a:r>
              <a:rPr lang="en-US" sz="1200"/>
              <a:t>2/2 NSAIDS</a:t>
            </a:r>
            <a:endParaRPr lang="en-US" sz="1200" dirty="0"/>
          </a:p>
        </p:txBody>
      </p:sp>
      <p:sp>
        <p:nvSpPr>
          <p:cNvPr id="45" name="Case 2 - ECG image">
            <a:extLst>
              <a:ext uri="{FF2B5EF4-FFF2-40B4-BE49-F238E27FC236}">
                <a16:creationId xmlns:a16="http://schemas.microsoft.com/office/drawing/2014/main" id="{EE798D76-9934-44FA-B725-E24BFD3A1A90}"/>
              </a:ext>
            </a:extLst>
          </p:cNvPr>
          <p:cNvSpPr/>
          <p:nvPr/>
        </p:nvSpPr>
        <p:spPr>
          <a:xfrm>
            <a:off x="8260832" y="6230264"/>
            <a:ext cx="2607186" cy="384354"/>
          </a:xfrm>
          <a:prstGeom prst="roundRect">
            <a:avLst>
              <a:gd name="adj" fmla="val 1150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Aggressive fluid resuscitation and discontinuation of NSAIDs</a:t>
            </a:r>
          </a:p>
        </p:txBody>
      </p:sp>
      <p:sp>
        <p:nvSpPr>
          <p:cNvPr id="2" name="Case 1 text">
            <a:extLst>
              <a:ext uri="{FF2B5EF4-FFF2-40B4-BE49-F238E27FC236}">
                <a16:creationId xmlns:a16="http://schemas.microsoft.com/office/drawing/2014/main" id="{8F771059-70F5-4DCF-8F23-F5981FAB643C}"/>
              </a:ext>
            </a:extLst>
          </p:cNvPr>
          <p:cNvSpPr txBox="1"/>
          <p:nvPr/>
        </p:nvSpPr>
        <p:spPr>
          <a:xfrm>
            <a:off x="8260831" y="4158325"/>
            <a:ext cx="3751011" cy="1384995"/>
          </a:xfrm>
          <a:prstGeom prst="rect">
            <a:avLst/>
          </a:prstGeom>
          <a:noFill/>
        </p:spPr>
        <p:txBody>
          <a:bodyPr wrap="square" rtlCol="0">
            <a:spAutoFit/>
          </a:bodyPr>
          <a:lstStyle/>
          <a:p>
            <a:r>
              <a:rPr lang="en-US" sz="1200" dirty="0"/>
              <a:t>36yo man presents to the ED with diffuse muscle pain not responding to NSAIDs and dark urine two days after starting a new high intensity work-out program. </a:t>
            </a:r>
          </a:p>
          <a:p>
            <a:endParaRPr lang="en-US" sz="1200" dirty="0">
              <a:solidFill>
                <a:sysClr val="windowText" lastClr="000000"/>
              </a:solidFill>
            </a:endParaRPr>
          </a:p>
          <a:p>
            <a:r>
              <a:rPr lang="en-US" sz="1200" dirty="0">
                <a:solidFill>
                  <a:sysClr val="windowText" lastClr="000000"/>
                </a:solidFill>
              </a:rPr>
              <a:t>Cr </a:t>
            </a:r>
            <a:r>
              <a:rPr lang="en-US" sz="1200" dirty="0">
                <a:solidFill>
                  <a:srgbClr val="FF0000"/>
                </a:solidFill>
              </a:rPr>
              <a:t>3.6</a:t>
            </a:r>
            <a:r>
              <a:rPr lang="en-US" sz="1200" dirty="0">
                <a:solidFill>
                  <a:sysClr val="windowText" lastClr="000000"/>
                </a:solidFill>
              </a:rPr>
              <a:t> ( baseline 1.2) | BUN 30</a:t>
            </a:r>
            <a:r>
              <a:rPr lang="en-US" sz="1200" dirty="0">
                <a:solidFill>
                  <a:srgbClr val="FF0000"/>
                </a:solidFill>
              </a:rPr>
              <a:t> </a:t>
            </a:r>
            <a:r>
              <a:rPr lang="en-US" sz="1200" dirty="0"/>
              <a:t>| </a:t>
            </a:r>
            <a:r>
              <a:rPr lang="en-US" sz="1200" dirty="0" err="1">
                <a:solidFill>
                  <a:sysClr val="windowText" lastClr="000000"/>
                </a:solidFill>
              </a:rPr>
              <a:t>FeNa</a:t>
            </a:r>
            <a:r>
              <a:rPr lang="en-US" sz="1200" dirty="0">
                <a:solidFill>
                  <a:sysClr val="windowText" lastClr="000000"/>
                </a:solidFill>
              </a:rPr>
              <a:t> 3% | CK 20,000</a:t>
            </a:r>
          </a:p>
          <a:p>
            <a:r>
              <a:rPr lang="en-US" sz="1200" dirty="0">
                <a:solidFill>
                  <a:sysClr val="windowText" lastClr="000000"/>
                </a:solidFill>
              </a:rPr>
              <a:t>Urine dipstick: 3+ blood, no RBC on urinalysis</a:t>
            </a:r>
          </a:p>
          <a:p>
            <a:r>
              <a:rPr lang="en-US" sz="1200" dirty="0">
                <a:solidFill>
                  <a:sysClr val="windowText" lastClr="000000"/>
                </a:solidFill>
              </a:rPr>
              <a:t>Kidney US: Normal</a:t>
            </a:r>
            <a:endParaRPr lang="en-US" sz="1200" dirty="0"/>
          </a:p>
        </p:txBody>
      </p:sp>
      <p:sp>
        <p:nvSpPr>
          <p:cNvPr id="3" name="Rectangle: Rounded Corners 2">
            <a:hlinkClick r:id="rId2" action="ppaction://hlinksldjump"/>
            <a:extLst>
              <a:ext uri="{FF2B5EF4-FFF2-40B4-BE49-F238E27FC236}">
                <a16:creationId xmlns:a16="http://schemas.microsoft.com/office/drawing/2014/main" id="{668BA357-EF37-4A7A-A690-5CBC40F19B8A}"/>
              </a:ext>
            </a:extLst>
          </p:cNvPr>
          <p:cNvSpPr/>
          <p:nvPr/>
        </p:nvSpPr>
        <p:spPr>
          <a:xfrm>
            <a:off x="10946265" y="6223891"/>
            <a:ext cx="1134488" cy="544830"/>
          </a:xfrm>
          <a:prstGeom prst="roundRect">
            <a:avLst/>
          </a:prstGeom>
          <a:ln w="38100">
            <a:solidFill>
              <a:schemeClr val="tx1"/>
            </a:solidFill>
          </a:ln>
          <a:effectLst>
            <a:outerShdw blurRad="50800" dist="38100" dir="8100000" algn="tr"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lIns="0" tIns="0" rIns="0" bIns="0" rtlCol="0" anchor="ctr">
            <a:spAutoFit/>
          </a:bodyPr>
          <a:lstStyle/>
          <a:p>
            <a:pPr algn="ctr"/>
            <a:r>
              <a:rPr lang="en-US" sz="1600" dirty="0"/>
              <a:t>Back to Main Board</a:t>
            </a:r>
          </a:p>
        </p:txBody>
      </p:sp>
    </p:spTree>
    <p:extLst>
      <p:ext uri="{BB962C8B-B14F-4D97-AF65-F5344CB8AC3E}">
        <p14:creationId xmlns:p14="http://schemas.microsoft.com/office/powerpoint/2010/main" val="335220426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1"/>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8"/>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childTnLst>
              </p:cTn>
              <p:nextCondLst>
                <p:cond evt="onClick" delay="0">
                  <p:tgtEl>
                    <p:spTgt spid="11"/>
                  </p:tgtEl>
                </p:cond>
              </p:nextCondLst>
            </p:seq>
            <p:seq concurrent="1" nextAc="seek">
              <p:cTn id="11" restart="whenNotActive" fill="hold" evtFilter="cancelBubble" nodeType="interactiveSeq">
                <p:stCondLst>
                  <p:cond evt="onClick" delay="0">
                    <p:tgtEl>
                      <p:spTgt spid="28"/>
                    </p:tgtEl>
                  </p:cond>
                </p:stCondLst>
                <p:endSync evt="end" delay="0">
                  <p:rtn val="all"/>
                </p:endSync>
                <p:childTnLst>
                  <p:par>
                    <p:cTn id="12" fill="hold">
                      <p:stCondLst>
                        <p:cond delay="0"/>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3"/>
                                        </p:tgtEl>
                                        <p:attrNameLst>
                                          <p:attrName>style.visibility</p:attrName>
                                        </p:attrNameLst>
                                      </p:cBhvr>
                                      <p:to>
                                        <p:strVal val="visible"/>
                                      </p:to>
                                    </p:set>
                                  </p:childTnLst>
                                </p:cTn>
                              </p:par>
                            </p:childTnLst>
                          </p:cTn>
                        </p:par>
                      </p:childTnLst>
                    </p:cTn>
                  </p:par>
                </p:childTnLst>
              </p:cTn>
              <p:nextCondLst>
                <p:cond evt="onClick" delay="0">
                  <p:tgtEl>
                    <p:spTgt spid="28"/>
                  </p:tgtEl>
                </p:cond>
              </p:nextCondLst>
            </p:seq>
            <p:seq concurrent="1" nextAc="seek">
              <p:cTn id="16" restart="whenNotActive" fill="hold" evtFilter="cancelBubble" nodeType="interactiveSeq">
                <p:stCondLst>
                  <p:cond evt="onClick" delay="0">
                    <p:tgtEl>
                      <p:spTgt spid="31"/>
                    </p:tgtEl>
                  </p:cond>
                </p:stCondLst>
                <p:endSync evt="end" delay="0">
                  <p:rtn val="all"/>
                </p:endSync>
                <p:childTnLst>
                  <p:par>
                    <p:cTn id="17" fill="hold">
                      <p:stCondLst>
                        <p:cond delay="0"/>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childTnLst>
                          </p:cTn>
                        </p:par>
                      </p:childTnLst>
                    </p:cTn>
                  </p:par>
                </p:childTnLst>
              </p:cTn>
              <p:nextCondLst>
                <p:cond evt="onClick" delay="0">
                  <p:tgtEl>
                    <p:spTgt spid="31"/>
                  </p:tgtEl>
                </p:cond>
              </p:nextCondLst>
            </p:seq>
            <p:seq concurrent="1" nextAc="seek">
              <p:cTn id="21" restart="whenNotActive" fill="hold" evtFilter="cancelBubble" nodeType="interactiveSeq">
                <p:stCondLst>
                  <p:cond evt="onClick" delay="0">
                    <p:tgtEl>
                      <p:spTgt spid="129"/>
                    </p:tgtEl>
                  </p:cond>
                </p:stCondLst>
                <p:endSync evt="end" delay="0">
                  <p:rtn val="all"/>
                </p:endSync>
                <p:childTnLst>
                  <p:par>
                    <p:cTn id="22" fill="hold">
                      <p:stCondLst>
                        <p:cond delay="0"/>
                      </p:stCondLst>
                      <p:childTnLst>
                        <p:par>
                          <p:cTn id="23" fill="hold">
                            <p:stCondLst>
                              <p:cond delay="0"/>
                            </p:stCondLst>
                            <p:childTnLst>
                              <p:par>
                                <p:cTn id="24" presetID="1" presetClass="entr" presetSubtype="0" fill="hold" grpId="0" nodeType="withEffect">
                                  <p:stCondLst>
                                    <p:cond delay="0"/>
                                  </p:stCondLst>
                                  <p:childTnLst>
                                    <p:set>
                                      <p:cBhvr>
                                        <p:cTn id="25" dur="1" fill="hold">
                                          <p:stCondLst>
                                            <p:cond delay="0"/>
                                          </p:stCondLst>
                                        </p:cTn>
                                        <p:tgtEl>
                                          <p:spTgt spid="13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34"/>
                                        </p:tgtEl>
                                        <p:attrNameLst>
                                          <p:attrName>style.visibility</p:attrName>
                                        </p:attrNameLst>
                                      </p:cBhvr>
                                      <p:to>
                                        <p:strVal val="visible"/>
                                      </p:to>
                                    </p:set>
                                  </p:childTnLst>
                                </p:cTn>
                              </p:par>
                            </p:childTnLst>
                          </p:cTn>
                        </p:par>
                      </p:childTnLst>
                    </p:cTn>
                  </p:par>
                </p:childTnLst>
              </p:cTn>
              <p:nextCondLst>
                <p:cond evt="onClick" delay="0">
                  <p:tgtEl>
                    <p:spTgt spid="129"/>
                  </p:tgtEl>
                </p:cond>
              </p:nextCondLst>
            </p:seq>
            <p:seq concurrent="1" nextAc="seek">
              <p:cTn id="28" restart="whenNotActive" fill="hold" evtFilter="cancelBubble" nodeType="interactiveSeq">
                <p:stCondLst>
                  <p:cond evt="onClick" delay="0">
                    <p:tgtEl>
                      <p:spTgt spid="133"/>
                    </p:tgtEl>
                  </p:cond>
                </p:stCondLst>
                <p:endSync evt="end" delay="0">
                  <p:rtn val="all"/>
                </p:endSync>
                <p:childTnLst>
                  <p:par>
                    <p:cTn id="29" fill="hold">
                      <p:stCondLst>
                        <p:cond delay="0"/>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7"/>
                                        </p:tgtEl>
                                        <p:attrNameLst>
                                          <p:attrName>style.visibility</p:attrName>
                                        </p:attrNameLst>
                                      </p:cBhvr>
                                      <p:to>
                                        <p:strVal val="visible"/>
                                      </p:to>
                                    </p:set>
                                  </p:childTnLst>
                                </p:cTn>
                              </p:par>
                            </p:childTnLst>
                          </p:cTn>
                        </p:par>
                      </p:childTnLst>
                    </p:cTn>
                  </p:par>
                </p:childTnLst>
              </p:cTn>
              <p:nextCondLst>
                <p:cond evt="onClick" delay="0">
                  <p:tgtEl>
                    <p:spTgt spid="133"/>
                  </p:tgtEl>
                </p:cond>
              </p:nextCondLst>
            </p:seq>
            <p:seq concurrent="1" nextAc="seek">
              <p:cTn id="33" restart="whenNotActive" fill="hold" evtFilter="cancelBubble" nodeType="interactiveSeq">
                <p:stCondLst>
                  <p:cond evt="onClick" delay="0">
                    <p:tgtEl>
                      <p:spTgt spid="134"/>
                    </p:tgtEl>
                  </p:cond>
                </p:stCondLst>
                <p:endSync evt="end" delay="0">
                  <p:rtn val="all"/>
                </p:endSync>
                <p:childTnLst>
                  <p:par>
                    <p:cTn id="34" fill="hold">
                      <p:stCondLst>
                        <p:cond delay="0"/>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38"/>
                                        </p:tgtEl>
                                        <p:attrNameLst>
                                          <p:attrName>style.visibility</p:attrName>
                                        </p:attrNameLst>
                                      </p:cBhvr>
                                      <p:to>
                                        <p:strVal val="visible"/>
                                      </p:to>
                                    </p:set>
                                  </p:childTnLst>
                                </p:cTn>
                              </p:par>
                            </p:childTnLst>
                          </p:cTn>
                        </p:par>
                      </p:childTnLst>
                    </p:cTn>
                  </p:par>
                </p:childTnLst>
              </p:cTn>
              <p:nextCondLst>
                <p:cond evt="onClick" delay="0">
                  <p:tgtEl>
                    <p:spTgt spid="134"/>
                  </p:tgtEl>
                </p:cond>
              </p:nextCondLst>
            </p:seq>
            <p:seq concurrent="1" nextAc="seek">
              <p:cTn id="38" restart="whenNotActive" fill="hold" evtFilter="cancelBubble" nodeType="interactiveSeq">
                <p:stCondLst>
                  <p:cond evt="onClick" delay="0">
                    <p:tgtEl>
                      <p:spTgt spid="50"/>
                    </p:tgtEl>
                  </p:cond>
                </p:stCondLst>
                <p:endSync evt="end" delay="0">
                  <p:rtn val="all"/>
                </p:endSync>
                <p:childTnLst>
                  <p:par>
                    <p:cTn id="39" fill="hold">
                      <p:stCondLst>
                        <p:cond delay="0"/>
                      </p:stCondLst>
                      <p:childTnLst>
                        <p:par>
                          <p:cTn id="40" fill="hold">
                            <p:stCondLst>
                              <p:cond delay="0"/>
                            </p:stCondLst>
                            <p:childTnLst>
                              <p:par>
                                <p:cTn id="41" presetID="1" presetClass="entr" presetSubtype="0" fill="hold" grpId="0" nodeType="withEffect">
                                  <p:stCondLst>
                                    <p:cond delay="0"/>
                                  </p:stCondLst>
                                  <p:childTnLst>
                                    <p:set>
                                      <p:cBhvr>
                                        <p:cTn id="42" dur="1" fill="hold">
                                          <p:stCondLst>
                                            <p:cond delay="0"/>
                                          </p:stCondLst>
                                        </p:cTn>
                                        <p:tgtEl>
                                          <p:spTgt spid="5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3"/>
                                        </p:tgtEl>
                                        <p:attrNameLst>
                                          <p:attrName>style.visibility</p:attrName>
                                        </p:attrNameLst>
                                      </p:cBhvr>
                                      <p:to>
                                        <p:strVal val="visible"/>
                                      </p:to>
                                    </p:set>
                                  </p:childTnLst>
                                </p:cTn>
                              </p:par>
                            </p:childTnLst>
                          </p:cTn>
                        </p:par>
                      </p:childTnLst>
                    </p:cTn>
                  </p:par>
                </p:childTnLst>
              </p:cTn>
              <p:nextCondLst>
                <p:cond evt="onClick" delay="0">
                  <p:tgtEl>
                    <p:spTgt spid="50"/>
                  </p:tgtEl>
                </p:cond>
              </p:nextCondLst>
            </p:seq>
            <p:seq concurrent="1" nextAc="seek">
              <p:cTn id="45" restart="whenNotActive" fill="hold" evtFilter="cancelBubble" nodeType="interactiveSeq">
                <p:stCondLst>
                  <p:cond evt="onClick" delay="0">
                    <p:tgtEl>
                      <p:spTgt spid="52"/>
                    </p:tgtEl>
                  </p:cond>
                </p:stCondLst>
                <p:endSync evt="end" delay="0">
                  <p:rtn val="all"/>
                </p:endSync>
                <p:childTnLst>
                  <p:par>
                    <p:cTn id="46" fill="hold">
                      <p:stCondLst>
                        <p:cond delay="0"/>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54"/>
                                        </p:tgtEl>
                                        <p:attrNameLst>
                                          <p:attrName>style.visibility</p:attrName>
                                        </p:attrNameLst>
                                      </p:cBhvr>
                                      <p:to>
                                        <p:strVal val="visible"/>
                                      </p:to>
                                    </p:set>
                                  </p:childTnLst>
                                </p:cTn>
                              </p:par>
                            </p:childTnLst>
                          </p:cTn>
                        </p:par>
                      </p:childTnLst>
                    </p:cTn>
                  </p:par>
                </p:childTnLst>
              </p:cTn>
              <p:nextCondLst>
                <p:cond evt="onClick" delay="0">
                  <p:tgtEl>
                    <p:spTgt spid="52"/>
                  </p:tgtEl>
                </p:cond>
              </p:nextCondLst>
            </p:seq>
            <p:seq concurrent="1" nextAc="seek">
              <p:cTn id="50" restart="whenNotActive" fill="hold" evtFilter="cancelBubble" nodeType="interactiveSeq">
                <p:stCondLst>
                  <p:cond evt="onClick" delay="0">
                    <p:tgtEl>
                      <p:spTgt spid="53"/>
                    </p:tgtEl>
                  </p:cond>
                </p:stCondLst>
                <p:endSync evt="end" delay="0">
                  <p:rtn val="all"/>
                </p:endSync>
                <p:childTnLst>
                  <p:par>
                    <p:cTn id="51" fill="hold">
                      <p:stCondLst>
                        <p:cond delay="0"/>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5"/>
                                        </p:tgtEl>
                                        <p:attrNameLst>
                                          <p:attrName>style.visibility</p:attrName>
                                        </p:attrNameLst>
                                      </p:cBhvr>
                                      <p:to>
                                        <p:strVal val="visible"/>
                                      </p:to>
                                    </p:set>
                                  </p:childTnLst>
                                </p:cTn>
                              </p:par>
                            </p:childTnLst>
                          </p:cTn>
                        </p:par>
                      </p:childTnLst>
                    </p:cTn>
                  </p:par>
                </p:childTnLst>
              </p:cTn>
              <p:nextCondLst>
                <p:cond evt="onClick" delay="0">
                  <p:tgtEl>
                    <p:spTgt spid="53"/>
                  </p:tgtEl>
                </p:cond>
              </p:nextCondLst>
            </p:seq>
            <p:seq concurrent="1" nextAc="seek">
              <p:cTn id="55" restart="whenNotActive" fill="hold" evtFilter="cancelBubble" nodeType="interactiveSeq">
                <p:stCondLst>
                  <p:cond evt="onClick" delay="0">
                    <p:tgtEl>
                      <p:spTgt spid="56"/>
                    </p:tgtEl>
                  </p:cond>
                </p:stCondLst>
                <p:endSync evt="end" delay="0">
                  <p:rtn val="all"/>
                </p:endSync>
                <p:childTnLst>
                  <p:par>
                    <p:cTn id="56" fill="hold">
                      <p:stCondLst>
                        <p:cond delay="0"/>
                      </p:stCondLst>
                      <p:childTnLst>
                        <p:par>
                          <p:cTn id="57" fill="hold">
                            <p:stCondLst>
                              <p:cond delay="0"/>
                            </p:stCondLst>
                            <p:childTnLst>
                              <p:par>
                                <p:cTn id="58" presetID="1" presetClass="entr" presetSubtype="0" fill="hold" grpId="0" nodeType="withEffect">
                                  <p:stCondLst>
                                    <p:cond delay="0"/>
                                  </p:stCondLst>
                                  <p:childTnLst>
                                    <p:set>
                                      <p:cBhvr>
                                        <p:cTn id="59" dur="1" fill="hold">
                                          <p:stCondLst>
                                            <p:cond delay="0"/>
                                          </p:stCondLst>
                                        </p:cTn>
                                        <p:tgtEl>
                                          <p:spTgt spid="58"/>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59"/>
                                        </p:tgtEl>
                                        <p:attrNameLst>
                                          <p:attrName>style.visibility</p:attrName>
                                        </p:attrNameLst>
                                      </p:cBhvr>
                                      <p:to>
                                        <p:strVal val="visible"/>
                                      </p:to>
                                    </p:set>
                                  </p:childTnLst>
                                </p:cTn>
                              </p:par>
                            </p:childTnLst>
                          </p:cTn>
                        </p:par>
                      </p:childTnLst>
                    </p:cTn>
                  </p:par>
                </p:childTnLst>
              </p:cTn>
              <p:nextCondLst>
                <p:cond evt="onClick" delay="0">
                  <p:tgtEl>
                    <p:spTgt spid="56"/>
                  </p:tgtEl>
                </p:cond>
              </p:nextCondLst>
            </p:seq>
            <p:seq concurrent="1" nextAc="seek">
              <p:cTn id="62" restart="whenNotActive" fill="hold" evtFilter="cancelBubble" nodeType="interactiveSeq">
                <p:stCondLst>
                  <p:cond evt="onClick" delay="0">
                    <p:tgtEl>
                      <p:spTgt spid="58"/>
                    </p:tgtEl>
                  </p:cond>
                </p:stCondLst>
                <p:endSync evt="end" delay="0">
                  <p:rtn val="all"/>
                </p:endSync>
                <p:childTnLst>
                  <p:par>
                    <p:cTn id="63" fill="hold">
                      <p:stCondLst>
                        <p:cond delay="0"/>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60"/>
                                        </p:tgtEl>
                                        <p:attrNameLst>
                                          <p:attrName>style.visibility</p:attrName>
                                        </p:attrNameLst>
                                      </p:cBhvr>
                                      <p:to>
                                        <p:strVal val="visible"/>
                                      </p:to>
                                    </p:set>
                                  </p:childTnLst>
                                </p:cTn>
                              </p:par>
                            </p:childTnLst>
                          </p:cTn>
                        </p:par>
                      </p:childTnLst>
                    </p:cTn>
                  </p:par>
                </p:childTnLst>
              </p:cTn>
              <p:nextCondLst>
                <p:cond evt="onClick" delay="0">
                  <p:tgtEl>
                    <p:spTgt spid="58"/>
                  </p:tgtEl>
                </p:cond>
              </p:nextCondLst>
            </p:seq>
            <p:seq concurrent="1" nextAc="seek">
              <p:cTn id="67" restart="whenNotActive" fill="hold" evtFilter="cancelBubble" nodeType="interactiveSeq">
                <p:stCondLst>
                  <p:cond evt="onClick" delay="0">
                    <p:tgtEl>
                      <p:spTgt spid="59"/>
                    </p:tgtEl>
                  </p:cond>
                </p:stCondLst>
                <p:endSync evt="end" delay="0">
                  <p:rtn val="all"/>
                </p:endSync>
                <p:childTnLst>
                  <p:par>
                    <p:cTn id="68" fill="hold">
                      <p:stCondLst>
                        <p:cond delay="0"/>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61"/>
                                        </p:tgtEl>
                                        <p:attrNameLst>
                                          <p:attrName>style.visibility</p:attrName>
                                        </p:attrNameLst>
                                      </p:cBhvr>
                                      <p:to>
                                        <p:strVal val="visible"/>
                                      </p:to>
                                    </p:set>
                                  </p:childTnLst>
                                </p:cTn>
                              </p:par>
                            </p:childTnLst>
                          </p:cTn>
                        </p:par>
                      </p:childTnLst>
                    </p:cTn>
                  </p:par>
                </p:childTnLst>
              </p:cTn>
              <p:nextCondLst>
                <p:cond evt="onClick" delay="0">
                  <p:tgtEl>
                    <p:spTgt spid="59"/>
                  </p:tgtEl>
                </p:cond>
              </p:nextCondLst>
            </p:seq>
            <p:seq concurrent="1" nextAc="seek">
              <p:cTn id="72" restart="whenNotActive" fill="hold" evtFilter="cancelBubble" nodeType="interactiveSeq">
                <p:stCondLst>
                  <p:cond evt="onClick" delay="0">
                    <p:tgtEl>
                      <p:spTgt spid="62"/>
                    </p:tgtEl>
                  </p:cond>
                </p:stCondLst>
                <p:endSync evt="end" delay="0">
                  <p:rtn val="all"/>
                </p:endSync>
                <p:childTnLst>
                  <p:par>
                    <p:cTn id="73" fill="hold">
                      <p:stCondLst>
                        <p:cond delay="0"/>
                      </p:stCondLst>
                      <p:childTnLst>
                        <p:par>
                          <p:cTn id="74" fill="hold">
                            <p:stCondLst>
                              <p:cond delay="0"/>
                            </p:stCondLst>
                            <p:childTnLst>
                              <p:par>
                                <p:cTn id="75" presetID="1" presetClass="entr" presetSubtype="0" fill="hold" grpId="0" nodeType="withEffect">
                                  <p:stCondLst>
                                    <p:cond delay="0"/>
                                  </p:stCondLst>
                                  <p:childTnLst>
                                    <p:set>
                                      <p:cBhvr>
                                        <p:cTn id="76" dur="1" fill="hold">
                                          <p:stCondLst>
                                            <p:cond delay="0"/>
                                          </p:stCondLst>
                                        </p:cTn>
                                        <p:tgtEl>
                                          <p:spTgt spid="64"/>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65"/>
                                        </p:tgtEl>
                                        <p:attrNameLst>
                                          <p:attrName>style.visibility</p:attrName>
                                        </p:attrNameLst>
                                      </p:cBhvr>
                                      <p:to>
                                        <p:strVal val="visible"/>
                                      </p:to>
                                    </p:set>
                                  </p:childTnLst>
                                </p:cTn>
                              </p:par>
                            </p:childTnLst>
                          </p:cTn>
                        </p:par>
                      </p:childTnLst>
                    </p:cTn>
                  </p:par>
                </p:childTnLst>
              </p:cTn>
              <p:nextCondLst>
                <p:cond evt="onClick" delay="0">
                  <p:tgtEl>
                    <p:spTgt spid="62"/>
                  </p:tgtEl>
                </p:cond>
              </p:nextCondLst>
            </p:seq>
            <p:seq concurrent="1" nextAc="seek">
              <p:cTn id="79" restart="whenNotActive" fill="hold" evtFilter="cancelBubble" nodeType="interactiveSeq">
                <p:stCondLst>
                  <p:cond evt="onClick" delay="0">
                    <p:tgtEl>
                      <p:spTgt spid="64"/>
                    </p:tgtEl>
                  </p:cond>
                </p:stCondLst>
                <p:endSync evt="end" delay="0">
                  <p:rtn val="all"/>
                </p:endSync>
                <p:childTnLst>
                  <p:par>
                    <p:cTn id="80" fill="hold">
                      <p:stCondLst>
                        <p:cond delay="0"/>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66"/>
                                        </p:tgtEl>
                                        <p:attrNameLst>
                                          <p:attrName>style.visibility</p:attrName>
                                        </p:attrNameLst>
                                      </p:cBhvr>
                                      <p:to>
                                        <p:strVal val="visible"/>
                                      </p:to>
                                    </p:set>
                                  </p:childTnLst>
                                </p:cTn>
                              </p:par>
                            </p:childTnLst>
                          </p:cTn>
                        </p:par>
                      </p:childTnLst>
                    </p:cTn>
                  </p:par>
                </p:childTnLst>
              </p:cTn>
              <p:nextCondLst>
                <p:cond evt="onClick" delay="0">
                  <p:tgtEl>
                    <p:spTgt spid="64"/>
                  </p:tgtEl>
                </p:cond>
              </p:nextCondLst>
            </p:seq>
            <p:seq concurrent="1" nextAc="seek">
              <p:cTn id="84" restart="whenNotActive" fill="hold" evtFilter="cancelBubble" nodeType="interactiveSeq">
                <p:stCondLst>
                  <p:cond evt="onClick" delay="0">
                    <p:tgtEl>
                      <p:spTgt spid="65"/>
                    </p:tgtEl>
                  </p:cond>
                </p:stCondLst>
                <p:endSync evt="end" delay="0">
                  <p:rtn val="all"/>
                </p:endSync>
                <p:childTnLst>
                  <p:par>
                    <p:cTn id="85" fill="hold">
                      <p:stCondLst>
                        <p:cond delay="0"/>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67"/>
                                        </p:tgtEl>
                                        <p:attrNameLst>
                                          <p:attrName>style.visibility</p:attrName>
                                        </p:attrNameLst>
                                      </p:cBhvr>
                                      <p:to>
                                        <p:strVal val="visible"/>
                                      </p:to>
                                    </p:set>
                                  </p:childTnLst>
                                </p:cTn>
                              </p:par>
                            </p:childTnLst>
                          </p:cTn>
                        </p:par>
                      </p:childTnLst>
                    </p:cTn>
                  </p:par>
                </p:childTnLst>
              </p:cTn>
              <p:nextCondLst>
                <p:cond evt="onClick" delay="0">
                  <p:tgtEl>
                    <p:spTgt spid="65"/>
                  </p:tgtEl>
                </p:cond>
              </p:nextCondLst>
            </p:seq>
            <p:seq concurrent="1" nextAc="seek">
              <p:cTn id="89" restart="whenNotActive" fill="hold" evtFilter="cancelBubble" nodeType="interactiveSeq">
                <p:stCondLst>
                  <p:cond evt="onClick" delay="0">
                    <p:tgtEl>
                      <p:spTgt spid="41"/>
                    </p:tgtEl>
                  </p:cond>
                </p:stCondLst>
                <p:endSync evt="end" delay="0">
                  <p:rtn val="all"/>
                </p:endSync>
                <p:childTnLst>
                  <p:par>
                    <p:cTn id="90" fill="hold">
                      <p:stCondLst>
                        <p:cond delay="0"/>
                      </p:stCondLst>
                      <p:childTnLst>
                        <p:par>
                          <p:cTn id="91" fill="hold">
                            <p:stCondLst>
                              <p:cond delay="0"/>
                            </p:stCondLst>
                            <p:childTnLst>
                              <p:par>
                                <p:cTn id="92" presetID="1" presetClass="entr" presetSubtype="0" fill="hold" grpId="0" nodeType="withEffect">
                                  <p:stCondLst>
                                    <p:cond delay="0"/>
                                  </p:stCondLst>
                                  <p:childTnLst>
                                    <p:set>
                                      <p:cBhvr>
                                        <p:cTn id="93" dur="1" fill="hold">
                                          <p:stCondLst>
                                            <p:cond delay="0"/>
                                          </p:stCondLst>
                                        </p:cTn>
                                        <p:tgtEl>
                                          <p:spTgt spid="42"/>
                                        </p:tgtEl>
                                        <p:attrNameLst>
                                          <p:attrName>style.visibility</p:attrName>
                                        </p:attrNameLst>
                                      </p:cBhvr>
                                      <p:to>
                                        <p:strVal val="visible"/>
                                      </p:to>
                                    </p:set>
                                  </p:childTnLst>
                                </p:cTn>
                              </p:par>
                              <p:par>
                                <p:cTn id="94" presetID="1" presetClass="entr" presetSubtype="0" fill="hold" grpId="0" nodeType="withEffect">
                                  <p:stCondLst>
                                    <p:cond delay="0"/>
                                  </p:stCondLst>
                                  <p:childTnLst>
                                    <p:set>
                                      <p:cBhvr>
                                        <p:cTn id="95" dur="1" fill="hold">
                                          <p:stCondLst>
                                            <p:cond delay="0"/>
                                          </p:stCondLst>
                                        </p:cTn>
                                        <p:tgtEl>
                                          <p:spTgt spid="43"/>
                                        </p:tgtEl>
                                        <p:attrNameLst>
                                          <p:attrName>style.visibility</p:attrName>
                                        </p:attrNameLst>
                                      </p:cBhvr>
                                      <p:to>
                                        <p:strVal val="visible"/>
                                      </p:to>
                                    </p:set>
                                  </p:childTnLst>
                                </p:cTn>
                              </p:par>
                            </p:childTnLst>
                          </p:cTn>
                        </p:par>
                      </p:childTnLst>
                    </p:cTn>
                  </p:par>
                </p:childTnLst>
              </p:cTn>
              <p:nextCondLst>
                <p:cond evt="onClick" delay="0">
                  <p:tgtEl>
                    <p:spTgt spid="41"/>
                  </p:tgtEl>
                </p:cond>
              </p:nextCondLst>
            </p:seq>
            <p:seq concurrent="1" nextAc="seek">
              <p:cTn id="96" restart="whenNotActive" fill="hold" evtFilter="cancelBubble" nodeType="interactiveSeq">
                <p:stCondLst>
                  <p:cond evt="onClick" delay="0">
                    <p:tgtEl>
                      <p:spTgt spid="42"/>
                    </p:tgtEl>
                  </p:cond>
                </p:stCondLst>
                <p:endSync evt="end" delay="0">
                  <p:rtn val="all"/>
                </p:endSync>
                <p:childTnLst>
                  <p:par>
                    <p:cTn id="97" fill="hold">
                      <p:stCondLst>
                        <p:cond delay="0"/>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44"/>
                                        </p:tgtEl>
                                        <p:attrNameLst>
                                          <p:attrName>style.visibility</p:attrName>
                                        </p:attrNameLst>
                                      </p:cBhvr>
                                      <p:to>
                                        <p:strVal val="visible"/>
                                      </p:to>
                                    </p:set>
                                  </p:childTnLst>
                                </p:cTn>
                              </p:par>
                            </p:childTnLst>
                          </p:cTn>
                        </p:par>
                      </p:childTnLst>
                    </p:cTn>
                  </p:par>
                </p:childTnLst>
              </p:cTn>
              <p:nextCondLst>
                <p:cond evt="onClick" delay="0">
                  <p:tgtEl>
                    <p:spTgt spid="42"/>
                  </p:tgtEl>
                </p:cond>
              </p:nextCondLst>
            </p:seq>
            <p:seq concurrent="1" nextAc="seek">
              <p:cTn id="101" restart="whenNotActive" fill="hold" evtFilter="cancelBubble" nodeType="interactiveSeq">
                <p:stCondLst>
                  <p:cond evt="onClick" delay="0">
                    <p:tgtEl>
                      <p:spTgt spid="43"/>
                    </p:tgtEl>
                  </p:cond>
                </p:stCondLst>
                <p:endSync evt="end" delay="0">
                  <p:rtn val="all"/>
                </p:endSync>
                <p:childTnLst>
                  <p:par>
                    <p:cTn id="102" fill="hold">
                      <p:stCondLst>
                        <p:cond delay="0"/>
                      </p:stCondLst>
                      <p:childTnLst>
                        <p:par>
                          <p:cTn id="103" fill="hold">
                            <p:stCondLst>
                              <p:cond delay="0"/>
                            </p:stCondLst>
                            <p:childTnLst>
                              <p:par>
                                <p:cTn id="104" presetID="1" presetClass="entr" presetSubtype="0" fill="hold" grpId="0" nodeType="clickEffect">
                                  <p:stCondLst>
                                    <p:cond delay="0"/>
                                  </p:stCondLst>
                                  <p:childTnLst>
                                    <p:set>
                                      <p:cBhvr>
                                        <p:cTn id="105" dur="1" fill="hold">
                                          <p:stCondLst>
                                            <p:cond delay="0"/>
                                          </p:stCondLst>
                                        </p:cTn>
                                        <p:tgtEl>
                                          <p:spTgt spid="45"/>
                                        </p:tgtEl>
                                        <p:attrNameLst>
                                          <p:attrName>style.visibility</p:attrName>
                                        </p:attrNameLst>
                                      </p:cBhvr>
                                      <p:to>
                                        <p:strVal val="visible"/>
                                      </p:to>
                                    </p:set>
                                  </p:childTnLst>
                                </p:cTn>
                              </p:par>
                            </p:childTnLst>
                          </p:cTn>
                        </p:par>
                      </p:childTnLst>
                    </p:cTn>
                  </p:par>
                </p:childTnLst>
              </p:cTn>
              <p:nextCondLst>
                <p:cond evt="onClick" delay="0">
                  <p:tgtEl>
                    <p:spTgt spid="43"/>
                  </p:tgtEl>
                </p:cond>
              </p:nextCondLst>
            </p:seq>
          </p:childTnLst>
        </p:cTn>
      </p:par>
    </p:tnLst>
    <p:bldLst>
      <p:bldP spid="28" grpId="0" animBg="1"/>
      <p:bldP spid="31" grpId="0" animBg="1"/>
      <p:bldP spid="33" grpId="0" animBg="1"/>
      <p:bldP spid="34" grpId="0" animBg="1"/>
      <p:bldP spid="133" grpId="0" animBg="1"/>
      <p:bldP spid="134" grpId="0" animBg="1"/>
      <p:bldP spid="137" grpId="0" animBg="1"/>
      <p:bldP spid="138" grpId="0" animBg="1"/>
      <p:bldP spid="52" grpId="0" animBg="1"/>
      <p:bldP spid="53" grpId="0" animBg="1"/>
      <p:bldP spid="54" grpId="0" animBg="1"/>
      <p:bldP spid="55" grpId="0" animBg="1"/>
      <p:bldP spid="58" grpId="0" animBg="1"/>
      <p:bldP spid="59" grpId="0" animBg="1"/>
      <p:bldP spid="60" grpId="0" animBg="1"/>
      <p:bldP spid="61" grpId="0" animBg="1"/>
      <p:bldP spid="64" grpId="0" animBg="1"/>
      <p:bldP spid="65" grpId="0" animBg="1"/>
      <p:bldP spid="66" grpId="0" animBg="1"/>
      <p:bldP spid="67" grpId="0" animBg="1"/>
      <p:bldP spid="42" grpId="0" animBg="1"/>
      <p:bldP spid="43" grpId="0" animBg="1"/>
      <p:bldP spid="44" grpId="0" animBg="1"/>
      <p:bldP spid="4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id="{9FC856B5-363C-4815-B864-CA4BC9A60577}"/>
              </a:ext>
            </a:extLst>
          </p:cNvPr>
          <p:cNvGrpSpPr/>
          <p:nvPr/>
        </p:nvGrpSpPr>
        <p:grpSpPr>
          <a:xfrm>
            <a:off x="8037735" y="784084"/>
            <a:ext cx="3317867" cy="4509533"/>
            <a:chOff x="5864252" y="2334764"/>
            <a:chExt cx="2929317" cy="3526286"/>
          </a:xfrm>
        </p:grpSpPr>
        <p:sp>
          <p:nvSpPr>
            <p:cNvPr id="22" name="Freeform: Shape 21">
              <a:extLst>
                <a:ext uri="{FF2B5EF4-FFF2-40B4-BE49-F238E27FC236}">
                  <a16:creationId xmlns:a16="http://schemas.microsoft.com/office/drawing/2014/main" id="{54918EEA-1B49-442E-BEF7-0E2D8A4C0F40}"/>
                </a:ext>
              </a:extLst>
            </p:cNvPr>
            <p:cNvSpPr/>
            <p:nvPr/>
          </p:nvSpPr>
          <p:spPr>
            <a:xfrm>
              <a:off x="7152701" y="2461138"/>
              <a:ext cx="1534151" cy="3041417"/>
            </a:xfrm>
            <a:custGeom>
              <a:avLst/>
              <a:gdLst>
                <a:gd name="connsiteX0" fmla="*/ 318074 w 1536191"/>
                <a:gd name="connsiteY0" fmla="*/ 1686426 h 3059433"/>
                <a:gd name="connsiteX1" fmla="*/ 321249 w 1536191"/>
                <a:gd name="connsiteY1" fmla="*/ 1032376 h 3059433"/>
                <a:gd name="connsiteX2" fmla="*/ 146624 w 1536191"/>
                <a:gd name="connsiteY2" fmla="*/ 730751 h 3059433"/>
                <a:gd name="connsiteX3" fmla="*/ 3749 w 1536191"/>
                <a:gd name="connsiteY3" fmla="*/ 425951 h 3059433"/>
                <a:gd name="connsiteX4" fmla="*/ 51374 w 1536191"/>
                <a:gd name="connsiteY4" fmla="*/ 413251 h 3059433"/>
                <a:gd name="connsiteX5" fmla="*/ 156149 w 1536191"/>
                <a:gd name="connsiteY5" fmla="*/ 692651 h 3059433"/>
                <a:gd name="connsiteX6" fmla="*/ 365699 w 1536191"/>
                <a:gd name="connsiteY6" fmla="*/ 775201 h 3059433"/>
                <a:gd name="connsiteX7" fmla="*/ 559374 w 1536191"/>
                <a:gd name="connsiteY7" fmla="*/ 673601 h 3059433"/>
                <a:gd name="connsiteX8" fmla="*/ 835599 w 1536191"/>
                <a:gd name="connsiteY8" fmla="*/ 305301 h 3059433"/>
                <a:gd name="connsiteX9" fmla="*/ 921324 w 1536191"/>
                <a:gd name="connsiteY9" fmla="*/ 64001 h 3059433"/>
                <a:gd name="connsiteX10" fmla="*/ 1102299 w 1536191"/>
                <a:gd name="connsiteY10" fmla="*/ 501 h 3059433"/>
                <a:gd name="connsiteX11" fmla="*/ 1219774 w 1536191"/>
                <a:gd name="connsiteY11" fmla="*/ 86226 h 3059433"/>
                <a:gd name="connsiteX12" fmla="*/ 921324 w 1536191"/>
                <a:gd name="connsiteY12" fmla="*/ 286251 h 3059433"/>
                <a:gd name="connsiteX13" fmla="*/ 600649 w 1536191"/>
                <a:gd name="connsiteY13" fmla="*/ 654551 h 3059433"/>
                <a:gd name="connsiteX14" fmla="*/ 467299 w 1536191"/>
                <a:gd name="connsiteY14" fmla="*/ 905376 h 3059433"/>
                <a:gd name="connsiteX15" fmla="*/ 867349 w 1536191"/>
                <a:gd name="connsiteY15" fmla="*/ 1260976 h 3059433"/>
                <a:gd name="connsiteX16" fmla="*/ 1337249 w 1536191"/>
                <a:gd name="connsiteY16" fmla="*/ 1089526 h 3059433"/>
                <a:gd name="connsiteX17" fmla="*/ 1521399 w 1536191"/>
                <a:gd name="connsiteY17" fmla="*/ 1124451 h 3059433"/>
                <a:gd name="connsiteX18" fmla="*/ 1368999 w 1536191"/>
                <a:gd name="connsiteY18" fmla="*/ 1222876 h 3059433"/>
                <a:gd name="connsiteX19" fmla="*/ 902274 w 1536191"/>
                <a:gd name="connsiteY19" fmla="*/ 1308601 h 3059433"/>
                <a:gd name="connsiteX20" fmla="*/ 911799 w 1536191"/>
                <a:gd name="connsiteY20" fmla="*/ 1756276 h 3059433"/>
                <a:gd name="connsiteX21" fmla="*/ 1159449 w 1536191"/>
                <a:gd name="connsiteY21" fmla="*/ 2073776 h 3059433"/>
                <a:gd name="connsiteX22" fmla="*/ 1470599 w 1536191"/>
                <a:gd name="connsiteY22" fmla="*/ 2267451 h 3059433"/>
                <a:gd name="connsiteX23" fmla="*/ 1534099 w 1536191"/>
                <a:gd name="connsiteY23" fmla="*/ 2584951 h 3059433"/>
                <a:gd name="connsiteX24" fmla="*/ 1495999 w 1536191"/>
                <a:gd name="connsiteY24" fmla="*/ 2407151 h 3059433"/>
                <a:gd name="connsiteX25" fmla="*/ 1267399 w 1536191"/>
                <a:gd name="connsiteY25" fmla="*/ 2172201 h 3059433"/>
                <a:gd name="connsiteX26" fmla="*/ 778449 w 1536191"/>
                <a:gd name="connsiteY26" fmla="*/ 2143626 h 3059433"/>
                <a:gd name="connsiteX27" fmla="*/ 667324 w 1536191"/>
                <a:gd name="connsiteY27" fmla="*/ 2470651 h 3059433"/>
                <a:gd name="connsiteX28" fmla="*/ 660974 w 1536191"/>
                <a:gd name="connsiteY28" fmla="*/ 2864351 h 3059433"/>
                <a:gd name="connsiteX29" fmla="*/ 721299 w 1536191"/>
                <a:gd name="connsiteY29" fmla="*/ 3019926 h 3059433"/>
                <a:gd name="connsiteX30" fmla="*/ 616524 w 1536191"/>
                <a:gd name="connsiteY30" fmla="*/ 2997701 h 3059433"/>
                <a:gd name="connsiteX31" fmla="*/ 645099 w 1536191"/>
                <a:gd name="connsiteY31" fmla="*/ 2362701 h 3059433"/>
                <a:gd name="connsiteX32" fmla="*/ 756224 w 1536191"/>
                <a:gd name="connsiteY32" fmla="*/ 2000751 h 3059433"/>
                <a:gd name="connsiteX33" fmla="*/ 451424 w 1536191"/>
                <a:gd name="connsiteY33" fmla="*/ 1911851 h 3059433"/>
                <a:gd name="connsiteX34" fmla="*/ 502224 w 1536191"/>
                <a:gd name="connsiteY34" fmla="*/ 1762626 h 3059433"/>
                <a:gd name="connsiteX35" fmla="*/ 816549 w 1536191"/>
                <a:gd name="connsiteY35" fmla="*/ 1927726 h 3059433"/>
                <a:gd name="connsiteX36" fmla="*/ 784799 w 1536191"/>
                <a:gd name="connsiteY36" fmla="*/ 1610226 h 3059433"/>
                <a:gd name="connsiteX37" fmla="*/ 521274 w 1536191"/>
                <a:gd name="connsiteY37" fmla="*/ 1200651 h 3059433"/>
                <a:gd name="connsiteX38" fmla="*/ 432374 w 1536191"/>
                <a:gd name="connsiteY38" fmla="*/ 1397501 h 3059433"/>
                <a:gd name="connsiteX39" fmla="*/ 454599 w 1536191"/>
                <a:gd name="connsiteY39" fmla="*/ 1699126 h 3059433"/>
                <a:gd name="connsiteX40" fmla="*/ 318074 w 1536191"/>
                <a:gd name="connsiteY40" fmla="*/ 1686426 h 3059433"/>
                <a:gd name="connsiteX0" fmla="*/ 318074 w 1536191"/>
                <a:gd name="connsiteY0" fmla="*/ 1686365 h 3059372"/>
                <a:gd name="connsiteX1" fmla="*/ 321249 w 1536191"/>
                <a:gd name="connsiteY1" fmla="*/ 1032315 h 3059372"/>
                <a:gd name="connsiteX2" fmla="*/ 146624 w 1536191"/>
                <a:gd name="connsiteY2" fmla="*/ 730690 h 3059372"/>
                <a:gd name="connsiteX3" fmla="*/ 3749 w 1536191"/>
                <a:gd name="connsiteY3" fmla="*/ 425890 h 3059372"/>
                <a:gd name="connsiteX4" fmla="*/ 51374 w 1536191"/>
                <a:gd name="connsiteY4" fmla="*/ 413190 h 3059372"/>
                <a:gd name="connsiteX5" fmla="*/ 156149 w 1536191"/>
                <a:gd name="connsiteY5" fmla="*/ 692590 h 3059372"/>
                <a:gd name="connsiteX6" fmla="*/ 365699 w 1536191"/>
                <a:gd name="connsiteY6" fmla="*/ 775140 h 3059372"/>
                <a:gd name="connsiteX7" fmla="*/ 559374 w 1536191"/>
                <a:gd name="connsiteY7" fmla="*/ 673540 h 3059372"/>
                <a:gd name="connsiteX8" fmla="*/ 835599 w 1536191"/>
                <a:gd name="connsiteY8" fmla="*/ 286190 h 3059372"/>
                <a:gd name="connsiteX9" fmla="*/ 921324 w 1536191"/>
                <a:gd name="connsiteY9" fmla="*/ 63940 h 3059372"/>
                <a:gd name="connsiteX10" fmla="*/ 1102299 w 1536191"/>
                <a:gd name="connsiteY10" fmla="*/ 440 h 3059372"/>
                <a:gd name="connsiteX11" fmla="*/ 1219774 w 1536191"/>
                <a:gd name="connsiteY11" fmla="*/ 86165 h 3059372"/>
                <a:gd name="connsiteX12" fmla="*/ 921324 w 1536191"/>
                <a:gd name="connsiteY12" fmla="*/ 286190 h 3059372"/>
                <a:gd name="connsiteX13" fmla="*/ 600649 w 1536191"/>
                <a:gd name="connsiteY13" fmla="*/ 654490 h 3059372"/>
                <a:gd name="connsiteX14" fmla="*/ 467299 w 1536191"/>
                <a:gd name="connsiteY14" fmla="*/ 905315 h 3059372"/>
                <a:gd name="connsiteX15" fmla="*/ 867349 w 1536191"/>
                <a:gd name="connsiteY15" fmla="*/ 1260915 h 3059372"/>
                <a:gd name="connsiteX16" fmla="*/ 1337249 w 1536191"/>
                <a:gd name="connsiteY16" fmla="*/ 1089465 h 3059372"/>
                <a:gd name="connsiteX17" fmla="*/ 1521399 w 1536191"/>
                <a:gd name="connsiteY17" fmla="*/ 1124390 h 3059372"/>
                <a:gd name="connsiteX18" fmla="*/ 1368999 w 1536191"/>
                <a:gd name="connsiteY18" fmla="*/ 1222815 h 3059372"/>
                <a:gd name="connsiteX19" fmla="*/ 902274 w 1536191"/>
                <a:gd name="connsiteY19" fmla="*/ 1308540 h 3059372"/>
                <a:gd name="connsiteX20" fmla="*/ 911799 w 1536191"/>
                <a:gd name="connsiteY20" fmla="*/ 1756215 h 3059372"/>
                <a:gd name="connsiteX21" fmla="*/ 1159449 w 1536191"/>
                <a:gd name="connsiteY21" fmla="*/ 2073715 h 3059372"/>
                <a:gd name="connsiteX22" fmla="*/ 1470599 w 1536191"/>
                <a:gd name="connsiteY22" fmla="*/ 2267390 h 3059372"/>
                <a:gd name="connsiteX23" fmla="*/ 1534099 w 1536191"/>
                <a:gd name="connsiteY23" fmla="*/ 2584890 h 3059372"/>
                <a:gd name="connsiteX24" fmla="*/ 1495999 w 1536191"/>
                <a:gd name="connsiteY24" fmla="*/ 2407090 h 3059372"/>
                <a:gd name="connsiteX25" fmla="*/ 1267399 w 1536191"/>
                <a:gd name="connsiteY25" fmla="*/ 2172140 h 3059372"/>
                <a:gd name="connsiteX26" fmla="*/ 778449 w 1536191"/>
                <a:gd name="connsiteY26" fmla="*/ 2143565 h 3059372"/>
                <a:gd name="connsiteX27" fmla="*/ 667324 w 1536191"/>
                <a:gd name="connsiteY27" fmla="*/ 2470590 h 3059372"/>
                <a:gd name="connsiteX28" fmla="*/ 660974 w 1536191"/>
                <a:gd name="connsiteY28" fmla="*/ 2864290 h 3059372"/>
                <a:gd name="connsiteX29" fmla="*/ 721299 w 1536191"/>
                <a:gd name="connsiteY29" fmla="*/ 3019865 h 3059372"/>
                <a:gd name="connsiteX30" fmla="*/ 616524 w 1536191"/>
                <a:gd name="connsiteY30" fmla="*/ 2997640 h 3059372"/>
                <a:gd name="connsiteX31" fmla="*/ 645099 w 1536191"/>
                <a:gd name="connsiteY31" fmla="*/ 2362640 h 3059372"/>
                <a:gd name="connsiteX32" fmla="*/ 756224 w 1536191"/>
                <a:gd name="connsiteY32" fmla="*/ 2000690 h 3059372"/>
                <a:gd name="connsiteX33" fmla="*/ 451424 w 1536191"/>
                <a:gd name="connsiteY33" fmla="*/ 1911790 h 3059372"/>
                <a:gd name="connsiteX34" fmla="*/ 502224 w 1536191"/>
                <a:gd name="connsiteY34" fmla="*/ 1762565 h 3059372"/>
                <a:gd name="connsiteX35" fmla="*/ 816549 w 1536191"/>
                <a:gd name="connsiteY35" fmla="*/ 1927665 h 3059372"/>
                <a:gd name="connsiteX36" fmla="*/ 784799 w 1536191"/>
                <a:gd name="connsiteY36" fmla="*/ 1610165 h 3059372"/>
                <a:gd name="connsiteX37" fmla="*/ 521274 w 1536191"/>
                <a:gd name="connsiteY37" fmla="*/ 1200590 h 3059372"/>
                <a:gd name="connsiteX38" fmla="*/ 432374 w 1536191"/>
                <a:gd name="connsiteY38" fmla="*/ 1397440 h 3059372"/>
                <a:gd name="connsiteX39" fmla="*/ 454599 w 1536191"/>
                <a:gd name="connsiteY39" fmla="*/ 1699065 h 3059372"/>
                <a:gd name="connsiteX40" fmla="*/ 318074 w 1536191"/>
                <a:gd name="connsiteY40" fmla="*/ 1686365 h 3059372"/>
                <a:gd name="connsiteX0" fmla="*/ 318074 w 1536191"/>
                <a:gd name="connsiteY0" fmla="*/ 1688588 h 3061595"/>
                <a:gd name="connsiteX1" fmla="*/ 321249 w 1536191"/>
                <a:gd name="connsiteY1" fmla="*/ 1034538 h 3061595"/>
                <a:gd name="connsiteX2" fmla="*/ 146624 w 1536191"/>
                <a:gd name="connsiteY2" fmla="*/ 732913 h 3061595"/>
                <a:gd name="connsiteX3" fmla="*/ 3749 w 1536191"/>
                <a:gd name="connsiteY3" fmla="*/ 428113 h 3061595"/>
                <a:gd name="connsiteX4" fmla="*/ 51374 w 1536191"/>
                <a:gd name="connsiteY4" fmla="*/ 415413 h 3061595"/>
                <a:gd name="connsiteX5" fmla="*/ 156149 w 1536191"/>
                <a:gd name="connsiteY5" fmla="*/ 694813 h 3061595"/>
                <a:gd name="connsiteX6" fmla="*/ 365699 w 1536191"/>
                <a:gd name="connsiteY6" fmla="*/ 777363 h 3061595"/>
                <a:gd name="connsiteX7" fmla="*/ 559374 w 1536191"/>
                <a:gd name="connsiteY7" fmla="*/ 675763 h 3061595"/>
                <a:gd name="connsiteX8" fmla="*/ 835599 w 1536191"/>
                <a:gd name="connsiteY8" fmla="*/ 288413 h 3061595"/>
                <a:gd name="connsiteX9" fmla="*/ 965774 w 1536191"/>
                <a:gd name="connsiteY9" fmla="*/ 47113 h 3061595"/>
                <a:gd name="connsiteX10" fmla="*/ 1102299 w 1536191"/>
                <a:gd name="connsiteY10" fmla="*/ 2663 h 3061595"/>
                <a:gd name="connsiteX11" fmla="*/ 1219774 w 1536191"/>
                <a:gd name="connsiteY11" fmla="*/ 88388 h 3061595"/>
                <a:gd name="connsiteX12" fmla="*/ 921324 w 1536191"/>
                <a:gd name="connsiteY12" fmla="*/ 288413 h 3061595"/>
                <a:gd name="connsiteX13" fmla="*/ 600649 w 1536191"/>
                <a:gd name="connsiteY13" fmla="*/ 656713 h 3061595"/>
                <a:gd name="connsiteX14" fmla="*/ 467299 w 1536191"/>
                <a:gd name="connsiteY14" fmla="*/ 907538 h 3061595"/>
                <a:gd name="connsiteX15" fmla="*/ 867349 w 1536191"/>
                <a:gd name="connsiteY15" fmla="*/ 1263138 h 3061595"/>
                <a:gd name="connsiteX16" fmla="*/ 1337249 w 1536191"/>
                <a:gd name="connsiteY16" fmla="*/ 1091688 h 3061595"/>
                <a:gd name="connsiteX17" fmla="*/ 1521399 w 1536191"/>
                <a:gd name="connsiteY17" fmla="*/ 1126613 h 3061595"/>
                <a:gd name="connsiteX18" fmla="*/ 1368999 w 1536191"/>
                <a:gd name="connsiteY18" fmla="*/ 1225038 h 3061595"/>
                <a:gd name="connsiteX19" fmla="*/ 902274 w 1536191"/>
                <a:gd name="connsiteY19" fmla="*/ 1310763 h 3061595"/>
                <a:gd name="connsiteX20" fmla="*/ 911799 w 1536191"/>
                <a:gd name="connsiteY20" fmla="*/ 1758438 h 3061595"/>
                <a:gd name="connsiteX21" fmla="*/ 1159449 w 1536191"/>
                <a:gd name="connsiteY21" fmla="*/ 2075938 h 3061595"/>
                <a:gd name="connsiteX22" fmla="*/ 1470599 w 1536191"/>
                <a:gd name="connsiteY22" fmla="*/ 2269613 h 3061595"/>
                <a:gd name="connsiteX23" fmla="*/ 1534099 w 1536191"/>
                <a:gd name="connsiteY23" fmla="*/ 2587113 h 3061595"/>
                <a:gd name="connsiteX24" fmla="*/ 1495999 w 1536191"/>
                <a:gd name="connsiteY24" fmla="*/ 2409313 h 3061595"/>
                <a:gd name="connsiteX25" fmla="*/ 1267399 w 1536191"/>
                <a:gd name="connsiteY25" fmla="*/ 2174363 h 3061595"/>
                <a:gd name="connsiteX26" fmla="*/ 778449 w 1536191"/>
                <a:gd name="connsiteY26" fmla="*/ 2145788 h 3061595"/>
                <a:gd name="connsiteX27" fmla="*/ 667324 w 1536191"/>
                <a:gd name="connsiteY27" fmla="*/ 2472813 h 3061595"/>
                <a:gd name="connsiteX28" fmla="*/ 660974 w 1536191"/>
                <a:gd name="connsiteY28" fmla="*/ 2866513 h 3061595"/>
                <a:gd name="connsiteX29" fmla="*/ 721299 w 1536191"/>
                <a:gd name="connsiteY29" fmla="*/ 3022088 h 3061595"/>
                <a:gd name="connsiteX30" fmla="*/ 616524 w 1536191"/>
                <a:gd name="connsiteY30" fmla="*/ 2999863 h 3061595"/>
                <a:gd name="connsiteX31" fmla="*/ 645099 w 1536191"/>
                <a:gd name="connsiteY31" fmla="*/ 2364863 h 3061595"/>
                <a:gd name="connsiteX32" fmla="*/ 756224 w 1536191"/>
                <a:gd name="connsiteY32" fmla="*/ 2002913 h 3061595"/>
                <a:gd name="connsiteX33" fmla="*/ 451424 w 1536191"/>
                <a:gd name="connsiteY33" fmla="*/ 1914013 h 3061595"/>
                <a:gd name="connsiteX34" fmla="*/ 502224 w 1536191"/>
                <a:gd name="connsiteY34" fmla="*/ 1764788 h 3061595"/>
                <a:gd name="connsiteX35" fmla="*/ 816549 w 1536191"/>
                <a:gd name="connsiteY35" fmla="*/ 1929888 h 3061595"/>
                <a:gd name="connsiteX36" fmla="*/ 784799 w 1536191"/>
                <a:gd name="connsiteY36" fmla="*/ 1612388 h 3061595"/>
                <a:gd name="connsiteX37" fmla="*/ 521274 w 1536191"/>
                <a:gd name="connsiteY37" fmla="*/ 1202813 h 3061595"/>
                <a:gd name="connsiteX38" fmla="*/ 432374 w 1536191"/>
                <a:gd name="connsiteY38" fmla="*/ 1399663 h 3061595"/>
                <a:gd name="connsiteX39" fmla="*/ 454599 w 1536191"/>
                <a:gd name="connsiteY39" fmla="*/ 1701288 h 3061595"/>
                <a:gd name="connsiteX40" fmla="*/ 318074 w 1536191"/>
                <a:gd name="connsiteY40" fmla="*/ 1688588 h 3061595"/>
                <a:gd name="connsiteX0" fmla="*/ 318074 w 1541212"/>
                <a:gd name="connsiteY0" fmla="*/ 1688588 h 3061595"/>
                <a:gd name="connsiteX1" fmla="*/ 321249 w 1541212"/>
                <a:gd name="connsiteY1" fmla="*/ 1034538 h 3061595"/>
                <a:gd name="connsiteX2" fmla="*/ 146624 w 1541212"/>
                <a:gd name="connsiteY2" fmla="*/ 732913 h 3061595"/>
                <a:gd name="connsiteX3" fmla="*/ 3749 w 1541212"/>
                <a:gd name="connsiteY3" fmla="*/ 428113 h 3061595"/>
                <a:gd name="connsiteX4" fmla="*/ 51374 w 1541212"/>
                <a:gd name="connsiteY4" fmla="*/ 415413 h 3061595"/>
                <a:gd name="connsiteX5" fmla="*/ 156149 w 1541212"/>
                <a:gd name="connsiteY5" fmla="*/ 694813 h 3061595"/>
                <a:gd name="connsiteX6" fmla="*/ 365699 w 1541212"/>
                <a:gd name="connsiteY6" fmla="*/ 777363 h 3061595"/>
                <a:gd name="connsiteX7" fmla="*/ 559374 w 1541212"/>
                <a:gd name="connsiteY7" fmla="*/ 675763 h 3061595"/>
                <a:gd name="connsiteX8" fmla="*/ 835599 w 1541212"/>
                <a:gd name="connsiteY8" fmla="*/ 288413 h 3061595"/>
                <a:gd name="connsiteX9" fmla="*/ 965774 w 1541212"/>
                <a:gd name="connsiteY9" fmla="*/ 47113 h 3061595"/>
                <a:gd name="connsiteX10" fmla="*/ 1102299 w 1541212"/>
                <a:gd name="connsiteY10" fmla="*/ 2663 h 3061595"/>
                <a:gd name="connsiteX11" fmla="*/ 1219774 w 1541212"/>
                <a:gd name="connsiteY11" fmla="*/ 88388 h 3061595"/>
                <a:gd name="connsiteX12" fmla="*/ 921324 w 1541212"/>
                <a:gd name="connsiteY12" fmla="*/ 288413 h 3061595"/>
                <a:gd name="connsiteX13" fmla="*/ 600649 w 1541212"/>
                <a:gd name="connsiteY13" fmla="*/ 656713 h 3061595"/>
                <a:gd name="connsiteX14" fmla="*/ 467299 w 1541212"/>
                <a:gd name="connsiteY14" fmla="*/ 907538 h 3061595"/>
                <a:gd name="connsiteX15" fmla="*/ 867349 w 1541212"/>
                <a:gd name="connsiteY15" fmla="*/ 1263138 h 3061595"/>
                <a:gd name="connsiteX16" fmla="*/ 1337249 w 1541212"/>
                <a:gd name="connsiteY16" fmla="*/ 1091688 h 3061595"/>
                <a:gd name="connsiteX17" fmla="*/ 1521399 w 1541212"/>
                <a:gd name="connsiteY17" fmla="*/ 1126613 h 3061595"/>
                <a:gd name="connsiteX18" fmla="*/ 1368999 w 1541212"/>
                <a:gd name="connsiteY18" fmla="*/ 1225038 h 3061595"/>
                <a:gd name="connsiteX19" fmla="*/ 902274 w 1541212"/>
                <a:gd name="connsiteY19" fmla="*/ 1310763 h 3061595"/>
                <a:gd name="connsiteX20" fmla="*/ 911799 w 1541212"/>
                <a:gd name="connsiteY20" fmla="*/ 1758438 h 3061595"/>
                <a:gd name="connsiteX21" fmla="*/ 1159449 w 1541212"/>
                <a:gd name="connsiteY21" fmla="*/ 2075938 h 3061595"/>
                <a:gd name="connsiteX22" fmla="*/ 1470599 w 1541212"/>
                <a:gd name="connsiteY22" fmla="*/ 2269613 h 3061595"/>
                <a:gd name="connsiteX23" fmla="*/ 1534099 w 1541212"/>
                <a:gd name="connsiteY23" fmla="*/ 2587113 h 3061595"/>
                <a:gd name="connsiteX24" fmla="*/ 1495999 w 1541212"/>
                <a:gd name="connsiteY24" fmla="*/ 2409313 h 3061595"/>
                <a:gd name="connsiteX25" fmla="*/ 1146749 w 1541212"/>
                <a:gd name="connsiteY25" fmla="*/ 2082288 h 3061595"/>
                <a:gd name="connsiteX26" fmla="*/ 778449 w 1541212"/>
                <a:gd name="connsiteY26" fmla="*/ 2145788 h 3061595"/>
                <a:gd name="connsiteX27" fmla="*/ 667324 w 1541212"/>
                <a:gd name="connsiteY27" fmla="*/ 2472813 h 3061595"/>
                <a:gd name="connsiteX28" fmla="*/ 660974 w 1541212"/>
                <a:gd name="connsiteY28" fmla="*/ 2866513 h 3061595"/>
                <a:gd name="connsiteX29" fmla="*/ 721299 w 1541212"/>
                <a:gd name="connsiteY29" fmla="*/ 3022088 h 3061595"/>
                <a:gd name="connsiteX30" fmla="*/ 616524 w 1541212"/>
                <a:gd name="connsiteY30" fmla="*/ 2999863 h 3061595"/>
                <a:gd name="connsiteX31" fmla="*/ 645099 w 1541212"/>
                <a:gd name="connsiteY31" fmla="*/ 2364863 h 3061595"/>
                <a:gd name="connsiteX32" fmla="*/ 756224 w 1541212"/>
                <a:gd name="connsiteY32" fmla="*/ 2002913 h 3061595"/>
                <a:gd name="connsiteX33" fmla="*/ 451424 w 1541212"/>
                <a:gd name="connsiteY33" fmla="*/ 1914013 h 3061595"/>
                <a:gd name="connsiteX34" fmla="*/ 502224 w 1541212"/>
                <a:gd name="connsiteY34" fmla="*/ 1764788 h 3061595"/>
                <a:gd name="connsiteX35" fmla="*/ 816549 w 1541212"/>
                <a:gd name="connsiteY35" fmla="*/ 1929888 h 3061595"/>
                <a:gd name="connsiteX36" fmla="*/ 784799 w 1541212"/>
                <a:gd name="connsiteY36" fmla="*/ 1612388 h 3061595"/>
                <a:gd name="connsiteX37" fmla="*/ 521274 w 1541212"/>
                <a:gd name="connsiteY37" fmla="*/ 1202813 h 3061595"/>
                <a:gd name="connsiteX38" fmla="*/ 432374 w 1541212"/>
                <a:gd name="connsiteY38" fmla="*/ 1399663 h 3061595"/>
                <a:gd name="connsiteX39" fmla="*/ 454599 w 1541212"/>
                <a:gd name="connsiteY39" fmla="*/ 1701288 h 3061595"/>
                <a:gd name="connsiteX40" fmla="*/ 318074 w 1541212"/>
                <a:gd name="connsiteY40" fmla="*/ 1688588 h 3061595"/>
                <a:gd name="connsiteX0" fmla="*/ 318074 w 1537278"/>
                <a:gd name="connsiteY0" fmla="*/ 1688588 h 3061595"/>
                <a:gd name="connsiteX1" fmla="*/ 321249 w 1537278"/>
                <a:gd name="connsiteY1" fmla="*/ 1034538 h 3061595"/>
                <a:gd name="connsiteX2" fmla="*/ 146624 w 1537278"/>
                <a:gd name="connsiteY2" fmla="*/ 732913 h 3061595"/>
                <a:gd name="connsiteX3" fmla="*/ 3749 w 1537278"/>
                <a:gd name="connsiteY3" fmla="*/ 428113 h 3061595"/>
                <a:gd name="connsiteX4" fmla="*/ 51374 w 1537278"/>
                <a:gd name="connsiteY4" fmla="*/ 415413 h 3061595"/>
                <a:gd name="connsiteX5" fmla="*/ 156149 w 1537278"/>
                <a:gd name="connsiteY5" fmla="*/ 694813 h 3061595"/>
                <a:gd name="connsiteX6" fmla="*/ 365699 w 1537278"/>
                <a:gd name="connsiteY6" fmla="*/ 777363 h 3061595"/>
                <a:gd name="connsiteX7" fmla="*/ 559374 w 1537278"/>
                <a:gd name="connsiteY7" fmla="*/ 675763 h 3061595"/>
                <a:gd name="connsiteX8" fmla="*/ 835599 w 1537278"/>
                <a:gd name="connsiteY8" fmla="*/ 288413 h 3061595"/>
                <a:gd name="connsiteX9" fmla="*/ 965774 w 1537278"/>
                <a:gd name="connsiteY9" fmla="*/ 47113 h 3061595"/>
                <a:gd name="connsiteX10" fmla="*/ 1102299 w 1537278"/>
                <a:gd name="connsiteY10" fmla="*/ 2663 h 3061595"/>
                <a:gd name="connsiteX11" fmla="*/ 1219774 w 1537278"/>
                <a:gd name="connsiteY11" fmla="*/ 88388 h 3061595"/>
                <a:gd name="connsiteX12" fmla="*/ 921324 w 1537278"/>
                <a:gd name="connsiteY12" fmla="*/ 288413 h 3061595"/>
                <a:gd name="connsiteX13" fmla="*/ 600649 w 1537278"/>
                <a:gd name="connsiteY13" fmla="*/ 656713 h 3061595"/>
                <a:gd name="connsiteX14" fmla="*/ 467299 w 1537278"/>
                <a:gd name="connsiteY14" fmla="*/ 907538 h 3061595"/>
                <a:gd name="connsiteX15" fmla="*/ 867349 w 1537278"/>
                <a:gd name="connsiteY15" fmla="*/ 1263138 h 3061595"/>
                <a:gd name="connsiteX16" fmla="*/ 1337249 w 1537278"/>
                <a:gd name="connsiteY16" fmla="*/ 1091688 h 3061595"/>
                <a:gd name="connsiteX17" fmla="*/ 1521399 w 1537278"/>
                <a:gd name="connsiteY17" fmla="*/ 1126613 h 3061595"/>
                <a:gd name="connsiteX18" fmla="*/ 1368999 w 1537278"/>
                <a:gd name="connsiteY18" fmla="*/ 1225038 h 3061595"/>
                <a:gd name="connsiteX19" fmla="*/ 902274 w 1537278"/>
                <a:gd name="connsiteY19" fmla="*/ 1310763 h 3061595"/>
                <a:gd name="connsiteX20" fmla="*/ 911799 w 1537278"/>
                <a:gd name="connsiteY20" fmla="*/ 1758438 h 3061595"/>
                <a:gd name="connsiteX21" fmla="*/ 1159449 w 1537278"/>
                <a:gd name="connsiteY21" fmla="*/ 2075938 h 3061595"/>
                <a:gd name="connsiteX22" fmla="*/ 1470599 w 1537278"/>
                <a:gd name="connsiteY22" fmla="*/ 2269613 h 3061595"/>
                <a:gd name="connsiteX23" fmla="*/ 1534099 w 1537278"/>
                <a:gd name="connsiteY23" fmla="*/ 2587113 h 3061595"/>
                <a:gd name="connsiteX24" fmla="*/ 1486474 w 1537278"/>
                <a:gd name="connsiteY24" fmla="*/ 2307713 h 3061595"/>
                <a:gd name="connsiteX25" fmla="*/ 1146749 w 1537278"/>
                <a:gd name="connsiteY25" fmla="*/ 2082288 h 3061595"/>
                <a:gd name="connsiteX26" fmla="*/ 778449 w 1537278"/>
                <a:gd name="connsiteY26" fmla="*/ 2145788 h 3061595"/>
                <a:gd name="connsiteX27" fmla="*/ 667324 w 1537278"/>
                <a:gd name="connsiteY27" fmla="*/ 2472813 h 3061595"/>
                <a:gd name="connsiteX28" fmla="*/ 660974 w 1537278"/>
                <a:gd name="connsiteY28" fmla="*/ 2866513 h 3061595"/>
                <a:gd name="connsiteX29" fmla="*/ 721299 w 1537278"/>
                <a:gd name="connsiteY29" fmla="*/ 3022088 h 3061595"/>
                <a:gd name="connsiteX30" fmla="*/ 616524 w 1537278"/>
                <a:gd name="connsiteY30" fmla="*/ 2999863 h 3061595"/>
                <a:gd name="connsiteX31" fmla="*/ 645099 w 1537278"/>
                <a:gd name="connsiteY31" fmla="*/ 2364863 h 3061595"/>
                <a:gd name="connsiteX32" fmla="*/ 756224 w 1537278"/>
                <a:gd name="connsiteY32" fmla="*/ 2002913 h 3061595"/>
                <a:gd name="connsiteX33" fmla="*/ 451424 w 1537278"/>
                <a:gd name="connsiteY33" fmla="*/ 1914013 h 3061595"/>
                <a:gd name="connsiteX34" fmla="*/ 502224 w 1537278"/>
                <a:gd name="connsiteY34" fmla="*/ 1764788 h 3061595"/>
                <a:gd name="connsiteX35" fmla="*/ 816549 w 1537278"/>
                <a:gd name="connsiteY35" fmla="*/ 1929888 h 3061595"/>
                <a:gd name="connsiteX36" fmla="*/ 784799 w 1537278"/>
                <a:gd name="connsiteY36" fmla="*/ 1612388 h 3061595"/>
                <a:gd name="connsiteX37" fmla="*/ 521274 w 1537278"/>
                <a:gd name="connsiteY37" fmla="*/ 1202813 h 3061595"/>
                <a:gd name="connsiteX38" fmla="*/ 432374 w 1537278"/>
                <a:gd name="connsiteY38" fmla="*/ 1399663 h 3061595"/>
                <a:gd name="connsiteX39" fmla="*/ 454599 w 1537278"/>
                <a:gd name="connsiteY39" fmla="*/ 1701288 h 3061595"/>
                <a:gd name="connsiteX40" fmla="*/ 318074 w 1537278"/>
                <a:gd name="connsiteY40" fmla="*/ 1688588 h 3061595"/>
                <a:gd name="connsiteX0" fmla="*/ 318074 w 1536573"/>
                <a:gd name="connsiteY0" fmla="*/ 1688588 h 3061595"/>
                <a:gd name="connsiteX1" fmla="*/ 321249 w 1536573"/>
                <a:gd name="connsiteY1" fmla="*/ 1034538 h 3061595"/>
                <a:gd name="connsiteX2" fmla="*/ 146624 w 1536573"/>
                <a:gd name="connsiteY2" fmla="*/ 732913 h 3061595"/>
                <a:gd name="connsiteX3" fmla="*/ 3749 w 1536573"/>
                <a:gd name="connsiteY3" fmla="*/ 428113 h 3061595"/>
                <a:gd name="connsiteX4" fmla="*/ 51374 w 1536573"/>
                <a:gd name="connsiteY4" fmla="*/ 415413 h 3061595"/>
                <a:gd name="connsiteX5" fmla="*/ 156149 w 1536573"/>
                <a:gd name="connsiteY5" fmla="*/ 694813 h 3061595"/>
                <a:gd name="connsiteX6" fmla="*/ 365699 w 1536573"/>
                <a:gd name="connsiteY6" fmla="*/ 777363 h 3061595"/>
                <a:gd name="connsiteX7" fmla="*/ 559374 w 1536573"/>
                <a:gd name="connsiteY7" fmla="*/ 675763 h 3061595"/>
                <a:gd name="connsiteX8" fmla="*/ 835599 w 1536573"/>
                <a:gd name="connsiteY8" fmla="*/ 288413 h 3061595"/>
                <a:gd name="connsiteX9" fmla="*/ 965774 w 1536573"/>
                <a:gd name="connsiteY9" fmla="*/ 47113 h 3061595"/>
                <a:gd name="connsiteX10" fmla="*/ 1102299 w 1536573"/>
                <a:gd name="connsiteY10" fmla="*/ 2663 h 3061595"/>
                <a:gd name="connsiteX11" fmla="*/ 1219774 w 1536573"/>
                <a:gd name="connsiteY11" fmla="*/ 88388 h 3061595"/>
                <a:gd name="connsiteX12" fmla="*/ 921324 w 1536573"/>
                <a:gd name="connsiteY12" fmla="*/ 288413 h 3061595"/>
                <a:gd name="connsiteX13" fmla="*/ 600649 w 1536573"/>
                <a:gd name="connsiteY13" fmla="*/ 656713 h 3061595"/>
                <a:gd name="connsiteX14" fmla="*/ 467299 w 1536573"/>
                <a:gd name="connsiteY14" fmla="*/ 907538 h 3061595"/>
                <a:gd name="connsiteX15" fmla="*/ 867349 w 1536573"/>
                <a:gd name="connsiteY15" fmla="*/ 1263138 h 3061595"/>
                <a:gd name="connsiteX16" fmla="*/ 1337249 w 1536573"/>
                <a:gd name="connsiteY16" fmla="*/ 1091688 h 3061595"/>
                <a:gd name="connsiteX17" fmla="*/ 1521399 w 1536573"/>
                <a:gd name="connsiteY17" fmla="*/ 1126613 h 3061595"/>
                <a:gd name="connsiteX18" fmla="*/ 1368999 w 1536573"/>
                <a:gd name="connsiteY18" fmla="*/ 1225038 h 3061595"/>
                <a:gd name="connsiteX19" fmla="*/ 902274 w 1536573"/>
                <a:gd name="connsiteY19" fmla="*/ 1310763 h 3061595"/>
                <a:gd name="connsiteX20" fmla="*/ 911799 w 1536573"/>
                <a:gd name="connsiteY20" fmla="*/ 1758438 h 3061595"/>
                <a:gd name="connsiteX21" fmla="*/ 1159449 w 1536573"/>
                <a:gd name="connsiteY21" fmla="*/ 2075938 h 3061595"/>
                <a:gd name="connsiteX22" fmla="*/ 1480124 w 1536573"/>
                <a:gd name="connsiteY22" fmla="*/ 2282313 h 3061595"/>
                <a:gd name="connsiteX23" fmla="*/ 1534099 w 1536573"/>
                <a:gd name="connsiteY23" fmla="*/ 2587113 h 3061595"/>
                <a:gd name="connsiteX24" fmla="*/ 1486474 w 1536573"/>
                <a:gd name="connsiteY24" fmla="*/ 2307713 h 3061595"/>
                <a:gd name="connsiteX25" fmla="*/ 1146749 w 1536573"/>
                <a:gd name="connsiteY25" fmla="*/ 2082288 h 3061595"/>
                <a:gd name="connsiteX26" fmla="*/ 778449 w 1536573"/>
                <a:gd name="connsiteY26" fmla="*/ 2145788 h 3061595"/>
                <a:gd name="connsiteX27" fmla="*/ 667324 w 1536573"/>
                <a:gd name="connsiteY27" fmla="*/ 2472813 h 3061595"/>
                <a:gd name="connsiteX28" fmla="*/ 660974 w 1536573"/>
                <a:gd name="connsiteY28" fmla="*/ 2866513 h 3061595"/>
                <a:gd name="connsiteX29" fmla="*/ 721299 w 1536573"/>
                <a:gd name="connsiteY29" fmla="*/ 3022088 h 3061595"/>
                <a:gd name="connsiteX30" fmla="*/ 616524 w 1536573"/>
                <a:gd name="connsiteY30" fmla="*/ 2999863 h 3061595"/>
                <a:gd name="connsiteX31" fmla="*/ 645099 w 1536573"/>
                <a:gd name="connsiteY31" fmla="*/ 2364863 h 3061595"/>
                <a:gd name="connsiteX32" fmla="*/ 756224 w 1536573"/>
                <a:gd name="connsiteY32" fmla="*/ 2002913 h 3061595"/>
                <a:gd name="connsiteX33" fmla="*/ 451424 w 1536573"/>
                <a:gd name="connsiteY33" fmla="*/ 1914013 h 3061595"/>
                <a:gd name="connsiteX34" fmla="*/ 502224 w 1536573"/>
                <a:gd name="connsiteY34" fmla="*/ 1764788 h 3061595"/>
                <a:gd name="connsiteX35" fmla="*/ 816549 w 1536573"/>
                <a:gd name="connsiteY35" fmla="*/ 1929888 h 3061595"/>
                <a:gd name="connsiteX36" fmla="*/ 784799 w 1536573"/>
                <a:gd name="connsiteY36" fmla="*/ 1612388 h 3061595"/>
                <a:gd name="connsiteX37" fmla="*/ 521274 w 1536573"/>
                <a:gd name="connsiteY37" fmla="*/ 1202813 h 3061595"/>
                <a:gd name="connsiteX38" fmla="*/ 432374 w 1536573"/>
                <a:gd name="connsiteY38" fmla="*/ 1399663 h 3061595"/>
                <a:gd name="connsiteX39" fmla="*/ 454599 w 1536573"/>
                <a:gd name="connsiteY39" fmla="*/ 1701288 h 3061595"/>
                <a:gd name="connsiteX40" fmla="*/ 318074 w 1536573"/>
                <a:gd name="connsiteY40" fmla="*/ 1688588 h 3061595"/>
                <a:gd name="connsiteX0" fmla="*/ 318074 w 1534151"/>
                <a:gd name="connsiteY0" fmla="*/ 1688588 h 3061595"/>
                <a:gd name="connsiteX1" fmla="*/ 321249 w 1534151"/>
                <a:gd name="connsiteY1" fmla="*/ 1034538 h 3061595"/>
                <a:gd name="connsiteX2" fmla="*/ 146624 w 1534151"/>
                <a:gd name="connsiteY2" fmla="*/ 732913 h 3061595"/>
                <a:gd name="connsiteX3" fmla="*/ 3749 w 1534151"/>
                <a:gd name="connsiteY3" fmla="*/ 428113 h 3061595"/>
                <a:gd name="connsiteX4" fmla="*/ 51374 w 1534151"/>
                <a:gd name="connsiteY4" fmla="*/ 415413 h 3061595"/>
                <a:gd name="connsiteX5" fmla="*/ 156149 w 1534151"/>
                <a:gd name="connsiteY5" fmla="*/ 694813 h 3061595"/>
                <a:gd name="connsiteX6" fmla="*/ 365699 w 1534151"/>
                <a:gd name="connsiteY6" fmla="*/ 777363 h 3061595"/>
                <a:gd name="connsiteX7" fmla="*/ 559374 w 1534151"/>
                <a:gd name="connsiteY7" fmla="*/ 675763 h 3061595"/>
                <a:gd name="connsiteX8" fmla="*/ 835599 w 1534151"/>
                <a:gd name="connsiteY8" fmla="*/ 288413 h 3061595"/>
                <a:gd name="connsiteX9" fmla="*/ 965774 w 1534151"/>
                <a:gd name="connsiteY9" fmla="*/ 47113 h 3061595"/>
                <a:gd name="connsiteX10" fmla="*/ 1102299 w 1534151"/>
                <a:gd name="connsiteY10" fmla="*/ 2663 h 3061595"/>
                <a:gd name="connsiteX11" fmla="*/ 1219774 w 1534151"/>
                <a:gd name="connsiteY11" fmla="*/ 88388 h 3061595"/>
                <a:gd name="connsiteX12" fmla="*/ 921324 w 1534151"/>
                <a:gd name="connsiteY12" fmla="*/ 288413 h 3061595"/>
                <a:gd name="connsiteX13" fmla="*/ 600649 w 1534151"/>
                <a:gd name="connsiteY13" fmla="*/ 656713 h 3061595"/>
                <a:gd name="connsiteX14" fmla="*/ 467299 w 1534151"/>
                <a:gd name="connsiteY14" fmla="*/ 907538 h 3061595"/>
                <a:gd name="connsiteX15" fmla="*/ 867349 w 1534151"/>
                <a:gd name="connsiteY15" fmla="*/ 1263138 h 3061595"/>
                <a:gd name="connsiteX16" fmla="*/ 1337249 w 1534151"/>
                <a:gd name="connsiteY16" fmla="*/ 1091688 h 3061595"/>
                <a:gd name="connsiteX17" fmla="*/ 1521399 w 1534151"/>
                <a:gd name="connsiteY17" fmla="*/ 1126613 h 3061595"/>
                <a:gd name="connsiteX18" fmla="*/ 1368999 w 1534151"/>
                <a:gd name="connsiteY18" fmla="*/ 1225038 h 3061595"/>
                <a:gd name="connsiteX19" fmla="*/ 902274 w 1534151"/>
                <a:gd name="connsiteY19" fmla="*/ 1310763 h 3061595"/>
                <a:gd name="connsiteX20" fmla="*/ 911799 w 1534151"/>
                <a:gd name="connsiteY20" fmla="*/ 1758438 h 3061595"/>
                <a:gd name="connsiteX21" fmla="*/ 1159449 w 1534151"/>
                <a:gd name="connsiteY21" fmla="*/ 2075938 h 3061595"/>
                <a:gd name="connsiteX22" fmla="*/ 1480124 w 1534151"/>
                <a:gd name="connsiteY22" fmla="*/ 2282313 h 3061595"/>
                <a:gd name="connsiteX23" fmla="*/ 1534099 w 1534151"/>
                <a:gd name="connsiteY23" fmla="*/ 2587113 h 3061595"/>
                <a:gd name="connsiteX24" fmla="*/ 1486474 w 1534151"/>
                <a:gd name="connsiteY24" fmla="*/ 2307713 h 3061595"/>
                <a:gd name="connsiteX25" fmla="*/ 1330899 w 1534151"/>
                <a:gd name="connsiteY25" fmla="*/ 2202938 h 3061595"/>
                <a:gd name="connsiteX26" fmla="*/ 1146749 w 1534151"/>
                <a:gd name="connsiteY26" fmla="*/ 2082288 h 3061595"/>
                <a:gd name="connsiteX27" fmla="*/ 778449 w 1534151"/>
                <a:gd name="connsiteY27" fmla="*/ 2145788 h 3061595"/>
                <a:gd name="connsiteX28" fmla="*/ 667324 w 1534151"/>
                <a:gd name="connsiteY28" fmla="*/ 2472813 h 3061595"/>
                <a:gd name="connsiteX29" fmla="*/ 660974 w 1534151"/>
                <a:gd name="connsiteY29" fmla="*/ 2866513 h 3061595"/>
                <a:gd name="connsiteX30" fmla="*/ 721299 w 1534151"/>
                <a:gd name="connsiteY30" fmla="*/ 3022088 h 3061595"/>
                <a:gd name="connsiteX31" fmla="*/ 616524 w 1534151"/>
                <a:gd name="connsiteY31" fmla="*/ 2999863 h 3061595"/>
                <a:gd name="connsiteX32" fmla="*/ 645099 w 1534151"/>
                <a:gd name="connsiteY32" fmla="*/ 2364863 h 3061595"/>
                <a:gd name="connsiteX33" fmla="*/ 756224 w 1534151"/>
                <a:gd name="connsiteY33" fmla="*/ 2002913 h 3061595"/>
                <a:gd name="connsiteX34" fmla="*/ 451424 w 1534151"/>
                <a:gd name="connsiteY34" fmla="*/ 1914013 h 3061595"/>
                <a:gd name="connsiteX35" fmla="*/ 502224 w 1534151"/>
                <a:gd name="connsiteY35" fmla="*/ 1764788 h 3061595"/>
                <a:gd name="connsiteX36" fmla="*/ 816549 w 1534151"/>
                <a:gd name="connsiteY36" fmla="*/ 1929888 h 3061595"/>
                <a:gd name="connsiteX37" fmla="*/ 784799 w 1534151"/>
                <a:gd name="connsiteY37" fmla="*/ 1612388 h 3061595"/>
                <a:gd name="connsiteX38" fmla="*/ 521274 w 1534151"/>
                <a:gd name="connsiteY38" fmla="*/ 1202813 h 3061595"/>
                <a:gd name="connsiteX39" fmla="*/ 432374 w 1534151"/>
                <a:gd name="connsiteY39" fmla="*/ 1399663 h 3061595"/>
                <a:gd name="connsiteX40" fmla="*/ 454599 w 1534151"/>
                <a:gd name="connsiteY40" fmla="*/ 1701288 h 3061595"/>
                <a:gd name="connsiteX41" fmla="*/ 318074 w 1534151"/>
                <a:gd name="connsiteY41" fmla="*/ 1688588 h 3061595"/>
                <a:gd name="connsiteX0" fmla="*/ 318074 w 1534151"/>
                <a:gd name="connsiteY0" fmla="*/ 1688588 h 3038027"/>
                <a:gd name="connsiteX1" fmla="*/ 321249 w 1534151"/>
                <a:gd name="connsiteY1" fmla="*/ 1034538 h 3038027"/>
                <a:gd name="connsiteX2" fmla="*/ 146624 w 1534151"/>
                <a:gd name="connsiteY2" fmla="*/ 732913 h 3038027"/>
                <a:gd name="connsiteX3" fmla="*/ 3749 w 1534151"/>
                <a:gd name="connsiteY3" fmla="*/ 428113 h 3038027"/>
                <a:gd name="connsiteX4" fmla="*/ 51374 w 1534151"/>
                <a:gd name="connsiteY4" fmla="*/ 415413 h 3038027"/>
                <a:gd name="connsiteX5" fmla="*/ 156149 w 1534151"/>
                <a:gd name="connsiteY5" fmla="*/ 694813 h 3038027"/>
                <a:gd name="connsiteX6" fmla="*/ 365699 w 1534151"/>
                <a:gd name="connsiteY6" fmla="*/ 777363 h 3038027"/>
                <a:gd name="connsiteX7" fmla="*/ 559374 w 1534151"/>
                <a:gd name="connsiteY7" fmla="*/ 675763 h 3038027"/>
                <a:gd name="connsiteX8" fmla="*/ 835599 w 1534151"/>
                <a:gd name="connsiteY8" fmla="*/ 288413 h 3038027"/>
                <a:gd name="connsiteX9" fmla="*/ 965774 w 1534151"/>
                <a:gd name="connsiteY9" fmla="*/ 47113 h 3038027"/>
                <a:gd name="connsiteX10" fmla="*/ 1102299 w 1534151"/>
                <a:gd name="connsiteY10" fmla="*/ 2663 h 3038027"/>
                <a:gd name="connsiteX11" fmla="*/ 1219774 w 1534151"/>
                <a:gd name="connsiteY11" fmla="*/ 88388 h 3038027"/>
                <a:gd name="connsiteX12" fmla="*/ 921324 w 1534151"/>
                <a:gd name="connsiteY12" fmla="*/ 288413 h 3038027"/>
                <a:gd name="connsiteX13" fmla="*/ 600649 w 1534151"/>
                <a:gd name="connsiteY13" fmla="*/ 656713 h 3038027"/>
                <a:gd name="connsiteX14" fmla="*/ 467299 w 1534151"/>
                <a:gd name="connsiteY14" fmla="*/ 907538 h 3038027"/>
                <a:gd name="connsiteX15" fmla="*/ 867349 w 1534151"/>
                <a:gd name="connsiteY15" fmla="*/ 1263138 h 3038027"/>
                <a:gd name="connsiteX16" fmla="*/ 1337249 w 1534151"/>
                <a:gd name="connsiteY16" fmla="*/ 1091688 h 3038027"/>
                <a:gd name="connsiteX17" fmla="*/ 1521399 w 1534151"/>
                <a:gd name="connsiteY17" fmla="*/ 1126613 h 3038027"/>
                <a:gd name="connsiteX18" fmla="*/ 1368999 w 1534151"/>
                <a:gd name="connsiteY18" fmla="*/ 1225038 h 3038027"/>
                <a:gd name="connsiteX19" fmla="*/ 902274 w 1534151"/>
                <a:gd name="connsiteY19" fmla="*/ 1310763 h 3038027"/>
                <a:gd name="connsiteX20" fmla="*/ 911799 w 1534151"/>
                <a:gd name="connsiteY20" fmla="*/ 1758438 h 3038027"/>
                <a:gd name="connsiteX21" fmla="*/ 1159449 w 1534151"/>
                <a:gd name="connsiteY21" fmla="*/ 2075938 h 3038027"/>
                <a:gd name="connsiteX22" fmla="*/ 1480124 w 1534151"/>
                <a:gd name="connsiteY22" fmla="*/ 2282313 h 3038027"/>
                <a:gd name="connsiteX23" fmla="*/ 1534099 w 1534151"/>
                <a:gd name="connsiteY23" fmla="*/ 2587113 h 3038027"/>
                <a:gd name="connsiteX24" fmla="*/ 1486474 w 1534151"/>
                <a:gd name="connsiteY24" fmla="*/ 2307713 h 3038027"/>
                <a:gd name="connsiteX25" fmla="*/ 1330899 w 1534151"/>
                <a:gd name="connsiteY25" fmla="*/ 2202938 h 3038027"/>
                <a:gd name="connsiteX26" fmla="*/ 1146749 w 1534151"/>
                <a:gd name="connsiteY26" fmla="*/ 2082288 h 3038027"/>
                <a:gd name="connsiteX27" fmla="*/ 778449 w 1534151"/>
                <a:gd name="connsiteY27" fmla="*/ 2145788 h 3038027"/>
                <a:gd name="connsiteX28" fmla="*/ 667324 w 1534151"/>
                <a:gd name="connsiteY28" fmla="*/ 2472813 h 3038027"/>
                <a:gd name="connsiteX29" fmla="*/ 660974 w 1534151"/>
                <a:gd name="connsiteY29" fmla="*/ 2866513 h 3038027"/>
                <a:gd name="connsiteX30" fmla="*/ 721299 w 1534151"/>
                <a:gd name="connsiteY30" fmla="*/ 3022088 h 3038027"/>
                <a:gd name="connsiteX31" fmla="*/ 638749 w 1534151"/>
                <a:gd name="connsiteY31" fmla="*/ 2958588 h 3038027"/>
                <a:gd name="connsiteX32" fmla="*/ 645099 w 1534151"/>
                <a:gd name="connsiteY32" fmla="*/ 2364863 h 3038027"/>
                <a:gd name="connsiteX33" fmla="*/ 756224 w 1534151"/>
                <a:gd name="connsiteY33" fmla="*/ 2002913 h 3038027"/>
                <a:gd name="connsiteX34" fmla="*/ 451424 w 1534151"/>
                <a:gd name="connsiteY34" fmla="*/ 1914013 h 3038027"/>
                <a:gd name="connsiteX35" fmla="*/ 502224 w 1534151"/>
                <a:gd name="connsiteY35" fmla="*/ 1764788 h 3038027"/>
                <a:gd name="connsiteX36" fmla="*/ 816549 w 1534151"/>
                <a:gd name="connsiteY36" fmla="*/ 1929888 h 3038027"/>
                <a:gd name="connsiteX37" fmla="*/ 784799 w 1534151"/>
                <a:gd name="connsiteY37" fmla="*/ 1612388 h 3038027"/>
                <a:gd name="connsiteX38" fmla="*/ 521274 w 1534151"/>
                <a:gd name="connsiteY38" fmla="*/ 1202813 h 3038027"/>
                <a:gd name="connsiteX39" fmla="*/ 432374 w 1534151"/>
                <a:gd name="connsiteY39" fmla="*/ 1399663 h 3038027"/>
                <a:gd name="connsiteX40" fmla="*/ 454599 w 1534151"/>
                <a:gd name="connsiteY40" fmla="*/ 1701288 h 3038027"/>
                <a:gd name="connsiteX41" fmla="*/ 318074 w 1534151"/>
                <a:gd name="connsiteY41" fmla="*/ 1688588 h 3038027"/>
                <a:gd name="connsiteX0" fmla="*/ 318074 w 1534151"/>
                <a:gd name="connsiteY0" fmla="*/ 1688588 h 3019788"/>
                <a:gd name="connsiteX1" fmla="*/ 321249 w 1534151"/>
                <a:gd name="connsiteY1" fmla="*/ 1034538 h 3019788"/>
                <a:gd name="connsiteX2" fmla="*/ 146624 w 1534151"/>
                <a:gd name="connsiteY2" fmla="*/ 732913 h 3019788"/>
                <a:gd name="connsiteX3" fmla="*/ 3749 w 1534151"/>
                <a:gd name="connsiteY3" fmla="*/ 428113 h 3019788"/>
                <a:gd name="connsiteX4" fmla="*/ 51374 w 1534151"/>
                <a:gd name="connsiteY4" fmla="*/ 415413 h 3019788"/>
                <a:gd name="connsiteX5" fmla="*/ 156149 w 1534151"/>
                <a:gd name="connsiteY5" fmla="*/ 694813 h 3019788"/>
                <a:gd name="connsiteX6" fmla="*/ 365699 w 1534151"/>
                <a:gd name="connsiteY6" fmla="*/ 777363 h 3019788"/>
                <a:gd name="connsiteX7" fmla="*/ 559374 w 1534151"/>
                <a:gd name="connsiteY7" fmla="*/ 675763 h 3019788"/>
                <a:gd name="connsiteX8" fmla="*/ 835599 w 1534151"/>
                <a:gd name="connsiteY8" fmla="*/ 288413 h 3019788"/>
                <a:gd name="connsiteX9" fmla="*/ 965774 w 1534151"/>
                <a:gd name="connsiteY9" fmla="*/ 47113 h 3019788"/>
                <a:gd name="connsiteX10" fmla="*/ 1102299 w 1534151"/>
                <a:gd name="connsiteY10" fmla="*/ 2663 h 3019788"/>
                <a:gd name="connsiteX11" fmla="*/ 1219774 w 1534151"/>
                <a:gd name="connsiteY11" fmla="*/ 88388 h 3019788"/>
                <a:gd name="connsiteX12" fmla="*/ 921324 w 1534151"/>
                <a:gd name="connsiteY12" fmla="*/ 288413 h 3019788"/>
                <a:gd name="connsiteX13" fmla="*/ 600649 w 1534151"/>
                <a:gd name="connsiteY13" fmla="*/ 656713 h 3019788"/>
                <a:gd name="connsiteX14" fmla="*/ 467299 w 1534151"/>
                <a:gd name="connsiteY14" fmla="*/ 907538 h 3019788"/>
                <a:gd name="connsiteX15" fmla="*/ 867349 w 1534151"/>
                <a:gd name="connsiteY15" fmla="*/ 1263138 h 3019788"/>
                <a:gd name="connsiteX16" fmla="*/ 1337249 w 1534151"/>
                <a:gd name="connsiteY16" fmla="*/ 1091688 h 3019788"/>
                <a:gd name="connsiteX17" fmla="*/ 1521399 w 1534151"/>
                <a:gd name="connsiteY17" fmla="*/ 1126613 h 3019788"/>
                <a:gd name="connsiteX18" fmla="*/ 1368999 w 1534151"/>
                <a:gd name="connsiteY18" fmla="*/ 1225038 h 3019788"/>
                <a:gd name="connsiteX19" fmla="*/ 902274 w 1534151"/>
                <a:gd name="connsiteY19" fmla="*/ 1310763 h 3019788"/>
                <a:gd name="connsiteX20" fmla="*/ 911799 w 1534151"/>
                <a:gd name="connsiteY20" fmla="*/ 1758438 h 3019788"/>
                <a:gd name="connsiteX21" fmla="*/ 1159449 w 1534151"/>
                <a:gd name="connsiteY21" fmla="*/ 2075938 h 3019788"/>
                <a:gd name="connsiteX22" fmla="*/ 1480124 w 1534151"/>
                <a:gd name="connsiteY22" fmla="*/ 2282313 h 3019788"/>
                <a:gd name="connsiteX23" fmla="*/ 1534099 w 1534151"/>
                <a:gd name="connsiteY23" fmla="*/ 2587113 h 3019788"/>
                <a:gd name="connsiteX24" fmla="*/ 1486474 w 1534151"/>
                <a:gd name="connsiteY24" fmla="*/ 2307713 h 3019788"/>
                <a:gd name="connsiteX25" fmla="*/ 1330899 w 1534151"/>
                <a:gd name="connsiteY25" fmla="*/ 2202938 h 3019788"/>
                <a:gd name="connsiteX26" fmla="*/ 1146749 w 1534151"/>
                <a:gd name="connsiteY26" fmla="*/ 2082288 h 3019788"/>
                <a:gd name="connsiteX27" fmla="*/ 778449 w 1534151"/>
                <a:gd name="connsiteY27" fmla="*/ 2145788 h 3019788"/>
                <a:gd name="connsiteX28" fmla="*/ 667324 w 1534151"/>
                <a:gd name="connsiteY28" fmla="*/ 2472813 h 3019788"/>
                <a:gd name="connsiteX29" fmla="*/ 660974 w 1534151"/>
                <a:gd name="connsiteY29" fmla="*/ 2866513 h 3019788"/>
                <a:gd name="connsiteX30" fmla="*/ 718124 w 1534151"/>
                <a:gd name="connsiteY30" fmla="*/ 2990338 h 3019788"/>
                <a:gd name="connsiteX31" fmla="*/ 638749 w 1534151"/>
                <a:gd name="connsiteY31" fmla="*/ 2958588 h 3019788"/>
                <a:gd name="connsiteX32" fmla="*/ 645099 w 1534151"/>
                <a:gd name="connsiteY32" fmla="*/ 2364863 h 3019788"/>
                <a:gd name="connsiteX33" fmla="*/ 756224 w 1534151"/>
                <a:gd name="connsiteY33" fmla="*/ 2002913 h 3019788"/>
                <a:gd name="connsiteX34" fmla="*/ 451424 w 1534151"/>
                <a:gd name="connsiteY34" fmla="*/ 1914013 h 3019788"/>
                <a:gd name="connsiteX35" fmla="*/ 502224 w 1534151"/>
                <a:gd name="connsiteY35" fmla="*/ 1764788 h 3019788"/>
                <a:gd name="connsiteX36" fmla="*/ 816549 w 1534151"/>
                <a:gd name="connsiteY36" fmla="*/ 1929888 h 3019788"/>
                <a:gd name="connsiteX37" fmla="*/ 784799 w 1534151"/>
                <a:gd name="connsiteY37" fmla="*/ 1612388 h 3019788"/>
                <a:gd name="connsiteX38" fmla="*/ 521274 w 1534151"/>
                <a:gd name="connsiteY38" fmla="*/ 1202813 h 3019788"/>
                <a:gd name="connsiteX39" fmla="*/ 432374 w 1534151"/>
                <a:gd name="connsiteY39" fmla="*/ 1399663 h 3019788"/>
                <a:gd name="connsiteX40" fmla="*/ 454599 w 1534151"/>
                <a:gd name="connsiteY40" fmla="*/ 1701288 h 3019788"/>
                <a:gd name="connsiteX41" fmla="*/ 318074 w 1534151"/>
                <a:gd name="connsiteY41" fmla="*/ 1688588 h 3019788"/>
                <a:gd name="connsiteX0" fmla="*/ 318074 w 1534151"/>
                <a:gd name="connsiteY0" fmla="*/ 1688588 h 3034715"/>
                <a:gd name="connsiteX1" fmla="*/ 321249 w 1534151"/>
                <a:gd name="connsiteY1" fmla="*/ 1034538 h 3034715"/>
                <a:gd name="connsiteX2" fmla="*/ 146624 w 1534151"/>
                <a:gd name="connsiteY2" fmla="*/ 732913 h 3034715"/>
                <a:gd name="connsiteX3" fmla="*/ 3749 w 1534151"/>
                <a:gd name="connsiteY3" fmla="*/ 428113 h 3034715"/>
                <a:gd name="connsiteX4" fmla="*/ 51374 w 1534151"/>
                <a:gd name="connsiteY4" fmla="*/ 415413 h 3034715"/>
                <a:gd name="connsiteX5" fmla="*/ 156149 w 1534151"/>
                <a:gd name="connsiteY5" fmla="*/ 694813 h 3034715"/>
                <a:gd name="connsiteX6" fmla="*/ 365699 w 1534151"/>
                <a:gd name="connsiteY6" fmla="*/ 777363 h 3034715"/>
                <a:gd name="connsiteX7" fmla="*/ 559374 w 1534151"/>
                <a:gd name="connsiteY7" fmla="*/ 675763 h 3034715"/>
                <a:gd name="connsiteX8" fmla="*/ 835599 w 1534151"/>
                <a:gd name="connsiteY8" fmla="*/ 288413 h 3034715"/>
                <a:gd name="connsiteX9" fmla="*/ 965774 w 1534151"/>
                <a:gd name="connsiteY9" fmla="*/ 47113 h 3034715"/>
                <a:gd name="connsiteX10" fmla="*/ 1102299 w 1534151"/>
                <a:gd name="connsiteY10" fmla="*/ 2663 h 3034715"/>
                <a:gd name="connsiteX11" fmla="*/ 1219774 w 1534151"/>
                <a:gd name="connsiteY11" fmla="*/ 88388 h 3034715"/>
                <a:gd name="connsiteX12" fmla="*/ 921324 w 1534151"/>
                <a:gd name="connsiteY12" fmla="*/ 288413 h 3034715"/>
                <a:gd name="connsiteX13" fmla="*/ 600649 w 1534151"/>
                <a:gd name="connsiteY13" fmla="*/ 656713 h 3034715"/>
                <a:gd name="connsiteX14" fmla="*/ 467299 w 1534151"/>
                <a:gd name="connsiteY14" fmla="*/ 907538 h 3034715"/>
                <a:gd name="connsiteX15" fmla="*/ 867349 w 1534151"/>
                <a:gd name="connsiteY15" fmla="*/ 1263138 h 3034715"/>
                <a:gd name="connsiteX16" fmla="*/ 1337249 w 1534151"/>
                <a:gd name="connsiteY16" fmla="*/ 1091688 h 3034715"/>
                <a:gd name="connsiteX17" fmla="*/ 1521399 w 1534151"/>
                <a:gd name="connsiteY17" fmla="*/ 1126613 h 3034715"/>
                <a:gd name="connsiteX18" fmla="*/ 1368999 w 1534151"/>
                <a:gd name="connsiteY18" fmla="*/ 1225038 h 3034715"/>
                <a:gd name="connsiteX19" fmla="*/ 902274 w 1534151"/>
                <a:gd name="connsiteY19" fmla="*/ 1310763 h 3034715"/>
                <a:gd name="connsiteX20" fmla="*/ 911799 w 1534151"/>
                <a:gd name="connsiteY20" fmla="*/ 1758438 h 3034715"/>
                <a:gd name="connsiteX21" fmla="*/ 1159449 w 1534151"/>
                <a:gd name="connsiteY21" fmla="*/ 2075938 h 3034715"/>
                <a:gd name="connsiteX22" fmla="*/ 1480124 w 1534151"/>
                <a:gd name="connsiteY22" fmla="*/ 2282313 h 3034715"/>
                <a:gd name="connsiteX23" fmla="*/ 1534099 w 1534151"/>
                <a:gd name="connsiteY23" fmla="*/ 2587113 h 3034715"/>
                <a:gd name="connsiteX24" fmla="*/ 1486474 w 1534151"/>
                <a:gd name="connsiteY24" fmla="*/ 2307713 h 3034715"/>
                <a:gd name="connsiteX25" fmla="*/ 1330899 w 1534151"/>
                <a:gd name="connsiteY25" fmla="*/ 2202938 h 3034715"/>
                <a:gd name="connsiteX26" fmla="*/ 1146749 w 1534151"/>
                <a:gd name="connsiteY26" fmla="*/ 2082288 h 3034715"/>
                <a:gd name="connsiteX27" fmla="*/ 778449 w 1534151"/>
                <a:gd name="connsiteY27" fmla="*/ 2145788 h 3034715"/>
                <a:gd name="connsiteX28" fmla="*/ 667324 w 1534151"/>
                <a:gd name="connsiteY28" fmla="*/ 2472813 h 3034715"/>
                <a:gd name="connsiteX29" fmla="*/ 660974 w 1534151"/>
                <a:gd name="connsiteY29" fmla="*/ 2866513 h 3034715"/>
                <a:gd name="connsiteX30" fmla="*/ 718124 w 1534151"/>
                <a:gd name="connsiteY30" fmla="*/ 2990338 h 3034715"/>
                <a:gd name="connsiteX31" fmla="*/ 622874 w 1534151"/>
                <a:gd name="connsiteY31" fmla="*/ 2980813 h 3034715"/>
                <a:gd name="connsiteX32" fmla="*/ 645099 w 1534151"/>
                <a:gd name="connsiteY32" fmla="*/ 2364863 h 3034715"/>
                <a:gd name="connsiteX33" fmla="*/ 756224 w 1534151"/>
                <a:gd name="connsiteY33" fmla="*/ 2002913 h 3034715"/>
                <a:gd name="connsiteX34" fmla="*/ 451424 w 1534151"/>
                <a:gd name="connsiteY34" fmla="*/ 1914013 h 3034715"/>
                <a:gd name="connsiteX35" fmla="*/ 502224 w 1534151"/>
                <a:gd name="connsiteY35" fmla="*/ 1764788 h 3034715"/>
                <a:gd name="connsiteX36" fmla="*/ 816549 w 1534151"/>
                <a:gd name="connsiteY36" fmla="*/ 1929888 h 3034715"/>
                <a:gd name="connsiteX37" fmla="*/ 784799 w 1534151"/>
                <a:gd name="connsiteY37" fmla="*/ 1612388 h 3034715"/>
                <a:gd name="connsiteX38" fmla="*/ 521274 w 1534151"/>
                <a:gd name="connsiteY38" fmla="*/ 1202813 h 3034715"/>
                <a:gd name="connsiteX39" fmla="*/ 432374 w 1534151"/>
                <a:gd name="connsiteY39" fmla="*/ 1399663 h 3034715"/>
                <a:gd name="connsiteX40" fmla="*/ 454599 w 1534151"/>
                <a:gd name="connsiteY40" fmla="*/ 1701288 h 3034715"/>
                <a:gd name="connsiteX41" fmla="*/ 318074 w 1534151"/>
                <a:gd name="connsiteY41" fmla="*/ 1688588 h 3034715"/>
                <a:gd name="connsiteX0" fmla="*/ 318074 w 1534151"/>
                <a:gd name="connsiteY0" fmla="*/ 1688588 h 3034946"/>
                <a:gd name="connsiteX1" fmla="*/ 321249 w 1534151"/>
                <a:gd name="connsiteY1" fmla="*/ 1034538 h 3034946"/>
                <a:gd name="connsiteX2" fmla="*/ 146624 w 1534151"/>
                <a:gd name="connsiteY2" fmla="*/ 732913 h 3034946"/>
                <a:gd name="connsiteX3" fmla="*/ 3749 w 1534151"/>
                <a:gd name="connsiteY3" fmla="*/ 428113 h 3034946"/>
                <a:gd name="connsiteX4" fmla="*/ 51374 w 1534151"/>
                <a:gd name="connsiteY4" fmla="*/ 415413 h 3034946"/>
                <a:gd name="connsiteX5" fmla="*/ 156149 w 1534151"/>
                <a:gd name="connsiteY5" fmla="*/ 694813 h 3034946"/>
                <a:gd name="connsiteX6" fmla="*/ 365699 w 1534151"/>
                <a:gd name="connsiteY6" fmla="*/ 777363 h 3034946"/>
                <a:gd name="connsiteX7" fmla="*/ 559374 w 1534151"/>
                <a:gd name="connsiteY7" fmla="*/ 675763 h 3034946"/>
                <a:gd name="connsiteX8" fmla="*/ 835599 w 1534151"/>
                <a:gd name="connsiteY8" fmla="*/ 288413 h 3034946"/>
                <a:gd name="connsiteX9" fmla="*/ 965774 w 1534151"/>
                <a:gd name="connsiteY9" fmla="*/ 47113 h 3034946"/>
                <a:gd name="connsiteX10" fmla="*/ 1102299 w 1534151"/>
                <a:gd name="connsiteY10" fmla="*/ 2663 h 3034946"/>
                <a:gd name="connsiteX11" fmla="*/ 1219774 w 1534151"/>
                <a:gd name="connsiteY11" fmla="*/ 88388 h 3034946"/>
                <a:gd name="connsiteX12" fmla="*/ 921324 w 1534151"/>
                <a:gd name="connsiteY12" fmla="*/ 288413 h 3034946"/>
                <a:gd name="connsiteX13" fmla="*/ 600649 w 1534151"/>
                <a:gd name="connsiteY13" fmla="*/ 656713 h 3034946"/>
                <a:gd name="connsiteX14" fmla="*/ 467299 w 1534151"/>
                <a:gd name="connsiteY14" fmla="*/ 907538 h 3034946"/>
                <a:gd name="connsiteX15" fmla="*/ 867349 w 1534151"/>
                <a:gd name="connsiteY15" fmla="*/ 1263138 h 3034946"/>
                <a:gd name="connsiteX16" fmla="*/ 1337249 w 1534151"/>
                <a:gd name="connsiteY16" fmla="*/ 1091688 h 3034946"/>
                <a:gd name="connsiteX17" fmla="*/ 1521399 w 1534151"/>
                <a:gd name="connsiteY17" fmla="*/ 1126613 h 3034946"/>
                <a:gd name="connsiteX18" fmla="*/ 1368999 w 1534151"/>
                <a:gd name="connsiteY18" fmla="*/ 1225038 h 3034946"/>
                <a:gd name="connsiteX19" fmla="*/ 902274 w 1534151"/>
                <a:gd name="connsiteY19" fmla="*/ 1310763 h 3034946"/>
                <a:gd name="connsiteX20" fmla="*/ 911799 w 1534151"/>
                <a:gd name="connsiteY20" fmla="*/ 1758438 h 3034946"/>
                <a:gd name="connsiteX21" fmla="*/ 1159449 w 1534151"/>
                <a:gd name="connsiteY21" fmla="*/ 2075938 h 3034946"/>
                <a:gd name="connsiteX22" fmla="*/ 1480124 w 1534151"/>
                <a:gd name="connsiteY22" fmla="*/ 2282313 h 3034946"/>
                <a:gd name="connsiteX23" fmla="*/ 1534099 w 1534151"/>
                <a:gd name="connsiteY23" fmla="*/ 2587113 h 3034946"/>
                <a:gd name="connsiteX24" fmla="*/ 1486474 w 1534151"/>
                <a:gd name="connsiteY24" fmla="*/ 2307713 h 3034946"/>
                <a:gd name="connsiteX25" fmla="*/ 1330899 w 1534151"/>
                <a:gd name="connsiteY25" fmla="*/ 2202938 h 3034946"/>
                <a:gd name="connsiteX26" fmla="*/ 1146749 w 1534151"/>
                <a:gd name="connsiteY26" fmla="*/ 2082288 h 3034946"/>
                <a:gd name="connsiteX27" fmla="*/ 778449 w 1534151"/>
                <a:gd name="connsiteY27" fmla="*/ 2145788 h 3034946"/>
                <a:gd name="connsiteX28" fmla="*/ 667324 w 1534151"/>
                <a:gd name="connsiteY28" fmla="*/ 2472813 h 3034946"/>
                <a:gd name="connsiteX29" fmla="*/ 660974 w 1534151"/>
                <a:gd name="connsiteY29" fmla="*/ 2866513 h 3034946"/>
                <a:gd name="connsiteX30" fmla="*/ 718124 w 1534151"/>
                <a:gd name="connsiteY30" fmla="*/ 2990338 h 3034946"/>
                <a:gd name="connsiteX31" fmla="*/ 622874 w 1534151"/>
                <a:gd name="connsiteY31" fmla="*/ 2980813 h 3034946"/>
                <a:gd name="connsiteX32" fmla="*/ 673674 w 1534151"/>
                <a:gd name="connsiteY32" fmla="*/ 2361688 h 3034946"/>
                <a:gd name="connsiteX33" fmla="*/ 756224 w 1534151"/>
                <a:gd name="connsiteY33" fmla="*/ 2002913 h 3034946"/>
                <a:gd name="connsiteX34" fmla="*/ 451424 w 1534151"/>
                <a:gd name="connsiteY34" fmla="*/ 1914013 h 3034946"/>
                <a:gd name="connsiteX35" fmla="*/ 502224 w 1534151"/>
                <a:gd name="connsiteY35" fmla="*/ 1764788 h 3034946"/>
                <a:gd name="connsiteX36" fmla="*/ 816549 w 1534151"/>
                <a:gd name="connsiteY36" fmla="*/ 1929888 h 3034946"/>
                <a:gd name="connsiteX37" fmla="*/ 784799 w 1534151"/>
                <a:gd name="connsiteY37" fmla="*/ 1612388 h 3034946"/>
                <a:gd name="connsiteX38" fmla="*/ 521274 w 1534151"/>
                <a:gd name="connsiteY38" fmla="*/ 1202813 h 3034946"/>
                <a:gd name="connsiteX39" fmla="*/ 432374 w 1534151"/>
                <a:gd name="connsiteY39" fmla="*/ 1399663 h 3034946"/>
                <a:gd name="connsiteX40" fmla="*/ 454599 w 1534151"/>
                <a:gd name="connsiteY40" fmla="*/ 1701288 h 3034946"/>
                <a:gd name="connsiteX41" fmla="*/ 318074 w 1534151"/>
                <a:gd name="connsiteY41" fmla="*/ 1688588 h 3034946"/>
                <a:gd name="connsiteX0" fmla="*/ 318074 w 1534151"/>
                <a:gd name="connsiteY0" fmla="*/ 1688588 h 3034946"/>
                <a:gd name="connsiteX1" fmla="*/ 321249 w 1534151"/>
                <a:gd name="connsiteY1" fmla="*/ 1034538 h 3034946"/>
                <a:gd name="connsiteX2" fmla="*/ 146624 w 1534151"/>
                <a:gd name="connsiteY2" fmla="*/ 732913 h 3034946"/>
                <a:gd name="connsiteX3" fmla="*/ 3749 w 1534151"/>
                <a:gd name="connsiteY3" fmla="*/ 428113 h 3034946"/>
                <a:gd name="connsiteX4" fmla="*/ 51374 w 1534151"/>
                <a:gd name="connsiteY4" fmla="*/ 415413 h 3034946"/>
                <a:gd name="connsiteX5" fmla="*/ 156149 w 1534151"/>
                <a:gd name="connsiteY5" fmla="*/ 694813 h 3034946"/>
                <a:gd name="connsiteX6" fmla="*/ 365699 w 1534151"/>
                <a:gd name="connsiteY6" fmla="*/ 777363 h 3034946"/>
                <a:gd name="connsiteX7" fmla="*/ 559374 w 1534151"/>
                <a:gd name="connsiteY7" fmla="*/ 675763 h 3034946"/>
                <a:gd name="connsiteX8" fmla="*/ 835599 w 1534151"/>
                <a:gd name="connsiteY8" fmla="*/ 288413 h 3034946"/>
                <a:gd name="connsiteX9" fmla="*/ 965774 w 1534151"/>
                <a:gd name="connsiteY9" fmla="*/ 47113 h 3034946"/>
                <a:gd name="connsiteX10" fmla="*/ 1102299 w 1534151"/>
                <a:gd name="connsiteY10" fmla="*/ 2663 h 3034946"/>
                <a:gd name="connsiteX11" fmla="*/ 1219774 w 1534151"/>
                <a:gd name="connsiteY11" fmla="*/ 88388 h 3034946"/>
                <a:gd name="connsiteX12" fmla="*/ 921324 w 1534151"/>
                <a:gd name="connsiteY12" fmla="*/ 288413 h 3034946"/>
                <a:gd name="connsiteX13" fmla="*/ 600649 w 1534151"/>
                <a:gd name="connsiteY13" fmla="*/ 656713 h 3034946"/>
                <a:gd name="connsiteX14" fmla="*/ 467299 w 1534151"/>
                <a:gd name="connsiteY14" fmla="*/ 907538 h 3034946"/>
                <a:gd name="connsiteX15" fmla="*/ 867349 w 1534151"/>
                <a:gd name="connsiteY15" fmla="*/ 1263138 h 3034946"/>
                <a:gd name="connsiteX16" fmla="*/ 1337249 w 1534151"/>
                <a:gd name="connsiteY16" fmla="*/ 1091688 h 3034946"/>
                <a:gd name="connsiteX17" fmla="*/ 1521399 w 1534151"/>
                <a:gd name="connsiteY17" fmla="*/ 1126613 h 3034946"/>
                <a:gd name="connsiteX18" fmla="*/ 1368999 w 1534151"/>
                <a:gd name="connsiteY18" fmla="*/ 1225038 h 3034946"/>
                <a:gd name="connsiteX19" fmla="*/ 902274 w 1534151"/>
                <a:gd name="connsiteY19" fmla="*/ 1310763 h 3034946"/>
                <a:gd name="connsiteX20" fmla="*/ 911799 w 1534151"/>
                <a:gd name="connsiteY20" fmla="*/ 1758438 h 3034946"/>
                <a:gd name="connsiteX21" fmla="*/ 1159449 w 1534151"/>
                <a:gd name="connsiteY21" fmla="*/ 2075938 h 3034946"/>
                <a:gd name="connsiteX22" fmla="*/ 1480124 w 1534151"/>
                <a:gd name="connsiteY22" fmla="*/ 2282313 h 3034946"/>
                <a:gd name="connsiteX23" fmla="*/ 1534099 w 1534151"/>
                <a:gd name="connsiteY23" fmla="*/ 2587113 h 3034946"/>
                <a:gd name="connsiteX24" fmla="*/ 1486474 w 1534151"/>
                <a:gd name="connsiteY24" fmla="*/ 2307713 h 3034946"/>
                <a:gd name="connsiteX25" fmla="*/ 1330899 w 1534151"/>
                <a:gd name="connsiteY25" fmla="*/ 2202938 h 3034946"/>
                <a:gd name="connsiteX26" fmla="*/ 1146749 w 1534151"/>
                <a:gd name="connsiteY26" fmla="*/ 2082288 h 3034946"/>
                <a:gd name="connsiteX27" fmla="*/ 829249 w 1534151"/>
                <a:gd name="connsiteY27" fmla="*/ 2183888 h 3034946"/>
                <a:gd name="connsiteX28" fmla="*/ 667324 w 1534151"/>
                <a:gd name="connsiteY28" fmla="*/ 2472813 h 3034946"/>
                <a:gd name="connsiteX29" fmla="*/ 660974 w 1534151"/>
                <a:gd name="connsiteY29" fmla="*/ 2866513 h 3034946"/>
                <a:gd name="connsiteX30" fmla="*/ 718124 w 1534151"/>
                <a:gd name="connsiteY30" fmla="*/ 2990338 h 3034946"/>
                <a:gd name="connsiteX31" fmla="*/ 622874 w 1534151"/>
                <a:gd name="connsiteY31" fmla="*/ 2980813 h 3034946"/>
                <a:gd name="connsiteX32" fmla="*/ 673674 w 1534151"/>
                <a:gd name="connsiteY32" fmla="*/ 2361688 h 3034946"/>
                <a:gd name="connsiteX33" fmla="*/ 756224 w 1534151"/>
                <a:gd name="connsiteY33" fmla="*/ 2002913 h 3034946"/>
                <a:gd name="connsiteX34" fmla="*/ 451424 w 1534151"/>
                <a:gd name="connsiteY34" fmla="*/ 1914013 h 3034946"/>
                <a:gd name="connsiteX35" fmla="*/ 502224 w 1534151"/>
                <a:gd name="connsiteY35" fmla="*/ 1764788 h 3034946"/>
                <a:gd name="connsiteX36" fmla="*/ 816549 w 1534151"/>
                <a:gd name="connsiteY36" fmla="*/ 1929888 h 3034946"/>
                <a:gd name="connsiteX37" fmla="*/ 784799 w 1534151"/>
                <a:gd name="connsiteY37" fmla="*/ 1612388 h 3034946"/>
                <a:gd name="connsiteX38" fmla="*/ 521274 w 1534151"/>
                <a:gd name="connsiteY38" fmla="*/ 1202813 h 3034946"/>
                <a:gd name="connsiteX39" fmla="*/ 432374 w 1534151"/>
                <a:gd name="connsiteY39" fmla="*/ 1399663 h 3034946"/>
                <a:gd name="connsiteX40" fmla="*/ 454599 w 1534151"/>
                <a:gd name="connsiteY40" fmla="*/ 1701288 h 3034946"/>
                <a:gd name="connsiteX41" fmla="*/ 318074 w 1534151"/>
                <a:gd name="connsiteY41" fmla="*/ 1688588 h 3034946"/>
                <a:gd name="connsiteX0" fmla="*/ 318074 w 1534151"/>
                <a:gd name="connsiteY0" fmla="*/ 1688588 h 3034946"/>
                <a:gd name="connsiteX1" fmla="*/ 321249 w 1534151"/>
                <a:gd name="connsiteY1" fmla="*/ 1034538 h 3034946"/>
                <a:gd name="connsiteX2" fmla="*/ 146624 w 1534151"/>
                <a:gd name="connsiteY2" fmla="*/ 732913 h 3034946"/>
                <a:gd name="connsiteX3" fmla="*/ 3749 w 1534151"/>
                <a:gd name="connsiteY3" fmla="*/ 428113 h 3034946"/>
                <a:gd name="connsiteX4" fmla="*/ 51374 w 1534151"/>
                <a:gd name="connsiteY4" fmla="*/ 415413 h 3034946"/>
                <a:gd name="connsiteX5" fmla="*/ 156149 w 1534151"/>
                <a:gd name="connsiteY5" fmla="*/ 694813 h 3034946"/>
                <a:gd name="connsiteX6" fmla="*/ 365699 w 1534151"/>
                <a:gd name="connsiteY6" fmla="*/ 777363 h 3034946"/>
                <a:gd name="connsiteX7" fmla="*/ 559374 w 1534151"/>
                <a:gd name="connsiteY7" fmla="*/ 675763 h 3034946"/>
                <a:gd name="connsiteX8" fmla="*/ 835599 w 1534151"/>
                <a:gd name="connsiteY8" fmla="*/ 288413 h 3034946"/>
                <a:gd name="connsiteX9" fmla="*/ 965774 w 1534151"/>
                <a:gd name="connsiteY9" fmla="*/ 47113 h 3034946"/>
                <a:gd name="connsiteX10" fmla="*/ 1102299 w 1534151"/>
                <a:gd name="connsiteY10" fmla="*/ 2663 h 3034946"/>
                <a:gd name="connsiteX11" fmla="*/ 1219774 w 1534151"/>
                <a:gd name="connsiteY11" fmla="*/ 88388 h 3034946"/>
                <a:gd name="connsiteX12" fmla="*/ 921324 w 1534151"/>
                <a:gd name="connsiteY12" fmla="*/ 288413 h 3034946"/>
                <a:gd name="connsiteX13" fmla="*/ 600649 w 1534151"/>
                <a:gd name="connsiteY13" fmla="*/ 656713 h 3034946"/>
                <a:gd name="connsiteX14" fmla="*/ 467299 w 1534151"/>
                <a:gd name="connsiteY14" fmla="*/ 907538 h 3034946"/>
                <a:gd name="connsiteX15" fmla="*/ 867349 w 1534151"/>
                <a:gd name="connsiteY15" fmla="*/ 1263138 h 3034946"/>
                <a:gd name="connsiteX16" fmla="*/ 1337249 w 1534151"/>
                <a:gd name="connsiteY16" fmla="*/ 1091688 h 3034946"/>
                <a:gd name="connsiteX17" fmla="*/ 1521399 w 1534151"/>
                <a:gd name="connsiteY17" fmla="*/ 1126613 h 3034946"/>
                <a:gd name="connsiteX18" fmla="*/ 1368999 w 1534151"/>
                <a:gd name="connsiteY18" fmla="*/ 1225038 h 3034946"/>
                <a:gd name="connsiteX19" fmla="*/ 902274 w 1534151"/>
                <a:gd name="connsiteY19" fmla="*/ 1310763 h 3034946"/>
                <a:gd name="connsiteX20" fmla="*/ 911799 w 1534151"/>
                <a:gd name="connsiteY20" fmla="*/ 1758438 h 3034946"/>
                <a:gd name="connsiteX21" fmla="*/ 1159449 w 1534151"/>
                <a:gd name="connsiteY21" fmla="*/ 2075938 h 3034946"/>
                <a:gd name="connsiteX22" fmla="*/ 1480124 w 1534151"/>
                <a:gd name="connsiteY22" fmla="*/ 2282313 h 3034946"/>
                <a:gd name="connsiteX23" fmla="*/ 1534099 w 1534151"/>
                <a:gd name="connsiteY23" fmla="*/ 2587113 h 3034946"/>
                <a:gd name="connsiteX24" fmla="*/ 1486474 w 1534151"/>
                <a:gd name="connsiteY24" fmla="*/ 2307713 h 3034946"/>
                <a:gd name="connsiteX25" fmla="*/ 1330899 w 1534151"/>
                <a:gd name="connsiteY25" fmla="*/ 2202938 h 3034946"/>
                <a:gd name="connsiteX26" fmla="*/ 1146749 w 1534151"/>
                <a:gd name="connsiteY26" fmla="*/ 2082288 h 3034946"/>
                <a:gd name="connsiteX27" fmla="*/ 832424 w 1534151"/>
                <a:gd name="connsiteY27" fmla="*/ 2129913 h 3034946"/>
                <a:gd name="connsiteX28" fmla="*/ 667324 w 1534151"/>
                <a:gd name="connsiteY28" fmla="*/ 2472813 h 3034946"/>
                <a:gd name="connsiteX29" fmla="*/ 660974 w 1534151"/>
                <a:gd name="connsiteY29" fmla="*/ 2866513 h 3034946"/>
                <a:gd name="connsiteX30" fmla="*/ 718124 w 1534151"/>
                <a:gd name="connsiteY30" fmla="*/ 2990338 h 3034946"/>
                <a:gd name="connsiteX31" fmla="*/ 622874 w 1534151"/>
                <a:gd name="connsiteY31" fmla="*/ 2980813 h 3034946"/>
                <a:gd name="connsiteX32" fmla="*/ 673674 w 1534151"/>
                <a:gd name="connsiteY32" fmla="*/ 2361688 h 3034946"/>
                <a:gd name="connsiteX33" fmla="*/ 756224 w 1534151"/>
                <a:gd name="connsiteY33" fmla="*/ 2002913 h 3034946"/>
                <a:gd name="connsiteX34" fmla="*/ 451424 w 1534151"/>
                <a:gd name="connsiteY34" fmla="*/ 1914013 h 3034946"/>
                <a:gd name="connsiteX35" fmla="*/ 502224 w 1534151"/>
                <a:gd name="connsiteY35" fmla="*/ 1764788 h 3034946"/>
                <a:gd name="connsiteX36" fmla="*/ 816549 w 1534151"/>
                <a:gd name="connsiteY36" fmla="*/ 1929888 h 3034946"/>
                <a:gd name="connsiteX37" fmla="*/ 784799 w 1534151"/>
                <a:gd name="connsiteY37" fmla="*/ 1612388 h 3034946"/>
                <a:gd name="connsiteX38" fmla="*/ 521274 w 1534151"/>
                <a:gd name="connsiteY38" fmla="*/ 1202813 h 3034946"/>
                <a:gd name="connsiteX39" fmla="*/ 432374 w 1534151"/>
                <a:gd name="connsiteY39" fmla="*/ 1399663 h 3034946"/>
                <a:gd name="connsiteX40" fmla="*/ 454599 w 1534151"/>
                <a:gd name="connsiteY40" fmla="*/ 1701288 h 3034946"/>
                <a:gd name="connsiteX41" fmla="*/ 318074 w 1534151"/>
                <a:gd name="connsiteY41" fmla="*/ 1688588 h 3034946"/>
                <a:gd name="connsiteX0" fmla="*/ 318074 w 1534151"/>
                <a:gd name="connsiteY0" fmla="*/ 1688588 h 3034946"/>
                <a:gd name="connsiteX1" fmla="*/ 321249 w 1534151"/>
                <a:gd name="connsiteY1" fmla="*/ 1034538 h 3034946"/>
                <a:gd name="connsiteX2" fmla="*/ 146624 w 1534151"/>
                <a:gd name="connsiteY2" fmla="*/ 732913 h 3034946"/>
                <a:gd name="connsiteX3" fmla="*/ 3749 w 1534151"/>
                <a:gd name="connsiteY3" fmla="*/ 428113 h 3034946"/>
                <a:gd name="connsiteX4" fmla="*/ 51374 w 1534151"/>
                <a:gd name="connsiteY4" fmla="*/ 415413 h 3034946"/>
                <a:gd name="connsiteX5" fmla="*/ 156149 w 1534151"/>
                <a:gd name="connsiteY5" fmla="*/ 694813 h 3034946"/>
                <a:gd name="connsiteX6" fmla="*/ 365699 w 1534151"/>
                <a:gd name="connsiteY6" fmla="*/ 777363 h 3034946"/>
                <a:gd name="connsiteX7" fmla="*/ 559374 w 1534151"/>
                <a:gd name="connsiteY7" fmla="*/ 675763 h 3034946"/>
                <a:gd name="connsiteX8" fmla="*/ 835599 w 1534151"/>
                <a:gd name="connsiteY8" fmla="*/ 288413 h 3034946"/>
                <a:gd name="connsiteX9" fmla="*/ 965774 w 1534151"/>
                <a:gd name="connsiteY9" fmla="*/ 47113 h 3034946"/>
                <a:gd name="connsiteX10" fmla="*/ 1102299 w 1534151"/>
                <a:gd name="connsiteY10" fmla="*/ 2663 h 3034946"/>
                <a:gd name="connsiteX11" fmla="*/ 1219774 w 1534151"/>
                <a:gd name="connsiteY11" fmla="*/ 88388 h 3034946"/>
                <a:gd name="connsiteX12" fmla="*/ 921324 w 1534151"/>
                <a:gd name="connsiteY12" fmla="*/ 288413 h 3034946"/>
                <a:gd name="connsiteX13" fmla="*/ 600649 w 1534151"/>
                <a:gd name="connsiteY13" fmla="*/ 656713 h 3034946"/>
                <a:gd name="connsiteX14" fmla="*/ 467299 w 1534151"/>
                <a:gd name="connsiteY14" fmla="*/ 907538 h 3034946"/>
                <a:gd name="connsiteX15" fmla="*/ 867349 w 1534151"/>
                <a:gd name="connsiteY15" fmla="*/ 1263138 h 3034946"/>
                <a:gd name="connsiteX16" fmla="*/ 1337249 w 1534151"/>
                <a:gd name="connsiteY16" fmla="*/ 1091688 h 3034946"/>
                <a:gd name="connsiteX17" fmla="*/ 1521399 w 1534151"/>
                <a:gd name="connsiteY17" fmla="*/ 1126613 h 3034946"/>
                <a:gd name="connsiteX18" fmla="*/ 1368999 w 1534151"/>
                <a:gd name="connsiteY18" fmla="*/ 1225038 h 3034946"/>
                <a:gd name="connsiteX19" fmla="*/ 902274 w 1534151"/>
                <a:gd name="connsiteY19" fmla="*/ 1310763 h 3034946"/>
                <a:gd name="connsiteX20" fmla="*/ 911799 w 1534151"/>
                <a:gd name="connsiteY20" fmla="*/ 1758438 h 3034946"/>
                <a:gd name="connsiteX21" fmla="*/ 1159449 w 1534151"/>
                <a:gd name="connsiteY21" fmla="*/ 2075938 h 3034946"/>
                <a:gd name="connsiteX22" fmla="*/ 1480124 w 1534151"/>
                <a:gd name="connsiteY22" fmla="*/ 2282313 h 3034946"/>
                <a:gd name="connsiteX23" fmla="*/ 1534099 w 1534151"/>
                <a:gd name="connsiteY23" fmla="*/ 2587113 h 3034946"/>
                <a:gd name="connsiteX24" fmla="*/ 1486474 w 1534151"/>
                <a:gd name="connsiteY24" fmla="*/ 2307713 h 3034946"/>
                <a:gd name="connsiteX25" fmla="*/ 1330899 w 1534151"/>
                <a:gd name="connsiteY25" fmla="*/ 2202938 h 3034946"/>
                <a:gd name="connsiteX26" fmla="*/ 1146749 w 1534151"/>
                <a:gd name="connsiteY26" fmla="*/ 2082288 h 3034946"/>
                <a:gd name="connsiteX27" fmla="*/ 832424 w 1534151"/>
                <a:gd name="connsiteY27" fmla="*/ 2129913 h 3034946"/>
                <a:gd name="connsiteX28" fmla="*/ 667324 w 1534151"/>
                <a:gd name="connsiteY28" fmla="*/ 2472813 h 3034946"/>
                <a:gd name="connsiteX29" fmla="*/ 660974 w 1534151"/>
                <a:gd name="connsiteY29" fmla="*/ 2866513 h 3034946"/>
                <a:gd name="connsiteX30" fmla="*/ 718124 w 1534151"/>
                <a:gd name="connsiteY30" fmla="*/ 2990338 h 3034946"/>
                <a:gd name="connsiteX31" fmla="*/ 622874 w 1534151"/>
                <a:gd name="connsiteY31" fmla="*/ 2980813 h 3034946"/>
                <a:gd name="connsiteX32" fmla="*/ 673674 w 1534151"/>
                <a:gd name="connsiteY32" fmla="*/ 2361688 h 3034946"/>
                <a:gd name="connsiteX33" fmla="*/ 578424 w 1534151"/>
                <a:gd name="connsiteY33" fmla="*/ 2041012 h 3034946"/>
                <a:gd name="connsiteX34" fmla="*/ 756224 w 1534151"/>
                <a:gd name="connsiteY34" fmla="*/ 2002913 h 3034946"/>
                <a:gd name="connsiteX35" fmla="*/ 451424 w 1534151"/>
                <a:gd name="connsiteY35" fmla="*/ 1914013 h 3034946"/>
                <a:gd name="connsiteX36" fmla="*/ 502224 w 1534151"/>
                <a:gd name="connsiteY36" fmla="*/ 1764788 h 3034946"/>
                <a:gd name="connsiteX37" fmla="*/ 816549 w 1534151"/>
                <a:gd name="connsiteY37" fmla="*/ 1929888 h 3034946"/>
                <a:gd name="connsiteX38" fmla="*/ 784799 w 1534151"/>
                <a:gd name="connsiteY38" fmla="*/ 1612388 h 3034946"/>
                <a:gd name="connsiteX39" fmla="*/ 521274 w 1534151"/>
                <a:gd name="connsiteY39" fmla="*/ 1202813 h 3034946"/>
                <a:gd name="connsiteX40" fmla="*/ 432374 w 1534151"/>
                <a:gd name="connsiteY40" fmla="*/ 1399663 h 3034946"/>
                <a:gd name="connsiteX41" fmla="*/ 454599 w 1534151"/>
                <a:gd name="connsiteY41" fmla="*/ 1701288 h 3034946"/>
                <a:gd name="connsiteX42" fmla="*/ 318074 w 1534151"/>
                <a:gd name="connsiteY42" fmla="*/ 1688588 h 3034946"/>
                <a:gd name="connsiteX0" fmla="*/ 318074 w 1534151"/>
                <a:gd name="connsiteY0" fmla="*/ 1688588 h 3034946"/>
                <a:gd name="connsiteX1" fmla="*/ 321249 w 1534151"/>
                <a:gd name="connsiteY1" fmla="*/ 1034538 h 3034946"/>
                <a:gd name="connsiteX2" fmla="*/ 146624 w 1534151"/>
                <a:gd name="connsiteY2" fmla="*/ 732913 h 3034946"/>
                <a:gd name="connsiteX3" fmla="*/ 3749 w 1534151"/>
                <a:gd name="connsiteY3" fmla="*/ 428113 h 3034946"/>
                <a:gd name="connsiteX4" fmla="*/ 51374 w 1534151"/>
                <a:gd name="connsiteY4" fmla="*/ 415413 h 3034946"/>
                <a:gd name="connsiteX5" fmla="*/ 156149 w 1534151"/>
                <a:gd name="connsiteY5" fmla="*/ 694813 h 3034946"/>
                <a:gd name="connsiteX6" fmla="*/ 365699 w 1534151"/>
                <a:gd name="connsiteY6" fmla="*/ 777363 h 3034946"/>
                <a:gd name="connsiteX7" fmla="*/ 559374 w 1534151"/>
                <a:gd name="connsiteY7" fmla="*/ 675763 h 3034946"/>
                <a:gd name="connsiteX8" fmla="*/ 835599 w 1534151"/>
                <a:gd name="connsiteY8" fmla="*/ 288413 h 3034946"/>
                <a:gd name="connsiteX9" fmla="*/ 965774 w 1534151"/>
                <a:gd name="connsiteY9" fmla="*/ 47113 h 3034946"/>
                <a:gd name="connsiteX10" fmla="*/ 1102299 w 1534151"/>
                <a:gd name="connsiteY10" fmla="*/ 2663 h 3034946"/>
                <a:gd name="connsiteX11" fmla="*/ 1219774 w 1534151"/>
                <a:gd name="connsiteY11" fmla="*/ 88388 h 3034946"/>
                <a:gd name="connsiteX12" fmla="*/ 921324 w 1534151"/>
                <a:gd name="connsiteY12" fmla="*/ 288413 h 3034946"/>
                <a:gd name="connsiteX13" fmla="*/ 600649 w 1534151"/>
                <a:gd name="connsiteY13" fmla="*/ 656713 h 3034946"/>
                <a:gd name="connsiteX14" fmla="*/ 467299 w 1534151"/>
                <a:gd name="connsiteY14" fmla="*/ 907538 h 3034946"/>
                <a:gd name="connsiteX15" fmla="*/ 867349 w 1534151"/>
                <a:gd name="connsiteY15" fmla="*/ 1263138 h 3034946"/>
                <a:gd name="connsiteX16" fmla="*/ 1337249 w 1534151"/>
                <a:gd name="connsiteY16" fmla="*/ 1091688 h 3034946"/>
                <a:gd name="connsiteX17" fmla="*/ 1521399 w 1534151"/>
                <a:gd name="connsiteY17" fmla="*/ 1126613 h 3034946"/>
                <a:gd name="connsiteX18" fmla="*/ 1368999 w 1534151"/>
                <a:gd name="connsiteY18" fmla="*/ 1225038 h 3034946"/>
                <a:gd name="connsiteX19" fmla="*/ 902274 w 1534151"/>
                <a:gd name="connsiteY19" fmla="*/ 1310763 h 3034946"/>
                <a:gd name="connsiteX20" fmla="*/ 911799 w 1534151"/>
                <a:gd name="connsiteY20" fmla="*/ 1758438 h 3034946"/>
                <a:gd name="connsiteX21" fmla="*/ 1159449 w 1534151"/>
                <a:gd name="connsiteY21" fmla="*/ 2075938 h 3034946"/>
                <a:gd name="connsiteX22" fmla="*/ 1480124 w 1534151"/>
                <a:gd name="connsiteY22" fmla="*/ 2282313 h 3034946"/>
                <a:gd name="connsiteX23" fmla="*/ 1534099 w 1534151"/>
                <a:gd name="connsiteY23" fmla="*/ 2587113 h 3034946"/>
                <a:gd name="connsiteX24" fmla="*/ 1486474 w 1534151"/>
                <a:gd name="connsiteY24" fmla="*/ 2307713 h 3034946"/>
                <a:gd name="connsiteX25" fmla="*/ 1330899 w 1534151"/>
                <a:gd name="connsiteY25" fmla="*/ 2202938 h 3034946"/>
                <a:gd name="connsiteX26" fmla="*/ 1146749 w 1534151"/>
                <a:gd name="connsiteY26" fmla="*/ 2082288 h 3034946"/>
                <a:gd name="connsiteX27" fmla="*/ 832424 w 1534151"/>
                <a:gd name="connsiteY27" fmla="*/ 2129913 h 3034946"/>
                <a:gd name="connsiteX28" fmla="*/ 667324 w 1534151"/>
                <a:gd name="connsiteY28" fmla="*/ 2472813 h 3034946"/>
                <a:gd name="connsiteX29" fmla="*/ 660974 w 1534151"/>
                <a:gd name="connsiteY29" fmla="*/ 2866513 h 3034946"/>
                <a:gd name="connsiteX30" fmla="*/ 718124 w 1534151"/>
                <a:gd name="connsiteY30" fmla="*/ 2990338 h 3034946"/>
                <a:gd name="connsiteX31" fmla="*/ 622874 w 1534151"/>
                <a:gd name="connsiteY31" fmla="*/ 2980813 h 3034946"/>
                <a:gd name="connsiteX32" fmla="*/ 673674 w 1534151"/>
                <a:gd name="connsiteY32" fmla="*/ 2361688 h 3034946"/>
                <a:gd name="connsiteX33" fmla="*/ 578424 w 1534151"/>
                <a:gd name="connsiteY33" fmla="*/ 2041012 h 3034946"/>
                <a:gd name="connsiteX34" fmla="*/ 756224 w 1534151"/>
                <a:gd name="connsiteY34" fmla="*/ 2002913 h 3034946"/>
                <a:gd name="connsiteX35" fmla="*/ 451424 w 1534151"/>
                <a:gd name="connsiteY35" fmla="*/ 1914013 h 3034946"/>
                <a:gd name="connsiteX36" fmla="*/ 502224 w 1534151"/>
                <a:gd name="connsiteY36" fmla="*/ 1764788 h 3034946"/>
                <a:gd name="connsiteX37" fmla="*/ 816549 w 1534151"/>
                <a:gd name="connsiteY37" fmla="*/ 1929888 h 3034946"/>
                <a:gd name="connsiteX38" fmla="*/ 784799 w 1534151"/>
                <a:gd name="connsiteY38" fmla="*/ 1612388 h 3034946"/>
                <a:gd name="connsiteX39" fmla="*/ 521274 w 1534151"/>
                <a:gd name="connsiteY39" fmla="*/ 1202813 h 3034946"/>
                <a:gd name="connsiteX40" fmla="*/ 432374 w 1534151"/>
                <a:gd name="connsiteY40" fmla="*/ 1399663 h 3034946"/>
                <a:gd name="connsiteX41" fmla="*/ 454599 w 1534151"/>
                <a:gd name="connsiteY41" fmla="*/ 1701288 h 3034946"/>
                <a:gd name="connsiteX42" fmla="*/ 318074 w 1534151"/>
                <a:gd name="connsiteY42" fmla="*/ 1688588 h 3034946"/>
                <a:gd name="connsiteX0" fmla="*/ 318074 w 1534151"/>
                <a:gd name="connsiteY0" fmla="*/ 1688588 h 3034946"/>
                <a:gd name="connsiteX1" fmla="*/ 321249 w 1534151"/>
                <a:gd name="connsiteY1" fmla="*/ 1034538 h 3034946"/>
                <a:gd name="connsiteX2" fmla="*/ 146624 w 1534151"/>
                <a:gd name="connsiteY2" fmla="*/ 732913 h 3034946"/>
                <a:gd name="connsiteX3" fmla="*/ 3749 w 1534151"/>
                <a:gd name="connsiteY3" fmla="*/ 428113 h 3034946"/>
                <a:gd name="connsiteX4" fmla="*/ 51374 w 1534151"/>
                <a:gd name="connsiteY4" fmla="*/ 415413 h 3034946"/>
                <a:gd name="connsiteX5" fmla="*/ 156149 w 1534151"/>
                <a:gd name="connsiteY5" fmla="*/ 694813 h 3034946"/>
                <a:gd name="connsiteX6" fmla="*/ 365699 w 1534151"/>
                <a:gd name="connsiteY6" fmla="*/ 777363 h 3034946"/>
                <a:gd name="connsiteX7" fmla="*/ 559374 w 1534151"/>
                <a:gd name="connsiteY7" fmla="*/ 675763 h 3034946"/>
                <a:gd name="connsiteX8" fmla="*/ 835599 w 1534151"/>
                <a:gd name="connsiteY8" fmla="*/ 288413 h 3034946"/>
                <a:gd name="connsiteX9" fmla="*/ 965774 w 1534151"/>
                <a:gd name="connsiteY9" fmla="*/ 47113 h 3034946"/>
                <a:gd name="connsiteX10" fmla="*/ 1102299 w 1534151"/>
                <a:gd name="connsiteY10" fmla="*/ 2663 h 3034946"/>
                <a:gd name="connsiteX11" fmla="*/ 1219774 w 1534151"/>
                <a:gd name="connsiteY11" fmla="*/ 88388 h 3034946"/>
                <a:gd name="connsiteX12" fmla="*/ 921324 w 1534151"/>
                <a:gd name="connsiteY12" fmla="*/ 288413 h 3034946"/>
                <a:gd name="connsiteX13" fmla="*/ 600649 w 1534151"/>
                <a:gd name="connsiteY13" fmla="*/ 656713 h 3034946"/>
                <a:gd name="connsiteX14" fmla="*/ 467299 w 1534151"/>
                <a:gd name="connsiteY14" fmla="*/ 907538 h 3034946"/>
                <a:gd name="connsiteX15" fmla="*/ 867349 w 1534151"/>
                <a:gd name="connsiteY15" fmla="*/ 1263138 h 3034946"/>
                <a:gd name="connsiteX16" fmla="*/ 1337249 w 1534151"/>
                <a:gd name="connsiteY16" fmla="*/ 1091688 h 3034946"/>
                <a:gd name="connsiteX17" fmla="*/ 1521399 w 1534151"/>
                <a:gd name="connsiteY17" fmla="*/ 1126613 h 3034946"/>
                <a:gd name="connsiteX18" fmla="*/ 1368999 w 1534151"/>
                <a:gd name="connsiteY18" fmla="*/ 1225038 h 3034946"/>
                <a:gd name="connsiteX19" fmla="*/ 902274 w 1534151"/>
                <a:gd name="connsiteY19" fmla="*/ 1310763 h 3034946"/>
                <a:gd name="connsiteX20" fmla="*/ 911799 w 1534151"/>
                <a:gd name="connsiteY20" fmla="*/ 1758438 h 3034946"/>
                <a:gd name="connsiteX21" fmla="*/ 1159449 w 1534151"/>
                <a:gd name="connsiteY21" fmla="*/ 2075938 h 3034946"/>
                <a:gd name="connsiteX22" fmla="*/ 1480124 w 1534151"/>
                <a:gd name="connsiteY22" fmla="*/ 2282313 h 3034946"/>
                <a:gd name="connsiteX23" fmla="*/ 1534099 w 1534151"/>
                <a:gd name="connsiteY23" fmla="*/ 2587113 h 3034946"/>
                <a:gd name="connsiteX24" fmla="*/ 1486474 w 1534151"/>
                <a:gd name="connsiteY24" fmla="*/ 2307713 h 3034946"/>
                <a:gd name="connsiteX25" fmla="*/ 1330899 w 1534151"/>
                <a:gd name="connsiteY25" fmla="*/ 2202938 h 3034946"/>
                <a:gd name="connsiteX26" fmla="*/ 1146749 w 1534151"/>
                <a:gd name="connsiteY26" fmla="*/ 2082288 h 3034946"/>
                <a:gd name="connsiteX27" fmla="*/ 832424 w 1534151"/>
                <a:gd name="connsiteY27" fmla="*/ 2129913 h 3034946"/>
                <a:gd name="connsiteX28" fmla="*/ 667324 w 1534151"/>
                <a:gd name="connsiteY28" fmla="*/ 2472813 h 3034946"/>
                <a:gd name="connsiteX29" fmla="*/ 660974 w 1534151"/>
                <a:gd name="connsiteY29" fmla="*/ 2866513 h 3034946"/>
                <a:gd name="connsiteX30" fmla="*/ 718124 w 1534151"/>
                <a:gd name="connsiteY30" fmla="*/ 2990338 h 3034946"/>
                <a:gd name="connsiteX31" fmla="*/ 622874 w 1534151"/>
                <a:gd name="connsiteY31" fmla="*/ 2980813 h 3034946"/>
                <a:gd name="connsiteX32" fmla="*/ 673674 w 1534151"/>
                <a:gd name="connsiteY32" fmla="*/ 2361688 h 3034946"/>
                <a:gd name="connsiteX33" fmla="*/ 714949 w 1534151"/>
                <a:gd name="connsiteY33" fmla="*/ 2161662 h 3034946"/>
                <a:gd name="connsiteX34" fmla="*/ 756224 w 1534151"/>
                <a:gd name="connsiteY34" fmla="*/ 2002913 h 3034946"/>
                <a:gd name="connsiteX35" fmla="*/ 451424 w 1534151"/>
                <a:gd name="connsiteY35" fmla="*/ 1914013 h 3034946"/>
                <a:gd name="connsiteX36" fmla="*/ 502224 w 1534151"/>
                <a:gd name="connsiteY36" fmla="*/ 1764788 h 3034946"/>
                <a:gd name="connsiteX37" fmla="*/ 816549 w 1534151"/>
                <a:gd name="connsiteY37" fmla="*/ 1929888 h 3034946"/>
                <a:gd name="connsiteX38" fmla="*/ 784799 w 1534151"/>
                <a:gd name="connsiteY38" fmla="*/ 1612388 h 3034946"/>
                <a:gd name="connsiteX39" fmla="*/ 521274 w 1534151"/>
                <a:gd name="connsiteY39" fmla="*/ 1202813 h 3034946"/>
                <a:gd name="connsiteX40" fmla="*/ 432374 w 1534151"/>
                <a:gd name="connsiteY40" fmla="*/ 1399663 h 3034946"/>
                <a:gd name="connsiteX41" fmla="*/ 454599 w 1534151"/>
                <a:gd name="connsiteY41" fmla="*/ 1701288 h 3034946"/>
                <a:gd name="connsiteX42" fmla="*/ 318074 w 1534151"/>
                <a:gd name="connsiteY42" fmla="*/ 1688588 h 3034946"/>
                <a:gd name="connsiteX0" fmla="*/ 318074 w 1534151"/>
                <a:gd name="connsiteY0" fmla="*/ 1688588 h 3034946"/>
                <a:gd name="connsiteX1" fmla="*/ 321249 w 1534151"/>
                <a:gd name="connsiteY1" fmla="*/ 1034538 h 3034946"/>
                <a:gd name="connsiteX2" fmla="*/ 146624 w 1534151"/>
                <a:gd name="connsiteY2" fmla="*/ 732913 h 3034946"/>
                <a:gd name="connsiteX3" fmla="*/ 3749 w 1534151"/>
                <a:gd name="connsiteY3" fmla="*/ 428113 h 3034946"/>
                <a:gd name="connsiteX4" fmla="*/ 51374 w 1534151"/>
                <a:gd name="connsiteY4" fmla="*/ 415413 h 3034946"/>
                <a:gd name="connsiteX5" fmla="*/ 156149 w 1534151"/>
                <a:gd name="connsiteY5" fmla="*/ 694813 h 3034946"/>
                <a:gd name="connsiteX6" fmla="*/ 365699 w 1534151"/>
                <a:gd name="connsiteY6" fmla="*/ 777363 h 3034946"/>
                <a:gd name="connsiteX7" fmla="*/ 559374 w 1534151"/>
                <a:gd name="connsiteY7" fmla="*/ 675763 h 3034946"/>
                <a:gd name="connsiteX8" fmla="*/ 835599 w 1534151"/>
                <a:gd name="connsiteY8" fmla="*/ 288413 h 3034946"/>
                <a:gd name="connsiteX9" fmla="*/ 965774 w 1534151"/>
                <a:gd name="connsiteY9" fmla="*/ 47113 h 3034946"/>
                <a:gd name="connsiteX10" fmla="*/ 1102299 w 1534151"/>
                <a:gd name="connsiteY10" fmla="*/ 2663 h 3034946"/>
                <a:gd name="connsiteX11" fmla="*/ 1219774 w 1534151"/>
                <a:gd name="connsiteY11" fmla="*/ 88388 h 3034946"/>
                <a:gd name="connsiteX12" fmla="*/ 921324 w 1534151"/>
                <a:gd name="connsiteY12" fmla="*/ 288413 h 3034946"/>
                <a:gd name="connsiteX13" fmla="*/ 600649 w 1534151"/>
                <a:gd name="connsiteY13" fmla="*/ 656713 h 3034946"/>
                <a:gd name="connsiteX14" fmla="*/ 467299 w 1534151"/>
                <a:gd name="connsiteY14" fmla="*/ 907538 h 3034946"/>
                <a:gd name="connsiteX15" fmla="*/ 867349 w 1534151"/>
                <a:gd name="connsiteY15" fmla="*/ 1263138 h 3034946"/>
                <a:gd name="connsiteX16" fmla="*/ 1337249 w 1534151"/>
                <a:gd name="connsiteY16" fmla="*/ 1091688 h 3034946"/>
                <a:gd name="connsiteX17" fmla="*/ 1521399 w 1534151"/>
                <a:gd name="connsiteY17" fmla="*/ 1126613 h 3034946"/>
                <a:gd name="connsiteX18" fmla="*/ 1368999 w 1534151"/>
                <a:gd name="connsiteY18" fmla="*/ 1225038 h 3034946"/>
                <a:gd name="connsiteX19" fmla="*/ 902274 w 1534151"/>
                <a:gd name="connsiteY19" fmla="*/ 1310763 h 3034946"/>
                <a:gd name="connsiteX20" fmla="*/ 911799 w 1534151"/>
                <a:gd name="connsiteY20" fmla="*/ 1758438 h 3034946"/>
                <a:gd name="connsiteX21" fmla="*/ 1159449 w 1534151"/>
                <a:gd name="connsiteY21" fmla="*/ 2075938 h 3034946"/>
                <a:gd name="connsiteX22" fmla="*/ 1480124 w 1534151"/>
                <a:gd name="connsiteY22" fmla="*/ 2282313 h 3034946"/>
                <a:gd name="connsiteX23" fmla="*/ 1534099 w 1534151"/>
                <a:gd name="connsiteY23" fmla="*/ 2587113 h 3034946"/>
                <a:gd name="connsiteX24" fmla="*/ 1486474 w 1534151"/>
                <a:gd name="connsiteY24" fmla="*/ 2307713 h 3034946"/>
                <a:gd name="connsiteX25" fmla="*/ 1330899 w 1534151"/>
                <a:gd name="connsiteY25" fmla="*/ 2202938 h 3034946"/>
                <a:gd name="connsiteX26" fmla="*/ 1146749 w 1534151"/>
                <a:gd name="connsiteY26" fmla="*/ 2082288 h 3034946"/>
                <a:gd name="connsiteX27" fmla="*/ 832424 w 1534151"/>
                <a:gd name="connsiteY27" fmla="*/ 2129913 h 3034946"/>
                <a:gd name="connsiteX28" fmla="*/ 667324 w 1534151"/>
                <a:gd name="connsiteY28" fmla="*/ 2472813 h 3034946"/>
                <a:gd name="connsiteX29" fmla="*/ 660974 w 1534151"/>
                <a:gd name="connsiteY29" fmla="*/ 2866513 h 3034946"/>
                <a:gd name="connsiteX30" fmla="*/ 718124 w 1534151"/>
                <a:gd name="connsiteY30" fmla="*/ 2990338 h 3034946"/>
                <a:gd name="connsiteX31" fmla="*/ 622874 w 1534151"/>
                <a:gd name="connsiteY31" fmla="*/ 2980813 h 3034946"/>
                <a:gd name="connsiteX32" fmla="*/ 673674 w 1534151"/>
                <a:gd name="connsiteY32" fmla="*/ 2361688 h 3034946"/>
                <a:gd name="connsiteX33" fmla="*/ 714949 w 1534151"/>
                <a:gd name="connsiteY33" fmla="*/ 2161662 h 3034946"/>
                <a:gd name="connsiteX34" fmla="*/ 629224 w 1534151"/>
                <a:gd name="connsiteY34" fmla="*/ 1847338 h 3034946"/>
                <a:gd name="connsiteX35" fmla="*/ 451424 w 1534151"/>
                <a:gd name="connsiteY35" fmla="*/ 1914013 h 3034946"/>
                <a:gd name="connsiteX36" fmla="*/ 502224 w 1534151"/>
                <a:gd name="connsiteY36" fmla="*/ 1764788 h 3034946"/>
                <a:gd name="connsiteX37" fmla="*/ 816549 w 1534151"/>
                <a:gd name="connsiteY37" fmla="*/ 1929888 h 3034946"/>
                <a:gd name="connsiteX38" fmla="*/ 784799 w 1534151"/>
                <a:gd name="connsiteY38" fmla="*/ 1612388 h 3034946"/>
                <a:gd name="connsiteX39" fmla="*/ 521274 w 1534151"/>
                <a:gd name="connsiteY39" fmla="*/ 1202813 h 3034946"/>
                <a:gd name="connsiteX40" fmla="*/ 432374 w 1534151"/>
                <a:gd name="connsiteY40" fmla="*/ 1399663 h 3034946"/>
                <a:gd name="connsiteX41" fmla="*/ 454599 w 1534151"/>
                <a:gd name="connsiteY41" fmla="*/ 1701288 h 3034946"/>
                <a:gd name="connsiteX42" fmla="*/ 318074 w 1534151"/>
                <a:gd name="connsiteY42" fmla="*/ 1688588 h 3034946"/>
                <a:gd name="connsiteX0" fmla="*/ 318074 w 1534151"/>
                <a:gd name="connsiteY0" fmla="*/ 1688588 h 3034946"/>
                <a:gd name="connsiteX1" fmla="*/ 321249 w 1534151"/>
                <a:gd name="connsiteY1" fmla="*/ 1034538 h 3034946"/>
                <a:gd name="connsiteX2" fmla="*/ 146624 w 1534151"/>
                <a:gd name="connsiteY2" fmla="*/ 732913 h 3034946"/>
                <a:gd name="connsiteX3" fmla="*/ 3749 w 1534151"/>
                <a:gd name="connsiteY3" fmla="*/ 428113 h 3034946"/>
                <a:gd name="connsiteX4" fmla="*/ 51374 w 1534151"/>
                <a:gd name="connsiteY4" fmla="*/ 415413 h 3034946"/>
                <a:gd name="connsiteX5" fmla="*/ 156149 w 1534151"/>
                <a:gd name="connsiteY5" fmla="*/ 694813 h 3034946"/>
                <a:gd name="connsiteX6" fmla="*/ 365699 w 1534151"/>
                <a:gd name="connsiteY6" fmla="*/ 777363 h 3034946"/>
                <a:gd name="connsiteX7" fmla="*/ 559374 w 1534151"/>
                <a:gd name="connsiteY7" fmla="*/ 675763 h 3034946"/>
                <a:gd name="connsiteX8" fmla="*/ 835599 w 1534151"/>
                <a:gd name="connsiteY8" fmla="*/ 288413 h 3034946"/>
                <a:gd name="connsiteX9" fmla="*/ 965774 w 1534151"/>
                <a:gd name="connsiteY9" fmla="*/ 47113 h 3034946"/>
                <a:gd name="connsiteX10" fmla="*/ 1102299 w 1534151"/>
                <a:gd name="connsiteY10" fmla="*/ 2663 h 3034946"/>
                <a:gd name="connsiteX11" fmla="*/ 1219774 w 1534151"/>
                <a:gd name="connsiteY11" fmla="*/ 88388 h 3034946"/>
                <a:gd name="connsiteX12" fmla="*/ 921324 w 1534151"/>
                <a:gd name="connsiteY12" fmla="*/ 288413 h 3034946"/>
                <a:gd name="connsiteX13" fmla="*/ 600649 w 1534151"/>
                <a:gd name="connsiteY13" fmla="*/ 656713 h 3034946"/>
                <a:gd name="connsiteX14" fmla="*/ 467299 w 1534151"/>
                <a:gd name="connsiteY14" fmla="*/ 907538 h 3034946"/>
                <a:gd name="connsiteX15" fmla="*/ 867349 w 1534151"/>
                <a:gd name="connsiteY15" fmla="*/ 1263138 h 3034946"/>
                <a:gd name="connsiteX16" fmla="*/ 1337249 w 1534151"/>
                <a:gd name="connsiteY16" fmla="*/ 1091688 h 3034946"/>
                <a:gd name="connsiteX17" fmla="*/ 1521399 w 1534151"/>
                <a:gd name="connsiteY17" fmla="*/ 1126613 h 3034946"/>
                <a:gd name="connsiteX18" fmla="*/ 1368999 w 1534151"/>
                <a:gd name="connsiteY18" fmla="*/ 1225038 h 3034946"/>
                <a:gd name="connsiteX19" fmla="*/ 902274 w 1534151"/>
                <a:gd name="connsiteY19" fmla="*/ 1310763 h 3034946"/>
                <a:gd name="connsiteX20" fmla="*/ 911799 w 1534151"/>
                <a:gd name="connsiteY20" fmla="*/ 1758438 h 3034946"/>
                <a:gd name="connsiteX21" fmla="*/ 1159449 w 1534151"/>
                <a:gd name="connsiteY21" fmla="*/ 2075938 h 3034946"/>
                <a:gd name="connsiteX22" fmla="*/ 1480124 w 1534151"/>
                <a:gd name="connsiteY22" fmla="*/ 2282313 h 3034946"/>
                <a:gd name="connsiteX23" fmla="*/ 1534099 w 1534151"/>
                <a:gd name="connsiteY23" fmla="*/ 2587113 h 3034946"/>
                <a:gd name="connsiteX24" fmla="*/ 1486474 w 1534151"/>
                <a:gd name="connsiteY24" fmla="*/ 2307713 h 3034946"/>
                <a:gd name="connsiteX25" fmla="*/ 1330899 w 1534151"/>
                <a:gd name="connsiteY25" fmla="*/ 2202938 h 3034946"/>
                <a:gd name="connsiteX26" fmla="*/ 1146749 w 1534151"/>
                <a:gd name="connsiteY26" fmla="*/ 2082288 h 3034946"/>
                <a:gd name="connsiteX27" fmla="*/ 832424 w 1534151"/>
                <a:gd name="connsiteY27" fmla="*/ 2129913 h 3034946"/>
                <a:gd name="connsiteX28" fmla="*/ 667324 w 1534151"/>
                <a:gd name="connsiteY28" fmla="*/ 2472813 h 3034946"/>
                <a:gd name="connsiteX29" fmla="*/ 660974 w 1534151"/>
                <a:gd name="connsiteY29" fmla="*/ 2866513 h 3034946"/>
                <a:gd name="connsiteX30" fmla="*/ 718124 w 1534151"/>
                <a:gd name="connsiteY30" fmla="*/ 2990338 h 3034946"/>
                <a:gd name="connsiteX31" fmla="*/ 622874 w 1534151"/>
                <a:gd name="connsiteY31" fmla="*/ 2980813 h 3034946"/>
                <a:gd name="connsiteX32" fmla="*/ 673674 w 1534151"/>
                <a:gd name="connsiteY32" fmla="*/ 2361688 h 3034946"/>
                <a:gd name="connsiteX33" fmla="*/ 714949 w 1534151"/>
                <a:gd name="connsiteY33" fmla="*/ 2161662 h 3034946"/>
                <a:gd name="connsiteX34" fmla="*/ 629224 w 1534151"/>
                <a:gd name="connsiteY34" fmla="*/ 1847338 h 3034946"/>
                <a:gd name="connsiteX35" fmla="*/ 451424 w 1534151"/>
                <a:gd name="connsiteY35" fmla="*/ 1914013 h 3034946"/>
                <a:gd name="connsiteX36" fmla="*/ 502224 w 1534151"/>
                <a:gd name="connsiteY36" fmla="*/ 1764788 h 3034946"/>
                <a:gd name="connsiteX37" fmla="*/ 797499 w 1534151"/>
                <a:gd name="connsiteY37" fmla="*/ 1771138 h 3034946"/>
                <a:gd name="connsiteX38" fmla="*/ 784799 w 1534151"/>
                <a:gd name="connsiteY38" fmla="*/ 1612388 h 3034946"/>
                <a:gd name="connsiteX39" fmla="*/ 521274 w 1534151"/>
                <a:gd name="connsiteY39" fmla="*/ 1202813 h 3034946"/>
                <a:gd name="connsiteX40" fmla="*/ 432374 w 1534151"/>
                <a:gd name="connsiteY40" fmla="*/ 1399663 h 3034946"/>
                <a:gd name="connsiteX41" fmla="*/ 454599 w 1534151"/>
                <a:gd name="connsiteY41" fmla="*/ 1701288 h 3034946"/>
                <a:gd name="connsiteX42" fmla="*/ 318074 w 1534151"/>
                <a:gd name="connsiteY42" fmla="*/ 1688588 h 3034946"/>
                <a:gd name="connsiteX0" fmla="*/ 318074 w 1534151"/>
                <a:gd name="connsiteY0" fmla="*/ 1688588 h 3034946"/>
                <a:gd name="connsiteX1" fmla="*/ 321249 w 1534151"/>
                <a:gd name="connsiteY1" fmla="*/ 1034538 h 3034946"/>
                <a:gd name="connsiteX2" fmla="*/ 146624 w 1534151"/>
                <a:gd name="connsiteY2" fmla="*/ 732913 h 3034946"/>
                <a:gd name="connsiteX3" fmla="*/ 3749 w 1534151"/>
                <a:gd name="connsiteY3" fmla="*/ 428113 h 3034946"/>
                <a:gd name="connsiteX4" fmla="*/ 51374 w 1534151"/>
                <a:gd name="connsiteY4" fmla="*/ 415413 h 3034946"/>
                <a:gd name="connsiteX5" fmla="*/ 156149 w 1534151"/>
                <a:gd name="connsiteY5" fmla="*/ 694813 h 3034946"/>
                <a:gd name="connsiteX6" fmla="*/ 365699 w 1534151"/>
                <a:gd name="connsiteY6" fmla="*/ 777363 h 3034946"/>
                <a:gd name="connsiteX7" fmla="*/ 559374 w 1534151"/>
                <a:gd name="connsiteY7" fmla="*/ 675763 h 3034946"/>
                <a:gd name="connsiteX8" fmla="*/ 835599 w 1534151"/>
                <a:gd name="connsiteY8" fmla="*/ 288413 h 3034946"/>
                <a:gd name="connsiteX9" fmla="*/ 965774 w 1534151"/>
                <a:gd name="connsiteY9" fmla="*/ 47113 h 3034946"/>
                <a:gd name="connsiteX10" fmla="*/ 1102299 w 1534151"/>
                <a:gd name="connsiteY10" fmla="*/ 2663 h 3034946"/>
                <a:gd name="connsiteX11" fmla="*/ 1219774 w 1534151"/>
                <a:gd name="connsiteY11" fmla="*/ 88388 h 3034946"/>
                <a:gd name="connsiteX12" fmla="*/ 921324 w 1534151"/>
                <a:gd name="connsiteY12" fmla="*/ 288413 h 3034946"/>
                <a:gd name="connsiteX13" fmla="*/ 600649 w 1534151"/>
                <a:gd name="connsiteY13" fmla="*/ 656713 h 3034946"/>
                <a:gd name="connsiteX14" fmla="*/ 467299 w 1534151"/>
                <a:gd name="connsiteY14" fmla="*/ 907538 h 3034946"/>
                <a:gd name="connsiteX15" fmla="*/ 867349 w 1534151"/>
                <a:gd name="connsiteY15" fmla="*/ 1263138 h 3034946"/>
                <a:gd name="connsiteX16" fmla="*/ 1337249 w 1534151"/>
                <a:gd name="connsiteY16" fmla="*/ 1091688 h 3034946"/>
                <a:gd name="connsiteX17" fmla="*/ 1521399 w 1534151"/>
                <a:gd name="connsiteY17" fmla="*/ 1126613 h 3034946"/>
                <a:gd name="connsiteX18" fmla="*/ 1368999 w 1534151"/>
                <a:gd name="connsiteY18" fmla="*/ 1225038 h 3034946"/>
                <a:gd name="connsiteX19" fmla="*/ 902274 w 1534151"/>
                <a:gd name="connsiteY19" fmla="*/ 1310763 h 3034946"/>
                <a:gd name="connsiteX20" fmla="*/ 911799 w 1534151"/>
                <a:gd name="connsiteY20" fmla="*/ 1758438 h 3034946"/>
                <a:gd name="connsiteX21" fmla="*/ 1159449 w 1534151"/>
                <a:gd name="connsiteY21" fmla="*/ 2075938 h 3034946"/>
                <a:gd name="connsiteX22" fmla="*/ 1480124 w 1534151"/>
                <a:gd name="connsiteY22" fmla="*/ 2282313 h 3034946"/>
                <a:gd name="connsiteX23" fmla="*/ 1534099 w 1534151"/>
                <a:gd name="connsiteY23" fmla="*/ 2587113 h 3034946"/>
                <a:gd name="connsiteX24" fmla="*/ 1486474 w 1534151"/>
                <a:gd name="connsiteY24" fmla="*/ 2307713 h 3034946"/>
                <a:gd name="connsiteX25" fmla="*/ 1330899 w 1534151"/>
                <a:gd name="connsiteY25" fmla="*/ 2202938 h 3034946"/>
                <a:gd name="connsiteX26" fmla="*/ 1146749 w 1534151"/>
                <a:gd name="connsiteY26" fmla="*/ 2082288 h 3034946"/>
                <a:gd name="connsiteX27" fmla="*/ 832424 w 1534151"/>
                <a:gd name="connsiteY27" fmla="*/ 2129913 h 3034946"/>
                <a:gd name="connsiteX28" fmla="*/ 667324 w 1534151"/>
                <a:gd name="connsiteY28" fmla="*/ 2472813 h 3034946"/>
                <a:gd name="connsiteX29" fmla="*/ 660974 w 1534151"/>
                <a:gd name="connsiteY29" fmla="*/ 2866513 h 3034946"/>
                <a:gd name="connsiteX30" fmla="*/ 718124 w 1534151"/>
                <a:gd name="connsiteY30" fmla="*/ 2990338 h 3034946"/>
                <a:gd name="connsiteX31" fmla="*/ 622874 w 1534151"/>
                <a:gd name="connsiteY31" fmla="*/ 2980813 h 3034946"/>
                <a:gd name="connsiteX32" fmla="*/ 673674 w 1534151"/>
                <a:gd name="connsiteY32" fmla="*/ 2361688 h 3034946"/>
                <a:gd name="connsiteX33" fmla="*/ 714949 w 1534151"/>
                <a:gd name="connsiteY33" fmla="*/ 2161662 h 3034946"/>
                <a:gd name="connsiteX34" fmla="*/ 629224 w 1534151"/>
                <a:gd name="connsiteY34" fmla="*/ 1847338 h 3034946"/>
                <a:gd name="connsiteX35" fmla="*/ 451424 w 1534151"/>
                <a:gd name="connsiteY35" fmla="*/ 1914013 h 3034946"/>
                <a:gd name="connsiteX36" fmla="*/ 502224 w 1534151"/>
                <a:gd name="connsiteY36" fmla="*/ 1764788 h 3034946"/>
                <a:gd name="connsiteX37" fmla="*/ 797499 w 1534151"/>
                <a:gd name="connsiteY37" fmla="*/ 1771138 h 3034946"/>
                <a:gd name="connsiteX38" fmla="*/ 791149 w 1534151"/>
                <a:gd name="connsiteY38" fmla="*/ 1367913 h 3034946"/>
                <a:gd name="connsiteX39" fmla="*/ 521274 w 1534151"/>
                <a:gd name="connsiteY39" fmla="*/ 1202813 h 3034946"/>
                <a:gd name="connsiteX40" fmla="*/ 432374 w 1534151"/>
                <a:gd name="connsiteY40" fmla="*/ 1399663 h 3034946"/>
                <a:gd name="connsiteX41" fmla="*/ 454599 w 1534151"/>
                <a:gd name="connsiteY41" fmla="*/ 1701288 h 3034946"/>
                <a:gd name="connsiteX42" fmla="*/ 318074 w 1534151"/>
                <a:gd name="connsiteY42" fmla="*/ 1688588 h 3034946"/>
                <a:gd name="connsiteX0" fmla="*/ 318074 w 1534151"/>
                <a:gd name="connsiteY0" fmla="*/ 1688588 h 3034946"/>
                <a:gd name="connsiteX1" fmla="*/ 321249 w 1534151"/>
                <a:gd name="connsiteY1" fmla="*/ 1034538 h 3034946"/>
                <a:gd name="connsiteX2" fmla="*/ 146624 w 1534151"/>
                <a:gd name="connsiteY2" fmla="*/ 732913 h 3034946"/>
                <a:gd name="connsiteX3" fmla="*/ 3749 w 1534151"/>
                <a:gd name="connsiteY3" fmla="*/ 428113 h 3034946"/>
                <a:gd name="connsiteX4" fmla="*/ 51374 w 1534151"/>
                <a:gd name="connsiteY4" fmla="*/ 415413 h 3034946"/>
                <a:gd name="connsiteX5" fmla="*/ 156149 w 1534151"/>
                <a:gd name="connsiteY5" fmla="*/ 694813 h 3034946"/>
                <a:gd name="connsiteX6" fmla="*/ 365699 w 1534151"/>
                <a:gd name="connsiteY6" fmla="*/ 777363 h 3034946"/>
                <a:gd name="connsiteX7" fmla="*/ 559374 w 1534151"/>
                <a:gd name="connsiteY7" fmla="*/ 675763 h 3034946"/>
                <a:gd name="connsiteX8" fmla="*/ 835599 w 1534151"/>
                <a:gd name="connsiteY8" fmla="*/ 288413 h 3034946"/>
                <a:gd name="connsiteX9" fmla="*/ 965774 w 1534151"/>
                <a:gd name="connsiteY9" fmla="*/ 47113 h 3034946"/>
                <a:gd name="connsiteX10" fmla="*/ 1102299 w 1534151"/>
                <a:gd name="connsiteY10" fmla="*/ 2663 h 3034946"/>
                <a:gd name="connsiteX11" fmla="*/ 1219774 w 1534151"/>
                <a:gd name="connsiteY11" fmla="*/ 88388 h 3034946"/>
                <a:gd name="connsiteX12" fmla="*/ 921324 w 1534151"/>
                <a:gd name="connsiteY12" fmla="*/ 288413 h 3034946"/>
                <a:gd name="connsiteX13" fmla="*/ 600649 w 1534151"/>
                <a:gd name="connsiteY13" fmla="*/ 656713 h 3034946"/>
                <a:gd name="connsiteX14" fmla="*/ 467299 w 1534151"/>
                <a:gd name="connsiteY14" fmla="*/ 907538 h 3034946"/>
                <a:gd name="connsiteX15" fmla="*/ 867349 w 1534151"/>
                <a:gd name="connsiteY15" fmla="*/ 1263138 h 3034946"/>
                <a:gd name="connsiteX16" fmla="*/ 1337249 w 1534151"/>
                <a:gd name="connsiteY16" fmla="*/ 1091688 h 3034946"/>
                <a:gd name="connsiteX17" fmla="*/ 1521399 w 1534151"/>
                <a:gd name="connsiteY17" fmla="*/ 1126613 h 3034946"/>
                <a:gd name="connsiteX18" fmla="*/ 1368999 w 1534151"/>
                <a:gd name="connsiteY18" fmla="*/ 1225038 h 3034946"/>
                <a:gd name="connsiteX19" fmla="*/ 902274 w 1534151"/>
                <a:gd name="connsiteY19" fmla="*/ 1310763 h 3034946"/>
                <a:gd name="connsiteX20" fmla="*/ 911799 w 1534151"/>
                <a:gd name="connsiteY20" fmla="*/ 1758438 h 3034946"/>
                <a:gd name="connsiteX21" fmla="*/ 1159449 w 1534151"/>
                <a:gd name="connsiteY21" fmla="*/ 2075938 h 3034946"/>
                <a:gd name="connsiteX22" fmla="*/ 1480124 w 1534151"/>
                <a:gd name="connsiteY22" fmla="*/ 2282313 h 3034946"/>
                <a:gd name="connsiteX23" fmla="*/ 1534099 w 1534151"/>
                <a:gd name="connsiteY23" fmla="*/ 2587113 h 3034946"/>
                <a:gd name="connsiteX24" fmla="*/ 1486474 w 1534151"/>
                <a:gd name="connsiteY24" fmla="*/ 2307713 h 3034946"/>
                <a:gd name="connsiteX25" fmla="*/ 1330899 w 1534151"/>
                <a:gd name="connsiteY25" fmla="*/ 2202938 h 3034946"/>
                <a:gd name="connsiteX26" fmla="*/ 1146749 w 1534151"/>
                <a:gd name="connsiteY26" fmla="*/ 2082288 h 3034946"/>
                <a:gd name="connsiteX27" fmla="*/ 832424 w 1534151"/>
                <a:gd name="connsiteY27" fmla="*/ 2129913 h 3034946"/>
                <a:gd name="connsiteX28" fmla="*/ 667324 w 1534151"/>
                <a:gd name="connsiteY28" fmla="*/ 2472813 h 3034946"/>
                <a:gd name="connsiteX29" fmla="*/ 660974 w 1534151"/>
                <a:gd name="connsiteY29" fmla="*/ 2866513 h 3034946"/>
                <a:gd name="connsiteX30" fmla="*/ 718124 w 1534151"/>
                <a:gd name="connsiteY30" fmla="*/ 2990338 h 3034946"/>
                <a:gd name="connsiteX31" fmla="*/ 622874 w 1534151"/>
                <a:gd name="connsiteY31" fmla="*/ 2980813 h 3034946"/>
                <a:gd name="connsiteX32" fmla="*/ 673674 w 1534151"/>
                <a:gd name="connsiteY32" fmla="*/ 2361688 h 3034946"/>
                <a:gd name="connsiteX33" fmla="*/ 714949 w 1534151"/>
                <a:gd name="connsiteY33" fmla="*/ 2161662 h 3034946"/>
                <a:gd name="connsiteX34" fmla="*/ 629224 w 1534151"/>
                <a:gd name="connsiteY34" fmla="*/ 1847338 h 3034946"/>
                <a:gd name="connsiteX35" fmla="*/ 451424 w 1534151"/>
                <a:gd name="connsiteY35" fmla="*/ 1914013 h 3034946"/>
                <a:gd name="connsiteX36" fmla="*/ 502224 w 1534151"/>
                <a:gd name="connsiteY36" fmla="*/ 1764788 h 3034946"/>
                <a:gd name="connsiteX37" fmla="*/ 797499 w 1534151"/>
                <a:gd name="connsiteY37" fmla="*/ 1771138 h 3034946"/>
                <a:gd name="connsiteX38" fmla="*/ 791149 w 1534151"/>
                <a:gd name="connsiteY38" fmla="*/ 1367913 h 3034946"/>
                <a:gd name="connsiteX39" fmla="*/ 521274 w 1534151"/>
                <a:gd name="connsiteY39" fmla="*/ 1202813 h 3034946"/>
                <a:gd name="connsiteX40" fmla="*/ 432374 w 1534151"/>
                <a:gd name="connsiteY40" fmla="*/ 1399663 h 3034946"/>
                <a:gd name="connsiteX41" fmla="*/ 419674 w 1534151"/>
                <a:gd name="connsiteY41" fmla="*/ 1558413 h 3034946"/>
                <a:gd name="connsiteX42" fmla="*/ 318074 w 1534151"/>
                <a:gd name="connsiteY42" fmla="*/ 1688588 h 3034946"/>
                <a:gd name="connsiteX0" fmla="*/ 318074 w 1534151"/>
                <a:gd name="connsiteY0" fmla="*/ 1688588 h 3034946"/>
                <a:gd name="connsiteX1" fmla="*/ 232349 w 1534151"/>
                <a:gd name="connsiteY1" fmla="*/ 1691762 h 3034946"/>
                <a:gd name="connsiteX2" fmla="*/ 321249 w 1534151"/>
                <a:gd name="connsiteY2" fmla="*/ 1034538 h 3034946"/>
                <a:gd name="connsiteX3" fmla="*/ 146624 w 1534151"/>
                <a:gd name="connsiteY3" fmla="*/ 732913 h 3034946"/>
                <a:gd name="connsiteX4" fmla="*/ 3749 w 1534151"/>
                <a:gd name="connsiteY4" fmla="*/ 428113 h 3034946"/>
                <a:gd name="connsiteX5" fmla="*/ 51374 w 1534151"/>
                <a:gd name="connsiteY5" fmla="*/ 415413 h 3034946"/>
                <a:gd name="connsiteX6" fmla="*/ 156149 w 1534151"/>
                <a:gd name="connsiteY6" fmla="*/ 694813 h 3034946"/>
                <a:gd name="connsiteX7" fmla="*/ 365699 w 1534151"/>
                <a:gd name="connsiteY7" fmla="*/ 777363 h 3034946"/>
                <a:gd name="connsiteX8" fmla="*/ 559374 w 1534151"/>
                <a:gd name="connsiteY8" fmla="*/ 675763 h 3034946"/>
                <a:gd name="connsiteX9" fmla="*/ 835599 w 1534151"/>
                <a:gd name="connsiteY9" fmla="*/ 288413 h 3034946"/>
                <a:gd name="connsiteX10" fmla="*/ 965774 w 1534151"/>
                <a:gd name="connsiteY10" fmla="*/ 47113 h 3034946"/>
                <a:gd name="connsiteX11" fmla="*/ 1102299 w 1534151"/>
                <a:gd name="connsiteY11" fmla="*/ 2663 h 3034946"/>
                <a:gd name="connsiteX12" fmla="*/ 1219774 w 1534151"/>
                <a:gd name="connsiteY12" fmla="*/ 88388 h 3034946"/>
                <a:gd name="connsiteX13" fmla="*/ 921324 w 1534151"/>
                <a:gd name="connsiteY13" fmla="*/ 288413 h 3034946"/>
                <a:gd name="connsiteX14" fmla="*/ 600649 w 1534151"/>
                <a:gd name="connsiteY14" fmla="*/ 656713 h 3034946"/>
                <a:gd name="connsiteX15" fmla="*/ 467299 w 1534151"/>
                <a:gd name="connsiteY15" fmla="*/ 907538 h 3034946"/>
                <a:gd name="connsiteX16" fmla="*/ 867349 w 1534151"/>
                <a:gd name="connsiteY16" fmla="*/ 1263138 h 3034946"/>
                <a:gd name="connsiteX17" fmla="*/ 1337249 w 1534151"/>
                <a:gd name="connsiteY17" fmla="*/ 1091688 h 3034946"/>
                <a:gd name="connsiteX18" fmla="*/ 1521399 w 1534151"/>
                <a:gd name="connsiteY18" fmla="*/ 1126613 h 3034946"/>
                <a:gd name="connsiteX19" fmla="*/ 1368999 w 1534151"/>
                <a:gd name="connsiteY19" fmla="*/ 1225038 h 3034946"/>
                <a:gd name="connsiteX20" fmla="*/ 902274 w 1534151"/>
                <a:gd name="connsiteY20" fmla="*/ 1310763 h 3034946"/>
                <a:gd name="connsiteX21" fmla="*/ 911799 w 1534151"/>
                <a:gd name="connsiteY21" fmla="*/ 1758438 h 3034946"/>
                <a:gd name="connsiteX22" fmla="*/ 1159449 w 1534151"/>
                <a:gd name="connsiteY22" fmla="*/ 2075938 h 3034946"/>
                <a:gd name="connsiteX23" fmla="*/ 1480124 w 1534151"/>
                <a:gd name="connsiteY23" fmla="*/ 2282313 h 3034946"/>
                <a:gd name="connsiteX24" fmla="*/ 1534099 w 1534151"/>
                <a:gd name="connsiteY24" fmla="*/ 2587113 h 3034946"/>
                <a:gd name="connsiteX25" fmla="*/ 1486474 w 1534151"/>
                <a:gd name="connsiteY25" fmla="*/ 2307713 h 3034946"/>
                <a:gd name="connsiteX26" fmla="*/ 1330899 w 1534151"/>
                <a:gd name="connsiteY26" fmla="*/ 2202938 h 3034946"/>
                <a:gd name="connsiteX27" fmla="*/ 1146749 w 1534151"/>
                <a:gd name="connsiteY27" fmla="*/ 2082288 h 3034946"/>
                <a:gd name="connsiteX28" fmla="*/ 832424 w 1534151"/>
                <a:gd name="connsiteY28" fmla="*/ 2129913 h 3034946"/>
                <a:gd name="connsiteX29" fmla="*/ 667324 w 1534151"/>
                <a:gd name="connsiteY29" fmla="*/ 2472813 h 3034946"/>
                <a:gd name="connsiteX30" fmla="*/ 660974 w 1534151"/>
                <a:gd name="connsiteY30" fmla="*/ 2866513 h 3034946"/>
                <a:gd name="connsiteX31" fmla="*/ 718124 w 1534151"/>
                <a:gd name="connsiteY31" fmla="*/ 2990338 h 3034946"/>
                <a:gd name="connsiteX32" fmla="*/ 622874 w 1534151"/>
                <a:gd name="connsiteY32" fmla="*/ 2980813 h 3034946"/>
                <a:gd name="connsiteX33" fmla="*/ 673674 w 1534151"/>
                <a:gd name="connsiteY33" fmla="*/ 2361688 h 3034946"/>
                <a:gd name="connsiteX34" fmla="*/ 714949 w 1534151"/>
                <a:gd name="connsiteY34" fmla="*/ 2161662 h 3034946"/>
                <a:gd name="connsiteX35" fmla="*/ 629224 w 1534151"/>
                <a:gd name="connsiteY35" fmla="*/ 1847338 h 3034946"/>
                <a:gd name="connsiteX36" fmla="*/ 451424 w 1534151"/>
                <a:gd name="connsiteY36" fmla="*/ 1914013 h 3034946"/>
                <a:gd name="connsiteX37" fmla="*/ 502224 w 1534151"/>
                <a:gd name="connsiteY37" fmla="*/ 1764788 h 3034946"/>
                <a:gd name="connsiteX38" fmla="*/ 797499 w 1534151"/>
                <a:gd name="connsiteY38" fmla="*/ 1771138 h 3034946"/>
                <a:gd name="connsiteX39" fmla="*/ 791149 w 1534151"/>
                <a:gd name="connsiteY39" fmla="*/ 1367913 h 3034946"/>
                <a:gd name="connsiteX40" fmla="*/ 521274 w 1534151"/>
                <a:gd name="connsiteY40" fmla="*/ 1202813 h 3034946"/>
                <a:gd name="connsiteX41" fmla="*/ 432374 w 1534151"/>
                <a:gd name="connsiteY41" fmla="*/ 1399663 h 3034946"/>
                <a:gd name="connsiteX42" fmla="*/ 419674 w 1534151"/>
                <a:gd name="connsiteY42" fmla="*/ 1558413 h 3034946"/>
                <a:gd name="connsiteX43" fmla="*/ 318074 w 1534151"/>
                <a:gd name="connsiteY43" fmla="*/ 1688588 h 3034946"/>
                <a:gd name="connsiteX0" fmla="*/ 318074 w 1534151"/>
                <a:gd name="connsiteY0" fmla="*/ 1688588 h 3034946"/>
                <a:gd name="connsiteX1" fmla="*/ 232349 w 1534151"/>
                <a:gd name="connsiteY1" fmla="*/ 1691762 h 3034946"/>
                <a:gd name="connsiteX2" fmla="*/ 321249 w 1534151"/>
                <a:gd name="connsiteY2" fmla="*/ 1034538 h 3034946"/>
                <a:gd name="connsiteX3" fmla="*/ 146624 w 1534151"/>
                <a:gd name="connsiteY3" fmla="*/ 732913 h 3034946"/>
                <a:gd name="connsiteX4" fmla="*/ 3749 w 1534151"/>
                <a:gd name="connsiteY4" fmla="*/ 428113 h 3034946"/>
                <a:gd name="connsiteX5" fmla="*/ 51374 w 1534151"/>
                <a:gd name="connsiteY5" fmla="*/ 415413 h 3034946"/>
                <a:gd name="connsiteX6" fmla="*/ 156149 w 1534151"/>
                <a:gd name="connsiteY6" fmla="*/ 694813 h 3034946"/>
                <a:gd name="connsiteX7" fmla="*/ 365699 w 1534151"/>
                <a:gd name="connsiteY7" fmla="*/ 777363 h 3034946"/>
                <a:gd name="connsiteX8" fmla="*/ 559374 w 1534151"/>
                <a:gd name="connsiteY8" fmla="*/ 675763 h 3034946"/>
                <a:gd name="connsiteX9" fmla="*/ 835599 w 1534151"/>
                <a:gd name="connsiteY9" fmla="*/ 288413 h 3034946"/>
                <a:gd name="connsiteX10" fmla="*/ 965774 w 1534151"/>
                <a:gd name="connsiteY10" fmla="*/ 47113 h 3034946"/>
                <a:gd name="connsiteX11" fmla="*/ 1102299 w 1534151"/>
                <a:gd name="connsiteY11" fmla="*/ 2663 h 3034946"/>
                <a:gd name="connsiteX12" fmla="*/ 1219774 w 1534151"/>
                <a:gd name="connsiteY12" fmla="*/ 88388 h 3034946"/>
                <a:gd name="connsiteX13" fmla="*/ 921324 w 1534151"/>
                <a:gd name="connsiteY13" fmla="*/ 288413 h 3034946"/>
                <a:gd name="connsiteX14" fmla="*/ 600649 w 1534151"/>
                <a:gd name="connsiteY14" fmla="*/ 656713 h 3034946"/>
                <a:gd name="connsiteX15" fmla="*/ 467299 w 1534151"/>
                <a:gd name="connsiteY15" fmla="*/ 907538 h 3034946"/>
                <a:gd name="connsiteX16" fmla="*/ 867349 w 1534151"/>
                <a:gd name="connsiteY16" fmla="*/ 1263138 h 3034946"/>
                <a:gd name="connsiteX17" fmla="*/ 1337249 w 1534151"/>
                <a:gd name="connsiteY17" fmla="*/ 1091688 h 3034946"/>
                <a:gd name="connsiteX18" fmla="*/ 1521399 w 1534151"/>
                <a:gd name="connsiteY18" fmla="*/ 1126613 h 3034946"/>
                <a:gd name="connsiteX19" fmla="*/ 1368999 w 1534151"/>
                <a:gd name="connsiteY19" fmla="*/ 1225038 h 3034946"/>
                <a:gd name="connsiteX20" fmla="*/ 902274 w 1534151"/>
                <a:gd name="connsiteY20" fmla="*/ 1310763 h 3034946"/>
                <a:gd name="connsiteX21" fmla="*/ 911799 w 1534151"/>
                <a:gd name="connsiteY21" fmla="*/ 1758438 h 3034946"/>
                <a:gd name="connsiteX22" fmla="*/ 1159449 w 1534151"/>
                <a:gd name="connsiteY22" fmla="*/ 2075938 h 3034946"/>
                <a:gd name="connsiteX23" fmla="*/ 1480124 w 1534151"/>
                <a:gd name="connsiteY23" fmla="*/ 2282313 h 3034946"/>
                <a:gd name="connsiteX24" fmla="*/ 1534099 w 1534151"/>
                <a:gd name="connsiteY24" fmla="*/ 2587113 h 3034946"/>
                <a:gd name="connsiteX25" fmla="*/ 1486474 w 1534151"/>
                <a:gd name="connsiteY25" fmla="*/ 2307713 h 3034946"/>
                <a:gd name="connsiteX26" fmla="*/ 1330899 w 1534151"/>
                <a:gd name="connsiteY26" fmla="*/ 2202938 h 3034946"/>
                <a:gd name="connsiteX27" fmla="*/ 1146749 w 1534151"/>
                <a:gd name="connsiteY27" fmla="*/ 2082288 h 3034946"/>
                <a:gd name="connsiteX28" fmla="*/ 832424 w 1534151"/>
                <a:gd name="connsiteY28" fmla="*/ 2129913 h 3034946"/>
                <a:gd name="connsiteX29" fmla="*/ 667324 w 1534151"/>
                <a:gd name="connsiteY29" fmla="*/ 2472813 h 3034946"/>
                <a:gd name="connsiteX30" fmla="*/ 660974 w 1534151"/>
                <a:gd name="connsiteY30" fmla="*/ 2866513 h 3034946"/>
                <a:gd name="connsiteX31" fmla="*/ 718124 w 1534151"/>
                <a:gd name="connsiteY31" fmla="*/ 2990338 h 3034946"/>
                <a:gd name="connsiteX32" fmla="*/ 622874 w 1534151"/>
                <a:gd name="connsiteY32" fmla="*/ 2980813 h 3034946"/>
                <a:gd name="connsiteX33" fmla="*/ 673674 w 1534151"/>
                <a:gd name="connsiteY33" fmla="*/ 2361688 h 3034946"/>
                <a:gd name="connsiteX34" fmla="*/ 714949 w 1534151"/>
                <a:gd name="connsiteY34" fmla="*/ 2161662 h 3034946"/>
                <a:gd name="connsiteX35" fmla="*/ 629224 w 1534151"/>
                <a:gd name="connsiteY35" fmla="*/ 1847338 h 3034946"/>
                <a:gd name="connsiteX36" fmla="*/ 451424 w 1534151"/>
                <a:gd name="connsiteY36" fmla="*/ 1914013 h 3034946"/>
                <a:gd name="connsiteX37" fmla="*/ 502224 w 1534151"/>
                <a:gd name="connsiteY37" fmla="*/ 1764788 h 3034946"/>
                <a:gd name="connsiteX38" fmla="*/ 797499 w 1534151"/>
                <a:gd name="connsiteY38" fmla="*/ 1771138 h 3034946"/>
                <a:gd name="connsiteX39" fmla="*/ 791149 w 1534151"/>
                <a:gd name="connsiteY39" fmla="*/ 1367913 h 3034946"/>
                <a:gd name="connsiteX40" fmla="*/ 521274 w 1534151"/>
                <a:gd name="connsiteY40" fmla="*/ 1202813 h 3034946"/>
                <a:gd name="connsiteX41" fmla="*/ 432374 w 1534151"/>
                <a:gd name="connsiteY41" fmla="*/ 1399663 h 3034946"/>
                <a:gd name="connsiteX42" fmla="*/ 419674 w 1534151"/>
                <a:gd name="connsiteY42" fmla="*/ 1558413 h 3034946"/>
                <a:gd name="connsiteX43" fmla="*/ 318074 w 1534151"/>
                <a:gd name="connsiteY43" fmla="*/ 1688588 h 3034946"/>
                <a:gd name="connsiteX0" fmla="*/ 318074 w 1534151"/>
                <a:gd name="connsiteY0" fmla="*/ 1688588 h 3034946"/>
                <a:gd name="connsiteX1" fmla="*/ 232349 w 1534151"/>
                <a:gd name="connsiteY1" fmla="*/ 1691762 h 3034946"/>
                <a:gd name="connsiteX2" fmla="*/ 321249 w 1534151"/>
                <a:gd name="connsiteY2" fmla="*/ 1034538 h 3034946"/>
                <a:gd name="connsiteX3" fmla="*/ 146624 w 1534151"/>
                <a:gd name="connsiteY3" fmla="*/ 732913 h 3034946"/>
                <a:gd name="connsiteX4" fmla="*/ 3749 w 1534151"/>
                <a:gd name="connsiteY4" fmla="*/ 428113 h 3034946"/>
                <a:gd name="connsiteX5" fmla="*/ 51374 w 1534151"/>
                <a:gd name="connsiteY5" fmla="*/ 415413 h 3034946"/>
                <a:gd name="connsiteX6" fmla="*/ 156149 w 1534151"/>
                <a:gd name="connsiteY6" fmla="*/ 694813 h 3034946"/>
                <a:gd name="connsiteX7" fmla="*/ 365699 w 1534151"/>
                <a:gd name="connsiteY7" fmla="*/ 777363 h 3034946"/>
                <a:gd name="connsiteX8" fmla="*/ 559374 w 1534151"/>
                <a:gd name="connsiteY8" fmla="*/ 675763 h 3034946"/>
                <a:gd name="connsiteX9" fmla="*/ 835599 w 1534151"/>
                <a:gd name="connsiteY9" fmla="*/ 288413 h 3034946"/>
                <a:gd name="connsiteX10" fmla="*/ 965774 w 1534151"/>
                <a:gd name="connsiteY10" fmla="*/ 47113 h 3034946"/>
                <a:gd name="connsiteX11" fmla="*/ 1102299 w 1534151"/>
                <a:gd name="connsiteY11" fmla="*/ 2663 h 3034946"/>
                <a:gd name="connsiteX12" fmla="*/ 1219774 w 1534151"/>
                <a:gd name="connsiteY12" fmla="*/ 88388 h 3034946"/>
                <a:gd name="connsiteX13" fmla="*/ 921324 w 1534151"/>
                <a:gd name="connsiteY13" fmla="*/ 288413 h 3034946"/>
                <a:gd name="connsiteX14" fmla="*/ 600649 w 1534151"/>
                <a:gd name="connsiteY14" fmla="*/ 656713 h 3034946"/>
                <a:gd name="connsiteX15" fmla="*/ 467299 w 1534151"/>
                <a:gd name="connsiteY15" fmla="*/ 907538 h 3034946"/>
                <a:gd name="connsiteX16" fmla="*/ 867349 w 1534151"/>
                <a:gd name="connsiteY16" fmla="*/ 1263138 h 3034946"/>
                <a:gd name="connsiteX17" fmla="*/ 1337249 w 1534151"/>
                <a:gd name="connsiteY17" fmla="*/ 1091688 h 3034946"/>
                <a:gd name="connsiteX18" fmla="*/ 1521399 w 1534151"/>
                <a:gd name="connsiteY18" fmla="*/ 1126613 h 3034946"/>
                <a:gd name="connsiteX19" fmla="*/ 1368999 w 1534151"/>
                <a:gd name="connsiteY19" fmla="*/ 1225038 h 3034946"/>
                <a:gd name="connsiteX20" fmla="*/ 902274 w 1534151"/>
                <a:gd name="connsiteY20" fmla="*/ 1310763 h 3034946"/>
                <a:gd name="connsiteX21" fmla="*/ 911799 w 1534151"/>
                <a:gd name="connsiteY21" fmla="*/ 1758438 h 3034946"/>
                <a:gd name="connsiteX22" fmla="*/ 1159449 w 1534151"/>
                <a:gd name="connsiteY22" fmla="*/ 2075938 h 3034946"/>
                <a:gd name="connsiteX23" fmla="*/ 1480124 w 1534151"/>
                <a:gd name="connsiteY23" fmla="*/ 2282313 h 3034946"/>
                <a:gd name="connsiteX24" fmla="*/ 1534099 w 1534151"/>
                <a:gd name="connsiteY24" fmla="*/ 2587113 h 3034946"/>
                <a:gd name="connsiteX25" fmla="*/ 1486474 w 1534151"/>
                <a:gd name="connsiteY25" fmla="*/ 2307713 h 3034946"/>
                <a:gd name="connsiteX26" fmla="*/ 1330899 w 1534151"/>
                <a:gd name="connsiteY26" fmla="*/ 2202938 h 3034946"/>
                <a:gd name="connsiteX27" fmla="*/ 1146749 w 1534151"/>
                <a:gd name="connsiteY27" fmla="*/ 2082288 h 3034946"/>
                <a:gd name="connsiteX28" fmla="*/ 832424 w 1534151"/>
                <a:gd name="connsiteY28" fmla="*/ 2129913 h 3034946"/>
                <a:gd name="connsiteX29" fmla="*/ 667324 w 1534151"/>
                <a:gd name="connsiteY29" fmla="*/ 2472813 h 3034946"/>
                <a:gd name="connsiteX30" fmla="*/ 660974 w 1534151"/>
                <a:gd name="connsiteY30" fmla="*/ 2866513 h 3034946"/>
                <a:gd name="connsiteX31" fmla="*/ 718124 w 1534151"/>
                <a:gd name="connsiteY31" fmla="*/ 2990338 h 3034946"/>
                <a:gd name="connsiteX32" fmla="*/ 622874 w 1534151"/>
                <a:gd name="connsiteY32" fmla="*/ 2980813 h 3034946"/>
                <a:gd name="connsiteX33" fmla="*/ 673674 w 1534151"/>
                <a:gd name="connsiteY33" fmla="*/ 2361688 h 3034946"/>
                <a:gd name="connsiteX34" fmla="*/ 714949 w 1534151"/>
                <a:gd name="connsiteY34" fmla="*/ 2161662 h 3034946"/>
                <a:gd name="connsiteX35" fmla="*/ 629224 w 1534151"/>
                <a:gd name="connsiteY35" fmla="*/ 1847338 h 3034946"/>
                <a:gd name="connsiteX36" fmla="*/ 451424 w 1534151"/>
                <a:gd name="connsiteY36" fmla="*/ 1914013 h 3034946"/>
                <a:gd name="connsiteX37" fmla="*/ 502224 w 1534151"/>
                <a:gd name="connsiteY37" fmla="*/ 1764788 h 3034946"/>
                <a:gd name="connsiteX38" fmla="*/ 797499 w 1534151"/>
                <a:gd name="connsiteY38" fmla="*/ 1771138 h 3034946"/>
                <a:gd name="connsiteX39" fmla="*/ 791149 w 1534151"/>
                <a:gd name="connsiteY39" fmla="*/ 1367913 h 3034946"/>
                <a:gd name="connsiteX40" fmla="*/ 521274 w 1534151"/>
                <a:gd name="connsiteY40" fmla="*/ 1202813 h 3034946"/>
                <a:gd name="connsiteX41" fmla="*/ 432374 w 1534151"/>
                <a:gd name="connsiteY41" fmla="*/ 1399663 h 3034946"/>
                <a:gd name="connsiteX42" fmla="*/ 419674 w 1534151"/>
                <a:gd name="connsiteY42" fmla="*/ 1558413 h 3034946"/>
                <a:gd name="connsiteX43" fmla="*/ 318074 w 1534151"/>
                <a:gd name="connsiteY43" fmla="*/ 1688588 h 3034946"/>
                <a:gd name="connsiteX0" fmla="*/ 318074 w 1534151"/>
                <a:gd name="connsiteY0" fmla="*/ 1688588 h 3034946"/>
                <a:gd name="connsiteX1" fmla="*/ 232349 w 1534151"/>
                <a:gd name="connsiteY1" fmla="*/ 1691762 h 3034946"/>
                <a:gd name="connsiteX2" fmla="*/ 321249 w 1534151"/>
                <a:gd name="connsiteY2" fmla="*/ 1034538 h 3034946"/>
                <a:gd name="connsiteX3" fmla="*/ 146624 w 1534151"/>
                <a:gd name="connsiteY3" fmla="*/ 732913 h 3034946"/>
                <a:gd name="connsiteX4" fmla="*/ 3749 w 1534151"/>
                <a:gd name="connsiteY4" fmla="*/ 428113 h 3034946"/>
                <a:gd name="connsiteX5" fmla="*/ 51374 w 1534151"/>
                <a:gd name="connsiteY5" fmla="*/ 415413 h 3034946"/>
                <a:gd name="connsiteX6" fmla="*/ 156149 w 1534151"/>
                <a:gd name="connsiteY6" fmla="*/ 694813 h 3034946"/>
                <a:gd name="connsiteX7" fmla="*/ 365699 w 1534151"/>
                <a:gd name="connsiteY7" fmla="*/ 777363 h 3034946"/>
                <a:gd name="connsiteX8" fmla="*/ 632399 w 1534151"/>
                <a:gd name="connsiteY8" fmla="*/ 631313 h 3034946"/>
                <a:gd name="connsiteX9" fmla="*/ 835599 w 1534151"/>
                <a:gd name="connsiteY9" fmla="*/ 288413 h 3034946"/>
                <a:gd name="connsiteX10" fmla="*/ 965774 w 1534151"/>
                <a:gd name="connsiteY10" fmla="*/ 47113 h 3034946"/>
                <a:gd name="connsiteX11" fmla="*/ 1102299 w 1534151"/>
                <a:gd name="connsiteY11" fmla="*/ 2663 h 3034946"/>
                <a:gd name="connsiteX12" fmla="*/ 1219774 w 1534151"/>
                <a:gd name="connsiteY12" fmla="*/ 88388 h 3034946"/>
                <a:gd name="connsiteX13" fmla="*/ 921324 w 1534151"/>
                <a:gd name="connsiteY13" fmla="*/ 288413 h 3034946"/>
                <a:gd name="connsiteX14" fmla="*/ 600649 w 1534151"/>
                <a:gd name="connsiteY14" fmla="*/ 656713 h 3034946"/>
                <a:gd name="connsiteX15" fmla="*/ 467299 w 1534151"/>
                <a:gd name="connsiteY15" fmla="*/ 907538 h 3034946"/>
                <a:gd name="connsiteX16" fmla="*/ 867349 w 1534151"/>
                <a:gd name="connsiteY16" fmla="*/ 1263138 h 3034946"/>
                <a:gd name="connsiteX17" fmla="*/ 1337249 w 1534151"/>
                <a:gd name="connsiteY17" fmla="*/ 1091688 h 3034946"/>
                <a:gd name="connsiteX18" fmla="*/ 1521399 w 1534151"/>
                <a:gd name="connsiteY18" fmla="*/ 1126613 h 3034946"/>
                <a:gd name="connsiteX19" fmla="*/ 1368999 w 1534151"/>
                <a:gd name="connsiteY19" fmla="*/ 1225038 h 3034946"/>
                <a:gd name="connsiteX20" fmla="*/ 902274 w 1534151"/>
                <a:gd name="connsiteY20" fmla="*/ 1310763 h 3034946"/>
                <a:gd name="connsiteX21" fmla="*/ 911799 w 1534151"/>
                <a:gd name="connsiteY21" fmla="*/ 1758438 h 3034946"/>
                <a:gd name="connsiteX22" fmla="*/ 1159449 w 1534151"/>
                <a:gd name="connsiteY22" fmla="*/ 2075938 h 3034946"/>
                <a:gd name="connsiteX23" fmla="*/ 1480124 w 1534151"/>
                <a:gd name="connsiteY23" fmla="*/ 2282313 h 3034946"/>
                <a:gd name="connsiteX24" fmla="*/ 1534099 w 1534151"/>
                <a:gd name="connsiteY24" fmla="*/ 2587113 h 3034946"/>
                <a:gd name="connsiteX25" fmla="*/ 1486474 w 1534151"/>
                <a:gd name="connsiteY25" fmla="*/ 2307713 h 3034946"/>
                <a:gd name="connsiteX26" fmla="*/ 1330899 w 1534151"/>
                <a:gd name="connsiteY26" fmla="*/ 2202938 h 3034946"/>
                <a:gd name="connsiteX27" fmla="*/ 1146749 w 1534151"/>
                <a:gd name="connsiteY27" fmla="*/ 2082288 h 3034946"/>
                <a:gd name="connsiteX28" fmla="*/ 832424 w 1534151"/>
                <a:gd name="connsiteY28" fmla="*/ 2129913 h 3034946"/>
                <a:gd name="connsiteX29" fmla="*/ 667324 w 1534151"/>
                <a:gd name="connsiteY29" fmla="*/ 2472813 h 3034946"/>
                <a:gd name="connsiteX30" fmla="*/ 660974 w 1534151"/>
                <a:gd name="connsiteY30" fmla="*/ 2866513 h 3034946"/>
                <a:gd name="connsiteX31" fmla="*/ 718124 w 1534151"/>
                <a:gd name="connsiteY31" fmla="*/ 2990338 h 3034946"/>
                <a:gd name="connsiteX32" fmla="*/ 622874 w 1534151"/>
                <a:gd name="connsiteY32" fmla="*/ 2980813 h 3034946"/>
                <a:gd name="connsiteX33" fmla="*/ 673674 w 1534151"/>
                <a:gd name="connsiteY33" fmla="*/ 2361688 h 3034946"/>
                <a:gd name="connsiteX34" fmla="*/ 714949 w 1534151"/>
                <a:gd name="connsiteY34" fmla="*/ 2161662 h 3034946"/>
                <a:gd name="connsiteX35" fmla="*/ 629224 w 1534151"/>
                <a:gd name="connsiteY35" fmla="*/ 1847338 h 3034946"/>
                <a:gd name="connsiteX36" fmla="*/ 451424 w 1534151"/>
                <a:gd name="connsiteY36" fmla="*/ 1914013 h 3034946"/>
                <a:gd name="connsiteX37" fmla="*/ 502224 w 1534151"/>
                <a:gd name="connsiteY37" fmla="*/ 1764788 h 3034946"/>
                <a:gd name="connsiteX38" fmla="*/ 797499 w 1534151"/>
                <a:gd name="connsiteY38" fmla="*/ 1771138 h 3034946"/>
                <a:gd name="connsiteX39" fmla="*/ 791149 w 1534151"/>
                <a:gd name="connsiteY39" fmla="*/ 1367913 h 3034946"/>
                <a:gd name="connsiteX40" fmla="*/ 521274 w 1534151"/>
                <a:gd name="connsiteY40" fmla="*/ 1202813 h 3034946"/>
                <a:gd name="connsiteX41" fmla="*/ 432374 w 1534151"/>
                <a:gd name="connsiteY41" fmla="*/ 1399663 h 3034946"/>
                <a:gd name="connsiteX42" fmla="*/ 419674 w 1534151"/>
                <a:gd name="connsiteY42" fmla="*/ 1558413 h 3034946"/>
                <a:gd name="connsiteX43" fmla="*/ 318074 w 1534151"/>
                <a:gd name="connsiteY43" fmla="*/ 1688588 h 3034946"/>
                <a:gd name="connsiteX0" fmla="*/ 318074 w 1534151"/>
                <a:gd name="connsiteY0" fmla="*/ 1688588 h 3034946"/>
                <a:gd name="connsiteX1" fmla="*/ 232349 w 1534151"/>
                <a:gd name="connsiteY1" fmla="*/ 1691762 h 3034946"/>
                <a:gd name="connsiteX2" fmla="*/ 321249 w 1534151"/>
                <a:gd name="connsiteY2" fmla="*/ 1034538 h 3034946"/>
                <a:gd name="connsiteX3" fmla="*/ 146624 w 1534151"/>
                <a:gd name="connsiteY3" fmla="*/ 732913 h 3034946"/>
                <a:gd name="connsiteX4" fmla="*/ 3749 w 1534151"/>
                <a:gd name="connsiteY4" fmla="*/ 428113 h 3034946"/>
                <a:gd name="connsiteX5" fmla="*/ 51374 w 1534151"/>
                <a:gd name="connsiteY5" fmla="*/ 415413 h 3034946"/>
                <a:gd name="connsiteX6" fmla="*/ 156149 w 1534151"/>
                <a:gd name="connsiteY6" fmla="*/ 694813 h 3034946"/>
                <a:gd name="connsiteX7" fmla="*/ 365699 w 1534151"/>
                <a:gd name="connsiteY7" fmla="*/ 777363 h 3034946"/>
                <a:gd name="connsiteX8" fmla="*/ 632399 w 1534151"/>
                <a:gd name="connsiteY8" fmla="*/ 631313 h 3034946"/>
                <a:gd name="connsiteX9" fmla="*/ 835599 w 1534151"/>
                <a:gd name="connsiteY9" fmla="*/ 288413 h 3034946"/>
                <a:gd name="connsiteX10" fmla="*/ 965774 w 1534151"/>
                <a:gd name="connsiteY10" fmla="*/ 47113 h 3034946"/>
                <a:gd name="connsiteX11" fmla="*/ 1102299 w 1534151"/>
                <a:gd name="connsiteY11" fmla="*/ 2663 h 3034946"/>
                <a:gd name="connsiteX12" fmla="*/ 1219774 w 1534151"/>
                <a:gd name="connsiteY12" fmla="*/ 88388 h 3034946"/>
                <a:gd name="connsiteX13" fmla="*/ 921324 w 1534151"/>
                <a:gd name="connsiteY13" fmla="*/ 288413 h 3034946"/>
                <a:gd name="connsiteX14" fmla="*/ 600649 w 1534151"/>
                <a:gd name="connsiteY14" fmla="*/ 656713 h 3034946"/>
                <a:gd name="connsiteX15" fmla="*/ 597474 w 1534151"/>
                <a:gd name="connsiteY15" fmla="*/ 974213 h 3034946"/>
                <a:gd name="connsiteX16" fmla="*/ 867349 w 1534151"/>
                <a:gd name="connsiteY16" fmla="*/ 1263138 h 3034946"/>
                <a:gd name="connsiteX17" fmla="*/ 1337249 w 1534151"/>
                <a:gd name="connsiteY17" fmla="*/ 1091688 h 3034946"/>
                <a:gd name="connsiteX18" fmla="*/ 1521399 w 1534151"/>
                <a:gd name="connsiteY18" fmla="*/ 1126613 h 3034946"/>
                <a:gd name="connsiteX19" fmla="*/ 1368999 w 1534151"/>
                <a:gd name="connsiteY19" fmla="*/ 1225038 h 3034946"/>
                <a:gd name="connsiteX20" fmla="*/ 902274 w 1534151"/>
                <a:gd name="connsiteY20" fmla="*/ 1310763 h 3034946"/>
                <a:gd name="connsiteX21" fmla="*/ 911799 w 1534151"/>
                <a:gd name="connsiteY21" fmla="*/ 1758438 h 3034946"/>
                <a:gd name="connsiteX22" fmla="*/ 1159449 w 1534151"/>
                <a:gd name="connsiteY22" fmla="*/ 2075938 h 3034946"/>
                <a:gd name="connsiteX23" fmla="*/ 1480124 w 1534151"/>
                <a:gd name="connsiteY23" fmla="*/ 2282313 h 3034946"/>
                <a:gd name="connsiteX24" fmla="*/ 1534099 w 1534151"/>
                <a:gd name="connsiteY24" fmla="*/ 2587113 h 3034946"/>
                <a:gd name="connsiteX25" fmla="*/ 1486474 w 1534151"/>
                <a:gd name="connsiteY25" fmla="*/ 2307713 h 3034946"/>
                <a:gd name="connsiteX26" fmla="*/ 1330899 w 1534151"/>
                <a:gd name="connsiteY26" fmla="*/ 2202938 h 3034946"/>
                <a:gd name="connsiteX27" fmla="*/ 1146749 w 1534151"/>
                <a:gd name="connsiteY27" fmla="*/ 2082288 h 3034946"/>
                <a:gd name="connsiteX28" fmla="*/ 832424 w 1534151"/>
                <a:gd name="connsiteY28" fmla="*/ 2129913 h 3034946"/>
                <a:gd name="connsiteX29" fmla="*/ 667324 w 1534151"/>
                <a:gd name="connsiteY29" fmla="*/ 2472813 h 3034946"/>
                <a:gd name="connsiteX30" fmla="*/ 660974 w 1534151"/>
                <a:gd name="connsiteY30" fmla="*/ 2866513 h 3034946"/>
                <a:gd name="connsiteX31" fmla="*/ 718124 w 1534151"/>
                <a:gd name="connsiteY31" fmla="*/ 2990338 h 3034946"/>
                <a:gd name="connsiteX32" fmla="*/ 622874 w 1534151"/>
                <a:gd name="connsiteY32" fmla="*/ 2980813 h 3034946"/>
                <a:gd name="connsiteX33" fmla="*/ 673674 w 1534151"/>
                <a:gd name="connsiteY33" fmla="*/ 2361688 h 3034946"/>
                <a:gd name="connsiteX34" fmla="*/ 714949 w 1534151"/>
                <a:gd name="connsiteY34" fmla="*/ 2161662 h 3034946"/>
                <a:gd name="connsiteX35" fmla="*/ 629224 w 1534151"/>
                <a:gd name="connsiteY35" fmla="*/ 1847338 h 3034946"/>
                <a:gd name="connsiteX36" fmla="*/ 451424 w 1534151"/>
                <a:gd name="connsiteY36" fmla="*/ 1914013 h 3034946"/>
                <a:gd name="connsiteX37" fmla="*/ 502224 w 1534151"/>
                <a:gd name="connsiteY37" fmla="*/ 1764788 h 3034946"/>
                <a:gd name="connsiteX38" fmla="*/ 797499 w 1534151"/>
                <a:gd name="connsiteY38" fmla="*/ 1771138 h 3034946"/>
                <a:gd name="connsiteX39" fmla="*/ 791149 w 1534151"/>
                <a:gd name="connsiteY39" fmla="*/ 1367913 h 3034946"/>
                <a:gd name="connsiteX40" fmla="*/ 521274 w 1534151"/>
                <a:gd name="connsiteY40" fmla="*/ 1202813 h 3034946"/>
                <a:gd name="connsiteX41" fmla="*/ 432374 w 1534151"/>
                <a:gd name="connsiteY41" fmla="*/ 1399663 h 3034946"/>
                <a:gd name="connsiteX42" fmla="*/ 419674 w 1534151"/>
                <a:gd name="connsiteY42" fmla="*/ 1558413 h 3034946"/>
                <a:gd name="connsiteX43" fmla="*/ 318074 w 1534151"/>
                <a:gd name="connsiteY43" fmla="*/ 1688588 h 3034946"/>
                <a:gd name="connsiteX0" fmla="*/ 318074 w 1534151"/>
                <a:gd name="connsiteY0" fmla="*/ 1688588 h 3034946"/>
                <a:gd name="connsiteX1" fmla="*/ 232349 w 1534151"/>
                <a:gd name="connsiteY1" fmla="*/ 1691762 h 3034946"/>
                <a:gd name="connsiteX2" fmla="*/ 559374 w 1534151"/>
                <a:gd name="connsiteY2" fmla="*/ 977388 h 3034946"/>
                <a:gd name="connsiteX3" fmla="*/ 146624 w 1534151"/>
                <a:gd name="connsiteY3" fmla="*/ 732913 h 3034946"/>
                <a:gd name="connsiteX4" fmla="*/ 3749 w 1534151"/>
                <a:gd name="connsiteY4" fmla="*/ 428113 h 3034946"/>
                <a:gd name="connsiteX5" fmla="*/ 51374 w 1534151"/>
                <a:gd name="connsiteY5" fmla="*/ 415413 h 3034946"/>
                <a:gd name="connsiteX6" fmla="*/ 156149 w 1534151"/>
                <a:gd name="connsiteY6" fmla="*/ 694813 h 3034946"/>
                <a:gd name="connsiteX7" fmla="*/ 365699 w 1534151"/>
                <a:gd name="connsiteY7" fmla="*/ 777363 h 3034946"/>
                <a:gd name="connsiteX8" fmla="*/ 632399 w 1534151"/>
                <a:gd name="connsiteY8" fmla="*/ 631313 h 3034946"/>
                <a:gd name="connsiteX9" fmla="*/ 835599 w 1534151"/>
                <a:gd name="connsiteY9" fmla="*/ 288413 h 3034946"/>
                <a:gd name="connsiteX10" fmla="*/ 965774 w 1534151"/>
                <a:gd name="connsiteY10" fmla="*/ 47113 h 3034946"/>
                <a:gd name="connsiteX11" fmla="*/ 1102299 w 1534151"/>
                <a:gd name="connsiteY11" fmla="*/ 2663 h 3034946"/>
                <a:gd name="connsiteX12" fmla="*/ 1219774 w 1534151"/>
                <a:gd name="connsiteY12" fmla="*/ 88388 h 3034946"/>
                <a:gd name="connsiteX13" fmla="*/ 921324 w 1534151"/>
                <a:gd name="connsiteY13" fmla="*/ 288413 h 3034946"/>
                <a:gd name="connsiteX14" fmla="*/ 600649 w 1534151"/>
                <a:gd name="connsiteY14" fmla="*/ 656713 h 3034946"/>
                <a:gd name="connsiteX15" fmla="*/ 597474 w 1534151"/>
                <a:gd name="connsiteY15" fmla="*/ 974213 h 3034946"/>
                <a:gd name="connsiteX16" fmla="*/ 867349 w 1534151"/>
                <a:gd name="connsiteY16" fmla="*/ 1263138 h 3034946"/>
                <a:gd name="connsiteX17" fmla="*/ 1337249 w 1534151"/>
                <a:gd name="connsiteY17" fmla="*/ 1091688 h 3034946"/>
                <a:gd name="connsiteX18" fmla="*/ 1521399 w 1534151"/>
                <a:gd name="connsiteY18" fmla="*/ 1126613 h 3034946"/>
                <a:gd name="connsiteX19" fmla="*/ 1368999 w 1534151"/>
                <a:gd name="connsiteY19" fmla="*/ 1225038 h 3034946"/>
                <a:gd name="connsiteX20" fmla="*/ 902274 w 1534151"/>
                <a:gd name="connsiteY20" fmla="*/ 1310763 h 3034946"/>
                <a:gd name="connsiteX21" fmla="*/ 911799 w 1534151"/>
                <a:gd name="connsiteY21" fmla="*/ 1758438 h 3034946"/>
                <a:gd name="connsiteX22" fmla="*/ 1159449 w 1534151"/>
                <a:gd name="connsiteY22" fmla="*/ 2075938 h 3034946"/>
                <a:gd name="connsiteX23" fmla="*/ 1480124 w 1534151"/>
                <a:gd name="connsiteY23" fmla="*/ 2282313 h 3034946"/>
                <a:gd name="connsiteX24" fmla="*/ 1534099 w 1534151"/>
                <a:gd name="connsiteY24" fmla="*/ 2587113 h 3034946"/>
                <a:gd name="connsiteX25" fmla="*/ 1486474 w 1534151"/>
                <a:gd name="connsiteY25" fmla="*/ 2307713 h 3034946"/>
                <a:gd name="connsiteX26" fmla="*/ 1330899 w 1534151"/>
                <a:gd name="connsiteY26" fmla="*/ 2202938 h 3034946"/>
                <a:gd name="connsiteX27" fmla="*/ 1146749 w 1534151"/>
                <a:gd name="connsiteY27" fmla="*/ 2082288 h 3034946"/>
                <a:gd name="connsiteX28" fmla="*/ 832424 w 1534151"/>
                <a:gd name="connsiteY28" fmla="*/ 2129913 h 3034946"/>
                <a:gd name="connsiteX29" fmla="*/ 667324 w 1534151"/>
                <a:gd name="connsiteY29" fmla="*/ 2472813 h 3034946"/>
                <a:gd name="connsiteX30" fmla="*/ 660974 w 1534151"/>
                <a:gd name="connsiteY30" fmla="*/ 2866513 h 3034946"/>
                <a:gd name="connsiteX31" fmla="*/ 718124 w 1534151"/>
                <a:gd name="connsiteY31" fmla="*/ 2990338 h 3034946"/>
                <a:gd name="connsiteX32" fmla="*/ 622874 w 1534151"/>
                <a:gd name="connsiteY32" fmla="*/ 2980813 h 3034946"/>
                <a:gd name="connsiteX33" fmla="*/ 673674 w 1534151"/>
                <a:gd name="connsiteY33" fmla="*/ 2361688 h 3034946"/>
                <a:gd name="connsiteX34" fmla="*/ 714949 w 1534151"/>
                <a:gd name="connsiteY34" fmla="*/ 2161662 h 3034946"/>
                <a:gd name="connsiteX35" fmla="*/ 629224 w 1534151"/>
                <a:gd name="connsiteY35" fmla="*/ 1847338 h 3034946"/>
                <a:gd name="connsiteX36" fmla="*/ 451424 w 1534151"/>
                <a:gd name="connsiteY36" fmla="*/ 1914013 h 3034946"/>
                <a:gd name="connsiteX37" fmla="*/ 502224 w 1534151"/>
                <a:gd name="connsiteY37" fmla="*/ 1764788 h 3034946"/>
                <a:gd name="connsiteX38" fmla="*/ 797499 w 1534151"/>
                <a:gd name="connsiteY38" fmla="*/ 1771138 h 3034946"/>
                <a:gd name="connsiteX39" fmla="*/ 791149 w 1534151"/>
                <a:gd name="connsiteY39" fmla="*/ 1367913 h 3034946"/>
                <a:gd name="connsiteX40" fmla="*/ 521274 w 1534151"/>
                <a:gd name="connsiteY40" fmla="*/ 1202813 h 3034946"/>
                <a:gd name="connsiteX41" fmla="*/ 432374 w 1534151"/>
                <a:gd name="connsiteY41" fmla="*/ 1399663 h 3034946"/>
                <a:gd name="connsiteX42" fmla="*/ 419674 w 1534151"/>
                <a:gd name="connsiteY42" fmla="*/ 1558413 h 3034946"/>
                <a:gd name="connsiteX43" fmla="*/ 318074 w 1534151"/>
                <a:gd name="connsiteY43" fmla="*/ 1688588 h 3034946"/>
                <a:gd name="connsiteX0" fmla="*/ 318074 w 1534151"/>
                <a:gd name="connsiteY0" fmla="*/ 1688588 h 3034946"/>
                <a:gd name="connsiteX1" fmla="*/ 232349 w 1534151"/>
                <a:gd name="connsiteY1" fmla="*/ 1691762 h 3034946"/>
                <a:gd name="connsiteX2" fmla="*/ 559374 w 1534151"/>
                <a:gd name="connsiteY2" fmla="*/ 977388 h 3034946"/>
                <a:gd name="connsiteX3" fmla="*/ 146624 w 1534151"/>
                <a:gd name="connsiteY3" fmla="*/ 732913 h 3034946"/>
                <a:gd name="connsiteX4" fmla="*/ 3749 w 1534151"/>
                <a:gd name="connsiteY4" fmla="*/ 428113 h 3034946"/>
                <a:gd name="connsiteX5" fmla="*/ 51374 w 1534151"/>
                <a:gd name="connsiteY5" fmla="*/ 415413 h 3034946"/>
                <a:gd name="connsiteX6" fmla="*/ 156149 w 1534151"/>
                <a:gd name="connsiteY6" fmla="*/ 694813 h 3034946"/>
                <a:gd name="connsiteX7" fmla="*/ 365699 w 1534151"/>
                <a:gd name="connsiteY7" fmla="*/ 777363 h 3034946"/>
                <a:gd name="connsiteX8" fmla="*/ 632399 w 1534151"/>
                <a:gd name="connsiteY8" fmla="*/ 631313 h 3034946"/>
                <a:gd name="connsiteX9" fmla="*/ 835599 w 1534151"/>
                <a:gd name="connsiteY9" fmla="*/ 288413 h 3034946"/>
                <a:gd name="connsiteX10" fmla="*/ 965774 w 1534151"/>
                <a:gd name="connsiteY10" fmla="*/ 47113 h 3034946"/>
                <a:gd name="connsiteX11" fmla="*/ 1102299 w 1534151"/>
                <a:gd name="connsiteY11" fmla="*/ 2663 h 3034946"/>
                <a:gd name="connsiteX12" fmla="*/ 1219774 w 1534151"/>
                <a:gd name="connsiteY12" fmla="*/ 88388 h 3034946"/>
                <a:gd name="connsiteX13" fmla="*/ 921324 w 1534151"/>
                <a:gd name="connsiteY13" fmla="*/ 288413 h 3034946"/>
                <a:gd name="connsiteX14" fmla="*/ 600649 w 1534151"/>
                <a:gd name="connsiteY14" fmla="*/ 656713 h 3034946"/>
                <a:gd name="connsiteX15" fmla="*/ 597474 w 1534151"/>
                <a:gd name="connsiteY15" fmla="*/ 974213 h 3034946"/>
                <a:gd name="connsiteX16" fmla="*/ 867349 w 1534151"/>
                <a:gd name="connsiteY16" fmla="*/ 1263138 h 3034946"/>
                <a:gd name="connsiteX17" fmla="*/ 1337249 w 1534151"/>
                <a:gd name="connsiteY17" fmla="*/ 1091688 h 3034946"/>
                <a:gd name="connsiteX18" fmla="*/ 1521399 w 1534151"/>
                <a:gd name="connsiteY18" fmla="*/ 1126613 h 3034946"/>
                <a:gd name="connsiteX19" fmla="*/ 1368999 w 1534151"/>
                <a:gd name="connsiteY19" fmla="*/ 1225038 h 3034946"/>
                <a:gd name="connsiteX20" fmla="*/ 902274 w 1534151"/>
                <a:gd name="connsiteY20" fmla="*/ 1310763 h 3034946"/>
                <a:gd name="connsiteX21" fmla="*/ 911799 w 1534151"/>
                <a:gd name="connsiteY21" fmla="*/ 1758438 h 3034946"/>
                <a:gd name="connsiteX22" fmla="*/ 1159449 w 1534151"/>
                <a:gd name="connsiteY22" fmla="*/ 2075938 h 3034946"/>
                <a:gd name="connsiteX23" fmla="*/ 1480124 w 1534151"/>
                <a:gd name="connsiteY23" fmla="*/ 2282313 h 3034946"/>
                <a:gd name="connsiteX24" fmla="*/ 1534099 w 1534151"/>
                <a:gd name="connsiteY24" fmla="*/ 2587113 h 3034946"/>
                <a:gd name="connsiteX25" fmla="*/ 1486474 w 1534151"/>
                <a:gd name="connsiteY25" fmla="*/ 2307713 h 3034946"/>
                <a:gd name="connsiteX26" fmla="*/ 1330899 w 1534151"/>
                <a:gd name="connsiteY26" fmla="*/ 2202938 h 3034946"/>
                <a:gd name="connsiteX27" fmla="*/ 1146749 w 1534151"/>
                <a:gd name="connsiteY27" fmla="*/ 2082288 h 3034946"/>
                <a:gd name="connsiteX28" fmla="*/ 832424 w 1534151"/>
                <a:gd name="connsiteY28" fmla="*/ 2129913 h 3034946"/>
                <a:gd name="connsiteX29" fmla="*/ 667324 w 1534151"/>
                <a:gd name="connsiteY29" fmla="*/ 2472813 h 3034946"/>
                <a:gd name="connsiteX30" fmla="*/ 660974 w 1534151"/>
                <a:gd name="connsiteY30" fmla="*/ 2866513 h 3034946"/>
                <a:gd name="connsiteX31" fmla="*/ 718124 w 1534151"/>
                <a:gd name="connsiteY31" fmla="*/ 2990338 h 3034946"/>
                <a:gd name="connsiteX32" fmla="*/ 622874 w 1534151"/>
                <a:gd name="connsiteY32" fmla="*/ 2980813 h 3034946"/>
                <a:gd name="connsiteX33" fmla="*/ 673674 w 1534151"/>
                <a:gd name="connsiteY33" fmla="*/ 2361688 h 3034946"/>
                <a:gd name="connsiteX34" fmla="*/ 714949 w 1534151"/>
                <a:gd name="connsiteY34" fmla="*/ 2161662 h 3034946"/>
                <a:gd name="connsiteX35" fmla="*/ 629224 w 1534151"/>
                <a:gd name="connsiteY35" fmla="*/ 1847338 h 3034946"/>
                <a:gd name="connsiteX36" fmla="*/ 451424 w 1534151"/>
                <a:gd name="connsiteY36" fmla="*/ 1914013 h 3034946"/>
                <a:gd name="connsiteX37" fmla="*/ 502224 w 1534151"/>
                <a:gd name="connsiteY37" fmla="*/ 1764788 h 3034946"/>
                <a:gd name="connsiteX38" fmla="*/ 797499 w 1534151"/>
                <a:gd name="connsiteY38" fmla="*/ 1771138 h 3034946"/>
                <a:gd name="connsiteX39" fmla="*/ 791149 w 1534151"/>
                <a:gd name="connsiteY39" fmla="*/ 1367913 h 3034946"/>
                <a:gd name="connsiteX40" fmla="*/ 575249 w 1534151"/>
                <a:gd name="connsiteY40" fmla="*/ 1231388 h 3034946"/>
                <a:gd name="connsiteX41" fmla="*/ 432374 w 1534151"/>
                <a:gd name="connsiteY41" fmla="*/ 1399663 h 3034946"/>
                <a:gd name="connsiteX42" fmla="*/ 419674 w 1534151"/>
                <a:gd name="connsiteY42" fmla="*/ 1558413 h 3034946"/>
                <a:gd name="connsiteX43" fmla="*/ 318074 w 1534151"/>
                <a:gd name="connsiteY43" fmla="*/ 1688588 h 3034946"/>
                <a:gd name="connsiteX0" fmla="*/ 318074 w 1534151"/>
                <a:gd name="connsiteY0" fmla="*/ 1688588 h 3034946"/>
                <a:gd name="connsiteX1" fmla="*/ 232349 w 1534151"/>
                <a:gd name="connsiteY1" fmla="*/ 1691762 h 3034946"/>
                <a:gd name="connsiteX2" fmla="*/ 559374 w 1534151"/>
                <a:gd name="connsiteY2" fmla="*/ 977388 h 3034946"/>
                <a:gd name="connsiteX3" fmla="*/ 146624 w 1534151"/>
                <a:gd name="connsiteY3" fmla="*/ 732913 h 3034946"/>
                <a:gd name="connsiteX4" fmla="*/ 3749 w 1534151"/>
                <a:gd name="connsiteY4" fmla="*/ 428113 h 3034946"/>
                <a:gd name="connsiteX5" fmla="*/ 51374 w 1534151"/>
                <a:gd name="connsiteY5" fmla="*/ 415413 h 3034946"/>
                <a:gd name="connsiteX6" fmla="*/ 156149 w 1534151"/>
                <a:gd name="connsiteY6" fmla="*/ 694813 h 3034946"/>
                <a:gd name="connsiteX7" fmla="*/ 365699 w 1534151"/>
                <a:gd name="connsiteY7" fmla="*/ 777363 h 3034946"/>
                <a:gd name="connsiteX8" fmla="*/ 632399 w 1534151"/>
                <a:gd name="connsiteY8" fmla="*/ 631313 h 3034946"/>
                <a:gd name="connsiteX9" fmla="*/ 835599 w 1534151"/>
                <a:gd name="connsiteY9" fmla="*/ 288413 h 3034946"/>
                <a:gd name="connsiteX10" fmla="*/ 965774 w 1534151"/>
                <a:gd name="connsiteY10" fmla="*/ 47113 h 3034946"/>
                <a:gd name="connsiteX11" fmla="*/ 1102299 w 1534151"/>
                <a:gd name="connsiteY11" fmla="*/ 2663 h 3034946"/>
                <a:gd name="connsiteX12" fmla="*/ 1219774 w 1534151"/>
                <a:gd name="connsiteY12" fmla="*/ 88388 h 3034946"/>
                <a:gd name="connsiteX13" fmla="*/ 921324 w 1534151"/>
                <a:gd name="connsiteY13" fmla="*/ 288413 h 3034946"/>
                <a:gd name="connsiteX14" fmla="*/ 600649 w 1534151"/>
                <a:gd name="connsiteY14" fmla="*/ 656713 h 3034946"/>
                <a:gd name="connsiteX15" fmla="*/ 597474 w 1534151"/>
                <a:gd name="connsiteY15" fmla="*/ 974213 h 3034946"/>
                <a:gd name="connsiteX16" fmla="*/ 867349 w 1534151"/>
                <a:gd name="connsiteY16" fmla="*/ 1263138 h 3034946"/>
                <a:gd name="connsiteX17" fmla="*/ 1337249 w 1534151"/>
                <a:gd name="connsiteY17" fmla="*/ 1091688 h 3034946"/>
                <a:gd name="connsiteX18" fmla="*/ 1521399 w 1534151"/>
                <a:gd name="connsiteY18" fmla="*/ 1126613 h 3034946"/>
                <a:gd name="connsiteX19" fmla="*/ 1368999 w 1534151"/>
                <a:gd name="connsiteY19" fmla="*/ 1225038 h 3034946"/>
                <a:gd name="connsiteX20" fmla="*/ 902274 w 1534151"/>
                <a:gd name="connsiteY20" fmla="*/ 1310763 h 3034946"/>
                <a:gd name="connsiteX21" fmla="*/ 911799 w 1534151"/>
                <a:gd name="connsiteY21" fmla="*/ 1758438 h 3034946"/>
                <a:gd name="connsiteX22" fmla="*/ 1159449 w 1534151"/>
                <a:gd name="connsiteY22" fmla="*/ 2075938 h 3034946"/>
                <a:gd name="connsiteX23" fmla="*/ 1480124 w 1534151"/>
                <a:gd name="connsiteY23" fmla="*/ 2282313 h 3034946"/>
                <a:gd name="connsiteX24" fmla="*/ 1534099 w 1534151"/>
                <a:gd name="connsiteY24" fmla="*/ 2587113 h 3034946"/>
                <a:gd name="connsiteX25" fmla="*/ 1486474 w 1534151"/>
                <a:gd name="connsiteY25" fmla="*/ 2307713 h 3034946"/>
                <a:gd name="connsiteX26" fmla="*/ 1330899 w 1534151"/>
                <a:gd name="connsiteY26" fmla="*/ 2202938 h 3034946"/>
                <a:gd name="connsiteX27" fmla="*/ 1146749 w 1534151"/>
                <a:gd name="connsiteY27" fmla="*/ 2082288 h 3034946"/>
                <a:gd name="connsiteX28" fmla="*/ 832424 w 1534151"/>
                <a:gd name="connsiteY28" fmla="*/ 2129913 h 3034946"/>
                <a:gd name="connsiteX29" fmla="*/ 667324 w 1534151"/>
                <a:gd name="connsiteY29" fmla="*/ 2472813 h 3034946"/>
                <a:gd name="connsiteX30" fmla="*/ 660974 w 1534151"/>
                <a:gd name="connsiteY30" fmla="*/ 2866513 h 3034946"/>
                <a:gd name="connsiteX31" fmla="*/ 718124 w 1534151"/>
                <a:gd name="connsiteY31" fmla="*/ 2990338 h 3034946"/>
                <a:gd name="connsiteX32" fmla="*/ 622874 w 1534151"/>
                <a:gd name="connsiteY32" fmla="*/ 2980813 h 3034946"/>
                <a:gd name="connsiteX33" fmla="*/ 673674 w 1534151"/>
                <a:gd name="connsiteY33" fmla="*/ 2361688 h 3034946"/>
                <a:gd name="connsiteX34" fmla="*/ 714949 w 1534151"/>
                <a:gd name="connsiteY34" fmla="*/ 2161662 h 3034946"/>
                <a:gd name="connsiteX35" fmla="*/ 629224 w 1534151"/>
                <a:gd name="connsiteY35" fmla="*/ 1847338 h 3034946"/>
                <a:gd name="connsiteX36" fmla="*/ 451424 w 1534151"/>
                <a:gd name="connsiteY36" fmla="*/ 1914013 h 3034946"/>
                <a:gd name="connsiteX37" fmla="*/ 502224 w 1534151"/>
                <a:gd name="connsiteY37" fmla="*/ 1764788 h 3034946"/>
                <a:gd name="connsiteX38" fmla="*/ 797499 w 1534151"/>
                <a:gd name="connsiteY38" fmla="*/ 1771138 h 3034946"/>
                <a:gd name="connsiteX39" fmla="*/ 791149 w 1534151"/>
                <a:gd name="connsiteY39" fmla="*/ 1367913 h 3034946"/>
                <a:gd name="connsiteX40" fmla="*/ 645099 w 1534151"/>
                <a:gd name="connsiteY40" fmla="*/ 1132963 h 3034946"/>
                <a:gd name="connsiteX41" fmla="*/ 432374 w 1534151"/>
                <a:gd name="connsiteY41" fmla="*/ 1399663 h 3034946"/>
                <a:gd name="connsiteX42" fmla="*/ 419674 w 1534151"/>
                <a:gd name="connsiteY42" fmla="*/ 1558413 h 3034946"/>
                <a:gd name="connsiteX43" fmla="*/ 318074 w 1534151"/>
                <a:gd name="connsiteY43" fmla="*/ 1688588 h 3034946"/>
                <a:gd name="connsiteX0" fmla="*/ 400624 w 1534151"/>
                <a:gd name="connsiteY0" fmla="*/ 1618738 h 3034946"/>
                <a:gd name="connsiteX1" fmla="*/ 232349 w 1534151"/>
                <a:gd name="connsiteY1" fmla="*/ 1691762 h 3034946"/>
                <a:gd name="connsiteX2" fmla="*/ 559374 w 1534151"/>
                <a:gd name="connsiteY2" fmla="*/ 977388 h 3034946"/>
                <a:gd name="connsiteX3" fmla="*/ 146624 w 1534151"/>
                <a:gd name="connsiteY3" fmla="*/ 732913 h 3034946"/>
                <a:gd name="connsiteX4" fmla="*/ 3749 w 1534151"/>
                <a:gd name="connsiteY4" fmla="*/ 428113 h 3034946"/>
                <a:gd name="connsiteX5" fmla="*/ 51374 w 1534151"/>
                <a:gd name="connsiteY5" fmla="*/ 415413 h 3034946"/>
                <a:gd name="connsiteX6" fmla="*/ 156149 w 1534151"/>
                <a:gd name="connsiteY6" fmla="*/ 694813 h 3034946"/>
                <a:gd name="connsiteX7" fmla="*/ 365699 w 1534151"/>
                <a:gd name="connsiteY7" fmla="*/ 777363 h 3034946"/>
                <a:gd name="connsiteX8" fmla="*/ 632399 w 1534151"/>
                <a:gd name="connsiteY8" fmla="*/ 631313 h 3034946"/>
                <a:gd name="connsiteX9" fmla="*/ 835599 w 1534151"/>
                <a:gd name="connsiteY9" fmla="*/ 288413 h 3034946"/>
                <a:gd name="connsiteX10" fmla="*/ 965774 w 1534151"/>
                <a:gd name="connsiteY10" fmla="*/ 47113 h 3034946"/>
                <a:gd name="connsiteX11" fmla="*/ 1102299 w 1534151"/>
                <a:gd name="connsiteY11" fmla="*/ 2663 h 3034946"/>
                <a:gd name="connsiteX12" fmla="*/ 1219774 w 1534151"/>
                <a:gd name="connsiteY12" fmla="*/ 88388 h 3034946"/>
                <a:gd name="connsiteX13" fmla="*/ 921324 w 1534151"/>
                <a:gd name="connsiteY13" fmla="*/ 288413 h 3034946"/>
                <a:gd name="connsiteX14" fmla="*/ 600649 w 1534151"/>
                <a:gd name="connsiteY14" fmla="*/ 656713 h 3034946"/>
                <a:gd name="connsiteX15" fmla="*/ 597474 w 1534151"/>
                <a:gd name="connsiteY15" fmla="*/ 974213 h 3034946"/>
                <a:gd name="connsiteX16" fmla="*/ 867349 w 1534151"/>
                <a:gd name="connsiteY16" fmla="*/ 1263138 h 3034946"/>
                <a:gd name="connsiteX17" fmla="*/ 1337249 w 1534151"/>
                <a:gd name="connsiteY17" fmla="*/ 1091688 h 3034946"/>
                <a:gd name="connsiteX18" fmla="*/ 1521399 w 1534151"/>
                <a:gd name="connsiteY18" fmla="*/ 1126613 h 3034946"/>
                <a:gd name="connsiteX19" fmla="*/ 1368999 w 1534151"/>
                <a:gd name="connsiteY19" fmla="*/ 1225038 h 3034946"/>
                <a:gd name="connsiteX20" fmla="*/ 902274 w 1534151"/>
                <a:gd name="connsiteY20" fmla="*/ 1310763 h 3034946"/>
                <a:gd name="connsiteX21" fmla="*/ 911799 w 1534151"/>
                <a:gd name="connsiteY21" fmla="*/ 1758438 h 3034946"/>
                <a:gd name="connsiteX22" fmla="*/ 1159449 w 1534151"/>
                <a:gd name="connsiteY22" fmla="*/ 2075938 h 3034946"/>
                <a:gd name="connsiteX23" fmla="*/ 1480124 w 1534151"/>
                <a:gd name="connsiteY23" fmla="*/ 2282313 h 3034946"/>
                <a:gd name="connsiteX24" fmla="*/ 1534099 w 1534151"/>
                <a:gd name="connsiteY24" fmla="*/ 2587113 h 3034946"/>
                <a:gd name="connsiteX25" fmla="*/ 1486474 w 1534151"/>
                <a:gd name="connsiteY25" fmla="*/ 2307713 h 3034946"/>
                <a:gd name="connsiteX26" fmla="*/ 1330899 w 1534151"/>
                <a:gd name="connsiteY26" fmla="*/ 2202938 h 3034946"/>
                <a:gd name="connsiteX27" fmla="*/ 1146749 w 1534151"/>
                <a:gd name="connsiteY27" fmla="*/ 2082288 h 3034946"/>
                <a:gd name="connsiteX28" fmla="*/ 832424 w 1534151"/>
                <a:gd name="connsiteY28" fmla="*/ 2129913 h 3034946"/>
                <a:gd name="connsiteX29" fmla="*/ 667324 w 1534151"/>
                <a:gd name="connsiteY29" fmla="*/ 2472813 h 3034946"/>
                <a:gd name="connsiteX30" fmla="*/ 660974 w 1534151"/>
                <a:gd name="connsiteY30" fmla="*/ 2866513 h 3034946"/>
                <a:gd name="connsiteX31" fmla="*/ 718124 w 1534151"/>
                <a:gd name="connsiteY31" fmla="*/ 2990338 h 3034946"/>
                <a:gd name="connsiteX32" fmla="*/ 622874 w 1534151"/>
                <a:gd name="connsiteY32" fmla="*/ 2980813 h 3034946"/>
                <a:gd name="connsiteX33" fmla="*/ 673674 w 1534151"/>
                <a:gd name="connsiteY33" fmla="*/ 2361688 h 3034946"/>
                <a:gd name="connsiteX34" fmla="*/ 714949 w 1534151"/>
                <a:gd name="connsiteY34" fmla="*/ 2161662 h 3034946"/>
                <a:gd name="connsiteX35" fmla="*/ 629224 w 1534151"/>
                <a:gd name="connsiteY35" fmla="*/ 1847338 h 3034946"/>
                <a:gd name="connsiteX36" fmla="*/ 451424 w 1534151"/>
                <a:gd name="connsiteY36" fmla="*/ 1914013 h 3034946"/>
                <a:gd name="connsiteX37" fmla="*/ 502224 w 1534151"/>
                <a:gd name="connsiteY37" fmla="*/ 1764788 h 3034946"/>
                <a:gd name="connsiteX38" fmla="*/ 797499 w 1534151"/>
                <a:gd name="connsiteY38" fmla="*/ 1771138 h 3034946"/>
                <a:gd name="connsiteX39" fmla="*/ 791149 w 1534151"/>
                <a:gd name="connsiteY39" fmla="*/ 1367913 h 3034946"/>
                <a:gd name="connsiteX40" fmla="*/ 645099 w 1534151"/>
                <a:gd name="connsiteY40" fmla="*/ 1132963 h 3034946"/>
                <a:gd name="connsiteX41" fmla="*/ 432374 w 1534151"/>
                <a:gd name="connsiteY41" fmla="*/ 1399663 h 3034946"/>
                <a:gd name="connsiteX42" fmla="*/ 419674 w 1534151"/>
                <a:gd name="connsiteY42" fmla="*/ 1558413 h 3034946"/>
                <a:gd name="connsiteX43" fmla="*/ 400624 w 1534151"/>
                <a:gd name="connsiteY43" fmla="*/ 1618738 h 3034946"/>
                <a:gd name="connsiteX0" fmla="*/ 400624 w 1534151"/>
                <a:gd name="connsiteY0" fmla="*/ 1618738 h 3034946"/>
                <a:gd name="connsiteX1" fmla="*/ 232349 w 1534151"/>
                <a:gd name="connsiteY1" fmla="*/ 1691762 h 3034946"/>
                <a:gd name="connsiteX2" fmla="*/ 559374 w 1534151"/>
                <a:gd name="connsiteY2" fmla="*/ 977388 h 3034946"/>
                <a:gd name="connsiteX3" fmla="*/ 146624 w 1534151"/>
                <a:gd name="connsiteY3" fmla="*/ 732913 h 3034946"/>
                <a:gd name="connsiteX4" fmla="*/ 3749 w 1534151"/>
                <a:gd name="connsiteY4" fmla="*/ 428113 h 3034946"/>
                <a:gd name="connsiteX5" fmla="*/ 51374 w 1534151"/>
                <a:gd name="connsiteY5" fmla="*/ 415413 h 3034946"/>
                <a:gd name="connsiteX6" fmla="*/ 156149 w 1534151"/>
                <a:gd name="connsiteY6" fmla="*/ 694813 h 3034946"/>
                <a:gd name="connsiteX7" fmla="*/ 365699 w 1534151"/>
                <a:gd name="connsiteY7" fmla="*/ 777363 h 3034946"/>
                <a:gd name="connsiteX8" fmla="*/ 632399 w 1534151"/>
                <a:gd name="connsiteY8" fmla="*/ 631313 h 3034946"/>
                <a:gd name="connsiteX9" fmla="*/ 835599 w 1534151"/>
                <a:gd name="connsiteY9" fmla="*/ 288413 h 3034946"/>
                <a:gd name="connsiteX10" fmla="*/ 965774 w 1534151"/>
                <a:gd name="connsiteY10" fmla="*/ 47113 h 3034946"/>
                <a:gd name="connsiteX11" fmla="*/ 1102299 w 1534151"/>
                <a:gd name="connsiteY11" fmla="*/ 2663 h 3034946"/>
                <a:gd name="connsiteX12" fmla="*/ 1219774 w 1534151"/>
                <a:gd name="connsiteY12" fmla="*/ 88388 h 3034946"/>
                <a:gd name="connsiteX13" fmla="*/ 921324 w 1534151"/>
                <a:gd name="connsiteY13" fmla="*/ 288413 h 3034946"/>
                <a:gd name="connsiteX14" fmla="*/ 600649 w 1534151"/>
                <a:gd name="connsiteY14" fmla="*/ 656713 h 3034946"/>
                <a:gd name="connsiteX15" fmla="*/ 597474 w 1534151"/>
                <a:gd name="connsiteY15" fmla="*/ 974213 h 3034946"/>
                <a:gd name="connsiteX16" fmla="*/ 867349 w 1534151"/>
                <a:gd name="connsiteY16" fmla="*/ 1263138 h 3034946"/>
                <a:gd name="connsiteX17" fmla="*/ 1337249 w 1534151"/>
                <a:gd name="connsiteY17" fmla="*/ 1091688 h 3034946"/>
                <a:gd name="connsiteX18" fmla="*/ 1521399 w 1534151"/>
                <a:gd name="connsiteY18" fmla="*/ 1126613 h 3034946"/>
                <a:gd name="connsiteX19" fmla="*/ 1368999 w 1534151"/>
                <a:gd name="connsiteY19" fmla="*/ 1225038 h 3034946"/>
                <a:gd name="connsiteX20" fmla="*/ 902274 w 1534151"/>
                <a:gd name="connsiteY20" fmla="*/ 1310763 h 3034946"/>
                <a:gd name="connsiteX21" fmla="*/ 911799 w 1534151"/>
                <a:gd name="connsiteY21" fmla="*/ 1758438 h 3034946"/>
                <a:gd name="connsiteX22" fmla="*/ 1159449 w 1534151"/>
                <a:gd name="connsiteY22" fmla="*/ 2075938 h 3034946"/>
                <a:gd name="connsiteX23" fmla="*/ 1480124 w 1534151"/>
                <a:gd name="connsiteY23" fmla="*/ 2282313 h 3034946"/>
                <a:gd name="connsiteX24" fmla="*/ 1534099 w 1534151"/>
                <a:gd name="connsiteY24" fmla="*/ 2587113 h 3034946"/>
                <a:gd name="connsiteX25" fmla="*/ 1486474 w 1534151"/>
                <a:gd name="connsiteY25" fmla="*/ 2307713 h 3034946"/>
                <a:gd name="connsiteX26" fmla="*/ 1330899 w 1534151"/>
                <a:gd name="connsiteY26" fmla="*/ 2202938 h 3034946"/>
                <a:gd name="connsiteX27" fmla="*/ 1146749 w 1534151"/>
                <a:gd name="connsiteY27" fmla="*/ 2082288 h 3034946"/>
                <a:gd name="connsiteX28" fmla="*/ 832424 w 1534151"/>
                <a:gd name="connsiteY28" fmla="*/ 2129913 h 3034946"/>
                <a:gd name="connsiteX29" fmla="*/ 667324 w 1534151"/>
                <a:gd name="connsiteY29" fmla="*/ 2472813 h 3034946"/>
                <a:gd name="connsiteX30" fmla="*/ 660974 w 1534151"/>
                <a:gd name="connsiteY30" fmla="*/ 2866513 h 3034946"/>
                <a:gd name="connsiteX31" fmla="*/ 718124 w 1534151"/>
                <a:gd name="connsiteY31" fmla="*/ 2990338 h 3034946"/>
                <a:gd name="connsiteX32" fmla="*/ 622874 w 1534151"/>
                <a:gd name="connsiteY32" fmla="*/ 2980813 h 3034946"/>
                <a:gd name="connsiteX33" fmla="*/ 673674 w 1534151"/>
                <a:gd name="connsiteY33" fmla="*/ 2361688 h 3034946"/>
                <a:gd name="connsiteX34" fmla="*/ 714949 w 1534151"/>
                <a:gd name="connsiteY34" fmla="*/ 2161662 h 3034946"/>
                <a:gd name="connsiteX35" fmla="*/ 629224 w 1534151"/>
                <a:gd name="connsiteY35" fmla="*/ 1847338 h 3034946"/>
                <a:gd name="connsiteX36" fmla="*/ 451424 w 1534151"/>
                <a:gd name="connsiteY36" fmla="*/ 1914013 h 3034946"/>
                <a:gd name="connsiteX37" fmla="*/ 502224 w 1534151"/>
                <a:gd name="connsiteY37" fmla="*/ 1764788 h 3034946"/>
                <a:gd name="connsiteX38" fmla="*/ 797499 w 1534151"/>
                <a:gd name="connsiteY38" fmla="*/ 1771138 h 3034946"/>
                <a:gd name="connsiteX39" fmla="*/ 791149 w 1534151"/>
                <a:gd name="connsiteY39" fmla="*/ 1367913 h 3034946"/>
                <a:gd name="connsiteX40" fmla="*/ 645099 w 1534151"/>
                <a:gd name="connsiteY40" fmla="*/ 1132963 h 3034946"/>
                <a:gd name="connsiteX41" fmla="*/ 524449 w 1534151"/>
                <a:gd name="connsiteY41" fmla="*/ 1339338 h 3034946"/>
                <a:gd name="connsiteX42" fmla="*/ 419674 w 1534151"/>
                <a:gd name="connsiteY42" fmla="*/ 1558413 h 3034946"/>
                <a:gd name="connsiteX43" fmla="*/ 400624 w 1534151"/>
                <a:gd name="connsiteY43" fmla="*/ 1618738 h 3034946"/>
                <a:gd name="connsiteX0" fmla="*/ 400624 w 1534151"/>
                <a:gd name="connsiteY0" fmla="*/ 1618738 h 3034946"/>
                <a:gd name="connsiteX1" fmla="*/ 232349 w 1534151"/>
                <a:gd name="connsiteY1" fmla="*/ 1691762 h 3034946"/>
                <a:gd name="connsiteX2" fmla="*/ 559374 w 1534151"/>
                <a:gd name="connsiteY2" fmla="*/ 977388 h 3034946"/>
                <a:gd name="connsiteX3" fmla="*/ 146624 w 1534151"/>
                <a:gd name="connsiteY3" fmla="*/ 732913 h 3034946"/>
                <a:gd name="connsiteX4" fmla="*/ 3749 w 1534151"/>
                <a:gd name="connsiteY4" fmla="*/ 428113 h 3034946"/>
                <a:gd name="connsiteX5" fmla="*/ 51374 w 1534151"/>
                <a:gd name="connsiteY5" fmla="*/ 415413 h 3034946"/>
                <a:gd name="connsiteX6" fmla="*/ 156149 w 1534151"/>
                <a:gd name="connsiteY6" fmla="*/ 694813 h 3034946"/>
                <a:gd name="connsiteX7" fmla="*/ 365699 w 1534151"/>
                <a:gd name="connsiteY7" fmla="*/ 777363 h 3034946"/>
                <a:gd name="connsiteX8" fmla="*/ 632399 w 1534151"/>
                <a:gd name="connsiteY8" fmla="*/ 631313 h 3034946"/>
                <a:gd name="connsiteX9" fmla="*/ 835599 w 1534151"/>
                <a:gd name="connsiteY9" fmla="*/ 288413 h 3034946"/>
                <a:gd name="connsiteX10" fmla="*/ 965774 w 1534151"/>
                <a:gd name="connsiteY10" fmla="*/ 47113 h 3034946"/>
                <a:gd name="connsiteX11" fmla="*/ 1102299 w 1534151"/>
                <a:gd name="connsiteY11" fmla="*/ 2663 h 3034946"/>
                <a:gd name="connsiteX12" fmla="*/ 1219774 w 1534151"/>
                <a:gd name="connsiteY12" fmla="*/ 88388 h 3034946"/>
                <a:gd name="connsiteX13" fmla="*/ 921324 w 1534151"/>
                <a:gd name="connsiteY13" fmla="*/ 288413 h 3034946"/>
                <a:gd name="connsiteX14" fmla="*/ 600649 w 1534151"/>
                <a:gd name="connsiteY14" fmla="*/ 656713 h 3034946"/>
                <a:gd name="connsiteX15" fmla="*/ 597474 w 1534151"/>
                <a:gd name="connsiteY15" fmla="*/ 974213 h 3034946"/>
                <a:gd name="connsiteX16" fmla="*/ 867349 w 1534151"/>
                <a:gd name="connsiteY16" fmla="*/ 1263138 h 3034946"/>
                <a:gd name="connsiteX17" fmla="*/ 1337249 w 1534151"/>
                <a:gd name="connsiteY17" fmla="*/ 1091688 h 3034946"/>
                <a:gd name="connsiteX18" fmla="*/ 1521399 w 1534151"/>
                <a:gd name="connsiteY18" fmla="*/ 1126613 h 3034946"/>
                <a:gd name="connsiteX19" fmla="*/ 1368999 w 1534151"/>
                <a:gd name="connsiteY19" fmla="*/ 1225038 h 3034946"/>
                <a:gd name="connsiteX20" fmla="*/ 902274 w 1534151"/>
                <a:gd name="connsiteY20" fmla="*/ 1310763 h 3034946"/>
                <a:gd name="connsiteX21" fmla="*/ 911799 w 1534151"/>
                <a:gd name="connsiteY21" fmla="*/ 1758438 h 3034946"/>
                <a:gd name="connsiteX22" fmla="*/ 1159449 w 1534151"/>
                <a:gd name="connsiteY22" fmla="*/ 2075938 h 3034946"/>
                <a:gd name="connsiteX23" fmla="*/ 1480124 w 1534151"/>
                <a:gd name="connsiteY23" fmla="*/ 2282313 h 3034946"/>
                <a:gd name="connsiteX24" fmla="*/ 1534099 w 1534151"/>
                <a:gd name="connsiteY24" fmla="*/ 2587113 h 3034946"/>
                <a:gd name="connsiteX25" fmla="*/ 1486474 w 1534151"/>
                <a:gd name="connsiteY25" fmla="*/ 2307713 h 3034946"/>
                <a:gd name="connsiteX26" fmla="*/ 1330899 w 1534151"/>
                <a:gd name="connsiteY26" fmla="*/ 2202938 h 3034946"/>
                <a:gd name="connsiteX27" fmla="*/ 1146749 w 1534151"/>
                <a:gd name="connsiteY27" fmla="*/ 2082288 h 3034946"/>
                <a:gd name="connsiteX28" fmla="*/ 832424 w 1534151"/>
                <a:gd name="connsiteY28" fmla="*/ 2129913 h 3034946"/>
                <a:gd name="connsiteX29" fmla="*/ 667324 w 1534151"/>
                <a:gd name="connsiteY29" fmla="*/ 2472813 h 3034946"/>
                <a:gd name="connsiteX30" fmla="*/ 660974 w 1534151"/>
                <a:gd name="connsiteY30" fmla="*/ 2866513 h 3034946"/>
                <a:gd name="connsiteX31" fmla="*/ 718124 w 1534151"/>
                <a:gd name="connsiteY31" fmla="*/ 2990338 h 3034946"/>
                <a:gd name="connsiteX32" fmla="*/ 622874 w 1534151"/>
                <a:gd name="connsiteY32" fmla="*/ 2980813 h 3034946"/>
                <a:gd name="connsiteX33" fmla="*/ 673674 w 1534151"/>
                <a:gd name="connsiteY33" fmla="*/ 2361688 h 3034946"/>
                <a:gd name="connsiteX34" fmla="*/ 714949 w 1534151"/>
                <a:gd name="connsiteY34" fmla="*/ 2161662 h 3034946"/>
                <a:gd name="connsiteX35" fmla="*/ 629224 w 1534151"/>
                <a:gd name="connsiteY35" fmla="*/ 1847338 h 3034946"/>
                <a:gd name="connsiteX36" fmla="*/ 451424 w 1534151"/>
                <a:gd name="connsiteY36" fmla="*/ 1914013 h 3034946"/>
                <a:gd name="connsiteX37" fmla="*/ 502224 w 1534151"/>
                <a:gd name="connsiteY37" fmla="*/ 1764788 h 3034946"/>
                <a:gd name="connsiteX38" fmla="*/ 797499 w 1534151"/>
                <a:gd name="connsiteY38" fmla="*/ 1771138 h 3034946"/>
                <a:gd name="connsiteX39" fmla="*/ 791149 w 1534151"/>
                <a:gd name="connsiteY39" fmla="*/ 1367913 h 3034946"/>
                <a:gd name="connsiteX40" fmla="*/ 645099 w 1534151"/>
                <a:gd name="connsiteY40" fmla="*/ 1132963 h 3034946"/>
                <a:gd name="connsiteX41" fmla="*/ 524449 w 1534151"/>
                <a:gd name="connsiteY41" fmla="*/ 1339338 h 3034946"/>
                <a:gd name="connsiteX42" fmla="*/ 419674 w 1534151"/>
                <a:gd name="connsiteY42" fmla="*/ 1558413 h 3034946"/>
                <a:gd name="connsiteX43" fmla="*/ 400624 w 1534151"/>
                <a:gd name="connsiteY43" fmla="*/ 1618738 h 3034946"/>
                <a:gd name="connsiteX0" fmla="*/ 400624 w 1534151"/>
                <a:gd name="connsiteY0" fmla="*/ 1618738 h 3034946"/>
                <a:gd name="connsiteX1" fmla="*/ 232349 w 1534151"/>
                <a:gd name="connsiteY1" fmla="*/ 1691762 h 3034946"/>
                <a:gd name="connsiteX2" fmla="*/ 559374 w 1534151"/>
                <a:gd name="connsiteY2" fmla="*/ 977388 h 3034946"/>
                <a:gd name="connsiteX3" fmla="*/ 146624 w 1534151"/>
                <a:gd name="connsiteY3" fmla="*/ 732913 h 3034946"/>
                <a:gd name="connsiteX4" fmla="*/ 3749 w 1534151"/>
                <a:gd name="connsiteY4" fmla="*/ 428113 h 3034946"/>
                <a:gd name="connsiteX5" fmla="*/ 51374 w 1534151"/>
                <a:gd name="connsiteY5" fmla="*/ 415413 h 3034946"/>
                <a:gd name="connsiteX6" fmla="*/ 156149 w 1534151"/>
                <a:gd name="connsiteY6" fmla="*/ 694813 h 3034946"/>
                <a:gd name="connsiteX7" fmla="*/ 365699 w 1534151"/>
                <a:gd name="connsiteY7" fmla="*/ 777363 h 3034946"/>
                <a:gd name="connsiteX8" fmla="*/ 632399 w 1534151"/>
                <a:gd name="connsiteY8" fmla="*/ 631313 h 3034946"/>
                <a:gd name="connsiteX9" fmla="*/ 835599 w 1534151"/>
                <a:gd name="connsiteY9" fmla="*/ 288413 h 3034946"/>
                <a:gd name="connsiteX10" fmla="*/ 965774 w 1534151"/>
                <a:gd name="connsiteY10" fmla="*/ 47113 h 3034946"/>
                <a:gd name="connsiteX11" fmla="*/ 1102299 w 1534151"/>
                <a:gd name="connsiteY11" fmla="*/ 2663 h 3034946"/>
                <a:gd name="connsiteX12" fmla="*/ 1219774 w 1534151"/>
                <a:gd name="connsiteY12" fmla="*/ 88388 h 3034946"/>
                <a:gd name="connsiteX13" fmla="*/ 921324 w 1534151"/>
                <a:gd name="connsiteY13" fmla="*/ 288413 h 3034946"/>
                <a:gd name="connsiteX14" fmla="*/ 600649 w 1534151"/>
                <a:gd name="connsiteY14" fmla="*/ 656713 h 3034946"/>
                <a:gd name="connsiteX15" fmla="*/ 597474 w 1534151"/>
                <a:gd name="connsiteY15" fmla="*/ 974213 h 3034946"/>
                <a:gd name="connsiteX16" fmla="*/ 867349 w 1534151"/>
                <a:gd name="connsiteY16" fmla="*/ 1263138 h 3034946"/>
                <a:gd name="connsiteX17" fmla="*/ 1337249 w 1534151"/>
                <a:gd name="connsiteY17" fmla="*/ 1091688 h 3034946"/>
                <a:gd name="connsiteX18" fmla="*/ 1521399 w 1534151"/>
                <a:gd name="connsiteY18" fmla="*/ 1126613 h 3034946"/>
                <a:gd name="connsiteX19" fmla="*/ 1368999 w 1534151"/>
                <a:gd name="connsiteY19" fmla="*/ 1225038 h 3034946"/>
                <a:gd name="connsiteX20" fmla="*/ 902274 w 1534151"/>
                <a:gd name="connsiteY20" fmla="*/ 1310763 h 3034946"/>
                <a:gd name="connsiteX21" fmla="*/ 911799 w 1534151"/>
                <a:gd name="connsiteY21" fmla="*/ 1758438 h 3034946"/>
                <a:gd name="connsiteX22" fmla="*/ 1159449 w 1534151"/>
                <a:gd name="connsiteY22" fmla="*/ 2075938 h 3034946"/>
                <a:gd name="connsiteX23" fmla="*/ 1480124 w 1534151"/>
                <a:gd name="connsiteY23" fmla="*/ 2282313 h 3034946"/>
                <a:gd name="connsiteX24" fmla="*/ 1534099 w 1534151"/>
                <a:gd name="connsiteY24" fmla="*/ 2587113 h 3034946"/>
                <a:gd name="connsiteX25" fmla="*/ 1486474 w 1534151"/>
                <a:gd name="connsiteY25" fmla="*/ 2307713 h 3034946"/>
                <a:gd name="connsiteX26" fmla="*/ 1330899 w 1534151"/>
                <a:gd name="connsiteY26" fmla="*/ 2202938 h 3034946"/>
                <a:gd name="connsiteX27" fmla="*/ 1146749 w 1534151"/>
                <a:gd name="connsiteY27" fmla="*/ 2082288 h 3034946"/>
                <a:gd name="connsiteX28" fmla="*/ 832424 w 1534151"/>
                <a:gd name="connsiteY28" fmla="*/ 2129913 h 3034946"/>
                <a:gd name="connsiteX29" fmla="*/ 667324 w 1534151"/>
                <a:gd name="connsiteY29" fmla="*/ 2472813 h 3034946"/>
                <a:gd name="connsiteX30" fmla="*/ 660974 w 1534151"/>
                <a:gd name="connsiteY30" fmla="*/ 2866513 h 3034946"/>
                <a:gd name="connsiteX31" fmla="*/ 718124 w 1534151"/>
                <a:gd name="connsiteY31" fmla="*/ 2990338 h 3034946"/>
                <a:gd name="connsiteX32" fmla="*/ 622874 w 1534151"/>
                <a:gd name="connsiteY32" fmla="*/ 2980813 h 3034946"/>
                <a:gd name="connsiteX33" fmla="*/ 673674 w 1534151"/>
                <a:gd name="connsiteY33" fmla="*/ 2361688 h 3034946"/>
                <a:gd name="connsiteX34" fmla="*/ 714949 w 1534151"/>
                <a:gd name="connsiteY34" fmla="*/ 2161662 h 3034946"/>
                <a:gd name="connsiteX35" fmla="*/ 629224 w 1534151"/>
                <a:gd name="connsiteY35" fmla="*/ 1847338 h 3034946"/>
                <a:gd name="connsiteX36" fmla="*/ 451424 w 1534151"/>
                <a:gd name="connsiteY36" fmla="*/ 1914013 h 3034946"/>
                <a:gd name="connsiteX37" fmla="*/ 502224 w 1534151"/>
                <a:gd name="connsiteY37" fmla="*/ 1764788 h 3034946"/>
                <a:gd name="connsiteX38" fmla="*/ 797499 w 1534151"/>
                <a:gd name="connsiteY38" fmla="*/ 1771138 h 3034946"/>
                <a:gd name="connsiteX39" fmla="*/ 791149 w 1534151"/>
                <a:gd name="connsiteY39" fmla="*/ 1367913 h 3034946"/>
                <a:gd name="connsiteX40" fmla="*/ 645099 w 1534151"/>
                <a:gd name="connsiteY40" fmla="*/ 1132963 h 3034946"/>
                <a:gd name="connsiteX41" fmla="*/ 524449 w 1534151"/>
                <a:gd name="connsiteY41" fmla="*/ 1339338 h 3034946"/>
                <a:gd name="connsiteX42" fmla="*/ 400624 w 1534151"/>
                <a:gd name="connsiteY42" fmla="*/ 1618738 h 3034946"/>
                <a:gd name="connsiteX0" fmla="*/ 400624 w 1534151"/>
                <a:gd name="connsiteY0" fmla="*/ 1590163 h 3034946"/>
                <a:gd name="connsiteX1" fmla="*/ 232349 w 1534151"/>
                <a:gd name="connsiteY1" fmla="*/ 1691762 h 3034946"/>
                <a:gd name="connsiteX2" fmla="*/ 559374 w 1534151"/>
                <a:gd name="connsiteY2" fmla="*/ 977388 h 3034946"/>
                <a:gd name="connsiteX3" fmla="*/ 146624 w 1534151"/>
                <a:gd name="connsiteY3" fmla="*/ 732913 h 3034946"/>
                <a:gd name="connsiteX4" fmla="*/ 3749 w 1534151"/>
                <a:gd name="connsiteY4" fmla="*/ 428113 h 3034946"/>
                <a:gd name="connsiteX5" fmla="*/ 51374 w 1534151"/>
                <a:gd name="connsiteY5" fmla="*/ 415413 h 3034946"/>
                <a:gd name="connsiteX6" fmla="*/ 156149 w 1534151"/>
                <a:gd name="connsiteY6" fmla="*/ 694813 h 3034946"/>
                <a:gd name="connsiteX7" fmla="*/ 365699 w 1534151"/>
                <a:gd name="connsiteY7" fmla="*/ 777363 h 3034946"/>
                <a:gd name="connsiteX8" fmla="*/ 632399 w 1534151"/>
                <a:gd name="connsiteY8" fmla="*/ 631313 h 3034946"/>
                <a:gd name="connsiteX9" fmla="*/ 835599 w 1534151"/>
                <a:gd name="connsiteY9" fmla="*/ 288413 h 3034946"/>
                <a:gd name="connsiteX10" fmla="*/ 965774 w 1534151"/>
                <a:gd name="connsiteY10" fmla="*/ 47113 h 3034946"/>
                <a:gd name="connsiteX11" fmla="*/ 1102299 w 1534151"/>
                <a:gd name="connsiteY11" fmla="*/ 2663 h 3034946"/>
                <a:gd name="connsiteX12" fmla="*/ 1219774 w 1534151"/>
                <a:gd name="connsiteY12" fmla="*/ 88388 h 3034946"/>
                <a:gd name="connsiteX13" fmla="*/ 921324 w 1534151"/>
                <a:gd name="connsiteY13" fmla="*/ 288413 h 3034946"/>
                <a:gd name="connsiteX14" fmla="*/ 600649 w 1534151"/>
                <a:gd name="connsiteY14" fmla="*/ 656713 h 3034946"/>
                <a:gd name="connsiteX15" fmla="*/ 597474 w 1534151"/>
                <a:gd name="connsiteY15" fmla="*/ 974213 h 3034946"/>
                <a:gd name="connsiteX16" fmla="*/ 867349 w 1534151"/>
                <a:gd name="connsiteY16" fmla="*/ 1263138 h 3034946"/>
                <a:gd name="connsiteX17" fmla="*/ 1337249 w 1534151"/>
                <a:gd name="connsiteY17" fmla="*/ 1091688 h 3034946"/>
                <a:gd name="connsiteX18" fmla="*/ 1521399 w 1534151"/>
                <a:gd name="connsiteY18" fmla="*/ 1126613 h 3034946"/>
                <a:gd name="connsiteX19" fmla="*/ 1368999 w 1534151"/>
                <a:gd name="connsiteY19" fmla="*/ 1225038 h 3034946"/>
                <a:gd name="connsiteX20" fmla="*/ 902274 w 1534151"/>
                <a:gd name="connsiteY20" fmla="*/ 1310763 h 3034946"/>
                <a:gd name="connsiteX21" fmla="*/ 911799 w 1534151"/>
                <a:gd name="connsiteY21" fmla="*/ 1758438 h 3034946"/>
                <a:gd name="connsiteX22" fmla="*/ 1159449 w 1534151"/>
                <a:gd name="connsiteY22" fmla="*/ 2075938 h 3034946"/>
                <a:gd name="connsiteX23" fmla="*/ 1480124 w 1534151"/>
                <a:gd name="connsiteY23" fmla="*/ 2282313 h 3034946"/>
                <a:gd name="connsiteX24" fmla="*/ 1534099 w 1534151"/>
                <a:gd name="connsiteY24" fmla="*/ 2587113 h 3034946"/>
                <a:gd name="connsiteX25" fmla="*/ 1486474 w 1534151"/>
                <a:gd name="connsiteY25" fmla="*/ 2307713 h 3034946"/>
                <a:gd name="connsiteX26" fmla="*/ 1330899 w 1534151"/>
                <a:gd name="connsiteY26" fmla="*/ 2202938 h 3034946"/>
                <a:gd name="connsiteX27" fmla="*/ 1146749 w 1534151"/>
                <a:gd name="connsiteY27" fmla="*/ 2082288 h 3034946"/>
                <a:gd name="connsiteX28" fmla="*/ 832424 w 1534151"/>
                <a:gd name="connsiteY28" fmla="*/ 2129913 h 3034946"/>
                <a:gd name="connsiteX29" fmla="*/ 667324 w 1534151"/>
                <a:gd name="connsiteY29" fmla="*/ 2472813 h 3034946"/>
                <a:gd name="connsiteX30" fmla="*/ 660974 w 1534151"/>
                <a:gd name="connsiteY30" fmla="*/ 2866513 h 3034946"/>
                <a:gd name="connsiteX31" fmla="*/ 718124 w 1534151"/>
                <a:gd name="connsiteY31" fmla="*/ 2990338 h 3034946"/>
                <a:gd name="connsiteX32" fmla="*/ 622874 w 1534151"/>
                <a:gd name="connsiteY32" fmla="*/ 2980813 h 3034946"/>
                <a:gd name="connsiteX33" fmla="*/ 673674 w 1534151"/>
                <a:gd name="connsiteY33" fmla="*/ 2361688 h 3034946"/>
                <a:gd name="connsiteX34" fmla="*/ 714949 w 1534151"/>
                <a:gd name="connsiteY34" fmla="*/ 2161662 h 3034946"/>
                <a:gd name="connsiteX35" fmla="*/ 629224 w 1534151"/>
                <a:gd name="connsiteY35" fmla="*/ 1847338 h 3034946"/>
                <a:gd name="connsiteX36" fmla="*/ 451424 w 1534151"/>
                <a:gd name="connsiteY36" fmla="*/ 1914013 h 3034946"/>
                <a:gd name="connsiteX37" fmla="*/ 502224 w 1534151"/>
                <a:gd name="connsiteY37" fmla="*/ 1764788 h 3034946"/>
                <a:gd name="connsiteX38" fmla="*/ 797499 w 1534151"/>
                <a:gd name="connsiteY38" fmla="*/ 1771138 h 3034946"/>
                <a:gd name="connsiteX39" fmla="*/ 791149 w 1534151"/>
                <a:gd name="connsiteY39" fmla="*/ 1367913 h 3034946"/>
                <a:gd name="connsiteX40" fmla="*/ 645099 w 1534151"/>
                <a:gd name="connsiteY40" fmla="*/ 1132963 h 3034946"/>
                <a:gd name="connsiteX41" fmla="*/ 524449 w 1534151"/>
                <a:gd name="connsiteY41" fmla="*/ 1339338 h 3034946"/>
                <a:gd name="connsiteX42" fmla="*/ 400624 w 1534151"/>
                <a:gd name="connsiteY42" fmla="*/ 1590163 h 3034946"/>
                <a:gd name="connsiteX0" fmla="*/ 400624 w 1534151"/>
                <a:gd name="connsiteY0" fmla="*/ 1590163 h 3034946"/>
                <a:gd name="connsiteX1" fmla="*/ 232349 w 1534151"/>
                <a:gd name="connsiteY1" fmla="*/ 1691762 h 3034946"/>
                <a:gd name="connsiteX2" fmla="*/ 559374 w 1534151"/>
                <a:gd name="connsiteY2" fmla="*/ 977388 h 3034946"/>
                <a:gd name="connsiteX3" fmla="*/ 146624 w 1534151"/>
                <a:gd name="connsiteY3" fmla="*/ 732913 h 3034946"/>
                <a:gd name="connsiteX4" fmla="*/ 3749 w 1534151"/>
                <a:gd name="connsiteY4" fmla="*/ 428113 h 3034946"/>
                <a:gd name="connsiteX5" fmla="*/ 51374 w 1534151"/>
                <a:gd name="connsiteY5" fmla="*/ 415413 h 3034946"/>
                <a:gd name="connsiteX6" fmla="*/ 156149 w 1534151"/>
                <a:gd name="connsiteY6" fmla="*/ 694813 h 3034946"/>
                <a:gd name="connsiteX7" fmla="*/ 365699 w 1534151"/>
                <a:gd name="connsiteY7" fmla="*/ 777363 h 3034946"/>
                <a:gd name="connsiteX8" fmla="*/ 632399 w 1534151"/>
                <a:gd name="connsiteY8" fmla="*/ 631313 h 3034946"/>
                <a:gd name="connsiteX9" fmla="*/ 835599 w 1534151"/>
                <a:gd name="connsiteY9" fmla="*/ 288413 h 3034946"/>
                <a:gd name="connsiteX10" fmla="*/ 965774 w 1534151"/>
                <a:gd name="connsiteY10" fmla="*/ 47113 h 3034946"/>
                <a:gd name="connsiteX11" fmla="*/ 1102299 w 1534151"/>
                <a:gd name="connsiteY11" fmla="*/ 2663 h 3034946"/>
                <a:gd name="connsiteX12" fmla="*/ 1219774 w 1534151"/>
                <a:gd name="connsiteY12" fmla="*/ 88388 h 3034946"/>
                <a:gd name="connsiteX13" fmla="*/ 921324 w 1534151"/>
                <a:gd name="connsiteY13" fmla="*/ 288413 h 3034946"/>
                <a:gd name="connsiteX14" fmla="*/ 600649 w 1534151"/>
                <a:gd name="connsiteY14" fmla="*/ 656713 h 3034946"/>
                <a:gd name="connsiteX15" fmla="*/ 597474 w 1534151"/>
                <a:gd name="connsiteY15" fmla="*/ 974213 h 3034946"/>
                <a:gd name="connsiteX16" fmla="*/ 867349 w 1534151"/>
                <a:gd name="connsiteY16" fmla="*/ 1263138 h 3034946"/>
                <a:gd name="connsiteX17" fmla="*/ 1337249 w 1534151"/>
                <a:gd name="connsiteY17" fmla="*/ 1091688 h 3034946"/>
                <a:gd name="connsiteX18" fmla="*/ 1521399 w 1534151"/>
                <a:gd name="connsiteY18" fmla="*/ 1126613 h 3034946"/>
                <a:gd name="connsiteX19" fmla="*/ 1368999 w 1534151"/>
                <a:gd name="connsiteY19" fmla="*/ 1225038 h 3034946"/>
                <a:gd name="connsiteX20" fmla="*/ 902274 w 1534151"/>
                <a:gd name="connsiteY20" fmla="*/ 1310763 h 3034946"/>
                <a:gd name="connsiteX21" fmla="*/ 911799 w 1534151"/>
                <a:gd name="connsiteY21" fmla="*/ 1758438 h 3034946"/>
                <a:gd name="connsiteX22" fmla="*/ 1159449 w 1534151"/>
                <a:gd name="connsiteY22" fmla="*/ 2075938 h 3034946"/>
                <a:gd name="connsiteX23" fmla="*/ 1480124 w 1534151"/>
                <a:gd name="connsiteY23" fmla="*/ 2282313 h 3034946"/>
                <a:gd name="connsiteX24" fmla="*/ 1534099 w 1534151"/>
                <a:gd name="connsiteY24" fmla="*/ 2587113 h 3034946"/>
                <a:gd name="connsiteX25" fmla="*/ 1486474 w 1534151"/>
                <a:gd name="connsiteY25" fmla="*/ 2307713 h 3034946"/>
                <a:gd name="connsiteX26" fmla="*/ 1330899 w 1534151"/>
                <a:gd name="connsiteY26" fmla="*/ 2202938 h 3034946"/>
                <a:gd name="connsiteX27" fmla="*/ 1146749 w 1534151"/>
                <a:gd name="connsiteY27" fmla="*/ 2082288 h 3034946"/>
                <a:gd name="connsiteX28" fmla="*/ 832424 w 1534151"/>
                <a:gd name="connsiteY28" fmla="*/ 2129913 h 3034946"/>
                <a:gd name="connsiteX29" fmla="*/ 667324 w 1534151"/>
                <a:gd name="connsiteY29" fmla="*/ 2472813 h 3034946"/>
                <a:gd name="connsiteX30" fmla="*/ 660974 w 1534151"/>
                <a:gd name="connsiteY30" fmla="*/ 2866513 h 3034946"/>
                <a:gd name="connsiteX31" fmla="*/ 718124 w 1534151"/>
                <a:gd name="connsiteY31" fmla="*/ 2990338 h 3034946"/>
                <a:gd name="connsiteX32" fmla="*/ 622874 w 1534151"/>
                <a:gd name="connsiteY32" fmla="*/ 2980813 h 3034946"/>
                <a:gd name="connsiteX33" fmla="*/ 673674 w 1534151"/>
                <a:gd name="connsiteY33" fmla="*/ 2361688 h 3034946"/>
                <a:gd name="connsiteX34" fmla="*/ 892749 w 1534151"/>
                <a:gd name="connsiteY34" fmla="*/ 1948937 h 3034946"/>
                <a:gd name="connsiteX35" fmla="*/ 629224 w 1534151"/>
                <a:gd name="connsiteY35" fmla="*/ 1847338 h 3034946"/>
                <a:gd name="connsiteX36" fmla="*/ 451424 w 1534151"/>
                <a:gd name="connsiteY36" fmla="*/ 1914013 h 3034946"/>
                <a:gd name="connsiteX37" fmla="*/ 502224 w 1534151"/>
                <a:gd name="connsiteY37" fmla="*/ 1764788 h 3034946"/>
                <a:gd name="connsiteX38" fmla="*/ 797499 w 1534151"/>
                <a:gd name="connsiteY38" fmla="*/ 1771138 h 3034946"/>
                <a:gd name="connsiteX39" fmla="*/ 791149 w 1534151"/>
                <a:gd name="connsiteY39" fmla="*/ 1367913 h 3034946"/>
                <a:gd name="connsiteX40" fmla="*/ 645099 w 1534151"/>
                <a:gd name="connsiteY40" fmla="*/ 1132963 h 3034946"/>
                <a:gd name="connsiteX41" fmla="*/ 524449 w 1534151"/>
                <a:gd name="connsiteY41" fmla="*/ 1339338 h 3034946"/>
                <a:gd name="connsiteX42" fmla="*/ 400624 w 1534151"/>
                <a:gd name="connsiteY42" fmla="*/ 1590163 h 3034946"/>
                <a:gd name="connsiteX0" fmla="*/ 400624 w 1534151"/>
                <a:gd name="connsiteY0" fmla="*/ 1590163 h 3034946"/>
                <a:gd name="connsiteX1" fmla="*/ 232349 w 1534151"/>
                <a:gd name="connsiteY1" fmla="*/ 1691762 h 3034946"/>
                <a:gd name="connsiteX2" fmla="*/ 559374 w 1534151"/>
                <a:gd name="connsiteY2" fmla="*/ 977388 h 3034946"/>
                <a:gd name="connsiteX3" fmla="*/ 146624 w 1534151"/>
                <a:gd name="connsiteY3" fmla="*/ 732913 h 3034946"/>
                <a:gd name="connsiteX4" fmla="*/ 3749 w 1534151"/>
                <a:gd name="connsiteY4" fmla="*/ 428113 h 3034946"/>
                <a:gd name="connsiteX5" fmla="*/ 51374 w 1534151"/>
                <a:gd name="connsiteY5" fmla="*/ 415413 h 3034946"/>
                <a:gd name="connsiteX6" fmla="*/ 156149 w 1534151"/>
                <a:gd name="connsiteY6" fmla="*/ 694813 h 3034946"/>
                <a:gd name="connsiteX7" fmla="*/ 365699 w 1534151"/>
                <a:gd name="connsiteY7" fmla="*/ 777363 h 3034946"/>
                <a:gd name="connsiteX8" fmla="*/ 632399 w 1534151"/>
                <a:gd name="connsiteY8" fmla="*/ 631313 h 3034946"/>
                <a:gd name="connsiteX9" fmla="*/ 835599 w 1534151"/>
                <a:gd name="connsiteY9" fmla="*/ 288413 h 3034946"/>
                <a:gd name="connsiteX10" fmla="*/ 965774 w 1534151"/>
                <a:gd name="connsiteY10" fmla="*/ 47113 h 3034946"/>
                <a:gd name="connsiteX11" fmla="*/ 1102299 w 1534151"/>
                <a:gd name="connsiteY11" fmla="*/ 2663 h 3034946"/>
                <a:gd name="connsiteX12" fmla="*/ 1219774 w 1534151"/>
                <a:gd name="connsiteY12" fmla="*/ 88388 h 3034946"/>
                <a:gd name="connsiteX13" fmla="*/ 921324 w 1534151"/>
                <a:gd name="connsiteY13" fmla="*/ 288413 h 3034946"/>
                <a:gd name="connsiteX14" fmla="*/ 600649 w 1534151"/>
                <a:gd name="connsiteY14" fmla="*/ 656713 h 3034946"/>
                <a:gd name="connsiteX15" fmla="*/ 597474 w 1534151"/>
                <a:gd name="connsiteY15" fmla="*/ 974213 h 3034946"/>
                <a:gd name="connsiteX16" fmla="*/ 867349 w 1534151"/>
                <a:gd name="connsiteY16" fmla="*/ 1263138 h 3034946"/>
                <a:gd name="connsiteX17" fmla="*/ 1337249 w 1534151"/>
                <a:gd name="connsiteY17" fmla="*/ 1091688 h 3034946"/>
                <a:gd name="connsiteX18" fmla="*/ 1521399 w 1534151"/>
                <a:gd name="connsiteY18" fmla="*/ 1126613 h 3034946"/>
                <a:gd name="connsiteX19" fmla="*/ 1368999 w 1534151"/>
                <a:gd name="connsiteY19" fmla="*/ 1225038 h 3034946"/>
                <a:gd name="connsiteX20" fmla="*/ 902274 w 1534151"/>
                <a:gd name="connsiteY20" fmla="*/ 1310763 h 3034946"/>
                <a:gd name="connsiteX21" fmla="*/ 911799 w 1534151"/>
                <a:gd name="connsiteY21" fmla="*/ 1758438 h 3034946"/>
                <a:gd name="connsiteX22" fmla="*/ 1159449 w 1534151"/>
                <a:gd name="connsiteY22" fmla="*/ 2075938 h 3034946"/>
                <a:gd name="connsiteX23" fmla="*/ 1480124 w 1534151"/>
                <a:gd name="connsiteY23" fmla="*/ 2282313 h 3034946"/>
                <a:gd name="connsiteX24" fmla="*/ 1534099 w 1534151"/>
                <a:gd name="connsiteY24" fmla="*/ 2587113 h 3034946"/>
                <a:gd name="connsiteX25" fmla="*/ 1486474 w 1534151"/>
                <a:gd name="connsiteY25" fmla="*/ 2307713 h 3034946"/>
                <a:gd name="connsiteX26" fmla="*/ 1330899 w 1534151"/>
                <a:gd name="connsiteY26" fmla="*/ 2202938 h 3034946"/>
                <a:gd name="connsiteX27" fmla="*/ 1146749 w 1534151"/>
                <a:gd name="connsiteY27" fmla="*/ 2082288 h 3034946"/>
                <a:gd name="connsiteX28" fmla="*/ 832424 w 1534151"/>
                <a:gd name="connsiteY28" fmla="*/ 2129913 h 3034946"/>
                <a:gd name="connsiteX29" fmla="*/ 667324 w 1534151"/>
                <a:gd name="connsiteY29" fmla="*/ 2472813 h 3034946"/>
                <a:gd name="connsiteX30" fmla="*/ 660974 w 1534151"/>
                <a:gd name="connsiteY30" fmla="*/ 2866513 h 3034946"/>
                <a:gd name="connsiteX31" fmla="*/ 718124 w 1534151"/>
                <a:gd name="connsiteY31" fmla="*/ 2990338 h 3034946"/>
                <a:gd name="connsiteX32" fmla="*/ 622874 w 1534151"/>
                <a:gd name="connsiteY32" fmla="*/ 2980813 h 3034946"/>
                <a:gd name="connsiteX33" fmla="*/ 673674 w 1534151"/>
                <a:gd name="connsiteY33" fmla="*/ 2361688 h 3034946"/>
                <a:gd name="connsiteX34" fmla="*/ 892749 w 1534151"/>
                <a:gd name="connsiteY34" fmla="*/ 1948937 h 3034946"/>
                <a:gd name="connsiteX35" fmla="*/ 791149 w 1534151"/>
                <a:gd name="connsiteY35" fmla="*/ 1825113 h 3034946"/>
                <a:gd name="connsiteX36" fmla="*/ 451424 w 1534151"/>
                <a:gd name="connsiteY36" fmla="*/ 1914013 h 3034946"/>
                <a:gd name="connsiteX37" fmla="*/ 502224 w 1534151"/>
                <a:gd name="connsiteY37" fmla="*/ 1764788 h 3034946"/>
                <a:gd name="connsiteX38" fmla="*/ 797499 w 1534151"/>
                <a:gd name="connsiteY38" fmla="*/ 1771138 h 3034946"/>
                <a:gd name="connsiteX39" fmla="*/ 791149 w 1534151"/>
                <a:gd name="connsiteY39" fmla="*/ 1367913 h 3034946"/>
                <a:gd name="connsiteX40" fmla="*/ 645099 w 1534151"/>
                <a:gd name="connsiteY40" fmla="*/ 1132963 h 3034946"/>
                <a:gd name="connsiteX41" fmla="*/ 524449 w 1534151"/>
                <a:gd name="connsiteY41" fmla="*/ 1339338 h 3034946"/>
                <a:gd name="connsiteX42" fmla="*/ 400624 w 1534151"/>
                <a:gd name="connsiteY42" fmla="*/ 1590163 h 3034946"/>
                <a:gd name="connsiteX0" fmla="*/ 400624 w 1534151"/>
                <a:gd name="connsiteY0" fmla="*/ 1590163 h 3034946"/>
                <a:gd name="connsiteX1" fmla="*/ 232349 w 1534151"/>
                <a:gd name="connsiteY1" fmla="*/ 1691762 h 3034946"/>
                <a:gd name="connsiteX2" fmla="*/ 559374 w 1534151"/>
                <a:gd name="connsiteY2" fmla="*/ 977388 h 3034946"/>
                <a:gd name="connsiteX3" fmla="*/ 146624 w 1534151"/>
                <a:gd name="connsiteY3" fmla="*/ 732913 h 3034946"/>
                <a:gd name="connsiteX4" fmla="*/ 3749 w 1534151"/>
                <a:gd name="connsiteY4" fmla="*/ 428113 h 3034946"/>
                <a:gd name="connsiteX5" fmla="*/ 51374 w 1534151"/>
                <a:gd name="connsiteY5" fmla="*/ 415413 h 3034946"/>
                <a:gd name="connsiteX6" fmla="*/ 156149 w 1534151"/>
                <a:gd name="connsiteY6" fmla="*/ 694813 h 3034946"/>
                <a:gd name="connsiteX7" fmla="*/ 365699 w 1534151"/>
                <a:gd name="connsiteY7" fmla="*/ 777363 h 3034946"/>
                <a:gd name="connsiteX8" fmla="*/ 632399 w 1534151"/>
                <a:gd name="connsiteY8" fmla="*/ 631313 h 3034946"/>
                <a:gd name="connsiteX9" fmla="*/ 835599 w 1534151"/>
                <a:gd name="connsiteY9" fmla="*/ 288413 h 3034946"/>
                <a:gd name="connsiteX10" fmla="*/ 965774 w 1534151"/>
                <a:gd name="connsiteY10" fmla="*/ 47113 h 3034946"/>
                <a:gd name="connsiteX11" fmla="*/ 1102299 w 1534151"/>
                <a:gd name="connsiteY11" fmla="*/ 2663 h 3034946"/>
                <a:gd name="connsiteX12" fmla="*/ 1219774 w 1534151"/>
                <a:gd name="connsiteY12" fmla="*/ 88388 h 3034946"/>
                <a:gd name="connsiteX13" fmla="*/ 921324 w 1534151"/>
                <a:gd name="connsiteY13" fmla="*/ 288413 h 3034946"/>
                <a:gd name="connsiteX14" fmla="*/ 600649 w 1534151"/>
                <a:gd name="connsiteY14" fmla="*/ 656713 h 3034946"/>
                <a:gd name="connsiteX15" fmla="*/ 597474 w 1534151"/>
                <a:gd name="connsiteY15" fmla="*/ 974213 h 3034946"/>
                <a:gd name="connsiteX16" fmla="*/ 867349 w 1534151"/>
                <a:gd name="connsiteY16" fmla="*/ 1263138 h 3034946"/>
                <a:gd name="connsiteX17" fmla="*/ 1337249 w 1534151"/>
                <a:gd name="connsiteY17" fmla="*/ 1091688 h 3034946"/>
                <a:gd name="connsiteX18" fmla="*/ 1521399 w 1534151"/>
                <a:gd name="connsiteY18" fmla="*/ 1126613 h 3034946"/>
                <a:gd name="connsiteX19" fmla="*/ 1368999 w 1534151"/>
                <a:gd name="connsiteY19" fmla="*/ 1225038 h 3034946"/>
                <a:gd name="connsiteX20" fmla="*/ 902274 w 1534151"/>
                <a:gd name="connsiteY20" fmla="*/ 1310763 h 3034946"/>
                <a:gd name="connsiteX21" fmla="*/ 911799 w 1534151"/>
                <a:gd name="connsiteY21" fmla="*/ 1758438 h 3034946"/>
                <a:gd name="connsiteX22" fmla="*/ 1159449 w 1534151"/>
                <a:gd name="connsiteY22" fmla="*/ 2075938 h 3034946"/>
                <a:gd name="connsiteX23" fmla="*/ 1480124 w 1534151"/>
                <a:gd name="connsiteY23" fmla="*/ 2282313 h 3034946"/>
                <a:gd name="connsiteX24" fmla="*/ 1534099 w 1534151"/>
                <a:gd name="connsiteY24" fmla="*/ 2587113 h 3034946"/>
                <a:gd name="connsiteX25" fmla="*/ 1486474 w 1534151"/>
                <a:gd name="connsiteY25" fmla="*/ 2307713 h 3034946"/>
                <a:gd name="connsiteX26" fmla="*/ 1330899 w 1534151"/>
                <a:gd name="connsiteY26" fmla="*/ 2202938 h 3034946"/>
                <a:gd name="connsiteX27" fmla="*/ 1146749 w 1534151"/>
                <a:gd name="connsiteY27" fmla="*/ 2082288 h 3034946"/>
                <a:gd name="connsiteX28" fmla="*/ 832424 w 1534151"/>
                <a:gd name="connsiteY28" fmla="*/ 2129913 h 3034946"/>
                <a:gd name="connsiteX29" fmla="*/ 667324 w 1534151"/>
                <a:gd name="connsiteY29" fmla="*/ 2472813 h 3034946"/>
                <a:gd name="connsiteX30" fmla="*/ 660974 w 1534151"/>
                <a:gd name="connsiteY30" fmla="*/ 2866513 h 3034946"/>
                <a:gd name="connsiteX31" fmla="*/ 718124 w 1534151"/>
                <a:gd name="connsiteY31" fmla="*/ 2990338 h 3034946"/>
                <a:gd name="connsiteX32" fmla="*/ 622874 w 1534151"/>
                <a:gd name="connsiteY32" fmla="*/ 2980813 h 3034946"/>
                <a:gd name="connsiteX33" fmla="*/ 673674 w 1534151"/>
                <a:gd name="connsiteY33" fmla="*/ 2361688 h 3034946"/>
                <a:gd name="connsiteX34" fmla="*/ 892749 w 1534151"/>
                <a:gd name="connsiteY34" fmla="*/ 1948937 h 3034946"/>
                <a:gd name="connsiteX35" fmla="*/ 791149 w 1534151"/>
                <a:gd name="connsiteY35" fmla="*/ 1825113 h 3034946"/>
                <a:gd name="connsiteX36" fmla="*/ 527624 w 1534151"/>
                <a:gd name="connsiteY36" fmla="*/ 1869563 h 3034946"/>
                <a:gd name="connsiteX37" fmla="*/ 502224 w 1534151"/>
                <a:gd name="connsiteY37" fmla="*/ 1764788 h 3034946"/>
                <a:gd name="connsiteX38" fmla="*/ 797499 w 1534151"/>
                <a:gd name="connsiteY38" fmla="*/ 1771138 h 3034946"/>
                <a:gd name="connsiteX39" fmla="*/ 791149 w 1534151"/>
                <a:gd name="connsiteY39" fmla="*/ 1367913 h 3034946"/>
                <a:gd name="connsiteX40" fmla="*/ 645099 w 1534151"/>
                <a:gd name="connsiteY40" fmla="*/ 1132963 h 3034946"/>
                <a:gd name="connsiteX41" fmla="*/ 524449 w 1534151"/>
                <a:gd name="connsiteY41" fmla="*/ 1339338 h 3034946"/>
                <a:gd name="connsiteX42" fmla="*/ 400624 w 1534151"/>
                <a:gd name="connsiteY42" fmla="*/ 1590163 h 3034946"/>
                <a:gd name="connsiteX0" fmla="*/ 400624 w 1534151"/>
                <a:gd name="connsiteY0" fmla="*/ 1590163 h 3034946"/>
                <a:gd name="connsiteX1" fmla="*/ 232349 w 1534151"/>
                <a:gd name="connsiteY1" fmla="*/ 1691762 h 3034946"/>
                <a:gd name="connsiteX2" fmla="*/ 559374 w 1534151"/>
                <a:gd name="connsiteY2" fmla="*/ 977388 h 3034946"/>
                <a:gd name="connsiteX3" fmla="*/ 146624 w 1534151"/>
                <a:gd name="connsiteY3" fmla="*/ 732913 h 3034946"/>
                <a:gd name="connsiteX4" fmla="*/ 3749 w 1534151"/>
                <a:gd name="connsiteY4" fmla="*/ 428113 h 3034946"/>
                <a:gd name="connsiteX5" fmla="*/ 51374 w 1534151"/>
                <a:gd name="connsiteY5" fmla="*/ 415413 h 3034946"/>
                <a:gd name="connsiteX6" fmla="*/ 156149 w 1534151"/>
                <a:gd name="connsiteY6" fmla="*/ 694813 h 3034946"/>
                <a:gd name="connsiteX7" fmla="*/ 365699 w 1534151"/>
                <a:gd name="connsiteY7" fmla="*/ 777363 h 3034946"/>
                <a:gd name="connsiteX8" fmla="*/ 632399 w 1534151"/>
                <a:gd name="connsiteY8" fmla="*/ 631313 h 3034946"/>
                <a:gd name="connsiteX9" fmla="*/ 835599 w 1534151"/>
                <a:gd name="connsiteY9" fmla="*/ 288413 h 3034946"/>
                <a:gd name="connsiteX10" fmla="*/ 965774 w 1534151"/>
                <a:gd name="connsiteY10" fmla="*/ 47113 h 3034946"/>
                <a:gd name="connsiteX11" fmla="*/ 1102299 w 1534151"/>
                <a:gd name="connsiteY11" fmla="*/ 2663 h 3034946"/>
                <a:gd name="connsiteX12" fmla="*/ 1219774 w 1534151"/>
                <a:gd name="connsiteY12" fmla="*/ 88388 h 3034946"/>
                <a:gd name="connsiteX13" fmla="*/ 921324 w 1534151"/>
                <a:gd name="connsiteY13" fmla="*/ 288413 h 3034946"/>
                <a:gd name="connsiteX14" fmla="*/ 600649 w 1534151"/>
                <a:gd name="connsiteY14" fmla="*/ 656713 h 3034946"/>
                <a:gd name="connsiteX15" fmla="*/ 597474 w 1534151"/>
                <a:gd name="connsiteY15" fmla="*/ 974213 h 3034946"/>
                <a:gd name="connsiteX16" fmla="*/ 867349 w 1534151"/>
                <a:gd name="connsiteY16" fmla="*/ 1263138 h 3034946"/>
                <a:gd name="connsiteX17" fmla="*/ 1337249 w 1534151"/>
                <a:gd name="connsiteY17" fmla="*/ 1091688 h 3034946"/>
                <a:gd name="connsiteX18" fmla="*/ 1521399 w 1534151"/>
                <a:gd name="connsiteY18" fmla="*/ 1126613 h 3034946"/>
                <a:gd name="connsiteX19" fmla="*/ 1368999 w 1534151"/>
                <a:gd name="connsiteY19" fmla="*/ 1225038 h 3034946"/>
                <a:gd name="connsiteX20" fmla="*/ 902274 w 1534151"/>
                <a:gd name="connsiteY20" fmla="*/ 1310763 h 3034946"/>
                <a:gd name="connsiteX21" fmla="*/ 911799 w 1534151"/>
                <a:gd name="connsiteY21" fmla="*/ 1758438 h 3034946"/>
                <a:gd name="connsiteX22" fmla="*/ 1159449 w 1534151"/>
                <a:gd name="connsiteY22" fmla="*/ 2075938 h 3034946"/>
                <a:gd name="connsiteX23" fmla="*/ 1480124 w 1534151"/>
                <a:gd name="connsiteY23" fmla="*/ 2282313 h 3034946"/>
                <a:gd name="connsiteX24" fmla="*/ 1534099 w 1534151"/>
                <a:gd name="connsiteY24" fmla="*/ 2587113 h 3034946"/>
                <a:gd name="connsiteX25" fmla="*/ 1486474 w 1534151"/>
                <a:gd name="connsiteY25" fmla="*/ 2307713 h 3034946"/>
                <a:gd name="connsiteX26" fmla="*/ 1330899 w 1534151"/>
                <a:gd name="connsiteY26" fmla="*/ 2202938 h 3034946"/>
                <a:gd name="connsiteX27" fmla="*/ 1146749 w 1534151"/>
                <a:gd name="connsiteY27" fmla="*/ 2082288 h 3034946"/>
                <a:gd name="connsiteX28" fmla="*/ 832424 w 1534151"/>
                <a:gd name="connsiteY28" fmla="*/ 2129913 h 3034946"/>
                <a:gd name="connsiteX29" fmla="*/ 667324 w 1534151"/>
                <a:gd name="connsiteY29" fmla="*/ 2472813 h 3034946"/>
                <a:gd name="connsiteX30" fmla="*/ 660974 w 1534151"/>
                <a:gd name="connsiteY30" fmla="*/ 2866513 h 3034946"/>
                <a:gd name="connsiteX31" fmla="*/ 718124 w 1534151"/>
                <a:gd name="connsiteY31" fmla="*/ 2990338 h 3034946"/>
                <a:gd name="connsiteX32" fmla="*/ 622874 w 1534151"/>
                <a:gd name="connsiteY32" fmla="*/ 2980813 h 3034946"/>
                <a:gd name="connsiteX33" fmla="*/ 673674 w 1534151"/>
                <a:gd name="connsiteY33" fmla="*/ 2361688 h 3034946"/>
                <a:gd name="connsiteX34" fmla="*/ 892749 w 1534151"/>
                <a:gd name="connsiteY34" fmla="*/ 1948937 h 3034946"/>
                <a:gd name="connsiteX35" fmla="*/ 794324 w 1534151"/>
                <a:gd name="connsiteY35" fmla="*/ 1815588 h 3034946"/>
                <a:gd name="connsiteX36" fmla="*/ 527624 w 1534151"/>
                <a:gd name="connsiteY36" fmla="*/ 1869563 h 3034946"/>
                <a:gd name="connsiteX37" fmla="*/ 502224 w 1534151"/>
                <a:gd name="connsiteY37" fmla="*/ 1764788 h 3034946"/>
                <a:gd name="connsiteX38" fmla="*/ 797499 w 1534151"/>
                <a:gd name="connsiteY38" fmla="*/ 1771138 h 3034946"/>
                <a:gd name="connsiteX39" fmla="*/ 791149 w 1534151"/>
                <a:gd name="connsiteY39" fmla="*/ 1367913 h 3034946"/>
                <a:gd name="connsiteX40" fmla="*/ 645099 w 1534151"/>
                <a:gd name="connsiteY40" fmla="*/ 1132963 h 3034946"/>
                <a:gd name="connsiteX41" fmla="*/ 524449 w 1534151"/>
                <a:gd name="connsiteY41" fmla="*/ 1339338 h 3034946"/>
                <a:gd name="connsiteX42" fmla="*/ 400624 w 1534151"/>
                <a:gd name="connsiteY42" fmla="*/ 1590163 h 3034946"/>
                <a:gd name="connsiteX0" fmla="*/ 400624 w 1534151"/>
                <a:gd name="connsiteY0" fmla="*/ 1590163 h 3034946"/>
                <a:gd name="connsiteX1" fmla="*/ 232349 w 1534151"/>
                <a:gd name="connsiteY1" fmla="*/ 1691762 h 3034946"/>
                <a:gd name="connsiteX2" fmla="*/ 559374 w 1534151"/>
                <a:gd name="connsiteY2" fmla="*/ 977388 h 3034946"/>
                <a:gd name="connsiteX3" fmla="*/ 146624 w 1534151"/>
                <a:gd name="connsiteY3" fmla="*/ 732913 h 3034946"/>
                <a:gd name="connsiteX4" fmla="*/ 3749 w 1534151"/>
                <a:gd name="connsiteY4" fmla="*/ 428113 h 3034946"/>
                <a:gd name="connsiteX5" fmla="*/ 51374 w 1534151"/>
                <a:gd name="connsiteY5" fmla="*/ 415413 h 3034946"/>
                <a:gd name="connsiteX6" fmla="*/ 156149 w 1534151"/>
                <a:gd name="connsiteY6" fmla="*/ 694813 h 3034946"/>
                <a:gd name="connsiteX7" fmla="*/ 365699 w 1534151"/>
                <a:gd name="connsiteY7" fmla="*/ 777363 h 3034946"/>
                <a:gd name="connsiteX8" fmla="*/ 632399 w 1534151"/>
                <a:gd name="connsiteY8" fmla="*/ 631313 h 3034946"/>
                <a:gd name="connsiteX9" fmla="*/ 835599 w 1534151"/>
                <a:gd name="connsiteY9" fmla="*/ 288413 h 3034946"/>
                <a:gd name="connsiteX10" fmla="*/ 965774 w 1534151"/>
                <a:gd name="connsiteY10" fmla="*/ 47113 h 3034946"/>
                <a:gd name="connsiteX11" fmla="*/ 1102299 w 1534151"/>
                <a:gd name="connsiteY11" fmla="*/ 2663 h 3034946"/>
                <a:gd name="connsiteX12" fmla="*/ 1219774 w 1534151"/>
                <a:gd name="connsiteY12" fmla="*/ 88388 h 3034946"/>
                <a:gd name="connsiteX13" fmla="*/ 921324 w 1534151"/>
                <a:gd name="connsiteY13" fmla="*/ 288413 h 3034946"/>
                <a:gd name="connsiteX14" fmla="*/ 600649 w 1534151"/>
                <a:gd name="connsiteY14" fmla="*/ 656713 h 3034946"/>
                <a:gd name="connsiteX15" fmla="*/ 597474 w 1534151"/>
                <a:gd name="connsiteY15" fmla="*/ 974213 h 3034946"/>
                <a:gd name="connsiteX16" fmla="*/ 867349 w 1534151"/>
                <a:gd name="connsiteY16" fmla="*/ 1263138 h 3034946"/>
                <a:gd name="connsiteX17" fmla="*/ 1337249 w 1534151"/>
                <a:gd name="connsiteY17" fmla="*/ 1091688 h 3034946"/>
                <a:gd name="connsiteX18" fmla="*/ 1521399 w 1534151"/>
                <a:gd name="connsiteY18" fmla="*/ 1126613 h 3034946"/>
                <a:gd name="connsiteX19" fmla="*/ 1368999 w 1534151"/>
                <a:gd name="connsiteY19" fmla="*/ 1225038 h 3034946"/>
                <a:gd name="connsiteX20" fmla="*/ 902274 w 1534151"/>
                <a:gd name="connsiteY20" fmla="*/ 1310763 h 3034946"/>
                <a:gd name="connsiteX21" fmla="*/ 911799 w 1534151"/>
                <a:gd name="connsiteY21" fmla="*/ 1758438 h 3034946"/>
                <a:gd name="connsiteX22" fmla="*/ 1159449 w 1534151"/>
                <a:gd name="connsiteY22" fmla="*/ 2075938 h 3034946"/>
                <a:gd name="connsiteX23" fmla="*/ 1480124 w 1534151"/>
                <a:gd name="connsiteY23" fmla="*/ 2282313 h 3034946"/>
                <a:gd name="connsiteX24" fmla="*/ 1534099 w 1534151"/>
                <a:gd name="connsiteY24" fmla="*/ 2587113 h 3034946"/>
                <a:gd name="connsiteX25" fmla="*/ 1486474 w 1534151"/>
                <a:gd name="connsiteY25" fmla="*/ 2307713 h 3034946"/>
                <a:gd name="connsiteX26" fmla="*/ 1330899 w 1534151"/>
                <a:gd name="connsiteY26" fmla="*/ 2202938 h 3034946"/>
                <a:gd name="connsiteX27" fmla="*/ 1146749 w 1534151"/>
                <a:gd name="connsiteY27" fmla="*/ 2082288 h 3034946"/>
                <a:gd name="connsiteX28" fmla="*/ 832424 w 1534151"/>
                <a:gd name="connsiteY28" fmla="*/ 2129913 h 3034946"/>
                <a:gd name="connsiteX29" fmla="*/ 667324 w 1534151"/>
                <a:gd name="connsiteY29" fmla="*/ 2472813 h 3034946"/>
                <a:gd name="connsiteX30" fmla="*/ 660974 w 1534151"/>
                <a:gd name="connsiteY30" fmla="*/ 2866513 h 3034946"/>
                <a:gd name="connsiteX31" fmla="*/ 718124 w 1534151"/>
                <a:gd name="connsiteY31" fmla="*/ 2990338 h 3034946"/>
                <a:gd name="connsiteX32" fmla="*/ 622874 w 1534151"/>
                <a:gd name="connsiteY32" fmla="*/ 2980813 h 3034946"/>
                <a:gd name="connsiteX33" fmla="*/ 673674 w 1534151"/>
                <a:gd name="connsiteY33" fmla="*/ 2361688 h 3034946"/>
                <a:gd name="connsiteX34" fmla="*/ 870524 w 1534151"/>
                <a:gd name="connsiteY34" fmla="*/ 2041012 h 3034946"/>
                <a:gd name="connsiteX35" fmla="*/ 794324 w 1534151"/>
                <a:gd name="connsiteY35" fmla="*/ 1815588 h 3034946"/>
                <a:gd name="connsiteX36" fmla="*/ 527624 w 1534151"/>
                <a:gd name="connsiteY36" fmla="*/ 1869563 h 3034946"/>
                <a:gd name="connsiteX37" fmla="*/ 502224 w 1534151"/>
                <a:gd name="connsiteY37" fmla="*/ 1764788 h 3034946"/>
                <a:gd name="connsiteX38" fmla="*/ 797499 w 1534151"/>
                <a:gd name="connsiteY38" fmla="*/ 1771138 h 3034946"/>
                <a:gd name="connsiteX39" fmla="*/ 791149 w 1534151"/>
                <a:gd name="connsiteY39" fmla="*/ 1367913 h 3034946"/>
                <a:gd name="connsiteX40" fmla="*/ 645099 w 1534151"/>
                <a:gd name="connsiteY40" fmla="*/ 1132963 h 3034946"/>
                <a:gd name="connsiteX41" fmla="*/ 524449 w 1534151"/>
                <a:gd name="connsiteY41" fmla="*/ 1339338 h 3034946"/>
                <a:gd name="connsiteX42" fmla="*/ 400624 w 1534151"/>
                <a:gd name="connsiteY42" fmla="*/ 1590163 h 3034946"/>
                <a:gd name="connsiteX0" fmla="*/ 400624 w 1534151"/>
                <a:gd name="connsiteY0" fmla="*/ 1590163 h 3034946"/>
                <a:gd name="connsiteX1" fmla="*/ 232349 w 1534151"/>
                <a:gd name="connsiteY1" fmla="*/ 1691762 h 3034946"/>
                <a:gd name="connsiteX2" fmla="*/ 559374 w 1534151"/>
                <a:gd name="connsiteY2" fmla="*/ 977388 h 3034946"/>
                <a:gd name="connsiteX3" fmla="*/ 146624 w 1534151"/>
                <a:gd name="connsiteY3" fmla="*/ 732913 h 3034946"/>
                <a:gd name="connsiteX4" fmla="*/ 3749 w 1534151"/>
                <a:gd name="connsiteY4" fmla="*/ 428113 h 3034946"/>
                <a:gd name="connsiteX5" fmla="*/ 51374 w 1534151"/>
                <a:gd name="connsiteY5" fmla="*/ 415413 h 3034946"/>
                <a:gd name="connsiteX6" fmla="*/ 156149 w 1534151"/>
                <a:gd name="connsiteY6" fmla="*/ 694813 h 3034946"/>
                <a:gd name="connsiteX7" fmla="*/ 365699 w 1534151"/>
                <a:gd name="connsiteY7" fmla="*/ 777363 h 3034946"/>
                <a:gd name="connsiteX8" fmla="*/ 632399 w 1534151"/>
                <a:gd name="connsiteY8" fmla="*/ 631313 h 3034946"/>
                <a:gd name="connsiteX9" fmla="*/ 835599 w 1534151"/>
                <a:gd name="connsiteY9" fmla="*/ 288413 h 3034946"/>
                <a:gd name="connsiteX10" fmla="*/ 965774 w 1534151"/>
                <a:gd name="connsiteY10" fmla="*/ 47113 h 3034946"/>
                <a:gd name="connsiteX11" fmla="*/ 1102299 w 1534151"/>
                <a:gd name="connsiteY11" fmla="*/ 2663 h 3034946"/>
                <a:gd name="connsiteX12" fmla="*/ 1219774 w 1534151"/>
                <a:gd name="connsiteY12" fmla="*/ 88388 h 3034946"/>
                <a:gd name="connsiteX13" fmla="*/ 921324 w 1534151"/>
                <a:gd name="connsiteY13" fmla="*/ 288413 h 3034946"/>
                <a:gd name="connsiteX14" fmla="*/ 600649 w 1534151"/>
                <a:gd name="connsiteY14" fmla="*/ 656713 h 3034946"/>
                <a:gd name="connsiteX15" fmla="*/ 597474 w 1534151"/>
                <a:gd name="connsiteY15" fmla="*/ 974213 h 3034946"/>
                <a:gd name="connsiteX16" fmla="*/ 867349 w 1534151"/>
                <a:gd name="connsiteY16" fmla="*/ 1263138 h 3034946"/>
                <a:gd name="connsiteX17" fmla="*/ 1337249 w 1534151"/>
                <a:gd name="connsiteY17" fmla="*/ 1091688 h 3034946"/>
                <a:gd name="connsiteX18" fmla="*/ 1521399 w 1534151"/>
                <a:gd name="connsiteY18" fmla="*/ 1126613 h 3034946"/>
                <a:gd name="connsiteX19" fmla="*/ 1368999 w 1534151"/>
                <a:gd name="connsiteY19" fmla="*/ 1225038 h 3034946"/>
                <a:gd name="connsiteX20" fmla="*/ 902274 w 1534151"/>
                <a:gd name="connsiteY20" fmla="*/ 1310763 h 3034946"/>
                <a:gd name="connsiteX21" fmla="*/ 911799 w 1534151"/>
                <a:gd name="connsiteY21" fmla="*/ 1758438 h 3034946"/>
                <a:gd name="connsiteX22" fmla="*/ 1159449 w 1534151"/>
                <a:gd name="connsiteY22" fmla="*/ 2075938 h 3034946"/>
                <a:gd name="connsiteX23" fmla="*/ 1480124 w 1534151"/>
                <a:gd name="connsiteY23" fmla="*/ 2282313 h 3034946"/>
                <a:gd name="connsiteX24" fmla="*/ 1534099 w 1534151"/>
                <a:gd name="connsiteY24" fmla="*/ 2587113 h 3034946"/>
                <a:gd name="connsiteX25" fmla="*/ 1486474 w 1534151"/>
                <a:gd name="connsiteY25" fmla="*/ 2307713 h 3034946"/>
                <a:gd name="connsiteX26" fmla="*/ 1330899 w 1534151"/>
                <a:gd name="connsiteY26" fmla="*/ 2202938 h 3034946"/>
                <a:gd name="connsiteX27" fmla="*/ 1146749 w 1534151"/>
                <a:gd name="connsiteY27" fmla="*/ 2082288 h 3034946"/>
                <a:gd name="connsiteX28" fmla="*/ 832424 w 1534151"/>
                <a:gd name="connsiteY28" fmla="*/ 2129913 h 3034946"/>
                <a:gd name="connsiteX29" fmla="*/ 667324 w 1534151"/>
                <a:gd name="connsiteY29" fmla="*/ 2472813 h 3034946"/>
                <a:gd name="connsiteX30" fmla="*/ 660974 w 1534151"/>
                <a:gd name="connsiteY30" fmla="*/ 2866513 h 3034946"/>
                <a:gd name="connsiteX31" fmla="*/ 718124 w 1534151"/>
                <a:gd name="connsiteY31" fmla="*/ 2990338 h 3034946"/>
                <a:gd name="connsiteX32" fmla="*/ 622874 w 1534151"/>
                <a:gd name="connsiteY32" fmla="*/ 2980813 h 3034946"/>
                <a:gd name="connsiteX33" fmla="*/ 673674 w 1534151"/>
                <a:gd name="connsiteY33" fmla="*/ 2361688 h 3034946"/>
                <a:gd name="connsiteX34" fmla="*/ 857824 w 1534151"/>
                <a:gd name="connsiteY34" fmla="*/ 2015612 h 3034946"/>
                <a:gd name="connsiteX35" fmla="*/ 794324 w 1534151"/>
                <a:gd name="connsiteY35" fmla="*/ 1815588 h 3034946"/>
                <a:gd name="connsiteX36" fmla="*/ 527624 w 1534151"/>
                <a:gd name="connsiteY36" fmla="*/ 1869563 h 3034946"/>
                <a:gd name="connsiteX37" fmla="*/ 502224 w 1534151"/>
                <a:gd name="connsiteY37" fmla="*/ 1764788 h 3034946"/>
                <a:gd name="connsiteX38" fmla="*/ 797499 w 1534151"/>
                <a:gd name="connsiteY38" fmla="*/ 1771138 h 3034946"/>
                <a:gd name="connsiteX39" fmla="*/ 791149 w 1534151"/>
                <a:gd name="connsiteY39" fmla="*/ 1367913 h 3034946"/>
                <a:gd name="connsiteX40" fmla="*/ 645099 w 1534151"/>
                <a:gd name="connsiteY40" fmla="*/ 1132963 h 3034946"/>
                <a:gd name="connsiteX41" fmla="*/ 524449 w 1534151"/>
                <a:gd name="connsiteY41" fmla="*/ 1339338 h 3034946"/>
                <a:gd name="connsiteX42" fmla="*/ 400624 w 1534151"/>
                <a:gd name="connsiteY42" fmla="*/ 1590163 h 3034946"/>
                <a:gd name="connsiteX0" fmla="*/ 400624 w 1534151"/>
                <a:gd name="connsiteY0" fmla="*/ 1590163 h 3039103"/>
                <a:gd name="connsiteX1" fmla="*/ 232349 w 1534151"/>
                <a:gd name="connsiteY1" fmla="*/ 1691762 h 3039103"/>
                <a:gd name="connsiteX2" fmla="*/ 559374 w 1534151"/>
                <a:gd name="connsiteY2" fmla="*/ 977388 h 3039103"/>
                <a:gd name="connsiteX3" fmla="*/ 146624 w 1534151"/>
                <a:gd name="connsiteY3" fmla="*/ 732913 h 3039103"/>
                <a:gd name="connsiteX4" fmla="*/ 3749 w 1534151"/>
                <a:gd name="connsiteY4" fmla="*/ 428113 h 3039103"/>
                <a:gd name="connsiteX5" fmla="*/ 51374 w 1534151"/>
                <a:gd name="connsiteY5" fmla="*/ 415413 h 3039103"/>
                <a:gd name="connsiteX6" fmla="*/ 156149 w 1534151"/>
                <a:gd name="connsiteY6" fmla="*/ 694813 h 3039103"/>
                <a:gd name="connsiteX7" fmla="*/ 365699 w 1534151"/>
                <a:gd name="connsiteY7" fmla="*/ 777363 h 3039103"/>
                <a:gd name="connsiteX8" fmla="*/ 632399 w 1534151"/>
                <a:gd name="connsiteY8" fmla="*/ 631313 h 3039103"/>
                <a:gd name="connsiteX9" fmla="*/ 835599 w 1534151"/>
                <a:gd name="connsiteY9" fmla="*/ 288413 h 3039103"/>
                <a:gd name="connsiteX10" fmla="*/ 965774 w 1534151"/>
                <a:gd name="connsiteY10" fmla="*/ 47113 h 3039103"/>
                <a:gd name="connsiteX11" fmla="*/ 1102299 w 1534151"/>
                <a:gd name="connsiteY11" fmla="*/ 2663 h 3039103"/>
                <a:gd name="connsiteX12" fmla="*/ 1219774 w 1534151"/>
                <a:gd name="connsiteY12" fmla="*/ 88388 h 3039103"/>
                <a:gd name="connsiteX13" fmla="*/ 921324 w 1534151"/>
                <a:gd name="connsiteY13" fmla="*/ 288413 h 3039103"/>
                <a:gd name="connsiteX14" fmla="*/ 600649 w 1534151"/>
                <a:gd name="connsiteY14" fmla="*/ 656713 h 3039103"/>
                <a:gd name="connsiteX15" fmla="*/ 597474 w 1534151"/>
                <a:gd name="connsiteY15" fmla="*/ 974213 h 3039103"/>
                <a:gd name="connsiteX16" fmla="*/ 867349 w 1534151"/>
                <a:gd name="connsiteY16" fmla="*/ 1263138 h 3039103"/>
                <a:gd name="connsiteX17" fmla="*/ 1337249 w 1534151"/>
                <a:gd name="connsiteY17" fmla="*/ 1091688 h 3039103"/>
                <a:gd name="connsiteX18" fmla="*/ 1521399 w 1534151"/>
                <a:gd name="connsiteY18" fmla="*/ 1126613 h 3039103"/>
                <a:gd name="connsiteX19" fmla="*/ 1368999 w 1534151"/>
                <a:gd name="connsiteY19" fmla="*/ 1225038 h 3039103"/>
                <a:gd name="connsiteX20" fmla="*/ 902274 w 1534151"/>
                <a:gd name="connsiteY20" fmla="*/ 1310763 h 3039103"/>
                <a:gd name="connsiteX21" fmla="*/ 911799 w 1534151"/>
                <a:gd name="connsiteY21" fmla="*/ 1758438 h 3039103"/>
                <a:gd name="connsiteX22" fmla="*/ 1159449 w 1534151"/>
                <a:gd name="connsiteY22" fmla="*/ 2075938 h 3039103"/>
                <a:gd name="connsiteX23" fmla="*/ 1480124 w 1534151"/>
                <a:gd name="connsiteY23" fmla="*/ 2282313 h 3039103"/>
                <a:gd name="connsiteX24" fmla="*/ 1534099 w 1534151"/>
                <a:gd name="connsiteY24" fmla="*/ 2587113 h 3039103"/>
                <a:gd name="connsiteX25" fmla="*/ 1486474 w 1534151"/>
                <a:gd name="connsiteY25" fmla="*/ 2307713 h 3039103"/>
                <a:gd name="connsiteX26" fmla="*/ 1330899 w 1534151"/>
                <a:gd name="connsiteY26" fmla="*/ 2202938 h 3039103"/>
                <a:gd name="connsiteX27" fmla="*/ 1146749 w 1534151"/>
                <a:gd name="connsiteY27" fmla="*/ 2082288 h 3039103"/>
                <a:gd name="connsiteX28" fmla="*/ 832424 w 1534151"/>
                <a:gd name="connsiteY28" fmla="*/ 2129913 h 3039103"/>
                <a:gd name="connsiteX29" fmla="*/ 667324 w 1534151"/>
                <a:gd name="connsiteY29" fmla="*/ 2472813 h 3039103"/>
                <a:gd name="connsiteX30" fmla="*/ 660974 w 1534151"/>
                <a:gd name="connsiteY30" fmla="*/ 2866513 h 3039103"/>
                <a:gd name="connsiteX31" fmla="*/ 718124 w 1534151"/>
                <a:gd name="connsiteY31" fmla="*/ 2990338 h 3039103"/>
                <a:gd name="connsiteX32" fmla="*/ 622874 w 1534151"/>
                <a:gd name="connsiteY32" fmla="*/ 2980813 h 3039103"/>
                <a:gd name="connsiteX33" fmla="*/ 680024 w 1534151"/>
                <a:gd name="connsiteY33" fmla="*/ 2304538 h 3039103"/>
                <a:gd name="connsiteX34" fmla="*/ 857824 w 1534151"/>
                <a:gd name="connsiteY34" fmla="*/ 2015612 h 3039103"/>
                <a:gd name="connsiteX35" fmla="*/ 794324 w 1534151"/>
                <a:gd name="connsiteY35" fmla="*/ 1815588 h 3039103"/>
                <a:gd name="connsiteX36" fmla="*/ 527624 w 1534151"/>
                <a:gd name="connsiteY36" fmla="*/ 1869563 h 3039103"/>
                <a:gd name="connsiteX37" fmla="*/ 502224 w 1534151"/>
                <a:gd name="connsiteY37" fmla="*/ 1764788 h 3039103"/>
                <a:gd name="connsiteX38" fmla="*/ 797499 w 1534151"/>
                <a:gd name="connsiteY38" fmla="*/ 1771138 h 3039103"/>
                <a:gd name="connsiteX39" fmla="*/ 791149 w 1534151"/>
                <a:gd name="connsiteY39" fmla="*/ 1367913 h 3039103"/>
                <a:gd name="connsiteX40" fmla="*/ 645099 w 1534151"/>
                <a:gd name="connsiteY40" fmla="*/ 1132963 h 3039103"/>
                <a:gd name="connsiteX41" fmla="*/ 524449 w 1534151"/>
                <a:gd name="connsiteY41" fmla="*/ 1339338 h 3039103"/>
                <a:gd name="connsiteX42" fmla="*/ 400624 w 1534151"/>
                <a:gd name="connsiteY42" fmla="*/ 1590163 h 3039103"/>
                <a:gd name="connsiteX0" fmla="*/ 400624 w 1534151"/>
                <a:gd name="connsiteY0" fmla="*/ 1590163 h 3039103"/>
                <a:gd name="connsiteX1" fmla="*/ 232349 w 1534151"/>
                <a:gd name="connsiteY1" fmla="*/ 1691762 h 3039103"/>
                <a:gd name="connsiteX2" fmla="*/ 559374 w 1534151"/>
                <a:gd name="connsiteY2" fmla="*/ 977388 h 3039103"/>
                <a:gd name="connsiteX3" fmla="*/ 146624 w 1534151"/>
                <a:gd name="connsiteY3" fmla="*/ 732913 h 3039103"/>
                <a:gd name="connsiteX4" fmla="*/ 3749 w 1534151"/>
                <a:gd name="connsiteY4" fmla="*/ 428113 h 3039103"/>
                <a:gd name="connsiteX5" fmla="*/ 51374 w 1534151"/>
                <a:gd name="connsiteY5" fmla="*/ 415413 h 3039103"/>
                <a:gd name="connsiteX6" fmla="*/ 156149 w 1534151"/>
                <a:gd name="connsiteY6" fmla="*/ 694813 h 3039103"/>
                <a:gd name="connsiteX7" fmla="*/ 365699 w 1534151"/>
                <a:gd name="connsiteY7" fmla="*/ 777363 h 3039103"/>
                <a:gd name="connsiteX8" fmla="*/ 632399 w 1534151"/>
                <a:gd name="connsiteY8" fmla="*/ 631313 h 3039103"/>
                <a:gd name="connsiteX9" fmla="*/ 835599 w 1534151"/>
                <a:gd name="connsiteY9" fmla="*/ 288413 h 3039103"/>
                <a:gd name="connsiteX10" fmla="*/ 965774 w 1534151"/>
                <a:gd name="connsiteY10" fmla="*/ 47113 h 3039103"/>
                <a:gd name="connsiteX11" fmla="*/ 1102299 w 1534151"/>
                <a:gd name="connsiteY11" fmla="*/ 2663 h 3039103"/>
                <a:gd name="connsiteX12" fmla="*/ 1219774 w 1534151"/>
                <a:gd name="connsiteY12" fmla="*/ 88388 h 3039103"/>
                <a:gd name="connsiteX13" fmla="*/ 921324 w 1534151"/>
                <a:gd name="connsiteY13" fmla="*/ 288413 h 3039103"/>
                <a:gd name="connsiteX14" fmla="*/ 600649 w 1534151"/>
                <a:gd name="connsiteY14" fmla="*/ 656713 h 3039103"/>
                <a:gd name="connsiteX15" fmla="*/ 597474 w 1534151"/>
                <a:gd name="connsiteY15" fmla="*/ 974213 h 3039103"/>
                <a:gd name="connsiteX16" fmla="*/ 867349 w 1534151"/>
                <a:gd name="connsiteY16" fmla="*/ 1263138 h 3039103"/>
                <a:gd name="connsiteX17" fmla="*/ 1337249 w 1534151"/>
                <a:gd name="connsiteY17" fmla="*/ 1091688 h 3039103"/>
                <a:gd name="connsiteX18" fmla="*/ 1521399 w 1534151"/>
                <a:gd name="connsiteY18" fmla="*/ 1126613 h 3039103"/>
                <a:gd name="connsiteX19" fmla="*/ 1368999 w 1534151"/>
                <a:gd name="connsiteY19" fmla="*/ 1225038 h 3039103"/>
                <a:gd name="connsiteX20" fmla="*/ 902274 w 1534151"/>
                <a:gd name="connsiteY20" fmla="*/ 1310763 h 3039103"/>
                <a:gd name="connsiteX21" fmla="*/ 911799 w 1534151"/>
                <a:gd name="connsiteY21" fmla="*/ 1758438 h 3039103"/>
                <a:gd name="connsiteX22" fmla="*/ 1159449 w 1534151"/>
                <a:gd name="connsiteY22" fmla="*/ 2075938 h 3039103"/>
                <a:gd name="connsiteX23" fmla="*/ 1480124 w 1534151"/>
                <a:gd name="connsiteY23" fmla="*/ 2282313 h 3039103"/>
                <a:gd name="connsiteX24" fmla="*/ 1534099 w 1534151"/>
                <a:gd name="connsiteY24" fmla="*/ 2587113 h 3039103"/>
                <a:gd name="connsiteX25" fmla="*/ 1486474 w 1534151"/>
                <a:gd name="connsiteY25" fmla="*/ 2307713 h 3039103"/>
                <a:gd name="connsiteX26" fmla="*/ 1330899 w 1534151"/>
                <a:gd name="connsiteY26" fmla="*/ 2202938 h 3039103"/>
                <a:gd name="connsiteX27" fmla="*/ 1146749 w 1534151"/>
                <a:gd name="connsiteY27" fmla="*/ 2082288 h 3039103"/>
                <a:gd name="connsiteX28" fmla="*/ 832424 w 1534151"/>
                <a:gd name="connsiteY28" fmla="*/ 2129913 h 3039103"/>
                <a:gd name="connsiteX29" fmla="*/ 667324 w 1534151"/>
                <a:gd name="connsiteY29" fmla="*/ 2472813 h 3039103"/>
                <a:gd name="connsiteX30" fmla="*/ 660974 w 1534151"/>
                <a:gd name="connsiteY30" fmla="*/ 2866513 h 3039103"/>
                <a:gd name="connsiteX31" fmla="*/ 718124 w 1534151"/>
                <a:gd name="connsiteY31" fmla="*/ 2990338 h 3039103"/>
                <a:gd name="connsiteX32" fmla="*/ 622874 w 1534151"/>
                <a:gd name="connsiteY32" fmla="*/ 2980813 h 3039103"/>
                <a:gd name="connsiteX33" fmla="*/ 680024 w 1534151"/>
                <a:gd name="connsiteY33" fmla="*/ 2304538 h 3039103"/>
                <a:gd name="connsiteX34" fmla="*/ 657799 w 1534151"/>
                <a:gd name="connsiteY34" fmla="*/ 2117212 h 3039103"/>
                <a:gd name="connsiteX35" fmla="*/ 857824 w 1534151"/>
                <a:gd name="connsiteY35" fmla="*/ 2015612 h 3039103"/>
                <a:gd name="connsiteX36" fmla="*/ 794324 w 1534151"/>
                <a:gd name="connsiteY36" fmla="*/ 1815588 h 3039103"/>
                <a:gd name="connsiteX37" fmla="*/ 527624 w 1534151"/>
                <a:gd name="connsiteY37" fmla="*/ 1869563 h 3039103"/>
                <a:gd name="connsiteX38" fmla="*/ 502224 w 1534151"/>
                <a:gd name="connsiteY38" fmla="*/ 1764788 h 3039103"/>
                <a:gd name="connsiteX39" fmla="*/ 797499 w 1534151"/>
                <a:gd name="connsiteY39" fmla="*/ 1771138 h 3039103"/>
                <a:gd name="connsiteX40" fmla="*/ 791149 w 1534151"/>
                <a:gd name="connsiteY40" fmla="*/ 1367913 h 3039103"/>
                <a:gd name="connsiteX41" fmla="*/ 645099 w 1534151"/>
                <a:gd name="connsiteY41" fmla="*/ 1132963 h 3039103"/>
                <a:gd name="connsiteX42" fmla="*/ 524449 w 1534151"/>
                <a:gd name="connsiteY42" fmla="*/ 1339338 h 3039103"/>
                <a:gd name="connsiteX43" fmla="*/ 400624 w 1534151"/>
                <a:gd name="connsiteY43" fmla="*/ 1590163 h 3039103"/>
                <a:gd name="connsiteX0" fmla="*/ 400624 w 1534151"/>
                <a:gd name="connsiteY0" fmla="*/ 1590163 h 3039103"/>
                <a:gd name="connsiteX1" fmla="*/ 232349 w 1534151"/>
                <a:gd name="connsiteY1" fmla="*/ 1691762 h 3039103"/>
                <a:gd name="connsiteX2" fmla="*/ 559374 w 1534151"/>
                <a:gd name="connsiteY2" fmla="*/ 977388 h 3039103"/>
                <a:gd name="connsiteX3" fmla="*/ 146624 w 1534151"/>
                <a:gd name="connsiteY3" fmla="*/ 732913 h 3039103"/>
                <a:gd name="connsiteX4" fmla="*/ 3749 w 1534151"/>
                <a:gd name="connsiteY4" fmla="*/ 428113 h 3039103"/>
                <a:gd name="connsiteX5" fmla="*/ 51374 w 1534151"/>
                <a:gd name="connsiteY5" fmla="*/ 415413 h 3039103"/>
                <a:gd name="connsiteX6" fmla="*/ 156149 w 1534151"/>
                <a:gd name="connsiteY6" fmla="*/ 694813 h 3039103"/>
                <a:gd name="connsiteX7" fmla="*/ 365699 w 1534151"/>
                <a:gd name="connsiteY7" fmla="*/ 777363 h 3039103"/>
                <a:gd name="connsiteX8" fmla="*/ 632399 w 1534151"/>
                <a:gd name="connsiteY8" fmla="*/ 631313 h 3039103"/>
                <a:gd name="connsiteX9" fmla="*/ 835599 w 1534151"/>
                <a:gd name="connsiteY9" fmla="*/ 288413 h 3039103"/>
                <a:gd name="connsiteX10" fmla="*/ 965774 w 1534151"/>
                <a:gd name="connsiteY10" fmla="*/ 47113 h 3039103"/>
                <a:gd name="connsiteX11" fmla="*/ 1102299 w 1534151"/>
                <a:gd name="connsiteY11" fmla="*/ 2663 h 3039103"/>
                <a:gd name="connsiteX12" fmla="*/ 1219774 w 1534151"/>
                <a:gd name="connsiteY12" fmla="*/ 88388 h 3039103"/>
                <a:gd name="connsiteX13" fmla="*/ 921324 w 1534151"/>
                <a:gd name="connsiteY13" fmla="*/ 288413 h 3039103"/>
                <a:gd name="connsiteX14" fmla="*/ 600649 w 1534151"/>
                <a:gd name="connsiteY14" fmla="*/ 656713 h 3039103"/>
                <a:gd name="connsiteX15" fmla="*/ 597474 w 1534151"/>
                <a:gd name="connsiteY15" fmla="*/ 974213 h 3039103"/>
                <a:gd name="connsiteX16" fmla="*/ 867349 w 1534151"/>
                <a:gd name="connsiteY16" fmla="*/ 1263138 h 3039103"/>
                <a:gd name="connsiteX17" fmla="*/ 1337249 w 1534151"/>
                <a:gd name="connsiteY17" fmla="*/ 1091688 h 3039103"/>
                <a:gd name="connsiteX18" fmla="*/ 1521399 w 1534151"/>
                <a:gd name="connsiteY18" fmla="*/ 1126613 h 3039103"/>
                <a:gd name="connsiteX19" fmla="*/ 1368999 w 1534151"/>
                <a:gd name="connsiteY19" fmla="*/ 1225038 h 3039103"/>
                <a:gd name="connsiteX20" fmla="*/ 902274 w 1534151"/>
                <a:gd name="connsiteY20" fmla="*/ 1310763 h 3039103"/>
                <a:gd name="connsiteX21" fmla="*/ 911799 w 1534151"/>
                <a:gd name="connsiteY21" fmla="*/ 1758438 h 3039103"/>
                <a:gd name="connsiteX22" fmla="*/ 1159449 w 1534151"/>
                <a:gd name="connsiteY22" fmla="*/ 2075938 h 3039103"/>
                <a:gd name="connsiteX23" fmla="*/ 1480124 w 1534151"/>
                <a:gd name="connsiteY23" fmla="*/ 2282313 h 3039103"/>
                <a:gd name="connsiteX24" fmla="*/ 1534099 w 1534151"/>
                <a:gd name="connsiteY24" fmla="*/ 2587113 h 3039103"/>
                <a:gd name="connsiteX25" fmla="*/ 1486474 w 1534151"/>
                <a:gd name="connsiteY25" fmla="*/ 2307713 h 3039103"/>
                <a:gd name="connsiteX26" fmla="*/ 1330899 w 1534151"/>
                <a:gd name="connsiteY26" fmla="*/ 2202938 h 3039103"/>
                <a:gd name="connsiteX27" fmla="*/ 1146749 w 1534151"/>
                <a:gd name="connsiteY27" fmla="*/ 2082288 h 3039103"/>
                <a:gd name="connsiteX28" fmla="*/ 832424 w 1534151"/>
                <a:gd name="connsiteY28" fmla="*/ 2129913 h 3039103"/>
                <a:gd name="connsiteX29" fmla="*/ 667324 w 1534151"/>
                <a:gd name="connsiteY29" fmla="*/ 2472813 h 3039103"/>
                <a:gd name="connsiteX30" fmla="*/ 660974 w 1534151"/>
                <a:gd name="connsiteY30" fmla="*/ 2866513 h 3039103"/>
                <a:gd name="connsiteX31" fmla="*/ 718124 w 1534151"/>
                <a:gd name="connsiteY31" fmla="*/ 2990338 h 3039103"/>
                <a:gd name="connsiteX32" fmla="*/ 622874 w 1534151"/>
                <a:gd name="connsiteY32" fmla="*/ 2980813 h 3039103"/>
                <a:gd name="connsiteX33" fmla="*/ 680024 w 1534151"/>
                <a:gd name="connsiteY33" fmla="*/ 2304538 h 3039103"/>
                <a:gd name="connsiteX34" fmla="*/ 616524 w 1534151"/>
                <a:gd name="connsiteY34" fmla="*/ 2120387 h 3039103"/>
                <a:gd name="connsiteX35" fmla="*/ 857824 w 1534151"/>
                <a:gd name="connsiteY35" fmla="*/ 2015612 h 3039103"/>
                <a:gd name="connsiteX36" fmla="*/ 794324 w 1534151"/>
                <a:gd name="connsiteY36" fmla="*/ 1815588 h 3039103"/>
                <a:gd name="connsiteX37" fmla="*/ 527624 w 1534151"/>
                <a:gd name="connsiteY37" fmla="*/ 1869563 h 3039103"/>
                <a:gd name="connsiteX38" fmla="*/ 502224 w 1534151"/>
                <a:gd name="connsiteY38" fmla="*/ 1764788 h 3039103"/>
                <a:gd name="connsiteX39" fmla="*/ 797499 w 1534151"/>
                <a:gd name="connsiteY39" fmla="*/ 1771138 h 3039103"/>
                <a:gd name="connsiteX40" fmla="*/ 791149 w 1534151"/>
                <a:gd name="connsiteY40" fmla="*/ 1367913 h 3039103"/>
                <a:gd name="connsiteX41" fmla="*/ 645099 w 1534151"/>
                <a:gd name="connsiteY41" fmla="*/ 1132963 h 3039103"/>
                <a:gd name="connsiteX42" fmla="*/ 524449 w 1534151"/>
                <a:gd name="connsiteY42" fmla="*/ 1339338 h 3039103"/>
                <a:gd name="connsiteX43" fmla="*/ 400624 w 1534151"/>
                <a:gd name="connsiteY43" fmla="*/ 1590163 h 3039103"/>
                <a:gd name="connsiteX0" fmla="*/ 400624 w 1534151"/>
                <a:gd name="connsiteY0" fmla="*/ 1590163 h 3041417"/>
                <a:gd name="connsiteX1" fmla="*/ 232349 w 1534151"/>
                <a:gd name="connsiteY1" fmla="*/ 1691762 h 3041417"/>
                <a:gd name="connsiteX2" fmla="*/ 559374 w 1534151"/>
                <a:gd name="connsiteY2" fmla="*/ 977388 h 3041417"/>
                <a:gd name="connsiteX3" fmla="*/ 146624 w 1534151"/>
                <a:gd name="connsiteY3" fmla="*/ 732913 h 3041417"/>
                <a:gd name="connsiteX4" fmla="*/ 3749 w 1534151"/>
                <a:gd name="connsiteY4" fmla="*/ 428113 h 3041417"/>
                <a:gd name="connsiteX5" fmla="*/ 51374 w 1534151"/>
                <a:gd name="connsiteY5" fmla="*/ 415413 h 3041417"/>
                <a:gd name="connsiteX6" fmla="*/ 156149 w 1534151"/>
                <a:gd name="connsiteY6" fmla="*/ 694813 h 3041417"/>
                <a:gd name="connsiteX7" fmla="*/ 365699 w 1534151"/>
                <a:gd name="connsiteY7" fmla="*/ 777363 h 3041417"/>
                <a:gd name="connsiteX8" fmla="*/ 632399 w 1534151"/>
                <a:gd name="connsiteY8" fmla="*/ 631313 h 3041417"/>
                <a:gd name="connsiteX9" fmla="*/ 835599 w 1534151"/>
                <a:gd name="connsiteY9" fmla="*/ 288413 h 3041417"/>
                <a:gd name="connsiteX10" fmla="*/ 965774 w 1534151"/>
                <a:gd name="connsiteY10" fmla="*/ 47113 h 3041417"/>
                <a:gd name="connsiteX11" fmla="*/ 1102299 w 1534151"/>
                <a:gd name="connsiteY11" fmla="*/ 2663 h 3041417"/>
                <a:gd name="connsiteX12" fmla="*/ 1219774 w 1534151"/>
                <a:gd name="connsiteY12" fmla="*/ 88388 h 3041417"/>
                <a:gd name="connsiteX13" fmla="*/ 921324 w 1534151"/>
                <a:gd name="connsiteY13" fmla="*/ 288413 h 3041417"/>
                <a:gd name="connsiteX14" fmla="*/ 600649 w 1534151"/>
                <a:gd name="connsiteY14" fmla="*/ 656713 h 3041417"/>
                <a:gd name="connsiteX15" fmla="*/ 597474 w 1534151"/>
                <a:gd name="connsiteY15" fmla="*/ 974213 h 3041417"/>
                <a:gd name="connsiteX16" fmla="*/ 867349 w 1534151"/>
                <a:gd name="connsiteY16" fmla="*/ 1263138 h 3041417"/>
                <a:gd name="connsiteX17" fmla="*/ 1337249 w 1534151"/>
                <a:gd name="connsiteY17" fmla="*/ 1091688 h 3041417"/>
                <a:gd name="connsiteX18" fmla="*/ 1521399 w 1534151"/>
                <a:gd name="connsiteY18" fmla="*/ 1126613 h 3041417"/>
                <a:gd name="connsiteX19" fmla="*/ 1368999 w 1534151"/>
                <a:gd name="connsiteY19" fmla="*/ 1225038 h 3041417"/>
                <a:gd name="connsiteX20" fmla="*/ 902274 w 1534151"/>
                <a:gd name="connsiteY20" fmla="*/ 1310763 h 3041417"/>
                <a:gd name="connsiteX21" fmla="*/ 911799 w 1534151"/>
                <a:gd name="connsiteY21" fmla="*/ 1758438 h 3041417"/>
                <a:gd name="connsiteX22" fmla="*/ 1159449 w 1534151"/>
                <a:gd name="connsiteY22" fmla="*/ 2075938 h 3041417"/>
                <a:gd name="connsiteX23" fmla="*/ 1480124 w 1534151"/>
                <a:gd name="connsiteY23" fmla="*/ 2282313 h 3041417"/>
                <a:gd name="connsiteX24" fmla="*/ 1534099 w 1534151"/>
                <a:gd name="connsiteY24" fmla="*/ 2587113 h 3041417"/>
                <a:gd name="connsiteX25" fmla="*/ 1486474 w 1534151"/>
                <a:gd name="connsiteY25" fmla="*/ 2307713 h 3041417"/>
                <a:gd name="connsiteX26" fmla="*/ 1330899 w 1534151"/>
                <a:gd name="connsiteY26" fmla="*/ 2202938 h 3041417"/>
                <a:gd name="connsiteX27" fmla="*/ 1146749 w 1534151"/>
                <a:gd name="connsiteY27" fmla="*/ 2082288 h 3041417"/>
                <a:gd name="connsiteX28" fmla="*/ 832424 w 1534151"/>
                <a:gd name="connsiteY28" fmla="*/ 2129913 h 3041417"/>
                <a:gd name="connsiteX29" fmla="*/ 667324 w 1534151"/>
                <a:gd name="connsiteY29" fmla="*/ 2472813 h 3041417"/>
                <a:gd name="connsiteX30" fmla="*/ 660974 w 1534151"/>
                <a:gd name="connsiteY30" fmla="*/ 2866513 h 3041417"/>
                <a:gd name="connsiteX31" fmla="*/ 718124 w 1534151"/>
                <a:gd name="connsiteY31" fmla="*/ 2990338 h 3041417"/>
                <a:gd name="connsiteX32" fmla="*/ 622874 w 1534151"/>
                <a:gd name="connsiteY32" fmla="*/ 2980813 h 3041417"/>
                <a:gd name="connsiteX33" fmla="*/ 689549 w 1534151"/>
                <a:gd name="connsiteY33" fmla="*/ 2272788 h 3041417"/>
                <a:gd name="connsiteX34" fmla="*/ 616524 w 1534151"/>
                <a:gd name="connsiteY34" fmla="*/ 2120387 h 3041417"/>
                <a:gd name="connsiteX35" fmla="*/ 857824 w 1534151"/>
                <a:gd name="connsiteY35" fmla="*/ 2015612 h 3041417"/>
                <a:gd name="connsiteX36" fmla="*/ 794324 w 1534151"/>
                <a:gd name="connsiteY36" fmla="*/ 1815588 h 3041417"/>
                <a:gd name="connsiteX37" fmla="*/ 527624 w 1534151"/>
                <a:gd name="connsiteY37" fmla="*/ 1869563 h 3041417"/>
                <a:gd name="connsiteX38" fmla="*/ 502224 w 1534151"/>
                <a:gd name="connsiteY38" fmla="*/ 1764788 h 3041417"/>
                <a:gd name="connsiteX39" fmla="*/ 797499 w 1534151"/>
                <a:gd name="connsiteY39" fmla="*/ 1771138 h 3041417"/>
                <a:gd name="connsiteX40" fmla="*/ 791149 w 1534151"/>
                <a:gd name="connsiteY40" fmla="*/ 1367913 h 3041417"/>
                <a:gd name="connsiteX41" fmla="*/ 645099 w 1534151"/>
                <a:gd name="connsiteY41" fmla="*/ 1132963 h 3041417"/>
                <a:gd name="connsiteX42" fmla="*/ 524449 w 1534151"/>
                <a:gd name="connsiteY42" fmla="*/ 1339338 h 3041417"/>
                <a:gd name="connsiteX43" fmla="*/ 400624 w 1534151"/>
                <a:gd name="connsiteY43" fmla="*/ 1590163 h 3041417"/>
                <a:gd name="connsiteX0" fmla="*/ 400624 w 1534151"/>
                <a:gd name="connsiteY0" fmla="*/ 1590163 h 3041417"/>
                <a:gd name="connsiteX1" fmla="*/ 232349 w 1534151"/>
                <a:gd name="connsiteY1" fmla="*/ 1691762 h 3041417"/>
                <a:gd name="connsiteX2" fmla="*/ 146624 w 1534151"/>
                <a:gd name="connsiteY2" fmla="*/ 732913 h 3041417"/>
                <a:gd name="connsiteX3" fmla="*/ 3749 w 1534151"/>
                <a:gd name="connsiteY3" fmla="*/ 428113 h 3041417"/>
                <a:gd name="connsiteX4" fmla="*/ 51374 w 1534151"/>
                <a:gd name="connsiteY4" fmla="*/ 415413 h 3041417"/>
                <a:gd name="connsiteX5" fmla="*/ 156149 w 1534151"/>
                <a:gd name="connsiteY5" fmla="*/ 694813 h 3041417"/>
                <a:gd name="connsiteX6" fmla="*/ 365699 w 1534151"/>
                <a:gd name="connsiteY6" fmla="*/ 777363 h 3041417"/>
                <a:gd name="connsiteX7" fmla="*/ 632399 w 1534151"/>
                <a:gd name="connsiteY7" fmla="*/ 631313 h 3041417"/>
                <a:gd name="connsiteX8" fmla="*/ 835599 w 1534151"/>
                <a:gd name="connsiteY8" fmla="*/ 288413 h 3041417"/>
                <a:gd name="connsiteX9" fmla="*/ 965774 w 1534151"/>
                <a:gd name="connsiteY9" fmla="*/ 47113 h 3041417"/>
                <a:gd name="connsiteX10" fmla="*/ 1102299 w 1534151"/>
                <a:gd name="connsiteY10" fmla="*/ 2663 h 3041417"/>
                <a:gd name="connsiteX11" fmla="*/ 1219774 w 1534151"/>
                <a:gd name="connsiteY11" fmla="*/ 88388 h 3041417"/>
                <a:gd name="connsiteX12" fmla="*/ 921324 w 1534151"/>
                <a:gd name="connsiteY12" fmla="*/ 288413 h 3041417"/>
                <a:gd name="connsiteX13" fmla="*/ 600649 w 1534151"/>
                <a:gd name="connsiteY13" fmla="*/ 656713 h 3041417"/>
                <a:gd name="connsiteX14" fmla="*/ 597474 w 1534151"/>
                <a:gd name="connsiteY14" fmla="*/ 974213 h 3041417"/>
                <a:gd name="connsiteX15" fmla="*/ 867349 w 1534151"/>
                <a:gd name="connsiteY15" fmla="*/ 1263138 h 3041417"/>
                <a:gd name="connsiteX16" fmla="*/ 1337249 w 1534151"/>
                <a:gd name="connsiteY16" fmla="*/ 1091688 h 3041417"/>
                <a:gd name="connsiteX17" fmla="*/ 1521399 w 1534151"/>
                <a:gd name="connsiteY17" fmla="*/ 1126613 h 3041417"/>
                <a:gd name="connsiteX18" fmla="*/ 1368999 w 1534151"/>
                <a:gd name="connsiteY18" fmla="*/ 1225038 h 3041417"/>
                <a:gd name="connsiteX19" fmla="*/ 902274 w 1534151"/>
                <a:gd name="connsiteY19" fmla="*/ 1310763 h 3041417"/>
                <a:gd name="connsiteX20" fmla="*/ 911799 w 1534151"/>
                <a:gd name="connsiteY20" fmla="*/ 1758438 h 3041417"/>
                <a:gd name="connsiteX21" fmla="*/ 1159449 w 1534151"/>
                <a:gd name="connsiteY21" fmla="*/ 2075938 h 3041417"/>
                <a:gd name="connsiteX22" fmla="*/ 1480124 w 1534151"/>
                <a:gd name="connsiteY22" fmla="*/ 2282313 h 3041417"/>
                <a:gd name="connsiteX23" fmla="*/ 1534099 w 1534151"/>
                <a:gd name="connsiteY23" fmla="*/ 2587113 h 3041417"/>
                <a:gd name="connsiteX24" fmla="*/ 1486474 w 1534151"/>
                <a:gd name="connsiteY24" fmla="*/ 2307713 h 3041417"/>
                <a:gd name="connsiteX25" fmla="*/ 1330899 w 1534151"/>
                <a:gd name="connsiteY25" fmla="*/ 2202938 h 3041417"/>
                <a:gd name="connsiteX26" fmla="*/ 1146749 w 1534151"/>
                <a:gd name="connsiteY26" fmla="*/ 2082288 h 3041417"/>
                <a:gd name="connsiteX27" fmla="*/ 832424 w 1534151"/>
                <a:gd name="connsiteY27" fmla="*/ 2129913 h 3041417"/>
                <a:gd name="connsiteX28" fmla="*/ 667324 w 1534151"/>
                <a:gd name="connsiteY28" fmla="*/ 2472813 h 3041417"/>
                <a:gd name="connsiteX29" fmla="*/ 660974 w 1534151"/>
                <a:gd name="connsiteY29" fmla="*/ 2866513 h 3041417"/>
                <a:gd name="connsiteX30" fmla="*/ 718124 w 1534151"/>
                <a:gd name="connsiteY30" fmla="*/ 2990338 h 3041417"/>
                <a:gd name="connsiteX31" fmla="*/ 622874 w 1534151"/>
                <a:gd name="connsiteY31" fmla="*/ 2980813 h 3041417"/>
                <a:gd name="connsiteX32" fmla="*/ 689549 w 1534151"/>
                <a:gd name="connsiteY32" fmla="*/ 2272788 h 3041417"/>
                <a:gd name="connsiteX33" fmla="*/ 616524 w 1534151"/>
                <a:gd name="connsiteY33" fmla="*/ 2120387 h 3041417"/>
                <a:gd name="connsiteX34" fmla="*/ 857824 w 1534151"/>
                <a:gd name="connsiteY34" fmla="*/ 2015612 h 3041417"/>
                <a:gd name="connsiteX35" fmla="*/ 794324 w 1534151"/>
                <a:gd name="connsiteY35" fmla="*/ 1815588 h 3041417"/>
                <a:gd name="connsiteX36" fmla="*/ 527624 w 1534151"/>
                <a:gd name="connsiteY36" fmla="*/ 1869563 h 3041417"/>
                <a:gd name="connsiteX37" fmla="*/ 502224 w 1534151"/>
                <a:gd name="connsiteY37" fmla="*/ 1764788 h 3041417"/>
                <a:gd name="connsiteX38" fmla="*/ 797499 w 1534151"/>
                <a:gd name="connsiteY38" fmla="*/ 1771138 h 3041417"/>
                <a:gd name="connsiteX39" fmla="*/ 791149 w 1534151"/>
                <a:gd name="connsiteY39" fmla="*/ 1367913 h 3041417"/>
                <a:gd name="connsiteX40" fmla="*/ 645099 w 1534151"/>
                <a:gd name="connsiteY40" fmla="*/ 1132963 h 3041417"/>
                <a:gd name="connsiteX41" fmla="*/ 524449 w 1534151"/>
                <a:gd name="connsiteY41" fmla="*/ 1339338 h 3041417"/>
                <a:gd name="connsiteX42" fmla="*/ 400624 w 1534151"/>
                <a:gd name="connsiteY42" fmla="*/ 1590163 h 3041417"/>
                <a:gd name="connsiteX0" fmla="*/ 400624 w 1534151"/>
                <a:gd name="connsiteY0" fmla="*/ 1590163 h 3041417"/>
                <a:gd name="connsiteX1" fmla="*/ 232349 w 1534151"/>
                <a:gd name="connsiteY1" fmla="*/ 1691762 h 3041417"/>
                <a:gd name="connsiteX2" fmla="*/ 352999 w 1534151"/>
                <a:gd name="connsiteY2" fmla="*/ 1218687 h 3041417"/>
                <a:gd name="connsiteX3" fmla="*/ 146624 w 1534151"/>
                <a:gd name="connsiteY3" fmla="*/ 732913 h 3041417"/>
                <a:gd name="connsiteX4" fmla="*/ 3749 w 1534151"/>
                <a:gd name="connsiteY4" fmla="*/ 428113 h 3041417"/>
                <a:gd name="connsiteX5" fmla="*/ 51374 w 1534151"/>
                <a:gd name="connsiteY5" fmla="*/ 415413 h 3041417"/>
                <a:gd name="connsiteX6" fmla="*/ 156149 w 1534151"/>
                <a:gd name="connsiteY6" fmla="*/ 694813 h 3041417"/>
                <a:gd name="connsiteX7" fmla="*/ 365699 w 1534151"/>
                <a:gd name="connsiteY7" fmla="*/ 777363 h 3041417"/>
                <a:gd name="connsiteX8" fmla="*/ 632399 w 1534151"/>
                <a:gd name="connsiteY8" fmla="*/ 631313 h 3041417"/>
                <a:gd name="connsiteX9" fmla="*/ 835599 w 1534151"/>
                <a:gd name="connsiteY9" fmla="*/ 288413 h 3041417"/>
                <a:gd name="connsiteX10" fmla="*/ 965774 w 1534151"/>
                <a:gd name="connsiteY10" fmla="*/ 47113 h 3041417"/>
                <a:gd name="connsiteX11" fmla="*/ 1102299 w 1534151"/>
                <a:gd name="connsiteY11" fmla="*/ 2663 h 3041417"/>
                <a:gd name="connsiteX12" fmla="*/ 1219774 w 1534151"/>
                <a:gd name="connsiteY12" fmla="*/ 88388 h 3041417"/>
                <a:gd name="connsiteX13" fmla="*/ 921324 w 1534151"/>
                <a:gd name="connsiteY13" fmla="*/ 288413 h 3041417"/>
                <a:gd name="connsiteX14" fmla="*/ 600649 w 1534151"/>
                <a:gd name="connsiteY14" fmla="*/ 656713 h 3041417"/>
                <a:gd name="connsiteX15" fmla="*/ 597474 w 1534151"/>
                <a:gd name="connsiteY15" fmla="*/ 974213 h 3041417"/>
                <a:gd name="connsiteX16" fmla="*/ 867349 w 1534151"/>
                <a:gd name="connsiteY16" fmla="*/ 1263138 h 3041417"/>
                <a:gd name="connsiteX17" fmla="*/ 1337249 w 1534151"/>
                <a:gd name="connsiteY17" fmla="*/ 1091688 h 3041417"/>
                <a:gd name="connsiteX18" fmla="*/ 1521399 w 1534151"/>
                <a:gd name="connsiteY18" fmla="*/ 1126613 h 3041417"/>
                <a:gd name="connsiteX19" fmla="*/ 1368999 w 1534151"/>
                <a:gd name="connsiteY19" fmla="*/ 1225038 h 3041417"/>
                <a:gd name="connsiteX20" fmla="*/ 902274 w 1534151"/>
                <a:gd name="connsiteY20" fmla="*/ 1310763 h 3041417"/>
                <a:gd name="connsiteX21" fmla="*/ 911799 w 1534151"/>
                <a:gd name="connsiteY21" fmla="*/ 1758438 h 3041417"/>
                <a:gd name="connsiteX22" fmla="*/ 1159449 w 1534151"/>
                <a:gd name="connsiteY22" fmla="*/ 2075938 h 3041417"/>
                <a:gd name="connsiteX23" fmla="*/ 1480124 w 1534151"/>
                <a:gd name="connsiteY23" fmla="*/ 2282313 h 3041417"/>
                <a:gd name="connsiteX24" fmla="*/ 1534099 w 1534151"/>
                <a:gd name="connsiteY24" fmla="*/ 2587113 h 3041417"/>
                <a:gd name="connsiteX25" fmla="*/ 1486474 w 1534151"/>
                <a:gd name="connsiteY25" fmla="*/ 2307713 h 3041417"/>
                <a:gd name="connsiteX26" fmla="*/ 1330899 w 1534151"/>
                <a:gd name="connsiteY26" fmla="*/ 2202938 h 3041417"/>
                <a:gd name="connsiteX27" fmla="*/ 1146749 w 1534151"/>
                <a:gd name="connsiteY27" fmla="*/ 2082288 h 3041417"/>
                <a:gd name="connsiteX28" fmla="*/ 832424 w 1534151"/>
                <a:gd name="connsiteY28" fmla="*/ 2129913 h 3041417"/>
                <a:gd name="connsiteX29" fmla="*/ 667324 w 1534151"/>
                <a:gd name="connsiteY29" fmla="*/ 2472813 h 3041417"/>
                <a:gd name="connsiteX30" fmla="*/ 660974 w 1534151"/>
                <a:gd name="connsiteY30" fmla="*/ 2866513 h 3041417"/>
                <a:gd name="connsiteX31" fmla="*/ 718124 w 1534151"/>
                <a:gd name="connsiteY31" fmla="*/ 2990338 h 3041417"/>
                <a:gd name="connsiteX32" fmla="*/ 622874 w 1534151"/>
                <a:gd name="connsiteY32" fmla="*/ 2980813 h 3041417"/>
                <a:gd name="connsiteX33" fmla="*/ 689549 w 1534151"/>
                <a:gd name="connsiteY33" fmla="*/ 2272788 h 3041417"/>
                <a:gd name="connsiteX34" fmla="*/ 616524 w 1534151"/>
                <a:gd name="connsiteY34" fmla="*/ 2120387 h 3041417"/>
                <a:gd name="connsiteX35" fmla="*/ 857824 w 1534151"/>
                <a:gd name="connsiteY35" fmla="*/ 2015612 h 3041417"/>
                <a:gd name="connsiteX36" fmla="*/ 794324 w 1534151"/>
                <a:gd name="connsiteY36" fmla="*/ 1815588 h 3041417"/>
                <a:gd name="connsiteX37" fmla="*/ 527624 w 1534151"/>
                <a:gd name="connsiteY37" fmla="*/ 1869563 h 3041417"/>
                <a:gd name="connsiteX38" fmla="*/ 502224 w 1534151"/>
                <a:gd name="connsiteY38" fmla="*/ 1764788 h 3041417"/>
                <a:gd name="connsiteX39" fmla="*/ 797499 w 1534151"/>
                <a:gd name="connsiteY39" fmla="*/ 1771138 h 3041417"/>
                <a:gd name="connsiteX40" fmla="*/ 791149 w 1534151"/>
                <a:gd name="connsiteY40" fmla="*/ 1367913 h 3041417"/>
                <a:gd name="connsiteX41" fmla="*/ 645099 w 1534151"/>
                <a:gd name="connsiteY41" fmla="*/ 1132963 h 3041417"/>
                <a:gd name="connsiteX42" fmla="*/ 524449 w 1534151"/>
                <a:gd name="connsiteY42" fmla="*/ 1339338 h 3041417"/>
                <a:gd name="connsiteX43" fmla="*/ 400624 w 1534151"/>
                <a:gd name="connsiteY43" fmla="*/ 1590163 h 3041417"/>
                <a:gd name="connsiteX0" fmla="*/ 400624 w 1534151"/>
                <a:gd name="connsiteY0" fmla="*/ 1590163 h 3041417"/>
                <a:gd name="connsiteX1" fmla="*/ 232349 w 1534151"/>
                <a:gd name="connsiteY1" fmla="*/ 1691762 h 3041417"/>
                <a:gd name="connsiteX2" fmla="*/ 375224 w 1534151"/>
                <a:gd name="connsiteY2" fmla="*/ 1205987 h 3041417"/>
                <a:gd name="connsiteX3" fmla="*/ 146624 w 1534151"/>
                <a:gd name="connsiteY3" fmla="*/ 732913 h 3041417"/>
                <a:gd name="connsiteX4" fmla="*/ 3749 w 1534151"/>
                <a:gd name="connsiteY4" fmla="*/ 428113 h 3041417"/>
                <a:gd name="connsiteX5" fmla="*/ 51374 w 1534151"/>
                <a:gd name="connsiteY5" fmla="*/ 415413 h 3041417"/>
                <a:gd name="connsiteX6" fmla="*/ 156149 w 1534151"/>
                <a:gd name="connsiteY6" fmla="*/ 694813 h 3041417"/>
                <a:gd name="connsiteX7" fmla="*/ 365699 w 1534151"/>
                <a:gd name="connsiteY7" fmla="*/ 777363 h 3041417"/>
                <a:gd name="connsiteX8" fmla="*/ 632399 w 1534151"/>
                <a:gd name="connsiteY8" fmla="*/ 631313 h 3041417"/>
                <a:gd name="connsiteX9" fmla="*/ 835599 w 1534151"/>
                <a:gd name="connsiteY9" fmla="*/ 288413 h 3041417"/>
                <a:gd name="connsiteX10" fmla="*/ 965774 w 1534151"/>
                <a:gd name="connsiteY10" fmla="*/ 47113 h 3041417"/>
                <a:gd name="connsiteX11" fmla="*/ 1102299 w 1534151"/>
                <a:gd name="connsiteY11" fmla="*/ 2663 h 3041417"/>
                <a:gd name="connsiteX12" fmla="*/ 1219774 w 1534151"/>
                <a:gd name="connsiteY12" fmla="*/ 88388 h 3041417"/>
                <a:gd name="connsiteX13" fmla="*/ 921324 w 1534151"/>
                <a:gd name="connsiteY13" fmla="*/ 288413 h 3041417"/>
                <a:gd name="connsiteX14" fmla="*/ 600649 w 1534151"/>
                <a:gd name="connsiteY14" fmla="*/ 656713 h 3041417"/>
                <a:gd name="connsiteX15" fmla="*/ 597474 w 1534151"/>
                <a:gd name="connsiteY15" fmla="*/ 974213 h 3041417"/>
                <a:gd name="connsiteX16" fmla="*/ 867349 w 1534151"/>
                <a:gd name="connsiteY16" fmla="*/ 1263138 h 3041417"/>
                <a:gd name="connsiteX17" fmla="*/ 1337249 w 1534151"/>
                <a:gd name="connsiteY17" fmla="*/ 1091688 h 3041417"/>
                <a:gd name="connsiteX18" fmla="*/ 1521399 w 1534151"/>
                <a:gd name="connsiteY18" fmla="*/ 1126613 h 3041417"/>
                <a:gd name="connsiteX19" fmla="*/ 1368999 w 1534151"/>
                <a:gd name="connsiteY19" fmla="*/ 1225038 h 3041417"/>
                <a:gd name="connsiteX20" fmla="*/ 902274 w 1534151"/>
                <a:gd name="connsiteY20" fmla="*/ 1310763 h 3041417"/>
                <a:gd name="connsiteX21" fmla="*/ 911799 w 1534151"/>
                <a:gd name="connsiteY21" fmla="*/ 1758438 h 3041417"/>
                <a:gd name="connsiteX22" fmla="*/ 1159449 w 1534151"/>
                <a:gd name="connsiteY22" fmla="*/ 2075938 h 3041417"/>
                <a:gd name="connsiteX23" fmla="*/ 1480124 w 1534151"/>
                <a:gd name="connsiteY23" fmla="*/ 2282313 h 3041417"/>
                <a:gd name="connsiteX24" fmla="*/ 1534099 w 1534151"/>
                <a:gd name="connsiteY24" fmla="*/ 2587113 h 3041417"/>
                <a:gd name="connsiteX25" fmla="*/ 1486474 w 1534151"/>
                <a:gd name="connsiteY25" fmla="*/ 2307713 h 3041417"/>
                <a:gd name="connsiteX26" fmla="*/ 1330899 w 1534151"/>
                <a:gd name="connsiteY26" fmla="*/ 2202938 h 3041417"/>
                <a:gd name="connsiteX27" fmla="*/ 1146749 w 1534151"/>
                <a:gd name="connsiteY27" fmla="*/ 2082288 h 3041417"/>
                <a:gd name="connsiteX28" fmla="*/ 832424 w 1534151"/>
                <a:gd name="connsiteY28" fmla="*/ 2129913 h 3041417"/>
                <a:gd name="connsiteX29" fmla="*/ 667324 w 1534151"/>
                <a:gd name="connsiteY29" fmla="*/ 2472813 h 3041417"/>
                <a:gd name="connsiteX30" fmla="*/ 660974 w 1534151"/>
                <a:gd name="connsiteY30" fmla="*/ 2866513 h 3041417"/>
                <a:gd name="connsiteX31" fmla="*/ 718124 w 1534151"/>
                <a:gd name="connsiteY31" fmla="*/ 2990338 h 3041417"/>
                <a:gd name="connsiteX32" fmla="*/ 622874 w 1534151"/>
                <a:gd name="connsiteY32" fmla="*/ 2980813 h 3041417"/>
                <a:gd name="connsiteX33" fmla="*/ 689549 w 1534151"/>
                <a:gd name="connsiteY33" fmla="*/ 2272788 h 3041417"/>
                <a:gd name="connsiteX34" fmla="*/ 616524 w 1534151"/>
                <a:gd name="connsiteY34" fmla="*/ 2120387 h 3041417"/>
                <a:gd name="connsiteX35" fmla="*/ 857824 w 1534151"/>
                <a:gd name="connsiteY35" fmla="*/ 2015612 h 3041417"/>
                <a:gd name="connsiteX36" fmla="*/ 794324 w 1534151"/>
                <a:gd name="connsiteY36" fmla="*/ 1815588 h 3041417"/>
                <a:gd name="connsiteX37" fmla="*/ 527624 w 1534151"/>
                <a:gd name="connsiteY37" fmla="*/ 1869563 h 3041417"/>
                <a:gd name="connsiteX38" fmla="*/ 502224 w 1534151"/>
                <a:gd name="connsiteY38" fmla="*/ 1764788 h 3041417"/>
                <a:gd name="connsiteX39" fmla="*/ 797499 w 1534151"/>
                <a:gd name="connsiteY39" fmla="*/ 1771138 h 3041417"/>
                <a:gd name="connsiteX40" fmla="*/ 791149 w 1534151"/>
                <a:gd name="connsiteY40" fmla="*/ 1367913 h 3041417"/>
                <a:gd name="connsiteX41" fmla="*/ 645099 w 1534151"/>
                <a:gd name="connsiteY41" fmla="*/ 1132963 h 3041417"/>
                <a:gd name="connsiteX42" fmla="*/ 524449 w 1534151"/>
                <a:gd name="connsiteY42" fmla="*/ 1339338 h 3041417"/>
                <a:gd name="connsiteX43" fmla="*/ 400624 w 1534151"/>
                <a:gd name="connsiteY43" fmla="*/ 1590163 h 3041417"/>
                <a:gd name="connsiteX0" fmla="*/ 400624 w 1534151"/>
                <a:gd name="connsiteY0" fmla="*/ 1590163 h 3041417"/>
                <a:gd name="connsiteX1" fmla="*/ 232349 w 1534151"/>
                <a:gd name="connsiteY1" fmla="*/ 1691762 h 3041417"/>
                <a:gd name="connsiteX2" fmla="*/ 359349 w 1534151"/>
                <a:gd name="connsiteY2" fmla="*/ 1129787 h 3041417"/>
                <a:gd name="connsiteX3" fmla="*/ 146624 w 1534151"/>
                <a:gd name="connsiteY3" fmla="*/ 732913 h 3041417"/>
                <a:gd name="connsiteX4" fmla="*/ 3749 w 1534151"/>
                <a:gd name="connsiteY4" fmla="*/ 428113 h 3041417"/>
                <a:gd name="connsiteX5" fmla="*/ 51374 w 1534151"/>
                <a:gd name="connsiteY5" fmla="*/ 415413 h 3041417"/>
                <a:gd name="connsiteX6" fmla="*/ 156149 w 1534151"/>
                <a:gd name="connsiteY6" fmla="*/ 694813 h 3041417"/>
                <a:gd name="connsiteX7" fmla="*/ 365699 w 1534151"/>
                <a:gd name="connsiteY7" fmla="*/ 777363 h 3041417"/>
                <a:gd name="connsiteX8" fmla="*/ 632399 w 1534151"/>
                <a:gd name="connsiteY8" fmla="*/ 631313 h 3041417"/>
                <a:gd name="connsiteX9" fmla="*/ 835599 w 1534151"/>
                <a:gd name="connsiteY9" fmla="*/ 288413 h 3041417"/>
                <a:gd name="connsiteX10" fmla="*/ 965774 w 1534151"/>
                <a:gd name="connsiteY10" fmla="*/ 47113 h 3041417"/>
                <a:gd name="connsiteX11" fmla="*/ 1102299 w 1534151"/>
                <a:gd name="connsiteY11" fmla="*/ 2663 h 3041417"/>
                <a:gd name="connsiteX12" fmla="*/ 1219774 w 1534151"/>
                <a:gd name="connsiteY12" fmla="*/ 88388 h 3041417"/>
                <a:gd name="connsiteX13" fmla="*/ 921324 w 1534151"/>
                <a:gd name="connsiteY13" fmla="*/ 288413 h 3041417"/>
                <a:gd name="connsiteX14" fmla="*/ 600649 w 1534151"/>
                <a:gd name="connsiteY14" fmla="*/ 656713 h 3041417"/>
                <a:gd name="connsiteX15" fmla="*/ 597474 w 1534151"/>
                <a:gd name="connsiteY15" fmla="*/ 974213 h 3041417"/>
                <a:gd name="connsiteX16" fmla="*/ 867349 w 1534151"/>
                <a:gd name="connsiteY16" fmla="*/ 1263138 h 3041417"/>
                <a:gd name="connsiteX17" fmla="*/ 1337249 w 1534151"/>
                <a:gd name="connsiteY17" fmla="*/ 1091688 h 3041417"/>
                <a:gd name="connsiteX18" fmla="*/ 1521399 w 1534151"/>
                <a:gd name="connsiteY18" fmla="*/ 1126613 h 3041417"/>
                <a:gd name="connsiteX19" fmla="*/ 1368999 w 1534151"/>
                <a:gd name="connsiteY19" fmla="*/ 1225038 h 3041417"/>
                <a:gd name="connsiteX20" fmla="*/ 902274 w 1534151"/>
                <a:gd name="connsiteY20" fmla="*/ 1310763 h 3041417"/>
                <a:gd name="connsiteX21" fmla="*/ 911799 w 1534151"/>
                <a:gd name="connsiteY21" fmla="*/ 1758438 h 3041417"/>
                <a:gd name="connsiteX22" fmla="*/ 1159449 w 1534151"/>
                <a:gd name="connsiteY22" fmla="*/ 2075938 h 3041417"/>
                <a:gd name="connsiteX23" fmla="*/ 1480124 w 1534151"/>
                <a:gd name="connsiteY23" fmla="*/ 2282313 h 3041417"/>
                <a:gd name="connsiteX24" fmla="*/ 1534099 w 1534151"/>
                <a:gd name="connsiteY24" fmla="*/ 2587113 h 3041417"/>
                <a:gd name="connsiteX25" fmla="*/ 1486474 w 1534151"/>
                <a:gd name="connsiteY25" fmla="*/ 2307713 h 3041417"/>
                <a:gd name="connsiteX26" fmla="*/ 1330899 w 1534151"/>
                <a:gd name="connsiteY26" fmla="*/ 2202938 h 3041417"/>
                <a:gd name="connsiteX27" fmla="*/ 1146749 w 1534151"/>
                <a:gd name="connsiteY27" fmla="*/ 2082288 h 3041417"/>
                <a:gd name="connsiteX28" fmla="*/ 832424 w 1534151"/>
                <a:gd name="connsiteY28" fmla="*/ 2129913 h 3041417"/>
                <a:gd name="connsiteX29" fmla="*/ 667324 w 1534151"/>
                <a:gd name="connsiteY29" fmla="*/ 2472813 h 3041417"/>
                <a:gd name="connsiteX30" fmla="*/ 660974 w 1534151"/>
                <a:gd name="connsiteY30" fmla="*/ 2866513 h 3041417"/>
                <a:gd name="connsiteX31" fmla="*/ 718124 w 1534151"/>
                <a:gd name="connsiteY31" fmla="*/ 2990338 h 3041417"/>
                <a:gd name="connsiteX32" fmla="*/ 622874 w 1534151"/>
                <a:gd name="connsiteY32" fmla="*/ 2980813 h 3041417"/>
                <a:gd name="connsiteX33" fmla="*/ 689549 w 1534151"/>
                <a:gd name="connsiteY33" fmla="*/ 2272788 h 3041417"/>
                <a:gd name="connsiteX34" fmla="*/ 616524 w 1534151"/>
                <a:gd name="connsiteY34" fmla="*/ 2120387 h 3041417"/>
                <a:gd name="connsiteX35" fmla="*/ 857824 w 1534151"/>
                <a:gd name="connsiteY35" fmla="*/ 2015612 h 3041417"/>
                <a:gd name="connsiteX36" fmla="*/ 794324 w 1534151"/>
                <a:gd name="connsiteY36" fmla="*/ 1815588 h 3041417"/>
                <a:gd name="connsiteX37" fmla="*/ 527624 w 1534151"/>
                <a:gd name="connsiteY37" fmla="*/ 1869563 h 3041417"/>
                <a:gd name="connsiteX38" fmla="*/ 502224 w 1534151"/>
                <a:gd name="connsiteY38" fmla="*/ 1764788 h 3041417"/>
                <a:gd name="connsiteX39" fmla="*/ 797499 w 1534151"/>
                <a:gd name="connsiteY39" fmla="*/ 1771138 h 3041417"/>
                <a:gd name="connsiteX40" fmla="*/ 791149 w 1534151"/>
                <a:gd name="connsiteY40" fmla="*/ 1367913 h 3041417"/>
                <a:gd name="connsiteX41" fmla="*/ 645099 w 1534151"/>
                <a:gd name="connsiteY41" fmla="*/ 1132963 h 3041417"/>
                <a:gd name="connsiteX42" fmla="*/ 524449 w 1534151"/>
                <a:gd name="connsiteY42" fmla="*/ 1339338 h 3041417"/>
                <a:gd name="connsiteX43" fmla="*/ 400624 w 1534151"/>
                <a:gd name="connsiteY43" fmla="*/ 1590163 h 3041417"/>
                <a:gd name="connsiteX0" fmla="*/ 400624 w 1534151"/>
                <a:gd name="connsiteY0" fmla="*/ 1590163 h 3041417"/>
                <a:gd name="connsiteX1" fmla="*/ 264099 w 1534151"/>
                <a:gd name="connsiteY1" fmla="*/ 1688587 h 3041417"/>
                <a:gd name="connsiteX2" fmla="*/ 359349 w 1534151"/>
                <a:gd name="connsiteY2" fmla="*/ 1129787 h 3041417"/>
                <a:gd name="connsiteX3" fmla="*/ 146624 w 1534151"/>
                <a:gd name="connsiteY3" fmla="*/ 732913 h 3041417"/>
                <a:gd name="connsiteX4" fmla="*/ 3749 w 1534151"/>
                <a:gd name="connsiteY4" fmla="*/ 428113 h 3041417"/>
                <a:gd name="connsiteX5" fmla="*/ 51374 w 1534151"/>
                <a:gd name="connsiteY5" fmla="*/ 415413 h 3041417"/>
                <a:gd name="connsiteX6" fmla="*/ 156149 w 1534151"/>
                <a:gd name="connsiteY6" fmla="*/ 694813 h 3041417"/>
                <a:gd name="connsiteX7" fmla="*/ 365699 w 1534151"/>
                <a:gd name="connsiteY7" fmla="*/ 777363 h 3041417"/>
                <a:gd name="connsiteX8" fmla="*/ 632399 w 1534151"/>
                <a:gd name="connsiteY8" fmla="*/ 631313 h 3041417"/>
                <a:gd name="connsiteX9" fmla="*/ 835599 w 1534151"/>
                <a:gd name="connsiteY9" fmla="*/ 288413 h 3041417"/>
                <a:gd name="connsiteX10" fmla="*/ 965774 w 1534151"/>
                <a:gd name="connsiteY10" fmla="*/ 47113 h 3041417"/>
                <a:gd name="connsiteX11" fmla="*/ 1102299 w 1534151"/>
                <a:gd name="connsiteY11" fmla="*/ 2663 h 3041417"/>
                <a:gd name="connsiteX12" fmla="*/ 1219774 w 1534151"/>
                <a:gd name="connsiteY12" fmla="*/ 88388 h 3041417"/>
                <a:gd name="connsiteX13" fmla="*/ 921324 w 1534151"/>
                <a:gd name="connsiteY13" fmla="*/ 288413 h 3041417"/>
                <a:gd name="connsiteX14" fmla="*/ 600649 w 1534151"/>
                <a:gd name="connsiteY14" fmla="*/ 656713 h 3041417"/>
                <a:gd name="connsiteX15" fmla="*/ 597474 w 1534151"/>
                <a:gd name="connsiteY15" fmla="*/ 974213 h 3041417"/>
                <a:gd name="connsiteX16" fmla="*/ 867349 w 1534151"/>
                <a:gd name="connsiteY16" fmla="*/ 1263138 h 3041417"/>
                <a:gd name="connsiteX17" fmla="*/ 1337249 w 1534151"/>
                <a:gd name="connsiteY17" fmla="*/ 1091688 h 3041417"/>
                <a:gd name="connsiteX18" fmla="*/ 1521399 w 1534151"/>
                <a:gd name="connsiteY18" fmla="*/ 1126613 h 3041417"/>
                <a:gd name="connsiteX19" fmla="*/ 1368999 w 1534151"/>
                <a:gd name="connsiteY19" fmla="*/ 1225038 h 3041417"/>
                <a:gd name="connsiteX20" fmla="*/ 902274 w 1534151"/>
                <a:gd name="connsiteY20" fmla="*/ 1310763 h 3041417"/>
                <a:gd name="connsiteX21" fmla="*/ 911799 w 1534151"/>
                <a:gd name="connsiteY21" fmla="*/ 1758438 h 3041417"/>
                <a:gd name="connsiteX22" fmla="*/ 1159449 w 1534151"/>
                <a:gd name="connsiteY22" fmla="*/ 2075938 h 3041417"/>
                <a:gd name="connsiteX23" fmla="*/ 1480124 w 1534151"/>
                <a:gd name="connsiteY23" fmla="*/ 2282313 h 3041417"/>
                <a:gd name="connsiteX24" fmla="*/ 1534099 w 1534151"/>
                <a:gd name="connsiteY24" fmla="*/ 2587113 h 3041417"/>
                <a:gd name="connsiteX25" fmla="*/ 1486474 w 1534151"/>
                <a:gd name="connsiteY25" fmla="*/ 2307713 h 3041417"/>
                <a:gd name="connsiteX26" fmla="*/ 1330899 w 1534151"/>
                <a:gd name="connsiteY26" fmla="*/ 2202938 h 3041417"/>
                <a:gd name="connsiteX27" fmla="*/ 1146749 w 1534151"/>
                <a:gd name="connsiteY27" fmla="*/ 2082288 h 3041417"/>
                <a:gd name="connsiteX28" fmla="*/ 832424 w 1534151"/>
                <a:gd name="connsiteY28" fmla="*/ 2129913 h 3041417"/>
                <a:gd name="connsiteX29" fmla="*/ 667324 w 1534151"/>
                <a:gd name="connsiteY29" fmla="*/ 2472813 h 3041417"/>
                <a:gd name="connsiteX30" fmla="*/ 660974 w 1534151"/>
                <a:gd name="connsiteY30" fmla="*/ 2866513 h 3041417"/>
                <a:gd name="connsiteX31" fmla="*/ 718124 w 1534151"/>
                <a:gd name="connsiteY31" fmla="*/ 2990338 h 3041417"/>
                <a:gd name="connsiteX32" fmla="*/ 622874 w 1534151"/>
                <a:gd name="connsiteY32" fmla="*/ 2980813 h 3041417"/>
                <a:gd name="connsiteX33" fmla="*/ 689549 w 1534151"/>
                <a:gd name="connsiteY33" fmla="*/ 2272788 h 3041417"/>
                <a:gd name="connsiteX34" fmla="*/ 616524 w 1534151"/>
                <a:gd name="connsiteY34" fmla="*/ 2120387 h 3041417"/>
                <a:gd name="connsiteX35" fmla="*/ 857824 w 1534151"/>
                <a:gd name="connsiteY35" fmla="*/ 2015612 h 3041417"/>
                <a:gd name="connsiteX36" fmla="*/ 794324 w 1534151"/>
                <a:gd name="connsiteY36" fmla="*/ 1815588 h 3041417"/>
                <a:gd name="connsiteX37" fmla="*/ 527624 w 1534151"/>
                <a:gd name="connsiteY37" fmla="*/ 1869563 h 3041417"/>
                <a:gd name="connsiteX38" fmla="*/ 502224 w 1534151"/>
                <a:gd name="connsiteY38" fmla="*/ 1764788 h 3041417"/>
                <a:gd name="connsiteX39" fmla="*/ 797499 w 1534151"/>
                <a:gd name="connsiteY39" fmla="*/ 1771138 h 3041417"/>
                <a:gd name="connsiteX40" fmla="*/ 791149 w 1534151"/>
                <a:gd name="connsiteY40" fmla="*/ 1367913 h 3041417"/>
                <a:gd name="connsiteX41" fmla="*/ 645099 w 1534151"/>
                <a:gd name="connsiteY41" fmla="*/ 1132963 h 3041417"/>
                <a:gd name="connsiteX42" fmla="*/ 524449 w 1534151"/>
                <a:gd name="connsiteY42" fmla="*/ 1339338 h 3041417"/>
                <a:gd name="connsiteX43" fmla="*/ 400624 w 1534151"/>
                <a:gd name="connsiteY43" fmla="*/ 1590163 h 3041417"/>
                <a:gd name="connsiteX0" fmla="*/ 400624 w 1534151"/>
                <a:gd name="connsiteY0" fmla="*/ 1590163 h 3041417"/>
                <a:gd name="connsiteX1" fmla="*/ 264099 w 1534151"/>
                <a:gd name="connsiteY1" fmla="*/ 1688587 h 3041417"/>
                <a:gd name="connsiteX2" fmla="*/ 359349 w 1534151"/>
                <a:gd name="connsiteY2" fmla="*/ 1129787 h 3041417"/>
                <a:gd name="connsiteX3" fmla="*/ 146624 w 1534151"/>
                <a:gd name="connsiteY3" fmla="*/ 732913 h 3041417"/>
                <a:gd name="connsiteX4" fmla="*/ 3749 w 1534151"/>
                <a:gd name="connsiteY4" fmla="*/ 428113 h 3041417"/>
                <a:gd name="connsiteX5" fmla="*/ 51374 w 1534151"/>
                <a:gd name="connsiteY5" fmla="*/ 415413 h 3041417"/>
                <a:gd name="connsiteX6" fmla="*/ 156149 w 1534151"/>
                <a:gd name="connsiteY6" fmla="*/ 694813 h 3041417"/>
                <a:gd name="connsiteX7" fmla="*/ 365699 w 1534151"/>
                <a:gd name="connsiteY7" fmla="*/ 777363 h 3041417"/>
                <a:gd name="connsiteX8" fmla="*/ 632399 w 1534151"/>
                <a:gd name="connsiteY8" fmla="*/ 631313 h 3041417"/>
                <a:gd name="connsiteX9" fmla="*/ 835599 w 1534151"/>
                <a:gd name="connsiteY9" fmla="*/ 288413 h 3041417"/>
                <a:gd name="connsiteX10" fmla="*/ 965774 w 1534151"/>
                <a:gd name="connsiteY10" fmla="*/ 47113 h 3041417"/>
                <a:gd name="connsiteX11" fmla="*/ 1102299 w 1534151"/>
                <a:gd name="connsiteY11" fmla="*/ 2663 h 3041417"/>
                <a:gd name="connsiteX12" fmla="*/ 1219774 w 1534151"/>
                <a:gd name="connsiteY12" fmla="*/ 88388 h 3041417"/>
                <a:gd name="connsiteX13" fmla="*/ 921324 w 1534151"/>
                <a:gd name="connsiteY13" fmla="*/ 288413 h 3041417"/>
                <a:gd name="connsiteX14" fmla="*/ 600649 w 1534151"/>
                <a:gd name="connsiteY14" fmla="*/ 656713 h 3041417"/>
                <a:gd name="connsiteX15" fmla="*/ 597474 w 1534151"/>
                <a:gd name="connsiteY15" fmla="*/ 974213 h 3041417"/>
                <a:gd name="connsiteX16" fmla="*/ 867349 w 1534151"/>
                <a:gd name="connsiteY16" fmla="*/ 1263138 h 3041417"/>
                <a:gd name="connsiteX17" fmla="*/ 1337249 w 1534151"/>
                <a:gd name="connsiteY17" fmla="*/ 1091688 h 3041417"/>
                <a:gd name="connsiteX18" fmla="*/ 1521399 w 1534151"/>
                <a:gd name="connsiteY18" fmla="*/ 1126613 h 3041417"/>
                <a:gd name="connsiteX19" fmla="*/ 1368999 w 1534151"/>
                <a:gd name="connsiteY19" fmla="*/ 1225038 h 3041417"/>
                <a:gd name="connsiteX20" fmla="*/ 902274 w 1534151"/>
                <a:gd name="connsiteY20" fmla="*/ 1310763 h 3041417"/>
                <a:gd name="connsiteX21" fmla="*/ 911799 w 1534151"/>
                <a:gd name="connsiteY21" fmla="*/ 1758438 h 3041417"/>
                <a:gd name="connsiteX22" fmla="*/ 1159449 w 1534151"/>
                <a:gd name="connsiteY22" fmla="*/ 2075938 h 3041417"/>
                <a:gd name="connsiteX23" fmla="*/ 1480124 w 1534151"/>
                <a:gd name="connsiteY23" fmla="*/ 2282313 h 3041417"/>
                <a:gd name="connsiteX24" fmla="*/ 1534099 w 1534151"/>
                <a:gd name="connsiteY24" fmla="*/ 2587113 h 3041417"/>
                <a:gd name="connsiteX25" fmla="*/ 1486474 w 1534151"/>
                <a:gd name="connsiteY25" fmla="*/ 2307713 h 3041417"/>
                <a:gd name="connsiteX26" fmla="*/ 1330899 w 1534151"/>
                <a:gd name="connsiteY26" fmla="*/ 2202938 h 3041417"/>
                <a:gd name="connsiteX27" fmla="*/ 1146749 w 1534151"/>
                <a:gd name="connsiteY27" fmla="*/ 2082288 h 3041417"/>
                <a:gd name="connsiteX28" fmla="*/ 832424 w 1534151"/>
                <a:gd name="connsiteY28" fmla="*/ 2129913 h 3041417"/>
                <a:gd name="connsiteX29" fmla="*/ 667324 w 1534151"/>
                <a:gd name="connsiteY29" fmla="*/ 2472813 h 3041417"/>
                <a:gd name="connsiteX30" fmla="*/ 660974 w 1534151"/>
                <a:gd name="connsiteY30" fmla="*/ 2866513 h 3041417"/>
                <a:gd name="connsiteX31" fmla="*/ 718124 w 1534151"/>
                <a:gd name="connsiteY31" fmla="*/ 2990338 h 3041417"/>
                <a:gd name="connsiteX32" fmla="*/ 622874 w 1534151"/>
                <a:gd name="connsiteY32" fmla="*/ 2980813 h 3041417"/>
                <a:gd name="connsiteX33" fmla="*/ 689549 w 1534151"/>
                <a:gd name="connsiteY33" fmla="*/ 2272788 h 3041417"/>
                <a:gd name="connsiteX34" fmla="*/ 616524 w 1534151"/>
                <a:gd name="connsiteY34" fmla="*/ 2120387 h 3041417"/>
                <a:gd name="connsiteX35" fmla="*/ 857824 w 1534151"/>
                <a:gd name="connsiteY35" fmla="*/ 2015612 h 3041417"/>
                <a:gd name="connsiteX36" fmla="*/ 794324 w 1534151"/>
                <a:gd name="connsiteY36" fmla="*/ 1815588 h 3041417"/>
                <a:gd name="connsiteX37" fmla="*/ 527624 w 1534151"/>
                <a:gd name="connsiteY37" fmla="*/ 1869563 h 3041417"/>
                <a:gd name="connsiteX38" fmla="*/ 502224 w 1534151"/>
                <a:gd name="connsiteY38" fmla="*/ 1764788 h 3041417"/>
                <a:gd name="connsiteX39" fmla="*/ 797499 w 1534151"/>
                <a:gd name="connsiteY39" fmla="*/ 1771138 h 3041417"/>
                <a:gd name="connsiteX40" fmla="*/ 791149 w 1534151"/>
                <a:gd name="connsiteY40" fmla="*/ 1367913 h 3041417"/>
                <a:gd name="connsiteX41" fmla="*/ 645099 w 1534151"/>
                <a:gd name="connsiteY41" fmla="*/ 1132963 h 3041417"/>
                <a:gd name="connsiteX42" fmla="*/ 524449 w 1534151"/>
                <a:gd name="connsiteY42" fmla="*/ 1339338 h 3041417"/>
                <a:gd name="connsiteX43" fmla="*/ 400624 w 1534151"/>
                <a:gd name="connsiteY43" fmla="*/ 1590163 h 3041417"/>
                <a:gd name="connsiteX0" fmla="*/ 400624 w 1534151"/>
                <a:gd name="connsiteY0" fmla="*/ 1590163 h 3041417"/>
                <a:gd name="connsiteX1" fmla="*/ 264099 w 1534151"/>
                <a:gd name="connsiteY1" fmla="*/ 1688587 h 3041417"/>
                <a:gd name="connsiteX2" fmla="*/ 359349 w 1534151"/>
                <a:gd name="connsiteY2" fmla="*/ 1129787 h 3041417"/>
                <a:gd name="connsiteX3" fmla="*/ 146624 w 1534151"/>
                <a:gd name="connsiteY3" fmla="*/ 732913 h 3041417"/>
                <a:gd name="connsiteX4" fmla="*/ 3749 w 1534151"/>
                <a:gd name="connsiteY4" fmla="*/ 428113 h 3041417"/>
                <a:gd name="connsiteX5" fmla="*/ 51374 w 1534151"/>
                <a:gd name="connsiteY5" fmla="*/ 415413 h 3041417"/>
                <a:gd name="connsiteX6" fmla="*/ 156149 w 1534151"/>
                <a:gd name="connsiteY6" fmla="*/ 694813 h 3041417"/>
                <a:gd name="connsiteX7" fmla="*/ 365699 w 1534151"/>
                <a:gd name="connsiteY7" fmla="*/ 777363 h 3041417"/>
                <a:gd name="connsiteX8" fmla="*/ 632399 w 1534151"/>
                <a:gd name="connsiteY8" fmla="*/ 631313 h 3041417"/>
                <a:gd name="connsiteX9" fmla="*/ 835599 w 1534151"/>
                <a:gd name="connsiteY9" fmla="*/ 288413 h 3041417"/>
                <a:gd name="connsiteX10" fmla="*/ 965774 w 1534151"/>
                <a:gd name="connsiteY10" fmla="*/ 47113 h 3041417"/>
                <a:gd name="connsiteX11" fmla="*/ 1102299 w 1534151"/>
                <a:gd name="connsiteY11" fmla="*/ 2663 h 3041417"/>
                <a:gd name="connsiteX12" fmla="*/ 1219774 w 1534151"/>
                <a:gd name="connsiteY12" fmla="*/ 88388 h 3041417"/>
                <a:gd name="connsiteX13" fmla="*/ 921324 w 1534151"/>
                <a:gd name="connsiteY13" fmla="*/ 288413 h 3041417"/>
                <a:gd name="connsiteX14" fmla="*/ 600649 w 1534151"/>
                <a:gd name="connsiteY14" fmla="*/ 656713 h 3041417"/>
                <a:gd name="connsiteX15" fmla="*/ 597474 w 1534151"/>
                <a:gd name="connsiteY15" fmla="*/ 974213 h 3041417"/>
                <a:gd name="connsiteX16" fmla="*/ 867349 w 1534151"/>
                <a:gd name="connsiteY16" fmla="*/ 1263138 h 3041417"/>
                <a:gd name="connsiteX17" fmla="*/ 1337249 w 1534151"/>
                <a:gd name="connsiteY17" fmla="*/ 1091688 h 3041417"/>
                <a:gd name="connsiteX18" fmla="*/ 1521399 w 1534151"/>
                <a:gd name="connsiteY18" fmla="*/ 1126613 h 3041417"/>
                <a:gd name="connsiteX19" fmla="*/ 1368999 w 1534151"/>
                <a:gd name="connsiteY19" fmla="*/ 1225038 h 3041417"/>
                <a:gd name="connsiteX20" fmla="*/ 902274 w 1534151"/>
                <a:gd name="connsiteY20" fmla="*/ 1310763 h 3041417"/>
                <a:gd name="connsiteX21" fmla="*/ 911799 w 1534151"/>
                <a:gd name="connsiteY21" fmla="*/ 1758438 h 3041417"/>
                <a:gd name="connsiteX22" fmla="*/ 1159449 w 1534151"/>
                <a:gd name="connsiteY22" fmla="*/ 2075938 h 3041417"/>
                <a:gd name="connsiteX23" fmla="*/ 1480124 w 1534151"/>
                <a:gd name="connsiteY23" fmla="*/ 2282313 h 3041417"/>
                <a:gd name="connsiteX24" fmla="*/ 1534099 w 1534151"/>
                <a:gd name="connsiteY24" fmla="*/ 2587113 h 3041417"/>
                <a:gd name="connsiteX25" fmla="*/ 1486474 w 1534151"/>
                <a:gd name="connsiteY25" fmla="*/ 2307713 h 3041417"/>
                <a:gd name="connsiteX26" fmla="*/ 1330899 w 1534151"/>
                <a:gd name="connsiteY26" fmla="*/ 2202938 h 3041417"/>
                <a:gd name="connsiteX27" fmla="*/ 1146749 w 1534151"/>
                <a:gd name="connsiteY27" fmla="*/ 2082288 h 3041417"/>
                <a:gd name="connsiteX28" fmla="*/ 832424 w 1534151"/>
                <a:gd name="connsiteY28" fmla="*/ 2129913 h 3041417"/>
                <a:gd name="connsiteX29" fmla="*/ 667324 w 1534151"/>
                <a:gd name="connsiteY29" fmla="*/ 2472813 h 3041417"/>
                <a:gd name="connsiteX30" fmla="*/ 660974 w 1534151"/>
                <a:gd name="connsiteY30" fmla="*/ 2866513 h 3041417"/>
                <a:gd name="connsiteX31" fmla="*/ 718124 w 1534151"/>
                <a:gd name="connsiteY31" fmla="*/ 2990338 h 3041417"/>
                <a:gd name="connsiteX32" fmla="*/ 622874 w 1534151"/>
                <a:gd name="connsiteY32" fmla="*/ 2980813 h 3041417"/>
                <a:gd name="connsiteX33" fmla="*/ 689549 w 1534151"/>
                <a:gd name="connsiteY33" fmla="*/ 2272788 h 3041417"/>
                <a:gd name="connsiteX34" fmla="*/ 616524 w 1534151"/>
                <a:gd name="connsiteY34" fmla="*/ 2120387 h 3041417"/>
                <a:gd name="connsiteX35" fmla="*/ 857824 w 1534151"/>
                <a:gd name="connsiteY35" fmla="*/ 2015612 h 3041417"/>
                <a:gd name="connsiteX36" fmla="*/ 794324 w 1534151"/>
                <a:gd name="connsiteY36" fmla="*/ 1815588 h 3041417"/>
                <a:gd name="connsiteX37" fmla="*/ 527624 w 1534151"/>
                <a:gd name="connsiteY37" fmla="*/ 1869563 h 3041417"/>
                <a:gd name="connsiteX38" fmla="*/ 502224 w 1534151"/>
                <a:gd name="connsiteY38" fmla="*/ 1764788 h 3041417"/>
                <a:gd name="connsiteX39" fmla="*/ 797499 w 1534151"/>
                <a:gd name="connsiteY39" fmla="*/ 1771138 h 3041417"/>
                <a:gd name="connsiteX40" fmla="*/ 791149 w 1534151"/>
                <a:gd name="connsiteY40" fmla="*/ 1367913 h 3041417"/>
                <a:gd name="connsiteX41" fmla="*/ 645099 w 1534151"/>
                <a:gd name="connsiteY41" fmla="*/ 1132963 h 3041417"/>
                <a:gd name="connsiteX42" fmla="*/ 524449 w 1534151"/>
                <a:gd name="connsiteY42" fmla="*/ 1339338 h 3041417"/>
                <a:gd name="connsiteX43" fmla="*/ 400624 w 1534151"/>
                <a:gd name="connsiteY43" fmla="*/ 1590163 h 3041417"/>
                <a:gd name="connsiteX0" fmla="*/ 400624 w 1534151"/>
                <a:gd name="connsiteY0" fmla="*/ 1590163 h 3041417"/>
                <a:gd name="connsiteX1" fmla="*/ 264099 w 1534151"/>
                <a:gd name="connsiteY1" fmla="*/ 1688587 h 3041417"/>
                <a:gd name="connsiteX2" fmla="*/ 359349 w 1534151"/>
                <a:gd name="connsiteY2" fmla="*/ 1129787 h 3041417"/>
                <a:gd name="connsiteX3" fmla="*/ 146624 w 1534151"/>
                <a:gd name="connsiteY3" fmla="*/ 732913 h 3041417"/>
                <a:gd name="connsiteX4" fmla="*/ 3749 w 1534151"/>
                <a:gd name="connsiteY4" fmla="*/ 428113 h 3041417"/>
                <a:gd name="connsiteX5" fmla="*/ 51374 w 1534151"/>
                <a:gd name="connsiteY5" fmla="*/ 415413 h 3041417"/>
                <a:gd name="connsiteX6" fmla="*/ 156149 w 1534151"/>
                <a:gd name="connsiteY6" fmla="*/ 694813 h 3041417"/>
                <a:gd name="connsiteX7" fmla="*/ 365699 w 1534151"/>
                <a:gd name="connsiteY7" fmla="*/ 777363 h 3041417"/>
                <a:gd name="connsiteX8" fmla="*/ 632399 w 1534151"/>
                <a:gd name="connsiteY8" fmla="*/ 631313 h 3041417"/>
                <a:gd name="connsiteX9" fmla="*/ 835599 w 1534151"/>
                <a:gd name="connsiteY9" fmla="*/ 288413 h 3041417"/>
                <a:gd name="connsiteX10" fmla="*/ 965774 w 1534151"/>
                <a:gd name="connsiteY10" fmla="*/ 47113 h 3041417"/>
                <a:gd name="connsiteX11" fmla="*/ 1102299 w 1534151"/>
                <a:gd name="connsiteY11" fmla="*/ 2663 h 3041417"/>
                <a:gd name="connsiteX12" fmla="*/ 1219774 w 1534151"/>
                <a:gd name="connsiteY12" fmla="*/ 88388 h 3041417"/>
                <a:gd name="connsiteX13" fmla="*/ 921324 w 1534151"/>
                <a:gd name="connsiteY13" fmla="*/ 288413 h 3041417"/>
                <a:gd name="connsiteX14" fmla="*/ 600649 w 1534151"/>
                <a:gd name="connsiteY14" fmla="*/ 656713 h 3041417"/>
                <a:gd name="connsiteX15" fmla="*/ 597474 w 1534151"/>
                <a:gd name="connsiteY15" fmla="*/ 974213 h 3041417"/>
                <a:gd name="connsiteX16" fmla="*/ 867349 w 1534151"/>
                <a:gd name="connsiteY16" fmla="*/ 1263138 h 3041417"/>
                <a:gd name="connsiteX17" fmla="*/ 1337249 w 1534151"/>
                <a:gd name="connsiteY17" fmla="*/ 1091688 h 3041417"/>
                <a:gd name="connsiteX18" fmla="*/ 1521399 w 1534151"/>
                <a:gd name="connsiteY18" fmla="*/ 1126613 h 3041417"/>
                <a:gd name="connsiteX19" fmla="*/ 1368999 w 1534151"/>
                <a:gd name="connsiteY19" fmla="*/ 1225038 h 3041417"/>
                <a:gd name="connsiteX20" fmla="*/ 902274 w 1534151"/>
                <a:gd name="connsiteY20" fmla="*/ 1310763 h 3041417"/>
                <a:gd name="connsiteX21" fmla="*/ 911799 w 1534151"/>
                <a:gd name="connsiteY21" fmla="*/ 1758438 h 3041417"/>
                <a:gd name="connsiteX22" fmla="*/ 1159449 w 1534151"/>
                <a:gd name="connsiteY22" fmla="*/ 2075938 h 3041417"/>
                <a:gd name="connsiteX23" fmla="*/ 1480124 w 1534151"/>
                <a:gd name="connsiteY23" fmla="*/ 2282313 h 3041417"/>
                <a:gd name="connsiteX24" fmla="*/ 1534099 w 1534151"/>
                <a:gd name="connsiteY24" fmla="*/ 2587113 h 3041417"/>
                <a:gd name="connsiteX25" fmla="*/ 1486474 w 1534151"/>
                <a:gd name="connsiteY25" fmla="*/ 2307713 h 3041417"/>
                <a:gd name="connsiteX26" fmla="*/ 1330899 w 1534151"/>
                <a:gd name="connsiteY26" fmla="*/ 2202938 h 3041417"/>
                <a:gd name="connsiteX27" fmla="*/ 1146749 w 1534151"/>
                <a:gd name="connsiteY27" fmla="*/ 2082288 h 3041417"/>
                <a:gd name="connsiteX28" fmla="*/ 832424 w 1534151"/>
                <a:gd name="connsiteY28" fmla="*/ 2129913 h 3041417"/>
                <a:gd name="connsiteX29" fmla="*/ 667324 w 1534151"/>
                <a:gd name="connsiteY29" fmla="*/ 2472813 h 3041417"/>
                <a:gd name="connsiteX30" fmla="*/ 660974 w 1534151"/>
                <a:gd name="connsiteY30" fmla="*/ 2866513 h 3041417"/>
                <a:gd name="connsiteX31" fmla="*/ 718124 w 1534151"/>
                <a:gd name="connsiteY31" fmla="*/ 2990338 h 3041417"/>
                <a:gd name="connsiteX32" fmla="*/ 622874 w 1534151"/>
                <a:gd name="connsiteY32" fmla="*/ 2980813 h 3041417"/>
                <a:gd name="connsiteX33" fmla="*/ 689549 w 1534151"/>
                <a:gd name="connsiteY33" fmla="*/ 2272788 h 3041417"/>
                <a:gd name="connsiteX34" fmla="*/ 616524 w 1534151"/>
                <a:gd name="connsiteY34" fmla="*/ 2120387 h 3041417"/>
                <a:gd name="connsiteX35" fmla="*/ 857824 w 1534151"/>
                <a:gd name="connsiteY35" fmla="*/ 2015612 h 3041417"/>
                <a:gd name="connsiteX36" fmla="*/ 794324 w 1534151"/>
                <a:gd name="connsiteY36" fmla="*/ 1815588 h 3041417"/>
                <a:gd name="connsiteX37" fmla="*/ 527624 w 1534151"/>
                <a:gd name="connsiteY37" fmla="*/ 1869563 h 3041417"/>
                <a:gd name="connsiteX38" fmla="*/ 502224 w 1534151"/>
                <a:gd name="connsiteY38" fmla="*/ 1764788 h 3041417"/>
                <a:gd name="connsiteX39" fmla="*/ 797499 w 1534151"/>
                <a:gd name="connsiteY39" fmla="*/ 1771138 h 3041417"/>
                <a:gd name="connsiteX40" fmla="*/ 791149 w 1534151"/>
                <a:gd name="connsiteY40" fmla="*/ 1367913 h 3041417"/>
                <a:gd name="connsiteX41" fmla="*/ 645099 w 1534151"/>
                <a:gd name="connsiteY41" fmla="*/ 1132963 h 3041417"/>
                <a:gd name="connsiteX42" fmla="*/ 451424 w 1534151"/>
                <a:gd name="connsiteY42" fmla="*/ 1021838 h 3041417"/>
                <a:gd name="connsiteX43" fmla="*/ 400624 w 1534151"/>
                <a:gd name="connsiteY43" fmla="*/ 1590163 h 3041417"/>
                <a:gd name="connsiteX0" fmla="*/ 410149 w 1534151"/>
                <a:gd name="connsiteY0" fmla="*/ 1488563 h 3041417"/>
                <a:gd name="connsiteX1" fmla="*/ 264099 w 1534151"/>
                <a:gd name="connsiteY1" fmla="*/ 1688587 h 3041417"/>
                <a:gd name="connsiteX2" fmla="*/ 359349 w 1534151"/>
                <a:gd name="connsiteY2" fmla="*/ 1129787 h 3041417"/>
                <a:gd name="connsiteX3" fmla="*/ 146624 w 1534151"/>
                <a:gd name="connsiteY3" fmla="*/ 732913 h 3041417"/>
                <a:gd name="connsiteX4" fmla="*/ 3749 w 1534151"/>
                <a:gd name="connsiteY4" fmla="*/ 428113 h 3041417"/>
                <a:gd name="connsiteX5" fmla="*/ 51374 w 1534151"/>
                <a:gd name="connsiteY5" fmla="*/ 415413 h 3041417"/>
                <a:gd name="connsiteX6" fmla="*/ 156149 w 1534151"/>
                <a:gd name="connsiteY6" fmla="*/ 694813 h 3041417"/>
                <a:gd name="connsiteX7" fmla="*/ 365699 w 1534151"/>
                <a:gd name="connsiteY7" fmla="*/ 777363 h 3041417"/>
                <a:gd name="connsiteX8" fmla="*/ 632399 w 1534151"/>
                <a:gd name="connsiteY8" fmla="*/ 631313 h 3041417"/>
                <a:gd name="connsiteX9" fmla="*/ 835599 w 1534151"/>
                <a:gd name="connsiteY9" fmla="*/ 288413 h 3041417"/>
                <a:gd name="connsiteX10" fmla="*/ 965774 w 1534151"/>
                <a:gd name="connsiteY10" fmla="*/ 47113 h 3041417"/>
                <a:gd name="connsiteX11" fmla="*/ 1102299 w 1534151"/>
                <a:gd name="connsiteY11" fmla="*/ 2663 h 3041417"/>
                <a:gd name="connsiteX12" fmla="*/ 1219774 w 1534151"/>
                <a:gd name="connsiteY12" fmla="*/ 88388 h 3041417"/>
                <a:gd name="connsiteX13" fmla="*/ 921324 w 1534151"/>
                <a:gd name="connsiteY13" fmla="*/ 288413 h 3041417"/>
                <a:gd name="connsiteX14" fmla="*/ 600649 w 1534151"/>
                <a:gd name="connsiteY14" fmla="*/ 656713 h 3041417"/>
                <a:gd name="connsiteX15" fmla="*/ 597474 w 1534151"/>
                <a:gd name="connsiteY15" fmla="*/ 974213 h 3041417"/>
                <a:gd name="connsiteX16" fmla="*/ 867349 w 1534151"/>
                <a:gd name="connsiteY16" fmla="*/ 1263138 h 3041417"/>
                <a:gd name="connsiteX17" fmla="*/ 1337249 w 1534151"/>
                <a:gd name="connsiteY17" fmla="*/ 1091688 h 3041417"/>
                <a:gd name="connsiteX18" fmla="*/ 1521399 w 1534151"/>
                <a:gd name="connsiteY18" fmla="*/ 1126613 h 3041417"/>
                <a:gd name="connsiteX19" fmla="*/ 1368999 w 1534151"/>
                <a:gd name="connsiteY19" fmla="*/ 1225038 h 3041417"/>
                <a:gd name="connsiteX20" fmla="*/ 902274 w 1534151"/>
                <a:gd name="connsiteY20" fmla="*/ 1310763 h 3041417"/>
                <a:gd name="connsiteX21" fmla="*/ 911799 w 1534151"/>
                <a:gd name="connsiteY21" fmla="*/ 1758438 h 3041417"/>
                <a:gd name="connsiteX22" fmla="*/ 1159449 w 1534151"/>
                <a:gd name="connsiteY22" fmla="*/ 2075938 h 3041417"/>
                <a:gd name="connsiteX23" fmla="*/ 1480124 w 1534151"/>
                <a:gd name="connsiteY23" fmla="*/ 2282313 h 3041417"/>
                <a:gd name="connsiteX24" fmla="*/ 1534099 w 1534151"/>
                <a:gd name="connsiteY24" fmla="*/ 2587113 h 3041417"/>
                <a:gd name="connsiteX25" fmla="*/ 1486474 w 1534151"/>
                <a:gd name="connsiteY25" fmla="*/ 2307713 h 3041417"/>
                <a:gd name="connsiteX26" fmla="*/ 1330899 w 1534151"/>
                <a:gd name="connsiteY26" fmla="*/ 2202938 h 3041417"/>
                <a:gd name="connsiteX27" fmla="*/ 1146749 w 1534151"/>
                <a:gd name="connsiteY27" fmla="*/ 2082288 h 3041417"/>
                <a:gd name="connsiteX28" fmla="*/ 832424 w 1534151"/>
                <a:gd name="connsiteY28" fmla="*/ 2129913 h 3041417"/>
                <a:gd name="connsiteX29" fmla="*/ 667324 w 1534151"/>
                <a:gd name="connsiteY29" fmla="*/ 2472813 h 3041417"/>
                <a:gd name="connsiteX30" fmla="*/ 660974 w 1534151"/>
                <a:gd name="connsiteY30" fmla="*/ 2866513 h 3041417"/>
                <a:gd name="connsiteX31" fmla="*/ 718124 w 1534151"/>
                <a:gd name="connsiteY31" fmla="*/ 2990338 h 3041417"/>
                <a:gd name="connsiteX32" fmla="*/ 622874 w 1534151"/>
                <a:gd name="connsiteY32" fmla="*/ 2980813 h 3041417"/>
                <a:gd name="connsiteX33" fmla="*/ 689549 w 1534151"/>
                <a:gd name="connsiteY33" fmla="*/ 2272788 h 3041417"/>
                <a:gd name="connsiteX34" fmla="*/ 616524 w 1534151"/>
                <a:gd name="connsiteY34" fmla="*/ 2120387 h 3041417"/>
                <a:gd name="connsiteX35" fmla="*/ 857824 w 1534151"/>
                <a:gd name="connsiteY35" fmla="*/ 2015612 h 3041417"/>
                <a:gd name="connsiteX36" fmla="*/ 794324 w 1534151"/>
                <a:gd name="connsiteY36" fmla="*/ 1815588 h 3041417"/>
                <a:gd name="connsiteX37" fmla="*/ 527624 w 1534151"/>
                <a:gd name="connsiteY37" fmla="*/ 1869563 h 3041417"/>
                <a:gd name="connsiteX38" fmla="*/ 502224 w 1534151"/>
                <a:gd name="connsiteY38" fmla="*/ 1764788 h 3041417"/>
                <a:gd name="connsiteX39" fmla="*/ 797499 w 1534151"/>
                <a:gd name="connsiteY39" fmla="*/ 1771138 h 3041417"/>
                <a:gd name="connsiteX40" fmla="*/ 791149 w 1534151"/>
                <a:gd name="connsiteY40" fmla="*/ 1367913 h 3041417"/>
                <a:gd name="connsiteX41" fmla="*/ 645099 w 1534151"/>
                <a:gd name="connsiteY41" fmla="*/ 1132963 h 3041417"/>
                <a:gd name="connsiteX42" fmla="*/ 451424 w 1534151"/>
                <a:gd name="connsiteY42" fmla="*/ 1021838 h 3041417"/>
                <a:gd name="connsiteX43" fmla="*/ 410149 w 1534151"/>
                <a:gd name="connsiteY43" fmla="*/ 1488563 h 3041417"/>
                <a:gd name="connsiteX0" fmla="*/ 410149 w 1534151"/>
                <a:gd name="connsiteY0" fmla="*/ 1488563 h 3041417"/>
                <a:gd name="connsiteX1" fmla="*/ 264099 w 1534151"/>
                <a:gd name="connsiteY1" fmla="*/ 1688587 h 3041417"/>
                <a:gd name="connsiteX2" fmla="*/ 359349 w 1534151"/>
                <a:gd name="connsiteY2" fmla="*/ 1129787 h 3041417"/>
                <a:gd name="connsiteX3" fmla="*/ 146624 w 1534151"/>
                <a:gd name="connsiteY3" fmla="*/ 732913 h 3041417"/>
                <a:gd name="connsiteX4" fmla="*/ 3749 w 1534151"/>
                <a:gd name="connsiteY4" fmla="*/ 428113 h 3041417"/>
                <a:gd name="connsiteX5" fmla="*/ 51374 w 1534151"/>
                <a:gd name="connsiteY5" fmla="*/ 415413 h 3041417"/>
                <a:gd name="connsiteX6" fmla="*/ 156149 w 1534151"/>
                <a:gd name="connsiteY6" fmla="*/ 694813 h 3041417"/>
                <a:gd name="connsiteX7" fmla="*/ 365699 w 1534151"/>
                <a:gd name="connsiteY7" fmla="*/ 777363 h 3041417"/>
                <a:gd name="connsiteX8" fmla="*/ 632399 w 1534151"/>
                <a:gd name="connsiteY8" fmla="*/ 631313 h 3041417"/>
                <a:gd name="connsiteX9" fmla="*/ 835599 w 1534151"/>
                <a:gd name="connsiteY9" fmla="*/ 288413 h 3041417"/>
                <a:gd name="connsiteX10" fmla="*/ 965774 w 1534151"/>
                <a:gd name="connsiteY10" fmla="*/ 47113 h 3041417"/>
                <a:gd name="connsiteX11" fmla="*/ 1102299 w 1534151"/>
                <a:gd name="connsiteY11" fmla="*/ 2663 h 3041417"/>
                <a:gd name="connsiteX12" fmla="*/ 1219774 w 1534151"/>
                <a:gd name="connsiteY12" fmla="*/ 88388 h 3041417"/>
                <a:gd name="connsiteX13" fmla="*/ 921324 w 1534151"/>
                <a:gd name="connsiteY13" fmla="*/ 288413 h 3041417"/>
                <a:gd name="connsiteX14" fmla="*/ 600649 w 1534151"/>
                <a:gd name="connsiteY14" fmla="*/ 656713 h 3041417"/>
                <a:gd name="connsiteX15" fmla="*/ 597474 w 1534151"/>
                <a:gd name="connsiteY15" fmla="*/ 974213 h 3041417"/>
                <a:gd name="connsiteX16" fmla="*/ 867349 w 1534151"/>
                <a:gd name="connsiteY16" fmla="*/ 1263138 h 3041417"/>
                <a:gd name="connsiteX17" fmla="*/ 1337249 w 1534151"/>
                <a:gd name="connsiteY17" fmla="*/ 1091688 h 3041417"/>
                <a:gd name="connsiteX18" fmla="*/ 1521399 w 1534151"/>
                <a:gd name="connsiteY18" fmla="*/ 1126613 h 3041417"/>
                <a:gd name="connsiteX19" fmla="*/ 1368999 w 1534151"/>
                <a:gd name="connsiteY19" fmla="*/ 1225038 h 3041417"/>
                <a:gd name="connsiteX20" fmla="*/ 902274 w 1534151"/>
                <a:gd name="connsiteY20" fmla="*/ 1310763 h 3041417"/>
                <a:gd name="connsiteX21" fmla="*/ 911799 w 1534151"/>
                <a:gd name="connsiteY21" fmla="*/ 1758438 h 3041417"/>
                <a:gd name="connsiteX22" fmla="*/ 1159449 w 1534151"/>
                <a:gd name="connsiteY22" fmla="*/ 2075938 h 3041417"/>
                <a:gd name="connsiteX23" fmla="*/ 1480124 w 1534151"/>
                <a:gd name="connsiteY23" fmla="*/ 2282313 h 3041417"/>
                <a:gd name="connsiteX24" fmla="*/ 1534099 w 1534151"/>
                <a:gd name="connsiteY24" fmla="*/ 2587113 h 3041417"/>
                <a:gd name="connsiteX25" fmla="*/ 1486474 w 1534151"/>
                <a:gd name="connsiteY25" fmla="*/ 2307713 h 3041417"/>
                <a:gd name="connsiteX26" fmla="*/ 1330899 w 1534151"/>
                <a:gd name="connsiteY26" fmla="*/ 2202938 h 3041417"/>
                <a:gd name="connsiteX27" fmla="*/ 1146749 w 1534151"/>
                <a:gd name="connsiteY27" fmla="*/ 2082288 h 3041417"/>
                <a:gd name="connsiteX28" fmla="*/ 832424 w 1534151"/>
                <a:gd name="connsiteY28" fmla="*/ 2129913 h 3041417"/>
                <a:gd name="connsiteX29" fmla="*/ 667324 w 1534151"/>
                <a:gd name="connsiteY29" fmla="*/ 2472813 h 3041417"/>
                <a:gd name="connsiteX30" fmla="*/ 660974 w 1534151"/>
                <a:gd name="connsiteY30" fmla="*/ 2866513 h 3041417"/>
                <a:gd name="connsiteX31" fmla="*/ 718124 w 1534151"/>
                <a:gd name="connsiteY31" fmla="*/ 2990338 h 3041417"/>
                <a:gd name="connsiteX32" fmla="*/ 622874 w 1534151"/>
                <a:gd name="connsiteY32" fmla="*/ 2980813 h 3041417"/>
                <a:gd name="connsiteX33" fmla="*/ 689549 w 1534151"/>
                <a:gd name="connsiteY33" fmla="*/ 2272788 h 3041417"/>
                <a:gd name="connsiteX34" fmla="*/ 616524 w 1534151"/>
                <a:gd name="connsiteY34" fmla="*/ 2120387 h 3041417"/>
                <a:gd name="connsiteX35" fmla="*/ 857824 w 1534151"/>
                <a:gd name="connsiteY35" fmla="*/ 2015612 h 3041417"/>
                <a:gd name="connsiteX36" fmla="*/ 794324 w 1534151"/>
                <a:gd name="connsiteY36" fmla="*/ 1815588 h 3041417"/>
                <a:gd name="connsiteX37" fmla="*/ 527624 w 1534151"/>
                <a:gd name="connsiteY37" fmla="*/ 1869563 h 3041417"/>
                <a:gd name="connsiteX38" fmla="*/ 324424 w 1534151"/>
                <a:gd name="connsiteY38" fmla="*/ 1767962 h 3041417"/>
                <a:gd name="connsiteX39" fmla="*/ 502224 w 1534151"/>
                <a:gd name="connsiteY39" fmla="*/ 1764788 h 3041417"/>
                <a:gd name="connsiteX40" fmla="*/ 797499 w 1534151"/>
                <a:gd name="connsiteY40" fmla="*/ 1771138 h 3041417"/>
                <a:gd name="connsiteX41" fmla="*/ 791149 w 1534151"/>
                <a:gd name="connsiteY41" fmla="*/ 1367913 h 3041417"/>
                <a:gd name="connsiteX42" fmla="*/ 645099 w 1534151"/>
                <a:gd name="connsiteY42" fmla="*/ 1132963 h 3041417"/>
                <a:gd name="connsiteX43" fmla="*/ 451424 w 1534151"/>
                <a:gd name="connsiteY43" fmla="*/ 1021838 h 3041417"/>
                <a:gd name="connsiteX44" fmla="*/ 410149 w 1534151"/>
                <a:gd name="connsiteY44" fmla="*/ 1488563 h 3041417"/>
                <a:gd name="connsiteX0" fmla="*/ 410149 w 1534151"/>
                <a:gd name="connsiteY0" fmla="*/ 1488563 h 3041417"/>
                <a:gd name="connsiteX1" fmla="*/ 264099 w 1534151"/>
                <a:gd name="connsiteY1" fmla="*/ 1688587 h 3041417"/>
                <a:gd name="connsiteX2" fmla="*/ 359349 w 1534151"/>
                <a:gd name="connsiteY2" fmla="*/ 1129787 h 3041417"/>
                <a:gd name="connsiteX3" fmla="*/ 146624 w 1534151"/>
                <a:gd name="connsiteY3" fmla="*/ 732913 h 3041417"/>
                <a:gd name="connsiteX4" fmla="*/ 3749 w 1534151"/>
                <a:gd name="connsiteY4" fmla="*/ 428113 h 3041417"/>
                <a:gd name="connsiteX5" fmla="*/ 51374 w 1534151"/>
                <a:gd name="connsiteY5" fmla="*/ 415413 h 3041417"/>
                <a:gd name="connsiteX6" fmla="*/ 156149 w 1534151"/>
                <a:gd name="connsiteY6" fmla="*/ 694813 h 3041417"/>
                <a:gd name="connsiteX7" fmla="*/ 365699 w 1534151"/>
                <a:gd name="connsiteY7" fmla="*/ 777363 h 3041417"/>
                <a:gd name="connsiteX8" fmla="*/ 632399 w 1534151"/>
                <a:gd name="connsiteY8" fmla="*/ 631313 h 3041417"/>
                <a:gd name="connsiteX9" fmla="*/ 835599 w 1534151"/>
                <a:gd name="connsiteY9" fmla="*/ 288413 h 3041417"/>
                <a:gd name="connsiteX10" fmla="*/ 965774 w 1534151"/>
                <a:gd name="connsiteY10" fmla="*/ 47113 h 3041417"/>
                <a:gd name="connsiteX11" fmla="*/ 1102299 w 1534151"/>
                <a:gd name="connsiteY11" fmla="*/ 2663 h 3041417"/>
                <a:gd name="connsiteX12" fmla="*/ 1219774 w 1534151"/>
                <a:gd name="connsiteY12" fmla="*/ 88388 h 3041417"/>
                <a:gd name="connsiteX13" fmla="*/ 921324 w 1534151"/>
                <a:gd name="connsiteY13" fmla="*/ 288413 h 3041417"/>
                <a:gd name="connsiteX14" fmla="*/ 600649 w 1534151"/>
                <a:gd name="connsiteY14" fmla="*/ 656713 h 3041417"/>
                <a:gd name="connsiteX15" fmla="*/ 597474 w 1534151"/>
                <a:gd name="connsiteY15" fmla="*/ 974213 h 3041417"/>
                <a:gd name="connsiteX16" fmla="*/ 867349 w 1534151"/>
                <a:gd name="connsiteY16" fmla="*/ 1263138 h 3041417"/>
                <a:gd name="connsiteX17" fmla="*/ 1337249 w 1534151"/>
                <a:gd name="connsiteY17" fmla="*/ 1091688 h 3041417"/>
                <a:gd name="connsiteX18" fmla="*/ 1521399 w 1534151"/>
                <a:gd name="connsiteY18" fmla="*/ 1126613 h 3041417"/>
                <a:gd name="connsiteX19" fmla="*/ 1368999 w 1534151"/>
                <a:gd name="connsiteY19" fmla="*/ 1225038 h 3041417"/>
                <a:gd name="connsiteX20" fmla="*/ 902274 w 1534151"/>
                <a:gd name="connsiteY20" fmla="*/ 1310763 h 3041417"/>
                <a:gd name="connsiteX21" fmla="*/ 911799 w 1534151"/>
                <a:gd name="connsiteY21" fmla="*/ 1758438 h 3041417"/>
                <a:gd name="connsiteX22" fmla="*/ 1159449 w 1534151"/>
                <a:gd name="connsiteY22" fmla="*/ 2075938 h 3041417"/>
                <a:gd name="connsiteX23" fmla="*/ 1480124 w 1534151"/>
                <a:gd name="connsiteY23" fmla="*/ 2282313 h 3041417"/>
                <a:gd name="connsiteX24" fmla="*/ 1534099 w 1534151"/>
                <a:gd name="connsiteY24" fmla="*/ 2587113 h 3041417"/>
                <a:gd name="connsiteX25" fmla="*/ 1486474 w 1534151"/>
                <a:gd name="connsiteY25" fmla="*/ 2307713 h 3041417"/>
                <a:gd name="connsiteX26" fmla="*/ 1330899 w 1534151"/>
                <a:gd name="connsiteY26" fmla="*/ 2202938 h 3041417"/>
                <a:gd name="connsiteX27" fmla="*/ 1146749 w 1534151"/>
                <a:gd name="connsiteY27" fmla="*/ 2082288 h 3041417"/>
                <a:gd name="connsiteX28" fmla="*/ 832424 w 1534151"/>
                <a:gd name="connsiteY28" fmla="*/ 2129913 h 3041417"/>
                <a:gd name="connsiteX29" fmla="*/ 667324 w 1534151"/>
                <a:gd name="connsiteY29" fmla="*/ 2472813 h 3041417"/>
                <a:gd name="connsiteX30" fmla="*/ 660974 w 1534151"/>
                <a:gd name="connsiteY30" fmla="*/ 2866513 h 3041417"/>
                <a:gd name="connsiteX31" fmla="*/ 718124 w 1534151"/>
                <a:gd name="connsiteY31" fmla="*/ 2990338 h 3041417"/>
                <a:gd name="connsiteX32" fmla="*/ 622874 w 1534151"/>
                <a:gd name="connsiteY32" fmla="*/ 2980813 h 3041417"/>
                <a:gd name="connsiteX33" fmla="*/ 689549 w 1534151"/>
                <a:gd name="connsiteY33" fmla="*/ 2272788 h 3041417"/>
                <a:gd name="connsiteX34" fmla="*/ 616524 w 1534151"/>
                <a:gd name="connsiteY34" fmla="*/ 2120387 h 3041417"/>
                <a:gd name="connsiteX35" fmla="*/ 857824 w 1534151"/>
                <a:gd name="connsiteY35" fmla="*/ 2015612 h 3041417"/>
                <a:gd name="connsiteX36" fmla="*/ 794324 w 1534151"/>
                <a:gd name="connsiteY36" fmla="*/ 1815588 h 3041417"/>
                <a:gd name="connsiteX37" fmla="*/ 527624 w 1534151"/>
                <a:gd name="connsiteY37" fmla="*/ 1856863 h 3041417"/>
                <a:gd name="connsiteX38" fmla="*/ 324424 w 1534151"/>
                <a:gd name="connsiteY38" fmla="*/ 1767962 h 3041417"/>
                <a:gd name="connsiteX39" fmla="*/ 502224 w 1534151"/>
                <a:gd name="connsiteY39" fmla="*/ 1764788 h 3041417"/>
                <a:gd name="connsiteX40" fmla="*/ 797499 w 1534151"/>
                <a:gd name="connsiteY40" fmla="*/ 1771138 h 3041417"/>
                <a:gd name="connsiteX41" fmla="*/ 791149 w 1534151"/>
                <a:gd name="connsiteY41" fmla="*/ 1367913 h 3041417"/>
                <a:gd name="connsiteX42" fmla="*/ 645099 w 1534151"/>
                <a:gd name="connsiteY42" fmla="*/ 1132963 h 3041417"/>
                <a:gd name="connsiteX43" fmla="*/ 451424 w 1534151"/>
                <a:gd name="connsiteY43" fmla="*/ 1021838 h 3041417"/>
                <a:gd name="connsiteX44" fmla="*/ 410149 w 1534151"/>
                <a:gd name="connsiteY44" fmla="*/ 1488563 h 3041417"/>
                <a:gd name="connsiteX0" fmla="*/ 410149 w 1534151"/>
                <a:gd name="connsiteY0" fmla="*/ 1488563 h 3041417"/>
                <a:gd name="connsiteX1" fmla="*/ 264099 w 1534151"/>
                <a:gd name="connsiteY1" fmla="*/ 1688587 h 3041417"/>
                <a:gd name="connsiteX2" fmla="*/ 359349 w 1534151"/>
                <a:gd name="connsiteY2" fmla="*/ 1129787 h 3041417"/>
                <a:gd name="connsiteX3" fmla="*/ 146624 w 1534151"/>
                <a:gd name="connsiteY3" fmla="*/ 732913 h 3041417"/>
                <a:gd name="connsiteX4" fmla="*/ 3749 w 1534151"/>
                <a:gd name="connsiteY4" fmla="*/ 428113 h 3041417"/>
                <a:gd name="connsiteX5" fmla="*/ 51374 w 1534151"/>
                <a:gd name="connsiteY5" fmla="*/ 415413 h 3041417"/>
                <a:gd name="connsiteX6" fmla="*/ 156149 w 1534151"/>
                <a:gd name="connsiteY6" fmla="*/ 694813 h 3041417"/>
                <a:gd name="connsiteX7" fmla="*/ 365699 w 1534151"/>
                <a:gd name="connsiteY7" fmla="*/ 777363 h 3041417"/>
                <a:gd name="connsiteX8" fmla="*/ 632399 w 1534151"/>
                <a:gd name="connsiteY8" fmla="*/ 631313 h 3041417"/>
                <a:gd name="connsiteX9" fmla="*/ 835599 w 1534151"/>
                <a:gd name="connsiteY9" fmla="*/ 288413 h 3041417"/>
                <a:gd name="connsiteX10" fmla="*/ 965774 w 1534151"/>
                <a:gd name="connsiteY10" fmla="*/ 47113 h 3041417"/>
                <a:gd name="connsiteX11" fmla="*/ 1102299 w 1534151"/>
                <a:gd name="connsiteY11" fmla="*/ 2663 h 3041417"/>
                <a:gd name="connsiteX12" fmla="*/ 1219774 w 1534151"/>
                <a:gd name="connsiteY12" fmla="*/ 88388 h 3041417"/>
                <a:gd name="connsiteX13" fmla="*/ 921324 w 1534151"/>
                <a:gd name="connsiteY13" fmla="*/ 288413 h 3041417"/>
                <a:gd name="connsiteX14" fmla="*/ 600649 w 1534151"/>
                <a:gd name="connsiteY14" fmla="*/ 656713 h 3041417"/>
                <a:gd name="connsiteX15" fmla="*/ 597474 w 1534151"/>
                <a:gd name="connsiteY15" fmla="*/ 974213 h 3041417"/>
                <a:gd name="connsiteX16" fmla="*/ 867349 w 1534151"/>
                <a:gd name="connsiteY16" fmla="*/ 1263138 h 3041417"/>
                <a:gd name="connsiteX17" fmla="*/ 1337249 w 1534151"/>
                <a:gd name="connsiteY17" fmla="*/ 1091688 h 3041417"/>
                <a:gd name="connsiteX18" fmla="*/ 1521399 w 1534151"/>
                <a:gd name="connsiteY18" fmla="*/ 1126613 h 3041417"/>
                <a:gd name="connsiteX19" fmla="*/ 1368999 w 1534151"/>
                <a:gd name="connsiteY19" fmla="*/ 1225038 h 3041417"/>
                <a:gd name="connsiteX20" fmla="*/ 902274 w 1534151"/>
                <a:gd name="connsiteY20" fmla="*/ 1310763 h 3041417"/>
                <a:gd name="connsiteX21" fmla="*/ 911799 w 1534151"/>
                <a:gd name="connsiteY21" fmla="*/ 1758438 h 3041417"/>
                <a:gd name="connsiteX22" fmla="*/ 1159449 w 1534151"/>
                <a:gd name="connsiteY22" fmla="*/ 2075938 h 3041417"/>
                <a:gd name="connsiteX23" fmla="*/ 1480124 w 1534151"/>
                <a:gd name="connsiteY23" fmla="*/ 2282313 h 3041417"/>
                <a:gd name="connsiteX24" fmla="*/ 1534099 w 1534151"/>
                <a:gd name="connsiteY24" fmla="*/ 2587113 h 3041417"/>
                <a:gd name="connsiteX25" fmla="*/ 1486474 w 1534151"/>
                <a:gd name="connsiteY25" fmla="*/ 2307713 h 3041417"/>
                <a:gd name="connsiteX26" fmla="*/ 1330899 w 1534151"/>
                <a:gd name="connsiteY26" fmla="*/ 2202938 h 3041417"/>
                <a:gd name="connsiteX27" fmla="*/ 1146749 w 1534151"/>
                <a:gd name="connsiteY27" fmla="*/ 2082288 h 3041417"/>
                <a:gd name="connsiteX28" fmla="*/ 832424 w 1534151"/>
                <a:gd name="connsiteY28" fmla="*/ 2129913 h 3041417"/>
                <a:gd name="connsiteX29" fmla="*/ 667324 w 1534151"/>
                <a:gd name="connsiteY29" fmla="*/ 2472813 h 3041417"/>
                <a:gd name="connsiteX30" fmla="*/ 660974 w 1534151"/>
                <a:gd name="connsiteY30" fmla="*/ 2866513 h 3041417"/>
                <a:gd name="connsiteX31" fmla="*/ 718124 w 1534151"/>
                <a:gd name="connsiteY31" fmla="*/ 2990338 h 3041417"/>
                <a:gd name="connsiteX32" fmla="*/ 622874 w 1534151"/>
                <a:gd name="connsiteY32" fmla="*/ 2980813 h 3041417"/>
                <a:gd name="connsiteX33" fmla="*/ 689549 w 1534151"/>
                <a:gd name="connsiteY33" fmla="*/ 2272788 h 3041417"/>
                <a:gd name="connsiteX34" fmla="*/ 616524 w 1534151"/>
                <a:gd name="connsiteY34" fmla="*/ 2120387 h 3041417"/>
                <a:gd name="connsiteX35" fmla="*/ 857824 w 1534151"/>
                <a:gd name="connsiteY35" fmla="*/ 2015612 h 3041417"/>
                <a:gd name="connsiteX36" fmla="*/ 527624 w 1534151"/>
                <a:gd name="connsiteY36" fmla="*/ 1856863 h 3041417"/>
                <a:gd name="connsiteX37" fmla="*/ 324424 w 1534151"/>
                <a:gd name="connsiteY37" fmla="*/ 1767962 h 3041417"/>
                <a:gd name="connsiteX38" fmla="*/ 502224 w 1534151"/>
                <a:gd name="connsiteY38" fmla="*/ 1764788 h 3041417"/>
                <a:gd name="connsiteX39" fmla="*/ 797499 w 1534151"/>
                <a:gd name="connsiteY39" fmla="*/ 1771138 h 3041417"/>
                <a:gd name="connsiteX40" fmla="*/ 791149 w 1534151"/>
                <a:gd name="connsiteY40" fmla="*/ 1367913 h 3041417"/>
                <a:gd name="connsiteX41" fmla="*/ 645099 w 1534151"/>
                <a:gd name="connsiteY41" fmla="*/ 1132963 h 3041417"/>
                <a:gd name="connsiteX42" fmla="*/ 451424 w 1534151"/>
                <a:gd name="connsiteY42" fmla="*/ 1021838 h 3041417"/>
                <a:gd name="connsiteX43" fmla="*/ 410149 w 1534151"/>
                <a:gd name="connsiteY43" fmla="*/ 1488563 h 3041417"/>
                <a:gd name="connsiteX0" fmla="*/ 410149 w 1534151"/>
                <a:gd name="connsiteY0" fmla="*/ 1488563 h 3041417"/>
                <a:gd name="connsiteX1" fmla="*/ 264099 w 1534151"/>
                <a:gd name="connsiteY1" fmla="*/ 1688587 h 3041417"/>
                <a:gd name="connsiteX2" fmla="*/ 359349 w 1534151"/>
                <a:gd name="connsiteY2" fmla="*/ 1129787 h 3041417"/>
                <a:gd name="connsiteX3" fmla="*/ 146624 w 1534151"/>
                <a:gd name="connsiteY3" fmla="*/ 732913 h 3041417"/>
                <a:gd name="connsiteX4" fmla="*/ 3749 w 1534151"/>
                <a:gd name="connsiteY4" fmla="*/ 428113 h 3041417"/>
                <a:gd name="connsiteX5" fmla="*/ 51374 w 1534151"/>
                <a:gd name="connsiteY5" fmla="*/ 415413 h 3041417"/>
                <a:gd name="connsiteX6" fmla="*/ 156149 w 1534151"/>
                <a:gd name="connsiteY6" fmla="*/ 694813 h 3041417"/>
                <a:gd name="connsiteX7" fmla="*/ 365699 w 1534151"/>
                <a:gd name="connsiteY7" fmla="*/ 777363 h 3041417"/>
                <a:gd name="connsiteX8" fmla="*/ 632399 w 1534151"/>
                <a:gd name="connsiteY8" fmla="*/ 631313 h 3041417"/>
                <a:gd name="connsiteX9" fmla="*/ 835599 w 1534151"/>
                <a:gd name="connsiteY9" fmla="*/ 288413 h 3041417"/>
                <a:gd name="connsiteX10" fmla="*/ 965774 w 1534151"/>
                <a:gd name="connsiteY10" fmla="*/ 47113 h 3041417"/>
                <a:gd name="connsiteX11" fmla="*/ 1102299 w 1534151"/>
                <a:gd name="connsiteY11" fmla="*/ 2663 h 3041417"/>
                <a:gd name="connsiteX12" fmla="*/ 1219774 w 1534151"/>
                <a:gd name="connsiteY12" fmla="*/ 88388 h 3041417"/>
                <a:gd name="connsiteX13" fmla="*/ 921324 w 1534151"/>
                <a:gd name="connsiteY13" fmla="*/ 288413 h 3041417"/>
                <a:gd name="connsiteX14" fmla="*/ 600649 w 1534151"/>
                <a:gd name="connsiteY14" fmla="*/ 656713 h 3041417"/>
                <a:gd name="connsiteX15" fmla="*/ 597474 w 1534151"/>
                <a:gd name="connsiteY15" fmla="*/ 974213 h 3041417"/>
                <a:gd name="connsiteX16" fmla="*/ 867349 w 1534151"/>
                <a:gd name="connsiteY16" fmla="*/ 1263138 h 3041417"/>
                <a:gd name="connsiteX17" fmla="*/ 1337249 w 1534151"/>
                <a:gd name="connsiteY17" fmla="*/ 1091688 h 3041417"/>
                <a:gd name="connsiteX18" fmla="*/ 1521399 w 1534151"/>
                <a:gd name="connsiteY18" fmla="*/ 1126613 h 3041417"/>
                <a:gd name="connsiteX19" fmla="*/ 1368999 w 1534151"/>
                <a:gd name="connsiteY19" fmla="*/ 1225038 h 3041417"/>
                <a:gd name="connsiteX20" fmla="*/ 902274 w 1534151"/>
                <a:gd name="connsiteY20" fmla="*/ 1310763 h 3041417"/>
                <a:gd name="connsiteX21" fmla="*/ 911799 w 1534151"/>
                <a:gd name="connsiteY21" fmla="*/ 1758438 h 3041417"/>
                <a:gd name="connsiteX22" fmla="*/ 1159449 w 1534151"/>
                <a:gd name="connsiteY22" fmla="*/ 2075938 h 3041417"/>
                <a:gd name="connsiteX23" fmla="*/ 1480124 w 1534151"/>
                <a:gd name="connsiteY23" fmla="*/ 2282313 h 3041417"/>
                <a:gd name="connsiteX24" fmla="*/ 1534099 w 1534151"/>
                <a:gd name="connsiteY24" fmla="*/ 2587113 h 3041417"/>
                <a:gd name="connsiteX25" fmla="*/ 1486474 w 1534151"/>
                <a:gd name="connsiteY25" fmla="*/ 2307713 h 3041417"/>
                <a:gd name="connsiteX26" fmla="*/ 1330899 w 1534151"/>
                <a:gd name="connsiteY26" fmla="*/ 2202938 h 3041417"/>
                <a:gd name="connsiteX27" fmla="*/ 1146749 w 1534151"/>
                <a:gd name="connsiteY27" fmla="*/ 2082288 h 3041417"/>
                <a:gd name="connsiteX28" fmla="*/ 832424 w 1534151"/>
                <a:gd name="connsiteY28" fmla="*/ 2129913 h 3041417"/>
                <a:gd name="connsiteX29" fmla="*/ 667324 w 1534151"/>
                <a:gd name="connsiteY29" fmla="*/ 2472813 h 3041417"/>
                <a:gd name="connsiteX30" fmla="*/ 660974 w 1534151"/>
                <a:gd name="connsiteY30" fmla="*/ 2866513 h 3041417"/>
                <a:gd name="connsiteX31" fmla="*/ 718124 w 1534151"/>
                <a:gd name="connsiteY31" fmla="*/ 2990338 h 3041417"/>
                <a:gd name="connsiteX32" fmla="*/ 622874 w 1534151"/>
                <a:gd name="connsiteY32" fmla="*/ 2980813 h 3041417"/>
                <a:gd name="connsiteX33" fmla="*/ 689549 w 1534151"/>
                <a:gd name="connsiteY33" fmla="*/ 2272788 h 3041417"/>
                <a:gd name="connsiteX34" fmla="*/ 616524 w 1534151"/>
                <a:gd name="connsiteY34" fmla="*/ 2120387 h 3041417"/>
                <a:gd name="connsiteX35" fmla="*/ 527624 w 1534151"/>
                <a:gd name="connsiteY35" fmla="*/ 1856863 h 3041417"/>
                <a:gd name="connsiteX36" fmla="*/ 324424 w 1534151"/>
                <a:gd name="connsiteY36" fmla="*/ 1767962 h 3041417"/>
                <a:gd name="connsiteX37" fmla="*/ 502224 w 1534151"/>
                <a:gd name="connsiteY37" fmla="*/ 1764788 h 3041417"/>
                <a:gd name="connsiteX38" fmla="*/ 797499 w 1534151"/>
                <a:gd name="connsiteY38" fmla="*/ 1771138 h 3041417"/>
                <a:gd name="connsiteX39" fmla="*/ 791149 w 1534151"/>
                <a:gd name="connsiteY39" fmla="*/ 1367913 h 3041417"/>
                <a:gd name="connsiteX40" fmla="*/ 645099 w 1534151"/>
                <a:gd name="connsiteY40" fmla="*/ 1132963 h 3041417"/>
                <a:gd name="connsiteX41" fmla="*/ 451424 w 1534151"/>
                <a:gd name="connsiteY41" fmla="*/ 1021838 h 3041417"/>
                <a:gd name="connsiteX42" fmla="*/ 410149 w 1534151"/>
                <a:gd name="connsiteY42" fmla="*/ 1488563 h 3041417"/>
                <a:gd name="connsiteX0" fmla="*/ 410149 w 1534151"/>
                <a:gd name="connsiteY0" fmla="*/ 1488563 h 3041417"/>
                <a:gd name="connsiteX1" fmla="*/ 264099 w 1534151"/>
                <a:gd name="connsiteY1" fmla="*/ 1688587 h 3041417"/>
                <a:gd name="connsiteX2" fmla="*/ 359349 w 1534151"/>
                <a:gd name="connsiteY2" fmla="*/ 1129787 h 3041417"/>
                <a:gd name="connsiteX3" fmla="*/ 146624 w 1534151"/>
                <a:gd name="connsiteY3" fmla="*/ 732913 h 3041417"/>
                <a:gd name="connsiteX4" fmla="*/ 3749 w 1534151"/>
                <a:gd name="connsiteY4" fmla="*/ 428113 h 3041417"/>
                <a:gd name="connsiteX5" fmla="*/ 51374 w 1534151"/>
                <a:gd name="connsiteY5" fmla="*/ 415413 h 3041417"/>
                <a:gd name="connsiteX6" fmla="*/ 156149 w 1534151"/>
                <a:gd name="connsiteY6" fmla="*/ 694813 h 3041417"/>
                <a:gd name="connsiteX7" fmla="*/ 365699 w 1534151"/>
                <a:gd name="connsiteY7" fmla="*/ 777363 h 3041417"/>
                <a:gd name="connsiteX8" fmla="*/ 632399 w 1534151"/>
                <a:gd name="connsiteY8" fmla="*/ 631313 h 3041417"/>
                <a:gd name="connsiteX9" fmla="*/ 835599 w 1534151"/>
                <a:gd name="connsiteY9" fmla="*/ 288413 h 3041417"/>
                <a:gd name="connsiteX10" fmla="*/ 965774 w 1534151"/>
                <a:gd name="connsiteY10" fmla="*/ 47113 h 3041417"/>
                <a:gd name="connsiteX11" fmla="*/ 1102299 w 1534151"/>
                <a:gd name="connsiteY11" fmla="*/ 2663 h 3041417"/>
                <a:gd name="connsiteX12" fmla="*/ 1219774 w 1534151"/>
                <a:gd name="connsiteY12" fmla="*/ 88388 h 3041417"/>
                <a:gd name="connsiteX13" fmla="*/ 921324 w 1534151"/>
                <a:gd name="connsiteY13" fmla="*/ 288413 h 3041417"/>
                <a:gd name="connsiteX14" fmla="*/ 600649 w 1534151"/>
                <a:gd name="connsiteY14" fmla="*/ 656713 h 3041417"/>
                <a:gd name="connsiteX15" fmla="*/ 597474 w 1534151"/>
                <a:gd name="connsiteY15" fmla="*/ 974213 h 3041417"/>
                <a:gd name="connsiteX16" fmla="*/ 867349 w 1534151"/>
                <a:gd name="connsiteY16" fmla="*/ 1263138 h 3041417"/>
                <a:gd name="connsiteX17" fmla="*/ 1337249 w 1534151"/>
                <a:gd name="connsiteY17" fmla="*/ 1091688 h 3041417"/>
                <a:gd name="connsiteX18" fmla="*/ 1521399 w 1534151"/>
                <a:gd name="connsiteY18" fmla="*/ 1126613 h 3041417"/>
                <a:gd name="connsiteX19" fmla="*/ 1368999 w 1534151"/>
                <a:gd name="connsiteY19" fmla="*/ 1225038 h 3041417"/>
                <a:gd name="connsiteX20" fmla="*/ 902274 w 1534151"/>
                <a:gd name="connsiteY20" fmla="*/ 1310763 h 3041417"/>
                <a:gd name="connsiteX21" fmla="*/ 911799 w 1534151"/>
                <a:gd name="connsiteY21" fmla="*/ 1758438 h 3041417"/>
                <a:gd name="connsiteX22" fmla="*/ 1159449 w 1534151"/>
                <a:gd name="connsiteY22" fmla="*/ 2075938 h 3041417"/>
                <a:gd name="connsiteX23" fmla="*/ 1480124 w 1534151"/>
                <a:gd name="connsiteY23" fmla="*/ 2282313 h 3041417"/>
                <a:gd name="connsiteX24" fmla="*/ 1534099 w 1534151"/>
                <a:gd name="connsiteY24" fmla="*/ 2587113 h 3041417"/>
                <a:gd name="connsiteX25" fmla="*/ 1486474 w 1534151"/>
                <a:gd name="connsiteY25" fmla="*/ 2307713 h 3041417"/>
                <a:gd name="connsiteX26" fmla="*/ 1330899 w 1534151"/>
                <a:gd name="connsiteY26" fmla="*/ 2202938 h 3041417"/>
                <a:gd name="connsiteX27" fmla="*/ 1146749 w 1534151"/>
                <a:gd name="connsiteY27" fmla="*/ 2082288 h 3041417"/>
                <a:gd name="connsiteX28" fmla="*/ 832424 w 1534151"/>
                <a:gd name="connsiteY28" fmla="*/ 2129913 h 3041417"/>
                <a:gd name="connsiteX29" fmla="*/ 667324 w 1534151"/>
                <a:gd name="connsiteY29" fmla="*/ 2472813 h 3041417"/>
                <a:gd name="connsiteX30" fmla="*/ 660974 w 1534151"/>
                <a:gd name="connsiteY30" fmla="*/ 2866513 h 3041417"/>
                <a:gd name="connsiteX31" fmla="*/ 718124 w 1534151"/>
                <a:gd name="connsiteY31" fmla="*/ 2990338 h 3041417"/>
                <a:gd name="connsiteX32" fmla="*/ 622874 w 1534151"/>
                <a:gd name="connsiteY32" fmla="*/ 2980813 h 3041417"/>
                <a:gd name="connsiteX33" fmla="*/ 689549 w 1534151"/>
                <a:gd name="connsiteY33" fmla="*/ 2272788 h 3041417"/>
                <a:gd name="connsiteX34" fmla="*/ 527624 w 1534151"/>
                <a:gd name="connsiteY34" fmla="*/ 1856863 h 3041417"/>
                <a:gd name="connsiteX35" fmla="*/ 324424 w 1534151"/>
                <a:gd name="connsiteY35" fmla="*/ 1767962 h 3041417"/>
                <a:gd name="connsiteX36" fmla="*/ 502224 w 1534151"/>
                <a:gd name="connsiteY36" fmla="*/ 1764788 h 3041417"/>
                <a:gd name="connsiteX37" fmla="*/ 797499 w 1534151"/>
                <a:gd name="connsiteY37" fmla="*/ 1771138 h 3041417"/>
                <a:gd name="connsiteX38" fmla="*/ 791149 w 1534151"/>
                <a:gd name="connsiteY38" fmla="*/ 1367913 h 3041417"/>
                <a:gd name="connsiteX39" fmla="*/ 645099 w 1534151"/>
                <a:gd name="connsiteY39" fmla="*/ 1132963 h 3041417"/>
                <a:gd name="connsiteX40" fmla="*/ 451424 w 1534151"/>
                <a:gd name="connsiteY40" fmla="*/ 1021838 h 3041417"/>
                <a:gd name="connsiteX41" fmla="*/ 410149 w 1534151"/>
                <a:gd name="connsiteY41" fmla="*/ 1488563 h 3041417"/>
                <a:gd name="connsiteX0" fmla="*/ 410149 w 1534151"/>
                <a:gd name="connsiteY0" fmla="*/ 1488563 h 3041417"/>
                <a:gd name="connsiteX1" fmla="*/ 264099 w 1534151"/>
                <a:gd name="connsiteY1" fmla="*/ 1688587 h 3041417"/>
                <a:gd name="connsiteX2" fmla="*/ 359349 w 1534151"/>
                <a:gd name="connsiteY2" fmla="*/ 1129787 h 3041417"/>
                <a:gd name="connsiteX3" fmla="*/ 146624 w 1534151"/>
                <a:gd name="connsiteY3" fmla="*/ 732913 h 3041417"/>
                <a:gd name="connsiteX4" fmla="*/ 3749 w 1534151"/>
                <a:gd name="connsiteY4" fmla="*/ 428113 h 3041417"/>
                <a:gd name="connsiteX5" fmla="*/ 51374 w 1534151"/>
                <a:gd name="connsiteY5" fmla="*/ 415413 h 3041417"/>
                <a:gd name="connsiteX6" fmla="*/ 156149 w 1534151"/>
                <a:gd name="connsiteY6" fmla="*/ 694813 h 3041417"/>
                <a:gd name="connsiteX7" fmla="*/ 365699 w 1534151"/>
                <a:gd name="connsiteY7" fmla="*/ 777363 h 3041417"/>
                <a:gd name="connsiteX8" fmla="*/ 632399 w 1534151"/>
                <a:gd name="connsiteY8" fmla="*/ 631313 h 3041417"/>
                <a:gd name="connsiteX9" fmla="*/ 835599 w 1534151"/>
                <a:gd name="connsiteY9" fmla="*/ 288413 h 3041417"/>
                <a:gd name="connsiteX10" fmla="*/ 965774 w 1534151"/>
                <a:gd name="connsiteY10" fmla="*/ 47113 h 3041417"/>
                <a:gd name="connsiteX11" fmla="*/ 1102299 w 1534151"/>
                <a:gd name="connsiteY11" fmla="*/ 2663 h 3041417"/>
                <a:gd name="connsiteX12" fmla="*/ 1219774 w 1534151"/>
                <a:gd name="connsiteY12" fmla="*/ 88388 h 3041417"/>
                <a:gd name="connsiteX13" fmla="*/ 921324 w 1534151"/>
                <a:gd name="connsiteY13" fmla="*/ 288413 h 3041417"/>
                <a:gd name="connsiteX14" fmla="*/ 600649 w 1534151"/>
                <a:gd name="connsiteY14" fmla="*/ 656713 h 3041417"/>
                <a:gd name="connsiteX15" fmla="*/ 597474 w 1534151"/>
                <a:gd name="connsiteY15" fmla="*/ 974213 h 3041417"/>
                <a:gd name="connsiteX16" fmla="*/ 867349 w 1534151"/>
                <a:gd name="connsiteY16" fmla="*/ 1263138 h 3041417"/>
                <a:gd name="connsiteX17" fmla="*/ 1337249 w 1534151"/>
                <a:gd name="connsiteY17" fmla="*/ 1091688 h 3041417"/>
                <a:gd name="connsiteX18" fmla="*/ 1521399 w 1534151"/>
                <a:gd name="connsiteY18" fmla="*/ 1126613 h 3041417"/>
                <a:gd name="connsiteX19" fmla="*/ 1368999 w 1534151"/>
                <a:gd name="connsiteY19" fmla="*/ 1225038 h 3041417"/>
                <a:gd name="connsiteX20" fmla="*/ 902274 w 1534151"/>
                <a:gd name="connsiteY20" fmla="*/ 1310763 h 3041417"/>
                <a:gd name="connsiteX21" fmla="*/ 911799 w 1534151"/>
                <a:gd name="connsiteY21" fmla="*/ 1758438 h 3041417"/>
                <a:gd name="connsiteX22" fmla="*/ 1159449 w 1534151"/>
                <a:gd name="connsiteY22" fmla="*/ 2075938 h 3041417"/>
                <a:gd name="connsiteX23" fmla="*/ 1480124 w 1534151"/>
                <a:gd name="connsiteY23" fmla="*/ 2282313 h 3041417"/>
                <a:gd name="connsiteX24" fmla="*/ 1534099 w 1534151"/>
                <a:gd name="connsiteY24" fmla="*/ 2587113 h 3041417"/>
                <a:gd name="connsiteX25" fmla="*/ 1486474 w 1534151"/>
                <a:gd name="connsiteY25" fmla="*/ 2307713 h 3041417"/>
                <a:gd name="connsiteX26" fmla="*/ 1330899 w 1534151"/>
                <a:gd name="connsiteY26" fmla="*/ 2202938 h 3041417"/>
                <a:gd name="connsiteX27" fmla="*/ 1146749 w 1534151"/>
                <a:gd name="connsiteY27" fmla="*/ 2082288 h 3041417"/>
                <a:gd name="connsiteX28" fmla="*/ 832424 w 1534151"/>
                <a:gd name="connsiteY28" fmla="*/ 2129913 h 3041417"/>
                <a:gd name="connsiteX29" fmla="*/ 667324 w 1534151"/>
                <a:gd name="connsiteY29" fmla="*/ 2472813 h 3041417"/>
                <a:gd name="connsiteX30" fmla="*/ 660974 w 1534151"/>
                <a:gd name="connsiteY30" fmla="*/ 2866513 h 3041417"/>
                <a:gd name="connsiteX31" fmla="*/ 718124 w 1534151"/>
                <a:gd name="connsiteY31" fmla="*/ 2990338 h 3041417"/>
                <a:gd name="connsiteX32" fmla="*/ 622874 w 1534151"/>
                <a:gd name="connsiteY32" fmla="*/ 2980813 h 3041417"/>
                <a:gd name="connsiteX33" fmla="*/ 689549 w 1534151"/>
                <a:gd name="connsiteY33" fmla="*/ 2272788 h 3041417"/>
                <a:gd name="connsiteX34" fmla="*/ 527624 w 1534151"/>
                <a:gd name="connsiteY34" fmla="*/ 1856863 h 3041417"/>
                <a:gd name="connsiteX35" fmla="*/ 502224 w 1534151"/>
                <a:gd name="connsiteY35" fmla="*/ 1764788 h 3041417"/>
                <a:gd name="connsiteX36" fmla="*/ 797499 w 1534151"/>
                <a:gd name="connsiteY36" fmla="*/ 1771138 h 3041417"/>
                <a:gd name="connsiteX37" fmla="*/ 791149 w 1534151"/>
                <a:gd name="connsiteY37" fmla="*/ 1367913 h 3041417"/>
                <a:gd name="connsiteX38" fmla="*/ 645099 w 1534151"/>
                <a:gd name="connsiteY38" fmla="*/ 1132963 h 3041417"/>
                <a:gd name="connsiteX39" fmla="*/ 451424 w 1534151"/>
                <a:gd name="connsiteY39" fmla="*/ 1021838 h 3041417"/>
                <a:gd name="connsiteX40" fmla="*/ 410149 w 1534151"/>
                <a:gd name="connsiteY40" fmla="*/ 1488563 h 3041417"/>
                <a:gd name="connsiteX0" fmla="*/ 410149 w 1534151"/>
                <a:gd name="connsiteY0" fmla="*/ 1488563 h 3041417"/>
                <a:gd name="connsiteX1" fmla="*/ 264099 w 1534151"/>
                <a:gd name="connsiteY1" fmla="*/ 1688587 h 3041417"/>
                <a:gd name="connsiteX2" fmla="*/ 359349 w 1534151"/>
                <a:gd name="connsiteY2" fmla="*/ 1129787 h 3041417"/>
                <a:gd name="connsiteX3" fmla="*/ 146624 w 1534151"/>
                <a:gd name="connsiteY3" fmla="*/ 732913 h 3041417"/>
                <a:gd name="connsiteX4" fmla="*/ 3749 w 1534151"/>
                <a:gd name="connsiteY4" fmla="*/ 428113 h 3041417"/>
                <a:gd name="connsiteX5" fmla="*/ 51374 w 1534151"/>
                <a:gd name="connsiteY5" fmla="*/ 415413 h 3041417"/>
                <a:gd name="connsiteX6" fmla="*/ 156149 w 1534151"/>
                <a:gd name="connsiteY6" fmla="*/ 694813 h 3041417"/>
                <a:gd name="connsiteX7" fmla="*/ 365699 w 1534151"/>
                <a:gd name="connsiteY7" fmla="*/ 777363 h 3041417"/>
                <a:gd name="connsiteX8" fmla="*/ 632399 w 1534151"/>
                <a:gd name="connsiteY8" fmla="*/ 631313 h 3041417"/>
                <a:gd name="connsiteX9" fmla="*/ 835599 w 1534151"/>
                <a:gd name="connsiteY9" fmla="*/ 288413 h 3041417"/>
                <a:gd name="connsiteX10" fmla="*/ 965774 w 1534151"/>
                <a:gd name="connsiteY10" fmla="*/ 47113 h 3041417"/>
                <a:gd name="connsiteX11" fmla="*/ 1102299 w 1534151"/>
                <a:gd name="connsiteY11" fmla="*/ 2663 h 3041417"/>
                <a:gd name="connsiteX12" fmla="*/ 1219774 w 1534151"/>
                <a:gd name="connsiteY12" fmla="*/ 88388 h 3041417"/>
                <a:gd name="connsiteX13" fmla="*/ 921324 w 1534151"/>
                <a:gd name="connsiteY13" fmla="*/ 288413 h 3041417"/>
                <a:gd name="connsiteX14" fmla="*/ 600649 w 1534151"/>
                <a:gd name="connsiteY14" fmla="*/ 656713 h 3041417"/>
                <a:gd name="connsiteX15" fmla="*/ 597474 w 1534151"/>
                <a:gd name="connsiteY15" fmla="*/ 974213 h 3041417"/>
                <a:gd name="connsiteX16" fmla="*/ 867349 w 1534151"/>
                <a:gd name="connsiteY16" fmla="*/ 1263138 h 3041417"/>
                <a:gd name="connsiteX17" fmla="*/ 1337249 w 1534151"/>
                <a:gd name="connsiteY17" fmla="*/ 1091688 h 3041417"/>
                <a:gd name="connsiteX18" fmla="*/ 1521399 w 1534151"/>
                <a:gd name="connsiteY18" fmla="*/ 1126613 h 3041417"/>
                <a:gd name="connsiteX19" fmla="*/ 1368999 w 1534151"/>
                <a:gd name="connsiteY19" fmla="*/ 1225038 h 3041417"/>
                <a:gd name="connsiteX20" fmla="*/ 902274 w 1534151"/>
                <a:gd name="connsiteY20" fmla="*/ 1310763 h 3041417"/>
                <a:gd name="connsiteX21" fmla="*/ 911799 w 1534151"/>
                <a:gd name="connsiteY21" fmla="*/ 1758438 h 3041417"/>
                <a:gd name="connsiteX22" fmla="*/ 1159449 w 1534151"/>
                <a:gd name="connsiteY22" fmla="*/ 2075938 h 3041417"/>
                <a:gd name="connsiteX23" fmla="*/ 1480124 w 1534151"/>
                <a:gd name="connsiteY23" fmla="*/ 2282313 h 3041417"/>
                <a:gd name="connsiteX24" fmla="*/ 1534099 w 1534151"/>
                <a:gd name="connsiteY24" fmla="*/ 2587113 h 3041417"/>
                <a:gd name="connsiteX25" fmla="*/ 1486474 w 1534151"/>
                <a:gd name="connsiteY25" fmla="*/ 2307713 h 3041417"/>
                <a:gd name="connsiteX26" fmla="*/ 1330899 w 1534151"/>
                <a:gd name="connsiteY26" fmla="*/ 2202938 h 3041417"/>
                <a:gd name="connsiteX27" fmla="*/ 1146749 w 1534151"/>
                <a:gd name="connsiteY27" fmla="*/ 2082288 h 3041417"/>
                <a:gd name="connsiteX28" fmla="*/ 832424 w 1534151"/>
                <a:gd name="connsiteY28" fmla="*/ 2129913 h 3041417"/>
                <a:gd name="connsiteX29" fmla="*/ 667324 w 1534151"/>
                <a:gd name="connsiteY29" fmla="*/ 2472813 h 3041417"/>
                <a:gd name="connsiteX30" fmla="*/ 660974 w 1534151"/>
                <a:gd name="connsiteY30" fmla="*/ 2866513 h 3041417"/>
                <a:gd name="connsiteX31" fmla="*/ 718124 w 1534151"/>
                <a:gd name="connsiteY31" fmla="*/ 2990338 h 3041417"/>
                <a:gd name="connsiteX32" fmla="*/ 622874 w 1534151"/>
                <a:gd name="connsiteY32" fmla="*/ 2980813 h 3041417"/>
                <a:gd name="connsiteX33" fmla="*/ 689549 w 1534151"/>
                <a:gd name="connsiteY33" fmla="*/ 2272788 h 3041417"/>
                <a:gd name="connsiteX34" fmla="*/ 527624 w 1534151"/>
                <a:gd name="connsiteY34" fmla="*/ 1856863 h 3041417"/>
                <a:gd name="connsiteX35" fmla="*/ 797499 w 1534151"/>
                <a:gd name="connsiteY35" fmla="*/ 1771138 h 3041417"/>
                <a:gd name="connsiteX36" fmla="*/ 791149 w 1534151"/>
                <a:gd name="connsiteY36" fmla="*/ 1367913 h 3041417"/>
                <a:gd name="connsiteX37" fmla="*/ 645099 w 1534151"/>
                <a:gd name="connsiteY37" fmla="*/ 1132963 h 3041417"/>
                <a:gd name="connsiteX38" fmla="*/ 451424 w 1534151"/>
                <a:gd name="connsiteY38" fmla="*/ 1021838 h 3041417"/>
                <a:gd name="connsiteX39" fmla="*/ 410149 w 1534151"/>
                <a:gd name="connsiteY39" fmla="*/ 1488563 h 3041417"/>
                <a:gd name="connsiteX0" fmla="*/ 410149 w 1534151"/>
                <a:gd name="connsiteY0" fmla="*/ 1488563 h 3041417"/>
                <a:gd name="connsiteX1" fmla="*/ 264099 w 1534151"/>
                <a:gd name="connsiteY1" fmla="*/ 1688587 h 3041417"/>
                <a:gd name="connsiteX2" fmla="*/ 359349 w 1534151"/>
                <a:gd name="connsiteY2" fmla="*/ 1129787 h 3041417"/>
                <a:gd name="connsiteX3" fmla="*/ 146624 w 1534151"/>
                <a:gd name="connsiteY3" fmla="*/ 732913 h 3041417"/>
                <a:gd name="connsiteX4" fmla="*/ 3749 w 1534151"/>
                <a:gd name="connsiteY4" fmla="*/ 428113 h 3041417"/>
                <a:gd name="connsiteX5" fmla="*/ 51374 w 1534151"/>
                <a:gd name="connsiteY5" fmla="*/ 415413 h 3041417"/>
                <a:gd name="connsiteX6" fmla="*/ 156149 w 1534151"/>
                <a:gd name="connsiteY6" fmla="*/ 694813 h 3041417"/>
                <a:gd name="connsiteX7" fmla="*/ 365699 w 1534151"/>
                <a:gd name="connsiteY7" fmla="*/ 777363 h 3041417"/>
                <a:gd name="connsiteX8" fmla="*/ 632399 w 1534151"/>
                <a:gd name="connsiteY8" fmla="*/ 631313 h 3041417"/>
                <a:gd name="connsiteX9" fmla="*/ 835599 w 1534151"/>
                <a:gd name="connsiteY9" fmla="*/ 288413 h 3041417"/>
                <a:gd name="connsiteX10" fmla="*/ 965774 w 1534151"/>
                <a:gd name="connsiteY10" fmla="*/ 47113 h 3041417"/>
                <a:gd name="connsiteX11" fmla="*/ 1102299 w 1534151"/>
                <a:gd name="connsiteY11" fmla="*/ 2663 h 3041417"/>
                <a:gd name="connsiteX12" fmla="*/ 1219774 w 1534151"/>
                <a:gd name="connsiteY12" fmla="*/ 88388 h 3041417"/>
                <a:gd name="connsiteX13" fmla="*/ 921324 w 1534151"/>
                <a:gd name="connsiteY13" fmla="*/ 288413 h 3041417"/>
                <a:gd name="connsiteX14" fmla="*/ 600649 w 1534151"/>
                <a:gd name="connsiteY14" fmla="*/ 656713 h 3041417"/>
                <a:gd name="connsiteX15" fmla="*/ 597474 w 1534151"/>
                <a:gd name="connsiteY15" fmla="*/ 974213 h 3041417"/>
                <a:gd name="connsiteX16" fmla="*/ 867349 w 1534151"/>
                <a:gd name="connsiteY16" fmla="*/ 1263138 h 3041417"/>
                <a:gd name="connsiteX17" fmla="*/ 1337249 w 1534151"/>
                <a:gd name="connsiteY17" fmla="*/ 1091688 h 3041417"/>
                <a:gd name="connsiteX18" fmla="*/ 1521399 w 1534151"/>
                <a:gd name="connsiteY18" fmla="*/ 1126613 h 3041417"/>
                <a:gd name="connsiteX19" fmla="*/ 1368999 w 1534151"/>
                <a:gd name="connsiteY19" fmla="*/ 1225038 h 3041417"/>
                <a:gd name="connsiteX20" fmla="*/ 902274 w 1534151"/>
                <a:gd name="connsiteY20" fmla="*/ 1310763 h 3041417"/>
                <a:gd name="connsiteX21" fmla="*/ 911799 w 1534151"/>
                <a:gd name="connsiteY21" fmla="*/ 1758438 h 3041417"/>
                <a:gd name="connsiteX22" fmla="*/ 1159449 w 1534151"/>
                <a:gd name="connsiteY22" fmla="*/ 2075938 h 3041417"/>
                <a:gd name="connsiteX23" fmla="*/ 1480124 w 1534151"/>
                <a:gd name="connsiteY23" fmla="*/ 2282313 h 3041417"/>
                <a:gd name="connsiteX24" fmla="*/ 1534099 w 1534151"/>
                <a:gd name="connsiteY24" fmla="*/ 2587113 h 3041417"/>
                <a:gd name="connsiteX25" fmla="*/ 1486474 w 1534151"/>
                <a:gd name="connsiteY25" fmla="*/ 2307713 h 3041417"/>
                <a:gd name="connsiteX26" fmla="*/ 1330899 w 1534151"/>
                <a:gd name="connsiteY26" fmla="*/ 2202938 h 3041417"/>
                <a:gd name="connsiteX27" fmla="*/ 1146749 w 1534151"/>
                <a:gd name="connsiteY27" fmla="*/ 2082288 h 3041417"/>
                <a:gd name="connsiteX28" fmla="*/ 832424 w 1534151"/>
                <a:gd name="connsiteY28" fmla="*/ 2129913 h 3041417"/>
                <a:gd name="connsiteX29" fmla="*/ 667324 w 1534151"/>
                <a:gd name="connsiteY29" fmla="*/ 2472813 h 3041417"/>
                <a:gd name="connsiteX30" fmla="*/ 660974 w 1534151"/>
                <a:gd name="connsiteY30" fmla="*/ 2866513 h 3041417"/>
                <a:gd name="connsiteX31" fmla="*/ 718124 w 1534151"/>
                <a:gd name="connsiteY31" fmla="*/ 2990338 h 3041417"/>
                <a:gd name="connsiteX32" fmla="*/ 622874 w 1534151"/>
                <a:gd name="connsiteY32" fmla="*/ 2980813 h 3041417"/>
                <a:gd name="connsiteX33" fmla="*/ 689549 w 1534151"/>
                <a:gd name="connsiteY33" fmla="*/ 2272788 h 3041417"/>
                <a:gd name="connsiteX34" fmla="*/ 797499 w 1534151"/>
                <a:gd name="connsiteY34" fmla="*/ 1771138 h 3041417"/>
                <a:gd name="connsiteX35" fmla="*/ 791149 w 1534151"/>
                <a:gd name="connsiteY35" fmla="*/ 1367913 h 3041417"/>
                <a:gd name="connsiteX36" fmla="*/ 645099 w 1534151"/>
                <a:gd name="connsiteY36" fmla="*/ 1132963 h 3041417"/>
                <a:gd name="connsiteX37" fmla="*/ 451424 w 1534151"/>
                <a:gd name="connsiteY37" fmla="*/ 1021838 h 3041417"/>
                <a:gd name="connsiteX38" fmla="*/ 410149 w 1534151"/>
                <a:gd name="connsiteY38" fmla="*/ 1488563 h 3041417"/>
                <a:gd name="connsiteX0" fmla="*/ 410149 w 1534151"/>
                <a:gd name="connsiteY0" fmla="*/ 1488563 h 3041417"/>
                <a:gd name="connsiteX1" fmla="*/ 264099 w 1534151"/>
                <a:gd name="connsiteY1" fmla="*/ 1688587 h 3041417"/>
                <a:gd name="connsiteX2" fmla="*/ 359349 w 1534151"/>
                <a:gd name="connsiteY2" fmla="*/ 1129787 h 3041417"/>
                <a:gd name="connsiteX3" fmla="*/ 146624 w 1534151"/>
                <a:gd name="connsiteY3" fmla="*/ 732913 h 3041417"/>
                <a:gd name="connsiteX4" fmla="*/ 3749 w 1534151"/>
                <a:gd name="connsiteY4" fmla="*/ 428113 h 3041417"/>
                <a:gd name="connsiteX5" fmla="*/ 51374 w 1534151"/>
                <a:gd name="connsiteY5" fmla="*/ 415413 h 3041417"/>
                <a:gd name="connsiteX6" fmla="*/ 156149 w 1534151"/>
                <a:gd name="connsiteY6" fmla="*/ 694813 h 3041417"/>
                <a:gd name="connsiteX7" fmla="*/ 365699 w 1534151"/>
                <a:gd name="connsiteY7" fmla="*/ 777363 h 3041417"/>
                <a:gd name="connsiteX8" fmla="*/ 632399 w 1534151"/>
                <a:gd name="connsiteY8" fmla="*/ 631313 h 3041417"/>
                <a:gd name="connsiteX9" fmla="*/ 835599 w 1534151"/>
                <a:gd name="connsiteY9" fmla="*/ 288413 h 3041417"/>
                <a:gd name="connsiteX10" fmla="*/ 965774 w 1534151"/>
                <a:gd name="connsiteY10" fmla="*/ 47113 h 3041417"/>
                <a:gd name="connsiteX11" fmla="*/ 1102299 w 1534151"/>
                <a:gd name="connsiteY11" fmla="*/ 2663 h 3041417"/>
                <a:gd name="connsiteX12" fmla="*/ 1219774 w 1534151"/>
                <a:gd name="connsiteY12" fmla="*/ 88388 h 3041417"/>
                <a:gd name="connsiteX13" fmla="*/ 921324 w 1534151"/>
                <a:gd name="connsiteY13" fmla="*/ 288413 h 3041417"/>
                <a:gd name="connsiteX14" fmla="*/ 600649 w 1534151"/>
                <a:gd name="connsiteY14" fmla="*/ 656713 h 3041417"/>
                <a:gd name="connsiteX15" fmla="*/ 597474 w 1534151"/>
                <a:gd name="connsiteY15" fmla="*/ 974213 h 3041417"/>
                <a:gd name="connsiteX16" fmla="*/ 867349 w 1534151"/>
                <a:gd name="connsiteY16" fmla="*/ 1263138 h 3041417"/>
                <a:gd name="connsiteX17" fmla="*/ 1337249 w 1534151"/>
                <a:gd name="connsiteY17" fmla="*/ 1091688 h 3041417"/>
                <a:gd name="connsiteX18" fmla="*/ 1521399 w 1534151"/>
                <a:gd name="connsiteY18" fmla="*/ 1126613 h 3041417"/>
                <a:gd name="connsiteX19" fmla="*/ 1368999 w 1534151"/>
                <a:gd name="connsiteY19" fmla="*/ 1225038 h 3041417"/>
                <a:gd name="connsiteX20" fmla="*/ 902274 w 1534151"/>
                <a:gd name="connsiteY20" fmla="*/ 1310763 h 3041417"/>
                <a:gd name="connsiteX21" fmla="*/ 911799 w 1534151"/>
                <a:gd name="connsiteY21" fmla="*/ 1758438 h 3041417"/>
                <a:gd name="connsiteX22" fmla="*/ 1159449 w 1534151"/>
                <a:gd name="connsiteY22" fmla="*/ 2075938 h 3041417"/>
                <a:gd name="connsiteX23" fmla="*/ 1480124 w 1534151"/>
                <a:gd name="connsiteY23" fmla="*/ 2282313 h 3041417"/>
                <a:gd name="connsiteX24" fmla="*/ 1534099 w 1534151"/>
                <a:gd name="connsiteY24" fmla="*/ 2587113 h 3041417"/>
                <a:gd name="connsiteX25" fmla="*/ 1486474 w 1534151"/>
                <a:gd name="connsiteY25" fmla="*/ 2307713 h 3041417"/>
                <a:gd name="connsiteX26" fmla="*/ 1330899 w 1534151"/>
                <a:gd name="connsiteY26" fmla="*/ 2202938 h 3041417"/>
                <a:gd name="connsiteX27" fmla="*/ 1146749 w 1534151"/>
                <a:gd name="connsiteY27" fmla="*/ 2082288 h 3041417"/>
                <a:gd name="connsiteX28" fmla="*/ 832424 w 1534151"/>
                <a:gd name="connsiteY28" fmla="*/ 2129913 h 3041417"/>
                <a:gd name="connsiteX29" fmla="*/ 667324 w 1534151"/>
                <a:gd name="connsiteY29" fmla="*/ 2472813 h 3041417"/>
                <a:gd name="connsiteX30" fmla="*/ 660974 w 1534151"/>
                <a:gd name="connsiteY30" fmla="*/ 2866513 h 3041417"/>
                <a:gd name="connsiteX31" fmla="*/ 718124 w 1534151"/>
                <a:gd name="connsiteY31" fmla="*/ 2990338 h 3041417"/>
                <a:gd name="connsiteX32" fmla="*/ 622874 w 1534151"/>
                <a:gd name="connsiteY32" fmla="*/ 2980813 h 3041417"/>
                <a:gd name="connsiteX33" fmla="*/ 689549 w 1534151"/>
                <a:gd name="connsiteY33" fmla="*/ 2272788 h 3041417"/>
                <a:gd name="connsiteX34" fmla="*/ 686374 w 1534151"/>
                <a:gd name="connsiteY34" fmla="*/ 2155312 h 3041417"/>
                <a:gd name="connsiteX35" fmla="*/ 797499 w 1534151"/>
                <a:gd name="connsiteY35" fmla="*/ 1771138 h 3041417"/>
                <a:gd name="connsiteX36" fmla="*/ 791149 w 1534151"/>
                <a:gd name="connsiteY36" fmla="*/ 1367913 h 3041417"/>
                <a:gd name="connsiteX37" fmla="*/ 645099 w 1534151"/>
                <a:gd name="connsiteY37" fmla="*/ 1132963 h 3041417"/>
                <a:gd name="connsiteX38" fmla="*/ 451424 w 1534151"/>
                <a:gd name="connsiteY38" fmla="*/ 1021838 h 3041417"/>
                <a:gd name="connsiteX39" fmla="*/ 410149 w 1534151"/>
                <a:gd name="connsiteY39" fmla="*/ 1488563 h 3041417"/>
                <a:gd name="connsiteX0" fmla="*/ 410149 w 1534151"/>
                <a:gd name="connsiteY0" fmla="*/ 1488563 h 3041417"/>
                <a:gd name="connsiteX1" fmla="*/ 264099 w 1534151"/>
                <a:gd name="connsiteY1" fmla="*/ 1688587 h 3041417"/>
                <a:gd name="connsiteX2" fmla="*/ 359349 w 1534151"/>
                <a:gd name="connsiteY2" fmla="*/ 1129787 h 3041417"/>
                <a:gd name="connsiteX3" fmla="*/ 146624 w 1534151"/>
                <a:gd name="connsiteY3" fmla="*/ 732913 h 3041417"/>
                <a:gd name="connsiteX4" fmla="*/ 3749 w 1534151"/>
                <a:gd name="connsiteY4" fmla="*/ 428113 h 3041417"/>
                <a:gd name="connsiteX5" fmla="*/ 51374 w 1534151"/>
                <a:gd name="connsiteY5" fmla="*/ 415413 h 3041417"/>
                <a:gd name="connsiteX6" fmla="*/ 156149 w 1534151"/>
                <a:gd name="connsiteY6" fmla="*/ 694813 h 3041417"/>
                <a:gd name="connsiteX7" fmla="*/ 365699 w 1534151"/>
                <a:gd name="connsiteY7" fmla="*/ 777363 h 3041417"/>
                <a:gd name="connsiteX8" fmla="*/ 632399 w 1534151"/>
                <a:gd name="connsiteY8" fmla="*/ 631313 h 3041417"/>
                <a:gd name="connsiteX9" fmla="*/ 835599 w 1534151"/>
                <a:gd name="connsiteY9" fmla="*/ 288413 h 3041417"/>
                <a:gd name="connsiteX10" fmla="*/ 965774 w 1534151"/>
                <a:gd name="connsiteY10" fmla="*/ 47113 h 3041417"/>
                <a:gd name="connsiteX11" fmla="*/ 1102299 w 1534151"/>
                <a:gd name="connsiteY11" fmla="*/ 2663 h 3041417"/>
                <a:gd name="connsiteX12" fmla="*/ 1219774 w 1534151"/>
                <a:gd name="connsiteY12" fmla="*/ 88388 h 3041417"/>
                <a:gd name="connsiteX13" fmla="*/ 921324 w 1534151"/>
                <a:gd name="connsiteY13" fmla="*/ 288413 h 3041417"/>
                <a:gd name="connsiteX14" fmla="*/ 600649 w 1534151"/>
                <a:gd name="connsiteY14" fmla="*/ 656713 h 3041417"/>
                <a:gd name="connsiteX15" fmla="*/ 597474 w 1534151"/>
                <a:gd name="connsiteY15" fmla="*/ 974213 h 3041417"/>
                <a:gd name="connsiteX16" fmla="*/ 867349 w 1534151"/>
                <a:gd name="connsiteY16" fmla="*/ 1263138 h 3041417"/>
                <a:gd name="connsiteX17" fmla="*/ 1337249 w 1534151"/>
                <a:gd name="connsiteY17" fmla="*/ 1091688 h 3041417"/>
                <a:gd name="connsiteX18" fmla="*/ 1521399 w 1534151"/>
                <a:gd name="connsiteY18" fmla="*/ 1126613 h 3041417"/>
                <a:gd name="connsiteX19" fmla="*/ 1368999 w 1534151"/>
                <a:gd name="connsiteY19" fmla="*/ 1225038 h 3041417"/>
                <a:gd name="connsiteX20" fmla="*/ 902274 w 1534151"/>
                <a:gd name="connsiteY20" fmla="*/ 1310763 h 3041417"/>
                <a:gd name="connsiteX21" fmla="*/ 911799 w 1534151"/>
                <a:gd name="connsiteY21" fmla="*/ 1758438 h 3041417"/>
                <a:gd name="connsiteX22" fmla="*/ 1159449 w 1534151"/>
                <a:gd name="connsiteY22" fmla="*/ 2075938 h 3041417"/>
                <a:gd name="connsiteX23" fmla="*/ 1480124 w 1534151"/>
                <a:gd name="connsiteY23" fmla="*/ 2282313 h 3041417"/>
                <a:gd name="connsiteX24" fmla="*/ 1534099 w 1534151"/>
                <a:gd name="connsiteY24" fmla="*/ 2587113 h 3041417"/>
                <a:gd name="connsiteX25" fmla="*/ 1486474 w 1534151"/>
                <a:gd name="connsiteY25" fmla="*/ 2307713 h 3041417"/>
                <a:gd name="connsiteX26" fmla="*/ 1330899 w 1534151"/>
                <a:gd name="connsiteY26" fmla="*/ 2202938 h 3041417"/>
                <a:gd name="connsiteX27" fmla="*/ 1146749 w 1534151"/>
                <a:gd name="connsiteY27" fmla="*/ 2082288 h 3041417"/>
                <a:gd name="connsiteX28" fmla="*/ 832424 w 1534151"/>
                <a:gd name="connsiteY28" fmla="*/ 2129913 h 3041417"/>
                <a:gd name="connsiteX29" fmla="*/ 667324 w 1534151"/>
                <a:gd name="connsiteY29" fmla="*/ 2472813 h 3041417"/>
                <a:gd name="connsiteX30" fmla="*/ 660974 w 1534151"/>
                <a:gd name="connsiteY30" fmla="*/ 2866513 h 3041417"/>
                <a:gd name="connsiteX31" fmla="*/ 718124 w 1534151"/>
                <a:gd name="connsiteY31" fmla="*/ 2990338 h 3041417"/>
                <a:gd name="connsiteX32" fmla="*/ 622874 w 1534151"/>
                <a:gd name="connsiteY32" fmla="*/ 2980813 h 3041417"/>
                <a:gd name="connsiteX33" fmla="*/ 689549 w 1534151"/>
                <a:gd name="connsiteY33" fmla="*/ 2272788 h 3041417"/>
                <a:gd name="connsiteX34" fmla="*/ 610174 w 1534151"/>
                <a:gd name="connsiteY34" fmla="*/ 2136262 h 3041417"/>
                <a:gd name="connsiteX35" fmla="*/ 797499 w 1534151"/>
                <a:gd name="connsiteY35" fmla="*/ 1771138 h 3041417"/>
                <a:gd name="connsiteX36" fmla="*/ 791149 w 1534151"/>
                <a:gd name="connsiteY36" fmla="*/ 1367913 h 3041417"/>
                <a:gd name="connsiteX37" fmla="*/ 645099 w 1534151"/>
                <a:gd name="connsiteY37" fmla="*/ 1132963 h 3041417"/>
                <a:gd name="connsiteX38" fmla="*/ 451424 w 1534151"/>
                <a:gd name="connsiteY38" fmla="*/ 1021838 h 3041417"/>
                <a:gd name="connsiteX39" fmla="*/ 410149 w 1534151"/>
                <a:gd name="connsiteY39" fmla="*/ 1488563 h 3041417"/>
                <a:gd name="connsiteX0" fmla="*/ 410149 w 1534151"/>
                <a:gd name="connsiteY0" fmla="*/ 1488563 h 3041417"/>
                <a:gd name="connsiteX1" fmla="*/ 264099 w 1534151"/>
                <a:gd name="connsiteY1" fmla="*/ 1688587 h 3041417"/>
                <a:gd name="connsiteX2" fmla="*/ 359349 w 1534151"/>
                <a:gd name="connsiteY2" fmla="*/ 1129787 h 3041417"/>
                <a:gd name="connsiteX3" fmla="*/ 146624 w 1534151"/>
                <a:gd name="connsiteY3" fmla="*/ 732913 h 3041417"/>
                <a:gd name="connsiteX4" fmla="*/ 3749 w 1534151"/>
                <a:gd name="connsiteY4" fmla="*/ 428113 h 3041417"/>
                <a:gd name="connsiteX5" fmla="*/ 51374 w 1534151"/>
                <a:gd name="connsiteY5" fmla="*/ 415413 h 3041417"/>
                <a:gd name="connsiteX6" fmla="*/ 156149 w 1534151"/>
                <a:gd name="connsiteY6" fmla="*/ 694813 h 3041417"/>
                <a:gd name="connsiteX7" fmla="*/ 365699 w 1534151"/>
                <a:gd name="connsiteY7" fmla="*/ 777363 h 3041417"/>
                <a:gd name="connsiteX8" fmla="*/ 632399 w 1534151"/>
                <a:gd name="connsiteY8" fmla="*/ 631313 h 3041417"/>
                <a:gd name="connsiteX9" fmla="*/ 835599 w 1534151"/>
                <a:gd name="connsiteY9" fmla="*/ 288413 h 3041417"/>
                <a:gd name="connsiteX10" fmla="*/ 965774 w 1534151"/>
                <a:gd name="connsiteY10" fmla="*/ 47113 h 3041417"/>
                <a:gd name="connsiteX11" fmla="*/ 1102299 w 1534151"/>
                <a:gd name="connsiteY11" fmla="*/ 2663 h 3041417"/>
                <a:gd name="connsiteX12" fmla="*/ 1219774 w 1534151"/>
                <a:gd name="connsiteY12" fmla="*/ 88388 h 3041417"/>
                <a:gd name="connsiteX13" fmla="*/ 921324 w 1534151"/>
                <a:gd name="connsiteY13" fmla="*/ 288413 h 3041417"/>
                <a:gd name="connsiteX14" fmla="*/ 600649 w 1534151"/>
                <a:gd name="connsiteY14" fmla="*/ 656713 h 3041417"/>
                <a:gd name="connsiteX15" fmla="*/ 597474 w 1534151"/>
                <a:gd name="connsiteY15" fmla="*/ 974213 h 3041417"/>
                <a:gd name="connsiteX16" fmla="*/ 867349 w 1534151"/>
                <a:gd name="connsiteY16" fmla="*/ 1263138 h 3041417"/>
                <a:gd name="connsiteX17" fmla="*/ 1337249 w 1534151"/>
                <a:gd name="connsiteY17" fmla="*/ 1091688 h 3041417"/>
                <a:gd name="connsiteX18" fmla="*/ 1521399 w 1534151"/>
                <a:gd name="connsiteY18" fmla="*/ 1126613 h 3041417"/>
                <a:gd name="connsiteX19" fmla="*/ 1368999 w 1534151"/>
                <a:gd name="connsiteY19" fmla="*/ 1225038 h 3041417"/>
                <a:gd name="connsiteX20" fmla="*/ 902274 w 1534151"/>
                <a:gd name="connsiteY20" fmla="*/ 1310763 h 3041417"/>
                <a:gd name="connsiteX21" fmla="*/ 911799 w 1534151"/>
                <a:gd name="connsiteY21" fmla="*/ 1758438 h 3041417"/>
                <a:gd name="connsiteX22" fmla="*/ 1159449 w 1534151"/>
                <a:gd name="connsiteY22" fmla="*/ 2075938 h 3041417"/>
                <a:gd name="connsiteX23" fmla="*/ 1480124 w 1534151"/>
                <a:gd name="connsiteY23" fmla="*/ 2282313 h 3041417"/>
                <a:gd name="connsiteX24" fmla="*/ 1534099 w 1534151"/>
                <a:gd name="connsiteY24" fmla="*/ 2587113 h 3041417"/>
                <a:gd name="connsiteX25" fmla="*/ 1486474 w 1534151"/>
                <a:gd name="connsiteY25" fmla="*/ 2307713 h 3041417"/>
                <a:gd name="connsiteX26" fmla="*/ 1330899 w 1534151"/>
                <a:gd name="connsiteY26" fmla="*/ 2202938 h 3041417"/>
                <a:gd name="connsiteX27" fmla="*/ 1146749 w 1534151"/>
                <a:gd name="connsiteY27" fmla="*/ 2082288 h 3041417"/>
                <a:gd name="connsiteX28" fmla="*/ 832424 w 1534151"/>
                <a:gd name="connsiteY28" fmla="*/ 2129913 h 3041417"/>
                <a:gd name="connsiteX29" fmla="*/ 667324 w 1534151"/>
                <a:gd name="connsiteY29" fmla="*/ 2472813 h 3041417"/>
                <a:gd name="connsiteX30" fmla="*/ 660974 w 1534151"/>
                <a:gd name="connsiteY30" fmla="*/ 2866513 h 3041417"/>
                <a:gd name="connsiteX31" fmla="*/ 718124 w 1534151"/>
                <a:gd name="connsiteY31" fmla="*/ 2990338 h 3041417"/>
                <a:gd name="connsiteX32" fmla="*/ 622874 w 1534151"/>
                <a:gd name="connsiteY32" fmla="*/ 2980813 h 3041417"/>
                <a:gd name="connsiteX33" fmla="*/ 689549 w 1534151"/>
                <a:gd name="connsiteY33" fmla="*/ 2272788 h 3041417"/>
                <a:gd name="connsiteX34" fmla="*/ 578424 w 1534151"/>
                <a:gd name="connsiteY34" fmla="*/ 2047362 h 3041417"/>
                <a:gd name="connsiteX35" fmla="*/ 797499 w 1534151"/>
                <a:gd name="connsiteY35" fmla="*/ 1771138 h 3041417"/>
                <a:gd name="connsiteX36" fmla="*/ 791149 w 1534151"/>
                <a:gd name="connsiteY36" fmla="*/ 1367913 h 3041417"/>
                <a:gd name="connsiteX37" fmla="*/ 645099 w 1534151"/>
                <a:gd name="connsiteY37" fmla="*/ 1132963 h 3041417"/>
                <a:gd name="connsiteX38" fmla="*/ 451424 w 1534151"/>
                <a:gd name="connsiteY38" fmla="*/ 1021838 h 3041417"/>
                <a:gd name="connsiteX39" fmla="*/ 410149 w 1534151"/>
                <a:gd name="connsiteY39" fmla="*/ 1488563 h 3041417"/>
                <a:gd name="connsiteX0" fmla="*/ 410149 w 1534151"/>
                <a:gd name="connsiteY0" fmla="*/ 1488563 h 3041417"/>
                <a:gd name="connsiteX1" fmla="*/ 264099 w 1534151"/>
                <a:gd name="connsiteY1" fmla="*/ 1688587 h 3041417"/>
                <a:gd name="connsiteX2" fmla="*/ 359349 w 1534151"/>
                <a:gd name="connsiteY2" fmla="*/ 1129787 h 3041417"/>
                <a:gd name="connsiteX3" fmla="*/ 146624 w 1534151"/>
                <a:gd name="connsiteY3" fmla="*/ 732913 h 3041417"/>
                <a:gd name="connsiteX4" fmla="*/ 3749 w 1534151"/>
                <a:gd name="connsiteY4" fmla="*/ 428113 h 3041417"/>
                <a:gd name="connsiteX5" fmla="*/ 51374 w 1534151"/>
                <a:gd name="connsiteY5" fmla="*/ 415413 h 3041417"/>
                <a:gd name="connsiteX6" fmla="*/ 156149 w 1534151"/>
                <a:gd name="connsiteY6" fmla="*/ 694813 h 3041417"/>
                <a:gd name="connsiteX7" fmla="*/ 365699 w 1534151"/>
                <a:gd name="connsiteY7" fmla="*/ 777363 h 3041417"/>
                <a:gd name="connsiteX8" fmla="*/ 632399 w 1534151"/>
                <a:gd name="connsiteY8" fmla="*/ 631313 h 3041417"/>
                <a:gd name="connsiteX9" fmla="*/ 835599 w 1534151"/>
                <a:gd name="connsiteY9" fmla="*/ 288413 h 3041417"/>
                <a:gd name="connsiteX10" fmla="*/ 965774 w 1534151"/>
                <a:gd name="connsiteY10" fmla="*/ 47113 h 3041417"/>
                <a:gd name="connsiteX11" fmla="*/ 1102299 w 1534151"/>
                <a:gd name="connsiteY11" fmla="*/ 2663 h 3041417"/>
                <a:gd name="connsiteX12" fmla="*/ 1219774 w 1534151"/>
                <a:gd name="connsiteY12" fmla="*/ 88388 h 3041417"/>
                <a:gd name="connsiteX13" fmla="*/ 921324 w 1534151"/>
                <a:gd name="connsiteY13" fmla="*/ 288413 h 3041417"/>
                <a:gd name="connsiteX14" fmla="*/ 600649 w 1534151"/>
                <a:gd name="connsiteY14" fmla="*/ 656713 h 3041417"/>
                <a:gd name="connsiteX15" fmla="*/ 597474 w 1534151"/>
                <a:gd name="connsiteY15" fmla="*/ 974213 h 3041417"/>
                <a:gd name="connsiteX16" fmla="*/ 867349 w 1534151"/>
                <a:gd name="connsiteY16" fmla="*/ 1263138 h 3041417"/>
                <a:gd name="connsiteX17" fmla="*/ 1337249 w 1534151"/>
                <a:gd name="connsiteY17" fmla="*/ 1091688 h 3041417"/>
                <a:gd name="connsiteX18" fmla="*/ 1521399 w 1534151"/>
                <a:gd name="connsiteY18" fmla="*/ 1126613 h 3041417"/>
                <a:gd name="connsiteX19" fmla="*/ 1368999 w 1534151"/>
                <a:gd name="connsiteY19" fmla="*/ 1225038 h 3041417"/>
                <a:gd name="connsiteX20" fmla="*/ 902274 w 1534151"/>
                <a:gd name="connsiteY20" fmla="*/ 1310763 h 3041417"/>
                <a:gd name="connsiteX21" fmla="*/ 911799 w 1534151"/>
                <a:gd name="connsiteY21" fmla="*/ 1758438 h 3041417"/>
                <a:gd name="connsiteX22" fmla="*/ 1159449 w 1534151"/>
                <a:gd name="connsiteY22" fmla="*/ 2075938 h 3041417"/>
                <a:gd name="connsiteX23" fmla="*/ 1480124 w 1534151"/>
                <a:gd name="connsiteY23" fmla="*/ 2282313 h 3041417"/>
                <a:gd name="connsiteX24" fmla="*/ 1534099 w 1534151"/>
                <a:gd name="connsiteY24" fmla="*/ 2587113 h 3041417"/>
                <a:gd name="connsiteX25" fmla="*/ 1486474 w 1534151"/>
                <a:gd name="connsiteY25" fmla="*/ 2307713 h 3041417"/>
                <a:gd name="connsiteX26" fmla="*/ 1330899 w 1534151"/>
                <a:gd name="connsiteY26" fmla="*/ 2202938 h 3041417"/>
                <a:gd name="connsiteX27" fmla="*/ 1146749 w 1534151"/>
                <a:gd name="connsiteY27" fmla="*/ 2082288 h 3041417"/>
                <a:gd name="connsiteX28" fmla="*/ 832424 w 1534151"/>
                <a:gd name="connsiteY28" fmla="*/ 2129913 h 3041417"/>
                <a:gd name="connsiteX29" fmla="*/ 667324 w 1534151"/>
                <a:gd name="connsiteY29" fmla="*/ 2472813 h 3041417"/>
                <a:gd name="connsiteX30" fmla="*/ 660974 w 1534151"/>
                <a:gd name="connsiteY30" fmla="*/ 2866513 h 3041417"/>
                <a:gd name="connsiteX31" fmla="*/ 718124 w 1534151"/>
                <a:gd name="connsiteY31" fmla="*/ 2990338 h 3041417"/>
                <a:gd name="connsiteX32" fmla="*/ 622874 w 1534151"/>
                <a:gd name="connsiteY32" fmla="*/ 2980813 h 3041417"/>
                <a:gd name="connsiteX33" fmla="*/ 689549 w 1534151"/>
                <a:gd name="connsiteY33" fmla="*/ 2272788 h 3041417"/>
                <a:gd name="connsiteX34" fmla="*/ 578424 w 1534151"/>
                <a:gd name="connsiteY34" fmla="*/ 2047362 h 3041417"/>
                <a:gd name="connsiteX35" fmla="*/ 797499 w 1534151"/>
                <a:gd name="connsiteY35" fmla="*/ 1771138 h 3041417"/>
                <a:gd name="connsiteX36" fmla="*/ 791149 w 1534151"/>
                <a:gd name="connsiteY36" fmla="*/ 1367913 h 3041417"/>
                <a:gd name="connsiteX37" fmla="*/ 645099 w 1534151"/>
                <a:gd name="connsiteY37" fmla="*/ 1132963 h 3041417"/>
                <a:gd name="connsiteX38" fmla="*/ 451424 w 1534151"/>
                <a:gd name="connsiteY38" fmla="*/ 1021838 h 3041417"/>
                <a:gd name="connsiteX39" fmla="*/ 410149 w 1534151"/>
                <a:gd name="connsiteY39" fmla="*/ 1488563 h 3041417"/>
                <a:gd name="connsiteX0" fmla="*/ 410149 w 1534151"/>
                <a:gd name="connsiteY0" fmla="*/ 1488563 h 3041417"/>
                <a:gd name="connsiteX1" fmla="*/ 264099 w 1534151"/>
                <a:gd name="connsiteY1" fmla="*/ 1688587 h 3041417"/>
                <a:gd name="connsiteX2" fmla="*/ 359349 w 1534151"/>
                <a:gd name="connsiteY2" fmla="*/ 1129787 h 3041417"/>
                <a:gd name="connsiteX3" fmla="*/ 146624 w 1534151"/>
                <a:gd name="connsiteY3" fmla="*/ 732913 h 3041417"/>
                <a:gd name="connsiteX4" fmla="*/ 3749 w 1534151"/>
                <a:gd name="connsiteY4" fmla="*/ 428113 h 3041417"/>
                <a:gd name="connsiteX5" fmla="*/ 51374 w 1534151"/>
                <a:gd name="connsiteY5" fmla="*/ 415413 h 3041417"/>
                <a:gd name="connsiteX6" fmla="*/ 156149 w 1534151"/>
                <a:gd name="connsiteY6" fmla="*/ 694813 h 3041417"/>
                <a:gd name="connsiteX7" fmla="*/ 365699 w 1534151"/>
                <a:gd name="connsiteY7" fmla="*/ 777363 h 3041417"/>
                <a:gd name="connsiteX8" fmla="*/ 632399 w 1534151"/>
                <a:gd name="connsiteY8" fmla="*/ 631313 h 3041417"/>
                <a:gd name="connsiteX9" fmla="*/ 835599 w 1534151"/>
                <a:gd name="connsiteY9" fmla="*/ 288413 h 3041417"/>
                <a:gd name="connsiteX10" fmla="*/ 965774 w 1534151"/>
                <a:gd name="connsiteY10" fmla="*/ 47113 h 3041417"/>
                <a:gd name="connsiteX11" fmla="*/ 1102299 w 1534151"/>
                <a:gd name="connsiteY11" fmla="*/ 2663 h 3041417"/>
                <a:gd name="connsiteX12" fmla="*/ 1219774 w 1534151"/>
                <a:gd name="connsiteY12" fmla="*/ 88388 h 3041417"/>
                <a:gd name="connsiteX13" fmla="*/ 921324 w 1534151"/>
                <a:gd name="connsiteY13" fmla="*/ 288413 h 3041417"/>
                <a:gd name="connsiteX14" fmla="*/ 600649 w 1534151"/>
                <a:gd name="connsiteY14" fmla="*/ 656713 h 3041417"/>
                <a:gd name="connsiteX15" fmla="*/ 597474 w 1534151"/>
                <a:gd name="connsiteY15" fmla="*/ 974213 h 3041417"/>
                <a:gd name="connsiteX16" fmla="*/ 867349 w 1534151"/>
                <a:gd name="connsiteY16" fmla="*/ 1263138 h 3041417"/>
                <a:gd name="connsiteX17" fmla="*/ 1337249 w 1534151"/>
                <a:gd name="connsiteY17" fmla="*/ 1091688 h 3041417"/>
                <a:gd name="connsiteX18" fmla="*/ 1521399 w 1534151"/>
                <a:gd name="connsiteY18" fmla="*/ 1126613 h 3041417"/>
                <a:gd name="connsiteX19" fmla="*/ 1368999 w 1534151"/>
                <a:gd name="connsiteY19" fmla="*/ 1225038 h 3041417"/>
                <a:gd name="connsiteX20" fmla="*/ 902274 w 1534151"/>
                <a:gd name="connsiteY20" fmla="*/ 1310763 h 3041417"/>
                <a:gd name="connsiteX21" fmla="*/ 911799 w 1534151"/>
                <a:gd name="connsiteY21" fmla="*/ 1758438 h 3041417"/>
                <a:gd name="connsiteX22" fmla="*/ 1159449 w 1534151"/>
                <a:gd name="connsiteY22" fmla="*/ 2075938 h 3041417"/>
                <a:gd name="connsiteX23" fmla="*/ 1480124 w 1534151"/>
                <a:gd name="connsiteY23" fmla="*/ 2282313 h 3041417"/>
                <a:gd name="connsiteX24" fmla="*/ 1534099 w 1534151"/>
                <a:gd name="connsiteY24" fmla="*/ 2587113 h 3041417"/>
                <a:gd name="connsiteX25" fmla="*/ 1486474 w 1534151"/>
                <a:gd name="connsiteY25" fmla="*/ 2307713 h 3041417"/>
                <a:gd name="connsiteX26" fmla="*/ 1330899 w 1534151"/>
                <a:gd name="connsiteY26" fmla="*/ 2202938 h 3041417"/>
                <a:gd name="connsiteX27" fmla="*/ 1146749 w 1534151"/>
                <a:gd name="connsiteY27" fmla="*/ 2082288 h 3041417"/>
                <a:gd name="connsiteX28" fmla="*/ 832424 w 1534151"/>
                <a:gd name="connsiteY28" fmla="*/ 2129913 h 3041417"/>
                <a:gd name="connsiteX29" fmla="*/ 686374 w 1534151"/>
                <a:gd name="connsiteY29" fmla="*/ 2412488 h 3041417"/>
                <a:gd name="connsiteX30" fmla="*/ 660974 w 1534151"/>
                <a:gd name="connsiteY30" fmla="*/ 2866513 h 3041417"/>
                <a:gd name="connsiteX31" fmla="*/ 718124 w 1534151"/>
                <a:gd name="connsiteY31" fmla="*/ 2990338 h 3041417"/>
                <a:gd name="connsiteX32" fmla="*/ 622874 w 1534151"/>
                <a:gd name="connsiteY32" fmla="*/ 2980813 h 3041417"/>
                <a:gd name="connsiteX33" fmla="*/ 689549 w 1534151"/>
                <a:gd name="connsiteY33" fmla="*/ 2272788 h 3041417"/>
                <a:gd name="connsiteX34" fmla="*/ 578424 w 1534151"/>
                <a:gd name="connsiteY34" fmla="*/ 2047362 h 3041417"/>
                <a:gd name="connsiteX35" fmla="*/ 797499 w 1534151"/>
                <a:gd name="connsiteY35" fmla="*/ 1771138 h 3041417"/>
                <a:gd name="connsiteX36" fmla="*/ 791149 w 1534151"/>
                <a:gd name="connsiteY36" fmla="*/ 1367913 h 3041417"/>
                <a:gd name="connsiteX37" fmla="*/ 645099 w 1534151"/>
                <a:gd name="connsiteY37" fmla="*/ 1132963 h 3041417"/>
                <a:gd name="connsiteX38" fmla="*/ 451424 w 1534151"/>
                <a:gd name="connsiteY38" fmla="*/ 1021838 h 3041417"/>
                <a:gd name="connsiteX39" fmla="*/ 410149 w 1534151"/>
                <a:gd name="connsiteY39" fmla="*/ 1488563 h 3041417"/>
                <a:gd name="connsiteX0" fmla="*/ 410149 w 1534151"/>
                <a:gd name="connsiteY0" fmla="*/ 1488563 h 3041417"/>
                <a:gd name="connsiteX1" fmla="*/ 264099 w 1534151"/>
                <a:gd name="connsiteY1" fmla="*/ 1688587 h 3041417"/>
                <a:gd name="connsiteX2" fmla="*/ 359349 w 1534151"/>
                <a:gd name="connsiteY2" fmla="*/ 1129787 h 3041417"/>
                <a:gd name="connsiteX3" fmla="*/ 146624 w 1534151"/>
                <a:gd name="connsiteY3" fmla="*/ 732913 h 3041417"/>
                <a:gd name="connsiteX4" fmla="*/ 3749 w 1534151"/>
                <a:gd name="connsiteY4" fmla="*/ 428113 h 3041417"/>
                <a:gd name="connsiteX5" fmla="*/ 51374 w 1534151"/>
                <a:gd name="connsiteY5" fmla="*/ 415413 h 3041417"/>
                <a:gd name="connsiteX6" fmla="*/ 156149 w 1534151"/>
                <a:gd name="connsiteY6" fmla="*/ 694813 h 3041417"/>
                <a:gd name="connsiteX7" fmla="*/ 365699 w 1534151"/>
                <a:gd name="connsiteY7" fmla="*/ 777363 h 3041417"/>
                <a:gd name="connsiteX8" fmla="*/ 835599 w 1534151"/>
                <a:gd name="connsiteY8" fmla="*/ 288413 h 3041417"/>
                <a:gd name="connsiteX9" fmla="*/ 965774 w 1534151"/>
                <a:gd name="connsiteY9" fmla="*/ 47113 h 3041417"/>
                <a:gd name="connsiteX10" fmla="*/ 1102299 w 1534151"/>
                <a:gd name="connsiteY10" fmla="*/ 2663 h 3041417"/>
                <a:gd name="connsiteX11" fmla="*/ 1219774 w 1534151"/>
                <a:gd name="connsiteY11" fmla="*/ 88388 h 3041417"/>
                <a:gd name="connsiteX12" fmla="*/ 921324 w 1534151"/>
                <a:gd name="connsiteY12" fmla="*/ 288413 h 3041417"/>
                <a:gd name="connsiteX13" fmla="*/ 600649 w 1534151"/>
                <a:gd name="connsiteY13" fmla="*/ 656713 h 3041417"/>
                <a:gd name="connsiteX14" fmla="*/ 597474 w 1534151"/>
                <a:gd name="connsiteY14" fmla="*/ 974213 h 3041417"/>
                <a:gd name="connsiteX15" fmla="*/ 867349 w 1534151"/>
                <a:gd name="connsiteY15" fmla="*/ 1263138 h 3041417"/>
                <a:gd name="connsiteX16" fmla="*/ 1337249 w 1534151"/>
                <a:gd name="connsiteY16" fmla="*/ 1091688 h 3041417"/>
                <a:gd name="connsiteX17" fmla="*/ 1521399 w 1534151"/>
                <a:gd name="connsiteY17" fmla="*/ 1126613 h 3041417"/>
                <a:gd name="connsiteX18" fmla="*/ 1368999 w 1534151"/>
                <a:gd name="connsiteY18" fmla="*/ 1225038 h 3041417"/>
                <a:gd name="connsiteX19" fmla="*/ 902274 w 1534151"/>
                <a:gd name="connsiteY19" fmla="*/ 1310763 h 3041417"/>
                <a:gd name="connsiteX20" fmla="*/ 911799 w 1534151"/>
                <a:gd name="connsiteY20" fmla="*/ 1758438 h 3041417"/>
                <a:gd name="connsiteX21" fmla="*/ 1159449 w 1534151"/>
                <a:gd name="connsiteY21" fmla="*/ 2075938 h 3041417"/>
                <a:gd name="connsiteX22" fmla="*/ 1480124 w 1534151"/>
                <a:gd name="connsiteY22" fmla="*/ 2282313 h 3041417"/>
                <a:gd name="connsiteX23" fmla="*/ 1534099 w 1534151"/>
                <a:gd name="connsiteY23" fmla="*/ 2587113 h 3041417"/>
                <a:gd name="connsiteX24" fmla="*/ 1486474 w 1534151"/>
                <a:gd name="connsiteY24" fmla="*/ 2307713 h 3041417"/>
                <a:gd name="connsiteX25" fmla="*/ 1330899 w 1534151"/>
                <a:gd name="connsiteY25" fmla="*/ 2202938 h 3041417"/>
                <a:gd name="connsiteX26" fmla="*/ 1146749 w 1534151"/>
                <a:gd name="connsiteY26" fmla="*/ 2082288 h 3041417"/>
                <a:gd name="connsiteX27" fmla="*/ 832424 w 1534151"/>
                <a:gd name="connsiteY27" fmla="*/ 2129913 h 3041417"/>
                <a:gd name="connsiteX28" fmla="*/ 686374 w 1534151"/>
                <a:gd name="connsiteY28" fmla="*/ 2412488 h 3041417"/>
                <a:gd name="connsiteX29" fmla="*/ 660974 w 1534151"/>
                <a:gd name="connsiteY29" fmla="*/ 2866513 h 3041417"/>
                <a:gd name="connsiteX30" fmla="*/ 718124 w 1534151"/>
                <a:gd name="connsiteY30" fmla="*/ 2990338 h 3041417"/>
                <a:gd name="connsiteX31" fmla="*/ 622874 w 1534151"/>
                <a:gd name="connsiteY31" fmla="*/ 2980813 h 3041417"/>
                <a:gd name="connsiteX32" fmla="*/ 689549 w 1534151"/>
                <a:gd name="connsiteY32" fmla="*/ 2272788 h 3041417"/>
                <a:gd name="connsiteX33" fmla="*/ 578424 w 1534151"/>
                <a:gd name="connsiteY33" fmla="*/ 2047362 h 3041417"/>
                <a:gd name="connsiteX34" fmla="*/ 797499 w 1534151"/>
                <a:gd name="connsiteY34" fmla="*/ 1771138 h 3041417"/>
                <a:gd name="connsiteX35" fmla="*/ 791149 w 1534151"/>
                <a:gd name="connsiteY35" fmla="*/ 1367913 h 3041417"/>
                <a:gd name="connsiteX36" fmla="*/ 645099 w 1534151"/>
                <a:gd name="connsiteY36" fmla="*/ 1132963 h 3041417"/>
                <a:gd name="connsiteX37" fmla="*/ 451424 w 1534151"/>
                <a:gd name="connsiteY37" fmla="*/ 1021838 h 3041417"/>
                <a:gd name="connsiteX38" fmla="*/ 410149 w 1534151"/>
                <a:gd name="connsiteY38" fmla="*/ 1488563 h 3041417"/>
                <a:gd name="connsiteX0" fmla="*/ 410149 w 1534151"/>
                <a:gd name="connsiteY0" fmla="*/ 1488563 h 3041417"/>
                <a:gd name="connsiteX1" fmla="*/ 264099 w 1534151"/>
                <a:gd name="connsiteY1" fmla="*/ 1688587 h 3041417"/>
                <a:gd name="connsiteX2" fmla="*/ 359349 w 1534151"/>
                <a:gd name="connsiteY2" fmla="*/ 1129787 h 3041417"/>
                <a:gd name="connsiteX3" fmla="*/ 146624 w 1534151"/>
                <a:gd name="connsiteY3" fmla="*/ 732913 h 3041417"/>
                <a:gd name="connsiteX4" fmla="*/ 3749 w 1534151"/>
                <a:gd name="connsiteY4" fmla="*/ 428113 h 3041417"/>
                <a:gd name="connsiteX5" fmla="*/ 51374 w 1534151"/>
                <a:gd name="connsiteY5" fmla="*/ 415413 h 3041417"/>
                <a:gd name="connsiteX6" fmla="*/ 156149 w 1534151"/>
                <a:gd name="connsiteY6" fmla="*/ 694813 h 3041417"/>
                <a:gd name="connsiteX7" fmla="*/ 365699 w 1534151"/>
                <a:gd name="connsiteY7" fmla="*/ 777363 h 3041417"/>
                <a:gd name="connsiteX8" fmla="*/ 621816 w 1534151"/>
                <a:gd name="connsiteY8" fmla="*/ 618612 h 3041417"/>
                <a:gd name="connsiteX9" fmla="*/ 835599 w 1534151"/>
                <a:gd name="connsiteY9" fmla="*/ 288413 h 3041417"/>
                <a:gd name="connsiteX10" fmla="*/ 965774 w 1534151"/>
                <a:gd name="connsiteY10" fmla="*/ 47113 h 3041417"/>
                <a:gd name="connsiteX11" fmla="*/ 1102299 w 1534151"/>
                <a:gd name="connsiteY11" fmla="*/ 2663 h 3041417"/>
                <a:gd name="connsiteX12" fmla="*/ 1219774 w 1534151"/>
                <a:gd name="connsiteY12" fmla="*/ 88388 h 3041417"/>
                <a:gd name="connsiteX13" fmla="*/ 921324 w 1534151"/>
                <a:gd name="connsiteY13" fmla="*/ 288413 h 3041417"/>
                <a:gd name="connsiteX14" fmla="*/ 600649 w 1534151"/>
                <a:gd name="connsiteY14" fmla="*/ 656713 h 3041417"/>
                <a:gd name="connsiteX15" fmla="*/ 597474 w 1534151"/>
                <a:gd name="connsiteY15" fmla="*/ 974213 h 3041417"/>
                <a:gd name="connsiteX16" fmla="*/ 867349 w 1534151"/>
                <a:gd name="connsiteY16" fmla="*/ 1263138 h 3041417"/>
                <a:gd name="connsiteX17" fmla="*/ 1337249 w 1534151"/>
                <a:gd name="connsiteY17" fmla="*/ 1091688 h 3041417"/>
                <a:gd name="connsiteX18" fmla="*/ 1521399 w 1534151"/>
                <a:gd name="connsiteY18" fmla="*/ 1126613 h 3041417"/>
                <a:gd name="connsiteX19" fmla="*/ 1368999 w 1534151"/>
                <a:gd name="connsiteY19" fmla="*/ 1225038 h 3041417"/>
                <a:gd name="connsiteX20" fmla="*/ 902274 w 1534151"/>
                <a:gd name="connsiteY20" fmla="*/ 1310763 h 3041417"/>
                <a:gd name="connsiteX21" fmla="*/ 911799 w 1534151"/>
                <a:gd name="connsiteY21" fmla="*/ 1758438 h 3041417"/>
                <a:gd name="connsiteX22" fmla="*/ 1159449 w 1534151"/>
                <a:gd name="connsiteY22" fmla="*/ 2075938 h 3041417"/>
                <a:gd name="connsiteX23" fmla="*/ 1480124 w 1534151"/>
                <a:gd name="connsiteY23" fmla="*/ 2282313 h 3041417"/>
                <a:gd name="connsiteX24" fmla="*/ 1534099 w 1534151"/>
                <a:gd name="connsiteY24" fmla="*/ 2587113 h 3041417"/>
                <a:gd name="connsiteX25" fmla="*/ 1486474 w 1534151"/>
                <a:gd name="connsiteY25" fmla="*/ 2307713 h 3041417"/>
                <a:gd name="connsiteX26" fmla="*/ 1330899 w 1534151"/>
                <a:gd name="connsiteY26" fmla="*/ 2202938 h 3041417"/>
                <a:gd name="connsiteX27" fmla="*/ 1146749 w 1534151"/>
                <a:gd name="connsiteY27" fmla="*/ 2082288 h 3041417"/>
                <a:gd name="connsiteX28" fmla="*/ 832424 w 1534151"/>
                <a:gd name="connsiteY28" fmla="*/ 2129913 h 3041417"/>
                <a:gd name="connsiteX29" fmla="*/ 686374 w 1534151"/>
                <a:gd name="connsiteY29" fmla="*/ 2412488 h 3041417"/>
                <a:gd name="connsiteX30" fmla="*/ 660974 w 1534151"/>
                <a:gd name="connsiteY30" fmla="*/ 2866513 h 3041417"/>
                <a:gd name="connsiteX31" fmla="*/ 718124 w 1534151"/>
                <a:gd name="connsiteY31" fmla="*/ 2990338 h 3041417"/>
                <a:gd name="connsiteX32" fmla="*/ 622874 w 1534151"/>
                <a:gd name="connsiteY32" fmla="*/ 2980813 h 3041417"/>
                <a:gd name="connsiteX33" fmla="*/ 689549 w 1534151"/>
                <a:gd name="connsiteY33" fmla="*/ 2272788 h 3041417"/>
                <a:gd name="connsiteX34" fmla="*/ 578424 w 1534151"/>
                <a:gd name="connsiteY34" fmla="*/ 2047362 h 3041417"/>
                <a:gd name="connsiteX35" fmla="*/ 797499 w 1534151"/>
                <a:gd name="connsiteY35" fmla="*/ 1771138 h 3041417"/>
                <a:gd name="connsiteX36" fmla="*/ 791149 w 1534151"/>
                <a:gd name="connsiteY36" fmla="*/ 1367913 h 3041417"/>
                <a:gd name="connsiteX37" fmla="*/ 645099 w 1534151"/>
                <a:gd name="connsiteY37" fmla="*/ 1132963 h 3041417"/>
                <a:gd name="connsiteX38" fmla="*/ 451424 w 1534151"/>
                <a:gd name="connsiteY38" fmla="*/ 1021838 h 3041417"/>
                <a:gd name="connsiteX39" fmla="*/ 410149 w 1534151"/>
                <a:gd name="connsiteY39" fmla="*/ 1488563 h 3041417"/>
                <a:gd name="connsiteX0" fmla="*/ 410149 w 1534151"/>
                <a:gd name="connsiteY0" fmla="*/ 1488563 h 3041417"/>
                <a:gd name="connsiteX1" fmla="*/ 264099 w 1534151"/>
                <a:gd name="connsiteY1" fmla="*/ 1688587 h 3041417"/>
                <a:gd name="connsiteX2" fmla="*/ 359349 w 1534151"/>
                <a:gd name="connsiteY2" fmla="*/ 1129787 h 3041417"/>
                <a:gd name="connsiteX3" fmla="*/ 146624 w 1534151"/>
                <a:gd name="connsiteY3" fmla="*/ 732913 h 3041417"/>
                <a:gd name="connsiteX4" fmla="*/ 3749 w 1534151"/>
                <a:gd name="connsiteY4" fmla="*/ 428113 h 3041417"/>
                <a:gd name="connsiteX5" fmla="*/ 51374 w 1534151"/>
                <a:gd name="connsiteY5" fmla="*/ 415413 h 3041417"/>
                <a:gd name="connsiteX6" fmla="*/ 156149 w 1534151"/>
                <a:gd name="connsiteY6" fmla="*/ 694813 h 3041417"/>
                <a:gd name="connsiteX7" fmla="*/ 365699 w 1534151"/>
                <a:gd name="connsiteY7" fmla="*/ 777363 h 3041417"/>
                <a:gd name="connsiteX8" fmla="*/ 621816 w 1534151"/>
                <a:gd name="connsiteY8" fmla="*/ 618612 h 3041417"/>
                <a:gd name="connsiteX9" fmla="*/ 835599 w 1534151"/>
                <a:gd name="connsiteY9" fmla="*/ 288413 h 3041417"/>
                <a:gd name="connsiteX10" fmla="*/ 965774 w 1534151"/>
                <a:gd name="connsiteY10" fmla="*/ 47113 h 3041417"/>
                <a:gd name="connsiteX11" fmla="*/ 1102299 w 1534151"/>
                <a:gd name="connsiteY11" fmla="*/ 2663 h 3041417"/>
                <a:gd name="connsiteX12" fmla="*/ 1219774 w 1534151"/>
                <a:gd name="connsiteY12" fmla="*/ 88388 h 3041417"/>
                <a:gd name="connsiteX13" fmla="*/ 921324 w 1534151"/>
                <a:gd name="connsiteY13" fmla="*/ 288413 h 3041417"/>
                <a:gd name="connsiteX14" fmla="*/ 600649 w 1534151"/>
                <a:gd name="connsiteY14" fmla="*/ 656713 h 3041417"/>
                <a:gd name="connsiteX15" fmla="*/ 597474 w 1534151"/>
                <a:gd name="connsiteY15" fmla="*/ 974213 h 3041417"/>
                <a:gd name="connsiteX16" fmla="*/ 867349 w 1534151"/>
                <a:gd name="connsiteY16" fmla="*/ 1263138 h 3041417"/>
                <a:gd name="connsiteX17" fmla="*/ 1337249 w 1534151"/>
                <a:gd name="connsiteY17" fmla="*/ 1091688 h 3041417"/>
                <a:gd name="connsiteX18" fmla="*/ 1521399 w 1534151"/>
                <a:gd name="connsiteY18" fmla="*/ 1126613 h 3041417"/>
                <a:gd name="connsiteX19" fmla="*/ 1368999 w 1534151"/>
                <a:gd name="connsiteY19" fmla="*/ 1225038 h 3041417"/>
                <a:gd name="connsiteX20" fmla="*/ 902274 w 1534151"/>
                <a:gd name="connsiteY20" fmla="*/ 1310763 h 3041417"/>
                <a:gd name="connsiteX21" fmla="*/ 911799 w 1534151"/>
                <a:gd name="connsiteY21" fmla="*/ 1758438 h 3041417"/>
                <a:gd name="connsiteX22" fmla="*/ 1159449 w 1534151"/>
                <a:gd name="connsiteY22" fmla="*/ 2075938 h 3041417"/>
                <a:gd name="connsiteX23" fmla="*/ 1480124 w 1534151"/>
                <a:gd name="connsiteY23" fmla="*/ 2282313 h 3041417"/>
                <a:gd name="connsiteX24" fmla="*/ 1534099 w 1534151"/>
                <a:gd name="connsiteY24" fmla="*/ 2587113 h 3041417"/>
                <a:gd name="connsiteX25" fmla="*/ 1486474 w 1534151"/>
                <a:gd name="connsiteY25" fmla="*/ 2307713 h 3041417"/>
                <a:gd name="connsiteX26" fmla="*/ 1330899 w 1534151"/>
                <a:gd name="connsiteY26" fmla="*/ 2202938 h 3041417"/>
                <a:gd name="connsiteX27" fmla="*/ 1146749 w 1534151"/>
                <a:gd name="connsiteY27" fmla="*/ 2082288 h 3041417"/>
                <a:gd name="connsiteX28" fmla="*/ 832424 w 1534151"/>
                <a:gd name="connsiteY28" fmla="*/ 2129913 h 3041417"/>
                <a:gd name="connsiteX29" fmla="*/ 686374 w 1534151"/>
                <a:gd name="connsiteY29" fmla="*/ 2412488 h 3041417"/>
                <a:gd name="connsiteX30" fmla="*/ 660974 w 1534151"/>
                <a:gd name="connsiteY30" fmla="*/ 2866513 h 3041417"/>
                <a:gd name="connsiteX31" fmla="*/ 718124 w 1534151"/>
                <a:gd name="connsiteY31" fmla="*/ 2990338 h 3041417"/>
                <a:gd name="connsiteX32" fmla="*/ 622874 w 1534151"/>
                <a:gd name="connsiteY32" fmla="*/ 2980813 h 3041417"/>
                <a:gd name="connsiteX33" fmla="*/ 689549 w 1534151"/>
                <a:gd name="connsiteY33" fmla="*/ 2272788 h 3041417"/>
                <a:gd name="connsiteX34" fmla="*/ 578424 w 1534151"/>
                <a:gd name="connsiteY34" fmla="*/ 2047362 h 3041417"/>
                <a:gd name="connsiteX35" fmla="*/ 797499 w 1534151"/>
                <a:gd name="connsiteY35" fmla="*/ 1771138 h 3041417"/>
                <a:gd name="connsiteX36" fmla="*/ 791149 w 1534151"/>
                <a:gd name="connsiteY36" fmla="*/ 1367913 h 3041417"/>
                <a:gd name="connsiteX37" fmla="*/ 645099 w 1534151"/>
                <a:gd name="connsiteY37" fmla="*/ 1132963 h 3041417"/>
                <a:gd name="connsiteX38" fmla="*/ 423907 w 1534151"/>
                <a:gd name="connsiteY38" fmla="*/ 899071 h 3041417"/>
                <a:gd name="connsiteX39" fmla="*/ 410149 w 1534151"/>
                <a:gd name="connsiteY39" fmla="*/ 1488563 h 3041417"/>
                <a:gd name="connsiteX0" fmla="*/ 410149 w 1534151"/>
                <a:gd name="connsiteY0" fmla="*/ 1488563 h 3041417"/>
                <a:gd name="connsiteX1" fmla="*/ 264099 w 1534151"/>
                <a:gd name="connsiteY1" fmla="*/ 1688587 h 3041417"/>
                <a:gd name="connsiteX2" fmla="*/ 359349 w 1534151"/>
                <a:gd name="connsiteY2" fmla="*/ 1129787 h 3041417"/>
                <a:gd name="connsiteX3" fmla="*/ 146624 w 1534151"/>
                <a:gd name="connsiteY3" fmla="*/ 732913 h 3041417"/>
                <a:gd name="connsiteX4" fmla="*/ 3749 w 1534151"/>
                <a:gd name="connsiteY4" fmla="*/ 428113 h 3041417"/>
                <a:gd name="connsiteX5" fmla="*/ 51374 w 1534151"/>
                <a:gd name="connsiteY5" fmla="*/ 415413 h 3041417"/>
                <a:gd name="connsiteX6" fmla="*/ 156149 w 1534151"/>
                <a:gd name="connsiteY6" fmla="*/ 694813 h 3041417"/>
                <a:gd name="connsiteX7" fmla="*/ 365699 w 1534151"/>
                <a:gd name="connsiteY7" fmla="*/ 777363 h 3041417"/>
                <a:gd name="connsiteX8" fmla="*/ 621816 w 1534151"/>
                <a:gd name="connsiteY8" fmla="*/ 618612 h 3041417"/>
                <a:gd name="connsiteX9" fmla="*/ 835599 w 1534151"/>
                <a:gd name="connsiteY9" fmla="*/ 288413 h 3041417"/>
                <a:gd name="connsiteX10" fmla="*/ 965774 w 1534151"/>
                <a:gd name="connsiteY10" fmla="*/ 47113 h 3041417"/>
                <a:gd name="connsiteX11" fmla="*/ 1102299 w 1534151"/>
                <a:gd name="connsiteY11" fmla="*/ 2663 h 3041417"/>
                <a:gd name="connsiteX12" fmla="*/ 1219774 w 1534151"/>
                <a:gd name="connsiteY12" fmla="*/ 88388 h 3041417"/>
                <a:gd name="connsiteX13" fmla="*/ 921324 w 1534151"/>
                <a:gd name="connsiteY13" fmla="*/ 288413 h 3041417"/>
                <a:gd name="connsiteX14" fmla="*/ 600649 w 1534151"/>
                <a:gd name="connsiteY14" fmla="*/ 656713 h 3041417"/>
                <a:gd name="connsiteX15" fmla="*/ 597474 w 1534151"/>
                <a:gd name="connsiteY15" fmla="*/ 974213 h 3041417"/>
                <a:gd name="connsiteX16" fmla="*/ 867349 w 1534151"/>
                <a:gd name="connsiteY16" fmla="*/ 1263138 h 3041417"/>
                <a:gd name="connsiteX17" fmla="*/ 1337249 w 1534151"/>
                <a:gd name="connsiteY17" fmla="*/ 1091688 h 3041417"/>
                <a:gd name="connsiteX18" fmla="*/ 1521399 w 1534151"/>
                <a:gd name="connsiteY18" fmla="*/ 1126613 h 3041417"/>
                <a:gd name="connsiteX19" fmla="*/ 1368999 w 1534151"/>
                <a:gd name="connsiteY19" fmla="*/ 1225038 h 3041417"/>
                <a:gd name="connsiteX20" fmla="*/ 902274 w 1534151"/>
                <a:gd name="connsiteY20" fmla="*/ 1310763 h 3041417"/>
                <a:gd name="connsiteX21" fmla="*/ 911799 w 1534151"/>
                <a:gd name="connsiteY21" fmla="*/ 1758438 h 3041417"/>
                <a:gd name="connsiteX22" fmla="*/ 1159449 w 1534151"/>
                <a:gd name="connsiteY22" fmla="*/ 2075938 h 3041417"/>
                <a:gd name="connsiteX23" fmla="*/ 1480124 w 1534151"/>
                <a:gd name="connsiteY23" fmla="*/ 2282313 h 3041417"/>
                <a:gd name="connsiteX24" fmla="*/ 1534099 w 1534151"/>
                <a:gd name="connsiteY24" fmla="*/ 2587113 h 3041417"/>
                <a:gd name="connsiteX25" fmla="*/ 1486474 w 1534151"/>
                <a:gd name="connsiteY25" fmla="*/ 2307713 h 3041417"/>
                <a:gd name="connsiteX26" fmla="*/ 1330899 w 1534151"/>
                <a:gd name="connsiteY26" fmla="*/ 2202938 h 3041417"/>
                <a:gd name="connsiteX27" fmla="*/ 1146749 w 1534151"/>
                <a:gd name="connsiteY27" fmla="*/ 2082288 h 3041417"/>
                <a:gd name="connsiteX28" fmla="*/ 832424 w 1534151"/>
                <a:gd name="connsiteY28" fmla="*/ 2129913 h 3041417"/>
                <a:gd name="connsiteX29" fmla="*/ 686374 w 1534151"/>
                <a:gd name="connsiteY29" fmla="*/ 2412488 h 3041417"/>
                <a:gd name="connsiteX30" fmla="*/ 660974 w 1534151"/>
                <a:gd name="connsiteY30" fmla="*/ 2866513 h 3041417"/>
                <a:gd name="connsiteX31" fmla="*/ 718124 w 1534151"/>
                <a:gd name="connsiteY31" fmla="*/ 2990338 h 3041417"/>
                <a:gd name="connsiteX32" fmla="*/ 622874 w 1534151"/>
                <a:gd name="connsiteY32" fmla="*/ 2980813 h 3041417"/>
                <a:gd name="connsiteX33" fmla="*/ 689549 w 1534151"/>
                <a:gd name="connsiteY33" fmla="*/ 2272788 h 3041417"/>
                <a:gd name="connsiteX34" fmla="*/ 578424 w 1534151"/>
                <a:gd name="connsiteY34" fmla="*/ 2047362 h 3041417"/>
                <a:gd name="connsiteX35" fmla="*/ 795382 w 1534151"/>
                <a:gd name="connsiteY35" fmla="*/ 1978571 h 3041417"/>
                <a:gd name="connsiteX36" fmla="*/ 791149 w 1534151"/>
                <a:gd name="connsiteY36" fmla="*/ 1367913 h 3041417"/>
                <a:gd name="connsiteX37" fmla="*/ 645099 w 1534151"/>
                <a:gd name="connsiteY37" fmla="*/ 1132963 h 3041417"/>
                <a:gd name="connsiteX38" fmla="*/ 423907 w 1534151"/>
                <a:gd name="connsiteY38" fmla="*/ 899071 h 3041417"/>
                <a:gd name="connsiteX39" fmla="*/ 410149 w 1534151"/>
                <a:gd name="connsiteY39" fmla="*/ 1488563 h 3041417"/>
                <a:gd name="connsiteX0" fmla="*/ 410149 w 1534151"/>
                <a:gd name="connsiteY0" fmla="*/ 1488563 h 3041417"/>
                <a:gd name="connsiteX1" fmla="*/ 264099 w 1534151"/>
                <a:gd name="connsiteY1" fmla="*/ 1688587 h 3041417"/>
                <a:gd name="connsiteX2" fmla="*/ 359349 w 1534151"/>
                <a:gd name="connsiteY2" fmla="*/ 1129787 h 3041417"/>
                <a:gd name="connsiteX3" fmla="*/ 146624 w 1534151"/>
                <a:gd name="connsiteY3" fmla="*/ 732913 h 3041417"/>
                <a:gd name="connsiteX4" fmla="*/ 3749 w 1534151"/>
                <a:gd name="connsiteY4" fmla="*/ 428113 h 3041417"/>
                <a:gd name="connsiteX5" fmla="*/ 51374 w 1534151"/>
                <a:gd name="connsiteY5" fmla="*/ 415413 h 3041417"/>
                <a:gd name="connsiteX6" fmla="*/ 156149 w 1534151"/>
                <a:gd name="connsiteY6" fmla="*/ 694813 h 3041417"/>
                <a:gd name="connsiteX7" fmla="*/ 365699 w 1534151"/>
                <a:gd name="connsiteY7" fmla="*/ 777363 h 3041417"/>
                <a:gd name="connsiteX8" fmla="*/ 621816 w 1534151"/>
                <a:gd name="connsiteY8" fmla="*/ 618612 h 3041417"/>
                <a:gd name="connsiteX9" fmla="*/ 835599 w 1534151"/>
                <a:gd name="connsiteY9" fmla="*/ 288413 h 3041417"/>
                <a:gd name="connsiteX10" fmla="*/ 965774 w 1534151"/>
                <a:gd name="connsiteY10" fmla="*/ 47113 h 3041417"/>
                <a:gd name="connsiteX11" fmla="*/ 1102299 w 1534151"/>
                <a:gd name="connsiteY11" fmla="*/ 2663 h 3041417"/>
                <a:gd name="connsiteX12" fmla="*/ 1219774 w 1534151"/>
                <a:gd name="connsiteY12" fmla="*/ 88388 h 3041417"/>
                <a:gd name="connsiteX13" fmla="*/ 921324 w 1534151"/>
                <a:gd name="connsiteY13" fmla="*/ 288413 h 3041417"/>
                <a:gd name="connsiteX14" fmla="*/ 600649 w 1534151"/>
                <a:gd name="connsiteY14" fmla="*/ 656713 h 3041417"/>
                <a:gd name="connsiteX15" fmla="*/ 597474 w 1534151"/>
                <a:gd name="connsiteY15" fmla="*/ 974213 h 3041417"/>
                <a:gd name="connsiteX16" fmla="*/ 867349 w 1534151"/>
                <a:gd name="connsiteY16" fmla="*/ 1263138 h 3041417"/>
                <a:gd name="connsiteX17" fmla="*/ 1337249 w 1534151"/>
                <a:gd name="connsiteY17" fmla="*/ 1091688 h 3041417"/>
                <a:gd name="connsiteX18" fmla="*/ 1521399 w 1534151"/>
                <a:gd name="connsiteY18" fmla="*/ 1126613 h 3041417"/>
                <a:gd name="connsiteX19" fmla="*/ 1368999 w 1534151"/>
                <a:gd name="connsiteY19" fmla="*/ 1225038 h 3041417"/>
                <a:gd name="connsiteX20" fmla="*/ 902274 w 1534151"/>
                <a:gd name="connsiteY20" fmla="*/ 1310763 h 3041417"/>
                <a:gd name="connsiteX21" fmla="*/ 911799 w 1534151"/>
                <a:gd name="connsiteY21" fmla="*/ 1758438 h 3041417"/>
                <a:gd name="connsiteX22" fmla="*/ 1159449 w 1534151"/>
                <a:gd name="connsiteY22" fmla="*/ 2075938 h 3041417"/>
                <a:gd name="connsiteX23" fmla="*/ 1480124 w 1534151"/>
                <a:gd name="connsiteY23" fmla="*/ 2282313 h 3041417"/>
                <a:gd name="connsiteX24" fmla="*/ 1534099 w 1534151"/>
                <a:gd name="connsiteY24" fmla="*/ 2587113 h 3041417"/>
                <a:gd name="connsiteX25" fmla="*/ 1486474 w 1534151"/>
                <a:gd name="connsiteY25" fmla="*/ 2307713 h 3041417"/>
                <a:gd name="connsiteX26" fmla="*/ 1330899 w 1534151"/>
                <a:gd name="connsiteY26" fmla="*/ 2202938 h 3041417"/>
                <a:gd name="connsiteX27" fmla="*/ 1146749 w 1534151"/>
                <a:gd name="connsiteY27" fmla="*/ 2082288 h 3041417"/>
                <a:gd name="connsiteX28" fmla="*/ 832424 w 1534151"/>
                <a:gd name="connsiteY28" fmla="*/ 2129913 h 3041417"/>
                <a:gd name="connsiteX29" fmla="*/ 686374 w 1534151"/>
                <a:gd name="connsiteY29" fmla="*/ 2412488 h 3041417"/>
                <a:gd name="connsiteX30" fmla="*/ 660974 w 1534151"/>
                <a:gd name="connsiteY30" fmla="*/ 2866513 h 3041417"/>
                <a:gd name="connsiteX31" fmla="*/ 718124 w 1534151"/>
                <a:gd name="connsiteY31" fmla="*/ 2990338 h 3041417"/>
                <a:gd name="connsiteX32" fmla="*/ 622874 w 1534151"/>
                <a:gd name="connsiteY32" fmla="*/ 2980813 h 3041417"/>
                <a:gd name="connsiteX33" fmla="*/ 689549 w 1534151"/>
                <a:gd name="connsiteY33" fmla="*/ 2272788 h 3041417"/>
                <a:gd name="connsiteX34" fmla="*/ 578424 w 1534151"/>
                <a:gd name="connsiteY34" fmla="*/ 2047362 h 3041417"/>
                <a:gd name="connsiteX35" fmla="*/ 949899 w 1534151"/>
                <a:gd name="connsiteY35" fmla="*/ 1972221 h 3041417"/>
                <a:gd name="connsiteX36" fmla="*/ 791149 w 1534151"/>
                <a:gd name="connsiteY36" fmla="*/ 1367913 h 3041417"/>
                <a:gd name="connsiteX37" fmla="*/ 645099 w 1534151"/>
                <a:gd name="connsiteY37" fmla="*/ 1132963 h 3041417"/>
                <a:gd name="connsiteX38" fmla="*/ 423907 w 1534151"/>
                <a:gd name="connsiteY38" fmla="*/ 899071 h 3041417"/>
                <a:gd name="connsiteX39" fmla="*/ 410149 w 1534151"/>
                <a:gd name="connsiteY39" fmla="*/ 1488563 h 3041417"/>
                <a:gd name="connsiteX0" fmla="*/ 410149 w 1534151"/>
                <a:gd name="connsiteY0" fmla="*/ 1488563 h 3041417"/>
                <a:gd name="connsiteX1" fmla="*/ 264099 w 1534151"/>
                <a:gd name="connsiteY1" fmla="*/ 1688587 h 3041417"/>
                <a:gd name="connsiteX2" fmla="*/ 359349 w 1534151"/>
                <a:gd name="connsiteY2" fmla="*/ 1129787 h 3041417"/>
                <a:gd name="connsiteX3" fmla="*/ 146624 w 1534151"/>
                <a:gd name="connsiteY3" fmla="*/ 732913 h 3041417"/>
                <a:gd name="connsiteX4" fmla="*/ 3749 w 1534151"/>
                <a:gd name="connsiteY4" fmla="*/ 428113 h 3041417"/>
                <a:gd name="connsiteX5" fmla="*/ 51374 w 1534151"/>
                <a:gd name="connsiteY5" fmla="*/ 415413 h 3041417"/>
                <a:gd name="connsiteX6" fmla="*/ 156149 w 1534151"/>
                <a:gd name="connsiteY6" fmla="*/ 694813 h 3041417"/>
                <a:gd name="connsiteX7" fmla="*/ 365699 w 1534151"/>
                <a:gd name="connsiteY7" fmla="*/ 777363 h 3041417"/>
                <a:gd name="connsiteX8" fmla="*/ 621816 w 1534151"/>
                <a:gd name="connsiteY8" fmla="*/ 618612 h 3041417"/>
                <a:gd name="connsiteX9" fmla="*/ 835599 w 1534151"/>
                <a:gd name="connsiteY9" fmla="*/ 288413 h 3041417"/>
                <a:gd name="connsiteX10" fmla="*/ 965774 w 1534151"/>
                <a:gd name="connsiteY10" fmla="*/ 47113 h 3041417"/>
                <a:gd name="connsiteX11" fmla="*/ 1102299 w 1534151"/>
                <a:gd name="connsiteY11" fmla="*/ 2663 h 3041417"/>
                <a:gd name="connsiteX12" fmla="*/ 1219774 w 1534151"/>
                <a:gd name="connsiteY12" fmla="*/ 88388 h 3041417"/>
                <a:gd name="connsiteX13" fmla="*/ 921324 w 1534151"/>
                <a:gd name="connsiteY13" fmla="*/ 288413 h 3041417"/>
                <a:gd name="connsiteX14" fmla="*/ 600649 w 1534151"/>
                <a:gd name="connsiteY14" fmla="*/ 656713 h 3041417"/>
                <a:gd name="connsiteX15" fmla="*/ 597474 w 1534151"/>
                <a:gd name="connsiteY15" fmla="*/ 974213 h 3041417"/>
                <a:gd name="connsiteX16" fmla="*/ 867349 w 1534151"/>
                <a:gd name="connsiteY16" fmla="*/ 1263138 h 3041417"/>
                <a:gd name="connsiteX17" fmla="*/ 1337249 w 1534151"/>
                <a:gd name="connsiteY17" fmla="*/ 1091688 h 3041417"/>
                <a:gd name="connsiteX18" fmla="*/ 1521399 w 1534151"/>
                <a:gd name="connsiteY18" fmla="*/ 1126613 h 3041417"/>
                <a:gd name="connsiteX19" fmla="*/ 1368999 w 1534151"/>
                <a:gd name="connsiteY19" fmla="*/ 1225038 h 3041417"/>
                <a:gd name="connsiteX20" fmla="*/ 902274 w 1534151"/>
                <a:gd name="connsiteY20" fmla="*/ 1310763 h 3041417"/>
                <a:gd name="connsiteX21" fmla="*/ 911799 w 1534151"/>
                <a:gd name="connsiteY21" fmla="*/ 1758438 h 3041417"/>
                <a:gd name="connsiteX22" fmla="*/ 1159449 w 1534151"/>
                <a:gd name="connsiteY22" fmla="*/ 2075938 h 3041417"/>
                <a:gd name="connsiteX23" fmla="*/ 1480124 w 1534151"/>
                <a:gd name="connsiteY23" fmla="*/ 2282313 h 3041417"/>
                <a:gd name="connsiteX24" fmla="*/ 1534099 w 1534151"/>
                <a:gd name="connsiteY24" fmla="*/ 2587113 h 3041417"/>
                <a:gd name="connsiteX25" fmla="*/ 1486474 w 1534151"/>
                <a:gd name="connsiteY25" fmla="*/ 2307713 h 3041417"/>
                <a:gd name="connsiteX26" fmla="*/ 1330899 w 1534151"/>
                <a:gd name="connsiteY26" fmla="*/ 2202938 h 3041417"/>
                <a:gd name="connsiteX27" fmla="*/ 1146749 w 1534151"/>
                <a:gd name="connsiteY27" fmla="*/ 2082288 h 3041417"/>
                <a:gd name="connsiteX28" fmla="*/ 832424 w 1534151"/>
                <a:gd name="connsiteY28" fmla="*/ 2129913 h 3041417"/>
                <a:gd name="connsiteX29" fmla="*/ 686374 w 1534151"/>
                <a:gd name="connsiteY29" fmla="*/ 2412488 h 3041417"/>
                <a:gd name="connsiteX30" fmla="*/ 660974 w 1534151"/>
                <a:gd name="connsiteY30" fmla="*/ 2866513 h 3041417"/>
                <a:gd name="connsiteX31" fmla="*/ 718124 w 1534151"/>
                <a:gd name="connsiteY31" fmla="*/ 2990338 h 3041417"/>
                <a:gd name="connsiteX32" fmla="*/ 622874 w 1534151"/>
                <a:gd name="connsiteY32" fmla="*/ 2980813 h 3041417"/>
                <a:gd name="connsiteX33" fmla="*/ 689549 w 1534151"/>
                <a:gd name="connsiteY33" fmla="*/ 2272788 h 3041417"/>
                <a:gd name="connsiteX34" fmla="*/ 578424 w 1534151"/>
                <a:gd name="connsiteY34" fmla="*/ 2047362 h 3041417"/>
                <a:gd name="connsiteX35" fmla="*/ 949899 w 1534151"/>
                <a:gd name="connsiteY35" fmla="*/ 1972221 h 3041417"/>
                <a:gd name="connsiteX36" fmla="*/ 837716 w 1534151"/>
                <a:gd name="connsiteY36" fmla="*/ 1740445 h 3041417"/>
                <a:gd name="connsiteX37" fmla="*/ 791149 w 1534151"/>
                <a:gd name="connsiteY37" fmla="*/ 1367913 h 3041417"/>
                <a:gd name="connsiteX38" fmla="*/ 645099 w 1534151"/>
                <a:gd name="connsiteY38" fmla="*/ 1132963 h 3041417"/>
                <a:gd name="connsiteX39" fmla="*/ 423907 w 1534151"/>
                <a:gd name="connsiteY39" fmla="*/ 899071 h 3041417"/>
                <a:gd name="connsiteX40" fmla="*/ 410149 w 1534151"/>
                <a:gd name="connsiteY40" fmla="*/ 1488563 h 3041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534151" h="3041417">
                  <a:moveTo>
                    <a:pt x="410149" y="1488563"/>
                  </a:moveTo>
                  <a:cubicBezTo>
                    <a:pt x="383514" y="1620149"/>
                    <a:pt x="333420" y="1705520"/>
                    <a:pt x="264099" y="1688587"/>
                  </a:cubicBezTo>
                  <a:cubicBezTo>
                    <a:pt x="305374" y="1617149"/>
                    <a:pt x="373637" y="1289595"/>
                    <a:pt x="359349" y="1129787"/>
                  </a:cubicBezTo>
                  <a:cubicBezTo>
                    <a:pt x="345062" y="969979"/>
                    <a:pt x="205891" y="849858"/>
                    <a:pt x="146624" y="732913"/>
                  </a:cubicBezTo>
                  <a:cubicBezTo>
                    <a:pt x="87357" y="615968"/>
                    <a:pt x="19624" y="481030"/>
                    <a:pt x="3749" y="428113"/>
                  </a:cubicBezTo>
                  <a:cubicBezTo>
                    <a:pt x="-12126" y="375196"/>
                    <a:pt x="25974" y="370963"/>
                    <a:pt x="51374" y="415413"/>
                  </a:cubicBezTo>
                  <a:cubicBezTo>
                    <a:pt x="76774" y="459863"/>
                    <a:pt x="103762" y="634488"/>
                    <a:pt x="156149" y="694813"/>
                  </a:cubicBezTo>
                  <a:cubicBezTo>
                    <a:pt x="208536" y="755138"/>
                    <a:pt x="288088" y="790063"/>
                    <a:pt x="365699" y="777363"/>
                  </a:cubicBezTo>
                  <a:cubicBezTo>
                    <a:pt x="443310" y="764663"/>
                    <a:pt x="543499" y="700104"/>
                    <a:pt x="621816" y="618612"/>
                  </a:cubicBezTo>
                  <a:cubicBezTo>
                    <a:pt x="700133" y="537120"/>
                    <a:pt x="778273" y="383663"/>
                    <a:pt x="835599" y="288413"/>
                  </a:cubicBezTo>
                  <a:cubicBezTo>
                    <a:pt x="892925" y="193163"/>
                    <a:pt x="921324" y="94738"/>
                    <a:pt x="965774" y="47113"/>
                  </a:cubicBezTo>
                  <a:cubicBezTo>
                    <a:pt x="1010224" y="-512"/>
                    <a:pt x="1059966" y="-4216"/>
                    <a:pt x="1102299" y="2663"/>
                  </a:cubicBezTo>
                  <a:cubicBezTo>
                    <a:pt x="1144632" y="9542"/>
                    <a:pt x="1249936" y="40763"/>
                    <a:pt x="1219774" y="88388"/>
                  </a:cubicBezTo>
                  <a:cubicBezTo>
                    <a:pt x="1189612" y="136013"/>
                    <a:pt x="1024512" y="193692"/>
                    <a:pt x="921324" y="288413"/>
                  </a:cubicBezTo>
                  <a:cubicBezTo>
                    <a:pt x="818137" y="383134"/>
                    <a:pt x="654624" y="542413"/>
                    <a:pt x="600649" y="656713"/>
                  </a:cubicBezTo>
                  <a:cubicBezTo>
                    <a:pt x="546674" y="771013"/>
                    <a:pt x="553024" y="873142"/>
                    <a:pt x="597474" y="974213"/>
                  </a:cubicBezTo>
                  <a:cubicBezTo>
                    <a:pt x="641924" y="1075284"/>
                    <a:pt x="744053" y="1243559"/>
                    <a:pt x="867349" y="1263138"/>
                  </a:cubicBezTo>
                  <a:cubicBezTo>
                    <a:pt x="990645" y="1282717"/>
                    <a:pt x="1228241" y="1114442"/>
                    <a:pt x="1337249" y="1091688"/>
                  </a:cubicBezTo>
                  <a:cubicBezTo>
                    <a:pt x="1446257" y="1068934"/>
                    <a:pt x="1516107" y="1104388"/>
                    <a:pt x="1521399" y="1126613"/>
                  </a:cubicBezTo>
                  <a:cubicBezTo>
                    <a:pt x="1526691" y="1148838"/>
                    <a:pt x="1472187" y="1194346"/>
                    <a:pt x="1368999" y="1225038"/>
                  </a:cubicBezTo>
                  <a:cubicBezTo>
                    <a:pt x="1265811" y="1255730"/>
                    <a:pt x="978474" y="1221863"/>
                    <a:pt x="902274" y="1310763"/>
                  </a:cubicBezTo>
                  <a:cubicBezTo>
                    <a:pt x="826074" y="1399663"/>
                    <a:pt x="868937" y="1630909"/>
                    <a:pt x="911799" y="1758438"/>
                  </a:cubicBezTo>
                  <a:cubicBezTo>
                    <a:pt x="954661" y="1885967"/>
                    <a:pt x="1064728" y="1988626"/>
                    <a:pt x="1159449" y="2075938"/>
                  </a:cubicBezTo>
                  <a:cubicBezTo>
                    <a:pt x="1254170" y="2163250"/>
                    <a:pt x="1417682" y="2197117"/>
                    <a:pt x="1480124" y="2282313"/>
                  </a:cubicBezTo>
                  <a:cubicBezTo>
                    <a:pt x="1542566" y="2367509"/>
                    <a:pt x="1533041" y="2582880"/>
                    <a:pt x="1534099" y="2587113"/>
                  </a:cubicBezTo>
                  <a:cubicBezTo>
                    <a:pt x="1535157" y="2591346"/>
                    <a:pt x="1520341" y="2371742"/>
                    <a:pt x="1486474" y="2307713"/>
                  </a:cubicBezTo>
                  <a:cubicBezTo>
                    <a:pt x="1452607" y="2243684"/>
                    <a:pt x="1387520" y="2240509"/>
                    <a:pt x="1330899" y="2202938"/>
                  </a:cubicBezTo>
                  <a:cubicBezTo>
                    <a:pt x="1274278" y="2165367"/>
                    <a:pt x="1229828" y="2094459"/>
                    <a:pt x="1146749" y="2082288"/>
                  </a:cubicBezTo>
                  <a:cubicBezTo>
                    <a:pt x="1063670" y="2070117"/>
                    <a:pt x="909153" y="2074880"/>
                    <a:pt x="832424" y="2129913"/>
                  </a:cubicBezTo>
                  <a:cubicBezTo>
                    <a:pt x="755695" y="2184946"/>
                    <a:pt x="714949" y="2289721"/>
                    <a:pt x="686374" y="2412488"/>
                  </a:cubicBezTo>
                  <a:cubicBezTo>
                    <a:pt x="657799" y="2535255"/>
                    <a:pt x="655682" y="2770205"/>
                    <a:pt x="660974" y="2866513"/>
                  </a:cubicBezTo>
                  <a:cubicBezTo>
                    <a:pt x="666266" y="2962821"/>
                    <a:pt x="724474" y="2971288"/>
                    <a:pt x="718124" y="2990338"/>
                  </a:cubicBezTo>
                  <a:cubicBezTo>
                    <a:pt x="711774" y="3009388"/>
                    <a:pt x="627636" y="3100404"/>
                    <a:pt x="622874" y="2980813"/>
                  </a:cubicBezTo>
                  <a:cubicBezTo>
                    <a:pt x="618112" y="2861222"/>
                    <a:pt x="696957" y="2428363"/>
                    <a:pt x="689549" y="2272788"/>
                  </a:cubicBezTo>
                  <a:cubicBezTo>
                    <a:pt x="682141" y="2117213"/>
                    <a:pt x="598532" y="2118270"/>
                    <a:pt x="578424" y="2047362"/>
                  </a:cubicBezTo>
                  <a:cubicBezTo>
                    <a:pt x="596416" y="1963754"/>
                    <a:pt x="906684" y="2023374"/>
                    <a:pt x="949899" y="1972221"/>
                  </a:cubicBezTo>
                  <a:cubicBezTo>
                    <a:pt x="993114" y="1921068"/>
                    <a:pt x="864174" y="1841163"/>
                    <a:pt x="837716" y="1740445"/>
                  </a:cubicBezTo>
                  <a:cubicBezTo>
                    <a:pt x="811258" y="1639727"/>
                    <a:pt x="823252" y="1469160"/>
                    <a:pt x="791149" y="1367913"/>
                  </a:cubicBezTo>
                  <a:cubicBezTo>
                    <a:pt x="759046" y="1266666"/>
                    <a:pt x="706306" y="1211103"/>
                    <a:pt x="645099" y="1132963"/>
                  </a:cubicBezTo>
                  <a:cubicBezTo>
                    <a:pt x="583892" y="1054823"/>
                    <a:pt x="435019" y="815992"/>
                    <a:pt x="423907" y="899071"/>
                  </a:cubicBezTo>
                  <a:cubicBezTo>
                    <a:pt x="383161" y="980033"/>
                    <a:pt x="436784" y="1356977"/>
                    <a:pt x="410149" y="1488563"/>
                  </a:cubicBezTo>
                  <a:close/>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7" name="Group 26">
              <a:extLst>
                <a:ext uri="{FF2B5EF4-FFF2-40B4-BE49-F238E27FC236}">
                  <a16:creationId xmlns:a16="http://schemas.microsoft.com/office/drawing/2014/main" id="{203F96CE-5CC7-40FD-B836-207EC6990BCB}"/>
                </a:ext>
              </a:extLst>
            </p:cNvPr>
            <p:cNvGrpSpPr/>
            <p:nvPr/>
          </p:nvGrpSpPr>
          <p:grpSpPr>
            <a:xfrm>
              <a:off x="5864252" y="2334764"/>
              <a:ext cx="2929317" cy="3526286"/>
              <a:chOff x="5864252" y="2334764"/>
              <a:chExt cx="2929317" cy="3526286"/>
            </a:xfrm>
          </p:grpSpPr>
          <p:sp>
            <p:nvSpPr>
              <p:cNvPr id="20" name="Freeform: Shape 19">
                <a:extLst>
                  <a:ext uri="{FF2B5EF4-FFF2-40B4-BE49-F238E27FC236}">
                    <a16:creationId xmlns:a16="http://schemas.microsoft.com/office/drawing/2014/main" id="{833D90AF-F449-406D-B5EF-6449830BA327}"/>
                  </a:ext>
                </a:extLst>
              </p:cNvPr>
              <p:cNvSpPr/>
              <p:nvPr/>
            </p:nvSpPr>
            <p:spPr>
              <a:xfrm>
                <a:off x="5889625" y="2334764"/>
                <a:ext cx="2903944" cy="3526286"/>
              </a:xfrm>
              <a:custGeom>
                <a:avLst/>
                <a:gdLst>
                  <a:gd name="connsiteX0" fmla="*/ 0 w 2859494"/>
                  <a:gd name="connsiteY0" fmla="*/ 1726061 h 3526286"/>
                  <a:gd name="connsiteX1" fmla="*/ 1257300 w 2859494"/>
                  <a:gd name="connsiteY1" fmla="*/ 1853061 h 3526286"/>
                  <a:gd name="connsiteX2" fmla="*/ 1447800 w 2859494"/>
                  <a:gd name="connsiteY2" fmla="*/ 1208536 h 3526286"/>
                  <a:gd name="connsiteX3" fmla="*/ 1228725 w 2859494"/>
                  <a:gd name="connsiteY3" fmla="*/ 751336 h 3526286"/>
                  <a:gd name="connsiteX4" fmla="*/ 1117600 w 2859494"/>
                  <a:gd name="connsiteY4" fmla="*/ 468761 h 3526286"/>
                  <a:gd name="connsiteX5" fmla="*/ 1320800 w 2859494"/>
                  <a:gd name="connsiteY5" fmla="*/ 357636 h 3526286"/>
                  <a:gd name="connsiteX6" fmla="*/ 1438275 w 2859494"/>
                  <a:gd name="connsiteY6" fmla="*/ 770386 h 3526286"/>
                  <a:gd name="connsiteX7" fmla="*/ 1841500 w 2859494"/>
                  <a:gd name="connsiteY7" fmla="*/ 637036 h 3526286"/>
                  <a:gd name="connsiteX8" fmla="*/ 2085975 w 2859494"/>
                  <a:gd name="connsiteY8" fmla="*/ 103636 h 3526286"/>
                  <a:gd name="connsiteX9" fmla="*/ 2435225 w 2859494"/>
                  <a:gd name="connsiteY9" fmla="*/ 11561 h 3526286"/>
                  <a:gd name="connsiteX10" fmla="*/ 2546350 w 2859494"/>
                  <a:gd name="connsiteY10" fmla="*/ 262386 h 3526286"/>
                  <a:gd name="connsiteX11" fmla="*/ 1971675 w 2859494"/>
                  <a:gd name="connsiteY11" fmla="*/ 668786 h 3526286"/>
                  <a:gd name="connsiteX12" fmla="*/ 1924050 w 2859494"/>
                  <a:gd name="connsiteY12" fmla="*/ 1103761 h 3526286"/>
                  <a:gd name="connsiteX13" fmla="*/ 2203450 w 2859494"/>
                  <a:gd name="connsiteY13" fmla="*/ 1306961 h 3526286"/>
                  <a:gd name="connsiteX14" fmla="*/ 2593975 w 2859494"/>
                  <a:gd name="connsiteY14" fmla="*/ 1068836 h 3526286"/>
                  <a:gd name="connsiteX15" fmla="*/ 2841625 w 2859494"/>
                  <a:gd name="connsiteY15" fmla="*/ 1135511 h 3526286"/>
                  <a:gd name="connsiteX16" fmla="*/ 2774950 w 2859494"/>
                  <a:gd name="connsiteY16" fmla="*/ 1446661 h 3526286"/>
                  <a:gd name="connsiteX17" fmla="*/ 2257425 w 2859494"/>
                  <a:gd name="connsiteY17" fmla="*/ 1430786 h 3526286"/>
                  <a:gd name="connsiteX18" fmla="*/ 2311400 w 2859494"/>
                  <a:gd name="connsiteY18" fmla="*/ 2005461 h 3526286"/>
                  <a:gd name="connsiteX19" fmla="*/ 2768600 w 2859494"/>
                  <a:gd name="connsiteY19" fmla="*/ 2370586 h 3526286"/>
                  <a:gd name="connsiteX20" fmla="*/ 2819400 w 2859494"/>
                  <a:gd name="connsiteY20" fmla="*/ 2745236 h 3526286"/>
                  <a:gd name="connsiteX21" fmla="*/ 2644775 w 2859494"/>
                  <a:gd name="connsiteY21" fmla="*/ 2837311 h 3526286"/>
                  <a:gd name="connsiteX22" fmla="*/ 2635250 w 2859494"/>
                  <a:gd name="connsiteY22" fmla="*/ 2465836 h 3526286"/>
                  <a:gd name="connsiteX23" fmla="*/ 2193925 w 2859494"/>
                  <a:gd name="connsiteY23" fmla="*/ 2326136 h 3526286"/>
                  <a:gd name="connsiteX24" fmla="*/ 1911350 w 2859494"/>
                  <a:gd name="connsiteY24" fmla="*/ 2786511 h 3526286"/>
                  <a:gd name="connsiteX25" fmla="*/ 2063750 w 2859494"/>
                  <a:gd name="connsiteY25" fmla="*/ 3189736 h 3526286"/>
                  <a:gd name="connsiteX26" fmla="*/ 1733550 w 2859494"/>
                  <a:gd name="connsiteY26" fmla="*/ 3221486 h 3526286"/>
                  <a:gd name="connsiteX27" fmla="*/ 1787525 w 2859494"/>
                  <a:gd name="connsiteY27" fmla="*/ 2684911 h 3526286"/>
                  <a:gd name="connsiteX28" fmla="*/ 1235075 w 2859494"/>
                  <a:gd name="connsiteY28" fmla="*/ 2548386 h 3526286"/>
                  <a:gd name="connsiteX29" fmla="*/ 831850 w 2859494"/>
                  <a:gd name="connsiteY29" fmla="*/ 2932561 h 3526286"/>
                  <a:gd name="connsiteX30" fmla="*/ 844550 w 2859494"/>
                  <a:gd name="connsiteY30" fmla="*/ 3351661 h 3526286"/>
                  <a:gd name="connsiteX31" fmla="*/ 866775 w 2859494"/>
                  <a:gd name="connsiteY31" fmla="*/ 3526286 h 3526286"/>
                  <a:gd name="connsiteX0" fmla="*/ 0 w 2903944"/>
                  <a:gd name="connsiteY0" fmla="*/ 1713361 h 3526286"/>
                  <a:gd name="connsiteX1" fmla="*/ 1301750 w 2903944"/>
                  <a:gd name="connsiteY1" fmla="*/ 1853061 h 3526286"/>
                  <a:gd name="connsiteX2" fmla="*/ 1492250 w 2903944"/>
                  <a:gd name="connsiteY2" fmla="*/ 1208536 h 3526286"/>
                  <a:gd name="connsiteX3" fmla="*/ 1273175 w 2903944"/>
                  <a:gd name="connsiteY3" fmla="*/ 751336 h 3526286"/>
                  <a:gd name="connsiteX4" fmla="*/ 1162050 w 2903944"/>
                  <a:gd name="connsiteY4" fmla="*/ 468761 h 3526286"/>
                  <a:gd name="connsiteX5" fmla="*/ 1365250 w 2903944"/>
                  <a:gd name="connsiteY5" fmla="*/ 357636 h 3526286"/>
                  <a:gd name="connsiteX6" fmla="*/ 1482725 w 2903944"/>
                  <a:gd name="connsiteY6" fmla="*/ 770386 h 3526286"/>
                  <a:gd name="connsiteX7" fmla="*/ 1885950 w 2903944"/>
                  <a:gd name="connsiteY7" fmla="*/ 637036 h 3526286"/>
                  <a:gd name="connsiteX8" fmla="*/ 2130425 w 2903944"/>
                  <a:gd name="connsiteY8" fmla="*/ 103636 h 3526286"/>
                  <a:gd name="connsiteX9" fmla="*/ 2479675 w 2903944"/>
                  <a:gd name="connsiteY9" fmla="*/ 11561 h 3526286"/>
                  <a:gd name="connsiteX10" fmla="*/ 2590800 w 2903944"/>
                  <a:gd name="connsiteY10" fmla="*/ 262386 h 3526286"/>
                  <a:gd name="connsiteX11" fmla="*/ 2016125 w 2903944"/>
                  <a:gd name="connsiteY11" fmla="*/ 668786 h 3526286"/>
                  <a:gd name="connsiteX12" fmla="*/ 1968500 w 2903944"/>
                  <a:gd name="connsiteY12" fmla="*/ 1103761 h 3526286"/>
                  <a:gd name="connsiteX13" fmla="*/ 2247900 w 2903944"/>
                  <a:gd name="connsiteY13" fmla="*/ 1306961 h 3526286"/>
                  <a:gd name="connsiteX14" fmla="*/ 2638425 w 2903944"/>
                  <a:gd name="connsiteY14" fmla="*/ 1068836 h 3526286"/>
                  <a:gd name="connsiteX15" fmla="*/ 2886075 w 2903944"/>
                  <a:gd name="connsiteY15" fmla="*/ 1135511 h 3526286"/>
                  <a:gd name="connsiteX16" fmla="*/ 2819400 w 2903944"/>
                  <a:gd name="connsiteY16" fmla="*/ 1446661 h 3526286"/>
                  <a:gd name="connsiteX17" fmla="*/ 2301875 w 2903944"/>
                  <a:gd name="connsiteY17" fmla="*/ 1430786 h 3526286"/>
                  <a:gd name="connsiteX18" fmla="*/ 2355850 w 2903944"/>
                  <a:gd name="connsiteY18" fmla="*/ 2005461 h 3526286"/>
                  <a:gd name="connsiteX19" fmla="*/ 2813050 w 2903944"/>
                  <a:gd name="connsiteY19" fmla="*/ 2370586 h 3526286"/>
                  <a:gd name="connsiteX20" fmla="*/ 2863850 w 2903944"/>
                  <a:gd name="connsiteY20" fmla="*/ 2745236 h 3526286"/>
                  <a:gd name="connsiteX21" fmla="*/ 2689225 w 2903944"/>
                  <a:gd name="connsiteY21" fmla="*/ 2837311 h 3526286"/>
                  <a:gd name="connsiteX22" fmla="*/ 2679700 w 2903944"/>
                  <a:gd name="connsiteY22" fmla="*/ 2465836 h 3526286"/>
                  <a:gd name="connsiteX23" fmla="*/ 2238375 w 2903944"/>
                  <a:gd name="connsiteY23" fmla="*/ 2326136 h 3526286"/>
                  <a:gd name="connsiteX24" fmla="*/ 1955800 w 2903944"/>
                  <a:gd name="connsiteY24" fmla="*/ 2786511 h 3526286"/>
                  <a:gd name="connsiteX25" fmla="*/ 2108200 w 2903944"/>
                  <a:gd name="connsiteY25" fmla="*/ 3189736 h 3526286"/>
                  <a:gd name="connsiteX26" fmla="*/ 1778000 w 2903944"/>
                  <a:gd name="connsiteY26" fmla="*/ 3221486 h 3526286"/>
                  <a:gd name="connsiteX27" fmla="*/ 1831975 w 2903944"/>
                  <a:gd name="connsiteY27" fmla="*/ 2684911 h 3526286"/>
                  <a:gd name="connsiteX28" fmla="*/ 1279525 w 2903944"/>
                  <a:gd name="connsiteY28" fmla="*/ 2548386 h 3526286"/>
                  <a:gd name="connsiteX29" fmla="*/ 876300 w 2903944"/>
                  <a:gd name="connsiteY29" fmla="*/ 2932561 h 3526286"/>
                  <a:gd name="connsiteX30" fmla="*/ 889000 w 2903944"/>
                  <a:gd name="connsiteY30" fmla="*/ 3351661 h 3526286"/>
                  <a:gd name="connsiteX31" fmla="*/ 911225 w 2903944"/>
                  <a:gd name="connsiteY31" fmla="*/ 3526286 h 3526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903944" h="3526286">
                    <a:moveTo>
                      <a:pt x="0" y="1713361"/>
                    </a:moveTo>
                    <a:cubicBezTo>
                      <a:pt x="508000" y="1819988"/>
                      <a:pt x="1053042" y="1937199"/>
                      <a:pt x="1301750" y="1853061"/>
                    </a:cubicBezTo>
                    <a:cubicBezTo>
                      <a:pt x="1550458" y="1768923"/>
                      <a:pt x="1497012" y="1392157"/>
                      <a:pt x="1492250" y="1208536"/>
                    </a:cubicBezTo>
                    <a:cubicBezTo>
                      <a:pt x="1487488" y="1024915"/>
                      <a:pt x="1328208" y="874632"/>
                      <a:pt x="1273175" y="751336"/>
                    </a:cubicBezTo>
                    <a:cubicBezTo>
                      <a:pt x="1218142" y="628040"/>
                      <a:pt x="1146704" y="534378"/>
                      <a:pt x="1162050" y="468761"/>
                    </a:cubicBezTo>
                    <a:cubicBezTo>
                      <a:pt x="1177396" y="403144"/>
                      <a:pt x="1311804" y="307365"/>
                      <a:pt x="1365250" y="357636"/>
                    </a:cubicBezTo>
                    <a:cubicBezTo>
                      <a:pt x="1418696" y="407907"/>
                      <a:pt x="1395942" y="723819"/>
                      <a:pt x="1482725" y="770386"/>
                    </a:cubicBezTo>
                    <a:cubicBezTo>
                      <a:pt x="1569508" y="816953"/>
                      <a:pt x="1778000" y="748161"/>
                      <a:pt x="1885950" y="637036"/>
                    </a:cubicBezTo>
                    <a:cubicBezTo>
                      <a:pt x="1993900" y="525911"/>
                      <a:pt x="2031471" y="207882"/>
                      <a:pt x="2130425" y="103636"/>
                    </a:cubicBezTo>
                    <a:cubicBezTo>
                      <a:pt x="2229379" y="-610"/>
                      <a:pt x="2402946" y="-14897"/>
                      <a:pt x="2479675" y="11561"/>
                    </a:cubicBezTo>
                    <a:cubicBezTo>
                      <a:pt x="2556404" y="38019"/>
                      <a:pt x="2668058" y="152848"/>
                      <a:pt x="2590800" y="262386"/>
                    </a:cubicBezTo>
                    <a:cubicBezTo>
                      <a:pt x="2513542" y="371923"/>
                      <a:pt x="2119842" y="528557"/>
                      <a:pt x="2016125" y="668786"/>
                    </a:cubicBezTo>
                    <a:cubicBezTo>
                      <a:pt x="1912408" y="809015"/>
                      <a:pt x="1929871" y="997398"/>
                      <a:pt x="1968500" y="1103761"/>
                    </a:cubicBezTo>
                    <a:cubicBezTo>
                      <a:pt x="2007129" y="1210123"/>
                      <a:pt x="2136246" y="1312782"/>
                      <a:pt x="2247900" y="1306961"/>
                    </a:cubicBezTo>
                    <a:cubicBezTo>
                      <a:pt x="2359554" y="1301140"/>
                      <a:pt x="2532063" y="1097411"/>
                      <a:pt x="2638425" y="1068836"/>
                    </a:cubicBezTo>
                    <a:cubicBezTo>
                      <a:pt x="2744788" y="1040261"/>
                      <a:pt x="2855913" y="1072540"/>
                      <a:pt x="2886075" y="1135511"/>
                    </a:cubicBezTo>
                    <a:cubicBezTo>
                      <a:pt x="2916237" y="1198482"/>
                      <a:pt x="2916767" y="1397449"/>
                      <a:pt x="2819400" y="1446661"/>
                    </a:cubicBezTo>
                    <a:cubicBezTo>
                      <a:pt x="2722033" y="1495873"/>
                      <a:pt x="2379133" y="1337653"/>
                      <a:pt x="2301875" y="1430786"/>
                    </a:cubicBezTo>
                    <a:cubicBezTo>
                      <a:pt x="2224617" y="1523919"/>
                      <a:pt x="2270654" y="1848828"/>
                      <a:pt x="2355850" y="2005461"/>
                    </a:cubicBezTo>
                    <a:cubicBezTo>
                      <a:pt x="2441046" y="2162094"/>
                      <a:pt x="2728383" y="2247290"/>
                      <a:pt x="2813050" y="2370586"/>
                    </a:cubicBezTo>
                    <a:cubicBezTo>
                      <a:pt x="2897717" y="2493882"/>
                      <a:pt x="2884488" y="2667449"/>
                      <a:pt x="2863850" y="2745236"/>
                    </a:cubicBezTo>
                    <a:cubicBezTo>
                      <a:pt x="2843213" y="2823024"/>
                      <a:pt x="2719917" y="2883878"/>
                      <a:pt x="2689225" y="2837311"/>
                    </a:cubicBezTo>
                    <a:cubicBezTo>
                      <a:pt x="2658533" y="2790744"/>
                      <a:pt x="2754842" y="2551032"/>
                      <a:pt x="2679700" y="2465836"/>
                    </a:cubicBezTo>
                    <a:cubicBezTo>
                      <a:pt x="2604558" y="2380640"/>
                      <a:pt x="2359025" y="2272690"/>
                      <a:pt x="2238375" y="2326136"/>
                    </a:cubicBezTo>
                    <a:cubicBezTo>
                      <a:pt x="2117725" y="2379582"/>
                      <a:pt x="1977496" y="2642578"/>
                      <a:pt x="1955800" y="2786511"/>
                    </a:cubicBezTo>
                    <a:cubicBezTo>
                      <a:pt x="1934104" y="2930444"/>
                      <a:pt x="2137833" y="3117240"/>
                      <a:pt x="2108200" y="3189736"/>
                    </a:cubicBezTo>
                    <a:cubicBezTo>
                      <a:pt x="2078567" y="3262232"/>
                      <a:pt x="1824037" y="3305623"/>
                      <a:pt x="1778000" y="3221486"/>
                    </a:cubicBezTo>
                    <a:cubicBezTo>
                      <a:pt x="1731963" y="3137349"/>
                      <a:pt x="1915054" y="2797094"/>
                      <a:pt x="1831975" y="2684911"/>
                    </a:cubicBezTo>
                    <a:cubicBezTo>
                      <a:pt x="1748896" y="2572728"/>
                      <a:pt x="1438804" y="2507111"/>
                      <a:pt x="1279525" y="2548386"/>
                    </a:cubicBezTo>
                    <a:cubicBezTo>
                      <a:pt x="1120246" y="2589661"/>
                      <a:pt x="941387" y="2798682"/>
                      <a:pt x="876300" y="2932561"/>
                    </a:cubicBezTo>
                    <a:cubicBezTo>
                      <a:pt x="811213" y="3066440"/>
                      <a:pt x="883179" y="3252707"/>
                      <a:pt x="889000" y="3351661"/>
                    </a:cubicBezTo>
                    <a:cubicBezTo>
                      <a:pt x="894821" y="3450615"/>
                      <a:pt x="903023" y="3488450"/>
                      <a:pt x="911225" y="3526286"/>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20">
                <a:extLst>
                  <a:ext uri="{FF2B5EF4-FFF2-40B4-BE49-F238E27FC236}">
                    <a16:creationId xmlns:a16="http://schemas.microsoft.com/office/drawing/2014/main" id="{C1DC1123-EEFF-47F9-B239-C0EE3DE3A358}"/>
                  </a:ext>
                </a:extLst>
              </p:cNvPr>
              <p:cNvSpPr/>
              <p:nvPr/>
            </p:nvSpPr>
            <p:spPr>
              <a:xfrm>
                <a:off x="5864252" y="4175031"/>
                <a:ext cx="1893643" cy="1673225"/>
              </a:xfrm>
              <a:custGeom>
                <a:avLst/>
                <a:gdLst>
                  <a:gd name="connsiteX0" fmla="*/ 774700 w 1905586"/>
                  <a:gd name="connsiteY0" fmla="*/ 1673225 h 1673225"/>
                  <a:gd name="connsiteX1" fmla="*/ 739775 w 1905586"/>
                  <a:gd name="connsiteY1" fmla="*/ 993775 h 1673225"/>
                  <a:gd name="connsiteX2" fmla="*/ 1298575 w 1905586"/>
                  <a:gd name="connsiteY2" fmla="*/ 561975 h 1673225"/>
                  <a:gd name="connsiteX3" fmla="*/ 1882775 w 1905586"/>
                  <a:gd name="connsiteY3" fmla="*/ 720725 h 1673225"/>
                  <a:gd name="connsiteX4" fmla="*/ 1755775 w 1905586"/>
                  <a:gd name="connsiteY4" fmla="*/ 406400 h 1673225"/>
                  <a:gd name="connsiteX5" fmla="*/ 1463675 w 1905586"/>
                  <a:gd name="connsiteY5" fmla="*/ 107950 h 1673225"/>
                  <a:gd name="connsiteX6" fmla="*/ 1000125 w 1905586"/>
                  <a:gd name="connsiteY6" fmla="*/ 193675 h 1673225"/>
                  <a:gd name="connsiteX7" fmla="*/ 31750 w 1905586"/>
                  <a:gd name="connsiteY7" fmla="*/ 6350 h 1673225"/>
                  <a:gd name="connsiteX8" fmla="*/ 0 w 1905586"/>
                  <a:gd name="connsiteY8" fmla="*/ 0 h 1673225"/>
                  <a:gd name="connsiteX0" fmla="*/ 774700 w 1894186"/>
                  <a:gd name="connsiteY0" fmla="*/ 1673225 h 1673225"/>
                  <a:gd name="connsiteX1" fmla="*/ 739775 w 1894186"/>
                  <a:gd name="connsiteY1" fmla="*/ 993775 h 1673225"/>
                  <a:gd name="connsiteX2" fmla="*/ 1298575 w 1894186"/>
                  <a:gd name="connsiteY2" fmla="*/ 561975 h 1673225"/>
                  <a:gd name="connsiteX3" fmla="*/ 1870075 w 1894186"/>
                  <a:gd name="connsiteY3" fmla="*/ 647700 h 1673225"/>
                  <a:gd name="connsiteX4" fmla="*/ 1755775 w 1894186"/>
                  <a:gd name="connsiteY4" fmla="*/ 406400 h 1673225"/>
                  <a:gd name="connsiteX5" fmla="*/ 1463675 w 1894186"/>
                  <a:gd name="connsiteY5" fmla="*/ 107950 h 1673225"/>
                  <a:gd name="connsiteX6" fmla="*/ 1000125 w 1894186"/>
                  <a:gd name="connsiteY6" fmla="*/ 193675 h 1673225"/>
                  <a:gd name="connsiteX7" fmla="*/ 31750 w 1894186"/>
                  <a:gd name="connsiteY7" fmla="*/ 6350 h 1673225"/>
                  <a:gd name="connsiteX8" fmla="*/ 0 w 1894186"/>
                  <a:gd name="connsiteY8" fmla="*/ 0 h 1673225"/>
                  <a:gd name="connsiteX0" fmla="*/ 774700 w 1893643"/>
                  <a:gd name="connsiteY0" fmla="*/ 1673225 h 1673225"/>
                  <a:gd name="connsiteX1" fmla="*/ 739775 w 1893643"/>
                  <a:gd name="connsiteY1" fmla="*/ 993775 h 1673225"/>
                  <a:gd name="connsiteX2" fmla="*/ 1298575 w 1893643"/>
                  <a:gd name="connsiteY2" fmla="*/ 561975 h 1673225"/>
                  <a:gd name="connsiteX3" fmla="*/ 1870075 w 1893643"/>
                  <a:gd name="connsiteY3" fmla="*/ 647700 h 1673225"/>
                  <a:gd name="connsiteX4" fmla="*/ 1755775 w 1893643"/>
                  <a:gd name="connsiteY4" fmla="*/ 406400 h 1673225"/>
                  <a:gd name="connsiteX5" fmla="*/ 1492250 w 1893643"/>
                  <a:gd name="connsiteY5" fmla="*/ 168275 h 1673225"/>
                  <a:gd name="connsiteX6" fmla="*/ 1000125 w 1893643"/>
                  <a:gd name="connsiteY6" fmla="*/ 193675 h 1673225"/>
                  <a:gd name="connsiteX7" fmla="*/ 31750 w 1893643"/>
                  <a:gd name="connsiteY7" fmla="*/ 6350 h 1673225"/>
                  <a:gd name="connsiteX8" fmla="*/ 0 w 1893643"/>
                  <a:gd name="connsiteY8" fmla="*/ 0 h 1673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643" h="1673225">
                    <a:moveTo>
                      <a:pt x="774700" y="1673225"/>
                    </a:moveTo>
                    <a:cubicBezTo>
                      <a:pt x="713581" y="1426104"/>
                      <a:pt x="652463" y="1178983"/>
                      <a:pt x="739775" y="993775"/>
                    </a:cubicBezTo>
                    <a:cubicBezTo>
                      <a:pt x="827087" y="808567"/>
                      <a:pt x="1110192" y="619654"/>
                      <a:pt x="1298575" y="561975"/>
                    </a:cubicBezTo>
                    <a:cubicBezTo>
                      <a:pt x="1486958" y="504296"/>
                      <a:pt x="1793875" y="673629"/>
                      <a:pt x="1870075" y="647700"/>
                    </a:cubicBezTo>
                    <a:cubicBezTo>
                      <a:pt x="1946275" y="621771"/>
                      <a:pt x="1818746" y="486304"/>
                      <a:pt x="1755775" y="406400"/>
                    </a:cubicBezTo>
                    <a:cubicBezTo>
                      <a:pt x="1692804" y="326496"/>
                      <a:pt x="1618192" y="203729"/>
                      <a:pt x="1492250" y="168275"/>
                    </a:cubicBezTo>
                    <a:cubicBezTo>
                      <a:pt x="1366308" y="132821"/>
                      <a:pt x="1243542" y="220662"/>
                      <a:pt x="1000125" y="193675"/>
                    </a:cubicBezTo>
                    <a:cubicBezTo>
                      <a:pt x="756708" y="166688"/>
                      <a:pt x="31750" y="6350"/>
                      <a:pt x="31750" y="6350"/>
                    </a:cubicBezTo>
                    <a:lnTo>
                      <a:pt x="0" y="0"/>
                    </a:ln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4C9D1BBB-D2D4-4B74-A047-E469A6BAF36F}"/>
                  </a:ext>
                </a:extLst>
              </p:cNvPr>
              <p:cNvSpPr/>
              <p:nvPr/>
            </p:nvSpPr>
            <p:spPr>
              <a:xfrm>
                <a:off x="7475124" y="3558541"/>
                <a:ext cx="515786" cy="882749"/>
              </a:xfrm>
              <a:custGeom>
                <a:avLst/>
                <a:gdLst>
                  <a:gd name="connsiteX0" fmla="*/ 3724 w 382612"/>
                  <a:gd name="connsiteY0" fmla="*/ 562839 h 747206"/>
                  <a:gd name="connsiteX1" fmla="*/ 181524 w 382612"/>
                  <a:gd name="connsiteY1" fmla="*/ 746989 h 747206"/>
                  <a:gd name="connsiteX2" fmla="*/ 245024 w 382612"/>
                  <a:gd name="connsiteY2" fmla="*/ 597764 h 747206"/>
                  <a:gd name="connsiteX3" fmla="*/ 378374 w 382612"/>
                  <a:gd name="connsiteY3" fmla="*/ 492989 h 747206"/>
                  <a:gd name="connsiteX4" fmla="*/ 340274 w 382612"/>
                  <a:gd name="connsiteY4" fmla="*/ 159614 h 747206"/>
                  <a:gd name="connsiteX5" fmla="*/ 248199 w 382612"/>
                  <a:gd name="connsiteY5" fmla="*/ 4039 h 747206"/>
                  <a:gd name="connsiteX6" fmla="*/ 194224 w 382612"/>
                  <a:gd name="connsiteY6" fmla="*/ 312014 h 747206"/>
                  <a:gd name="connsiteX7" fmla="*/ 70399 w 382612"/>
                  <a:gd name="connsiteY7" fmla="*/ 521564 h 747206"/>
                  <a:gd name="connsiteX8" fmla="*/ 3724 w 382612"/>
                  <a:gd name="connsiteY8" fmla="*/ 562839 h 747206"/>
                  <a:gd name="connsiteX0" fmla="*/ 3724 w 515047"/>
                  <a:gd name="connsiteY0" fmla="*/ 564196 h 748515"/>
                  <a:gd name="connsiteX1" fmla="*/ 181524 w 515047"/>
                  <a:gd name="connsiteY1" fmla="*/ 748346 h 748515"/>
                  <a:gd name="connsiteX2" fmla="*/ 245024 w 515047"/>
                  <a:gd name="connsiteY2" fmla="*/ 599121 h 748515"/>
                  <a:gd name="connsiteX3" fmla="*/ 513840 w 515047"/>
                  <a:gd name="connsiteY3" fmla="*/ 693313 h 748515"/>
                  <a:gd name="connsiteX4" fmla="*/ 340274 w 515047"/>
                  <a:gd name="connsiteY4" fmla="*/ 160971 h 748515"/>
                  <a:gd name="connsiteX5" fmla="*/ 248199 w 515047"/>
                  <a:gd name="connsiteY5" fmla="*/ 5396 h 748515"/>
                  <a:gd name="connsiteX6" fmla="*/ 194224 w 515047"/>
                  <a:gd name="connsiteY6" fmla="*/ 313371 h 748515"/>
                  <a:gd name="connsiteX7" fmla="*/ 70399 w 515047"/>
                  <a:gd name="connsiteY7" fmla="*/ 522921 h 748515"/>
                  <a:gd name="connsiteX8" fmla="*/ 3724 w 515047"/>
                  <a:gd name="connsiteY8" fmla="*/ 564196 h 748515"/>
                  <a:gd name="connsiteX0" fmla="*/ 3724 w 513923"/>
                  <a:gd name="connsiteY0" fmla="*/ 564196 h 750515"/>
                  <a:gd name="connsiteX1" fmla="*/ 181524 w 513923"/>
                  <a:gd name="connsiteY1" fmla="*/ 748346 h 750515"/>
                  <a:gd name="connsiteX2" fmla="*/ 316991 w 513923"/>
                  <a:gd name="connsiteY2" fmla="*/ 666855 h 750515"/>
                  <a:gd name="connsiteX3" fmla="*/ 513840 w 513923"/>
                  <a:gd name="connsiteY3" fmla="*/ 693313 h 750515"/>
                  <a:gd name="connsiteX4" fmla="*/ 340274 w 513923"/>
                  <a:gd name="connsiteY4" fmla="*/ 160971 h 750515"/>
                  <a:gd name="connsiteX5" fmla="*/ 248199 w 513923"/>
                  <a:gd name="connsiteY5" fmla="*/ 5396 h 750515"/>
                  <a:gd name="connsiteX6" fmla="*/ 194224 w 513923"/>
                  <a:gd name="connsiteY6" fmla="*/ 313371 h 750515"/>
                  <a:gd name="connsiteX7" fmla="*/ 70399 w 513923"/>
                  <a:gd name="connsiteY7" fmla="*/ 522921 h 750515"/>
                  <a:gd name="connsiteX8" fmla="*/ 3724 w 513923"/>
                  <a:gd name="connsiteY8" fmla="*/ 564196 h 750515"/>
                  <a:gd name="connsiteX0" fmla="*/ 3724 w 515786"/>
                  <a:gd name="connsiteY0" fmla="*/ 563111 h 749430"/>
                  <a:gd name="connsiteX1" fmla="*/ 181524 w 515786"/>
                  <a:gd name="connsiteY1" fmla="*/ 747261 h 749430"/>
                  <a:gd name="connsiteX2" fmla="*/ 316991 w 515786"/>
                  <a:gd name="connsiteY2" fmla="*/ 665770 h 749430"/>
                  <a:gd name="connsiteX3" fmla="*/ 513840 w 515786"/>
                  <a:gd name="connsiteY3" fmla="*/ 692228 h 749430"/>
                  <a:gd name="connsiteX4" fmla="*/ 413299 w 515786"/>
                  <a:gd name="connsiteY4" fmla="*/ 541945 h 749430"/>
                  <a:gd name="connsiteX5" fmla="*/ 340274 w 515786"/>
                  <a:gd name="connsiteY5" fmla="*/ 159886 h 749430"/>
                  <a:gd name="connsiteX6" fmla="*/ 248199 w 515786"/>
                  <a:gd name="connsiteY6" fmla="*/ 4311 h 749430"/>
                  <a:gd name="connsiteX7" fmla="*/ 194224 w 515786"/>
                  <a:gd name="connsiteY7" fmla="*/ 312286 h 749430"/>
                  <a:gd name="connsiteX8" fmla="*/ 70399 w 515786"/>
                  <a:gd name="connsiteY8" fmla="*/ 521836 h 749430"/>
                  <a:gd name="connsiteX9" fmla="*/ 3724 w 515786"/>
                  <a:gd name="connsiteY9" fmla="*/ 563111 h 749430"/>
                  <a:gd name="connsiteX0" fmla="*/ 3724 w 515786"/>
                  <a:gd name="connsiteY0" fmla="*/ 696430 h 882749"/>
                  <a:gd name="connsiteX1" fmla="*/ 181524 w 515786"/>
                  <a:gd name="connsiteY1" fmla="*/ 880580 h 882749"/>
                  <a:gd name="connsiteX2" fmla="*/ 316991 w 515786"/>
                  <a:gd name="connsiteY2" fmla="*/ 799089 h 882749"/>
                  <a:gd name="connsiteX3" fmla="*/ 513840 w 515786"/>
                  <a:gd name="connsiteY3" fmla="*/ 825547 h 882749"/>
                  <a:gd name="connsiteX4" fmla="*/ 413299 w 515786"/>
                  <a:gd name="connsiteY4" fmla="*/ 675264 h 882749"/>
                  <a:gd name="connsiteX5" fmla="*/ 340274 w 515786"/>
                  <a:gd name="connsiteY5" fmla="*/ 293205 h 882749"/>
                  <a:gd name="connsiteX6" fmla="*/ 178349 w 515786"/>
                  <a:gd name="connsiteY6" fmla="*/ 2164 h 882749"/>
                  <a:gd name="connsiteX7" fmla="*/ 194224 w 515786"/>
                  <a:gd name="connsiteY7" fmla="*/ 445605 h 882749"/>
                  <a:gd name="connsiteX8" fmla="*/ 70399 w 515786"/>
                  <a:gd name="connsiteY8" fmla="*/ 655155 h 882749"/>
                  <a:gd name="connsiteX9" fmla="*/ 3724 w 515786"/>
                  <a:gd name="connsiteY9" fmla="*/ 696430 h 882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786" h="882749">
                    <a:moveTo>
                      <a:pt x="3724" y="696430"/>
                    </a:moveTo>
                    <a:cubicBezTo>
                      <a:pt x="22245" y="734001"/>
                      <a:pt x="129313" y="863470"/>
                      <a:pt x="181524" y="880580"/>
                    </a:cubicBezTo>
                    <a:cubicBezTo>
                      <a:pt x="233735" y="897690"/>
                      <a:pt x="261605" y="808261"/>
                      <a:pt x="316991" y="799089"/>
                    </a:cubicBezTo>
                    <a:cubicBezTo>
                      <a:pt x="372377" y="789917"/>
                      <a:pt x="497789" y="846184"/>
                      <a:pt x="513840" y="825547"/>
                    </a:cubicBezTo>
                    <a:cubicBezTo>
                      <a:pt x="529891" y="804910"/>
                      <a:pt x="442227" y="763988"/>
                      <a:pt x="413299" y="675264"/>
                    </a:cubicBezTo>
                    <a:cubicBezTo>
                      <a:pt x="384371" y="586540"/>
                      <a:pt x="379432" y="405388"/>
                      <a:pt x="340274" y="293205"/>
                    </a:cubicBezTo>
                    <a:cubicBezTo>
                      <a:pt x="301116" y="181022"/>
                      <a:pt x="202691" y="-23236"/>
                      <a:pt x="178349" y="2164"/>
                    </a:cubicBezTo>
                    <a:cubicBezTo>
                      <a:pt x="154007" y="27564"/>
                      <a:pt x="223857" y="359351"/>
                      <a:pt x="194224" y="445605"/>
                    </a:cubicBezTo>
                    <a:cubicBezTo>
                      <a:pt x="164591" y="531859"/>
                      <a:pt x="100561" y="613880"/>
                      <a:pt x="70399" y="655155"/>
                    </a:cubicBezTo>
                    <a:cubicBezTo>
                      <a:pt x="40237" y="696430"/>
                      <a:pt x="-14797" y="658859"/>
                      <a:pt x="3724" y="696430"/>
                    </a:cubicBezTo>
                    <a:close/>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6" name="Tubular explanation" hidden="1">
            <a:extLst>
              <a:ext uri="{FF2B5EF4-FFF2-40B4-BE49-F238E27FC236}">
                <a16:creationId xmlns:a16="http://schemas.microsoft.com/office/drawing/2014/main" id="{98F5D5A5-C5FB-4A60-8806-C2E8F0A73FD3}"/>
              </a:ext>
            </a:extLst>
          </p:cNvPr>
          <p:cNvGrpSpPr/>
          <p:nvPr/>
        </p:nvGrpSpPr>
        <p:grpSpPr>
          <a:xfrm>
            <a:off x="6355762" y="5180514"/>
            <a:ext cx="5735582" cy="1581936"/>
            <a:chOff x="6304198" y="5331925"/>
            <a:chExt cx="5735582" cy="1581936"/>
          </a:xfrm>
        </p:grpSpPr>
        <p:sp>
          <p:nvSpPr>
            <p:cNvPr id="139" name="Tubular">
              <a:extLst>
                <a:ext uri="{FF2B5EF4-FFF2-40B4-BE49-F238E27FC236}">
                  <a16:creationId xmlns:a16="http://schemas.microsoft.com/office/drawing/2014/main" id="{40D97507-13CB-C94A-BDF3-A170D96F4D66}"/>
                </a:ext>
              </a:extLst>
            </p:cNvPr>
            <p:cNvSpPr txBox="1"/>
            <p:nvPr/>
          </p:nvSpPr>
          <p:spPr>
            <a:xfrm>
              <a:off x="9101477" y="5331925"/>
              <a:ext cx="943920" cy="408623"/>
            </a:xfrm>
            <a:prstGeom prst="roundRect">
              <a:avLst/>
            </a:prstGeom>
            <a:solidFill>
              <a:schemeClr val="bg1"/>
            </a:solidFill>
            <a:ln w="38100">
              <a:solidFill>
                <a:schemeClr val="tx1"/>
              </a:solidFill>
            </a:ln>
            <a:effectLst>
              <a:outerShdw blurRad="50800" dist="38100" dir="8100000" algn="tr" rotWithShape="0">
                <a:prstClr val="black">
                  <a:alpha val="40000"/>
                </a:prstClr>
              </a:outerShdw>
            </a:effectLst>
          </p:spPr>
          <p:txBody>
            <a:bodyPr wrap="square" rtlCol="0">
              <a:spAutoFit/>
            </a:bodyPr>
            <a:lstStyle/>
            <a:p>
              <a:pPr algn="ctr"/>
              <a:r>
                <a:rPr lang="en-US" dirty="0"/>
                <a:t>Tubular</a:t>
              </a:r>
            </a:p>
          </p:txBody>
        </p:sp>
        <p:cxnSp>
          <p:nvCxnSpPr>
            <p:cNvPr id="142" name="Straight Arrow Connector 141">
              <a:extLst>
                <a:ext uri="{FF2B5EF4-FFF2-40B4-BE49-F238E27FC236}">
                  <a16:creationId xmlns:a16="http://schemas.microsoft.com/office/drawing/2014/main" id="{D15C0525-EC01-9940-8ABB-12B6CE8602E9}"/>
                </a:ext>
              </a:extLst>
            </p:cNvPr>
            <p:cNvCxnSpPr>
              <a:cxnSpLocks/>
              <a:stCxn id="139" idx="1"/>
            </p:cNvCxnSpPr>
            <p:nvPr/>
          </p:nvCxnSpPr>
          <p:spPr>
            <a:xfrm flipH="1">
              <a:off x="6304198" y="5536237"/>
              <a:ext cx="279727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5" name="Tubular text">
              <a:extLst>
                <a:ext uri="{FF2B5EF4-FFF2-40B4-BE49-F238E27FC236}">
                  <a16:creationId xmlns:a16="http://schemas.microsoft.com/office/drawing/2014/main" id="{AA249BE5-1B87-E74E-AC5F-C05089A46B76}"/>
                </a:ext>
              </a:extLst>
            </p:cNvPr>
            <p:cNvSpPr txBox="1"/>
            <p:nvPr/>
          </p:nvSpPr>
          <p:spPr>
            <a:xfrm>
              <a:off x="7107094" y="5790149"/>
              <a:ext cx="4932686" cy="1123712"/>
            </a:xfrm>
            <a:prstGeom prst="round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b="1" dirty="0"/>
                <a:t>Acute tubular necrosis </a:t>
              </a:r>
              <a:r>
                <a:rPr lang="en-US" sz="1200" dirty="0"/>
                <a:t>is the predominant tubular cause of AKI most commonly from </a:t>
              </a:r>
              <a:r>
                <a:rPr lang="en-US" sz="1200" i="1" u="sng" dirty="0"/>
                <a:t>prolonged hypoperfusion</a:t>
              </a:r>
              <a:r>
                <a:rPr lang="en-US" sz="1200" dirty="0"/>
                <a:t> along with long list of </a:t>
              </a:r>
              <a:r>
                <a:rPr lang="en-US" sz="1200" i="1" u="sng" dirty="0"/>
                <a:t>nephrotoxins (including iodinated contrast)</a:t>
              </a:r>
              <a:r>
                <a:rPr lang="en-US" sz="1200" dirty="0"/>
                <a:t>. </a:t>
              </a:r>
              <a:r>
                <a:rPr lang="en-US" sz="1200" b="1" dirty="0"/>
                <a:t>Cast nephropathies </a:t>
              </a:r>
              <a:r>
                <a:rPr lang="en-US" sz="1200" dirty="0"/>
                <a:t>include myoglobin, light chains and uric acid casts. </a:t>
              </a:r>
              <a:r>
                <a:rPr lang="en-US" sz="1200" b="1" dirty="0"/>
                <a:t>Crystalline nephropathy </a:t>
              </a:r>
              <a:r>
                <a:rPr lang="en-US" sz="1200" dirty="0"/>
                <a:t>occurs as a result of precipitation of drugs like acyclovir, ethylene glycol, MTX, etc.</a:t>
              </a:r>
            </a:p>
          </p:txBody>
        </p:sp>
      </p:grpSp>
      <p:sp>
        <p:nvSpPr>
          <p:cNvPr id="67" name="Muddy Brown Casts" hidden="1">
            <a:extLst>
              <a:ext uri="{FF2B5EF4-FFF2-40B4-BE49-F238E27FC236}">
                <a16:creationId xmlns:a16="http://schemas.microsoft.com/office/drawing/2014/main" id="{42E9CAAB-CFB2-FB4C-B0F9-2CD1FE5B84C9}"/>
              </a:ext>
            </a:extLst>
          </p:cNvPr>
          <p:cNvSpPr txBox="1"/>
          <p:nvPr/>
        </p:nvSpPr>
        <p:spPr>
          <a:xfrm>
            <a:off x="8583805" y="5155183"/>
            <a:ext cx="2863978" cy="408623"/>
          </a:xfrm>
          <a:prstGeom prst="roundRect">
            <a:avLst/>
          </a:prstGeom>
          <a:solidFill>
            <a:schemeClr val="bg1"/>
          </a:solidFill>
          <a:ln w="28575">
            <a:solidFill>
              <a:schemeClr val="tx1"/>
            </a:solidFill>
          </a:ln>
          <a:effectLst>
            <a:outerShdw blurRad="50800" dist="38100" dir="8100000" algn="tr" rotWithShape="0">
              <a:prstClr val="black">
                <a:alpha val="40000"/>
              </a:prstClr>
            </a:outerShdw>
          </a:effectLst>
        </p:spPr>
        <p:txBody>
          <a:bodyPr wrap="none" rtlCol="0">
            <a:spAutoFit/>
          </a:bodyPr>
          <a:lstStyle/>
          <a:p>
            <a:r>
              <a:rPr lang="en-US" dirty="0"/>
              <a:t>Oliguric, muddy brown casts</a:t>
            </a:r>
          </a:p>
        </p:txBody>
      </p:sp>
      <p:grpSp>
        <p:nvGrpSpPr>
          <p:cNvPr id="25" name="Interstitial Explanation" hidden="1">
            <a:extLst>
              <a:ext uri="{FF2B5EF4-FFF2-40B4-BE49-F238E27FC236}">
                <a16:creationId xmlns:a16="http://schemas.microsoft.com/office/drawing/2014/main" id="{8681F6FA-C415-424C-8FAE-AA0D313EF9FF}"/>
              </a:ext>
            </a:extLst>
          </p:cNvPr>
          <p:cNvGrpSpPr/>
          <p:nvPr/>
        </p:nvGrpSpPr>
        <p:grpSpPr>
          <a:xfrm>
            <a:off x="7231187" y="3703450"/>
            <a:ext cx="4848111" cy="1380924"/>
            <a:chOff x="7231187" y="3703450"/>
            <a:chExt cx="4848111" cy="1380924"/>
          </a:xfrm>
        </p:grpSpPr>
        <p:sp>
          <p:nvSpPr>
            <p:cNvPr id="138" name="Interstitial">
              <a:extLst>
                <a:ext uri="{FF2B5EF4-FFF2-40B4-BE49-F238E27FC236}">
                  <a16:creationId xmlns:a16="http://schemas.microsoft.com/office/drawing/2014/main" id="{0268342A-185E-F147-903F-3C9DB5B985E3}"/>
                </a:ext>
              </a:extLst>
            </p:cNvPr>
            <p:cNvSpPr txBox="1"/>
            <p:nvPr/>
          </p:nvSpPr>
          <p:spPr>
            <a:xfrm>
              <a:off x="9148543" y="3703450"/>
              <a:ext cx="1377471" cy="408623"/>
            </a:xfrm>
            <a:prstGeom prst="roundRect">
              <a:avLst/>
            </a:prstGeom>
            <a:solidFill>
              <a:schemeClr val="bg1"/>
            </a:solidFill>
            <a:ln w="38100">
              <a:solidFill>
                <a:schemeClr val="accent6"/>
              </a:solidFill>
            </a:ln>
            <a:effectLst>
              <a:outerShdw blurRad="50800" dist="38100" dir="8100000" algn="tr" rotWithShape="0">
                <a:prstClr val="black">
                  <a:alpha val="40000"/>
                </a:prstClr>
              </a:outerShdw>
            </a:effectLst>
          </p:spPr>
          <p:txBody>
            <a:bodyPr wrap="square" rtlCol="0">
              <a:spAutoFit/>
            </a:bodyPr>
            <a:lstStyle/>
            <a:p>
              <a:pPr algn="ctr"/>
              <a:r>
                <a:rPr lang="en-US" dirty="0"/>
                <a:t>Interstitial                   </a:t>
              </a:r>
            </a:p>
          </p:txBody>
        </p:sp>
        <p:cxnSp>
          <p:nvCxnSpPr>
            <p:cNvPr id="141" name="Straight Arrow Connector 140">
              <a:extLst>
                <a:ext uri="{FF2B5EF4-FFF2-40B4-BE49-F238E27FC236}">
                  <a16:creationId xmlns:a16="http://schemas.microsoft.com/office/drawing/2014/main" id="{F9F21A9D-679F-3643-9716-C81F2EEE7652}"/>
                </a:ext>
              </a:extLst>
            </p:cNvPr>
            <p:cNvCxnSpPr>
              <a:cxnSpLocks/>
              <a:stCxn id="138" idx="1"/>
            </p:cNvCxnSpPr>
            <p:nvPr/>
          </p:nvCxnSpPr>
          <p:spPr>
            <a:xfrm flipH="1">
              <a:off x="7231187" y="3907762"/>
              <a:ext cx="1917356" cy="7248"/>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146" name="Interstitial text">
              <a:extLst>
                <a:ext uri="{FF2B5EF4-FFF2-40B4-BE49-F238E27FC236}">
                  <a16:creationId xmlns:a16="http://schemas.microsoft.com/office/drawing/2014/main" id="{7EF05C0E-8723-5C49-B939-2CBEA20DA975}"/>
                </a:ext>
              </a:extLst>
            </p:cNvPr>
            <p:cNvSpPr txBox="1"/>
            <p:nvPr/>
          </p:nvSpPr>
          <p:spPr>
            <a:xfrm>
              <a:off x="7391459" y="4164973"/>
              <a:ext cx="4687839" cy="919401"/>
            </a:xfrm>
            <a:prstGeom prst="roundRect">
              <a:avLst/>
            </a:prstGeom>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200" b="1" dirty="0"/>
                <a:t>Acute interstitial nephritis</a:t>
              </a:r>
              <a:r>
                <a:rPr lang="en-US" sz="1200" dirty="0"/>
                <a:t> is typically caused by many different </a:t>
              </a:r>
              <a:r>
                <a:rPr lang="en-US" sz="1200" i="1" u="sng" dirty="0"/>
                <a:t>drugs</a:t>
              </a:r>
              <a:r>
                <a:rPr lang="en-US" sz="1200" dirty="0"/>
                <a:t> (e.g. antimicrobials, NSAIDs, PPI, immunotherapy, etc.) Other interstitial etiologies include i</a:t>
              </a:r>
              <a:r>
                <a:rPr lang="en-US" sz="1200" b="1" dirty="0"/>
                <a:t>nfection </a:t>
              </a:r>
              <a:r>
                <a:rPr lang="en-US" sz="1200" dirty="0"/>
                <a:t>(sepsis-induced AKI), </a:t>
              </a:r>
              <a:r>
                <a:rPr lang="en-US" sz="1200" b="1" dirty="0"/>
                <a:t>infiltrative </a:t>
              </a:r>
              <a:r>
                <a:rPr lang="en-US" sz="1200" dirty="0"/>
                <a:t>(lymphoma/leukemia) and </a:t>
              </a:r>
              <a:r>
                <a:rPr lang="en-US" sz="1200" b="1" dirty="0"/>
                <a:t>systemic diseases </a:t>
              </a:r>
              <a:r>
                <a:rPr lang="en-US" sz="1200" dirty="0"/>
                <a:t>(Sjogren’s, sarcoidosis.)</a:t>
              </a:r>
            </a:p>
          </p:txBody>
        </p:sp>
      </p:grpSp>
      <p:sp>
        <p:nvSpPr>
          <p:cNvPr id="68" name="Recent Penicillin Use" hidden="1">
            <a:extLst>
              <a:ext uri="{FF2B5EF4-FFF2-40B4-BE49-F238E27FC236}">
                <a16:creationId xmlns:a16="http://schemas.microsoft.com/office/drawing/2014/main" id="{87B738B4-3686-8047-AF9E-BB23FD3E49B6}"/>
              </a:ext>
            </a:extLst>
          </p:cNvPr>
          <p:cNvSpPr txBox="1"/>
          <p:nvPr/>
        </p:nvSpPr>
        <p:spPr>
          <a:xfrm>
            <a:off x="8437307" y="3679762"/>
            <a:ext cx="3215259" cy="408623"/>
          </a:xfrm>
          <a:prstGeom prst="roundRect">
            <a:avLst/>
          </a:prstGeom>
          <a:solidFill>
            <a:schemeClr val="bg1"/>
          </a:solidFill>
          <a:ln w="28575">
            <a:solidFill>
              <a:schemeClr val="accent6"/>
            </a:solidFill>
          </a:ln>
          <a:effectLst>
            <a:outerShdw blurRad="50800" dist="38100" dir="8100000" algn="tr" rotWithShape="0">
              <a:prstClr val="black">
                <a:alpha val="40000"/>
              </a:prstClr>
            </a:outerShdw>
          </a:effectLst>
        </p:spPr>
        <p:txBody>
          <a:bodyPr wrap="none" rtlCol="0">
            <a:spAutoFit/>
          </a:bodyPr>
          <a:lstStyle/>
          <a:p>
            <a:r>
              <a:rPr lang="en-US" dirty="0"/>
              <a:t>Recent penicillin use, WBC casts</a:t>
            </a:r>
          </a:p>
        </p:txBody>
      </p:sp>
      <p:grpSp>
        <p:nvGrpSpPr>
          <p:cNvPr id="24" name="Glomerular explanation" hidden="1">
            <a:extLst>
              <a:ext uri="{FF2B5EF4-FFF2-40B4-BE49-F238E27FC236}">
                <a16:creationId xmlns:a16="http://schemas.microsoft.com/office/drawing/2014/main" id="{77F2F46F-757B-46D5-B3C3-B7ECAE82A2D6}"/>
              </a:ext>
            </a:extLst>
          </p:cNvPr>
          <p:cNvGrpSpPr/>
          <p:nvPr/>
        </p:nvGrpSpPr>
        <p:grpSpPr>
          <a:xfrm>
            <a:off x="5722392" y="2199239"/>
            <a:ext cx="6356906" cy="1375310"/>
            <a:chOff x="5606671" y="1626822"/>
            <a:chExt cx="6356906" cy="1375310"/>
          </a:xfrm>
        </p:grpSpPr>
        <p:sp>
          <p:nvSpPr>
            <p:cNvPr id="147" name="Glomerular text">
              <a:extLst>
                <a:ext uri="{FF2B5EF4-FFF2-40B4-BE49-F238E27FC236}">
                  <a16:creationId xmlns:a16="http://schemas.microsoft.com/office/drawing/2014/main" id="{D4FB135F-1EE6-A240-8DC2-9BE9FB4202CA}"/>
                </a:ext>
              </a:extLst>
            </p:cNvPr>
            <p:cNvSpPr txBox="1"/>
            <p:nvPr/>
          </p:nvSpPr>
          <p:spPr>
            <a:xfrm>
              <a:off x="7505031" y="2082731"/>
              <a:ext cx="4458546" cy="919401"/>
            </a:xfrm>
            <a:prstGeom prst="roundRect">
              <a:avLst/>
            </a:prstGeom>
            <a:ln>
              <a:solidFill>
                <a:srgbClr val="7030A0"/>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sz="1200" b="1" dirty="0"/>
                <a:t>Glomerulonephritis</a:t>
              </a:r>
              <a:r>
                <a:rPr lang="en-US" sz="1200" dirty="0"/>
                <a:t> is grouped into </a:t>
              </a:r>
              <a:r>
                <a:rPr lang="en-US" sz="1200" i="1" u="sng" dirty="0"/>
                <a:t>anti-GBM</a:t>
              </a:r>
              <a:r>
                <a:rPr lang="en-US" sz="1200" dirty="0"/>
                <a:t>, </a:t>
              </a:r>
              <a:r>
                <a:rPr lang="en-US" sz="1200" i="1" u="sng" dirty="0"/>
                <a:t>immune complex</a:t>
              </a:r>
              <a:r>
                <a:rPr lang="en-US" sz="1200" dirty="0"/>
                <a:t>, and </a:t>
              </a:r>
              <a:r>
                <a:rPr lang="en-US" sz="1200" i="1" u="sng" dirty="0"/>
                <a:t>pauci-immune</a:t>
              </a:r>
              <a:r>
                <a:rPr lang="en-US" sz="1200" dirty="0"/>
                <a:t>. Diagnosis and management of GN should be saved for </a:t>
              </a:r>
              <a:r>
                <a:rPr lang="en-US" sz="1200"/>
                <a:t>a separate </a:t>
              </a:r>
              <a:r>
                <a:rPr lang="en-US" sz="1200" dirty="0"/>
                <a:t>talk. Other causes for glomerular injury include </a:t>
              </a:r>
              <a:r>
                <a:rPr lang="en-US" sz="1200" b="1" dirty="0"/>
                <a:t>vascular</a:t>
              </a:r>
              <a:r>
                <a:rPr lang="en-US" sz="1200" dirty="0"/>
                <a:t> abnormalities like micro-embolic disease and HTN.</a:t>
              </a:r>
            </a:p>
          </p:txBody>
        </p:sp>
        <p:sp>
          <p:nvSpPr>
            <p:cNvPr id="137" name="Glomerular">
              <a:extLst>
                <a:ext uri="{FF2B5EF4-FFF2-40B4-BE49-F238E27FC236}">
                  <a16:creationId xmlns:a16="http://schemas.microsoft.com/office/drawing/2014/main" id="{7FD4CEC9-93DF-8A4D-B2B0-2593811ACEDB}"/>
                </a:ext>
              </a:extLst>
            </p:cNvPr>
            <p:cNvSpPr txBox="1"/>
            <p:nvPr/>
          </p:nvSpPr>
          <p:spPr>
            <a:xfrm>
              <a:off x="9194947" y="1626822"/>
              <a:ext cx="1468539" cy="408623"/>
            </a:xfrm>
            <a:prstGeom prst="roundRect">
              <a:avLst/>
            </a:prstGeom>
            <a:solidFill>
              <a:schemeClr val="bg1"/>
            </a:solidFill>
            <a:ln w="38100">
              <a:solidFill>
                <a:srgbClr val="7030A0"/>
              </a:solidFill>
            </a:ln>
            <a:effectLst>
              <a:outerShdw blurRad="50800" dist="38100" dir="8100000" algn="tr" rotWithShape="0">
                <a:prstClr val="black">
                  <a:alpha val="40000"/>
                </a:prstClr>
              </a:outerShdw>
            </a:effectLst>
          </p:spPr>
          <p:txBody>
            <a:bodyPr wrap="square" rtlCol="0">
              <a:spAutoFit/>
            </a:bodyPr>
            <a:lstStyle/>
            <a:p>
              <a:pPr algn="ctr"/>
              <a:r>
                <a:rPr lang="en-US" dirty="0"/>
                <a:t>Glomerular                   </a:t>
              </a:r>
            </a:p>
          </p:txBody>
        </p:sp>
        <p:cxnSp>
          <p:nvCxnSpPr>
            <p:cNvPr id="140" name="Straight Arrow Connector 139">
              <a:extLst>
                <a:ext uri="{FF2B5EF4-FFF2-40B4-BE49-F238E27FC236}">
                  <a16:creationId xmlns:a16="http://schemas.microsoft.com/office/drawing/2014/main" id="{742D0B32-C36D-2B4A-84AF-A5AB44F3BF7E}"/>
                </a:ext>
              </a:extLst>
            </p:cNvPr>
            <p:cNvCxnSpPr>
              <a:cxnSpLocks/>
              <a:stCxn id="137" idx="1"/>
            </p:cNvCxnSpPr>
            <p:nvPr/>
          </p:nvCxnSpPr>
          <p:spPr>
            <a:xfrm flipH="1">
              <a:off x="5606671" y="1831134"/>
              <a:ext cx="3588276" cy="7660"/>
            </a:xfrm>
            <a:prstGeom prst="straightConnector1">
              <a:avLst/>
            </a:prstGeom>
            <a:ln>
              <a:solidFill>
                <a:srgbClr val="7030A0"/>
              </a:solidFill>
              <a:tailEnd type="triangle"/>
            </a:ln>
          </p:spPr>
          <p:style>
            <a:lnRef idx="1">
              <a:schemeClr val="dk1"/>
            </a:lnRef>
            <a:fillRef idx="0">
              <a:schemeClr val="dk1"/>
            </a:fillRef>
            <a:effectRef idx="0">
              <a:schemeClr val="dk1"/>
            </a:effectRef>
            <a:fontRef idx="minor">
              <a:schemeClr val="tx1"/>
            </a:fontRef>
          </p:style>
        </p:cxnSp>
      </p:grpSp>
      <p:sp>
        <p:nvSpPr>
          <p:cNvPr id="69" name="Hematuria, RBC Casts" hidden="1">
            <a:extLst>
              <a:ext uri="{FF2B5EF4-FFF2-40B4-BE49-F238E27FC236}">
                <a16:creationId xmlns:a16="http://schemas.microsoft.com/office/drawing/2014/main" id="{9397EA01-7C55-C645-A44B-28F07086CB2F}"/>
              </a:ext>
            </a:extLst>
          </p:cNvPr>
          <p:cNvSpPr txBox="1"/>
          <p:nvPr/>
        </p:nvSpPr>
        <p:spPr>
          <a:xfrm>
            <a:off x="8735357" y="2190396"/>
            <a:ext cx="2386191" cy="408623"/>
          </a:xfrm>
          <a:prstGeom prst="roundRect">
            <a:avLst/>
          </a:prstGeom>
          <a:solidFill>
            <a:schemeClr val="bg1"/>
          </a:solidFill>
          <a:ln w="38100">
            <a:solidFill>
              <a:srgbClr val="7030A0"/>
            </a:solidFill>
          </a:ln>
          <a:effectLst>
            <a:outerShdw blurRad="50800" dist="38100" dir="8100000" algn="tr" rotWithShape="0">
              <a:prstClr val="black">
                <a:alpha val="40000"/>
              </a:prstClr>
            </a:outerShdw>
          </a:effectLst>
        </p:spPr>
        <p:txBody>
          <a:bodyPr wrap="square" rtlCol="0">
            <a:spAutoFit/>
          </a:bodyPr>
          <a:lstStyle/>
          <a:p>
            <a:pPr algn="ctr"/>
            <a:r>
              <a:rPr lang="en-US" dirty="0"/>
              <a:t>Hematuria, RBC casts</a:t>
            </a:r>
          </a:p>
        </p:txBody>
      </p:sp>
      <p:sp>
        <p:nvSpPr>
          <p:cNvPr id="60" name="Title" hidden="1">
            <a:extLst>
              <a:ext uri="{FF2B5EF4-FFF2-40B4-BE49-F238E27FC236}">
                <a16:creationId xmlns:a16="http://schemas.microsoft.com/office/drawing/2014/main" id="{0683686E-EF44-5743-8029-3B213B142AAE}"/>
              </a:ext>
            </a:extLst>
          </p:cNvPr>
          <p:cNvSpPr txBox="1"/>
          <p:nvPr/>
        </p:nvSpPr>
        <p:spPr>
          <a:xfrm>
            <a:off x="4302809" y="223395"/>
            <a:ext cx="3088650" cy="830997"/>
          </a:xfrm>
          <a:prstGeom prst="rect">
            <a:avLst/>
          </a:prstGeom>
          <a:solidFill>
            <a:schemeClr val="bg1"/>
          </a:solidFill>
        </p:spPr>
        <p:txBody>
          <a:bodyPr wrap="square" rtlCol="0">
            <a:spAutoFit/>
          </a:bodyPr>
          <a:lstStyle/>
          <a:p>
            <a:pPr algn="ctr"/>
            <a:r>
              <a:rPr lang="en-US" sz="2800" b="1" dirty="0"/>
              <a:t>Acute Kidney Injury</a:t>
            </a:r>
          </a:p>
          <a:p>
            <a:pPr algn="ctr"/>
            <a:r>
              <a:rPr lang="en-US" dirty="0"/>
              <a:t>(Abrupt decrease in GFR)</a:t>
            </a:r>
          </a:p>
        </p:txBody>
      </p:sp>
      <p:sp>
        <p:nvSpPr>
          <p:cNvPr id="136" name="Intra-Renal" hidden="1">
            <a:extLst>
              <a:ext uri="{FF2B5EF4-FFF2-40B4-BE49-F238E27FC236}">
                <a16:creationId xmlns:a16="http://schemas.microsoft.com/office/drawing/2014/main" id="{C8D84AFA-B1E4-244F-AF46-B62FE343A25F}"/>
              </a:ext>
            </a:extLst>
          </p:cNvPr>
          <p:cNvSpPr txBox="1"/>
          <p:nvPr/>
        </p:nvSpPr>
        <p:spPr>
          <a:xfrm>
            <a:off x="8798266" y="75088"/>
            <a:ext cx="2145938" cy="578882"/>
          </a:xfrm>
          <a:prstGeom prst="roundRect">
            <a:avLst/>
          </a:prstGeom>
          <a:solidFill>
            <a:schemeClr val="bg1"/>
          </a:solidFill>
          <a:ln w="38100">
            <a:solidFill>
              <a:schemeClr val="accent6"/>
            </a:solidFill>
          </a:ln>
          <a:effectLst>
            <a:outerShdw blurRad="50800" dist="38100" dir="8100000" algn="tr" rotWithShape="0">
              <a:prstClr val="black">
                <a:alpha val="40000"/>
              </a:prstClr>
            </a:outerShdw>
          </a:effectLst>
        </p:spPr>
        <p:txBody>
          <a:bodyPr wrap="square" rtlCol="0">
            <a:spAutoFit/>
          </a:bodyPr>
          <a:lstStyle/>
          <a:p>
            <a:pPr algn="ctr"/>
            <a:r>
              <a:rPr lang="en-US" sz="2800" dirty="0"/>
              <a:t>INTRA-renal</a:t>
            </a:r>
          </a:p>
        </p:txBody>
      </p:sp>
      <p:sp>
        <p:nvSpPr>
          <p:cNvPr id="3" name="Case 3: explanation" hidden="1">
            <a:extLst>
              <a:ext uri="{FF2B5EF4-FFF2-40B4-BE49-F238E27FC236}">
                <a16:creationId xmlns:a16="http://schemas.microsoft.com/office/drawing/2014/main" id="{D29F5983-9CB6-814A-9159-1DF07D83E4DB}"/>
              </a:ext>
            </a:extLst>
          </p:cNvPr>
          <p:cNvSpPr txBox="1"/>
          <p:nvPr/>
        </p:nvSpPr>
        <p:spPr>
          <a:xfrm>
            <a:off x="7873877" y="758857"/>
            <a:ext cx="3994713" cy="1328023"/>
          </a:xfrm>
          <a:prstGeom prst="roundRect">
            <a:avLst/>
          </a:prstGeom>
          <a:solidFill>
            <a:schemeClr val="bg1"/>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200" dirty="0"/>
              <a:t>Three features of this case suggest an intra-renal etiology: </a:t>
            </a:r>
          </a:p>
          <a:p>
            <a:pPr marL="228600" indent="-228600">
              <a:buAutoNum type="arabicPeriod"/>
            </a:pPr>
            <a:r>
              <a:rPr lang="en-US" sz="1200" dirty="0"/>
              <a:t>“Active” urine sediment (supports intra-renal)</a:t>
            </a:r>
          </a:p>
          <a:p>
            <a:pPr marL="228600" indent="-228600">
              <a:buAutoNum type="arabicPeriod"/>
            </a:pPr>
            <a:r>
              <a:rPr lang="en-US" sz="1200" dirty="0"/>
              <a:t>Elevated </a:t>
            </a:r>
            <a:r>
              <a:rPr lang="en-US" sz="1200" dirty="0" err="1"/>
              <a:t>FeNa</a:t>
            </a:r>
            <a:r>
              <a:rPr lang="en-US" sz="1200" dirty="0"/>
              <a:t> while oliguric (rules out pre-renal)</a:t>
            </a:r>
          </a:p>
          <a:p>
            <a:pPr marL="228600" indent="-228600">
              <a:buAutoNum type="arabicPeriod"/>
            </a:pPr>
            <a:r>
              <a:rPr lang="en-US" sz="1200" dirty="0"/>
              <a:t>Normal renal US (rules out post-renal).  </a:t>
            </a:r>
          </a:p>
          <a:p>
            <a:r>
              <a:rPr lang="en-US" sz="1200" dirty="0"/>
              <a:t>The broad differential for intra-renal AKI is broken down anatomically from glomerulus, to interstitial to tubules. </a:t>
            </a:r>
          </a:p>
        </p:txBody>
      </p:sp>
      <p:sp>
        <p:nvSpPr>
          <p:cNvPr id="96" name="Case 3: etiology" hidden="1">
            <a:extLst>
              <a:ext uri="{FF2B5EF4-FFF2-40B4-BE49-F238E27FC236}">
                <a16:creationId xmlns:a16="http://schemas.microsoft.com/office/drawing/2014/main" id="{2203DC97-CCD3-49C6-9221-14E09DD2AEC8}"/>
              </a:ext>
            </a:extLst>
          </p:cNvPr>
          <p:cNvSpPr txBox="1"/>
          <p:nvPr/>
        </p:nvSpPr>
        <p:spPr>
          <a:xfrm>
            <a:off x="9340833" y="2021821"/>
            <a:ext cx="1173079" cy="442674"/>
          </a:xfrm>
          <a:prstGeom prst="roundRect">
            <a:avLst/>
          </a:prstGeom>
          <a:solidFill>
            <a:schemeClr val="bg1"/>
          </a:solidFill>
          <a:ln w="38100">
            <a:solidFill>
              <a:schemeClr val="accent6"/>
            </a:solidFill>
          </a:ln>
          <a:effectLst>
            <a:outerShdw blurRad="50800" dist="38100" dir="8100000" algn="tr"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wrap="square" rtlCol="0">
            <a:spAutoFit/>
          </a:bodyPr>
          <a:lstStyle/>
          <a:p>
            <a:pPr algn="ctr"/>
            <a:r>
              <a:rPr lang="en-US" sz="2000" dirty="0">
                <a:solidFill>
                  <a:sysClr val="windowText" lastClr="000000"/>
                </a:solidFill>
              </a:rPr>
              <a:t>Etiology?</a:t>
            </a:r>
            <a:endParaRPr lang="en-US" sz="1050" dirty="0">
              <a:solidFill>
                <a:sysClr val="windowText" lastClr="000000"/>
              </a:solidFill>
            </a:endParaRPr>
          </a:p>
        </p:txBody>
      </p:sp>
      <p:sp>
        <p:nvSpPr>
          <p:cNvPr id="5" name="Case 3: HnP" hidden="1">
            <a:extLst>
              <a:ext uri="{FF2B5EF4-FFF2-40B4-BE49-F238E27FC236}">
                <a16:creationId xmlns:a16="http://schemas.microsoft.com/office/drawing/2014/main" id="{5C198B80-EFD5-4FFC-B691-BCF358D70973}"/>
              </a:ext>
            </a:extLst>
          </p:cNvPr>
          <p:cNvSpPr/>
          <p:nvPr/>
        </p:nvSpPr>
        <p:spPr>
          <a:xfrm>
            <a:off x="7676877" y="746845"/>
            <a:ext cx="4388715" cy="1191816"/>
          </a:xfrm>
          <a:prstGeom prst="round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gn="ctr"/>
            <a:r>
              <a:rPr lang="en-US" sz="1600" b="1" dirty="0"/>
              <a:t>ED: 23yo </a:t>
            </a:r>
            <a:r>
              <a:rPr lang="en-US" sz="1600" b="1" dirty="0" err="1"/>
              <a:t>transM</a:t>
            </a:r>
            <a:r>
              <a:rPr lang="en-US" sz="1600" b="1" dirty="0"/>
              <a:t> w/ SLE presenting with arthralgias and dark urine</a:t>
            </a:r>
          </a:p>
          <a:p>
            <a:pPr algn="ctr"/>
            <a:r>
              <a:rPr lang="en-US" sz="1600" dirty="0">
                <a:solidFill>
                  <a:sysClr val="windowText" lastClr="000000"/>
                </a:solidFill>
              </a:rPr>
              <a:t>Decreased UOP| </a:t>
            </a:r>
            <a:r>
              <a:rPr lang="en-US" sz="1600" dirty="0" err="1">
                <a:solidFill>
                  <a:sysClr val="windowText" lastClr="000000"/>
                </a:solidFill>
              </a:rPr>
              <a:t>SCr</a:t>
            </a:r>
            <a:r>
              <a:rPr lang="en-US" sz="1600" dirty="0">
                <a:solidFill>
                  <a:sysClr val="windowText" lastClr="000000"/>
                </a:solidFill>
              </a:rPr>
              <a:t> </a:t>
            </a:r>
            <a:r>
              <a:rPr lang="en-US" sz="1600" dirty="0">
                <a:solidFill>
                  <a:srgbClr val="FF0000"/>
                </a:solidFill>
              </a:rPr>
              <a:t>3.6</a:t>
            </a:r>
            <a:r>
              <a:rPr lang="en-US" sz="1600" dirty="0">
                <a:solidFill>
                  <a:sysClr val="windowText" lastClr="000000"/>
                </a:solidFill>
              </a:rPr>
              <a:t> (0.9) | BUN </a:t>
            </a:r>
            <a:r>
              <a:rPr lang="en-US" sz="1600" dirty="0">
                <a:solidFill>
                  <a:srgbClr val="FF0000"/>
                </a:solidFill>
              </a:rPr>
              <a:t>30</a:t>
            </a:r>
            <a:r>
              <a:rPr lang="en-US" sz="1600" dirty="0">
                <a:solidFill>
                  <a:sysClr val="windowText" lastClr="000000"/>
                </a:solidFill>
              </a:rPr>
              <a:t> </a:t>
            </a:r>
          </a:p>
          <a:p>
            <a:pPr algn="ctr"/>
            <a:r>
              <a:rPr lang="en-US" sz="1600" dirty="0" err="1">
                <a:solidFill>
                  <a:sysClr val="windowText" lastClr="000000"/>
                </a:solidFill>
              </a:rPr>
              <a:t>FeNa</a:t>
            </a:r>
            <a:r>
              <a:rPr lang="en-US" sz="1600" dirty="0">
                <a:solidFill>
                  <a:sysClr val="windowText" lastClr="000000"/>
                </a:solidFill>
              </a:rPr>
              <a:t> &gt;2% | </a:t>
            </a:r>
            <a:r>
              <a:rPr lang="en-US" sz="1600" dirty="0" err="1">
                <a:solidFill>
                  <a:srgbClr val="FF0000"/>
                </a:solidFill>
              </a:rPr>
              <a:t>dysm</a:t>
            </a:r>
            <a:r>
              <a:rPr lang="en-US" sz="1600" dirty="0">
                <a:solidFill>
                  <a:srgbClr val="FF0000"/>
                </a:solidFill>
              </a:rPr>
              <a:t> RBCs and RBC casts </a:t>
            </a:r>
            <a:r>
              <a:rPr lang="en-US" sz="1600" dirty="0">
                <a:solidFill>
                  <a:sysClr val="windowText" lastClr="000000"/>
                </a:solidFill>
              </a:rPr>
              <a:t>| RUS </a:t>
            </a:r>
            <a:r>
              <a:rPr lang="en-US" sz="1600" dirty="0" err="1">
                <a:solidFill>
                  <a:sysClr val="windowText" lastClr="000000"/>
                </a:solidFill>
              </a:rPr>
              <a:t>Nml</a:t>
            </a:r>
            <a:endParaRPr lang="en-US" sz="1600" dirty="0">
              <a:solidFill>
                <a:sysClr val="windowText" lastClr="000000"/>
              </a:solidFill>
            </a:endParaRPr>
          </a:p>
        </p:txBody>
      </p:sp>
      <p:sp>
        <p:nvSpPr>
          <p:cNvPr id="66" name="Case 3: SLE" hidden="1">
            <a:extLst>
              <a:ext uri="{FF2B5EF4-FFF2-40B4-BE49-F238E27FC236}">
                <a16:creationId xmlns:a16="http://schemas.microsoft.com/office/drawing/2014/main" id="{2C2FF953-5154-EB4A-99A6-90D077B37C41}"/>
              </a:ext>
            </a:extLst>
          </p:cNvPr>
          <p:cNvSpPr txBox="1"/>
          <p:nvPr/>
        </p:nvSpPr>
        <p:spPr>
          <a:xfrm>
            <a:off x="9330892" y="65870"/>
            <a:ext cx="1195122" cy="578882"/>
          </a:xfrm>
          <a:prstGeom prst="roundRect">
            <a:avLst/>
          </a:prstGeom>
          <a:ln w="38100"/>
          <a:effectLst>
            <a:outerShdw blurRad="50800" dist="38100" dir="8100000" algn="tr"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sz="2800" dirty="0"/>
              <a:t>Case 3</a:t>
            </a:r>
            <a:endParaRPr lang="en-US" sz="1200" dirty="0">
              <a:solidFill>
                <a:sysClr val="windowText" lastClr="000000"/>
              </a:solidFill>
            </a:endParaRPr>
          </a:p>
        </p:txBody>
      </p:sp>
      <p:sp>
        <p:nvSpPr>
          <p:cNvPr id="135" name="Post-Renal" hidden="1">
            <a:extLst>
              <a:ext uri="{FF2B5EF4-FFF2-40B4-BE49-F238E27FC236}">
                <a16:creationId xmlns:a16="http://schemas.microsoft.com/office/drawing/2014/main" id="{0D124974-7A06-A543-9686-F06112CCFD81}"/>
              </a:ext>
            </a:extLst>
          </p:cNvPr>
          <p:cNvSpPr txBox="1"/>
          <p:nvPr/>
        </p:nvSpPr>
        <p:spPr>
          <a:xfrm>
            <a:off x="1421016" y="3610405"/>
            <a:ext cx="2039564" cy="578882"/>
          </a:xfrm>
          <a:prstGeom prst="roundRect">
            <a:avLst/>
          </a:prstGeom>
          <a:ln w="38100">
            <a:solidFill>
              <a:schemeClr val="accent4"/>
            </a:solidFill>
          </a:ln>
          <a:effectLst>
            <a:outerShdw blurRad="50800" dist="38100" dir="8100000" algn="tr"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800" dirty="0"/>
              <a:t>POST-renal</a:t>
            </a:r>
          </a:p>
        </p:txBody>
      </p:sp>
      <p:sp>
        <p:nvSpPr>
          <p:cNvPr id="144" name="Case 2: explanation" hidden="1">
            <a:extLst>
              <a:ext uri="{FF2B5EF4-FFF2-40B4-BE49-F238E27FC236}">
                <a16:creationId xmlns:a16="http://schemas.microsoft.com/office/drawing/2014/main" id="{B5ADD618-C587-1B47-BABA-10F9071B32EB}"/>
              </a:ext>
            </a:extLst>
          </p:cNvPr>
          <p:cNvSpPr txBox="1"/>
          <p:nvPr/>
        </p:nvSpPr>
        <p:spPr>
          <a:xfrm>
            <a:off x="147882" y="4313146"/>
            <a:ext cx="4584637" cy="1736646"/>
          </a:xfrm>
          <a:prstGeom prst="roundRect">
            <a:avLst/>
          </a:prstGeom>
          <a:solidFill>
            <a:schemeClr val="bg1"/>
          </a:solidFill>
          <a:ln>
            <a:solidFill>
              <a:schemeClr val="accent4"/>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sz="1200" dirty="0"/>
              <a:t>Post-renal AKI manifests through an </a:t>
            </a:r>
            <a:r>
              <a:rPr lang="en-US" sz="1200" b="1" dirty="0"/>
              <a:t>obstructive nephropathy</a:t>
            </a:r>
            <a:r>
              <a:rPr lang="en-US" sz="1200" dirty="0"/>
              <a:t> where there is disruption in flow anywhere from the urethra to the renal calyx, increased retrograde hydrostatic pressure, and resultant decreased GFR. Common examples include benign prostate hypertrophy (BPH), stones, and urinary retention/neurogenic bladder. Other causes include malignancy, retroperitoneal fibrosis, and papillary necrosis. It is best to rule out this diagnosis early as it is typically easily reversible.</a:t>
            </a:r>
          </a:p>
        </p:txBody>
      </p:sp>
      <p:sp>
        <p:nvSpPr>
          <p:cNvPr id="85" name="Case 2: etiology" hidden="1">
            <a:extLst>
              <a:ext uri="{FF2B5EF4-FFF2-40B4-BE49-F238E27FC236}">
                <a16:creationId xmlns:a16="http://schemas.microsoft.com/office/drawing/2014/main" id="{4127BF99-245B-426B-82B1-0FD00EA5AA84}"/>
              </a:ext>
            </a:extLst>
          </p:cNvPr>
          <p:cNvSpPr txBox="1"/>
          <p:nvPr/>
        </p:nvSpPr>
        <p:spPr>
          <a:xfrm>
            <a:off x="1857948" y="5374375"/>
            <a:ext cx="1173079" cy="442674"/>
          </a:xfrm>
          <a:prstGeom prst="roundRect">
            <a:avLst/>
          </a:prstGeom>
          <a:solidFill>
            <a:schemeClr val="bg1"/>
          </a:solidFill>
          <a:ln w="38100">
            <a:solidFill>
              <a:schemeClr val="accent4"/>
            </a:solidFill>
          </a:ln>
          <a:effectLst>
            <a:outerShdw blurRad="50800" dist="38100" dir="8100000" algn="tr"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wrap="square" rtlCol="0">
            <a:spAutoFit/>
          </a:bodyPr>
          <a:lstStyle/>
          <a:p>
            <a:pPr algn="ctr"/>
            <a:r>
              <a:rPr lang="en-US" sz="2000" dirty="0">
                <a:solidFill>
                  <a:sysClr val="windowText" lastClr="000000"/>
                </a:solidFill>
              </a:rPr>
              <a:t>Etiology?</a:t>
            </a:r>
            <a:endParaRPr lang="en-US" sz="1050" dirty="0">
              <a:solidFill>
                <a:sysClr val="windowText" lastClr="000000"/>
              </a:solidFill>
            </a:endParaRPr>
          </a:p>
        </p:txBody>
      </p:sp>
      <p:sp>
        <p:nvSpPr>
          <p:cNvPr id="4" name="Case 2: HnP" hidden="1">
            <a:extLst>
              <a:ext uri="{FF2B5EF4-FFF2-40B4-BE49-F238E27FC236}">
                <a16:creationId xmlns:a16="http://schemas.microsoft.com/office/drawing/2014/main" id="{F2FF4B06-5D48-4F19-8BF2-EBAE60694345}"/>
              </a:ext>
            </a:extLst>
          </p:cNvPr>
          <p:cNvSpPr txBox="1"/>
          <p:nvPr/>
        </p:nvSpPr>
        <p:spPr>
          <a:xfrm>
            <a:off x="147882" y="4331115"/>
            <a:ext cx="4569361" cy="919401"/>
          </a:xfrm>
          <a:prstGeom prst="roundRect">
            <a:avLst/>
          </a:prstGeom>
          <a:solidFill>
            <a:schemeClr val="bg1"/>
          </a:solidFill>
          <a:ln>
            <a:solidFill>
              <a:schemeClr val="accent4"/>
            </a:solidFill>
          </a:ln>
        </p:spPr>
        <p:txBody>
          <a:bodyPr wrap="square" rtlCol="0">
            <a:spAutoFit/>
          </a:bodyPr>
          <a:lstStyle/>
          <a:p>
            <a:pPr algn="ctr"/>
            <a:r>
              <a:rPr lang="en-US" sz="1600" b="1" dirty="0"/>
              <a:t>Clinic: 70yo M with difficulty urinating</a:t>
            </a:r>
          </a:p>
          <a:p>
            <a:pPr algn="ctr"/>
            <a:r>
              <a:rPr lang="en-US" sz="1600" dirty="0">
                <a:solidFill>
                  <a:sysClr val="windowText" lastClr="000000"/>
                </a:solidFill>
              </a:rPr>
              <a:t>Decreased UOP | Cr </a:t>
            </a:r>
            <a:r>
              <a:rPr lang="en-US" sz="1600" dirty="0">
                <a:solidFill>
                  <a:srgbClr val="FF0000"/>
                </a:solidFill>
              </a:rPr>
              <a:t>2.0</a:t>
            </a:r>
            <a:r>
              <a:rPr lang="en-US" sz="1600" dirty="0">
                <a:solidFill>
                  <a:sysClr val="windowText" lastClr="000000"/>
                </a:solidFill>
              </a:rPr>
              <a:t> (0.8) | BUN </a:t>
            </a:r>
            <a:r>
              <a:rPr lang="en-US" sz="1600" dirty="0">
                <a:solidFill>
                  <a:srgbClr val="FF0000"/>
                </a:solidFill>
              </a:rPr>
              <a:t>40</a:t>
            </a:r>
            <a:r>
              <a:rPr lang="en-US" sz="1600" dirty="0">
                <a:solidFill>
                  <a:sysClr val="windowText" lastClr="000000"/>
                </a:solidFill>
              </a:rPr>
              <a:t> | </a:t>
            </a:r>
            <a:r>
              <a:rPr lang="en-US" sz="1600" dirty="0" err="1">
                <a:solidFill>
                  <a:sysClr val="windowText" lastClr="000000"/>
                </a:solidFill>
              </a:rPr>
              <a:t>FeNa</a:t>
            </a:r>
            <a:r>
              <a:rPr lang="en-US" sz="1600" dirty="0">
                <a:solidFill>
                  <a:sysClr val="windowText" lastClr="000000"/>
                </a:solidFill>
              </a:rPr>
              <a:t> 1.5% | normal urinalysis | RUS w/ B </a:t>
            </a:r>
            <a:r>
              <a:rPr lang="en-US" sz="1600" dirty="0">
                <a:solidFill>
                  <a:srgbClr val="FF0000"/>
                </a:solidFill>
              </a:rPr>
              <a:t>Hydronephrosis</a:t>
            </a:r>
            <a:endParaRPr lang="en-US" sz="1600" dirty="0"/>
          </a:p>
        </p:txBody>
      </p:sp>
      <p:sp>
        <p:nvSpPr>
          <p:cNvPr id="62" name="Case 2: Benadryl" hidden="1">
            <a:extLst>
              <a:ext uri="{FF2B5EF4-FFF2-40B4-BE49-F238E27FC236}">
                <a16:creationId xmlns:a16="http://schemas.microsoft.com/office/drawing/2014/main" id="{2E7A51D1-CB52-1741-A8EA-860E069D11E9}"/>
              </a:ext>
            </a:extLst>
          </p:cNvPr>
          <p:cNvSpPr txBox="1"/>
          <p:nvPr/>
        </p:nvSpPr>
        <p:spPr>
          <a:xfrm>
            <a:off x="1834255" y="3598034"/>
            <a:ext cx="1211890" cy="578882"/>
          </a:xfrm>
          <a:prstGeom prst="roundRect">
            <a:avLst/>
          </a:prstGeom>
          <a:ln w="38100">
            <a:solidFill>
              <a:schemeClr val="accent4"/>
            </a:solidFill>
          </a:ln>
          <a:effectLst>
            <a:outerShdw blurRad="50800" dist="38100" dir="8100000" algn="tr"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sz="2800" dirty="0"/>
              <a:t>Case 2</a:t>
            </a:r>
            <a:endParaRPr lang="en-US" sz="1200" dirty="0">
              <a:solidFill>
                <a:srgbClr val="FF0000"/>
              </a:solidFill>
            </a:endParaRPr>
          </a:p>
        </p:txBody>
      </p:sp>
      <p:sp>
        <p:nvSpPr>
          <p:cNvPr id="80" name="Pre-Renal" hidden="1">
            <a:extLst>
              <a:ext uri="{FF2B5EF4-FFF2-40B4-BE49-F238E27FC236}">
                <a16:creationId xmlns:a16="http://schemas.microsoft.com/office/drawing/2014/main" id="{E420B811-D4B4-4E22-B2E8-C56B4FD642DF}"/>
              </a:ext>
            </a:extLst>
          </p:cNvPr>
          <p:cNvSpPr txBox="1"/>
          <p:nvPr/>
        </p:nvSpPr>
        <p:spPr>
          <a:xfrm>
            <a:off x="1180287" y="626006"/>
            <a:ext cx="1647905" cy="578882"/>
          </a:xfrm>
          <a:prstGeom prst="roundRect">
            <a:avLst/>
          </a:prstGeom>
          <a:solidFill>
            <a:schemeClr val="bg1"/>
          </a:solidFill>
          <a:ln w="38100">
            <a:solidFill>
              <a:srgbClr val="C00000"/>
            </a:solidFill>
          </a:ln>
          <a:effectLst>
            <a:outerShdw blurRad="50800" dist="38100" dir="8100000" algn="tr" rotWithShape="0">
              <a:prstClr val="black">
                <a:alpha val="40000"/>
              </a:prstClr>
            </a:outerShdw>
          </a:effectLst>
        </p:spPr>
        <p:txBody>
          <a:bodyPr wrap="square" rtlCol="0">
            <a:spAutoFit/>
          </a:bodyPr>
          <a:lstStyle/>
          <a:p>
            <a:pPr algn="ctr"/>
            <a:r>
              <a:rPr lang="en-US" sz="2800" dirty="0"/>
              <a:t>PRE-renal</a:t>
            </a:r>
          </a:p>
        </p:txBody>
      </p:sp>
      <p:sp>
        <p:nvSpPr>
          <p:cNvPr id="84" name="case 1: etiology" hidden="1">
            <a:extLst>
              <a:ext uri="{FF2B5EF4-FFF2-40B4-BE49-F238E27FC236}">
                <a16:creationId xmlns:a16="http://schemas.microsoft.com/office/drawing/2014/main" id="{FBB5ADF1-0BF6-42AF-B1D5-872134D6703B}"/>
              </a:ext>
            </a:extLst>
          </p:cNvPr>
          <p:cNvSpPr txBox="1"/>
          <p:nvPr/>
        </p:nvSpPr>
        <p:spPr>
          <a:xfrm>
            <a:off x="1412793" y="2394707"/>
            <a:ext cx="1173079" cy="442674"/>
          </a:xfrm>
          <a:prstGeom prst="roundRect">
            <a:avLst/>
          </a:prstGeom>
          <a:solidFill>
            <a:schemeClr val="bg1"/>
          </a:solidFill>
          <a:ln w="38100">
            <a:solidFill>
              <a:srgbClr val="C00000"/>
            </a:solidFill>
          </a:ln>
          <a:effectLst>
            <a:outerShdw blurRad="50800" dist="38100" dir="8100000" algn="tr"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wrap="square" rtlCol="0">
            <a:spAutoFit/>
          </a:bodyPr>
          <a:lstStyle/>
          <a:p>
            <a:pPr algn="ctr"/>
            <a:r>
              <a:rPr lang="en-US" sz="2000" dirty="0">
                <a:solidFill>
                  <a:sysClr val="windowText" lastClr="000000"/>
                </a:solidFill>
              </a:rPr>
              <a:t>Etiology?</a:t>
            </a:r>
            <a:endParaRPr lang="en-US" sz="1050" dirty="0">
              <a:solidFill>
                <a:sysClr val="windowText" lastClr="000000"/>
              </a:solidFill>
            </a:endParaRPr>
          </a:p>
        </p:txBody>
      </p:sp>
      <p:sp>
        <p:nvSpPr>
          <p:cNvPr id="2" name="Case 1: HnP" hidden="1">
            <a:extLst>
              <a:ext uri="{FF2B5EF4-FFF2-40B4-BE49-F238E27FC236}">
                <a16:creationId xmlns:a16="http://schemas.microsoft.com/office/drawing/2014/main" id="{CD166B68-7FB5-4A0E-BF99-1C2FAE9DB244}"/>
              </a:ext>
            </a:extLst>
          </p:cNvPr>
          <p:cNvSpPr txBox="1"/>
          <p:nvPr/>
        </p:nvSpPr>
        <p:spPr>
          <a:xfrm>
            <a:off x="179361" y="1340066"/>
            <a:ext cx="3811110" cy="919401"/>
          </a:xfrm>
          <a:prstGeom prst="roundRect">
            <a:avLst/>
          </a:prstGeom>
          <a:solidFill>
            <a:schemeClr val="bg1"/>
          </a:solidFill>
          <a:ln>
            <a:solidFill>
              <a:srgbClr val="C00000"/>
            </a:solidFill>
          </a:ln>
        </p:spPr>
        <p:txBody>
          <a:bodyPr wrap="square" rtlCol="0">
            <a:spAutoFit/>
          </a:bodyPr>
          <a:lstStyle/>
          <a:p>
            <a:pPr algn="ctr"/>
            <a:r>
              <a:rPr lang="en-US" sz="1600" b="1" dirty="0">
                <a:solidFill>
                  <a:sysClr val="windowText" lastClr="000000"/>
                </a:solidFill>
              </a:rPr>
              <a:t>ED:</a:t>
            </a:r>
            <a:r>
              <a:rPr lang="en-US" sz="1600" dirty="0">
                <a:solidFill>
                  <a:sysClr val="windowText" lastClr="000000"/>
                </a:solidFill>
              </a:rPr>
              <a:t> </a:t>
            </a:r>
            <a:r>
              <a:rPr lang="en-US" sz="1600" b="1" dirty="0">
                <a:solidFill>
                  <a:sysClr val="windowText" lastClr="000000"/>
                </a:solidFill>
              </a:rPr>
              <a:t>35yom w/ 1wk vomiting and diarrhea</a:t>
            </a:r>
          </a:p>
          <a:p>
            <a:pPr algn="ctr"/>
            <a:r>
              <a:rPr lang="en-US" sz="1600" dirty="0">
                <a:solidFill>
                  <a:sysClr val="windowText" lastClr="000000"/>
                </a:solidFill>
              </a:rPr>
              <a:t>Decreased UOP| Cr </a:t>
            </a:r>
            <a:r>
              <a:rPr lang="en-US" sz="1600" dirty="0">
                <a:solidFill>
                  <a:srgbClr val="FF0000"/>
                </a:solidFill>
              </a:rPr>
              <a:t>1.5</a:t>
            </a:r>
            <a:r>
              <a:rPr lang="en-US" sz="1600" dirty="0">
                <a:solidFill>
                  <a:sysClr val="windowText" lastClr="000000"/>
                </a:solidFill>
              </a:rPr>
              <a:t> (0.7) | BUN </a:t>
            </a:r>
            <a:r>
              <a:rPr lang="en-US" sz="1600" dirty="0">
                <a:solidFill>
                  <a:srgbClr val="FF0000"/>
                </a:solidFill>
              </a:rPr>
              <a:t>45</a:t>
            </a:r>
            <a:r>
              <a:rPr lang="en-US" sz="1600" dirty="0">
                <a:solidFill>
                  <a:sysClr val="windowText" lastClr="000000"/>
                </a:solidFill>
              </a:rPr>
              <a:t> </a:t>
            </a:r>
          </a:p>
          <a:p>
            <a:pPr algn="ctr"/>
            <a:r>
              <a:rPr lang="en-US" sz="1600" dirty="0" err="1">
                <a:solidFill>
                  <a:sysClr val="windowText" lastClr="000000"/>
                </a:solidFill>
              </a:rPr>
              <a:t>FeNa</a:t>
            </a:r>
            <a:r>
              <a:rPr lang="en-US" sz="1600" dirty="0">
                <a:solidFill>
                  <a:sysClr val="windowText" lastClr="000000"/>
                </a:solidFill>
              </a:rPr>
              <a:t> &lt;1% | Hyaline casts | RUS Normal</a:t>
            </a:r>
          </a:p>
        </p:txBody>
      </p:sp>
      <p:sp>
        <p:nvSpPr>
          <p:cNvPr id="79" name="Case 1: Vomiting and diarrhea" hidden="1">
            <a:extLst>
              <a:ext uri="{FF2B5EF4-FFF2-40B4-BE49-F238E27FC236}">
                <a16:creationId xmlns:a16="http://schemas.microsoft.com/office/drawing/2014/main" id="{BCB44767-EF17-45E7-BDF4-3C9ED9240EAC}"/>
              </a:ext>
            </a:extLst>
          </p:cNvPr>
          <p:cNvSpPr txBox="1"/>
          <p:nvPr/>
        </p:nvSpPr>
        <p:spPr>
          <a:xfrm>
            <a:off x="1372938" y="630912"/>
            <a:ext cx="1252791" cy="578882"/>
          </a:xfrm>
          <a:prstGeom prst="roundRect">
            <a:avLst/>
          </a:prstGeom>
          <a:solidFill>
            <a:schemeClr val="bg1"/>
          </a:solidFill>
          <a:ln w="38100">
            <a:solidFill>
              <a:srgbClr val="C00000"/>
            </a:solidFill>
          </a:ln>
          <a:effectLst>
            <a:outerShdw blurRad="50800" dist="38100" dir="8100000" algn="tr"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wrap="square" rtlCol="0">
            <a:spAutoFit/>
          </a:bodyPr>
          <a:lstStyle/>
          <a:p>
            <a:pPr algn="ctr"/>
            <a:r>
              <a:rPr lang="en-US" sz="2800" dirty="0">
                <a:solidFill>
                  <a:sysClr val="windowText" lastClr="000000"/>
                </a:solidFill>
              </a:rPr>
              <a:t>Case 1</a:t>
            </a:r>
            <a:endParaRPr lang="en-US" sz="1200" dirty="0">
              <a:solidFill>
                <a:sysClr val="windowText" lastClr="000000"/>
              </a:solidFill>
            </a:endParaRPr>
          </a:p>
        </p:txBody>
      </p:sp>
      <p:grpSp>
        <p:nvGrpSpPr>
          <p:cNvPr id="37" name="Click here" hidden="1">
            <a:extLst>
              <a:ext uri="{FF2B5EF4-FFF2-40B4-BE49-F238E27FC236}">
                <a16:creationId xmlns:a16="http://schemas.microsoft.com/office/drawing/2014/main" id="{89420F9A-28EE-4405-ACE6-42BD89745C21}"/>
              </a:ext>
            </a:extLst>
          </p:cNvPr>
          <p:cNvGrpSpPr/>
          <p:nvPr/>
        </p:nvGrpSpPr>
        <p:grpSpPr>
          <a:xfrm>
            <a:off x="73936" y="65870"/>
            <a:ext cx="1315280" cy="578882"/>
            <a:chOff x="73936" y="65870"/>
            <a:chExt cx="1315280" cy="578882"/>
          </a:xfrm>
        </p:grpSpPr>
        <p:sp>
          <p:nvSpPr>
            <p:cNvPr id="34" name="TextBox 33">
              <a:extLst>
                <a:ext uri="{FF2B5EF4-FFF2-40B4-BE49-F238E27FC236}">
                  <a16:creationId xmlns:a16="http://schemas.microsoft.com/office/drawing/2014/main" id="{F86E665A-7FA4-4519-BDAF-95D9FF6CCB7B}"/>
                </a:ext>
              </a:extLst>
            </p:cNvPr>
            <p:cNvSpPr txBox="1"/>
            <p:nvPr/>
          </p:nvSpPr>
          <p:spPr>
            <a:xfrm>
              <a:off x="73936" y="65870"/>
              <a:ext cx="1171032" cy="369332"/>
            </a:xfrm>
            <a:prstGeom prst="rect">
              <a:avLst/>
            </a:prstGeom>
            <a:ln w="12700">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Click Here</a:t>
              </a:r>
            </a:p>
          </p:txBody>
        </p:sp>
        <p:cxnSp>
          <p:nvCxnSpPr>
            <p:cNvPr id="36" name="Straight Arrow Connector 35">
              <a:extLst>
                <a:ext uri="{FF2B5EF4-FFF2-40B4-BE49-F238E27FC236}">
                  <a16:creationId xmlns:a16="http://schemas.microsoft.com/office/drawing/2014/main" id="{B9FC0E1F-63E5-4CB6-8F85-6FD85D2DAB46}"/>
                </a:ext>
              </a:extLst>
            </p:cNvPr>
            <p:cNvCxnSpPr/>
            <p:nvPr/>
          </p:nvCxnSpPr>
          <p:spPr>
            <a:xfrm>
              <a:off x="1116998" y="336099"/>
              <a:ext cx="272218" cy="308653"/>
            </a:xfrm>
            <a:prstGeom prst="straightConnector1">
              <a:avLst/>
            </a:prstGeom>
            <a:ln w="12700">
              <a:tailEnd type="triangle"/>
            </a:ln>
          </p:spPr>
          <p:style>
            <a:lnRef idx="2">
              <a:schemeClr val="dk1"/>
            </a:lnRef>
            <a:fillRef idx="1">
              <a:schemeClr val="lt1"/>
            </a:fillRef>
            <a:effectRef idx="0">
              <a:schemeClr val="dk1"/>
            </a:effectRef>
            <a:fontRef idx="minor">
              <a:schemeClr val="dk1"/>
            </a:fontRef>
          </p:style>
        </p:cxnSp>
      </p:grpSp>
      <p:grpSp>
        <p:nvGrpSpPr>
          <p:cNvPr id="119" name="Glomerulus">
            <a:extLst>
              <a:ext uri="{FF2B5EF4-FFF2-40B4-BE49-F238E27FC236}">
                <a16:creationId xmlns:a16="http://schemas.microsoft.com/office/drawing/2014/main" id="{205340C8-654A-4E45-B96E-631283D080DE}"/>
              </a:ext>
            </a:extLst>
          </p:cNvPr>
          <p:cNvGrpSpPr/>
          <p:nvPr/>
        </p:nvGrpSpPr>
        <p:grpSpPr>
          <a:xfrm>
            <a:off x="8956730" y="-181909"/>
            <a:ext cx="3196953" cy="5725027"/>
            <a:chOff x="5180165" y="1946173"/>
            <a:chExt cx="761689" cy="1373942"/>
          </a:xfrm>
        </p:grpSpPr>
        <p:grpSp>
          <p:nvGrpSpPr>
            <p:cNvPr id="125" name="Group 124">
              <a:extLst>
                <a:ext uri="{FF2B5EF4-FFF2-40B4-BE49-F238E27FC236}">
                  <a16:creationId xmlns:a16="http://schemas.microsoft.com/office/drawing/2014/main" id="{61B7357F-C559-4F2A-AD74-786A31410399}"/>
                </a:ext>
              </a:extLst>
            </p:cNvPr>
            <p:cNvGrpSpPr/>
            <p:nvPr/>
          </p:nvGrpSpPr>
          <p:grpSpPr>
            <a:xfrm>
              <a:off x="5180165" y="1946173"/>
              <a:ext cx="761689" cy="1373942"/>
              <a:chOff x="6452540" y="1096829"/>
              <a:chExt cx="1475219" cy="1922590"/>
            </a:xfrm>
          </p:grpSpPr>
          <p:sp>
            <p:nvSpPr>
              <p:cNvPr id="128" name="Freeform: Shape 18">
                <a:extLst>
                  <a:ext uri="{FF2B5EF4-FFF2-40B4-BE49-F238E27FC236}">
                    <a16:creationId xmlns:a16="http://schemas.microsoft.com/office/drawing/2014/main" id="{A5F04AE7-7144-40D3-81F6-771FC7164718}"/>
                  </a:ext>
                </a:extLst>
              </p:cNvPr>
              <p:cNvSpPr/>
              <p:nvPr/>
            </p:nvSpPr>
            <p:spPr>
              <a:xfrm>
                <a:off x="6452540" y="1096829"/>
                <a:ext cx="1475219" cy="1064827"/>
              </a:xfrm>
              <a:custGeom>
                <a:avLst/>
                <a:gdLst>
                  <a:gd name="connsiteX0" fmla="*/ 267856 w 1475219"/>
                  <a:gd name="connsiteY0" fmla="*/ 758604 h 1064827"/>
                  <a:gd name="connsiteX1" fmla="*/ 303367 w 1475219"/>
                  <a:gd name="connsiteY1" fmla="*/ 971668 h 1064827"/>
                  <a:gd name="connsiteX2" fmla="*/ 134691 w 1475219"/>
                  <a:gd name="connsiteY2" fmla="*/ 1016056 h 1064827"/>
                  <a:gd name="connsiteX3" fmla="*/ 1526 w 1475219"/>
                  <a:gd name="connsiteY3" fmla="*/ 749726 h 1064827"/>
                  <a:gd name="connsiteX4" fmla="*/ 72547 w 1475219"/>
                  <a:gd name="connsiteY4" fmla="*/ 243699 h 1064827"/>
                  <a:gd name="connsiteX5" fmla="*/ 223468 w 1475219"/>
                  <a:gd name="connsiteY5" fmla="*/ 57268 h 1064827"/>
                  <a:gd name="connsiteX6" fmla="*/ 543064 w 1475219"/>
                  <a:gd name="connsiteY6" fmla="*/ 4002 h 1064827"/>
                  <a:gd name="connsiteX7" fmla="*/ 986947 w 1475219"/>
                  <a:gd name="connsiteY7" fmla="*/ 146045 h 1064827"/>
                  <a:gd name="connsiteX8" fmla="*/ 1208889 w 1475219"/>
                  <a:gd name="connsiteY8" fmla="*/ 598806 h 1064827"/>
                  <a:gd name="connsiteX9" fmla="*/ 1244400 w 1475219"/>
                  <a:gd name="connsiteY9" fmla="*/ 998301 h 1064827"/>
                  <a:gd name="connsiteX10" fmla="*/ 1475219 w 1475219"/>
                  <a:gd name="connsiteY10" fmla="*/ 1060445 h 1064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75219" h="1064827">
                    <a:moveTo>
                      <a:pt x="267856" y="758604"/>
                    </a:moveTo>
                    <a:cubicBezTo>
                      <a:pt x="296708" y="843681"/>
                      <a:pt x="325561" y="928759"/>
                      <a:pt x="303367" y="971668"/>
                    </a:cubicBezTo>
                    <a:cubicBezTo>
                      <a:pt x="281173" y="1014577"/>
                      <a:pt x="184998" y="1053046"/>
                      <a:pt x="134691" y="1016056"/>
                    </a:cubicBezTo>
                    <a:cubicBezTo>
                      <a:pt x="84384" y="979066"/>
                      <a:pt x="11883" y="878452"/>
                      <a:pt x="1526" y="749726"/>
                    </a:cubicBezTo>
                    <a:cubicBezTo>
                      <a:pt x="-8831" y="621000"/>
                      <a:pt x="35557" y="359109"/>
                      <a:pt x="72547" y="243699"/>
                    </a:cubicBezTo>
                    <a:cubicBezTo>
                      <a:pt x="109537" y="128289"/>
                      <a:pt x="145049" y="97217"/>
                      <a:pt x="223468" y="57268"/>
                    </a:cubicBezTo>
                    <a:cubicBezTo>
                      <a:pt x="301887" y="17319"/>
                      <a:pt x="415817" y="-10794"/>
                      <a:pt x="543064" y="4002"/>
                    </a:cubicBezTo>
                    <a:cubicBezTo>
                      <a:pt x="670311" y="18798"/>
                      <a:pt x="875976" y="46911"/>
                      <a:pt x="986947" y="146045"/>
                    </a:cubicBezTo>
                    <a:cubicBezTo>
                      <a:pt x="1097918" y="245179"/>
                      <a:pt x="1165980" y="456763"/>
                      <a:pt x="1208889" y="598806"/>
                    </a:cubicBezTo>
                    <a:cubicBezTo>
                      <a:pt x="1251798" y="740849"/>
                      <a:pt x="1200012" y="921361"/>
                      <a:pt x="1244400" y="998301"/>
                    </a:cubicBezTo>
                    <a:cubicBezTo>
                      <a:pt x="1288788" y="1075241"/>
                      <a:pt x="1382003" y="1067843"/>
                      <a:pt x="1475219" y="1060445"/>
                    </a:cubicBezTo>
                  </a:path>
                </a:pathLst>
              </a:custGeom>
              <a:ln w="12700">
                <a:solidFill>
                  <a:schemeClr val="tx1"/>
                </a:solidFill>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u="sng" dirty="0"/>
              </a:p>
            </p:txBody>
          </p:sp>
          <p:sp>
            <p:nvSpPr>
              <p:cNvPr id="129" name="Freeform: Shape 19">
                <a:extLst>
                  <a:ext uri="{FF2B5EF4-FFF2-40B4-BE49-F238E27FC236}">
                    <a16:creationId xmlns:a16="http://schemas.microsoft.com/office/drawing/2014/main" id="{4E4E7C29-8B18-41FC-97DF-8DCC86CCCC48}"/>
                  </a:ext>
                </a:extLst>
              </p:cNvPr>
              <p:cNvSpPr/>
              <p:nvPr/>
            </p:nvSpPr>
            <p:spPr>
              <a:xfrm>
                <a:off x="6574326" y="1350837"/>
                <a:ext cx="1353433" cy="1668582"/>
              </a:xfrm>
              <a:custGeom>
                <a:avLst/>
                <a:gdLst>
                  <a:gd name="connsiteX0" fmla="*/ 1294346 w 1294346"/>
                  <a:gd name="connsiteY0" fmla="*/ 1061312 h 1701514"/>
                  <a:gd name="connsiteX1" fmla="*/ 1116793 w 1294346"/>
                  <a:gd name="connsiteY1" fmla="*/ 1034679 h 1701514"/>
                  <a:gd name="connsiteX2" fmla="*/ 1045771 w 1294346"/>
                  <a:gd name="connsiteY2" fmla="*/ 1389785 h 1701514"/>
                  <a:gd name="connsiteX3" fmla="*/ 823830 w 1294346"/>
                  <a:gd name="connsiteY3" fmla="*/ 1656115 h 1701514"/>
                  <a:gd name="connsiteX4" fmla="*/ 282292 w 1294346"/>
                  <a:gd name="connsiteY4" fmla="*/ 1691626 h 1701514"/>
                  <a:gd name="connsiteX5" fmla="*/ 42595 w 1294346"/>
                  <a:gd name="connsiteY5" fmla="*/ 1549583 h 1701514"/>
                  <a:gd name="connsiteX6" fmla="*/ 15962 w 1294346"/>
                  <a:gd name="connsiteY6" fmla="*/ 1283253 h 1701514"/>
                  <a:gd name="connsiteX7" fmla="*/ 211270 w 1294346"/>
                  <a:gd name="connsiteY7" fmla="*/ 1283253 h 1701514"/>
                  <a:gd name="connsiteX8" fmla="*/ 282292 w 1294346"/>
                  <a:gd name="connsiteY8" fmla="*/ 1487440 h 1701514"/>
                  <a:gd name="connsiteX9" fmla="*/ 406579 w 1294346"/>
                  <a:gd name="connsiteY9" fmla="*/ 1585094 h 1701514"/>
                  <a:gd name="connsiteX10" fmla="*/ 566377 w 1294346"/>
                  <a:gd name="connsiteY10" fmla="*/ 1558461 h 1701514"/>
                  <a:gd name="connsiteX11" fmla="*/ 504234 w 1294346"/>
                  <a:gd name="connsiteY11" fmla="*/ 1301009 h 1701514"/>
                  <a:gd name="connsiteX12" fmla="*/ 593010 w 1294346"/>
                  <a:gd name="connsiteY12" fmla="*/ 1141211 h 1701514"/>
                  <a:gd name="connsiteX13" fmla="*/ 726175 w 1294346"/>
                  <a:gd name="connsiteY13" fmla="*/ 1194477 h 1701514"/>
                  <a:gd name="connsiteX14" fmla="*/ 761686 w 1294346"/>
                  <a:gd name="connsiteY14" fmla="*/ 1469684 h 1701514"/>
                  <a:gd name="connsiteX15" fmla="*/ 868218 w 1294346"/>
                  <a:gd name="connsiteY15" fmla="*/ 1478562 h 1701514"/>
                  <a:gd name="connsiteX16" fmla="*/ 956995 w 1294346"/>
                  <a:gd name="connsiteY16" fmla="*/ 1318764 h 1701514"/>
                  <a:gd name="connsiteX17" fmla="*/ 983628 w 1294346"/>
                  <a:gd name="connsiteY17" fmla="*/ 1132333 h 1701514"/>
                  <a:gd name="connsiteX18" fmla="*/ 806074 w 1294346"/>
                  <a:gd name="connsiteY18" fmla="*/ 1025801 h 1701514"/>
                  <a:gd name="connsiteX19" fmla="*/ 708420 w 1294346"/>
                  <a:gd name="connsiteY19" fmla="*/ 937024 h 1701514"/>
                  <a:gd name="connsiteX20" fmla="*/ 779441 w 1294346"/>
                  <a:gd name="connsiteY20" fmla="*/ 803859 h 1701514"/>
                  <a:gd name="connsiteX21" fmla="*/ 930362 w 1294346"/>
                  <a:gd name="connsiteY21" fmla="*/ 786104 h 1701514"/>
                  <a:gd name="connsiteX22" fmla="*/ 956995 w 1294346"/>
                  <a:gd name="connsiteY22" fmla="*/ 581917 h 1701514"/>
                  <a:gd name="connsiteX23" fmla="*/ 779441 w 1294346"/>
                  <a:gd name="connsiteY23" fmla="*/ 493141 h 1701514"/>
                  <a:gd name="connsiteX24" fmla="*/ 779441 w 1294346"/>
                  <a:gd name="connsiteY24" fmla="*/ 493141 h 1701514"/>
                  <a:gd name="connsiteX25" fmla="*/ 655154 w 1294346"/>
                  <a:gd name="connsiteY25" fmla="*/ 661816 h 1701514"/>
                  <a:gd name="connsiteX26" fmla="*/ 566377 w 1294346"/>
                  <a:gd name="connsiteY26" fmla="*/ 546407 h 1701514"/>
                  <a:gd name="connsiteX27" fmla="*/ 637399 w 1294346"/>
                  <a:gd name="connsiteY27" fmla="*/ 324465 h 1701514"/>
                  <a:gd name="connsiteX28" fmla="*/ 814952 w 1294346"/>
                  <a:gd name="connsiteY28" fmla="*/ 253444 h 1701514"/>
                  <a:gd name="connsiteX29" fmla="*/ 770564 w 1294346"/>
                  <a:gd name="connsiteY29" fmla="*/ 58135 h 1701514"/>
                  <a:gd name="connsiteX30" fmla="*/ 433212 w 1294346"/>
                  <a:gd name="connsiteY30" fmla="*/ 13746 h 1701514"/>
                  <a:gd name="connsiteX31" fmla="*/ 433212 w 1294346"/>
                  <a:gd name="connsiteY31" fmla="*/ 271199 h 1701514"/>
                  <a:gd name="connsiteX32" fmla="*/ 291170 w 1294346"/>
                  <a:gd name="connsiteY32" fmla="*/ 404364 h 1701514"/>
                  <a:gd name="connsiteX33" fmla="*/ 246781 w 1294346"/>
                  <a:gd name="connsiteY33" fmla="*/ 138034 h 1701514"/>
                  <a:gd name="connsiteX34" fmla="*/ 7084 w 1294346"/>
                  <a:gd name="connsiteY34" fmla="*/ 280077 h 1701514"/>
                  <a:gd name="connsiteX35" fmla="*/ 86983 w 1294346"/>
                  <a:gd name="connsiteY35" fmla="*/ 519774 h 1701514"/>
                  <a:gd name="connsiteX0" fmla="*/ 1294346 w 1294346"/>
                  <a:gd name="connsiteY0" fmla="*/ 1043326 h 1683528"/>
                  <a:gd name="connsiteX1" fmla="*/ 1116793 w 1294346"/>
                  <a:gd name="connsiteY1" fmla="*/ 1016693 h 1683528"/>
                  <a:gd name="connsiteX2" fmla="*/ 1045771 w 1294346"/>
                  <a:gd name="connsiteY2" fmla="*/ 1371799 h 1683528"/>
                  <a:gd name="connsiteX3" fmla="*/ 823830 w 1294346"/>
                  <a:gd name="connsiteY3" fmla="*/ 1638129 h 1683528"/>
                  <a:gd name="connsiteX4" fmla="*/ 282292 w 1294346"/>
                  <a:gd name="connsiteY4" fmla="*/ 1673640 h 1683528"/>
                  <a:gd name="connsiteX5" fmla="*/ 42595 w 1294346"/>
                  <a:gd name="connsiteY5" fmla="*/ 1531597 h 1683528"/>
                  <a:gd name="connsiteX6" fmla="*/ 15962 w 1294346"/>
                  <a:gd name="connsiteY6" fmla="*/ 1265267 h 1683528"/>
                  <a:gd name="connsiteX7" fmla="*/ 211270 w 1294346"/>
                  <a:gd name="connsiteY7" fmla="*/ 1265267 h 1683528"/>
                  <a:gd name="connsiteX8" fmla="*/ 282292 w 1294346"/>
                  <a:gd name="connsiteY8" fmla="*/ 1469454 h 1683528"/>
                  <a:gd name="connsiteX9" fmla="*/ 406579 w 1294346"/>
                  <a:gd name="connsiteY9" fmla="*/ 1567108 h 1683528"/>
                  <a:gd name="connsiteX10" fmla="*/ 566377 w 1294346"/>
                  <a:gd name="connsiteY10" fmla="*/ 1540475 h 1683528"/>
                  <a:gd name="connsiteX11" fmla="*/ 504234 w 1294346"/>
                  <a:gd name="connsiteY11" fmla="*/ 1283023 h 1683528"/>
                  <a:gd name="connsiteX12" fmla="*/ 593010 w 1294346"/>
                  <a:gd name="connsiteY12" fmla="*/ 1123225 h 1683528"/>
                  <a:gd name="connsiteX13" fmla="*/ 726175 w 1294346"/>
                  <a:gd name="connsiteY13" fmla="*/ 1176491 h 1683528"/>
                  <a:gd name="connsiteX14" fmla="*/ 761686 w 1294346"/>
                  <a:gd name="connsiteY14" fmla="*/ 1451698 h 1683528"/>
                  <a:gd name="connsiteX15" fmla="*/ 868218 w 1294346"/>
                  <a:gd name="connsiteY15" fmla="*/ 1460576 h 1683528"/>
                  <a:gd name="connsiteX16" fmla="*/ 956995 w 1294346"/>
                  <a:gd name="connsiteY16" fmla="*/ 1300778 h 1683528"/>
                  <a:gd name="connsiteX17" fmla="*/ 983628 w 1294346"/>
                  <a:gd name="connsiteY17" fmla="*/ 1114347 h 1683528"/>
                  <a:gd name="connsiteX18" fmla="*/ 806074 w 1294346"/>
                  <a:gd name="connsiteY18" fmla="*/ 1007815 h 1683528"/>
                  <a:gd name="connsiteX19" fmla="*/ 708420 w 1294346"/>
                  <a:gd name="connsiteY19" fmla="*/ 919038 h 1683528"/>
                  <a:gd name="connsiteX20" fmla="*/ 779441 w 1294346"/>
                  <a:gd name="connsiteY20" fmla="*/ 785873 h 1683528"/>
                  <a:gd name="connsiteX21" fmla="*/ 930362 w 1294346"/>
                  <a:gd name="connsiteY21" fmla="*/ 768118 h 1683528"/>
                  <a:gd name="connsiteX22" fmla="*/ 956995 w 1294346"/>
                  <a:gd name="connsiteY22" fmla="*/ 563931 h 1683528"/>
                  <a:gd name="connsiteX23" fmla="*/ 779441 w 1294346"/>
                  <a:gd name="connsiteY23" fmla="*/ 475155 h 1683528"/>
                  <a:gd name="connsiteX24" fmla="*/ 779441 w 1294346"/>
                  <a:gd name="connsiteY24" fmla="*/ 475155 h 1683528"/>
                  <a:gd name="connsiteX25" fmla="*/ 655154 w 1294346"/>
                  <a:gd name="connsiteY25" fmla="*/ 643830 h 1683528"/>
                  <a:gd name="connsiteX26" fmla="*/ 566377 w 1294346"/>
                  <a:gd name="connsiteY26" fmla="*/ 528421 h 1683528"/>
                  <a:gd name="connsiteX27" fmla="*/ 637399 w 1294346"/>
                  <a:gd name="connsiteY27" fmla="*/ 306479 h 1683528"/>
                  <a:gd name="connsiteX28" fmla="*/ 814952 w 1294346"/>
                  <a:gd name="connsiteY28" fmla="*/ 235458 h 1683528"/>
                  <a:gd name="connsiteX29" fmla="*/ 770564 w 1294346"/>
                  <a:gd name="connsiteY29" fmla="*/ 40149 h 1683528"/>
                  <a:gd name="connsiteX30" fmla="*/ 464331 w 1294346"/>
                  <a:gd name="connsiteY30" fmla="*/ 18245 h 1683528"/>
                  <a:gd name="connsiteX31" fmla="*/ 433212 w 1294346"/>
                  <a:gd name="connsiteY31" fmla="*/ 253213 h 1683528"/>
                  <a:gd name="connsiteX32" fmla="*/ 291170 w 1294346"/>
                  <a:gd name="connsiteY32" fmla="*/ 386378 h 1683528"/>
                  <a:gd name="connsiteX33" fmla="*/ 246781 w 1294346"/>
                  <a:gd name="connsiteY33" fmla="*/ 120048 h 1683528"/>
                  <a:gd name="connsiteX34" fmla="*/ 7084 w 1294346"/>
                  <a:gd name="connsiteY34" fmla="*/ 262091 h 1683528"/>
                  <a:gd name="connsiteX35" fmla="*/ 86983 w 1294346"/>
                  <a:gd name="connsiteY35" fmla="*/ 501788 h 1683528"/>
                  <a:gd name="connsiteX0" fmla="*/ 1294346 w 1294346"/>
                  <a:gd name="connsiteY0" fmla="*/ 1043326 h 1683528"/>
                  <a:gd name="connsiteX1" fmla="*/ 1116793 w 1294346"/>
                  <a:gd name="connsiteY1" fmla="*/ 1016693 h 1683528"/>
                  <a:gd name="connsiteX2" fmla="*/ 1045771 w 1294346"/>
                  <a:gd name="connsiteY2" fmla="*/ 1371799 h 1683528"/>
                  <a:gd name="connsiteX3" fmla="*/ 823830 w 1294346"/>
                  <a:gd name="connsiteY3" fmla="*/ 1638129 h 1683528"/>
                  <a:gd name="connsiteX4" fmla="*/ 282292 w 1294346"/>
                  <a:gd name="connsiteY4" fmla="*/ 1673640 h 1683528"/>
                  <a:gd name="connsiteX5" fmla="*/ 42595 w 1294346"/>
                  <a:gd name="connsiteY5" fmla="*/ 1531597 h 1683528"/>
                  <a:gd name="connsiteX6" fmla="*/ 15962 w 1294346"/>
                  <a:gd name="connsiteY6" fmla="*/ 1265267 h 1683528"/>
                  <a:gd name="connsiteX7" fmla="*/ 211270 w 1294346"/>
                  <a:gd name="connsiteY7" fmla="*/ 1265267 h 1683528"/>
                  <a:gd name="connsiteX8" fmla="*/ 282292 w 1294346"/>
                  <a:gd name="connsiteY8" fmla="*/ 1469454 h 1683528"/>
                  <a:gd name="connsiteX9" fmla="*/ 406579 w 1294346"/>
                  <a:gd name="connsiteY9" fmla="*/ 1567108 h 1683528"/>
                  <a:gd name="connsiteX10" fmla="*/ 566377 w 1294346"/>
                  <a:gd name="connsiteY10" fmla="*/ 1540475 h 1683528"/>
                  <a:gd name="connsiteX11" fmla="*/ 504234 w 1294346"/>
                  <a:gd name="connsiteY11" fmla="*/ 1283023 h 1683528"/>
                  <a:gd name="connsiteX12" fmla="*/ 593010 w 1294346"/>
                  <a:gd name="connsiteY12" fmla="*/ 1123225 h 1683528"/>
                  <a:gd name="connsiteX13" fmla="*/ 726175 w 1294346"/>
                  <a:gd name="connsiteY13" fmla="*/ 1176491 h 1683528"/>
                  <a:gd name="connsiteX14" fmla="*/ 761686 w 1294346"/>
                  <a:gd name="connsiteY14" fmla="*/ 1451698 h 1683528"/>
                  <a:gd name="connsiteX15" fmla="*/ 868218 w 1294346"/>
                  <a:gd name="connsiteY15" fmla="*/ 1460576 h 1683528"/>
                  <a:gd name="connsiteX16" fmla="*/ 956995 w 1294346"/>
                  <a:gd name="connsiteY16" fmla="*/ 1300778 h 1683528"/>
                  <a:gd name="connsiteX17" fmla="*/ 983628 w 1294346"/>
                  <a:gd name="connsiteY17" fmla="*/ 1114347 h 1683528"/>
                  <a:gd name="connsiteX18" fmla="*/ 806074 w 1294346"/>
                  <a:gd name="connsiteY18" fmla="*/ 1007815 h 1683528"/>
                  <a:gd name="connsiteX19" fmla="*/ 708420 w 1294346"/>
                  <a:gd name="connsiteY19" fmla="*/ 919038 h 1683528"/>
                  <a:gd name="connsiteX20" fmla="*/ 779441 w 1294346"/>
                  <a:gd name="connsiteY20" fmla="*/ 785873 h 1683528"/>
                  <a:gd name="connsiteX21" fmla="*/ 930362 w 1294346"/>
                  <a:gd name="connsiteY21" fmla="*/ 768118 h 1683528"/>
                  <a:gd name="connsiteX22" fmla="*/ 956995 w 1294346"/>
                  <a:gd name="connsiteY22" fmla="*/ 563931 h 1683528"/>
                  <a:gd name="connsiteX23" fmla="*/ 779441 w 1294346"/>
                  <a:gd name="connsiteY23" fmla="*/ 475155 h 1683528"/>
                  <a:gd name="connsiteX24" fmla="*/ 779441 w 1294346"/>
                  <a:gd name="connsiteY24" fmla="*/ 475155 h 1683528"/>
                  <a:gd name="connsiteX25" fmla="*/ 655154 w 1294346"/>
                  <a:gd name="connsiteY25" fmla="*/ 643830 h 1683528"/>
                  <a:gd name="connsiteX26" fmla="*/ 566377 w 1294346"/>
                  <a:gd name="connsiteY26" fmla="*/ 528421 h 1683528"/>
                  <a:gd name="connsiteX27" fmla="*/ 637399 w 1294346"/>
                  <a:gd name="connsiteY27" fmla="*/ 306479 h 1683528"/>
                  <a:gd name="connsiteX28" fmla="*/ 814952 w 1294346"/>
                  <a:gd name="connsiteY28" fmla="*/ 235458 h 1683528"/>
                  <a:gd name="connsiteX29" fmla="*/ 770564 w 1294346"/>
                  <a:gd name="connsiteY29" fmla="*/ 40149 h 1683528"/>
                  <a:gd name="connsiteX30" fmla="*/ 464331 w 1294346"/>
                  <a:gd name="connsiteY30" fmla="*/ 18245 h 1683528"/>
                  <a:gd name="connsiteX31" fmla="*/ 433212 w 1294346"/>
                  <a:gd name="connsiteY31" fmla="*/ 253213 h 1683528"/>
                  <a:gd name="connsiteX32" fmla="*/ 291170 w 1294346"/>
                  <a:gd name="connsiteY32" fmla="*/ 386378 h 1683528"/>
                  <a:gd name="connsiteX33" fmla="*/ 200101 w 1294346"/>
                  <a:gd name="connsiteY33" fmla="*/ 153775 h 1683528"/>
                  <a:gd name="connsiteX34" fmla="*/ 7084 w 1294346"/>
                  <a:gd name="connsiteY34" fmla="*/ 262091 h 1683528"/>
                  <a:gd name="connsiteX35" fmla="*/ 86983 w 1294346"/>
                  <a:gd name="connsiteY35" fmla="*/ 501788 h 1683528"/>
                  <a:gd name="connsiteX0" fmla="*/ 1294346 w 1294346"/>
                  <a:gd name="connsiteY0" fmla="*/ 1028380 h 1668582"/>
                  <a:gd name="connsiteX1" fmla="*/ 1116793 w 1294346"/>
                  <a:gd name="connsiteY1" fmla="*/ 1001747 h 1668582"/>
                  <a:gd name="connsiteX2" fmla="*/ 1045771 w 1294346"/>
                  <a:gd name="connsiteY2" fmla="*/ 1356853 h 1668582"/>
                  <a:gd name="connsiteX3" fmla="*/ 823830 w 1294346"/>
                  <a:gd name="connsiteY3" fmla="*/ 1623183 h 1668582"/>
                  <a:gd name="connsiteX4" fmla="*/ 282292 w 1294346"/>
                  <a:gd name="connsiteY4" fmla="*/ 1658694 h 1668582"/>
                  <a:gd name="connsiteX5" fmla="*/ 42595 w 1294346"/>
                  <a:gd name="connsiteY5" fmla="*/ 1516651 h 1668582"/>
                  <a:gd name="connsiteX6" fmla="*/ 15962 w 1294346"/>
                  <a:gd name="connsiteY6" fmla="*/ 1250321 h 1668582"/>
                  <a:gd name="connsiteX7" fmla="*/ 211270 w 1294346"/>
                  <a:gd name="connsiteY7" fmla="*/ 1250321 h 1668582"/>
                  <a:gd name="connsiteX8" fmla="*/ 282292 w 1294346"/>
                  <a:gd name="connsiteY8" fmla="*/ 1454508 h 1668582"/>
                  <a:gd name="connsiteX9" fmla="*/ 406579 w 1294346"/>
                  <a:gd name="connsiteY9" fmla="*/ 1552162 h 1668582"/>
                  <a:gd name="connsiteX10" fmla="*/ 566377 w 1294346"/>
                  <a:gd name="connsiteY10" fmla="*/ 1525529 h 1668582"/>
                  <a:gd name="connsiteX11" fmla="*/ 504234 w 1294346"/>
                  <a:gd name="connsiteY11" fmla="*/ 1268077 h 1668582"/>
                  <a:gd name="connsiteX12" fmla="*/ 593010 w 1294346"/>
                  <a:gd name="connsiteY12" fmla="*/ 1108279 h 1668582"/>
                  <a:gd name="connsiteX13" fmla="*/ 726175 w 1294346"/>
                  <a:gd name="connsiteY13" fmla="*/ 1161545 h 1668582"/>
                  <a:gd name="connsiteX14" fmla="*/ 761686 w 1294346"/>
                  <a:gd name="connsiteY14" fmla="*/ 1436752 h 1668582"/>
                  <a:gd name="connsiteX15" fmla="*/ 868218 w 1294346"/>
                  <a:gd name="connsiteY15" fmla="*/ 1445630 h 1668582"/>
                  <a:gd name="connsiteX16" fmla="*/ 956995 w 1294346"/>
                  <a:gd name="connsiteY16" fmla="*/ 1285832 h 1668582"/>
                  <a:gd name="connsiteX17" fmla="*/ 983628 w 1294346"/>
                  <a:gd name="connsiteY17" fmla="*/ 1099401 h 1668582"/>
                  <a:gd name="connsiteX18" fmla="*/ 806074 w 1294346"/>
                  <a:gd name="connsiteY18" fmla="*/ 992869 h 1668582"/>
                  <a:gd name="connsiteX19" fmla="*/ 708420 w 1294346"/>
                  <a:gd name="connsiteY19" fmla="*/ 904092 h 1668582"/>
                  <a:gd name="connsiteX20" fmla="*/ 779441 w 1294346"/>
                  <a:gd name="connsiteY20" fmla="*/ 770927 h 1668582"/>
                  <a:gd name="connsiteX21" fmla="*/ 930362 w 1294346"/>
                  <a:gd name="connsiteY21" fmla="*/ 753172 h 1668582"/>
                  <a:gd name="connsiteX22" fmla="*/ 956995 w 1294346"/>
                  <a:gd name="connsiteY22" fmla="*/ 548985 h 1668582"/>
                  <a:gd name="connsiteX23" fmla="*/ 779441 w 1294346"/>
                  <a:gd name="connsiteY23" fmla="*/ 460209 h 1668582"/>
                  <a:gd name="connsiteX24" fmla="*/ 779441 w 1294346"/>
                  <a:gd name="connsiteY24" fmla="*/ 460209 h 1668582"/>
                  <a:gd name="connsiteX25" fmla="*/ 655154 w 1294346"/>
                  <a:gd name="connsiteY25" fmla="*/ 628884 h 1668582"/>
                  <a:gd name="connsiteX26" fmla="*/ 566377 w 1294346"/>
                  <a:gd name="connsiteY26" fmla="*/ 513475 h 1668582"/>
                  <a:gd name="connsiteX27" fmla="*/ 637399 w 1294346"/>
                  <a:gd name="connsiteY27" fmla="*/ 291533 h 1668582"/>
                  <a:gd name="connsiteX28" fmla="*/ 814952 w 1294346"/>
                  <a:gd name="connsiteY28" fmla="*/ 220512 h 1668582"/>
                  <a:gd name="connsiteX29" fmla="*/ 770564 w 1294346"/>
                  <a:gd name="connsiteY29" fmla="*/ 25203 h 1668582"/>
                  <a:gd name="connsiteX30" fmla="*/ 495450 w 1294346"/>
                  <a:gd name="connsiteY30" fmla="*/ 25783 h 1668582"/>
                  <a:gd name="connsiteX31" fmla="*/ 433212 w 1294346"/>
                  <a:gd name="connsiteY31" fmla="*/ 238267 h 1668582"/>
                  <a:gd name="connsiteX32" fmla="*/ 291170 w 1294346"/>
                  <a:gd name="connsiteY32" fmla="*/ 371432 h 1668582"/>
                  <a:gd name="connsiteX33" fmla="*/ 200101 w 1294346"/>
                  <a:gd name="connsiteY33" fmla="*/ 138829 h 1668582"/>
                  <a:gd name="connsiteX34" fmla="*/ 7084 w 1294346"/>
                  <a:gd name="connsiteY34" fmla="*/ 247145 h 1668582"/>
                  <a:gd name="connsiteX35" fmla="*/ 86983 w 1294346"/>
                  <a:gd name="connsiteY35"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270357 w 1353433"/>
                  <a:gd name="connsiteY7" fmla="*/ 1250321 h 1668582"/>
                  <a:gd name="connsiteX8" fmla="*/ 341379 w 1353433"/>
                  <a:gd name="connsiteY8" fmla="*/ 1454508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652097 w 1353433"/>
                  <a:gd name="connsiteY12" fmla="*/ 1108279 h 1668582"/>
                  <a:gd name="connsiteX13" fmla="*/ 785262 w 1353433"/>
                  <a:gd name="connsiteY13" fmla="*/ 1161545 h 1668582"/>
                  <a:gd name="connsiteX14" fmla="*/ 820773 w 1353433"/>
                  <a:gd name="connsiteY14" fmla="*/ 1436752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838528 w 1353433"/>
                  <a:gd name="connsiteY20" fmla="*/ 770927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714241 w 1353433"/>
                  <a:gd name="connsiteY25" fmla="*/ 628884 h 1668582"/>
                  <a:gd name="connsiteX26" fmla="*/ 625464 w 1353433"/>
                  <a:gd name="connsiteY26" fmla="*/ 513475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350257 w 1353433"/>
                  <a:gd name="connsiteY32" fmla="*/ 371432 h 1668582"/>
                  <a:gd name="connsiteX33" fmla="*/ 259188 w 1353433"/>
                  <a:gd name="connsiteY33" fmla="*/ 138829 h 1668582"/>
                  <a:gd name="connsiteX34" fmla="*/ 3930 w 1353433"/>
                  <a:gd name="connsiteY34" fmla="*/ 269629 h 1668582"/>
                  <a:gd name="connsiteX35" fmla="*/ 146070 w 1353433"/>
                  <a:gd name="connsiteY35"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270357 w 1353433"/>
                  <a:gd name="connsiteY7" fmla="*/ 1250321 h 1668582"/>
                  <a:gd name="connsiteX8" fmla="*/ 341379 w 1353433"/>
                  <a:gd name="connsiteY8" fmla="*/ 1454508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652097 w 1353433"/>
                  <a:gd name="connsiteY12" fmla="*/ 1108279 h 1668582"/>
                  <a:gd name="connsiteX13" fmla="*/ 785262 w 1353433"/>
                  <a:gd name="connsiteY13" fmla="*/ 1161545 h 1668582"/>
                  <a:gd name="connsiteX14" fmla="*/ 820773 w 1353433"/>
                  <a:gd name="connsiteY14" fmla="*/ 1436752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838528 w 1353433"/>
                  <a:gd name="connsiteY20" fmla="*/ 770927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714241 w 1353433"/>
                  <a:gd name="connsiteY25" fmla="*/ 628884 h 1668582"/>
                  <a:gd name="connsiteX26" fmla="*/ 625464 w 1353433"/>
                  <a:gd name="connsiteY26" fmla="*/ 513475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350257 w 1353433"/>
                  <a:gd name="connsiteY32" fmla="*/ 371432 h 1668582"/>
                  <a:gd name="connsiteX33" fmla="*/ 259188 w 1353433"/>
                  <a:gd name="connsiteY33" fmla="*/ 116344 h 1668582"/>
                  <a:gd name="connsiteX34" fmla="*/ 3930 w 1353433"/>
                  <a:gd name="connsiteY34" fmla="*/ 269629 h 1668582"/>
                  <a:gd name="connsiteX35" fmla="*/ 146070 w 1353433"/>
                  <a:gd name="connsiteY35"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270357 w 1353433"/>
                  <a:gd name="connsiteY7" fmla="*/ 1250321 h 1668582"/>
                  <a:gd name="connsiteX8" fmla="*/ 341379 w 1353433"/>
                  <a:gd name="connsiteY8" fmla="*/ 1454508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652097 w 1353433"/>
                  <a:gd name="connsiteY12" fmla="*/ 1108279 h 1668582"/>
                  <a:gd name="connsiteX13" fmla="*/ 785262 w 1353433"/>
                  <a:gd name="connsiteY13" fmla="*/ 1161545 h 1668582"/>
                  <a:gd name="connsiteX14" fmla="*/ 820773 w 1353433"/>
                  <a:gd name="connsiteY14" fmla="*/ 1436752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838528 w 1353433"/>
                  <a:gd name="connsiteY20" fmla="*/ 770927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714241 w 1353433"/>
                  <a:gd name="connsiteY25" fmla="*/ 628884 h 1668582"/>
                  <a:gd name="connsiteX26" fmla="*/ 625464 w 1353433"/>
                  <a:gd name="connsiteY26" fmla="*/ 513475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350257 w 1353433"/>
                  <a:gd name="connsiteY32" fmla="*/ 371432 h 1668582"/>
                  <a:gd name="connsiteX33" fmla="*/ 259188 w 1353433"/>
                  <a:gd name="connsiteY33" fmla="*/ 116344 h 1668582"/>
                  <a:gd name="connsiteX34" fmla="*/ 82619 w 1353433"/>
                  <a:gd name="connsiteY34" fmla="*/ 173772 h 1668582"/>
                  <a:gd name="connsiteX35" fmla="*/ 3930 w 1353433"/>
                  <a:gd name="connsiteY35" fmla="*/ 269629 h 1668582"/>
                  <a:gd name="connsiteX36" fmla="*/ 146070 w 1353433"/>
                  <a:gd name="connsiteY36"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270357 w 1353433"/>
                  <a:gd name="connsiteY7" fmla="*/ 1250321 h 1668582"/>
                  <a:gd name="connsiteX8" fmla="*/ 341379 w 1353433"/>
                  <a:gd name="connsiteY8" fmla="*/ 1454508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652097 w 1353433"/>
                  <a:gd name="connsiteY12" fmla="*/ 1108279 h 1668582"/>
                  <a:gd name="connsiteX13" fmla="*/ 785262 w 1353433"/>
                  <a:gd name="connsiteY13" fmla="*/ 1161545 h 1668582"/>
                  <a:gd name="connsiteX14" fmla="*/ 820773 w 1353433"/>
                  <a:gd name="connsiteY14" fmla="*/ 1436752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838528 w 1353433"/>
                  <a:gd name="connsiteY20" fmla="*/ 770927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714241 w 1353433"/>
                  <a:gd name="connsiteY25" fmla="*/ 628884 h 1668582"/>
                  <a:gd name="connsiteX26" fmla="*/ 532106 w 1353433"/>
                  <a:gd name="connsiteY26" fmla="*/ 412296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350257 w 1353433"/>
                  <a:gd name="connsiteY32" fmla="*/ 371432 h 1668582"/>
                  <a:gd name="connsiteX33" fmla="*/ 259188 w 1353433"/>
                  <a:gd name="connsiteY33" fmla="*/ 116344 h 1668582"/>
                  <a:gd name="connsiteX34" fmla="*/ 82619 w 1353433"/>
                  <a:gd name="connsiteY34" fmla="*/ 173772 h 1668582"/>
                  <a:gd name="connsiteX35" fmla="*/ 3930 w 1353433"/>
                  <a:gd name="connsiteY35" fmla="*/ 269629 h 1668582"/>
                  <a:gd name="connsiteX36" fmla="*/ 146070 w 1353433"/>
                  <a:gd name="connsiteY36"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270357 w 1353433"/>
                  <a:gd name="connsiteY7" fmla="*/ 1250321 h 1668582"/>
                  <a:gd name="connsiteX8" fmla="*/ 341379 w 1353433"/>
                  <a:gd name="connsiteY8" fmla="*/ 1454508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652097 w 1353433"/>
                  <a:gd name="connsiteY12" fmla="*/ 1108279 h 1668582"/>
                  <a:gd name="connsiteX13" fmla="*/ 785262 w 1353433"/>
                  <a:gd name="connsiteY13" fmla="*/ 1161545 h 1668582"/>
                  <a:gd name="connsiteX14" fmla="*/ 820773 w 1353433"/>
                  <a:gd name="connsiteY14" fmla="*/ 1436752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838528 w 1353433"/>
                  <a:gd name="connsiteY20" fmla="*/ 770927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652002 w 1353433"/>
                  <a:gd name="connsiteY25" fmla="*/ 595158 h 1668582"/>
                  <a:gd name="connsiteX26" fmla="*/ 532106 w 1353433"/>
                  <a:gd name="connsiteY26" fmla="*/ 412296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350257 w 1353433"/>
                  <a:gd name="connsiteY32" fmla="*/ 371432 h 1668582"/>
                  <a:gd name="connsiteX33" fmla="*/ 259188 w 1353433"/>
                  <a:gd name="connsiteY33" fmla="*/ 116344 h 1668582"/>
                  <a:gd name="connsiteX34" fmla="*/ 82619 w 1353433"/>
                  <a:gd name="connsiteY34" fmla="*/ 173772 h 1668582"/>
                  <a:gd name="connsiteX35" fmla="*/ 3930 w 1353433"/>
                  <a:gd name="connsiteY35" fmla="*/ 269629 h 1668582"/>
                  <a:gd name="connsiteX36" fmla="*/ 146070 w 1353433"/>
                  <a:gd name="connsiteY36"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270357 w 1353433"/>
                  <a:gd name="connsiteY7" fmla="*/ 1250321 h 1668582"/>
                  <a:gd name="connsiteX8" fmla="*/ 341379 w 1353433"/>
                  <a:gd name="connsiteY8" fmla="*/ 1454508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652097 w 1353433"/>
                  <a:gd name="connsiteY12" fmla="*/ 1108279 h 1668582"/>
                  <a:gd name="connsiteX13" fmla="*/ 785262 w 1353433"/>
                  <a:gd name="connsiteY13" fmla="*/ 1161545 h 1668582"/>
                  <a:gd name="connsiteX14" fmla="*/ 820773 w 1353433"/>
                  <a:gd name="connsiteY14" fmla="*/ 1436752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760727 w 1353433"/>
                  <a:gd name="connsiteY20" fmla="*/ 703475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652002 w 1353433"/>
                  <a:gd name="connsiteY25" fmla="*/ 595158 h 1668582"/>
                  <a:gd name="connsiteX26" fmla="*/ 532106 w 1353433"/>
                  <a:gd name="connsiteY26" fmla="*/ 412296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350257 w 1353433"/>
                  <a:gd name="connsiteY32" fmla="*/ 371432 h 1668582"/>
                  <a:gd name="connsiteX33" fmla="*/ 259188 w 1353433"/>
                  <a:gd name="connsiteY33" fmla="*/ 116344 h 1668582"/>
                  <a:gd name="connsiteX34" fmla="*/ 82619 w 1353433"/>
                  <a:gd name="connsiteY34" fmla="*/ 173772 h 1668582"/>
                  <a:gd name="connsiteX35" fmla="*/ 3930 w 1353433"/>
                  <a:gd name="connsiteY35" fmla="*/ 269629 h 1668582"/>
                  <a:gd name="connsiteX36" fmla="*/ 146070 w 1353433"/>
                  <a:gd name="connsiteY36"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270357 w 1353433"/>
                  <a:gd name="connsiteY7" fmla="*/ 1250321 h 1668582"/>
                  <a:gd name="connsiteX8" fmla="*/ 341379 w 1353433"/>
                  <a:gd name="connsiteY8" fmla="*/ 1454508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652097 w 1353433"/>
                  <a:gd name="connsiteY12" fmla="*/ 1108279 h 1668582"/>
                  <a:gd name="connsiteX13" fmla="*/ 738583 w 1353433"/>
                  <a:gd name="connsiteY13" fmla="*/ 1262724 h 1668582"/>
                  <a:gd name="connsiteX14" fmla="*/ 820773 w 1353433"/>
                  <a:gd name="connsiteY14" fmla="*/ 1436752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760727 w 1353433"/>
                  <a:gd name="connsiteY20" fmla="*/ 703475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652002 w 1353433"/>
                  <a:gd name="connsiteY25" fmla="*/ 595158 h 1668582"/>
                  <a:gd name="connsiteX26" fmla="*/ 532106 w 1353433"/>
                  <a:gd name="connsiteY26" fmla="*/ 412296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350257 w 1353433"/>
                  <a:gd name="connsiteY32" fmla="*/ 371432 h 1668582"/>
                  <a:gd name="connsiteX33" fmla="*/ 259188 w 1353433"/>
                  <a:gd name="connsiteY33" fmla="*/ 116344 h 1668582"/>
                  <a:gd name="connsiteX34" fmla="*/ 82619 w 1353433"/>
                  <a:gd name="connsiteY34" fmla="*/ 173772 h 1668582"/>
                  <a:gd name="connsiteX35" fmla="*/ 3930 w 1353433"/>
                  <a:gd name="connsiteY35" fmla="*/ 269629 h 1668582"/>
                  <a:gd name="connsiteX36" fmla="*/ 146070 w 1353433"/>
                  <a:gd name="connsiteY36"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270357 w 1353433"/>
                  <a:gd name="connsiteY7" fmla="*/ 1250321 h 1668582"/>
                  <a:gd name="connsiteX8" fmla="*/ 341379 w 1353433"/>
                  <a:gd name="connsiteY8" fmla="*/ 1454508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574299 w 1353433"/>
                  <a:gd name="connsiteY12" fmla="*/ 1175731 h 1668582"/>
                  <a:gd name="connsiteX13" fmla="*/ 738583 w 1353433"/>
                  <a:gd name="connsiteY13" fmla="*/ 1262724 h 1668582"/>
                  <a:gd name="connsiteX14" fmla="*/ 820773 w 1353433"/>
                  <a:gd name="connsiteY14" fmla="*/ 1436752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760727 w 1353433"/>
                  <a:gd name="connsiteY20" fmla="*/ 703475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652002 w 1353433"/>
                  <a:gd name="connsiteY25" fmla="*/ 595158 h 1668582"/>
                  <a:gd name="connsiteX26" fmla="*/ 532106 w 1353433"/>
                  <a:gd name="connsiteY26" fmla="*/ 412296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350257 w 1353433"/>
                  <a:gd name="connsiteY32" fmla="*/ 371432 h 1668582"/>
                  <a:gd name="connsiteX33" fmla="*/ 259188 w 1353433"/>
                  <a:gd name="connsiteY33" fmla="*/ 116344 h 1668582"/>
                  <a:gd name="connsiteX34" fmla="*/ 82619 w 1353433"/>
                  <a:gd name="connsiteY34" fmla="*/ 173772 h 1668582"/>
                  <a:gd name="connsiteX35" fmla="*/ 3930 w 1353433"/>
                  <a:gd name="connsiteY35" fmla="*/ 269629 h 1668582"/>
                  <a:gd name="connsiteX36" fmla="*/ 146070 w 1353433"/>
                  <a:gd name="connsiteY36"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270357 w 1353433"/>
                  <a:gd name="connsiteY7" fmla="*/ 1250321 h 1668582"/>
                  <a:gd name="connsiteX8" fmla="*/ 341379 w 1353433"/>
                  <a:gd name="connsiteY8" fmla="*/ 1454508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574299 w 1353433"/>
                  <a:gd name="connsiteY12" fmla="*/ 1175731 h 1668582"/>
                  <a:gd name="connsiteX13" fmla="*/ 738583 w 1353433"/>
                  <a:gd name="connsiteY13" fmla="*/ 1262724 h 1668582"/>
                  <a:gd name="connsiteX14" fmla="*/ 820773 w 1353433"/>
                  <a:gd name="connsiteY14" fmla="*/ 1380542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760727 w 1353433"/>
                  <a:gd name="connsiteY20" fmla="*/ 703475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652002 w 1353433"/>
                  <a:gd name="connsiteY25" fmla="*/ 595158 h 1668582"/>
                  <a:gd name="connsiteX26" fmla="*/ 532106 w 1353433"/>
                  <a:gd name="connsiteY26" fmla="*/ 412296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350257 w 1353433"/>
                  <a:gd name="connsiteY32" fmla="*/ 371432 h 1668582"/>
                  <a:gd name="connsiteX33" fmla="*/ 259188 w 1353433"/>
                  <a:gd name="connsiteY33" fmla="*/ 116344 h 1668582"/>
                  <a:gd name="connsiteX34" fmla="*/ 82619 w 1353433"/>
                  <a:gd name="connsiteY34" fmla="*/ 173772 h 1668582"/>
                  <a:gd name="connsiteX35" fmla="*/ 3930 w 1353433"/>
                  <a:gd name="connsiteY35" fmla="*/ 269629 h 1668582"/>
                  <a:gd name="connsiteX36" fmla="*/ 146070 w 1353433"/>
                  <a:gd name="connsiteY36"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270357 w 1353433"/>
                  <a:gd name="connsiteY7" fmla="*/ 1250321 h 1668582"/>
                  <a:gd name="connsiteX8" fmla="*/ 341379 w 1353433"/>
                  <a:gd name="connsiteY8" fmla="*/ 1454508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698777 w 1353433"/>
                  <a:gd name="connsiteY12" fmla="*/ 1108279 h 1668582"/>
                  <a:gd name="connsiteX13" fmla="*/ 738583 w 1353433"/>
                  <a:gd name="connsiteY13" fmla="*/ 1262724 h 1668582"/>
                  <a:gd name="connsiteX14" fmla="*/ 820773 w 1353433"/>
                  <a:gd name="connsiteY14" fmla="*/ 1380542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760727 w 1353433"/>
                  <a:gd name="connsiteY20" fmla="*/ 703475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652002 w 1353433"/>
                  <a:gd name="connsiteY25" fmla="*/ 595158 h 1668582"/>
                  <a:gd name="connsiteX26" fmla="*/ 532106 w 1353433"/>
                  <a:gd name="connsiteY26" fmla="*/ 412296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350257 w 1353433"/>
                  <a:gd name="connsiteY32" fmla="*/ 371432 h 1668582"/>
                  <a:gd name="connsiteX33" fmla="*/ 259188 w 1353433"/>
                  <a:gd name="connsiteY33" fmla="*/ 116344 h 1668582"/>
                  <a:gd name="connsiteX34" fmla="*/ 82619 w 1353433"/>
                  <a:gd name="connsiteY34" fmla="*/ 173772 h 1668582"/>
                  <a:gd name="connsiteX35" fmla="*/ 3930 w 1353433"/>
                  <a:gd name="connsiteY35" fmla="*/ 269629 h 1668582"/>
                  <a:gd name="connsiteX36" fmla="*/ 146070 w 1353433"/>
                  <a:gd name="connsiteY36"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270357 w 1353433"/>
                  <a:gd name="connsiteY7" fmla="*/ 1250321 h 1668582"/>
                  <a:gd name="connsiteX8" fmla="*/ 341379 w 1353433"/>
                  <a:gd name="connsiteY8" fmla="*/ 1454508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698777 w 1353433"/>
                  <a:gd name="connsiteY12" fmla="*/ 1108279 h 1668582"/>
                  <a:gd name="connsiteX13" fmla="*/ 816383 w 1353433"/>
                  <a:gd name="connsiteY13" fmla="*/ 1206513 h 1668582"/>
                  <a:gd name="connsiteX14" fmla="*/ 820773 w 1353433"/>
                  <a:gd name="connsiteY14" fmla="*/ 1380542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760727 w 1353433"/>
                  <a:gd name="connsiteY20" fmla="*/ 703475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652002 w 1353433"/>
                  <a:gd name="connsiteY25" fmla="*/ 595158 h 1668582"/>
                  <a:gd name="connsiteX26" fmla="*/ 532106 w 1353433"/>
                  <a:gd name="connsiteY26" fmla="*/ 412296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350257 w 1353433"/>
                  <a:gd name="connsiteY32" fmla="*/ 371432 h 1668582"/>
                  <a:gd name="connsiteX33" fmla="*/ 259188 w 1353433"/>
                  <a:gd name="connsiteY33" fmla="*/ 116344 h 1668582"/>
                  <a:gd name="connsiteX34" fmla="*/ 82619 w 1353433"/>
                  <a:gd name="connsiteY34" fmla="*/ 173772 h 1668582"/>
                  <a:gd name="connsiteX35" fmla="*/ 3930 w 1353433"/>
                  <a:gd name="connsiteY35" fmla="*/ 269629 h 1668582"/>
                  <a:gd name="connsiteX36" fmla="*/ 146070 w 1353433"/>
                  <a:gd name="connsiteY36"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270357 w 1353433"/>
                  <a:gd name="connsiteY7" fmla="*/ 1250321 h 1668582"/>
                  <a:gd name="connsiteX8" fmla="*/ 341379 w 1353433"/>
                  <a:gd name="connsiteY8" fmla="*/ 1454508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698777 w 1353433"/>
                  <a:gd name="connsiteY12" fmla="*/ 1108279 h 1668582"/>
                  <a:gd name="connsiteX13" fmla="*/ 816383 w 1353433"/>
                  <a:gd name="connsiteY13" fmla="*/ 1206513 h 1668582"/>
                  <a:gd name="connsiteX14" fmla="*/ 820773 w 1353433"/>
                  <a:gd name="connsiteY14" fmla="*/ 1335573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760727 w 1353433"/>
                  <a:gd name="connsiteY20" fmla="*/ 703475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652002 w 1353433"/>
                  <a:gd name="connsiteY25" fmla="*/ 595158 h 1668582"/>
                  <a:gd name="connsiteX26" fmla="*/ 532106 w 1353433"/>
                  <a:gd name="connsiteY26" fmla="*/ 412296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350257 w 1353433"/>
                  <a:gd name="connsiteY32" fmla="*/ 371432 h 1668582"/>
                  <a:gd name="connsiteX33" fmla="*/ 259188 w 1353433"/>
                  <a:gd name="connsiteY33" fmla="*/ 116344 h 1668582"/>
                  <a:gd name="connsiteX34" fmla="*/ 82619 w 1353433"/>
                  <a:gd name="connsiteY34" fmla="*/ 173772 h 1668582"/>
                  <a:gd name="connsiteX35" fmla="*/ 3930 w 1353433"/>
                  <a:gd name="connsiteY35" fmla="*/ 269629 h 1668582"/>
                  <a:gd name="connsiteX36" fmla="*/ 146070 w 1353433"/>
                  <a:gd name="connsiteY36"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270357 w 1353433"/>
                  <a:gd name="connsiteY7" fmla="*/ 1250321 h 1668582"/>
                  <a:gd name="connsiteX8" fmla="*/ 341379 w 1353433"/>
                  <a:gd name="connsiteY8" fmla="*/ 1454508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698777 w 1353433"/>
                  <a:gd name="connsiteY12" fmla="*/ 1108279 h 1668582"/>
                  <a:gd name="connsiteX13" fmla="*/ 816383 w 1353433"/>
                  <a:gd name="connsiteY13" fmla="*/ 1206513 h 1668582"/>
                  <a:gd name="connsiteX14" fmla="*/ 820773 w 1353433"/>
                  <a:gd name="connsiteY14" fmla="*/ 1335573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760727 w 1353433"/>
                  <a:gd name="connsiteY20" fmla="*/ 703475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652002 w 1353433"/>
                  <a:gd name="connsiteY25" fmla="*/ 595158 h 1668582"/>
                  <a:gd name="connsiteX26" fmla="*/ 532106 w 1353433"/>
                  <a:gd name="connsiteY26" fmla="*/ 412296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350257 w 1353433"/>
                  <a:gd name="connsiteY32" fmla="*/ 371432 h 1668582"/>
                  <a:gd name="connsiteX33" fmla="*/ 259188 w 1353433"/>
                  <a:gd name="connsiteY33" fmla="*/ 161313 h 1668582"/>
                  <a:gd name="connsiteX34" fmla="*/ 82619 w 1353433"/>
                  <a:gd name="connsiteY34" fmla="*/ 173772 h 1668582"/>
                  <a:gd name="connsiteX35" fmla="*/ 3930 w 1353433"/>
                  <a:gd name="connsiteY35" fmla="*/ 269629 h 1668582"/>
                  <a:gd name="connsiteX36" fmla="*/ 146070 w 1353433"/>
                  <a:gd name="connsiteY36"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270357 w 1353433"/>
                  <a:gd name="connsiteY7" fmla="*/ 1250321 h 1668582"/>
                  <a:gd name="connsiteX8" fmla="*/ 341379 w 1353433"/>
                  <a:gd name="connsiteY8" fmla="*/ 1454508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698777 w 1353433"/>
                  <a:gd name="connsiteY12" fmla="*/ 1108279 h 1668582"/>
                  <a:gd name="connsiteX13" fmla="*/ 816383 w 1353433"/>
                  <a:gd name="connsiteY13" fmla="*/ 1206513 h 1668582"/>
                  <a:gd name="connsiteX14" fmla="*/ 820773 w 1353433"/>
                  <a:gd name="connsiteY14" fmla="*/ 1335573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760727 w 1353433"/>
                  <a:gd name="connsiteY20" fmla="*/ 703475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652002 w 1353433"/>
                  <a:gd name="connsiteY25" fmla="*/ 595158 h 1668582"/>
                  <a:gd name="connsiteX26" fmla="*/ 532106 w 1353433"/>
                  <a:gd name="connsiteY26" fmla="*/ 412296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272459 w 1353433"/>
                  <a:gd name="connsiteY32" fmla="*/ 371432 h 1668582"/>
                  <a:gd name="connsiteX33" fmla="*/ 259188 w 1353433"/>
                  <a:gd name="connsiteY33" fmla="*/ 161313 h 1668582"/>
                  <a:gd name="connsiteX34" fmla="*/ 82619 w 1353433"/>
                  <a:gd name="connsiteY34" fmla="*/ 173772 h 1668582"/>
                  <a:gd name="connsiteX35" fmla="*/ 3930 w 1353433"/>
                  <a:gd name="connsiteY35" fmla="*/ 269629 h 1668582"/>
                  <a:gd name="connsiteX36" fmla="*/ 146070 w 1353433"/>
                  <a:gd name="connsiteY36"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379275 w 1353433"/>
                  <a:gd name="connsiteY7" fmla="*/ 1239079 h 1668582"/>
                  <a:gd name="connsiteX8" fmla="*/ 341379 w 1353433"/>
                  <a:gd name="connsiteY8" fmla="*/ 1454508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698777 w 1353433"/>
                  <a:gd name="connsiteY12" fmla="*/ 1108279 h 1668582"/>
                  <a:gd name="connsiteX13" fmla="*/ 816383 w 1353433"/>
                  <a:gd name="connsiteY13" fmla="*/ 1206513 h 1668582"/>
                  <a:gd name="connsiteX14" fmla="*/ 820773 w 1353433"/>
                  <a:gd name="connsiteY14" fmla="*/ 1335573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760727 w 1353433"/>
                  <a:gd name="connsiteY20" fmla="*/ 703475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652002 w 1353433"/>
                  <a:gd name="connsiteY25" fmla="*/ 595158 h 1668582"/>
                  <a:gd name="connsiteX26" fmla="*/ 532106 w 1353433"/>
                  <a:gd name="connsiteY26" fmla="*/ 412296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272459 w 1353433"/>
                  <a:gd name="connsiteY32" fmla="*/ 371432 h 1668582"/>
                  <a:gd name="connsiteX33" fmla="*/ 259188 w 1353433"/>
                  <a:gd name="connsiteY33" fmla="*/ 161313 h 1668582"/>
                  <a:gd name="connsiteX34" fmla="*/ 82619 w 1353433"/>
                  <a:gd name="connsiteY34" fmla="*/ 173772 h 1668582"/>
                  <a:gd name="connsiteX35" fmla="*/ 3930 w 1353433"/>
                  <a:gd name="connsiteY35" fmla="*/ 269629 h 1668582"/>
                  <a:gd name="connsiteX36" fmla="*/ 146070 w 1353433"/>
                  <a:gd name="connsiteY36"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379275 w 1353433"/>
                  <a:gd name="connsiteY7" fmla="*/ 1239079 h 1668582"/>
                  <a:gd name="connsiteX8" fmla="*/ 310258 w 1353433"/>
                  <a:gd name="connsiteY8" fmla="*/ 1443265 h 1668582"/>
                  <a:gd name="connsiteX9" fmla="*/ 465666 w 1353433"/>
                  <a:gd name="connsiteY9" fmla="*/ 1552162 h 1668582"/>
                  <a:gd name="connsiteX10" fmla="*/ 625464 w 1353433"/>
                  <a:gd name="connsiteY10" fmla="*/ 1525529 h 1668582"/>
                  <a:gd name="connsiteX11" fmla="*/ 563321 w 1353433"/>
                  <a:gd name="connsiteY11" fmla="*/ 1268077 h 1668582"/>
                  <a:gd name="connsiteX12" fmla="*/ 698777 w 1353433"/>
                  <a:gd name="connsiteY12" fmla="*/ 1108279 h 1668582"/>
                  <a:gd name="connsiteX13" fmla="*/ 816383 w 1353433"/>
                  <a:gd name="connsiteY13" fmla="*/ 1206513 h 1668582"/>
                  <a:gd name="connsiteX14" fmla="*/ 820773 w 1353433"/>
                  <a:gd name="connsiteY14" fmla="*/ 1335573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760727 w 1353433"/>
                  <a:gd name="connsiteY20" fmla="*/ 703475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652002 w 1353433"/>
                  <a:gd name="connsiteY25" fmla="*/ 595158 h 1668582"/>
                  <a:gd name="connsiteX26" fmla="*/ 532106 w 1353433"/>
                  <a:gd name="connsiteY26" fmla="*/ 412296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272459 w 1353433"/>
                  <a:gd name="connsiteY32" fmla="*/ 371432 h 1668582"/>
                  <a:gd name="connsiteX33" fmla="*/ 259188 w 1353433"/>
                  <a:gd name="connsiteY33" fmla="*/ 161313 h 1668582"/>
                  <a:gd name="connsiteX34" fmla="*/ 82619 w 1353433"/>
                  <a:gd name="connsiteY34" fmla="*/ 173772 h 1668582"/>
                  <a:gd name="connsiteX35" fmla="*/ 3930 w 1353433"/>
                  <a:gd name="connsiteY35" fmla="*/ 269629 h 1668582"/>
                  <a:gd name="connsiteX36" fmla="*/ 146070 w 1353433"/>
                  <a:gd name="connsiteY36"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379275 w 1353433"/>
                  <a:gd name="connsiteY7" fmla="*/ 1239079 h 1668582"/>
                  <a:gd name="connsiteX8" fmla="*/ 310258 w 1353433"/>
                  <a:gd name="connsiteY8" fmla="*/ 1443265 h 1668582"/>
                  <a:gd name="connsiteX9" fmla="*/ 465666 w 1353433"/>
                  <a:gd name="connsiteY9" fmla="*/ 1552162 h 1668582"/>
                  <a:gd name="connsiteX10" fmla="*/ 656583 w 1353433"/>
                  <a:gd name="connsiteY10" fmla="*/ 1458076 h 1668582"/>
                  <a:gd name="connsiteX11" fmla="*/ 563321 w 1353433"/>
                  <a:gd name="connsiteY11" fmla="*/ 1268077 h 1668582"/>
                  <a:gd name="connsiteX12" fmla="*/ 698777 w 1353433"/>
                  <a:gd name="connsiteY12" fmla="*/ 1108279 h 1668582"/>
                  <a:gd name="connsiteX13" fmla="*/ 816383 w 1353433"/>
                  <a:gd name="connsiteY13" fmla="*/ 1206513 h 1668582"/>
                  <a:gd name="connsiteX14" fmla="*/ 820773 w 1353433"/>
                  <a:gd name="connsiteY14" fmla="*/ 1335573 h 1668582"/>
                  <a:gd name="connsiteX15" fmla="*/ 927305 w 1353433"/>
                  <a:gd name="connsiteY15" fmla="*/ 1445630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760727 w 1353433"/>
                  <a:gd name="connsiteY20" fmla="*/ 703475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652002 w 1353433"/>
                  <a:gd name="connsiteY25" fmla="*/ 595158 h 1668582"/>
                  <a:gd name="connsiteX26" fmla="*/ 532106 w 1353433"/>
                  <a:gd name="connsiteY26" fmla="*/ 412296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272459 w 1353433"/>
                  <a:gd name="connsiteY32" fmla="*/ 371432 h 1668582"/>
                  <a:gd name="connsiteX33" fmla="*/ 259188 w 1353433"/>
                  <a:gd name="connsiteY33" fmla="*/ 161313 h 1668582"/>
                  <a:gd name="connsiteX34" fmla="*/ 82619 w 1353433"/>
                  <a:gd name="connsiteY34" fmla="*/ 173772 h 1668582"/>
                  <a:gd name="connsiteX35" fmla="*/ 3930 w 1353433"/>
                  <a:gd name="connsiteY35" fmla="*/ 269629 h 1668582"/>
                  <a:gd name="connsiteX36" fmla="*/ 146070 w 1353433"/>
                  <a:gd name="connsiteY36" fmla="*/ 486842 h 1668582"/>
                  <a:gd name="connsiteX0" fmla="*/ 1353433 w 1353433"/>
                  <a:gd name="connsiteY0" fmla="*/ 1028380 h 1668582"/>
                  <a:gd name="connsiteX1" fmla="*/ 1175880 w 1353433"/>
                  <a:gd name="connsiteY1" fmla="*/ 1001747 h 1668582"/>
                  <a:gd name="connsiteX2" fmla="*/ 1104858 w 1353433"/>
                  <a:gd name="connsiteY2" fmla="*/ 1356853 h 1668582"/>
                  <a:gd name="connsiteX3" fmla="*/ 882917 w 1353433"/>
                  <a:gd name="connsiteY3" fmla="*/ 1623183 h 1668582"/>
                  <a:gd name="connsiteX4" fmla="*/ 341379 w 1353433"/>
                  <a:gd name="connsiteY4" fmla="*/ 1658694 h 1668582"/>
                  <a:gd name="connsiteX5" fmla="*/ 101682 w 1353433"/>
                  <a:gd name="connsiteY5" fmla="*/ 1516651 h 1668582"/>
                  <a:gd name="connsiteX6" fmla="*/ 75049 w 1353433"/>
                  <a:gd name="connsiteY6" fmla="*/ 1250321 h 1668582"/>
                  <a:gd name="connsiteX7" fmla="*/ 379275 w 1353433"/>
                  <a:gd name="connsiteY7" fmla="*/ 1239079 h 1668582"/>
                  <a:gd name="connsiteX8" fmla="*/ 310258 w 1353433"/>
                  <a:gd name="connsiteY8" fmla="*/ 1443265 h 1668582"/>
                  <a:gd name="connsiteX9" fmla="*/ 465666 w 1353433"/>
                  <a:gd name="connsiteY9" fmla="*/ 1552162 h 1668582"/>
                  <a:gd name="connsiteX10" fmla="*/ 656583 w 1353433"/>
                  <a:gd name="connsiteY10" fmla="*/ 1458076 h 1668582"/>
                  <a:gd name="connsiteX11" fmla="*/ 563321 w 1353433"/>
                  <a:gd name="connsiteY11" fmla="*/ 1268077 h 1668582"/>
                  <a:gd name="connsiteX12" fmla="*/ 698777 w 1353433"/>
                  <a:gd name="connsiteY12" fmla="*/ 1108279 h 1668582"/>
                  <a:gd name="connsiteX13" fmla="*/ 816383 w 1353433"/>
                  <a:gd name="connsiteY13" fmla="*/ 1206513 h 1668582"/>
                  <a:gd name="connsiteX14" fmla="*/ 820773 w 1353433"/>
                  <a:gd name="connsiteY14" fmla="*/ 1335573 h 1668582"/>
                  <a:gd name="connsiteX15" fmla="*/ 927305 w 1353433"/>
                  <a:gd name="connsiteY15" fmla="*/ 1344452 h 1668582"/>
                  <a:gd name="connsiteX16" fmla="*/ 1016082 w 1353433"/>
                  <a:gd name="connsiteY16" fmla="*/ 1285832 h 1668582"/>
                  <a:gd name="connsiteX17" fmla="*/ 1042715 w 1353433"/>
                  <a:gd name="connsiteY17" fmla="*/ 1099401 h 1668582"/>
                  <a:gd name="connsiteX18" fmla="*/ 865161 w 1353433"/>
                  <a:gd name="connsiteY18" fmla="*/ 992869 h 1668582"/>
                  <a:gd name="connsiteX19" fmla="*/ 767507 w 1353433"/>
                  <a:gd name="connsiteY19" fmla="*/ 904092 h 1668582"/>
                  <a:gd name="connsiteX20" fmla="*/ 760727 w 1353433"/>
                  <a:gd name="connsiteY20" fmla="*/ 703475 h 1668582"/>
                  <a:gd name="connsiteX21" fmla="*/ 989449 w 1353433"/>
                  <a:gd name="connsiteY21" fmla="*/ 753172 h 1668582"/>
                  <a:gd name="connsiteX22" fmla="*/ 1016082 w 1353433"/>
                  <a:gd name="connsiteY22" fmla="*/ 548985 h 1668582"/>
                  <a:gd name="connsiteX23" fmla="*/ 838528 w 1353433"/>
                  <a:gd name="connsiteY23" fmla="*/ 460209 h 1668582"/>
                  <a:gd name="connsiteX24" fmla="*/ 838528 w 1353433"/>
                  <a:gd name="connsiteY24" fmla="*/ 460209 h 1668582"/>
                  <a:gd name="connsiteX25" fmla="*/ 652002 w 1353433"/>
                  <a:gd name="connsiteY25" fmla="*/ 595158 h 1668582"/>
                  <a:gd name="connsiteX26" fmla="*/ 532106 w 1353433"/>
                  <a:gd name="connsiteY26" fmla="*/ 412296 h 1668582"/>
                  <a:gd name="connsiteX27" fmla="*/ 696486 w 1353433"/>
                  <a:gd name="connsiteY27" fmla="*/ 291533 h 1668582"/>
                  <a:gd name="connsiteX28" fmla="*/ 874039 w 1353433"/>
                  <a:gd name="connsiteY28" fmla="*/ 220512 h 1668582"/>
                  <a:gd name="connsiteX29" fmla="*/ 829651 w 1353433"/>
                  <a:gd name="connsiteY29" fmla="*/ 25203 h 1668582"/>
                  <a:gd name="connsiteX30" fmla="*/ 554537 w 1353433"/>
                  <a:gd name="connsiteY30" fmla="*/ 25783 h 1668582"/>
                  <a:gd name="connsiteX31" fmla="*/ 492299 w 1353433"/>
                  <a:gd name="connsiteY31" fmla="*/ 238267 h 1668582"/>
                  <a:gd name="connsiteX32" fmla="*/ 272459 w 1353433"/>
                  <a:gd name="connsiteY32" fmla="*/ 371432 h 1668582"/>
                  <a:gd name="connsiteX33" fmla="*/ 259188 w 1353433"/>
                  <a:gd name="connsiteY33" fmla="*/ 161313 h 1668582"/>
                  <a:gd name="connsiteX34" fmla="*/ 82619 w 1353433"/>
                  <a:gd name="connsiteY34" fmla="*/ 173772 h 1668582"/>
                  <a:gd name="connsiteX35" fmla="*/ 3930 w 1353433"/>
                  <a:gd name="connsiteY35" fmla="*/ 269629 h 1668582"/>
                  <a:gd name="connsiteX36" fmla="*/ 146070 w 1353433"/>
                  <a:gd name="connsiteY36" fmla="*/ 486842 h 166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353433" h="1668582">
                    <a:moveTo>
                      <a:pt x="1353433" y="1028380"/>
                    </a:moveTo>
                    <a:cubicBezTo>
                      <a:pt x="1285371" y="987691"/>
                      <a:pt x="1217309" y="947002"/>
                      <a:pt x="1175880" y="1001747"/>
                    </a:cubicBezTo>
                    <a:cubicBezTo>
                      <a:pt x="1134451" y="1056492"/>
                      <a:pt x="1153685" y="1253280"/>
                      <a:pt x="1104858" y="1356853"/>
                    </a:cubicBezTo>
                    <a:cubicBezTo>
                      <a:pt x="1056031" y="1460426"/>
                      <a:pt x="1010163" y="1572876"/>
                      <a:pt x="882917" y="1623183"/>
                    </a:cubicBezTo>
                    <a:cubicBezTo>
                      <a:pt x="755671" y="1673490"/>
                      <a:pt x="471585" y="1676449"/>
                      <a:pt x="341379" y="1658694"/>
                    </a:cubicBezTo>
                    <a:cubicBezTo>
                      <a:pt x="211173" y="1640939"/>
                      <a:pt x="146070" y="1584713"/>
                      <a:pt x="101682" y="1516651"/>
                    </a:cubicBezTo>
                    <a:cubicBezTo>
                      <a:pt x="57294" y="1448589"/>
                      <a:pt x="28784" y="1296583"/>
                      <a:pt x="75049" y="1250321"/>
                    </a:cubicBezTo>
                    <a:cubicBezTo>
                      <a:pt x="121315" y="1204059"/>
                      <a:pt x="340074" y="1206922"/>
                      <a:pt x="379275" y="1239079"/>
                    </a:cubicBezTo>
                    <a:cubicBezTo>
                      <a:pt x="418476" y="1271236"/>
                      <a:pt x="295860" y="1391085"/>
                      <a:pt x="310258" y="1443265"/>
                    </a:cubicBezTo>
                    <a:cubicBezTo>
                      <a:pt x="324656" y="1495445"/>
                      <a:pt x="407945" y="1549694"/>
                      <a:pt x="465666" y="1552162"/>
                    </a:cubicBezTo>
                    <a:cubicBezTo>
                      <a:pt x="523387" y="1554630"/>
                      <a:pt x="640307" y="1505424"/>
                      <a:pt x="656583" y="1458076"/>
                    </a:cubicBezTo>
                    <a:cubicBezTo>
                      <a:pt x="672859" y="1410729"/>
                      <a:pt x="556289" y="1326376"/>
                      <a:pt x="563321" y="1268077"/>
                    </a:cubicBezTo>
                    <a:cubicBezTo>
                      <a:pt x="570353" y="1209778"/>
                      <a:pt x="656600" y="1118540"/>
                      <a:pt x="698777" y="1108279"/>
                    </a:cubicBezTo>
                    <a:cubicBezTo>
                      <a:pt x="740954" y="1098018"/>
                      <a:pt x="796050" y="1168631"/>
                      <a:pt x="816383" y="1206513"/>
                    </a:cubicBezTo>
                    <a:cubicBezTo>
                      <a:pt x="836716" y="1244395"/>
                      <a:pt x="802286" y="1312583"/>
                      <a:pt x="820773" y="1335573"/>
                    </a:cubicBezTo>
                    <a:cubicBezTo>
                      <a:pt x="839260" y="1358563"/>
                      <a:pt x="894754" y="1352742"/>
                      <a:pt x="927305" y="1344452"/>
                    </a:cubicBezTo>
                    <a:cubicBezTo>
                      <a:pt x="959856" y="1336162"/>
                      <a:pt x="996847" y="1326674"/>
                      <a:pt x="1016082" y="1285832"/>
                    </a:cubicBezTo>
                    <a:cubicBezTo>
                      <a:pt x="1035317" y="1244990"/>
                      <a:pt x="1067869" y="1148228"/>
                      <a:pt x="1042715" y="1099401"/>
                    </a:cubicBezTo>
                    <a:cubicBezTo>
                      <a:pt x="1017561" y="1050574"/>
                      <a:pt x="911029" y="1025420"/>
                      <a:pt x="865161" y="992869"/>
                    </a:cubicBezTo>
                    <a:cubicBezTo>
                      <a:pt x="819293" y="960318"/>
                      <a:pt x="784913" y="952324"/>
                      <a:pt x="767507" y="904092"/>
                    </a:cubicBezTo>
                    <a:cubicBezTo>
                      <a:pt x="750101" y="855860"/>
                      <a:pt x="723737" y="728628"/>
                      <a:pt x="760727" y="703475"/>
                    </a:cubicBezTo>
                    <a:cubicBezTo>
                      <a:pt x="797717" y="678322"/>
                      <a:pt x="946890" y="778920"/>
                      <a:pt x="989449" y="753172"/>
                    </a:cubicBezTo>
                    <a:cubicBezTo>
                      <a:pt x="1032008" y="727424"/>
                      <a:pt x="1041236" y="597812"/>
                      <a:pt x="1016082" y="548985"/>
                    </a:cubicBezTo>
                    <a:cubicBezTo>
                      <a:pt x="990928" y="500158"/>
                      <a:pt x="838528" y="460209"/>
                      <a:pt x="838528" y="460209"/>
                    </a:cubicBezTo>
                    <a:lnTo>
                      <a:pt x="838528" y="460209"/>
                    </a:lnTo>
                    <a:cubicBezTo>
                      <a:pt x="817814" y="488321"/>
                      <a:pt x="703072" y="603143"/>
                      <a:pt x="652002" y="595158"/>
                    </a:cubicBezTo>
                    <a:cubicBezTo>
                      <a:pt x="600932" y="587173"/>
                      <a:pt x="524692" y="462900"/>
                      <a:pt x="532106" y="412296"/>
                    </a:cubicBezTo>
                    <a:cubicBezTo>
                      <a:pt x="539520" y="361692"/>
                      <a:pt x="639497" y="323497"/>
                      <a:pt x="696486" y="291533"/>
                    </a:cubicBezTo>
                    <a:cubicBezTo>
                      <a:pt x="753475" y="259569"/>
                      <a:pt x="851845" y="264900"/>
                      <a:pt x="874039" y="220512"/>
                    </a:cubicBezTo>
                    <a:cubicBezTo>
                      <a:pt x="896233" y="176124"/>
                      <a:pt x="882901" y="57658"/>
                      <a:pt x="829651" y="25203"/>
                    </a:cubicBezTo>
                    <a:cubicBezTo>
                      <a:pt x="776401" y="-7252"/>
                      <a:pt x="610762" y="-9728"/>
                      <a:pt x="554537" y="25783"/>
                    </a:cubicBezTo>
                    <a:cubicBezTo>
                      <a:pt x="498312" y="61294"/>
                      <a:pt x="539312" y="180659"/>
                      <a:pt x="492299" y="238267"/>
                    </a:cubicBezTo>
                    <a:cubicBezTo>
                      <a:pt x="445286" y="295875"/>
                      <a:pt x="311311" y="384258"/>
                      <a:pt x="272459" y="371432"/>
                    </a:cubicBezTo>
                    <a:cubicBezTo>
                      <a:pt x="233607" y="358606"/>
                      <a:pt x="290828" y="194256"/>
                      <a:pt x="259188" y="161313"/>
                    </a:cubicBezTo>
                    <a:cubicBezTo>
                      <a:pt x="227548" y="128370"/>
                      <a:pt x="125162" y="148224"/>
                      <a:pt x="82619" y="173772"/>
                    </a:cubicBezTo>
                    <a:cubicBezTo>
                      <a:pt x="40076" y="199320"/>
                      <a:pt x="-1459" y="221198"/>
                      <a:pt x="3930" y="269629"/>
                    </a:cubicBezTo>
                    <a:cubicBezTo>
                      <a:pt x="-22703" y="333252"/>
                      <a:pt x="92804" y="398805"/>
                      <a:pt x="146070" y="486842"/>
                    </a:cubicBezTo>
                  </a:path>
                </a:pathLst>
              </a:custGeom>
              <a:ln w="12700">
                <a:solidFill>
                  <a:schemeClr val="tx1"/>
                </a:solidFill>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u="sng" dirty="0"/>
              </a:p>
            </p:txBody>
          </p:sp>
        </p:grpSp>
        <p:sp>
          <p:nvSpPr>
            <p:cNvPr id="121" name="Glomerulus">
              <a:extLst>
                <a:ext uri="{FF2B5EF4-FFF2-40B4-BE49-F238E27FC236}">
                  <a16:creationId xmlns:a16="http://schemas.microsoft.com/office/drawing/2014/main" id="{2958CEAF-9D49-4771-9693-BBD2BF49D534}"/>
                </a:ext>
              </a:extLst>
            </p:cNvPr>
            <p:cNvSpPr txBox="1"/>
            <p:nvPr/>
          </p:nvSpPr>
          <p:spPr>
            <a:xfrm>
              <a:off x="5508128" y="3099721"/>
              <a:ext cx="399837" cy="110794"/>
            </a:xfrm>
            <a:prstGeom prst="rect">
              <a:avLst/>
            </a:prstGeom>
            <a:solidFill>
              <a:schemeClr val="bg1"/>
            </a:solidFill>
            <a:ln w="12700">
              <a:noFill/>
            </a:ln>
          </p:spPr>
          <p:txBody>
            <a:bodyPr wrap="square" rtlCol="0">
              <a:spAutoFit/>
            </a:bodyPr>
            <a:lstStyle/>
            <a:p>
              <a:pPr algn="ctr"/>
              <a:r>
                <a:rPr lang="en-US" sz="2400" i="1" dirty="0"/>
                <a:t>Glomerulus</a:t>
              </a:r>
            </a:p>
          </p:txBody>
        </p:sp>
      </p:grpSp>
      <p:grpSp>
        <p:nvGrpSpPr>
          <p:cNvPr id="52" name="Group 51">
            <a:extLst>
              <a:ext uri="{FF2B5EF4-FFF2-40B4-BE49-F238E27FC236}">
                <a16:creationId xmlns:a16="http://schemas.microsoft.com/office/drawing/2014/main" id="{DE22AC33-8837-48D4-A635-850D5AA56D90}"/>
              </a:ext>
            </a:extLst>
          </p:cNvPr>
          <p:cNvGrpSpPr/>
          <p:nvPr/>
        </p:nvGrpSpPr>
        <p:grpSpPr>
          <a:xfrm>
            <a:off x="3095347" y="415020"/>
            <a:ext cx="5001467" cy="3354673"/>
            <a:chOff x="3053267" y="1476832"/>
            <a:chExt cx="5001467" cy="3354673"/>
          </a:xfrm>
        </p:grpSpPr>
        <p:sp>
          <p:nvSpPr>
            <p:cNvPr id="105" name="Renal artery">
              <a:extLst>
                <a:ext uri="{FF2B5EF4-FFF2-40B4-BE49-F238E27FC236}">
                  <a16:creationId xmlns:a16="http://schemas.microsoft.com/office/drawing/2014/main" id="{FE784B86-9A8D-4611-B65C-3623ADCD40F4}"/>
                </a:ext>
              </a:extLst>
            </p:cNvPr>
            <p:cNvSpPr txBox="1"/>
            <p:nvPr/>
          </p:nvSpPr>
          <p:spPr>
            <a:xfrm>
              <a:off x="4501992" y="4281252"/>
              <a:ext cx="1629648" cy="400110"/>
            </a:xfrm>
            <a:prstGeom prst="rect">
              <a:avLst/>
            </a:prstGeom>
            <a:noFill/>
            <a:ln w="19050">
              <a:noFill/>
            </a:ln>
          </p:spPr>
          <p:txBody>
            <a:bodyPr wrap="square" rtlCol="0">
              <a:spAutoFit/>
            </a:bodyPr>
            <a:lstStyle/>
            <a:p>
              <a:pPr algn="ctr"/>
              <a:r>
                <a:rPr lang="en-US" sz="2000" i="1" dirty="0"/>
                <a:t>Renal artery</a:t>
              </a:r>
            </a:p>
          </p:txBody>
        </p:sp>
        <p:sp>
          <p:nvSpPr>
            <p:cNvPr id="115" name="Freeform: Shape 114">
              <a:extLst>
                <a:ext uri="{FF2B5EF4-FFF2-40B4-BE49-F238E27FC236}">
                  <a16:creationId xmlns:a16="http://schemas.microsoft.com/office/drawing/2014/main" id="{739807F6-00B9-43B3-B987-DFE0AB40EDA8}"/>
                </a:ext>
              </a:extLst>
            </p:cNvPr>
            <p:cNvSpPr/>
            <p:nvPr/>
          </p:nvSpPr>
          <p:spPr>
            <a:xfrm>
              <a:off x="3053267" y="1476832"/>
              <a:ext cx="4670003" cy="2680760"/>
            </a:xfrm>
            <a:custGeom>
              <a:avLst/>
              <a:gdLst>
                <a:gd name="connsiteX0" fmla="*/ 0 w 1260279"/>
                <a:gd name="connsiteY0" fmla="*/ 532661 h 634959"/>
                <a:gd name="connsiteX1" fmla="*/ 1145219 w 1260279"/>
                <a:gd name="connsiteY1" fmla="*/ 594804 h 634959"/>
                <a:gd name="connsiteX2" fmla="*/ 1207363 w 1260279"/>
                <a:gd name="connsiteY2" fmla="*/ 0 h 634959"/>
                <a:gd name="connsiteX0" fmla="*/ 0 w 1112013"/>
                <a:gd name="connsiteY0" fmla="*/ 561425 h 643190"/>
                <a:gd name="connsiteX1" fmla="*/ 996953 w 1112013"/>
                <a:gd name="connsiteY1" fmla="*/ 594804 h 643190"/>
                <a:gd name="connsiteX2" fmla="*/ 1059097 w 1112013"/>
                <a:gd name="connsiteY2" fmla="*/ 0 h 643190"/>
                <a:gd name="connsiteX0" fmla="*/ 0 w 1111127"/>
                <a:gd name="connsiteY0" fmla="*/ 561425 h 635546"/>
                <a:gd name="connsiteX1" fmla="*/ 995440 w 1111127"/>
                <a:gd name="connsiteY1" fmla="*/ 582960 h 635546"/>
                <a:gd name="connsiteX2" fmla="*/ 1059097 w 1111127"/>
                <a:gd name="connsiteY2" fmla="*/ 0 h 635546"/>
                <a:gd name="connsiteX0" fmla="*/ 0 w 1125451"/>
                <a:gd name="connsiteY0" fmla="*/ 561425 h 649375"/>
                <a:gd name="connsiteX1" fmla="*/ 1018782 w 1125451"/>
                <a:gd name="connsiteY1" fmla="*/ 603859 h 649375"/>
                <a:gd name="connsiteX2" fmla="*/ 1059097 w 1125451"/>
                <a:gd name="connsiteY2" fmla="*/ 0 h 649375"/>
                <a:gd name="connsiteX0" fmla="*/ 0 w 1112650"/>
                <a:gd name="connsiteY0" fmla="*/ 561425 h 654944"/>
                <a:gd name="connsiteX1" fmla="*/ 998033 w 1112650"/>
                <a:gd name="connsiteY1" fmla="*/ 611696 h 654944"/>
                <a:gd name="connsiteX2" fmla="*/ 1059097 w 1112650"/>
                <a:gd name="connsiteY2" fmla="*/ 0 h 654944"/>
                <a:gd name="connsiteX0" fmla="*/ 0 w 1110505"/>
                <a:gd name="connsiteY0" fmla="*/ 561425 h 654944"/>
                <a:gd name="connsiteX1" fmla="*/ 998033 w 1110505"/>
                <a:gd name="connsiteY1" fmla="*/ 611696 h 654944"/>
                <a:gd name="connsiteX2" fmla="*/ 1059097 w 1110505"/>
                <a:gd name="connsiteY2" fmla="*/ 0 h 654944"/>
                <a:gd name="connsiteX0" fmla="*/ 0 w 1112650"/>
                <a:gd name="connsiteY0" fmla="*/ 561425 h 654944"/>
                <a:gd name="connsiteX1" fmla="*/ 998033 w 1112650"/>
                <a:gd name="connsiteY1" fmla="*/ 611696 h 654944"/>
                <a:gd name="connsiteX2" fmla="*/ 1059097 w 1112650"/>
                <a:gd name="connsiteY2" fmla="*/ 0 h 654944"/>
                <a:gd name="connsiteX0" fmla="*/ 0 w 1112650"/>
                <a:gd name="connsiteY0" fmla="*/ 561425 h 643352"/>
                <a:gd name="connsiteX1" fmla="*/ 998033 w 1112650"/>
                <a:gd name="connsiteY1" fmla="*/ 611696 h 643352"/>
                <a:gd name="connsiteX2" fmla="*/ 1059097 w 1112650"/>
                <a:gd name="connsiteY2" fmla="*/ 0 h 643352"/>
              </a:gdLst>
              <a:ahLst/>
              <a:cxnLst>
                <a:cxn ang="0">
                  <a:pos x="connsiteX0" y="connsiteY0"/>
                </a:cxn>
                <a:cxn ang="0">
                  <a:pos x="connsiteX1" y="connsiteY1"/>
                </a:cxn>
                <a:cxn ang="0">
                  <a:pos x="connsiteX2" y="connsiteY2"/>
                </a:cxn>
              </a:cxnLst>
              <a:rect l="l" t="t" r="r" b="b"/>
              <a:pathLst>
                <a:path w="1112650" h="643352">
                  <a:moveTo>
                    <a:pt x="0" y="561425"/>
                  </a:moveTo>
                  <a:cubicBezTo>
                    <a:pt x="471996" y="636885"/>
                    <a:pt x="796806" y="674349"/>
                    <a:pt x="998033" y="611696"/>
                  </a:cubicBezTo>
                  <a:cubicBezTo>
                    <a:pt x="1199260" y="515081"/>
                    <a:pt x="1078332" y="167196"/>
                    <a:pt x="1059097" y="0"/>
                  </a:cubicBezTo>
                </a:path>
              </a:pathLst>
            </a:cu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Freeform: Shape 117">
              <a:extLst>
                <a:ext uri="{FF2B5EF4-FFF2-40B4-BE49-F238E27FC236}">
                  <a16:creationId xmlns:a16="http://schemas.microsoft.com/office/drawing/2014/main" id="{B73E1276-EE45-44B2-A579-2436A074032F}"/>
                </a:ext>
              </a:extLst>
            </p:cNvPr>
            <p:cNvSpPr/>
            <p:nvPr/>
          </p:nvSpPr>
          <p:spPr>
            <a:xfrm>
              <a:off x="3098441" y="1577561"/>
              <a:ext cx="4956293" cy="3253944"/>
            </a:xfrm>
            <a:custGeom>
              <a:avLst/>
              <a:gdLst>
                <a:gd name="connsiteX0" fmla="*/ 0 w 1260279"/>
                <a:gd name="connsiteY0" fmla="*/ 532661 h 634959"/>
                <a:gd name="connsiteX1" fmla="*/ 1145219 w 1260279"/>
                <a:gd name="connsiteY1" fmla="*/ 594804 h 634959"/>
                <a:gd name="connsiteX2" fmla="*/ 1207363 w 1260279"/>
                <a:gd name="connsiteY2" fmla="*/ 0 h 634959"/>
                <a:gd name="connsiteX0" fmla="*/ 0 w 1253367"/>
                <a:gd name="connsiteY0" fmla="*/ 665826 h 768124"/>
                <a:gd name="connsiteX1" fmla="*/ 1145219 w 1253367"/>
                <a:gd name="connsiteY1" fmla="*/ 727969 h 768124"/>
                <a:gd name="connsiteX2" fmla="*/ 1189608 w 1253367"/>
                <a:gd name="connsiteY2" fmla="*/ 0 h 768124"/>
                <a:gd name="connsiteX0" fmla="*/ 0 w 1315510"/>
                <a:gd name="connsiteY0" fmla="*/ 736847 h 794008"/>
                <a:gd name="connsiteX1" fmla="*/ 1207362 w 1315510"/>
                <a:gd name="connsiteY1" fmla="*/ 727969 h 794008"/>
                <a:gd name="connsiteX2" fmla="*/ 1251751 w 1315510"/>
                <a:gd name="connsiteY2" fmla="*/ 0 h 794008"/>
                <a:gd name="connsiteX0" fmla="*/ 0 w 1315510"/>
                <a:gd name="connsiteY0" fmla="*/ 736847 h 787451"/>
                <a:gd name="connsiteX1" fmla="*/ 1207362 w 1315510"/>
                <a:gd name="connsiteY1" fmla="*/ 727969 h 787451"/>
                <a:gd name="connsiteX2" fmla="*/ 1251751 w 1315510"/>
                <a:gd name="connsiteY2" fmla="*/ 0 h 787451"/>
                <a:gd name="connsiteX0" fmla="*/ 0 w 1180860"/>
                <a:gd name="connsiteY0" fmla="*/ 753767 h 796070"/>
                <a:gd name="connsiteX1" fmla="*/ 1072712 w 1180860"/>
                <a:gd name="connsiteY1" fmla="*/ 727969 h 796070"/>
                <a:gd name="connsiteX2" fmla="*/ 1117101 w 1180860"/>
                <a:gd name="connsiteY2" fmla="*/ 0 h 796070"/>
                <a:gd name="connsiteX0" fmla="*/ 0 w 1180860"/>
                <a:gd name="connsiteY0" fmla="*/ 721619 h 780910"/>
                <a:gd name="connsiteX1" fmla="*/ 1072712 w 1180860"/>
                <a:gd name="connsiteY1" fmla="*/ 727969 h 780910"/>
                <a:gd name="connsiteX2" fmla="*/ 1117101 w 1180860"/>
                <a:gd name="connsiteY2" fmla="*/ 0 h 780910"/>
              </a:gdLst>
              <a:ahLst/>
              <a:cxnLst>
                <a:cxn ang="0">
                  <a:pos x="connsiteX0" y="connsiteY0"/>
                </a:cxn>
                <a:cxn ang="0">
                  <a:pos x="connsiteX1" y="connsiteY1"/>
                </a:cxn>
                <a:cxn ang="0">
                  <a:pos x="connsiteX2" y="connsiteY2"/>
                </a:cxn>
              </a:cxnLst>
              <a:rect l="l" t="t" r="r" b="b"/>
              <a:pathLst>
                <a:path w="1180860" h="780910">
                  <a:moveTo>
                    <a:pt x="0" y="721619"/>
                  </a:moveTo>
                  <a:cubicBezTo>
                    <a:pt x="454241" y="779324"/>
                    <a:pt x="871485" y="816746"/>
                    <a:pt x="1072712" y="727969"/>
                  </a:cubicBezTo>
                  <a:cubicBezTo>
                    <a:pt x="1273939" y="639192"/>
                    <a:pt x="1136336" y="167196"/>
                    <a:pt x="1117101" y="0"/>
                  </a:cubicBezTo>
                </a:path>
              </a:pathLst>
            </a:cu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5" name="Rectangle 44">
            <a:extLst>
              <a:ext uri="{FF2B5EF4-FFF2-40B4-BE49-F238E27FC236}">
                <a16:creationId xmlns:a16="http://schemas.microsoft.com/office/drawing/2014/main" id="{27E1CE48-DF6C-48BF-8A7E-822A8E397324}"/>
              </a:ext>
            </a:extLst>
          </p:cNvPr>
          <p:cNvSpPr/>
          <p:nvPr/>
        </p:nvSpPr>
        <p:spPr>
          <a:xfrm>
            <a:off x="1704953" y="1089021"/>
            <a:ext cx="1937298" cy="1477328"/>
          </a:xfrm>
          <a:prstGeom prst="rect">
            <a:avLst/>
          </a:prstGeom>
          <a:solidFill>
            <a:schemeClr val="bg1"/>
          </a:solidFill>
          <a:ln w="28575">
            <a:solidFill>
              <a:schemeClr val="tx1"/>
            </a:solidFill>
          </a:ln>
        </p:spPr>
        <p:txBody>
          <a:bodyPr wrap="square">
            <a:spAutoFit/>
          </a:bodyPr>
          <a:lstStyle/>
          <a:p>
            <a:pPr marL="457200" indent="-457200">
              <a:buFont typeface="+mj-lt"/>
              <a:buAutoNum type="arabicPeriod"/>
            </a:pPr>
            <a:r>
              <a:rPr lang="en-US" dirty="0"/>
              <a:t>Hypovolemia</a:t>
            </a:r>
          </a:p>
          <a:p>
            <a:pPr marL="457200" indent="-457200">
              <a:buFont typeface="+mj-lt"/>
              <a:buAutoNum type="arabicPeriod"/>
            </a:pPr>
            <a:r>
              <a:rPr lang="en-US" dirty="0"/>
              <a:t>Sepsis</a:t>
            </a:r>
          </a:p>
          <a:p>
            <a:pPr marL="457200" indent="-457200">
              <a:buFont typeface="+mj-lt"/>
              <a:buAutoNum type="arabicPeriod"/>
            </a:pPr>
            <a:r>
              <a:rPr lang="en-US" dirty="0"/>
              <a:t>Heart failure</a:t>
            </a:r>
          </a:p>
          <a:p>
            <a:pPr marL="457200" indent="-457200">
              <a:buFont typeface="+mj-lt"/>
              <a:buAutoNum type="arabicPeriod"/>
            </a:pPr>
            <a:r>
              <a:rPr lang="en-US" dirty="0"/>
              <a:t>Cirrhosis</a:t>
            </a:r>
          </a:p>
          <a:p>
            <a:pPr marL="457200" indent="-457200">
              <a:buFont typeface="+mj-lt"/>
              <a:buAutoNum type="arabicPeriod"/>
            </a:pPr>
            <a:r>
              <a:rPr lang="en-US" dirty="0"/>
              <a:t>Burns</a:t>
            </a:r>
          </a:p>
        </p:txBody>
      </p:sp>
      <p:sp>
        <p:nvSpPr>
          <p:cNvPr id="58" name="external differential">
            <a:extLst>
              <a:ext uri="{FF2B5EF4-FFF2-40B4-BE49-F238E27FC236}">
                <a16:creationId xmlns:a16="http://schemas.microsoft.com/office/drawing/2014/main" id="{16574497-559B-4BF7-ABD3-A5176A510171}"/>
              </a:ext>
            </a:extLst>
          </p:cNvPr>
          <p:cNvSpPr/>
          <p:nvPr/>
        </p:nvSpPr>
        <p:spPr>
          <a:xfrm>
            <a:off x="2386347" y="5608042"/>
            <a:ext cx="3336046" cy="738664"/>
          </a:xfrm>
          <a:prstGeom prst="rect">
            <a:avLst/>
          </a:prstGeom>
          <a:solidFill>
            <a:schemeClr val="bg1"/>
          </a:solidFill>
          <a:ln w="28575">
            <a:solidFill>
              <a:schemeClr val="tx1"/>
            </a:solidFill>
          </a:ln>
        </p:spPr>
        <p:txBody>
          <a:bodyPr wrap="square">
            <a:spAutoFit/>
          </a:bodyPr>
          <a:lstStyle/>
          <a:p>
            <a:pPr marL="342900" indent="-342900">
              <a:buFont typeface="+mj-lt"/>
              <a:buAutoNum type="arabicPeriod"/>
            </a:pPr>
            <a:r>
              <a:rPr lang="en-US" sz="1400" dirty="0">
                <a:sym typeface="Wingdings" panose="05000000000000000000" pitchFamily="2" charset="2"/>
              </a:rPr>
              <a:t>Renal vein thrombosis</a:t>
            </a:r>
          </a:p>
          <a:p>
            <a:pPr marL="342900" indent="-342900">
              <a:buFont typeface="+mj-lt"/>
              <a:buAutoNum type="arabicPeriod"/>
            </a:pPr>
            <a:r>
              <a:rPr lang="en-US" sz="1400" dirty="0">
                <a:sym typeface="Wingdings" panose="05000000000000000000" pitchFamily="2" charset="2"/>
              </a:rPr>
              <a:t>Renal vein hypertension (Cardiorenal)</a:t>
            </a:r>
          </a:p>
          <a:p>
            <a:pPr marL="342900" indent="-342900">
              <a:buFont typeface="+mj-lt"/>
              <a:buAutoNum type="arabicPeriod"/>
            </a:pPr>
            <a:r>
              <a:rPr lang="en-US" sz="1400" dirty="0">
                <a:sym typeface="Wingdings" panose="05000000000000000000" pitchFamily="2" charset="2"/>
              </a:rPr>
              <a:t>Intra-Abdominal Hypertension (IAH)</a:t>
            </a:r>
            <a:endParaRPr lang="en-US" sz="1400" dirty="0"/>
          </a:p>
        </p:txBody>
      </p:sp>
      <p:sp>
        <p:nvSpPr>
          <p:cNvPr id="53" name="Freeform: Shape 52">
            <a:extLst>
              <a:ext uri="{FF2B5EF4-FFF2-40B4-BE49-F238E27FC236}">
                <a16:creationId xmlns:a16="http://schemas.microsoft.com/office/drawing/2014/main" id="{C4F8B0DD-4451-4578-A585-D8953EF57392}"/>
              </a:ext>
            </a:extLst>
          </p:cNvPr>
          <p:cNvSpPr/>
          <p:nvPr/>
        </p:nvSpPr>
        <p:spPr>
          <a:xfrm>
            <a:off x="3397298" y="3923542"/>
            <a:ext cx="4552071" cy="2155372"/>
          </a:xfrm>
          <a:custGeom>
            <a:avLst/>
            <a:gdLst>
              <a:gd name="connsiteX0" fmla="*/ 0 w 4537428"/>
              <a:gd name="connsiteY0" fmla="*/ 0 h 2231572"/>
              <a:gd name="connsiteX1" fmla="*/ 2939142 w 4537428"/>
              <a:gd name="connsiteY1" fmla="*/ 130629 h 2231572"/>
              <a:gd name="connsiteX2" fmla="*/ 4027714 w 4537428"/>
              <a:gd name="connsiteY2" fmla="*/ 391886 h 2231572"/>
              <a:gd name="connsiteX3" fmla="*/ 4495800 w 4537428"/>
              <a:gd name="connsiteY3" fmla="*/ 1197429 h 2231572"/>
              <a:gd name="connsiteX4" fmla="*/ 4484914 w 4537428"/>
              <a:gd name="connsiteY4" fmla="*/ 2231572 h 2231572"/>
              <a:gd name="connsiteX0" fmla="*/ 0 w 4534323"/>
              <a:gd name="connsiteY0" fmla="*/ 0 h 2155372"/>
              <a:gd name="connsiteX1" fmla="*/ 2939142 w 4534323"/>
              <a:gd name="connsiteY1" fmla="*/ 130629 h 2155372"/>
              <a:gd name="connsiteX2" fmla="*/ 4027714 w 4534323"/>
              <a:gd name="connsiteY2" fmla="*/ 391886 h 2155372"/>
              <a:gd name="connsiteX3" fmla="*/ 4495800 w 4534323"/>
              <a:gd name="connsiteY3" fmla="*/ 1197429 h 2155372"/>
              <a:gd name="connsiteX4" fmla="*/ 4475389 w 4534323"/>
              <a:gd name="connsiteY4" fmla="*/ 2155372 h 2155372"/>
              <a:gd name="connsiteX0" fmla="*/ 0 w 4552071"/>
              <a:gd name="connsiteY0" fmla="*/ 0 h 2155372"/>
              <a:gd name="connsiteX1" fmla="*/ 2939142 w 4552071"/>
              <a:gd name="connsiteY1" fmla="*/ 130629 h 2155372"/>
              <a:gd name="connsiteX2" fmla="*/ 4027714 w 4552071"/>
              <a:gd name="connsiteY2" fmla="*/ 391886 h 2155372"/>
              <a:gd name="connsiteX3" fmla="*/ 4495800 w 4552071"/>
              <a:gd name="connsiteY3" fmla="*/ 1197429 h 2155372"/>
              <a:gd name="connsiteX4" fmla="*/ 4475389 w 4552071"/>
              <a:gd name="connsiteY4" fmla="*/ 2155372 h 21553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2071" h="2155372">
                <a:moveTo>
                  <a:pt x="0" y="0"/>
                </a:moveTo>
                <a:cubicBezTo>
                  <a:pt x="1133928" y="32657"/>
                  <a:pt x="2267856" y="65315"/>
                  <a:pt x="2939142" y="130629"/>
                </a:cubicBezTo>
                <a:cubicBezTo>
                  <a:pt x="3610428" y="195943"/>
                  <a:pt x="3768271" y="214086"/>
                  <a:pt x="4027714" y="391886"/>
                </a:cubicBezTo>
                <a:cubicBezTo>
                  <a:pt x="4287157" y="569686"/>
                  <a:pt x="4419600" y="890815"/>
                  <a:pt x="4495800" y="1197429"/>
                </a:cubicBezTo>
                <a:cubicBezTo>
                  <a:pt x="4572000" y="1504043"/>
                  <a:pt x="4576082" y="1934482"/>
                  <a:pt x="4475389" y="2155372"/>
                </a:cubicBezTo>
              </a:path>
            </a:pathLst>
          </a:cu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Freeform: Shape 100">
            <a:extLst>
              <a:ext uri="{FF2B5EF4-FFF2-40B4-BE49-F238E27FC236}">
                <a16:creationId xmlns:a16="http://schemas.microsoft.com/office/drawing/2014/main" id="{A706AA41-0A92-40E2-85A2-1925D4C0E516}"/>
              </a:ext>
            </a:extLst>
          </p:cNvPr>
          <p:cNvSpPr/>
          <p:nvPr/>
        </p:nvSpPr>
        <p:spPr>
          <a:xfrm>
            <a:off x="3117174" y="4390845"/>
            <a:ext cx="4535336" cy="1679122"/>
          </a:xfrm>
          <a:custGeom>
            <a:avLst/>
            <a:gdLst>
              <a:gd name="connsiteX0" fmla="*/ 0 w 4537428"/>
              <a:gd name="connsiteY0" fmla="*/ 0 h 2231572"/>
              <a:gd name="connsiteX1" fmla="*/ 2939142 w 4537428"/>
              <a:gd name="connsiteY1" fmla="*/ 130629 h 2231572"/>
              <a:gd name="connsiteX2" fmla="*/ 4027714 w 4537428"/>
              <a:gd name="connsiteY2" fmla="*/ 391886 h 2231572"/>
              <a:gd name="connsiteX3" fmla="*/ 4495800 w 4537428"/>
              <a:gd name="connsiteY3" fmla="*/ 1197429 h 2231572"/>
              <a:gd name="connsiteX4" fmla="*/ 4484914 w 4537428"/>
              <a:gd name="connsiteY4" fmla="*/ 2231572 h 2231572"/>
              <a:gd name="connsiteX0" fmla="*/ 0 w 4573415"/>
              <a:gd name="connsiteY0" fmla="*/ 0 h 1679122"/>
              <a:gd name="connsiteX1" fmla="*/ 2939142 w 4573415"/>
              <a:gd name="connsiteY1" fmla="*/ 130629 h 1679122"/>
              <a:gd name="connsiteX2" fmla="*/ 4027714 w 4573415"/>
              <a:gd name="connsiteY2" fmla="*/ 391886 h 1679122"/>
              <a:gd name="connsiteX3" fmla="*/ 4495800 w 4573415"/>
              <a:gd name="connsiteY3" fmla="*/ 1197429 h 1679122"/>
              <a:gd name="connsiteX4" fmla="*/ 4551589 w 4573415"/>
              <a:gd name="connsiteY4" fmla="*/ 1679122 h 1679122"/>
              <a:gd name="connsiteX0" fmla="*/ 0 w 4540965"/>
              <a:gd name="connsiteY0" fmla="*/ 0 h 1679122"/>
              <a:gd name="connsiteX1" fmla="*/ 2939142 w 4540965"/>
              <a:gd name="connsiteY1" fmla="*/ 130629 h 1679122"/>
              <a:gd name="connsiteX2" fmla="*/ 4027714 w 4540965"/>
              <a:gd name="connsiteY2" fmla="*/ 391886 h 1679122"/>
              <a:gd name="connsiteX3" fmla="*/ 4495800 w 4540965"/>
              <a:gd name="connsiteY3" fmla="*/ 1197429 h 1679122"/>
              <a:gd name="connsiteX4" fmla="*/ 4494439 w 4540965"/>
              <a:gd name="connsiteY4" fmla="*/ 1679122 h 1679122"/>
              <a:gd name="connsiteX0" fmla="*/ 0 w 4535336"/>
              <a:gd name="connsiteY0" fmla="*/ 0 h 1679122"/>
              <a:gd name="connsiteX1" fmla="*/ 2939142 w 4535336"/>
              <a:gd name="connsiteY1" fmla="*/ 130629 h 1679122"/>
              <a:gd name="connsiteX2" fmla="*/ 4027714 w 4535336"/>
              <a:gd name="connsiteY2" fmla="*/ 391886 h 1679122"/>
              <a:gd name="connsiteX3" fmla="*/ 4495800 w 4535336"/>
              <a:gd name="connsiteY3" fmla="*/ 1197429 h 1679122"/>
              <a:gd name="connsiteX4" fmla="*/ 4494439 w 4535336"/>
              <a:gd name="connsiteY4" fmla="*/ 1679122 h 16791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35336" h="1679122">
                <a:moveTo>
                  <a:pt x="0" y="0"/>
                </a:moveTo>
                <a:cubicBezTo>
                  <a:pt x="1133928" y="32657"/>
                  <a:pt x="2267856" y="65315"/>
                  <a:pt x="2939142" y="130629"/>
                </a:cubicBezTo>
                <a:cubicBezTo>
                  <a:pt x="3610428" y="195943"/>
                  <a:pt x="3768271" y="214086"/>
                  <a:pt x="4027714" y="391886"/>
                </a:cubicBezTo>
                <a:cubicBezTo>
                  <a:pt x="4287157" y="569686"/>
                  <a:pt x="4419600" y="890815"/>
                  <a:pt x="4495800" y="1197429"/>
                </a:cubicBezTo>
                <a:cubicBezTo>
                  <a:pt x="4572000" y="1504043"/>
                  <a:pt x="4518932" y="1563007"/>
                  <a:pt x="4494439" y="1679122"/>
                </a:cubicBezTo>
              </a:path>
            </a:pathLst>
          </a:cu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nal artery">
            <a:extLst>
              <a:ext uri="{FF2B5EF4-FFF2-40B4-BE49-F238E27FC236}">
                <a16:creationId xmlns:a16="http://schemas.microsoft.com/office/drawing/2014/main" id="{6CA672AC-C125-4505-95FE-22BC63460E7C}"/>
              </a:ext>
            </a:extLst>
          </p:cNvPr>
          <p:cNvSpPr txBox="1"/>
          <p:nvPr/>
        </p:nvSpPr>
        <p:spPr>
          <a:xfrm>
            <a:off x="4683760" y="3994720"/>
            <a:ext cx="1314678" cy="400110"/>
          </a:xfrm>
          <a:prstGeom prst="rect">
            <a:avLst/>
          </a:prstGeom>
          <a:noFill/>
        </p:spPr>
        <p:txBody>
          <a:bodyPr wrap="square" rtlCol="0">
            <a:spAutoFit/>
          </a:bodyPr>
          <a:lstStyle/>
          <a:p>
            <a:pPr algn="ctr"/>
            <a:r>
              <a:rPr lang="en-US" sz="2000" i="1" dirty="0"/>
              <a:t>Renal vein</a:t>
            </a:r>
          </a:p>
        </p:txBody>
      </p:sp>
      <p:sp>
        <p:nvSpPr>
          <p:cNvPr id="83" name="Freeform: Shape 82">
            <a:extLst>
              <a:ext uri="{FF2B5EF4-FFF2-40B4-BE49-F238E27FC236}">
                <a16:creationId xmlns:a16="http://schemas.microsoft.com/office/drawing/2014/main" id="{A490702B-F121-41AD-AA4D-34BFD2C16E12}"/>
              </a:ext>
            </a:extLst>
          </p:cNvPr>
          <p:cNvSpPr/>
          <p:nvPr/>
        </p:nvSpPr>
        <p:spPr>
          <a:xfrm>
            <a:off x="7653613" y="4358673"/>
            <a:ext cx="1034143" cy="740527"/>
          </a:xfrm>
          <a:custGeom>
            <a:avLst/>
            <a:gdLst>
              <a:gd name="connsiteX0" fmla="*/ 0 w 1034143"/>
              <a:gd name="connsiteY0" fmla="*/ 130927 h 740527"/>
              <a:gd name="connsiteX1" fmla="*/ 642257 w 1034143"/>
              <a:gd name="connsiteY1" fmla="*/ 43841 h 740527"/>
              <a:gd name="connsiteX2" fmla="*/ 1034143 w 1034143"/>
              <a:gd name="connsiteY2" fmla="*/ 740527 h 740527"/>
            </a:gdLst>
            <a:ahLst/>
            <a:cxnLst>
              <a:cxn ang="0">
                <a:pos x="connsiteX0" y="connsiteY0"/>
              </a:cxn>
              <a:cxn ang="0">
                <a:pos x="connsiteX1" y="connsiteY1"/>
              </a:cxn>
              <a:cxn ang="0">
                <a:pos x="connsiteX2" y="connsiteY2"/>
              </a:cxn>
            </a:cxnLst>
            <a:rect l="l" t="t" r="r" b="b"/>
            <a:pathLst>
              <a:path w="1034143" h="740527">
                <a:moveTo>
                  <a:pt x="0" y="130927"/>
                </a:moveTo>
                <a:cubicBezTo>
                  <a:pt x="234950" y="36584"/>
                  <a:pt x="469900" y="-57759"/>
                  <a:pt x="642257" y="43841"/>
                </a:cubicBezTo>
                <a:cubicBezTo>
                  <a:pt x="814614" y="145441"/>
                  <a:pt x="924378" y="442984"/>
                  <a:pt x="1034143" y="74052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Freeform: Shape 85">
            <a:extLst>
              <a:ext uri="{FF2B5EF4-FFF2-40B4-BE49-F238E27FC236}">
                <a16:creationId xmlns:a16="http://schemas.microsoft.com/office/drawing/2014/main" id="{55F0C253-87D5-4FB7-AF06-657251B0BCB3}"/>
              </a:ext>
            </a:extLst>
          </p:cNvPr>
          <p:cNvSpPr/>
          <p:nvPr/>
        </p:nvSpPr>
        <p:spPr>
          <a:xfrm>
            <a:off x="7752826" y="4593882"/>
            <a:ext cx="749224" cy="588839"/>
          </a:xfrm>
          <a:custGeom>
            <a:avLst/>
            <a:gdLst>
              <a:gd name="connsiteX0" fmla="*/ 0 w 729343"/>
              <a:gd name="connsiteY0" fmla="*/ 79549 h 514977"/>
              <a:gd name="connsiteX1" fmla="*/ 348343 w 729343"/>
              <a:gd name="connsiteY1" fmla="*/ 3349 h 514977"/>
              <a:gd name="connsiteX2" fmla="*/ 576943 w 729343"/>
              <a:gd name="connsiteY2" fmla="*/ 177520 h 514977"/>
              <a:gd name="connsiteX3" fmla="*/ 729343 w 729343"/>
              <a:gd name="connsiteY3" fmla="*/ 514977 h 514977"/>
            </a:gdLst>
            <a:ahLst/>
            <a:cxnLst>
              <a:cxn ang="0">
                <a:pos x="connsiteX0" y="connsiteY0"/>
              </a:cxn>
              <a:cxn ang="0">
                <a:pos x="connsiteX1" y="connsiteY1"/>
              </a:cxn>
              <a:cxn ang="0">
                <a:pos x="connsiteX2" y="connsiteY2"/>
              </a:cxn>
              <a:cxn ang="0">
                <a:pos x="connsiteX3" y="connsiteY3"/>
              </a:cxn>
            </a:cxnLst>
            <a:rect l="l" t="t" r="r" b="b"/>
            <a:pathLst>
              <a:path w="729343" h="514977">
                <a:moveTo>
                  <a:pt x="0" y="79549"/>
                </a:moveTo>
                <a:cubicBezTo>
                  <a:pt x="126093" y="33284"/>
                  <a:pt x="252186" y="-12980"/>
                  <a:pt x="348343" y="3349"/>
                </a:cubicBezTo>
                <a:cubicBezTo>
                  <a:pt x="444500" y="19677"/>
                  <a:pt x="513443" y="92249"/>
                  <a:pt x="576943" y="177520"/>
                </a:cubicBezTo>
                <a:cubicBezTo>
                  <a:pt x="640443" y="262791"/>
                  <a:pt x="684893" y="388884"/>
                  <a:pt x="729343" y="51497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Pre-Renal">
            <a:extLst>
              <a:ext uri="{FF2B5EF4-FFF2-40B4-BE49-F238E27FC236}">
                <a16:creationId xmlns:a16="http://schemas.microsoft.com/office/drawing/2014/main" id="{FAA5DF39-1F57-4E46-9F08-3703090A5037}"/>
              </a:ext>
            </a:extLst>
          </p:cNvPr>
          <p:cNvSpPr txBox="1"/>
          <p:nvPr/>
        </p:nvSpPr>
        <p:spPr>
          <a:xfrm>
            <a:off x="4898439" y="161109"/>
            <a:ext cx="1647905" cy="523220"/>
          </a:xfrm>
          <a:prstGeom prst="rect">
            <a:avLst/>
          </a:prstGeom>
          <a:solidFill>
            <a:schemeClr val="bg1"/>
          </a:solidFill>
          <a:ln w="38100">
            <a:solidFill>
              <a:srgbClr val="C00000"/>
            </a:solidFill>
          </a:ln>
          <a:effectLst/>
        </p:spPr>
        <p:txBody>
          <a:bodyPr wrap="square" rtlCol="0">
            <a:spAutoFit/>
          </a:bodyPr>
          <a:lstStyle/>
          <a:p>
            <a:pPr algn="ctr"/>
            <a:r>
              <a:rPr lang="en-US" sz="2800" dirty="0"/>
              <a:t>PRE-renal</a:t>
            </a:r>
          </a:p>
        </p:txBody>
      </p:sp>
      <p:sp>
        <p:nvSpPr>
          <p:cNvPr id="88" name="Renal artery">
            <a:extLst>
              <a:ext uri="{FF2B5EF4-FFF2-40B4-BE49-F238E27FC236}">
                <a16:creationId xmlns:a16="http://schemas.microsoft.com/office/drawing/2014/main" id="{5C9B0E26-6741-4C1D-A4AD-297B34F41C20}"/>
              </a:ext>
            </a:extLst>
          </p:cNvPr>
          <p:cNvSpPr txBox="1"/>
          <p:nvPr/>
        </p:nvSpPr>
        <p:spPr>
          <a:xfrm>
            <a:off x="7949369" y="3335806"/>
            <a:ext cx="1314678" cy="307777"/>
          </a:xfrm>
          <a:prstGeom prst="rect">
            <a:avLst/>
          </a:prstGeom>
          <a:noFill/>
        </p:spPr>
        <p:txBody>
          <a:bodyPr wrap="square" rtlCol="0">
            <a:spAutoFit/>
          </a:bodyPr>
          <a:lstStyle/>
          <a:p>
            <a:pPr algn="ctr"/>
            <a:r>
              <a:rPr lang="en-US" sz="1400" i="1" dirty="0"/>
              <a:t>Afferent art</a:t>
            </a:r>
          </a:p>
        </p:txBody>
      </p:sp>
      <p:sp>
        <p:nvSpPr>
          <p:cNvPr id="89" name="Renal artery">
            <a:extLst>
              <a:ext uri="{FF2B5EF4-FFF2-40B4-BE49-F238E27FC236}">
                <a16:creationId xmlns:a16="http://schemas.microsoft.com/office/drawing/2014/main" id="{47EF3EDA-68D3-4571-896C-E7E405C42C12}"/>
              </a:ext>
            </a:extLst>
          </p:cNvPr>
          <p:cNvSpPr txBox="1"/>
          <p:nvPr/>
        </p:nvSpPr>
        <p:spPr>
          <a:xfrm>
            <a:off x="8110298" y="3807595"/>
            <a:ext cx="1314678" cy="307777"/>
          </a:xfrm>
          <a:prstGeom prst="rect">
            <a:avLst/>
          </a:prstGeom>
          <a:noFill/>
        </p:spPr>
        <p:txBody>
          <a:bodyPr wrap="square" rtlCol="0">
            <a:spAutoFit/>
          </a:bodyPr>
          <a:lstStyle/>
          <a:p>
            <a:pPr algn="ctr"/>
            <a:r>
              <a:rPr lang="en-US" sz="1400" i="1" dirty="0"/>
              <a:t>Efferent art</a:t>
            </a:r>
          </a:p>
        </p:txBody>
      </p:sp>
      <p:sp>
        <p:nvSpPr>
          <p:cNvPr id="8" name="Rectangle: Rounded Corners 7">
            <a:hlinkClick r:id="rId3" action="ppaction://hlinksldjump"/>
            <a:extLst>
              <a:ext uri="{FF2B5EF4-FFF2-40B4-BE49-F238E27FC236}">
                <a16:creationId xmlns:a16="http://schemas.microsoft.com/office/drawing/2014/main" id="{F4D2E896-FB67-4E93-89F5-E1CAD4A9428D}"/>
              </a:ext>
            </a:extLst>
          </p:cNvPr>
          <p:cNvSpPr/>
          <p:nvPr/>
        </p:nvSpPr>
        <p:spPr>
          <a:xfrm>
            <a:off x="10005823" y="5921727"/>
            <a:ext cx="1546768" cy="783193"/>
          </a:xfrm>
          <a:prstGeom prst="roundRect">
            <a:avLst/>
          </a:prstGeom>
          <a:ln w="38100">
            <a:solidFill>
              <a:schemeClr val="tx1"/>
            </a:solidFill>
          </a:ln>
          <a:effectLst>
            <a:outerShdw blurRad="50800" dist="38100" dir="8100000" algn="tr"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nchor="ctr">
            <a:spAutoFit/>
          </a:bodyPr>
          <a:lstStyle/>
          <a:p>
            <a:pPr algn="ctr"/>
            <a:r>
              <a:rPr lang="en-US" sz="2000" dirty="0"/>
              <a:t>Back to Main Board</a:t>
            </a:r>
          </a:p>
        </p:txBody>
      </p:sp>
      <p:sp>
        <p:nvSpPr>
          <p:cNvPr id="10" name="Arc 9">
            <a:extLst>
              <a:ext uri="{FF2B5EF4-FFF2-40B4-BE49-F238E27FC236}">
                <a16:creationId xmlns:a16="http://schemas.microsoft.com/office/drawing/2014/main" id="{D6C24511-748D-414B-B791-B9EB678791BC}"/>
              </a:ext>
            </a:extLst>
          </p:cNvPr>
          <p:cNvSpPr/>
          <p:nvPr/>
        </p:nvSpPr>
        <p:spPr>
          <a:xfrm rot="5682270">
            <a:off x="3854230" y="3479032"/>
            <a:ext cx="914400" cy="914400"/>
          </a:xfrm>
          <a:prstGeom prst="arc">
            <a:avLst>
              <a:gd name="adj1" fmla="val 16200000"/>
              <a:gd name="adj2" fmla="val 5173307"/>
            </a:avLst>
          </a:prstGeom>
          <a:solidFill>
            <a:schemeClr val="accent6">
              <a:lumMod val="75000"/>
            </a:schemeClr>
          </a:solidFill>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chemeClr val="bg1"/>
              </a:solidFill>
            </a:endParaRPr>
          </a:p>
        </p:txBody>
      </p:sp>
      <p:sp>
        <p:nvSpPr>
          <p:cNvPr id="11" name="Arrow: Right 10">
            <a:extLst>
              <a:ext uri="{FF2B5EF4-FFF2-40B4-BE49-F238E27FC236}">
                <a16:creationId xmlns:a16="http://schemas.microsoft.com/office/drawing/2014/main" id="{37832533-B594-4EFB-8315-080772D4CCE3}"/>
              </a:ext>
            </a:extLst>
          </p:cNvPr>
          <p:cNvSpPr/>
          <p:nvPr/>
        </p:nvSpPr>
        <p:spPr>
          <a:xfrm rot="232290">
            <a:off x="6469668" y="4213976"/>
            <a:ext cx="228104" cy="183795"/>
          </a:xfrm>
          <a:prstGeom prst="rightArrow">
            <a:avLst/>
          </a:prstGeom>
          <a:solidFill>
            <a:schemeClr val="accent6">
              <a:lumMod val="75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94" name="Arrow: Right 93">
            <a:extLst>
              <a:ext uri="{FF2B5EF4-FFF2-40B4-BE49-F238E27FC236}">
                <a16:creationId xmlns:a16="http://schemas.microsoft.com/office/drawing/2014/main" id="{B8322683-02C0-4A54-BD4D-08CEBB23D6D5}"/>
              </a:ext>
            </a:extLst>
          </p:cNvPr>
          <p:cNvSpPr/>
          <p:nvPr/>
        </p:nvSpPr>
        <p:spPr>
          <a:xfrm rot="17761032">
            <a:off x="6715687" y="4674702"/>
            <a:ext cx="232175" cy="199993"/>
          </a:xfrm>
          <a:prstGeom prst="rightArrow">
            <a:avLst/>
          </a:prstGeom>
          <a:solidFill>
            <a:schemeClr val="accent6">
              <a:lumMod val="75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95" name="Arrow: Right 94">
            <a:extLst>
              <a:ext uri="{FF2B5EF4-FFF2-40B4-BE49-F238E27FC236}">
                <a16:creationId xmlns:a16="http://schemas.microsoft.com/office/drawing/2014/main" id="{CBC611A3-7864-4DEE-8273-44280E3F920B}"/>
              </a:ext>
            </a:extLst>
          </p:cNvPr>
          <p:cNvSpPr/>
          <p:nvPr/>
        </p:nvSpPr>
        <p:spPr>
          <a:xfrm rot="17761032">
            <a:off x="6890844" y="4786545"/>
            <a:ext cx="269933" cy="226830"/>
          </a:xfrm>
          <a:prstGeom prst="rightArrow">
            <a:avLst/>
          </a:prstGeom>
          <a:solidFill>
            <a:schemeClr val="accent6">
              <a:lumMod val="75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6D453E8-7E55-4C9E-96AD-6C0D393C1F07}"/>
              </a:ext>
            </a:extLst>
          </p:cNvPr>
          <p:cNvSpPr txBox="1"/>
          <p:nvPr/>
        </p:nvSpPr>
        <p:spPr>
          <a:xfrm>
            <a:off x="4110362" y="4487346"/>
            <a:ext cx="423775" cy="400110"/>
          </a:xfrm>
          <a:prstGeom prst="rect">
            <a:avLst/>
          </a:prstGeom>
          <a:noFill/>
        </p:spPr>
        <p:txBody>
          <a:bodyPr wrap="square" rtlCol="0">
            <a:spAutoFit/>
          </a:bodyPr>
          <a:lstStyle/>
          <a:p>
            <a:pPr algn="ctr"/>
            <a:r>
              <a:rPr lang="en-US" sz="2000" b="1" dirty="0">
                <a:solidFill>
                  <a:schemeClr val="accent6">
                    <a:lumMod val="75000"/>
                  </a:schemeClr>
                </a:solidFill>
              </a:rPr>
              <a:t>1</a:t>
            </a:r>
          </a:p>
        </p:txBody>
      </p:sp>
      <p:sp>
        <p:nvSpPr>
          <p:cNvPr id="97" name="TextBox 96">
            <a:extLst>
              <a:ext uri="{FF2B5EF4-FFF2-40B4-BE49-F238E27FC236}">
                <a16:creationId xmlns:a16="http://schemas.microsoft.com/office/drawing/2014/main" id="{9C17B91B-C5F1-4C90-89A2-58DCC9D3017C}"/>
              </a:ext>
            </a:extLst>
          </p:cNvPr>
          <p:cNvSpPr txBox="1"/>
          <p:nvPr/>
        </p:nvSpPr>
        <p:spPr>
          <a:xfrm>
            <a:off x="6079715" y="4079070"/>
            <a:ext cx="423775" cy="400110"/>
          </a:xfrm>
          <a:prstGeom prst="rect">
            <a:avLst/>
          </a:prstGeom>
          <a:noFill/>
        </p:spPr>
        <p:txBody>
          <a:bodyPr wrap="square" rtlCol="0">
            <a:spAutoFit/>
          </a:bodyPr>
          <a:lstStyle/>
          <a:p>
            <a:pPr algn="ctr"/>
            <a:r>
              <a:rPr lang="en-US" sz="2000" b="1" dirty="0">
                <a:solidFill>
                  <a:schemeClr val="accent6">
                    <a:lumMod val="75000"/>
                  </a:schemeClr>
                </a:solidFill>
              </a:rPr>
              <a:t>2</a:t>
            </a:r>
          </a:p>
        </p:txBody>
      </p:sp>
      <p:sp>
        <p:nvSpPr>
          <p:cNvPr id="98" name="TextBox 97">
            <a:extLst>
              <a:ext uri="{FF2B5EF4-FFF2-40B4-BE49-F238E27FC236}">
                <a16:creationId xmlns:a16="http://schemas.microsoft.com/office/drawing/2014/main" id="{EB99AAF6-C1B9-47EE-843F-C5A62BA7CCEC}"/>
              </a:ext>
            </a:extLst>
          </p:cNvPr>
          <p:cNvSpPr txBox="1"/>
          <p:nvPr/>
        </p:nvSpPr>
        <p:spPr>
          <a:xfrm>
            <a:off x="6565951" y="4905238"/>
            <a:ext cx="423775" cy="400110"/>
          </a:xfrm>
          <a:prstGeom prst="rect">
            <a:avLst/>
          </a:prstGeom>
          <a:noFill/>
        </p:spPr>
        <p:txBody>
          <a:bodyPr wrap="square" rtlCol="0">
            <a:spAutoFit/>
          </a:bodyPr>
          <a:lstStyle/>
          <a:p>
            <a:pPr algn="ctr"/>
            <a:r>
              <a:rPr lang="en-US" sz="2000" b="1" dirty="0">
                <a:solidFill>
                  <a:schemeClr val="accent6">
                    <a:lumMod val="75000"/>
                  </a:schemeClr>
                </a:solidFill>
              </a:rPr>
              <a:t>3</a:t>
            </a:r>
          </a:p>
        </p:txBody>
      </p:sp>
      <p:sp>
        <p:nvSpPr>
          <p:cNvPr id="102" name="TextBox 101">
            <a:extLst>
              <a:ext uri="{FF2B5EF4-FFF2-40B4-BE49-F238E27FC236}">
                <a16:creationId xmlns:a16="http://schemas.microsoft.com/office/drawing/2014/main" id="{DAD2440F-54FA-4216-90C6-4A95C1891931}"/>
              </a:ext>
            </a:extLst>
          </p:cNvPr>
          <p:cNvSpPr txBox="1"/>
          <p:nvPr/>
        </p:nvSpPr>
        <p:spPr>
          <a:xfrm>
            <a:off x="1012256" y="363707"/>
            <a:ext cx="3251902" cy="707886"/>
          </a:xfrm>
          <a:prstGeom prst="rect">
            <a:avLst/>
          </a:prstGeom>
          <a:noFill/>
        </p:spPr>
        <p:txBody>
          <a:bodyPr wrap="square">
            <a:spAutoFit/>
          </a:bodyPr>
          <a:lstStyle/>
          <a:p>
            <a:pPr algn="ctr"/>
            <a:r>
              <a:rPr lang="en-US" sz="2000" b="1" u="sng" dirty="0">
                <a:sym typeface="Wingdings" panose="05000000000000000000" pitchFamily="2" charset="2"/>
              </a:rPr>
              <a:t>Decreased </a:t>
            </a:r>
            <a:r>
              <a:rPr lang="en-US" sz="2000" b="1" u="sng" dirty="0"/>
              <a:t>Effective Arterial Blood Volume (EABV)</a:t>
            </a:r>
          </a:p>
        </p:txBody>
      </p:sp>
      <p:sp>
        <p:nvSpPr>
          <p:cNvPr id="190" name="TextBox 189">
            <a:extLst>
              <a:ext uri="{FF2B5EF4-FFF2-40B4-BE49-F238E27FC236}">
                <a16:creationId xmlns:a16="http://schemas.microsoft.com/office/drawing/2014/main" id="{0DD76F48-9CAB-47D3-9EE1-F6953F1A404A}"/>
              </a:ext>
            </a:extLst>
          </p:cNvPr>
          <p:cNvSpPr txBox="1"/>
          <p:nvPr/>
        </p:nvSpPr>
        <p:spPr>
          <a:xfrm>
            <a:off x="2673602" y="4887456"/>
            <a:ext cx="2800754" cy="707886"/>
          </a:xfrm>
          <a:prstGeom prst="rect">
            <a:avLst/>
          </a:prstGeom>
          <a:solidFill>
            <a:schemeClr val="bg1"/>
          </a:solidFill>
        </p:spPr>
        <p:txBody>
          <a:bodyPr wrap="square" rtlCol="0">
            <a:spAutoFit/>
          </a:bodyPr>
          <a:lstStyle/>
          <a:p>
            <a:pPr algn="ctr"/>
            <a:r>
              <a:rPr lang="en-US" sz="2000" b="1" u="sng" dirty="0">
                <a:sym typeface="Wingdings" panose="05000000000000000000" pitchFamily="2" charset="2"/>
              </a:rPr>
              <a:t>Altered vasculature </a:t>
            </a:r>
          </a:p>
          <a:p>
            <a:pPr algn="ctr"/>
            <a:r>
              <a:rPr lang="en-US" sz="2000" b="1" u="sng" dirty="0">
                <a:sym typeface="Wingdings" panose="05000000000000000000" pitchFamily="2" charset="2"/>
              </a:rPr>
              <a:t>(external to kidney) </a:t>
            </a:r>
            <a:endParaRPr lang="en-US" sz="2000" b="1" u="sng" dirty="0">
              <a:solidFill>
                <a:schemeClr val="accent6">
                  <a:lumMod val="75000"/>
                </a:schemeClr>
              </a:solidFill>
              <a:sym typeface="Wingdings" panose="05000000000000000000" pitchFamily="2" charset="2"/>
            </a:endParaRPr>
          </a:p>
        </p:txBody>
      </p:sp>
      <p:sp>
        <p:nvSpPr>
          <p:cNvPr id="17" name="Right Brace 16">
            <a:extLst>
              <a:ext uri="{FF2B5EF4-FFF2-40B4-BE49-F238E27FC236}">
                <a16:creationId xmlns:a16="http://schemas.microsoft.com/office/drawing/2014/main" id="{2C5AD0E0-8D07-4BDF-8E06-CEC5661E1EC4}"/>
              </a:ext>
            </a:extLst>
          </p:cNvPr>
          <p:cNvSpPr/>
          <p:nvPr/>
        </p:nvSpPr>
        <p:spPr>
          <a:xfrm>
            <a:off x="10259967" y="1289585"/>
            <a:ext cx="45719" cy="403083"/>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08" name="Right Brace 107">
            <a:extLst>
              <a:ext uri="{FF2B5EF4-FFF2-40B4-BE49-F238E27FC236}">
                <a16:creationId xmlns:a16="http://schemas.microsoft.com/office/drawing/2014/main" id="{5F478D34-C290-4194-A59D-5C28CCC84967}"/>
              </a:ext>
            </a:extLst>
          </p:cNvPr>
          <p:cNvSpPr/>
          <p:nvPr/>
        </p:nvSpPr>
        <p:spPr>
          <a:xfrm>
            <a:off x="10259966" y="1827685"/>
            <a:ext cx="45719" cy="392505"/>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6" name="renal artery text">
            <a:extLst>
              <a:ext uri="{FF2B5EF4-FFF2-40B4-BE49-F238E27FC236}">
                <a16:creationId xmlns:a16="http://schemas.microsoft.com/office/drawing/2014/main" id="{1515F12E-9E06-4B1C-9589-91BB4CACAC0A}"/>
              </a:ext>
            </a:extLst>
          </p:cNvPr>
          <p:cNvSpPr txBox="1"/>
          <p:nvPr/>
        </p:nvSpPr>
        <p:spPr>
          <a:xfrm>
            <a:off x="5157563" y="2379098"/>
            <a:ext cx="2216716" cy="646331"/>
          </a:xfrm>
          <a:prstGeom prst="rect">
            <a:avLst/>
          </a:prstGeom>
          <a:noFill/>
        </p:spPr>
        <p:txBody>
          <a:bodyPr wrap="square" rtlCol="0">
            <a:spAutoFit/>
          </a:bodyPr>
          <a:lstStyle/>
          <a:p>
            <a:r>
              <a:rPr lang="en-US" sz="1200" dirty="0"/>
              <a:t>Key point: Renal artery stenosis is chronic and renal artery thrombosis is exceedingly rare</a:t>
            </a:r>
          </a:p>
        </p:txBody>
      </p:sp>
      <p:sp>
        <p:nvSpPr>
          <p:cNvPr id="7" name="TextBox 6">
            <a:extLst>
              <a:ext uri="{FF2B5EF4-FFF2-40B4-BE49-F238E27FC236}">
                <a16:creationId xmlns:a16="http://schemas.microsoft.com/office/drawing/2014/main" id="{0ABBA444-2CEF-46E6-ABD1-C470CD3C97B7}"/>
              </a:ext>
            </a:extLst>
          </p:cNvPr>
          <p:cNvSpPr txBox="1"/>
          <p:nvPr/>
        </p:nvSpPr>
        <p:spPr>
          <a:xfrm>
            <a:off x="4405131" y="756140"/>
            <a:ext cx="2673555" cy="1323439"/>
          </a:xfrm>
          <a:prstGeom prst="rect">
            <a:avLst/>
          </a:prstGeom>
          <a:ln>
            <a:solidFill>
              <a:srgbClr val="C0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600" b="1" dirty="0"/>
              <a:t>Diagnosis typically made by </a:t>
            </a:r>
          </a:p>
          <a:p>
            <a:pPr marL="228600" indent="-228600">
              <a:buAutoNum type="arabicPeriod"/>
            </a:pPr>
            <a:r>
              <a:rPr lang="en-US" sz="1600" dirty="0"/>
              <a:t>A suggestive history</a:t>
            </a:r>
          </a:p>
          <a:p>
            <a:pPr marL="228600" indent="-228600">
              <a:buAutoNum type="arabicPeriod"/>
            </a:pPr>
            <a:r>
              <a:rPr lang="en-US" sz="1600" dirty="0"/>
              <a:t>Bland urinalysis</a:t>
            </a:r>
          </a:p>
          <a:p>
            <a:pPr marL="228600" indent="-228600">
              <a:buAutoNum type="arabicPeriod"/>
            </a:pPr>
            <a:r>
              <a:rPr lang="en-US" sz="1600" dirty="0"/>
              <a:t>Absence of hydronephrosis </a:t>
            </a:r>
          </a:p>
          <a:p>
            <a:pPr marL="228600" indent="-228600">
              <a:buAutoNum type="arabicPeriod"/>
            </a:pPr>
            <a:r>
              <a:rPr lang="en-US" sz="1600" dirty="0" err="1"/>
              <a:t>FeNa</a:t>
            </a:r>
            <a:r>
              <a:rPr lang="en-US" sz="1600" dirty="0"/>
              <a:t> &lt;1% (if oliguric)</a:t>
            </a:r>
          </a:p>
        </p:txBody>
      </p:sp>
      <p:pic>
        <p:nvPicPr>
          <p:cNvPr id="9" name="Star-renal artery" descr="Badge New">
            <a:extLst>
              <a:ext uri="{FF2B5EF4-FFF2-40B4-BE49-F238E27FC236}">
                <a16:creationId xmlns:a16="http://schemas.microsoft.com/office/drawing/2014/main" id="{39AEBADD-A580-4DA3-A7C3-E8E4F4CA465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46368" y="2458283"/>
            <a:ext cx="457200" cy="457200"/>
          </a:xfrm>
          <a:prstGeom prst="rect">
            <a:avLst/>
          </a:prstGeom>
          <a:effectLst>
            <a:outerShdw blurRad="50800" dist="38100" dir="8100000" algn="tr" rotWithShape="0">
              <a:prstClr val="black">
                <a:alpha val="40000"/>
              </a:prstClr>
            </a:outerShdw>
          </a:effectLst>
        </p:spPr>
      </p:pic>
      <p:grpSp>
        <p:nvGrpSpPr>
          <p:cNvPr id="75" name="Clikc here">
            <a:extLst>
              <a:ext uri="{FF2B5EF4-FFF2-40B4-BE49-F238E27FC236}">
                <a16:creationId xmlns:a16="http://schemas.microsoft.com/office/drawing/2014/main" id="{E9AC1A05-D237-44BC-AFDF-BBF41660E850}"/>
              </a:ext>
            </a:extLst>
          </p:cNvPr>
          <p:cNvGrpSpPr/>
          <p:nvPr/>
        </p:nvGrpSpPr>
        <p:grpSpPr>
          <a:xfrm>
            <a:off x="4012864" y="2485989"/>
            <a:ext cx="733504" cy="276999"/>
            <a:chOff x="3086912" y="654022"/>
            <a:chExt cx="1023271" cy="276999"/>
          </a:xfrm>
        </p:grpSpPr>
        <p:cxnSp>
          <p:nvCxnSpPr>
            <p:cNvPr id="76" name="Straight Arrow Connector 75">
              <a:extLst>
                <a:ext uri="{FF2B5EF4-FFF2-40B4-BE49-F238E27FC236}">
                  <a16:creationId xmlns:a16="http://schemas.microsoft.com/office/drawing/2014/main" id="{4C3D300E-4E14-4A2B-B2CB-B661434FAFFA}"/>
                </a:ext>
              </a:extLst>
            </p:cNvPr>
            <p:cNvCxnSpPr>
              <a:cxnSpLocks/>
              <a:stCxn id="77" idx="3"/>
              <a:endCxn id="9" idx="1"/>
            </p:cNvCxnSpPr>
            <p:nvPr/>
          </p:nvCxnSpPr>
          <p:spPr>
            <a:xfrm>
              <a:off x="3814113" y="792522"/>
              <a:ext cx="296070" cy="62394"/>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sp>
          <p:nvSpPr>
            <p:cNvPr id="77" name="TextBox 76">
              <a:extLst>
                <a:ext uri="{FF2B5EF4-FFF2-40B4-BE49-F238E27FC236}">
                  <a16:creationId xmlns:a16="http://schemas.microsoft.com/office/drawing/2014/main" id="{179443CE-6AF0-4528-B245-8C443BB4D77B}"/>
                </a:ext>
              </a:extLst>
            </p:cNvPr>
            <p:cNvSpPr txBox="1"/>
            <p:nvPr/>
          </p:nvSpPr>
          <p:spPr>
            <a:xfrm>
              <a:off x="3086912" y="654022"/>
              <a:ext cx="727201" cy="276999"/>
            </a:xfrm>
            <a:prstGeom prst="rect">
              <a:avLst/>
            </a:prstGeom>
            <a:noFill/>
          </p:spPr>
          <p:txBody>
            <a:bodyPr wrap="square" rtlCol="0">
              <a:spAutoFit/>
            </a:bodyPr>
            <a:lstStyle/>
            <a:p>
              <a:pPr algn="ctr"/>
              <a:r>
                <a:rPr lang="en-US" altLang="zh-CN" sz="1200" dirty="0"/>
                <a:t>Click</a:t>
              </a:r>
              <a:endParaRPr lang="en-US" sz="1200" dirty="0"/>
            </a:p>
          </p:txBody>
        </p:sp>
      </p:grpSp>
    </p:spTree>
    <p:extLst>
      <p:ext uri="{BB962C8B-B14F-4D97-AF65-F5344CB8AC3E}">
        <p14:creationId xmlns:p14="http://schemas.microsoft.com/office/powerpoint/2010/main" val="3548116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4"/>
                                        </p:tgtEl>
                                        <p:attrNameLst>
                                          <p:attrName>style.visibility</p:attrName>
                                        </p:attrNameLst>
                                      </p:cBhvr>
                                      <p:to>
                                        <p:strVal val="visible"/>
                                      </p:to>
                                    </p:set>
                                  </p:childTnLst>
                                </p:cTn>
                              </p:par>
                              <p:par>
                                <p:cTn id="9" presetID="1" presetClass="exit" presetSubtype="0" fill="hold" nodeType="withEffect">
                                  <p:stCondLst>
                                    <p:cond delay="0"/>
                                  </p:stCondLst>
                                  <p:childTnLst>
                                    <p:set>
                                      <p:cBhvr>
                                        <p:cTn id="10" dur="1" fill="hold">
                                          <p:stCondLst>
                                            <p:cond delay="0"/>
                                          </p:stCondLst>
                                        </p:cTn>
                                        <p:tgtEl>
                                          <p:spTgt spid="37"/>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7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3" restart="whenNotActive" fill="hold" evtFilter="cancelBubble" nodeType="interactiveSeq">
                <p:stCondLst>
                  <p:cond evt="onClick" delay="0">
                    <p:tgtEl>
                      <p:spTgt spid="62"/>
                    </p:tgtEl>
                  </p:cond>
                </p:stCondLst>
                <p:endSync evt="end" delay="0">
                  <p:rtn val="all"/>
                </p:endSync>
                <p:childTnLst>
                  <p:par>
                    <p:cTn id="14" fill="hold">
                      <p:stCondLst>
                        <p:cond delay="0"/>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85"/>
                                        </p:tgtEl>
                                        <p:attrNameLst>
                                          <p:attrName>style.visibility</p:attrName>
                                        </p:attrNameLst>
                                      </p:cBhvr>
                                      <p:to>
                                        <p:strVal val="visible"/>
                                      </p:to>
                                    </p:set>
                                  </p:childTnLst>
                                </p:cTn>
                              </p:par>
                            </p:childTnLst>
                          </p:cTn>
                        </p:par>
                      </p:childTnLst>
                    </p:cTn>
                  </p:par>
                </p:childTnLst>
              </p:cTn>
              <p:nextCondLst>
                <p:cond evt="onClick" delay="0">
                  <p:tgtEl>
                    <p:spTgt spid="62"/>
                  </p:tgtEl>
                </p:cond>
              </p:nextCondLst>
            </p:seq>
            <p:seq concurrent="1" nextAc="seek">
              <p:cTn id="20" restart="whenNotActive" fill="hold" evtFilter="cancelBubble" nodeType="interactiveSeq">
                <p:stCondLst>
                  <p:cond evt="onClick" delay="0">
                    <p:tgtEl>
                      <p:spTgt spid="66"/>
                    </p:tgtEl>
                  </p:cond>
                </p:stCondLst>
                <p:endSync evt="end" delay="0">
                  <p:rtn val="all"/>
                </p:endSync>
                <p:childTnLst>
                  <p:par>
                    <p:cTn id="21" fill="hold">
                      <p:stCondLst>
                        <p:cond delay="0"/>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nextCondLst>
                <p:cond evt="onClick" delay="0">
                  <p:tgtEl>
                    <p:spTgt spid="66"/>
                  </p:tgtEl>
                </p:cond>
              </p:nextCondLst>
            </p:seq>
            <p:seq concurrent="1" nextAc="seek">
              <p:cTn id="27" restart="whenNotActive" fill="hold" evtFilter="cancelBubble" nodeType="interactiveSeq">
                <p:stCondLst>
                  <p:cond evt="onClick" delay="0">
                    <p:tgtEl>
                      <p:spTgt spid="84"/>
                    </p:tgtEl>
                  </p:cond>
                </p:stCondLst>
                <p:endSync evt="end" delay="0">
                  <p:rtn val="all"/>
                </p:endSync>
                <p:childTnLst>
                  <p:par>
                    <p:cTn id="28" fill="hold">
                      <p:stCondLst>
                        <p:cond delay="0"/>
                      </p:stCondLst>
                      <p:childTnLst>
                        <p:par>
                          <p:cTn id="29" fill="hold">
                            <p:stCondLst>
                              <p:cond delay="0"/>
                            </p:stCondLst>
                            <p:childTnLst>
                              <p:par>
                                <p:cTn id="30" presetID="1" presetClass="exit" presetSubtype="0" fill="hold" grpId="1" nodeType="clickEffect">
                                  <p:stCondLst>
                                    <p:cond delay="0"/>
                                  </p:stCondLst>
                                  <p:childTnLst>
                                    <p:set>
                                      <p:cBhvr>
                                        <p:cTn id="31" dur="1" fill="hold">
                                          <p:stCondLst>
                                            <p:cond delay="0"/>
                                          </p:stCondLst>
                                        </p:cTn>
                                        <p:tgtEl>
                                          <p:spTgt spid="2"/>
                                        </p:tgtEl>
                                        <p:attrNameLst>
                                          <p:attrName>style.visibility</p:attrName>
                                        </p:attrNameLst>
                                      </p:cBhvr>
                                      <p:to>
                                        <p:strVal val="hidden"/>
                                      </p:to>
                                    </p:set>
                                  </p:childTnLst>
                                </p:cTn>
                              </p:par>
                              <p:par>
                                <p:cTn id="32" presetID="1" presetClass="exit" presetSubtype="0" fill="hold" grpId="1" nodeType="withEffect">
                                  <p:stCondLst>
                                    <p:cond delay="0"/>
                                  </p:stCondLst>
                                  <p:childTnLst>
                                    <p:set>
                                      <p:cBhvr>
                                        <p:cTn id="33" dur="1" fill="hold">
                                          <p:stCondLst>
                                            <p:cond delay="0"/>
                                          </p:stCondLst>
                                        </p:cTn>
                                        <p:tgtEl>
                                          <p:spTgt spid="84"/>
                                        </p:tgtEl>
                                        <p:attrNameLst>
                                          <p:attrName>style.visibility</p:attrName>
                                        </p:attrNameLst>
                                      </p:cBhvr>
                                      <p:to>
                                        <p:strVal val="hidden"/>
                                      </p:to>
                                    </p:set>
                                  </p:childTnLst>
                                </p:cTn>
                              </p:par>
                              <p:par>
                                <p:cTn id="34" presetID="1" presetClass="exit" presetSubtype="0" fill="hold" grpId="0" nodeType="withEffect">
                                  <p:stCondLst>
                                    <p:cond delay="0"/>
                                  </p:stCondLst>
                                  <p:childTnLst>
                                    <p:set>
                                      <p:cBhvr>
                                        <p:cTn id="35" dur="1" fill="hold">
                                          <p:stCondLst>
                                            <p:cond delay="0"/>
                                          </p:stCondLst>
                                        </p:cTn>
                                        <p:tgtEl>
                                          <p:spTgt spid="79"/>
                                        </p:tgtEl>
                                        <p:attrNameLst>
                                          <p:attrName>style.visibility</p:attrName>
                                        </p:attrNameLst>
                                      </p:cBhvr>
                                      <p:to>
                                        <p:strVal val="hidden"/>
                                      </p:to>
                                    </p:set>
                                  </p:childTnLst>
                                </p:cTn>
                              </p:par>
                              <p:par>
                                <p:cTn id="36" presetID="1" presetClass="entr" presetSubtype="0" fill="hold" grpId="0" nodeType="withEffect">
                                  <p:stCondLst>
                                    <p:cond delay="0"/>
                                  </p:stCondLst>
                                  <p:childTnLst>
                                    <p:set>
                                      <p:cBhvr>
                                        <p:cTn id="37" dur="1" fill="hold">
                                          <p:stCondLst>
                                            <p:cond delay="0"/>
                                          </p:stCondLst>
                                        </p:cTn>
                                        <p:tgtEl>
                                          <p:spTgt spid="80"/>
                                        </p:tgtEl>
                                        <p:attrNameLst>
                                          <p:attrName>style.visibility</p:attrName>
                                        </p:attrNameLst>
                                      </p:cBhvr>
                                      <p:to>
                                        <p:strVal val="visible"/>
                                      </p:to>
                                    </p:set>
                                  </p:childTnLst>
                                </p:cTn>
                              </p:par>
                            </p:childTnLst>
                          </p:cTn>
                        </p:par>
                      </p:childTnLst>
                    </p:cTn>
                  </p:par>
                </p:childTnLst>
              </p:cTn>
              <p:nextCondLst>
                <p:cond evt="onClick" delay="0">
                  <p:tgtEl>
                    <p:spTgt spid="84"/>
                  </p:tgtEl>
                </p:cond>
              </p:nextCondLst>
            </p:seq>
            <p:seq concurrent="1" nextAc="seek">
              <p:cTn id="38" restart="whenNotActive" fill="hold" evtFilter="cancelBubble" nodeType="interactiveSeq">
                <p:stCondLst>
                  <p:cond evt="onClick" delay="0">
                    <p:tgtEl>
                      <p:spTgt spid="85"/>
                    </p:tgtEl>
                  </p:cond>
                </p:stCondLst>
                <p:endSync evt="end" delay="0">
                  <p:rtn val="all"/>
                </p:endSync>
                <p:childTnLst>
                  <p:par>
                    <p:cTn id="39" fill="hold">
                      <p:stCondLst>
                        <p:cond delay="0"/>
                      </p:stCondLst>
                      <p:childTnLst>
                        <p:par>
                          <p:cTn id="40" fill="hold">
                            <p:stCondLst>
                              <p:cond delay="0"/>
                            </p:stCondLst>
                            <p:childTnLst>
                              <p:par>
                                <p:cTn id="41" presetID="1" presetClass="exit" presetSubtype="0" fill="hold" grpId="1" nodeType="clickEffect">
                                  <p:stCondLst>
                                    <p:cond delay="0"/>
                                  </p:stCondLst>
                                  <p:childTnLst>
                                    <p:set>
                                      <p:cBhvr>
                                        <p:cTn id="42" dur="1" fill="hold">
                                          <p:stCondLst>
                                            <p:cond delay="0"/>
                                          </p:stCondLst>
                                        </p:cTn>
                                        <p:tgtEl>
                                          <p:spTgt spid="4"/>
                                        </p:tgtEl>
                                        <p:attrNameLst>
                                          <p:attrName>style.visibility</p:attrName>
                                        </p:attrNameLst>
                                      </p:cBhvr>
                                      <p:to>
                                        <p:strVal val="hidden"/>
                                      </p:to>
                                    </p:set>
                                  </p:childTnLst>
                                </p:cTn>
                              </p:par>
                              <p:par>
                                <p:cTn id="43" presetID="1" presetClass="exit" presetSubtype="0" fill="hold" grpId="1" nodeType="withEffect">
                                  <p:stCondLst>
                                    <p:cond delay="0"/>
                                  </p:stCondLst>
                                  <p:childTnLst>
                                    <p:set>
                                      <p:cBhvr>
                                        <p:cTn id="44" dur="1" fill="hold">
                                          <p:stCondLst>
                                            <p:cond delay="0"/>
                                          </p:stCondLst>
                                        </p:cTn>
                                        <p:tgtEl>
                                          <p:spTgt spid="85"/>
                                        </p:tgtEl>
                                        <p:attrNameLst>
                                          <p:attrName>style.visibility</p:attrName>
                                        </p:attrNameLst>
                                      </p:cBhvr>
                                      <p:to>
                                        <p:strVal val="hidden"/>
                                      </p:to>
                                    </p:set>
                                  </p:childTnLst>
                                </p:cTn>
                              </p:par>
                              <p:par>
                                <p:cTn id="45" presetID="1" presetClass="exit" presetSubtype="0" fill="hold" grpId="0" nodeType="withEffect">
                                  <p:stCondLst>
                                    <p:cond delay="0"/>
                                  </p:stCondLst>
                                  <p:childTnLst>
                                    <p:set>
                                      <p:cBhvr>
                                        <p:cTn id="46" dur="1" fill="hold">
                                          <p:stCondLst>
                                            <p:cond delay="0"/>
                                          </p:stCondLst>
                                        </p:cTn>
                                        <p:tgtEl>
                                          <p:spTgt spid="62"/>
                                        </p:tgtEl>
                                        <p:attrNameLst>
                                          <p:attrName>style.visibility</p:attrName>
                                        </p:attrNameLst>
                                      </p:cBhvr>
                                      <p:to>
                                        <p:strVal val="hidden"/>
                                      </p:to>
                                    </p:set>
                                  </p:childTnLst>
                                </p:cTn>
                              </p:par>
                              <p:par>
                                <p:cTn id="47" presetID="1" presetClass="entr" presetSubtype="0" fill="hold" grpId="0" nodeType="withEffect">
                                  <p:stCondLst>
                                    <p:cond delay="0"/>
                                  </p:stCondLst>
                                  <p:childTnLst>
                                    <p:set>
                                      <p:cBhvr>
                                        <p:cTn id="48" dur="1" fill="hold">
                                          <p:stCondLst>
                                            <p:cond delay="0"/>
                                          </p:stCondLst>
                                        </p:cTn>
                                        <p:tgtEl>
                                          <p:spTgt spid="13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44"/>
                                        </p:tgtEl>
                                        <p:attrNameLst>
                                          <p:attrName>style.visibility</p:attrName>
                                        </p:attrNameLst>
                                      </p:cBhvr>
                                      <p:to>
                                        <p:strVal val="visible"/>
                                      </p:to>
                                    </p:set>
                                  </p:childTnLst>
                                </p:cTn>
                              </p:par>
                            </p:childTnLst>
                          </p:cTn>
                        </p:par>
                      </p:childTnLst>
                    </p:cTn>
                  </p:par>
                </p:childTnLst>
              </p:cTn>
              <p:nextCondLst>
                <p:cond evt="onClick" delay="0">
                  <p:tgtEl>
                    <p:spTgt spid="85"/>
                  </p:tgtEl>
                </p:cond>
              </p:nextCondLst>
            </p:seq>
            <p:seq concurrent="1" nextAc="seek">
              <p:cTn id="51" restart="whenNotActive" fill="hold" evtFilter="cancelBubble" nodeType="interactiveSeq">
                <p:stCondLst>
                  <p:cond evt="onClick" delay="0">
                    <p:tgtEl>
                      <p:spTgt spid="96"/>
                    </p:tgtEl>
                  </p:cond>
                </p:stCondLst>
                <p:endSync evt="end" delay="0">
                  <p:rtn val="all"/>
                </p:endSync>
                <p:childTnLst>
                  <p:par>
                    <p:cTn id="52" fill="hold">
                      <p:stCondLst>
                        <p:cond delay="0"/>
                      </p:stCondLst>
                      <p:childTnLst>
                        <p:par>
                          <p:cTn id="53" fill="hold">
                            <p:stCondLst>
                              <p:cond delay="0"/>
                            </p:stCondLst>
                            <p:childTnLst>
                              <p:par>
                                <p:cTn id="54" presetID="1" presetClass="exit" presetSubtype="0" fill="hold" grpId="1" nodeType="clickEffect">
                                  <p:stCondLst>
                                    <p:cond delay="0"/>
                                  </p:stCondLst>
                                  <p:childTnLst>
                                    <p:set>
                                      <p:cBhvr>
                                        <p:cTn id="55" dur="1" fill="hold">
                                          <p:stCondLst>
                                            <p:cond delay="0"/>
                                          </p:stCondLst>
                                        </p:cTn>
                                        <p:tgtEl>
                                          <p:spTgt spid="96"/>
                                        </p:tgtEl>
                                        <p:attrNameLst>
                                          <p:attrName>style.visibility</p:attrName>
                                        </p:attrNameLst>
                                      </p:cBhvr>
                                      <p:to>
                                        <p:strVal val="hidden"/>
                                      </p:to>
                                    </p:set>
                                  </p:childTnLst>
                                </p:cTn>
                              </p:par>
                              <p:par>
                                <p:cTn id="56" presetID="1" presetClass="exit" presetSubtype="0" fill="hold" grpId="1" nodeType="withEffect">
                                  <p:stCondLst>
                                    <p:cond delay="0"/>
                                  </p:stCondLst>
                                  <p:childTnLst>
                                    <p:set>
                                      <p:cBhvr>
                                        <p:cTn id="57" dur="1" fill="hold">
                                          <p:stCondLst>
                                            <p:cond delay="0"/>
                                          </p:stCondLst>
                                        </p:cTn>
                                        <p:tgtEl>
                                          <p:spTgt spid="5"/>
                                        </p:tgtEl>
                                        <p:attrNameLst>
                                          <p:attrName>style.visibility</p:attrName>
                                        </p:attrNameLst>
                                      </p:cBhvr>
                                      <p:to>
                                        <p:strVal val="hidden"/>
                                      </p:to>
                                    </p:set>
                                  </p:childTnLst>
                                </p:cTn>
                              </p:par>
                              <p:par>
                                <p:cTn id="58" presetID="1" presetClass="exit" presetSubtype="0" fill="hold" grpId="0" nodeType="withEffect">
                                  <p:stCondLst>
                                    <p:cond delay="0"/>
                                  </p:stCondLst>
                                  <p:childTnLst>
                                    <p:set>
                                      <p:cBhvr>
                                        <p:cTn id="59" dur="1" fill="hold">
                                          <p:stCondLst>
                                            <p:cond delay="0"/>
                                          </p:stCondLst>
                                        </p:cTn>
                                        <p:tgtEl>
                                          <p:spTgt spid="66"/>
                                        </p:tgtEl>
                                        <p:attrNameLst>
                                          <p:attrName>style.visibility</p:attrName>
                                        </p:attrNameLst>
                                      </p:cBhvr>
                                      <p:to>
                                        <p:strVal val="hidden"/>
                                      </p:to>
                                    </p:set>
                                  </p:childTnLst>
                                </p:cTn>
                              </p:par>
                              <p:par>
                                <p:cTn id="60" presetID="1" presetClass="entr" presetSubtype="0" fill="hold" grpId="0" nodeType="withEffect">
                                  <p:stCondLst>
                                    <p:cond delay="0"/>
                                  </p:stCondLst>
                                  <p:childTnLst>
                                    <p:set>
                                      <p:cBhvr>
                                        <p:cTn id="61" dur="1" fill="hold">
                                          <p:stCondLst>
                                            <p:cond delay="0"/>
                                          </p:stCondLst>
                                        </p:cTn>
                                        <p:tgtEl>
                                          <p:spTgt spid="68"/>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69"/>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67"/>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3"/>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136"/>
                                        </p:tgtEl>
                                        <p:attrNameLst>
                                          <p:attrName>style.visibility</p:attrName>
                                        </p:attrNameLst>
                                      </p:cBhvr>
                                      <p:to>
                                        <p:strVal val="visible"/>
                                      </p:to>
                                    </p:set>
                                  </p:childTnLst>
                                </p:cTn>
                              </p:par>
                            </p:childTnLst>
                          </p:cTn>
                        </p:par>
                      </p:childTnLst>
                    </p:cTn>
                  </p:par>
                </p:childTnLst>
              </p:cTn>
              <p:nextCondLst>
                <p:cond evt="onClick" delay="0">
                  <p:tgtEl>
                    <p:spTgt spid="96"/>
                  </p:tgtEl>
                </p:cond>
              </p:nextCondLst>
            </p:seq>
            <p:seq concurrent="1" nextAc="seek">
              <p:cTn id="70" restart="whenNotActive" fill="hold" evtFilter="cancelBubble" nodeType="interactiveSeq">
                <p:stCondLst>
                  <p:cond evt="onClick" delay="0">
                    <p:tgtEl>
                      <p:spTgt spid="69"/>
                    </p:tgtEl>
                  </p:cond>
                </p:stCondLst>
                <p:endSync evt="end" delay="0">
                  <p:rtn val="all"/>
                </p:endSync>
                <p:childTnLst>
                  <p:par>
                    <p:cTn id="71" fill="hold">
                      <p:stCondLst>
                        <p:cond delay="0"/>
                      </p:stCondLst>
                      <p:childTnLst>
                        <p:par>
                          <p:cTn id="72" fill="hold">
                            <p:stCondLst>
                              <p:cond delay="0"/>
                            </p:stCondLst>
                            <p:childTnLst>
                              <p:par>
                                <p:cTn id="73" presetID="1" presetClass="exit" presetSubtype="0" fill="hold" grpId="1" nodeType="clickEffect">
                                  <p:stCondLst>
                                    <p:cond delay="0"/>
                                  </p:stCondLst>
                                  <p:childTnLst>
                                    <p:set>
                                      <p:cBhvr>
                                        <p:cTn id="74" dur="1" fill="hold">
                                          <p:stCondLst>
                                            <p:cond delay="0"/>
                                          </p:stCondLst>
                                        </p:cTn>
                                        <p:tgtEl>
                                          <p:spTgt spid="69"/>
                                        </p:tgtEl>
                                        <p:attrNameLst>
                                          <p:attrName>style.visibility</p:attrName>
                                        </p:attrNameLst>
                                      </p:cBhvr>
                                      <p:to>
                                        <p:strVal val="hidden"/>
                                      </p:to>
                                    </p:set>
                                  </p:childTnLst>
                                </p:cTn>
                              </p:par>
                              <p:par>
                                <p:cTn id="75" presetID="1" presetClass="entr" presetSubtype="0" fill="hold" nodeType="withEffect">
                                  <p:stCondLst>
                                    <p:cond delay="0"/>
                                  </p:stCondLst>
                                  <p:childTnLst>
                                    <p:set>
                                      <p:cBhvr>
                                        <p:cTn id="76" dur="1" fill="hold">
                                          <p:stCondLst>
                                            <p:cond delay="0"/>
                                          </p:stCondLst>
                                        </p:cTn>
                                        <p:tgtEl>
                                          <p:spTgt spid="24"/>
                                        </p:tgtEl>
                                        <p:attrNameLst>
                                          <p:attrName>style.visibility</p:attrName>
                                        </p:attrNameLst>
                                      </p:cBhvr>
                                      <p:to>
                                        <p:strVal val="visible"/>
                                      </p:to>
                                    </p:set>
                                  </p:childTnLst>
                                </p:cTn>
                              </p:par>
                            </p:childTnLst>
                          </p:cTn>
                        </p:par>
                      </p:childTnLst>
                    </p:cTn>
                  </p:par>
                </p:childTnLst>
              </p:cTn>
              <p:nextCondLst>
                <p:cond evt="onClick" delay="0">
                  <p:tgtEl>
                    <p:spTgt spid="69"/>
                  </p:tgtEl>
                </p:cond>
              </p:nextCondLst>
            </p:seq>
            <p:seq concurrent="1" nextAc="seek">
              <p:cTn id="77" restart="whenNotActive" fill="hold" evtFilter="cancelBubble" nodeType="interactiveSeq">
                <p:stCondLst>
                  <p:cond evt="onClick" delay="0">
                    <p:tgtEl>
                      <p:spTgt spid="67"/>
                    </p:tgtEl>
                  </p:cond>
                </p:stCondLst>
                <p:endSync evt="end" delay="0">
                  <p:rtn val="all"/>
                </p:endSync>
                <p:childTnLst>
                  <p:par>
                    <p:cTn id="78" fill="hold">
                      <p:stCondLst>
                        <p:cond delay="0"/>
                      </p:stCondLst>
                      <p:childTnLst>
                        <p:par>
                          <p:cTn id="79" fill="hold">
                            <p:stCondLst>
                              <p:cond delay="0"/>
                            </p:stCondLst>
                            <p:childTnLst>
                              <p:par>
                                <p:cTn id="80" presetID="1" presetClass="exit" presetSubtype="0" fill="hold" grpId="1" nodeType="clickEffect">
                                  <p:stCondLst>
                                    <p:cond delay="0"/>
                                  </p:stCondLst>
                                  <p:childTnLst>
                                    <p:set>
                                      <p:cBhvr>
                                        <p:cTn id="81" dur="1" fill="hold">
                                          <p:stCondLst>
                                            <p:cond delay="0"/>
                                          </p:stCondLst>
                                        </p:cTn>
                                        <p:tgtEl>
                                          <p:spTgt spid="67"/>
                                        </p:tgtEl>
                                        <p:attrNameLst>
                                          <p:attrName>style.visibility</p:attrName>
                                        </p:attrNameLst>
                                      </p:cBhvr>
                                      <p:to>
                                        <p:strVal val="hidden"/>
                                      </p:to>
                                    </p:set>
                                  </p:childTnLst>
                                </p:cTn>
                              </p:par>
                              <p:par>
                                <p:cTn id="82" presetID="1" presetClass="entr" presetSubtype="0" fill="hold" nodeType="withEffect">
                                  <p:stCondLst>
                                    <p:cond delay="0"/>
                                  </p:stCondLst>
                                  <p:childTnLst>
                                    <p:set>
                                      <p:cBhvr>
                                        <p:cTn id="83" dur="1" fill="hold">
                                          <p:stCondLst>
                                            <p:cond delay="0"/>
                                          </p:stCondLst>
                                        </p:cTn>
                                        <p:tgtEl>
                                          <p:spTgt spid="26"/>
                                        </p:tgtEl>
                                        <p:attrNameLst>
                                          <p:attrName>style.visibility</p:attrName>
                                        </p:attrNameLst>
                                      </p:cBhvr>
                                      <p:to>
                                        <p:strVal val="visible"/>
                                      </p:to>
                                    </p:set>
                                  </p:childTnLst>
                                </p:cTn>
                              </p:par>
                            </p:childTnLst>
                          </p:cTn>
                        </p:par>
                      </p:childTnLst>
                    </p:cTn>
                  </p:par>
                </p:childTnLst>
              </p:cTn>
              <p:nextCondLst>
                <p:cond evt="onClick" delay="0">
                  <p:tgtEl>
                    <p:spTgt spid="67"/>
                  </p:tgtEl>
                </p:cond>
              </p:nextCondLst>
            </p:seq>
            <p:seq concurrent="1" nextAc="seek">
              <p:cTn id="84" restart="whenNotActive" fill="hold" evtFilter="cancelBubble" nodeType="interactiveSeq">
                <p:stCondLst>
                  <p:cond evt="onClick" delay="0">
                    <p:tgtEl>
                      <p:spTgt spid="68"/>
                    </p:tgtEl>
                  </p:cond>
                </p:stCondLst>
                <p:endSync evt="end" delay="0">
                  <p:rtn val="all"/>
                </p:endSync>
                <p:childTnLst>
                  <p:par>
                    <p:cTn id="85" fill="hold">
                      <p:stCondLst>
                        <p:cond delay="0"/>
                      </p:stCondLst>
                      <p:childTnLst>
                        <p:par>
                          <p:cTn id="86" fill="hold">
                            <p:stCondLst>
                              <p:cond delay="0"/>
                            </p:stCondLst>
                            <p:childTnLst>
                              <p:par>
                                <p:cTn id="87" presetID="1" presetClass="exit" presetSubtype="0" fill="hold" grpId="1" nodeType="clickEffect">
                                  <p:stCondLst>
                                    <p:cond delay="0"/>
                                  </p:stCondLst>
                                  <p:childTnLst>
                                    <p:set>
                                      <p:cBhvr>
                                        <p:cTn id="88" dur="1" fill="hold">
                                          <p:stCondLst>
                                            <p:cond delay="0"/>
                                          </p:stCondLst>
                                        </p:cTn>
                                        <p:tgtEl>
                                          <p:spTgt spid="68"/>
                                        </p:tgtEl>
                                        <p:attrNameLst>
                                          <p:attrName>style.visibility</p:attrName>
                                        </p:attrNameLst>
                                      </p:cBhvr>
                                      <p:to>
                                        <p:strVal val="hidden"/>
                                      </p:to>
                                    </p:set>
                                  </p:childTnLst>
                                </p:cTn>
                              </p:par>
                              <p:par>
                                <p:cTn id="89" presetID="1" presetClass="entr" presetSubtype="0" fill="hold" nodeType="withEffect">
                                  <p:stCondLst>
                                    <p:cond delay="0"/>
                                  </p:stCondLst>
                                  <p:childTnLst>
                                    <p:set>
                                      <p:cBhvr>
                                        <p:cTn id="90" dur="1" fill="hold">
                                          <p:stCondLst>
                                            <p:cond delay="0"/>
                                          </p:stCondLst>
                                        </p:cTn>
                                        <p:tgtEl>
                                          <p:spTgt spid="25"/>
                                        </p:tgtEl>
                                        <p:attrNameLst>
                                          <p:attrName>style.visibility</p:attrName>
                                        </p:attrNameLst>
                                      </p:cBhvr>
                                      <p:to>
                                        <p:strVal val="visible"/>
                                      </p:to>
                                    </p:set>
                                  </p:childTnLst>
                                </p:cTn>
                              </p:par>
                            </p:childTnLst>
                          </p:cTn>
                        </p:par>
                      </p:childTnLst>
                    </p:cTn>
                  </p:par>
                </p:childTnLst>
              </p:cTn>
              <p:nextCondLst>
                <p:cond evt="onClick" delay="0">
                  <p:tgtEl>
                    <p:spTgt spid="68"/>
                  </p:tgtEl>
                </p:cond>
              </p:nextCondLst>
            </p:seq>
            <p:seq concurrent="1" nextAc="seek">
              <p:cTn id="91" restart="whenNotActive" fill="hold" evtFilter="cancelBubble" nodeType="interactiveSeq">
                <p:stCondLst>
                  <p:cond evt="onClick" delay="0">
                    <p:tgtEl>
                      <p:spTgt spid="9"/>
                    </p:tgtEl>
                  </p:cond>
                </p:stCondLst>
                <p:endSync evt="end" delay="0">
                  <p:rtn val="all"/>
                </p:endSync>
                <p:childTnLst>
                  <p:par>
                    <p:cTn id="92" fill="hold">
                      <p:stCondLst>
                        <p:cond delay="0"/>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6"/>
                                        </p:tgtEl>
                                        <p:attrNameLst>
                                          <p:attrName>style.visibility</p:attrName>
                                        </p:attrNameLst>
                                      </p:cBhvr>
                                      <p:to>
                                        <p:strVal val="visible"/>
                                      </p:to>
                                    </p:set>
                                  </p:childTnLst>
                                </p:cTn>
                              </p:par>
                            </p:childTnLst>
                          </p:cTn>
                        </p:par>
                      </p:childTnLst>
                    </p:cTn>
                  </p:par>
                </p:childTnLst>
              </p:cTn>
              <p:nextCondLst>
                <p:cond evt="onClick" delay="0">
                  <p:tgtEl>
                    <p:spTgt spid="9"/>
                  </p:tgtEl>
                </p:cond>
              </p:nextCondLst>
            </p:seq>
          </p:childTnLst>
        </p:cTn>
      </p:par>
    </p:tnLst>
    <p:bldLst>
      <p:bldP spid="67" grpId="0" animBg="1"/>
      <p:bldP spid="67" grpId="1" animBg="1"/>
      <p:bldP spid="68" grpId="0" animBg="1"/>
      <p:bldP spid="68" grpId="1" animBg="1"/>
      <p:bldP spid="69" grpId="0" animBg="1"/>
      <p:bldP spid="69" grpId="1" animBg="1"/>
      <p:bldP spid="136" grpId="0" animBg="1"/>
      <p:bldP spid="3" grpId="0" animBg="1"/>
      <p:bldP spid="96" grpId="0" animBg="1"/>
      <p:bldP spid="96" grpId="1" animBg="1"/>
      <p:bldP spid="5" grpId="0" animBg="1"/>
      <p:bldP spid="5" grpId="1" animBg="1"/>
      <p:bldP spid="66" grpId="0" animBg="1"/>
      <p:bldP spid="135" grpId="0" animBg="1"/>
      <p:bldP spid="144" grpId="0" animBg="1"/>
      <p:bldP spid="85" grpId="0" animBg="1"/>
      <p:bldP spid="85" grpId="1" animBg="1"/>
      <p:bldP spid="4" grpId="0" animBg="1"/>
      <p:bldP spid="4" grpId="1" animBg="1"/>
      <p:bldP spid="62" grpId="0" animBg="1"/>
      <p:bldP spid="80" grpId="0" animBg="1"/>
      <p:bldP spid="84" grpId="0" animBg="1"/>
      <p:bldP spid="84" grpId="1" animBg="1"/>
      <p:bldP spid="2" grpId="0" animBg="1"/>
      <p:bldP spid="2" grpId="1" animBg="1"/>
      <p:bldP spid="79" grpId="0" animBg="1"/>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5" name="Straight Connector 54">
            <a:extLst>
              <a:ext uri="{FF2B5EF4-FFF2-40B4-BE49-F238E27FC236}">
                <a16:creationId xmlns:a16="http://schemas.microsoft.com/office/drawing/2014/main" id="{737972B6-EBDA-4ED6-B656-2D612633EAC4}"/>
              </a:ext>
            </a:extLst>
          </p:cNvPr>
          <p:cNvCxnSpPr>
            <a:cxnSpLocks/>
          </p:cNvCxnSpPr>
          <p:nvPr/>
        </p:nvCxnSpPr>
        <p:spPr>
          <a:xfrm>
            <a:off x="6978804" y="4990247"/>
            <a:ext cx="0" cy="1364543"/>
          </a:xfrm>
          <a:prstGeom prst="line">
            <a:avLst/>
          </a:prstGeom>
          <a:ln w="19050"/>
        </p:spPr>
        <p:style>
          <a:lnRef idx="1">
            <a:schemeClr val="accent4"/>
          </a:lnRef>
          <a:fillRef idx="0">
            <a:schemeClr val="accent4"/>
          </a:fillRef>
          <a:effectRef idx="0">
            <a:schemeClr val="accent4"/>
          </a:effectRef>
          <a:fontRef idx="minor">
            <a:schemeClr val="tx1"/>
          </a:fontRef>
        </p:style>
      </p:cxnSp>
      <p:cxnSp>
        <p:nvCxnSpPr>
          <p:cNvPr id="53" name="Straight Connector 52">
            <a:extLst>
              <a:ext uri="{FF2B5EF4-FFF2-40B4-BE49-F238E27FC236}">
                <a16:creationId xmlns:a16="http://schemas.microsoft.com/office/drawing/2014/main" id="{C3BBF282-20FC-4D1E-9740-5BF9DA461A21}"/>
              </a:ext>
            </a:extLst>
          </p:cNvPr>
          <p:cNvCxnSpPr>
            <a:cxnSpLocks/>
          </p:cNvCxnSpPr>
          <p:nvPr/>
        </p:nvCxnSpPr>
        <p:spPr>
          <a:xfrm>
            <a:off x="6761701" y="4970574"/>
            <a:ext cx="0" cy="1364543"/>
          </a:xfrm>
          <a:prstGeom prst="line">
            <a:avLst/>
          </a:prstGeom>
          <a:ln w="19050"/>
        </p:spPr>
        <p:style>
          <a:lnRef idx="1">
            <a:schemeClr val="accent4"/>
          </a:lnRef>
          <a:fillRef idx="0">
            <a:schemeClr val="accent4"/>
          </a:fillRef>
          <a:effectRef idx="0">
            <a:schemeClr val="accent4"/>
          </a:effectRef>
          <a:fontRef idx="minor">
            <a:schemeClr val="tx1"/>
          </a:fontRef>
        </p:style>
      </p:cxnSp>
      <p:sp>
        <p:nvSpPr>
          <p:cNvPr id="26" name="Rectangle: Rounded Corners 25">
            <a:hlinkClick r:id="rId2" action="ppaction://hlinksldjump"/>
            <a:extLst>
              <a:ext uri="{FF2B5EF4-FFF2-40B4-BE49-F238E27FC236}">
                <a16:creationId xmlns:a16="http://schemas.microsoft.com/office/drawing/2014/main" id="{B4799657-A787-4B61-A74E-93DB368C0982}"/>
              </a:ext>
            </a:extLst>
          </p:cNvPr>
          <p:cNvSpPr/>
          <p:nvPr/>
        </p:nvSpPr>
        <p:spPr>
          <a:xfrm>
            <a:off x="10037629" y="5696830"/>
            <a:ext cx="1546768" cy="783193"/>
          </a:xfrm>
          <a:prstGeom prst="roundRect">
            <a:avLst/>
          </a:prstGeom>
          <a:ln w="38100">
            <a:solidFill>
              <a:schemeClr val="tx1"/>
            </a:solidFill>
          </a:ln>
          <a:effectLst>
            <a:outerShdw blurRad="50800" dist="38100" dir="8100000" algn="tr"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square" rtlCol="0" anchor="ctr">
            <a:spAutoFit/>
          </a:bodyPr>
          <a:lstStyle/>
          <a:p>
            <a:pPr algn="ctr"/>
            <a:r>
              <a:rPr lang="en-US" sz="2000" dirty="0"/>
              <a:t>Back to Main Board</a:t>
            </a:r>
          </a:p>
        </p:txBody>
      </p:sp>
      <p:sp>
        <p:nvSpPr>
          <p:cNvPr id="27" name="Post-Renal">
            <a:extLst>
              <a:ext uri="{FF2B5EF4-FFF2-40B4-BE49-F238E27FC236}">
                <a16:creationId xmlns:a16="http://schemas.microsoft.com/office/drawing/2014/main" id="{6B16BE82-0981-4F08-B1E1-B37EC227B026}"/>
              </a:ext>
            </a:extLst>
          </p:cNvPr>
          <p:cNvSpPr txBox="1"/>
          <p:nvPr/>
        </p:nvSpPr>
        <p:spPr>
          <a:xfrm>
            <a:off x="4789061" y="105559"/>
            <a:ext cx="2039564" cy="523220"/>
          </a:xfrm>
          <a:prstGeom prst="rect">
            <a:avLst/>
          </a:prstGeom>
          <a:ln w="38100">
            <a:solidFill>
              <a:schemeClr val="accent4"/>
            </a:solidFill>
          </a:ln>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800" dirty="0"/>
              <a:t>POST-renal</a:t>
            </a:r>
          </a:p>
        </p:txBody>
      </p:sp>
      <p:grpSp>
        <p:nvGrpSpPr>
          <p:cNvPr id="20" name="Group 19">
            <a:extLst>
              <a:ext uri="{FF2B5EF4-FFF2-40B4-BE49-F238E27FC236}">
                <a16:creationId xmlns:a16="http://schemas.microsoft.com/office/drawing/2014/main" id="{07EEC4D1-3E10-4D42-90D2-946547A5527B}"/>
              </a:ext>
            </a:extLst>
          </p:cNvPr>
          <p:cNvGrpSpPr/>
          <p:nvPr/>
        </p:nvGrpSpPr>
        <p:grpSpPr>
          <a:xfrm>
            <a:off x="5788957" y="1185567"/>
            <a:ext cx="5219776" cy="4585967"/>
            <a:chOff x="4364616" y="-254"/>
            <a:chExt cx="7644158" cy="6715968"/>
          </a:xfrm>
        </p:grpSpPr>
        <p:sp>
          <p:nvSpPr>
            <p:cNvPr id="23" name="Oval 22">
              <a:extLst>
                <a:ext uri="{FF2B5EF4-FFF2-40B4-BE49-F238E27FC236}">
                  <a16:creationId xmlns:a16="http://schemas.microsoft.com/office/drawing/2014/main" id="{B3EDAE32-A369-4D9B-97F7-03A921BB5AD6}"/>
                </a:ext>
              </a:extLst>
            </p:cNvPr>
            <p:cNvSpPr/>
            <p:nvPr/>
          </p:nvSpPr>
          <p:spPr>
            <a:xfrm>
              <a:off x="7577956" y="3963643"/>
              <a:ext cx="330199" cy="312596"/>
            </a:xfrm>
            <a:prstGeom prst="ellipse">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B64691D5-4527-4F9A-8FC3-A5B74A1EA8DD}"/>
                </a:ext>
              </a:extLst>
            </p:cNvPr>
            <p:cNvSpPr/>
            <p:nvPr/>
          </p:nvSpPr>
          <p:spPr>
            <a:xfrm>
              <a:off x="5884667" y="3963643"/>
              <a:ext cx="1667092" cy="1607907"/>
            </a:xfrm>
            <a:custGeom>
              <a:avLst/>
              <a:gdLst>
                <a:gd name="connsiteX0" fmla="*/ 0 w 579972"/>
                <a:gd name="connsiteY0" fmla="*/ 24194 h 716344"/>
                <a:gd name="connsiteX1" fmla="*/ 336550 w 579972"/>
                <a:gd name="connsiteY1" fmla="*/ 5144 h 716344"/>
                <a:gd name="connsiteX2" fmla="*/ 495300 w 579972"/>
                <a:gd name="connsiteY2" fmla="*/ 106744 h 716344"/>
                <a:gd name="connsiteX3" fmla="*/ 577850 w 579972"/>
                <a:gd name="connsiteY3" fmla="*/ 398844 h 716344"/>
                <a:gd name="connsiteX4" fmla="*/ 412750 w 579972"/>
                <a:gd name="connsiteY4" fmla="*/ 678244 h 716344"/>
                <a:gd name="connsiteX5" fmla="*/ 158750 w 579972"/>
                <a:gd name="connsiteY5" fmla="*/ 709994 h 716344"/>
                <a:gd name="connsiteX6" fmla="*/ 50800 w 579972"/>
                <a:gd name="connsiteY6" fmla="*/ 716344 h 716344"/>
                <a:gd name="connsiteX0" fmla="*/ 139700 w 719672"/>
                <a:gd name="connsiteY0" fmla="*/ 24194 h 729044"/>
                <a:gd name="connsiteX1" fmla="*/ 476250 w 719672"/>
                <a:gd name="connsiteY1" fmla="*/ 5144 h 729044"/>
                <a:gd name="connsiteX2" fmla="*/ 635000 w 719672"/>
                <a:gd name="connsiteY2" fmla="*/ 106744 h 729044"/>
                <a:gd name="connsiteX3" fmla="*/ 717550 w 719672"/>
                <a:gd name="connsiteY3" fmla="*/ 398844 h 729044"/>
                <a:gd name="connsiteX4" fmla="*/ 552450 w 719672"/>
                <a:gd name="connsiteY4" fmla="*/ 678244 h 729044"/>
                <a:gd name="connsiteX5" fmla="*/ 298450 w 719672"/>
                <a:gd name="connsiteY5" fmla="*/ 709994 h 729044"/>
                <a:gd name="connsiteX6" fmla="*/ 0 w 719672"/>
                <a:gd name="connsiteY6" fmla="*/ 729044 h 729044"/>
                <a:gd name="connsiteX0" fmla="*/ 184150 w 764122"/>
                <a:gd name="connsiteY0" fmla="*/ 24194 h 729044"/>
                <a:gd name="connsiteX1" fmla="*/ 520700 w 764122"/>
                <a:gd name="connsiteY1" fmla="*/ 5144 h 729044"/>
                <a:gd name="connsiteX2" fmla="*/ 679450 w 764122"/>
                <a:gd name="connsiteY2" fmla="*/ 106744 h 729044"/>
                <a:gd name="connsiteX3" fmla="*/ 762000 w 764122"/>
                <a:gd name="connsiteY3" fmla="*/ 398844 h 729044"/>
                <a:gd name="connsiteX4" fmla="*/ 596900 w 764122"/>
                <a:gd name="connsiteY4" fmla="*/ 678244 h 729044"/>
                <a:gd name="connsiteX5" fmla="*/ 342900 w 764122"/>
                <a:gd name="connsiteY5" fmla="*/ 709994 h 729044"/>
                <a:gd name="connsiteX6" fmla="*/ 0 w 764122"/>
                <a:gd name="connsiteY6" fmla="*/ 729044 h 729044"/>
                <a:gd name="connsiteX0" fmla="*/ 1270 w 581242"/>
                <a:gd name="connsiteY0" fmla="*/ 24194 h 722948"/>
                <a:gd name="connsiteX1" fmla="*/ 337820 w 581242"/>
                <a:gd name="connsiteY1" fmla="*/ 5144 h 722948"/>
                <a:gd name="connsiteX2" fmla="*/ 496570 w 581242"/>
                <a:gd name="connsiteY2" fmla="*/ 106744 h 722948"/>
                <a:gd name="connsiteX3" fmla="*/ 579120 w 581242"/>
                <a:gd name="connsiteY3" fmla="*/ 398844 h 722948"/>
                <a:gd name="connsiteX4" fmla="*/ 414020 w 581242"/>
                <a:gd name="connsiteY4" fmla="*/ 678244 h 722948"/>
                <a:gd name="connsiteX5" fmla="*/ 160020 w 581242"/>
                <a:gd name="connsiteY5" fmla="*/ 709994 h 722948"/>
                <a:gd name="connsiteX6" fmla="*/ 0 w 581242"/>
                <a:gd name="connsiteY6" fmla="*/ 722948 h 722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1242" h="722948">
                  <a:moveTo>
                    <a:pt x="1270" y="24194"/>
                  </a:moveTo>
                  <a:cubicBezTo>
                    <a:pt x="128270" y="7790"/>
                    <a:pt x="255270" y="-8614"/>
                    <a:pt x="337820" y="5144"/>
                  </a:cubicBezTo>
                  <a:cubicBezTo>
                    <a:pt x="420370" y="18902"/>
                    <a:pt x="456353" y="41127"/>
                    <a:pt x="496570" y="106744"/>
                  </a:cubicBezTo>
                  <a:cubicBezTo>
                    <a:pt x="536787" y="172361"/>
                    <a:pt x="592878" y="303594"/>
                    <a:pt x="579120" y="398844"/>
                  </a:cubicBezTo>
                  <a:cubicBezTo>
                    <a:pt x="565362" y="494094"/>
                    <a:pt x="483870" y="626386"/>
                    <a:pt x="414020" y="678244"/>
                  </a:cubicBezTo>
                  <a:cubicBezTo>
                    <a:pt x="344170" y="730102"/>
                    <a:pt x="220345" y="703644"/>
                    <a:pt x="160020" y="709994"/>
                  </a:cubicBezTo>
                  <a:cubicBezTo>
                    <a:pt x="99695" y="716344"/>
                    <a:pt x="19050" y="720831"/>
                    <a:pt x="0" y="722948"/>
                  </a:cubicBezTo>
                </a:path>
              </a:pathLst>
            </a:cu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3F776D2B-ACB5-4E03-953C-6C55F20142D8}"/>
                </a:ext>
              </a:extLst>
            </p:cNvPr>
            <p:cNvSpPr/>
            <p:nvPr/>
          </p:nvSpPr>
          <p:spPr>
            <a:xfrm>
              <a:off x="5322631" y="5736053"/>
              <a:ext cx="1264590" cy="979661"/>
            </a:xfrm>
            <a:custGeom>
              <a:avLst/>
              <a:gdLst>
                <a:gd name="connsiteX0" fmla="*/ 119950 w 439078"/>
                <a:gd name="connsiteY0" fmla="*/ 7630 h 337498"/>
                <a:gd name="connsiteX1" fmla="*/ 12000 w 439078"/>
                <a:gd name="connsiteY1" fmla="*/ 96530 h 337498"/>
                <a:gd name="connsiteX2" fmla="*/ 18350 w 439078"/>
                <a:gd name="connsiteY2" fmla="*/ 287030 h 337498"/>
                <a:gd name="connsiteX3" fmla="*/ 151700 w 439078"/>
                <a:gd name="connsiteY3" fmla="*/ 331480 h 337498"/>
                <a:gd name="connsiteX4" fmla="*/ 405700 w 439078"/>
                <a:gd name="connsiteY4" fmla="*/ 312430 h 337498"/>
                <a:gd name="connsiteX5" fmla="*/ 437450 w 439078"/>
                <a:gd name="connsiteY5" fmla="*/ 109230 h 337498"/>
                <a:gd name="connsiteX6" fmla="*/ 418400 w 439078"/>
                <a:gd name="connsiteY6" fmla="*/ 26680 h 337498"/>
                <a:gd name="connsiteX7" fmla="*/ 316800 w 439078"/>
                <a:gd name="connsiteY7" fmla="*/ 7630 h 337498"/>
                <a:gd name="connsiteX8" fmla="*/ 119950 w 439078"/>
                <a:gd name="connsiteY8" fmla="*/ 7630 h 337498"/>
                <a:gd name="connsiteX0" fmla="*/ 119950 w 440907"/>
                <a:gd name="connsiteY0" fmla="*/ 8233 h 338101"/>
                <a:gd name="connsiteX1" fmla="*/ 12000 w 440907"/>
                <a:gd name="connsiteY1" fmla="*/ 97133 h 338101"/>
                <a:gd name="connsiteX2" fmla="*/ 18350 w 440907"/>
                <a:gd name="connsiteY2" fmla="*/ 287633 h 338101"/>
                <a:gd name="connsiteX3" fmla="*/ 151700 w 440907"/>
                <a:gd name="connsiteY3" fmla="*/ 332083 h 338101"/>
                <a:gd name="connsiteX4" fmla="*/ 405700 w 440907"/>
                <a:gd name="connsiteY4" fmla="*/ 313033 h 338101"/>
                <a:gd name="connsiteX5" fmla="*/ 437450 w 440907"/>
                <a:gd name="connsiteY5" fmla="*/ 109833 h 338101"/>
                <a:gd name="connsiteX6" fmla="*/ 393000 w 440907"/>
                <a:gd name="connsiteY6" fmla="*/ 46333 h 338101"/>
                <a:gd name="connsiteX7" fmla="*/ 316800 w 440907"/>
                <a:gd name="connsiteY7" fmla="*/ 8233 h 338101"/>
                <a:gd name="connsiteX8" fmla="*/ 119950 w 440907"/>
                <a:gd name="connsiteY8" fmla="*/ 8233 h 338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0907" h="338101">
                  <a:moveTo>
                    <a:pt x="119950" y="8233"/>
                  </a:moveTo>
                  <a:cubicBezTo>
                    <a:pt x="69150" y="23050"/>
                    <a:pt x="28933" y="50566"/>
                    <a:pt x="12000" y="97133"/>
                  </a:cubicBezTo>
                  <a:cubicBezTo>
                    <a:pt x="-4933" y="143700"/>
                    <a:pt x="-4933" y="248475"/>
                    <a:pt x="18350" y="287633"/>
                  </a:cubicBezTo>
                  <a:cubicBezTo>
                    <a:pt x="41633" y="326791"/>
                    <a:pt x="87142" y="327850"/>
                    <a:pt x="151700" y="332083"/>
                  </a:cubicBezTo>
                  <a:cubicBezTo>
                    <a:pt x="216258" y="336316"/>
                    <a:pt x="358075" y="350075"/>
                    <a:pt x="405700" y="313033"/>
                  </a:cubicBezTo>
                  <a:cubicBezTo>
                    <a:pt x="453325" y="275991"/>
                    <a:pt x="439567" y="154283"/>
                    <a:pt x="437450" y="109833"/>
                  </a:cubicBezTo>
                  <a:cubicBezTo>
                    <a:pt x="435333" y="65383"/>
                    <a:pt x="413108" y="63266"/>
                    <a:pt x="393000" y="46333"/>
                  </a:cubicBezTo>
                  <a:cubicBezTo>
                    <a:pt x="372892" y="29400"/>
                    <a:pt x="362308" y="14583"/>
                    <a:pt x="316800" y="8233"/>
                  </a:cubicBezTo>
                  <a:cubicBezTo>
                    <a:pt x="271292" y="1883"/>
                    <a:pt x="170750" y="-6584"/>
                    <a:pt x="119950" y="8233"/>
                  </a:cubicBezTo>
                  <a:close/>
                </a:path>
              </a:pathLst>
            </a:custGeom>
            <a:solidFill>
              <a:schemeClr val="tx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 name="Group 2">
              <a:extLst>
                <a:ext uri="{FF2B5EF4-FFF2-40B4-BE49-F238E27FC236}">
                  <a16:creationId xmlns:a16="http://schemas.microsoft.com/office/drawing/2014/main" id="{3803A37F-9AEC-4439-938A-C75C93D552B0}"/>
                </a:ext>
              </a:extLst>
            </p:cNvPr>
            <p:cNvGrpSpPr/>
            <p:nvPr/>
          </p:nvGrpSpPr>
          <p:grpSpPr>
            <a:xfrm>
              <a:off x="7304355" y="-254"/>
              <a:ext cx="4704419" cy="4391967"/>
              <a:chOff x="7304355" y="-254"/>
              <a:chExt cx="4704419" cy="4391967"/>
            </a:xfrm>
          </p:grpSpPr>
          <p:sp>
            <p:nvSpPr>
              <p:cNvPr id="15" name="Freeform: Shape 14">
                <a:extLst>
                  <a:ext uri="{FF2B5EF4-FFF2-40B4-BE49-F238E27FC236}">
                    <a16:creationId xmlns:a16="http://schemas.microsoft.com/office/drawing/2014/main" id="{31CE7AF8-1EEB-4985-9310-2961826386AC}"/>
                  </a:ext>
                </a:extLst>
              </p:cNvPr>
              <p:cNvSpPr/>
              <p:nvPr/>
            </p:nvSpPr>
            <p:spPr>
              <a:xfrm>
                <a:off x="9599884" y="31495"/>
                <a:ext cx="2408890" cy="2337062"/>
              </a:xfrm>
              <a:custGeom>
                <a:avLst/>
                <a:gdLst>
                  <a:gd name="connsiteX0" fmla="*/ 0 w 2408890"/>
                  <a:gd name="connsiteY0" fmla="*/ 844550 h 2337062"/>
                  <a:gd name="connsiteX1" fmla="*/ 425450 w 2408890"/>
                  <a:gd name="connsiteY1" fmla="*/ 1289050 h 2337062"/>
                  <a:gd name="connsiteX2" fmla="*/ 596900 w 2408890"/>
                  <a:gd name="connsiteY2" fmla="*/ 2038350 h 2337062"/>
                  <a:gd name="connsiteX3" fmla="*/ 1498600 w 2408890"/>
                  <a:gd name="connsiteY3" fmla="*/ 2305050 h 2337062"/>
                  <a:gd name="connsiteX4" fmla="*/ 2266950 w 2408890"/>
                  <a:gd name="connsiteY4" fmla="*/ 1358900 h 2337062"/>
                  <a:gd name="connsiteX5" fmla="*/ 2406650 w 2408890"/>
                  <a:gd name="connsiteY5" fmla="*/ 0 h 2337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08890" h="2337062">
                    <a:moveTo>
                      <a:pt x="0" y="844550"/>
                    </a:moveTo>
                    <a:cubicBezTo>
                      <a:pt x="162983" y="967316"/>
                      <a:pt x="325967" y="1090083"/>
                      <a:pt x="425450" y="1289050"/>
                    </a:cubicBezTo>
                    <a:cubicBezTo>
                      <a:pt x="524933" y="1488017"/>
                      <a:pt x="418042" y="1869017"/>
                      <a:pt x="596900" y="2038350"/>
                    </a:cubicBezTo>
                    <a:cubicBezTo>
                      <a:pt x="775758" y="2207683"/>
                      <a:pt x="1220259" y="2418292"/>
                      <a:pt x="1498600" y="2305050"/>
                    </a:cubicBezTo>
                    <a:cubicBezTo>
                      <a:pt x="1776941" y="2191808"/>
                      <a:pt x="2115608" y="1743075"/>
                      <a:pt x="2266950" y="1358900"/>
                    </a:cubicBezTo>
                    <a:cubicBezTo>
                      <a:pt x="2418292" y="974725"/>
                      <a:pt x="2412471" y="487362"/>
                      <a:pt x="240665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7">
                <a:extLst>
                  <a:ext uri="{FF2B5EF4-FFF2-40B4-BE49-F238E27FC236}">
                    <a16:creationId xmlns:a16="http://schemas.microsoft.com/office/drawing/2014/main" id="{325D6E8E-C943-48D0-8B47-40BF8919F24B}"/>
                  </a:ext>
                </a:extLst>
              </p:cNvPr>
              <p:cNvSpPr/>
              <p:nvPr/>
            </p:nvSpPr>
            <p:spPr>
              <a:xfrm>
                <a:off x="7436402" y="493945"/>
                <a:ext cx="2703233" cy="3897768"/>
              </a:xfrm>
              <a:custGeom>
                <a:avLst/>
                <a:gdLst>
                  <a:gd name="connsiteX0" fmla="*/ 795337 w 795337"/>
                  <a:gd name="connsiteY0" fmla="*/ 0 h 2152650"/>
                  <a:gd name="connsiteX1" fmla="*/ 466725 w 795337"/>
                  <a:gd name="connsiteY1" fmla="*/ 814387 h 2152650"/>
                  <a:gd name="connsiteX2" fmla="*/ 400050 w 795337"/>
                  <a:gd name="connsiteY2" fmla="*/ 1866900 h 2152650"/>
                  <a:gd name="connsiteX3" fmla="*/ 0 w 795337"/>
                  <a:gd name="connsiteY3" fmla="*/ 2152650 h 2152650"/>
                  <a:gd name="connsiteX0" fmla="*/ 795337 w 795337"/>
                  <a:gd name="connsiteY0" fmla="*/ 0 h 2152650"/>
                  <a:gd name="connsiteX1" fmla="*/ 466725 w 795337"/>
                  <a:gd name="connsiteY1" fmla="*/ 814387 h 2152650"/>
                  <a:gd name="connsiteX2" fmla="*/ 393700 w 795337"/>
                  <a:gd name="connsiteY2" fmla="*/ 1276350 h 2152650"/>
                  <a:gd name="connsiteX3" fmla="*/ 0 w 795337"/>
                  <a:gd name="connsiteY3" fmla="*/ 2152650 h 2152650"/>
                  <a:gd name="connsiteX0" fmla="*/ 782637 w 782637"/>
                  <a:gd name="connsiteY0" fmla="*/ 0 h 1651000"/>
                  <a:gd name="connsiteX1" fmla="*/ 454025 w 782637"/>
                  <a:gd name="connsiteY1" fmla="*/ 814387 h 1651000"/>
                  <a:gd name="connsiteX2" fmla="*/ 381000 w 782637"/>
                  <a:gd name="connsiteY2" fmla="*/ 1276350 h 1651000"/>
                  <a:gd name="connsiteX3" fmla="*/ 0 w 782637"/>
                  <a:gd name="connsiteY3" fmla="*/ 1651000 h 1651000"/>
                  <a:gd name="connsiteX0" fmla="*/ 754062 w 754062"/>
                  <a:gd name="connsiteY0" fmla="*/ 0 h 1651000"/>
                  <a:gd name="connsiteX1" fmla="*/ 425450 w 754062"/>
                  <a:gd name="connsiteY1" fmla="*/ 814387 h 1651000"/>
                  <a:gd name="connsiteX2" fmla="*/ 352425 w 754062"/>
                  <a:gd name="connsiteY2" fmla="*/ 1276350 h 1651000"/>
                  <a:gd name="connsiteX3" fmla="*/ 0 w 754062"/>
                  <a:gd name="connsiteY3" fmla="*/ 1651000 h 1651000"/>
                  <a:gd name="connsiteX0" fmla="*/ 720725 w 720725"/>
                  <a:gd name="connsiteY0" fmla="*/ 0 h 1636713"/>
                  <a:gd name="connsiteX1" fmla="*/ 392113 w 720725"/>
                  <a:gd name="connsiteY1" fmla="*/ 814387 h 1636713"/>
                  <a:gd name="connsiteX2" fmla="*/ 319088 w 720725"/>
                  <a:gd name="connsiteY2" fmla="*/ 1276350 h 1636713"/>
                  <a:gd name="connsiteX3" fmla="*/ 0 w 720725"/>
                  <a:gd name="connsiteY3" fmla="*/ 1636713 h 1636713"/>
                  <a:gd name="connsiteX0" fmla="*/ 736600 w 736600"/>
                  <a:gd name="connsiteY0" fmla="*/ 0 h 1652588"/>
                  <a:gd name="connsiteX1" fmla="*/ 392113 w 736600"/>
                  <a:gd name="connsiteY1" fmla="*/ 830262 h 1652588"/>
                  <a:gd name="connsiteX2" fmla="*/ 319088 w 736600"/>
                  <a:gd name="connsiteY2" fmla="*/ 1292225 h 1652588"/>
                  <a:gd name="connsiteX3" fmla="*/ 0 w 736600"/>
                  <a:gd name="connsiteY3" fmla="*/ 1652588 h 1652588"/>
                  <a:gd name="connsiteX0" fmla="*/ 736600 w 736600"/>
                  <a:gd name="connsiteY0" fmla="*/ 0 h 1652588"/>
                  <a:gd name="connsiteX1" fmla="*/ 468313 w 736600"/>
                  <a:gd name="connsiteY1" fmla="*/ 506412 h 1652588"/>
                  <a:gd name="connsiteX2" fmla="*/ 319088 w 736600"/>
                  <a:gd name="connsiteY2" fmla="*/ 1292225 h 1652588"/>
                  <a:gd name="connsiteX3" fmla="*/ 0 w 736600"/>
                  <a:gd name="connsiteY3" fmla="*/ 1652588 h 1652588"/>
                  <a:gd name="connsiteX0" fmla="*/ 736600 w 736600"/>
                  <a:gd name="connsiteY0" fmla="*/ 0 h 1652588"/>
                  <a:gd name="connsiteX1" fmla="*/ 468313 w 736600"/>
                  <a:gd name="connsiteY1" fmla="*/ 506412 h 1652588"/>
                  <a:gd name="connsiteX2" fmla="*/ 319088 w 736600"/>
                  <a:gd name="connsiteY2" fmla="*/ 1292225 h 1652588"/>
                  <a:gd name="connsiteX3" fmla="*/ 0 w 736600"/>
                  <a:gd name="connsiteY3" fmla="*/ 1652588 h 1652588"/>
                  <a:gd name="connsiteX0" fmla="*/ 752098 w 752098"/>
                  <a:gd name="connsiteY0" fmla="*/ 0 h 1664008"/>
                  <a:gd name="connsiteX1" fmla="*/ 468313 w 752098"/>
                  <a:gd name="connsiteY1" fmla="*/ 517832 h 1664008"/>
                  <a:gd name="connsiteX2" fmla="*/ 319088 w 752098"/>
                  <a:gd name="connsiteY2" fmla="*/ 1303645 h 1664008"/>
                  <a:gd name="connsiteX3" fmla="*/ 0 w 752098"/>
                  <a:gd name="connsiteY3" fmla="*/ 1664008 h 1664008"/>
                  <a:gd name="connsiteX0" fmla="*/ 942499 w 942499"/>
                  <a:gd name="connsiteY0" fmla="*/ 0 h 1752516"/>
                  <a:gd name="connsiteX1" fmla="*/ 468313 w 942499"/>
                  <a:gd name="connsiteY1" fmla="*/ 606340 h 1752516"/>
                  <a:gd name="connsiteX2" fmla="*/ 319088 w 942499"/>
                  <a:gd name="connsiteY2" fmla="*/ 1392153 h 1752516"/>
                  <a:gd name="connsiteX3" fmla="*/ 0 w 942499"/>
                  <a:gd name="connsiteY3" fmla="*/ 1752516 h 1752516"/>
                  <a:gd name="connsiteX0" fmla="*/ 942499 w 942499"/>
                  <a:gd name="connsiteY0" fmla="*/ 0 h 1752516"/>
                  <a:gd name="connsiteX1" fmla="*/ 756525 w 942499"/>
                  <a:gd name="connsiteY1" fmla="*/ 134684 h 1752516"/>
                  <a:gd name="connsiteX2" fmla="*/ 468313 w 942499"/>
                  <a:gd name="connsiteY2" fmla="*/ 606340 h 1752516"/>
                  <a:gd name="connsiteX3" fmla="*/ 319088 w 942499"/>
                  <a:gd name="connsiteY3" fmla="*/ 1392153 h 1752516"/>
                  <a:gd name="connsiteX4" fmla="*/ 0 w 942499"/>
                  <a:gd name="connsiteY4" fmla="*/ 1752516 h 1752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499" h="1752516">
                    <a:moveTo>
                      <a:pt x="942499" y="0"/>
                    </a:moveTo>
                    <a:cubicBezTo>
                      <a:pt x="916300" y="31964"/>
                      <a:pt x="835556" y="33627"/>
                      <a:pt x="756525" y="134684"/>
                    </a:cubicBezTo>
                    <a:cubicBezTo>
                      <a:pt x="677494" y="235741"/>
                      <a:pt x="541219" y="396762"/>
                      <a:pt x="468313" y="606340"/>
                    </a:cubicBezTo>
                    <a:cubicBezTo>
                      <a:pt x="395407" y="815918"/>
                      <a:pt x="396875" y="1169109"/>
                      <a:pt x="319088" y="1392153"/>
                    </a:cubicBezTo>
                    <a:cubicBezTo>
                      <a:pt x="241300" y="1615197"/>
                      <a:pt x="161131" y="1721163"/>
                      <a:pt x="0" y="1752516"/>
                    </a:cubicBezTo>
                  </a:path>
                </a:pathLst>
              </a:custGeom>
              <a:ln w="19050">
                <a:solidFill>
                  <a:schemeClr val="accent4"/>
                </a:solidFill>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dirty="0"/>
              </a:p>
            </p:txBody>
          </p:sp>
          <p:sp>
            <p:nvSpPr>
              <p:cNvPr id="13" name="Freeform: Shape 12">
                <a:extLst>
                  <a:ext uri="{FF2B5EF4-FFF2-40B4-BE49-F238E27FC236}">
                    <a16:creationId xmlns:a16="http://schemas.microsoft.com/office/drawing/2014/main" id="{53795548-91E9-450D-BFD2-755A229438CB}"/>
                  </a:ext>
                </a:extLst>
              </p:cNvPr>
              <p:cNvSpPr/>
              <p:nvPr/>
            </p:nvSpPr>
            <p:spPr>
              <a:xfrm>
                <a:off x="7304355" y="-254"/>
                <a:ext cx="2421529" cy="4194242"/>
              </a:xfrm>
              <a:custGeom>
                <a:avLst/>
                <a:gdLst>
                  <a:gd name="connsiteX0" fmla="*/ 647700 w 647700"/>
                  <a:gd name="connsiteY0" fmla="*/ 0 h 1719262"/>
                  <a:gd name="connsiteX1" fmla="*/ 490537 w 647700"/>
                  <a:gd name="connsiteY1" fmla="*/ 309562 h 1719262"/>
                  <a:gd name="connsiteX2" fmla="*/ 385762 w 647700"/>
                  <a:gd name="connsiteY2" fmla="*/ 723900 h 1719262"/>
                  <a:gd name="connsiteX3" fmla="*/ 319087 w 647700"/>
                  <a:gd name="connsiteY3" fmla="*/ 1228725 h 1719262"/>
                  <a:gd name="connsiteX4" fmla="*/ 257175 w 647700"/>
                  <a:gd name="connsiteY4" fmla="*/ 1490662 h 1719262"/>
                  <a:gd name="connsiteX5" fmla="*/ 138112 w 647700"/>
                  <a:gd name="connsiteY5" fmla="*/ 1647825 h 1719262"/>
                  <a:gd name="connsiteX6" fmla="*/ 0 w 647700"/>
                  <a:gd name="connsiteY6" fmla="*/ 1719262 h 1719262"/>
                  <a:gd name="connsiteX0" fmla="*/ 609600 w 609600"/>
                  <a:gd name="connsiteY0" fmla="*/ 0 h 1719262"/>
                  <a:gd name="connsiteX1" fmla="*/ 452437 w 609600"/>
                  <a:gd name="connsiteY1" fmla="*/ 309562 h 1719262"/>
                  <a:gd name="connsiteX2" fmla="*/ 347662 w 609600"/>
                  <a:gd name="connsiteY2" fmla="*/ 723900 h 1719262"/>
                  <a:gd name="connsiteX3" fmla="*/ 280987 w 609600"/>
                  <a:gd name="connsiteY3" fmla="*/ 1228725 h 1719262"/>
                  <a:gd name="connsiteX4" fmla="*/ 219075 w 609600"/>
                  <a:gd name="connsiteY4" fmla="*/ 1490662 h 1719262"/>
                  <a:gd name="connsiteX5" fmla="*/ 100012 w 609600"/>
                  <a:gd name="connsiteY5" fmla="*/ 1647825 h 1719262"/>
                  <a:gd name="connsiteX6" fmla="*/ 0 w 609600"/>
                  <a:gd name="connsiteY6" fmla="*/ 1719262 h 1719262"/>
                  <a:gd name="connsiteX0" fmla="*/ 609600 w 609600"/>
                  <a:gd name="connsiteY0" fmla="*/ 0 h 1728787"/>
                  <a:gd name="connsiteX1" fmla="*/ 452437 w 609600"/>
                  <a:gd name="connsiteY1" fmla="*/ 319087 h 1728787"/>
                  <a:gd name="connsiteX2" fmla="*/ 347662 w 609600"/>
                  <a:gd name="connsiteY2" fmla="*/ 733425 h 1728787"/>
                  <a:gd name="connsiteX3" fmla="*/ 280987 w 609600"/>
                  <a:gd name="connsiteY3" fmla="*/ 1238250 h 1728787"/>
                  <a:gd name="connsiteX4" fmla="*/ 219075 w 609600"/>
                  <a:gd name="connsiteY4" fmla="*/ 1500187 h 1728787"/>
                  <a:gd name="connsiteX5" fmla="*/ 100012 w 609600"/>
                  <a:gd name="connsiteY5" fmla="*/ 1657350 h 1728787"/>
                  <a:gd name="connsiteX6" fmla="*/ 0 w 609600"/>
                  <a:gd name="connsiteY6" fmla="*/ 1728787 h 1728787"/>
                  <a:gd name="connsiteX0" fmla="*/ 890774 w 890774"/>
                  <a:gd name="connsiteY0" fmla="*/ 0 h 1925788"/>
                  <a:gd name="connsiteX1" fmla="*/ 452437 w 890774"/>
                  <a:gd name="connsiteY1" fmla="*/ 516088 h 1925788"/>
                  <a:gd name="connsiteX2" fmla="*/ 347662 w 890774"/>
                  <a:gd name="connsiteY2" fmla="*/ 930426 h 1925788"/>
                  <a:gd name="connsiteX3" fmla="*/ 280987 w 890774"/>
                  <a:gd name="connsiteY3" fmla="*/ 1435251 h 1925788"/>
                  <a:gd name="connsiteX4" fmla="*/ 219075 w 890774"/>
                  <a:gd name="connsiteY4" fmla="*/ 1697188 h 1925788"/>
                  <a:gd name="connsiteX5" fmla="*/ 100012 w 890774"/>
                  <a:gd name="connsiteY5" fmla="*/ 1854351 h 1925788"/>
                  <a:gd name="connsiteX6" fmla="*/ 0 w 890774"/>
                  <a:gd name="connsiteY6" fmla="*/ 1925788 h 1925788"/>
                  <a:gd name="connsiteX0" fmla="*/ 890774 w 890774"/>
                  <a:gd name="connsiteY0" fmla="*/ 0 h 1925788"/>
                  <a:gd name="connsiteX1" fmla="*/ 632088 w 890774"/>
                  <a:gd name="connsiteY1" fmla="*/ 234117 h 1925788"/>
                  <a:gd name="connsiteX2" fmla="*/ 452437 w 890774"/>
                  <a:gd name="connsiteY2" fmla="*/ 516088 h 1925788"/>
                  <a:gd name="connsiteX3" fmla="*/ 347662 w 890774"/>
                  <a:gd name="connsiteY3" fmla="*/ 930426 h 1925788"/>
                  <a:gd name="connsiteX4" fmla="*/ 280987 w 890774"/>
                  <a:gd name="connsiteY4" fmla="*/ 1435251 h 1925788"/>
                  <a:gd name="connsiteX5" fmla="*/ 219075 w 890774"/>
                  <a:gd name="connsiteY5" fmla="*/ 1697188 h 1925788"/>
                  <a:gd name="connsiteX6" fmla="*/ 100012 w 890774"/>
                  <a:gd name="connsiteY6" fmla="*/ 1854351 h 1925788"/>
                  <a:gd name="connsiteX7" fmla="*/ 0 w 890774"/>
                  <a:gd name="connsiteY7" fmla="*/ 1925788 h 1925788"/>
                  <a:gd name="connsiteX0" fmla="*/ 844281 w 844281"/>
                  <a:gd name="connsiteY0" fmla="*/ 0 h 1885817"/>
                  <a:gd name="connsiteX1" fmla="*/ 632088 w 844281"/>
                  <a:gd name="connsiteY1" fmla="*/ 194146 h 1885817"/>
                  <a:gd name="connsiteX2" fmla="*/ 452437 w 844281"/>
                  <a:gd name="connsiteY2" fmla="*/ 476117 h 1885817"/>
                  <a:gd name="connsiteX3" fmla="*/ 347662 w 844281"/>
                  <a:gd name="connsiteY3" fmla="*/ 890455 h 1885817"/>
                  <a:gd name="connsiteX4" fmla="*/ 280987 w 844281"/>
                  <a:gd name="connsiteY4" fmla="*/ 1395280 h 1885817"/>
                  <a:gd name="connsiteX5" fmla="*/ 219075 w 844281"/>
                  <a:gd name="connsiteY5" fmla="*/ 1657217 h 1885817"/>
                  <a:gd name="connsiteX6" fmla="*/ 100012 w 844281"/>
                  <a:gd name="connsiteY6" fmla="*/ 1814380 h 1885817"/>
                  <a:gd name="connsiteX7" fmla="*/ 0 w 844281"/>
                  <a:gd name="connsiteY7" fmla="*/ 1885817 h 1885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4281" h="1885817">
                    <a:moveTo>
                      <a:pt x="844281" y="0"/>
                    </a:moveTo>
                    <a:cubicBezTo>
                      <a:pt x="803381" y="46633"/>
                      <a:pt x="705144" y="108131"/>
                      <a:pt x="632088" y="194146"/>
                    </a:cubicBezTo>
                    <a:cubicBezTo>
                      <a:pt x="559032" y="280161"/>
                      <a:pt x="499841" y="360066"/>
                      <a:pt x="452437" y="476117"/>
                    </a:cubicBezTo>
                    <a:cubicBezTo>
                      <a:pt x="405033" y="592168"/>
                      <a:pt x="376237" y="737261"/>
                      <a:pt x="347662" y="890455"/>
                    </a:cubicBezTo>
                    <a:cubicBezTo>
                      <a:pt x="319087" y="1043649"/>
                      <a:pt x="302418" y="1267486"/>
                      <a:pt x="280987" y="1395280"/>
                    </a:cubicBezTo>
                    <a:cubicBezTo>
                      <a:pt x="259556" y="1523074"/>
                      <a:pt x="249238" y="1587367"/>
                      <a:pt x="219075" y="1657217"/>
                    </a:cubicBezTo>
                    <a:cubicBezTo>
                      <a:pt x="188912" y="1727067"/>
                      <a:pt x="142874" y="1776280"/>
                      <a:pt x="100012" y="1814380"/>
                    </a:cubicBezTo>
                    <a:cubicBezTo>
                      <a:pt x="57150" y="1852480"/>
                      <a:pt x="47625" y="1869148"/>
                      <a:pt x="0" y="1885817"/>
                    </a:cubicBezTo>
                  </a:path>
                </a:pathLst>
              </a:cu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Freeform: Shape 13">
              <a:extLst>
                <a:ext uri="{FF2B5EF4-FFF2-40B4-BE49-F238E27FC236}">
                  <a16:creationId xmlns:a16="http://schemas.microsoft.com/office/drawing/2014/main" id="{BEC4275D-EC9A-4590-8EF0-052799A10888}"/>
                </a:ext>
              </a:extLst>
            </p:cNvPr>
            <p:cNvSpPr/>
            <p:nvPr/>
          </p:nvSpPr>
          <p:spPr>
            <a:xfrm flipH="1">
              <a:off x="4364616" y="3963643"/>
              <a:ext cx="1667092" cy="1607907"/>
            </a:xfrm>
            <a:custGeom>
              <a:avLst/>
              <a:gdLst>
                <a:gd name="connsiteX0" fmla="*/ 0 w 579972"/>
                <a:gd name="connsiteY0" fmla="*/ 24194 h 716344"/>
                <a:gd name="connsiteX1" fmla="*/ 336550 w 579972"/>
                <a:gd name="connsiteY1" fmla="*/ 5144 h 716344"/>
                <a:gd name="connsiteX2" fmla="*/ 495300 w 579972"/>
                <a:gd name="connsiteY2" fmla="*/ 106744 h 716344"/>
                <a:gd name="connsiteX3" fmla="*/ 577850 w 579972"/>
                <a:gd name="connsiteY3" fmla="*/ 398844 h 716344"/>
                <a:gd name="connsiteX4" fmla="*/ 412750 w 579972"/>
                <a:gd name="connsiteY4" fmla="*/ 678244 h 716344"/>
                <a:gd name="connsiteX5" fmla="*/ 158750 w 579972"/>
                <a:gd name="connsiteY5" fmla="*/ 709994 h 716344"/>
                <a:gd name="connsiteX6" fmla="*/ 50800 w 579972"/>
                <a:gd name="connsiteY6" fmla="*/ 716344 h 716344"/>
                <a:gd name="connsiteX0" fmla="*/ 139700 w 719672"/>
                <a:gd name="connsiteY0" fmla="*/ 24194 h 729044"/>
                <a:gd name="connsiteX1" fmla="*/ 476250 w 719672"/>
                <a:gd name="connsiteY1" fmla="*/ 5144 h 729044"/>
                <a:gd name="connsiteX2" fmla="*/ 635000 w 719672"/>
                <a:gd name="connsiteY2" fmla="*/ 106744 h 729044"/>
                <a:gd name="connsiteX3" fmla="*/ 717550 w 719672"/>
                <a:gd name="connsiteY3" fmla="*/ 398844 h 729044"/>
                <a:gd name="connsiteX4" fmla="*/ 552450 w 719672"/>
                <a:gd name="connsiteY4" fmla="*/ 678244 h 729044"/>
                <a:gd name="connsiteX5" fmla="*/ 298450 w 719672"/>
                <a:gd name="connsiteY5" fmla="*/ 709994 h 729044"/>
                <a:gd name="connsiteX6" fmla="*/ 0 w 719672"/>
                <a:gd name="connsiteY6" fmla="*/ 729044 h 729044"/>
                <a:gd name="connsiteX0" fmla="*/ 184150 w 764122"/>
                <a:gd name="connsiteY0" fmla="*/ 24194 h 729044"/>
                <a:gd name="connsiteX1" fmla="*/ 520700 w 764122"/>
                <a:gd name="connsiteY1" fmla="*/ 5144 h 729044"/>
                <a:gd name="connsiteX2" fmla="*/ 679450 w 764122"/>
                <a:gd name="connsiteY2" fmla="*/ 106744 h 729044"/>
                <a:gd name="connsiteX3" fmla="*/ 762000 w 764122"/>
                <a:gd name="connsiteY3" fmla="*/ 398844 h 729044"/>
                <a:gd name="connsiteX4" fmla="*/ 596900 w 764122"/>
                <a:gd name="connsiteY4" fmla="*/ 678244 h 729044"/>
                <a:gd name="connsiteX5" fmla="*/ 342900 w 764122"/>
                <a:gd name="connsiteY5" fmla="*/ 709994 h 729044"/>
                <a:gd name="connsiteX6" fmla="*/ 0 w 764122"/>
                <a:gd name="connsiteY6" fmla="*/ 729044 h 729044"/>
                <a:gd name="connsiteX0" fmla="*/ 1270 w 581242"/>
                <a:gd name="connsiteY0" fmla="*/ 24194 h 722948"/>
                <a:gd name="connsiteX1" fmla="*/ 337820 w 581242"/>
                <a:gd name="connsiteY1" fmla="*/ 5144 h 722948"/>
                <a:gd name="connsiteX2" fmla="*/ 496570 w 581242"/>
                <a:gd name="connsiteY2" fmla="*/ 106744 h 722948"/>
                <a:gd name="connsiteX3" fmla="*/ 579120 w 581242"/>
                <a:gd name="connsiteY3" fmla="*/ 398844 h 722948"/>
                <a:gd name="connsiteX4" fmla="*/ 414020 w 581242"/>
                <a:gd name="connsiteY4" fmla="*/ 678244 h 722948"/>
                <a:gd name="connsiteX5" fmla="*/ 160020 w 581242"/>
                <a:gd name="connsiteY5" fmla="*/ 709994 h 722948"/>
                <a:gd name="connsiteX6" fmla="*/ 0 w 581242"/>
                <a:gd name="connsiteY6" fmla="*/ 722948 h 722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1242" h="722948">
                  <a:moveTo>
                    <a:pt x="1270" y="24194"/>
                  </a:moveTo>
                  <a:cubicBezTo>
                    <a:pt x="128270" y="7790"/>
                    <a:pt x="255270" y="-8614"/>
                    <a:pt x="337820" y="5144"/>
                  </a:cubicBezTo>
                  <a:cubicBezTo>
                    <a:pt x="420370" y="18902"/>
                    <a:pt x="456353" y="41127"/>
                    <a:pt x="496570" y="106744"/>
                  </a:cubicBezTo>
                  <a:cubicBezTo>
                    <a:pt x="536787" y="172361"/>
                    <a:pt x="592878" y="303594"/>
                    <a:pt x="579120" y="398844"/>
                  </a:cubicBezTo>
                  <a:cubicBezTo>
                    <a:pt x="565362" y="494094"/>
                    <a:pt x="483870" y="626386"/>
                    <a:pt x="414020" y="678244"/>
                  </a:cubicBezTo>
                  <a:cubicBezTo>
                    <a:pt x="344170" y="730102"/>
                    <a:pt x="220345" y="703644"/>
                    <a:pt x="160020" y="709994"/>
                  </a:cubicBezTo>
                  <a:cubicBezTo>
                    <a:pt x="99695" y="716344"/>
                    <a:pt x="19050" y="720831"/>
                    <a:pt x="0" y="722948"/>
                  </a:cubicBezTo>
                </a:path>
              </a:pathLst>
            </a:custGeom>
            <a:solidFill>
              <a:schemeClr val="bg1"/>
            </a:solid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D89BF922-205E-429E-B2C1-280BBA168FF3}"/>
                </a:ext>
              </a:extLst>
            </p:cNvPr>
            <p:cNvSpPr/>
            <p:nvPr/>
          </p:nvSpPr>
          <p:spPr>
            <a:xfrm>
              <a:off x="5567266" y="5020900"/>
              <a:ext cx="753668" cy="521839"/>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Oval 62">
              <a:extLst>
                <a:ext uri="{FF2B5EF4-FFF2-40B4-BE49-F238E27FC236}">
                  <a16:creationId xmlns:a16="http://schemas.microsoft.com/office/drawing/2014/main" id="{654B2B14-DE07-4C0C-A879-7081564F2779}"/>
                </a:ext>
              </a:extLst>
            </p:cNvPr>
            <p:cNvSpPr/>
            <p:nvPr/>
          </p:nvSpPr>
          <p:spPr>
            <a:xfrm>
              <a:off x="7755736" y="2134628"/>
              <a:ext cx="575415" cy="600565"/>
            </a:xfrm>
            <a:prstGeom prst="ellipse">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Oval 63">
              <a:extLst>
                <a:ext uri="{FF2B5EF4-FFF2-40B4-BE49-F238E27FC236}">
                  <a16:creationId xmlns:a16="http://schemas.microsoft.com/office/drawing/2014/main" id="{22E3CECA-D4A7-47A2-89A6-BE910D93DD39}"/>
                </a:ext>
              </a:extLst>
            </p:cNvPr>
            <p:cNvSpPr/>
            <p:nvPr/>
          </p:nvSpPr>
          <p:spPr>
            <a:xfrm>
              <a:off x="7577958" y="2536138"/>
              <a:ext cx="575416" cy="600567"/>
            </a:xfrm>
            <a:prstGeom prst="ellipse">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Oval 79">
              <a:extLst>
                <a:ext uri="{FF2B5EF4-FFF2-40B4-BE49-F238E27FC236}">
                  <a16:creationId xmlns:a16="http://schemas.microsoft.com/office/drawing/2014/main" id="{64E9FAA3-39DB-43D6-8B62-B2523DD6675D}"/>
                </a:ext>
              </a:extLst>
            </p:cNvPr>
            <p:cNvSpPr/>
            <p:nvPr/>
          </p:nvSpPr>
          <p:spPr>
            <a:xfrm>
              <a:off x="7643131" y="4964818"/>
              <a:ext cx="185658" cy="194372"/>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1" name="Left Bracket 20">
            <a:extLst>
              <a:ext uri="{FF2B5EF4-FFF2-40B4-BE49-F238E27FC236}">
                <a16:creationId xmlns:a16="http://schemas.microsoft.com/office/drawing/2014/main" id="{56FAC083-9433-46EB-B4D9-E3935C49878C}"/>
              </a:ext>
            </a:extLst>
          </p:cNvPr>
          <p:cNvSpPr/>
          <p:nvPr/>
        </p:nvSpPr>
        <p:spPr>
          <a:xfrm>
            <a:off x="5551809" y="4990247"/>
            <a:ext cx="148519" cy="1036421"/>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sz="2000"/>
          </a:p>
        </p:txBody>
      </p:sp>
      <p:sp>
        <p:nvSpPr>
          <p:cNvPr id="36" name="TextBox 35">
            <a:extLst>
              <a:ext uri="{FF2B5EF4-FFF2-40B4-BE49-F238E27FC236}">
                <a16:creationId xmlns:a16="http://schemas.microsoft.com/office/drawing/2014/main" id="{ECFC1E11-FC34-4BAC-BCDE-A15C24F62862}"/>
              </a:ext>
            </a:extLst>
          </p:cNvPr>
          <p:cNvSpPr txBox="1"/>
          <p:nvPr/>
        </p:nvSpPr>
        <p:spPr>
          <a:xfrm>
            <a:off x="4614310" y="4281306"/>
            <a:ext cx="966655" cy="369332"/>
          </a:xfrm>
          <a:prstGeom prst="rect">
            <a:avLst/>
          </a:prstGeom>
          <a:noFill/>
        </p:spPr>
        <p:txBody>
          <a:bodyPr wrap="square" rtlCol="0">
            <a:spAutoFit/>
          </a:bodyPr>
          <a:lstStyle/>
          <a:p>
            <a:r>
              <a:rPr lang="en-US" dirty="0">
                <a:solidFill>
                  <a:srgbClr val="C00000"/>
                </a:solidFill>
              </a:rPr>
              <a:t>Bladder</a:t>
            </a:r>
          </a:p>
        </p:txBody>
      </p:sp>
      <p:sp>
        <p:nvSpPr>
          <p:cNvPr id="37" name="Left Bracket 36">
            <a:extLst>
              <a:ext uri="{FF2B5EF4-FFF2-40B4-BE49-F238E27FC236}">
                <a16:creationId xmlns:a16="http://schemas.microsoft.com/office/drawing/2014/main" id="{E60DC481-E9B6-4A2A-9BF0-B30A475B7086}"/>
              </a:ext>
            </a:extLst>
          </p:cNvPr>
          <p:cNvSpPr/>
          <p:nvPr/>
        </p:nvSpPr>
        <p:spPr>
          <a:xfrm>
            <a:off x="5546474" y="4049585"/>
            <a:ext cx="148518" cy="833991"/>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sz="2000"/>
          </a:p>
        </p:txBody>
      </p:sp>
      <p:sp>
        <p:nvSpPr>
          <p:cNvPr id="38" name="Left Bracket 37">
            <a:extLst>
              <a:ext uri="{FF2B5EF4-FFF2-40B4-BE49-F238E27FC236}">
                <a16:creationId xmlns:a16="http://schemas.microsoft.com/office/drawing/2014/main" id="{25E7DEF5-F7E8-4251-B15C-436AF6C42F97}"/>
              </a:ext>
            </a:extLst>
          </p:cNvPr>
          <p:cNvSpPr/>
          <p:nvPr/>
        </p:nvSpPr>
        <p:spPr>
          <a:xfrm>
            <a:off x="5568544" y="1020375"/>
            <a:ext cx="126447" cy="2965430"/>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sz="2000"/>
          </a:p>
        </p:txBody>
      </p:sp>
      <p:sp>
        <p:nvSpPr>
          <p:cNvPr id="41" name="Freeform: Shape 40">
            <a:extLst>
              <a:ext uri="{FF2B5EF4-FFF2-40B4-BE49-F238E27FC236}">
                <a16:creationId xmlns:a16="http://schemas.microsoft.com/office/drawing/2014/main" id="{F33DF390-1E87-49BA-9695-D7FC297D1552}"/>
              </a:ext>
            </a:extLst>
          </p:cNvPr>
          <p:cNvSpPr/>
          <p:nvPr/>
        </p:nvSpPr>
        <p:spPr>
          <a:xfrm>
            <a:off x="5780765" y="3843231"/>
            <a:ext cx="191941" cy="198796"/>
          </a:xfrm>
          <a:custGeom>
            <a:avLst/>
            <a:gdLst>
              <a:gd name="connsiteX0" fmla="*/ 170688 w 170688"/>
              <a:gd name="connsiteY0" fmla="*/ 176784 h 176784"/>
              <a:gd name="connsiteX1" fmla="*/ 73152 w 170688"/>
              <a:gd name="connsiteY1" fmla="*/ 103632 h 176784"/>
              <a:gd name="connsiteX2" fmla="*/ 0 w 170688"/>
              <a:gd name="connsiteY2" fmla="*/ 0 h 176784"/>
            </a:gdLst>
            <a:ahLst/>
            <a:cxnLst>
              <a:cxn ang="0">
                <a:pos x="connsiteX0" y="connsiteY0"/>
              </a:cxn>
              <a:cxn ang="0">
                <a:pos x="connsiteX1" y="connsiteY1"/>
              </a:cxn>
              <a:cxn ang="0">
                <a:pos x="connsiteX2" y="connsiteY2"/>
              </a:cxn>
            </a:cxnLst>
            <a:rect l="l" t="t" r="r" b="b"/>
            <a:pathLst>
              <a:path w="170688" h="176784">
                <a:moveTo>
                  <a:pt x="170688" y="176784"/>
                </a:moveTo>
                <a:cubicBezTo>
                  <a:pt x="136144" y="154940"/>
                  <a:pt x="101600" y="133096"/>
                  <a:pt x="73152" y="103632"/>
                </a:cubicBezTo>
                <a:cubicBezTo>
                  <a:pt x="44704" y="74168"/>
                  <a:pt x="22352" y="37084"/>
                  <a:pt x="0" y="0"/>
                </a:cubicBezTo>
              </a:path>
            </a:pathLst>
          </a:custGeom>
          <a:ln w="19050"/>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p:sp>
        <p:nvSpPr>
          <p:cNvPr id="43" name="Freeform: Shape 42">
            <a:extLst>
              <a:ext uri="{FF2B5EF4-FFF2-40B4-BE49-F238E27FC236}">
                <a16:creationId xmlns:a16="http://schemas.microsoft.com/office/drawing/2014/main" id="{E0B982C8-DBF6-42B0-910D-CE7EF6E8F518}"/>
              </a:ext>
            </a:extLst>
          </p:cNvPr>
          <p:cNvSpPr/>
          <p:nvPr/>
        </p:nvSpPr>
        <p:spPr>
          <a:xfrm>
            <a:off x="5590939" y="3985805"/>
            <a:ext cx="259929" cy="198796"/>
          </a:xfrm>
          <a:custGeom>
            <a:avLst/>
            <a:gdLst>
              <a:gd name="connsiteX0" fmla="*/ 170688 w 170688"/>
              <a:gd name="connsiteY0" fmla="*/ 176784 h 176784"/>
              <a:gd name="connsiteX1" fmla="*/ 73152 w 170688"/>
              <a:gd name="connsiteY1" fmla="*/ 103632 h 176784"/>
              <a:gd name="connsiteX2" fmla="*/ 0 w 170688"/>
              <a:gd name="connsiteY2" fmla="*/ 0 h 176784"/>
              <a:gd name="connsiteX0" fmla="*/ 207264 w 207264"/>
              <a:gd name="connsiteY0" fmla="*/ 176784 h 176784"/>
              <a:gd name="connsiteX1" fmla="*/ 109728 w 207264"/>
              <a:gd name="connsiteY1" fmla="*/ 103632 h 176784"/>
              <a:gd name="connsiteX2" fmla="*/ 0 w 207264"/>
              <a:gd name="connsiteY2" fmla="*/ 0 h 176784"/>
            </a:gdLst>
            <a:ahLst/>
            <a:cxnLst>
              <a:cxn ang="0">
                <a:pos x="connsiteX0" y="connsiteY0"/>
              </a:cxn>
              <a:cxn ang="0">
                <a:pos x="connsiteX1" y="connsiteY1"/>
              </a:cxn>
              <a:cxn ang="0">
                <a:pos x="connsiteX2" y="connsiteY2"/>
              </a:cxn>
            </a:cxnLst>
            <a:rect l="l" t="t" r="r" b="b"/>
            <a:pathLst>
              <a:path w="207264" h="176784">
                <a:moveTo>
                  <a:pt x="207264" y="176784"/>
                </a:moveTo>
                <a:cubicBezTo>
                  <a:pt x="172720" y="154940"/>
                  <a:pt x="138176" y="133096"/>
                  <a:pt x="109728" y="103632"/>
                </a:cubicBezTo>
                <a:cubicBezTo>
                  <a:pt x="81280" y="74168"/>
                  <a:pt x="22352" y="37084"/>
                  <a:pt x="0" y="0"/>
                </a:cubicBezTo>
              </a:path>
            </a:pathLst>
          </a:custGeom>
          <a:ln w="19050"/>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sz="2000"/>
          </a:p>
        </p:txBody>
      </p:sp>
      <p:sp>
        <p:nvSpPr>
          <p:cNvPr id="44" name="TextBox 43">
            <a:extLst>
              <a:ext uri="{FF2B5EF4-FFF2-40B4-BE49-F238E27FC236}">
                <a16:creationId xmlns:a16="http://schemas.microsoft.com/office/drawing/2014/main" id="{73DBDB7E-FDDF-4399-9564-ED5D898B8ACF}"/>
              </a:ext>
            </a:extLst>
          </p:cNvPr>
          <p:cNvSpPr txBox="1"/>
          <p:nvPr/>
        </p:nvSpPr>
        <p:spPr>
          <a:xfrm>
            <a:off x="4618816" y="5316619"/>
            <a:ext cx="962794" cy="369332"/>
          </a:xfrm>
          <a:prstGeom prst="rect">
            <a:avLst/>
          </a:prstGeom>
          <a:noFill/>
        </p:spPr>
        <p:txBody>
          <a:bodyPr wrap="square" rtlCol="0">
            <a:spAutoFit/>
          </a:bodyPr>
          <a:lstStyle/>
          <a:p>
            <a:r>
              <a:rPr lang="en-US" dirty="0"/>
              <a:t>Urethra</a:t>
            </a:r>
          </a:p>
        </p:txBody>
      </p:sp>
      <p:sp>
        <p:nvSpPr>
          <p:cNvPr id="45" name="TextBox 44">
            <a:extLst>
              <a:ext uri="{FF2B5EF4-FFF2-40B4-BE49-F238E27FC236}">
                <a16:creationId xmlns:a16="http://schemas.microsoft.com/office/drawing/2014/main" id="{F0DC7CB6-D105-4EF7-A74D-C5F487F1BD0F}"/>
              </a:ext>
            </a:extLst>
          </p:cNvPr>
          <p:cNvSpPr txBox="1"/>
          <p:nvPr/>
        </p:nvSpPr>
        <p:spPr>
          <a:xfrm>
            <a:off x="4625992" y="2158997"/>
            <a:ext cx="898949" cy="369332"/>
          </a:xfrm>
          <a:prstGeom prst="rect">
            <a:avLst/>
          </a:prstGeom>
          <a:noFill/>
        </p:spPr>
        <p:txBody>
          <a:bodyPr wrap="square" rtlCol="0">
            <a:spAutoFit/>
          </a:bodyPr>
          <a:lstStyle/>
          <a:p>
            <a:r>
              <a:rPr lang="en-US" dirty="0">
                <a:solidFill>
                  <a:schemeClr val="accent6">
                    <a:lumMod val="75000"/>
                  </a:schemeClr>
                </a:solidFill>
              </a:rPr>
              <a:t>Ureter</a:t>
            </a:r>
          </a:p>
        </p:txBody>
      </p:sp>
      <p:sp>
        <p:nvSpPr>
          <p:cNvPr id="48" name="Left Bracket 47">
            <a:extLst>
              <a:ext uri="{FF2B5EF4-FFF2-40B4-BE49-F238E27FC236}">
                <a16:creationId xmlns:a16="http://schemas.microsoft.com/office/drawing/2014/main" id="{B1B9C646-DD24-48B0-A1A9-2536E46B55E5}"/>
              </a:ext>
            </a:extLst>
          </p:cNvPr>
          <p:cNvSpPr/>
          <p:nvPr/>
        </p:nvSpPr>
        <p:spPr>
          <a:xfrm>
            <a:off x="4421948" y="4111344"/>
            <a:ext cx="169090" cy="1977083"/>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sz="2000"/>
          </a:p>
        </p:txBody>
      </p:sp>
      <p:sp>
        <p:nvSpPr>
          <p:cNvPr id="49" name="TextBox 48">
            <a:extLst>
              <a:ext uri="{FF2B5EF4-FFF2-40B4-BE49-F238E27FC236}">
                <a16:creationId xmlns:a16="http://schemas.microsoft.com/office/drawing/2014/main" id="{6CBD1810-07B7-4C9B-8344-24078BD970E1}"/>
              </a:ext>
            </a:extLst>
          </p:cNvPr>
          <p:cNvSpPr txBox="1"/>
          <p:nvPr/>
        </p:nvSpPr>
        <p:spPr>
          <a:xfrm>
            <a:off x="1612909" y="4857993"/>
            <a:ext cx="2834426" cy="369332"/>
          </a:xfrm>
          <a:prstGeom prst="rect">
            <a:avLst/>
          </a:prstGeom>
          <a:noFill/>
        </p:spPr>
        <p:txBody>
          <a:bodyPr wrap="square" rtlCol="0">
            <a:spAutoFit/>
          </a:bodyPr>
          <a:lstStyle/>
          <a:p>
            <a:r>
              <a:rPr lang="en-US" u="sng" dirty="0"/>
              <a:t>Bilateral obstruction = AKI</a:t>
            </a:r>
            <a:endParaRPr lang="en-US" sz="1400" u="sng" dirty="0"/>
          </a:p>
        </p:txBody>
      </p:sp>
      <p:sp>
        <p:nvSpPr>
          <p:cNvPr id="50" name="Left Bracket 49">
            <a:extLst>
              <a:ext uri="{FF2B5EF4-FFF2-40B4-BE49-F238E27FC236}">
                <a16:creationId xmlns:a16="http://schemas.microsoft.com/office/drawing/2014/main" id="{6FBCDB3F-BE91-4D6E-8B0D-CFA878EEFF0A}"/>
              </a:ext>
            </a:extLst>
          </p:cNvPr>
          <p:cNvSpPr/>
          <p:nvPr/>
        </p:nvSpPr>
        <p:spPr>
          <a:xfrm>
            <a:off x="4428884" y="1078266"/>
            <a:ext cx="126448" cy="2965430"/>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sz="2000"/>
          </a:p>
        </p:txBody>
      </p:sp>
      <p:sp>
        <p:nvSpPr>
          <p:cNvPr id="51" name="TextBox 50">
            <a:extLst>
              <a:ext uri="{FF2B5EF4-FFF2-40B4-BE49-F238E27FC236}">
                <a16:creationId xmlns:a16="http://schemas.microsoft.com/office/drawing/2014/main" id="{D1760507-CFA7-45ED-B3A9-EDBE7ACCD994}"/>
              </a:ext>
            </a:extLst>
          </p:cNvPr>
          <p:cNvSpPr txBox="1"/>
          <p:nvPr/>
        </p:nvSpPr>
        <p:spPr>
          <a:xfrm>
            <a:off x="1612900" y="2017615"/>
            <a:ext cx="2834426" cy="369332"/>
          </a:xfrm>
          <a:prstGeom prst="rect">
            <a:avLst/>
          </a:prstGeom>
          <a:noFill/>
        </p:spPr>
        <p:txBody>
          <a:bodyPr wrap="square" rtlCol="0">
            <a:spAutoFit/>
          </a:bodyPr>
          <a:lstStyle/>
          <a:p>
            <a:r>
              <a:rPr lang="en-US" u="sng" dirty="0"/>
              <a:t>If unilateral ≠ AKI</a:t>
            </a:r>
          </a:p>
        </p:txBody>
      </p:sp>
      <p:cxnSp>
        <p:nvCxnSpPr>
          <p:cNvPr id="57" name="Straight Connector 56">
            <a:extLst>
              <a:ext uri="{FF2B5EF4-FFF2-40B4-BE49-F238E27FC236}">
                <a16:creationId xmlns:a16="http://schemas.microsoft.com/office/drawing/2014/main" id="{BC18C65F-76CE-4CD1-B4DC-304F6E5D26C1}"/>
              </a:ext>
            </a:extLst>
          </p:cNvPr>
          <p:cNvCxnSpPr/>
          <p:nvPr/>
        </p:nvCxnSpPr>
        <p:spPr>
          <a:xfrm>
            <a:off x="6761701" y="5904647"/>
            <a:ext cx="217103" cy="122021"/>
          </a:xfrm>
          <a:prstGeom prst="line">
            <a:avLst/>
          </a:prstGeom>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3FF2D014-9628-4BA3-8B2B-8826F9E2DD25}"/>
              </a:ext>
            </a:extLst>
          </p:cNvPr>
          <p:cNvCxnSpPr>
            <a:cxnSpLocks/>
          </p:cNvCxnSpPr>
          <p:nvPr/>
        </p:nvCxnSpPr>
        <p:spPr>
          <a:xfrm flipV="1">
            <a:off x="6784415" y="5904647"/>
            <a:ext cx="166169" cy="152400"/>
          </a:xfrm>
          <a:prstGeom prst="line">
            <a:avLst/>
          </a:prstGeom>
        </p:spPr>
        <p:style>
          <a:lnRef idx="1">
            <a:schemeClr val="dk1"/>
          </a:lnRef>
          <a:fillRef idx="0">
            <a:schemeClr val="dk1"/>
          </a:fillRef>
          <a:effectRef idx="0">
            <a:schemeClr val="dk1"/>
          </a:effectRef>
          <a:fontRef idx="minor">
            <a:schemeClr val="tx1"/>
          </a:fontRef>
        </p:style>
      </p:cxnSp>
      <p:sp>
        <p:nvSpPr>
          <p:cNvPr id="62" name="Freeform: Shape 61">
            <a:extLst>
              <a:ext uri="{FF2B5EF4-FFF2-40B4-BE49-F238E27FC236}">
                <a16:creationId xmlns:a16="http://schemas.microsoft.com/office/drawing/2014/main" id="{6375830B-479F-4782-B73D-56DA67B0BA7E}"/>
              </a:ext>
            </a:extLst>
          </p:cNvPr>
          <p:cNvSpPr/>
          <p:nvPr/>
        </p:nvSpPr>
        <p:spPr>
          <a:xfrm>
            <a:off x="5809673" y="3881883"/>
            <a:ext cx="2124364" cy="526473"/>
          </a:xfrm>
          <a:custGeom>
            <a:avLst/>
            <a:gdLst>
              <a:gd name="connsiteX0" fmla="*/ 0 w 2124364"/>
              <a:gd name="connsiteY0" fmla="*/ 526473 h 526473"/>
              <a:gd name="connsiteX1" fmla="*/ 249382 w 2124364"/>
              <a:gd name="connsiteY1" fmla="*/ 249382 h 526473"/>
              <a:gd name="connsiteX2" fmla="*/ 711200 w 2124364"/>
              <a:gd name="connsiteY2" fmla="*/ 120073 h 526473"/>
              <a:gd name="connsiteX3" fmla="*/ 1080655 w 2124364"/>
              <a:gd name="connsiteY3" fmla="*/ 175491 h 526473"/>
              <a:gd name="connsiteX4" fmla="*/ 1413164 w 2124364"/>
              <a:gd name="connsiteY4" fmla="*/ 166255 h 526473"/>
              <a:gd name="connsiteX5" fmla="*/ 1597891 w 2124364"/>
              <a:gd name="connsiteY5" fmla="*/ 120073 h 526473"/>
              <a:gd name="connsiteX6" fmla="*/ 1856509 w 2124364"/>
              <a:gd name="connsiteY6" fmla="*/ 166255 h 526473"/>
              <a:gd name="connsiteX7" fmla="*/ 1902691 w 2124364"/>
              <a:gd name="connsiteY7" fmla="*/ 230909 h 526473"/>
              <a:gd name="connsiteX8" fmla="*/ 1976582 w 2124364"/>
              <a:gd name="connsiteY8" fmla="*/ 378691 h 526473"/>
              <a:gd name="connsiteX9" fmla="*/ 2124364 w 2124364"/>
              <a:gd name="connsiteY9" fmla="*/ 434109 h 526473"/>
              <a:gd name="connsiteX10" fmla="*/ 2087418 w 2124364"/>
              <a:gd name="connsiteY10" fmla="*/ 286328 h 526473"/>
              <a:gd name="connsiteX11" fmla="*/ 1884218 w 2124364"/>
              <a:gd name="connsiteY11" fmla="*/ 55419 h 526473"/>
              <a:gd name="connsiteX12" fmla="*/ 1616364 w 2124364"/>
              <a:gd name="connsiteY12" fmla="*/ 0 h 526473"/>
              <a:gd name="connsiteX13" fmla="*/ 1163782 w 2124364"/>
              <a:gd name="connsiteY13" fmla="*/ 27709 h 526473"/>
              <a:gd name="connsiteX14" fmla="*/ 997528 w 2124364"/>
              <a:gd name="connsiteY14" fmla="*/ 36946 h 526473"/>
              <a:gd name="connsiteX15" fmla="*/ 628073 w 2124364"/>
              <a:gd name="connsiteY15" fmla="*/ 0 h 526473"/>
              <a:gd name="connsiteX16" fmla="*/ 230909 w 2124364"/>
              <a:gd name="connsiteY16" fmla="*/ 83128 h 526473"/>
              <a:gd name="connsiteX17" fmla="*/ 18473 w 2124364"/>
              <a:gd name="connsiteY17" fmla="*/ 360219 h 526473"/>
              <a:gd name="connsiteX18" fmla="*/ 0 w 2124364"/>
              <a:gd name="connsiteY18" fmla="*/ 526473 h 526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124364" h="526473">
                <a:moveTo>
                  <a:pt x="0" y="526473"/>
                </a:moveTo>
                <a:lnTo>
                  <a:pt x="249382" y="249382"/>
                </a:lnTo>
                <a:lnTo>
                  <a:pt x="711200" y="120073"/>
                </a:lnTo>
                <a:lnTo>
                  <a:pt x="1080655" y="175491"/>
                </a:lnTo>
                <a:lnTo>
                  <a:pt x="1413164" y="166255"/>
                </a:lnTo>
                <a:lnTo>
                  <a:pt x="1597891" y="120073"/>
                </a:lnTo>
                <a:lnTo>
                  <a:pt x="1856509" y="166255"/>
                </a:lnTo>
                <a:lnTo>
                  <a:pt x="1902691" y="230909"/>
                </a:lnTo>
                <a:lnTo>
                  <a:pt x="1976582" y="378691"/>
                </a:lnTo>
                <a:lnTo>
                  <a:pt x="2124364" y="434109"/>
                </a:lnTo>
                <a:lnTo>
                  <a:pt x="2087418" y="286328"/>
                </a:lnTo>
                <a:lnTo>
                  <a:pt x="1884218" y="55419"/>
                </a:lnTo>
                <a:lnTo>
                  <a:pt x="1616364" y="0"/>
                </a:lnTo>
                <a:lnTo>
                  <a:pt x="1163782" y="27709"/>
                </a:lnTo>
                <a:lnTo>
                  <a:pt x="997528" y="36946"/>
                </a:lnTo>
                <a:lnTo>
                  <a:pt x="628073" y="0"/>
                </a:lnTo>
                <a:lnTo>
                  <a:pt x="230909" y="83128"/>
                </a:lnTo>
                <a:lnTo>
                  <a:pt x="18473" y="360219"/>
                </a:lnTo>
                <a:lnTo>
                  <a:pt x="0" y="526473"/>
                </a:lnTo>
                <a:close/>
              </a:path>
            </a:pathLst>
          </a:cu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a:extLst>
              <a:ext uri="{FF2B5EF4-FFF2-40B4-BE49-F238E27FC236}">
                <a16:creationId xmlns:a16="http://schemas.microsoft.com/office/drawing/2014/main" id="{66E8B346-B8A9-4960-B80C-4C55BE1525CC}"/>
              </a:ext>
            </a:extLst>
          </p:cNvPr>
          <p:cNvSpPr txBox="1"/>
          <p:nvPr/>
        </p:nvSpPr>
        <p:spPr>
          <a:xfrm>
            <a:off x="7396098" y="5350465"/>
            <a:ext cx="708467" cy="276999"/>
          </a:xfrm>
          <a:prstGeom prst="rect">
            <a:avLst/>
          </a:prstGeom>
          <a:noFill/>
        </p:spPr>
        <p:txBody>
          <a:bodyPr wrap="square" rtlCol="0">
            <a:spAutoFit/>
          </a:bodyPr>
          <a:lstStyle/>
          <a:p>
            <a:r>
              <a:rPr lang="en-US" sz="1200" dirty="0"/>
              <a:t>BPH</a:t>
            </a:r>
          </a:p>
        </p:txBody>
      </p:sp>
      <p:sp>
        <p:nvSpPr>
          <p:cNvPr id="66" name="TextBox 65">
            <a:extLst>
              <a:ext uri="{FF2B5EF4-FFF2-40B4-BE49-F238E27FC236}">
                <a16:creationId xmlns:a16="http://schemas.microsoft.com/office/drawing/2014/main" id="{F4F7EC02-4FD6-4773-8ED3-9E27C9B8BB5F}"/>
              </a:ext>
            </a:extLst>
          </p:cNvPr>
          <p:cNvSpPr txBox="1"/>
          <p:nvPr/>
        </p:nvSpPr>
        <p:spPr>
          <a:xfrm>
            <a:off x="7094090" y="5842347"/>
            <a:ext cx="839947" cy="276999"/>
          </a:xfrm>
          <a:prstGeom prst="rect">
            <a:avLst/>
          </a:prstGeom>
          <a:noFill/>
        </p:spPr>
        <p:txBody>
          <a:bodyPr wrap="square" rtlCol="0">
            <a:spAutoFit/>
          </a:bodyPr>
          <a:lstStyle/>
          <a:p>
            <a:r>
              <a:rPr lang="en-US" sz="1200" dirty="0"/>
              <a:t>Stricture</a:t>
            </a:r>
          </a:p>
        </p:txBody>
      </p:sp>
      <p:sp>
        <p:nvSpPr>
          <p:cNvPr id="67" name="TextBox 66">
            <a:extLst>
              <a:ext uri="{FF2B5EF4-FFF2-40B4-BE49-F238E27FC236}">
                <a16:creationId xmlns:a16="http://schemas.microsoft.com/office/drawing/2014/main" id="{15381250-8B2C-4D71-9119-17FE82169AA8}"/>
              </a:ext>
            </a:extLst>
          </p:cNvPr>
          <p:cNvSpPr txBox="1"/>
          <p:nvPr/>
        </p:nvSpPr>
        <p:spPr>
          <a:xfrm>
            <a:off x="7102415" y="4592020"/>
            <a:ext cx="708467" cy="276999"/>
          </a:xfrm>
          <a:prstGeom prst="rect">
            <a:avLst/>
          </a:prstGeom>
          <a:noFill/>
        </p:spPr>
        <p:txBody>
          <a:bodyPr wrap="square" rtlCol="0">
            <a:spAutoFit/>
          </a:bodyPr>
          <a:lstStyle/>
          <a:p>
            <a:r>
              <a:rPr lang="en-US" sz="1200" dirty="0">
                <a:solidFill>
                  <a:srgbClr val="C00000"/>
                </a:solidFill>
              </a:rPr>
              <a:t>Clot</a:t>
            </a:r>
          </a:p>
        </p:txBody>
      </p:sp>
      <p:sp>
        <p:nvSpPr>
          <p:cNvPr id="68" name="TextBox 67">
            <a:extLst>
              <a:ext uri="{FF2B5EF4-FFF2-40B4-BE49-F238E27FC236}">
                <a16:creationId xmlns:a16="http://schemas.microsoft.com/office/drawing/2014/main" id="{38CC3EFC-6CEF-464E-A59A-7A921877EA18}"/>
              </a:ext>
            </a:extLst>
          </p:cNvPr>
          <p:cNvSpPr txBox="1"/>
          <p:nvPr/>
        </p:nvSpPr>
        <p:spPr>
          <a:xfrm>
            <a:off x="6751869" y="4084535"/>
            <a:ext cx="960495" cy="276999"/>
          </a:xfrm>
          <a:prstGeom prst="rect">
            <a:avLst/>
          </a:prstGeom>
          <a:noFill/>
        </p:spPr>
        <p:txBody>
          <a:bodyPr wrap="square" rtlCol="0">
            <a:spAutoFit/>
          </a:bodyPr>
          <a:lstStyle/>
          <a:p>
            <a:r>
              <a:rPr lang="en-US" sz="1200" dirty="0">
                <a:solidFill>
                  <a:srgbClr val="C00000"/>
                </a:solidFill>
              </a:rPr>
              <a:t>Malignancy</a:t>
            </a:r>
          </a:p>
        </p:txBody>
      </p:sp>
      <p:sp>
        <p:nvSpPr>
          <p:cNvPr id="69" name="TextBox 68">
            <a:extLst>
              <a:ext uri="{FF2B5EF4-FFF2-40B4-BE49-F238E27FC236}">
                <a16:creationId xmlns:a16="http://schemas.microsoft.com/office/drawing/2014/main" id="{A9017264-D4AF-408E-A211-806B560734F2}"/>
              </a:ext>
            </a:extLst>
          </p:cNvPr>
          <p:cNvSpPr txBox="1"/>
          <p:nvPr/>
        </p:nvSpPr>
        <p:spPr>
          <a:xfrm>
            <a:off x="8234419" y="3998559"/>
            <a:ext cx="1138366" cy="276999"/>
          </a:xfrm>
          <a:prstGeom prst="rect">
            <a:avLst/>
          </a:prstGeom>
          <a:noFill/>
        </p:spPr>
        <p:txBody>
          <a:bodyPr wrap="square" rtlCol="0">
            <a:spAutoFit/>
          </a:bodyPr>
          <a:lstStyle/>
          <a:p>
            <a:r>
              <a:rPr lang="en-US" sz="1200" dirty="0">
                <a:solidFill>
                  <a:schemeClr val="accent6">
                    <a:lumMod val="50000"/>
                  </a:schemeClr>
                </a:solidFill>
              </a:rPr>
              <a:t>Calculus</a:t>
            </a:r>
          </a:p>
        </p:txBody>
      </p:sp>
      <p:sp>
        <p:nvSpPr>
          <p:cNvPr id="70" name="TextBox 69">
            <a:extLst>
              <a:ext uri="{FF2B5EF4-FFF2-40B4-BE49-F238E27FC236}">
                <a16:creationId xmlns:a16="http://schemas.microsoft.com/office/drawing/2014/main" id="{44F702DF-CE66-4D53-A439-7DD38FCBBF46}"/>
              </a:ext>
            </a:extLst>
          </p:cNvPr>
          <p:cNvSpPr txBox="1"/>
          <p:nvPr/>
        </p:nvSpPr>
        <p:spPr>
          <a:xfrm>
            <a:off x="6743894" y="2649633"/>
            <a:ext cx="1425508" cy="646331"/>
          </a:xfrm>
          <a:prstGeom prst="rect">
            <a:avLst/>
          </a:prstGeom>
          <a:noFill/>
        </p:spPr>
        <p:txBody>
          <a:bodyPr wrap="square" rtlCol="0">
            <a:spAutoFit/>
          </a:bodyPr>
          <a:lstStyle/>
          <a:p>
            <a:r>
              <a:rPr lang="en-US" sz="1200" dirty="0">
                <a:solidFill>
                  <a:schemeClr val="accent6">
                    <a:lumMod val="50000"/>
                  </a:schemeClr>
                </a:solidFill>
              </a:rPr>
              <a:t>Malignancy or Lymphadenopathy</a:t>
            </a:r>
          </a:p>
          <a:p>
            <a:r>
              <a:rPr lang="en-US" sz="1200" dirty="0">
                <a:solidFill>
                  <a:schemeClr val="accent6">
                    <a:lumMod val="50000"/>
                  </a:schemeClr>
                </a:solidFill>
              </a:rPr>
              <a:t>(external)</a:t>
            </a:r>
          </a:p>
        </p:txBody>
      </p:sp>
      <p:sp>
        <p:nvSpPr>
          <p:cNvPr id="73" name="Freeform: Shape 72">
            <a:extLst>
              <a:ext uri="{FF2B5EF4-FFF2-40B4-BE49-F238E27FC236}">
                <a16:creationId xmlns:a16="http://schemas.microsoft.com/office/drawing/2014/main" id="{5A881D98-33AF-4EDF-BF02-10C4989F907C}"/>
              </a:ext>
            </a:extLst>
          </p:cNvPr>
          <p:cNvSpPr/>
          <p:nvPr/>
        </p:nvSpPr>
        <p:spPr>
          <a:xfrm>
            <a:off x="8456507" y="1785228"/>
            <a:ext cx="382694" cy="861178"/>
          </a:xfrm>
          <a:custGeom>
            <a:avLst/>
            <a:gdLst>
              <a:gd name="connsiteX0" fmla="*/ 22475 w 382694"/>
              <a:gd name="connsiteY0" fmla="*/ 766619 h 861178"/>
              <a:gd name="connsiteX1" fmla="*/ 179494 w 382694"/>
              <a:gd name="connsiteY1" fmla="*/ 221673 h 861178"/>
              <a:gd name="connsiteX2" fmla="*/ 290330 w 382694"/>
              <a:gd name="connsiteY2" fmla="*/ 0 h 861178"/>
              <a:gd name="connsiteX3" fmla="*/ 336512 w 382694"/>
              <a:gd name="connsiteY3" fmla="*/ 64655 h 861178"/>
              <a:gd name="connsiteX4" fmla="*/ 364221 w 382694"/>
              <a:gd name="connsiteY4" fmla="*/ 92364 h 861178"/>
              <a:gd name="connsiteX5" fmla="*/ 382694 w 382694"/>
              <a:gd name="connsiteY5" fmla="*/ 157019 h 861178"/>
              <a:gd name="connsiteX6" fmla="*/ 373457 w 382694"/>
              <a:gd name="connsiteY6" fmla="*/ 277091 h 861178"/>
              <a:gd name="connsiteX7" fmla="*/ 364221 w 382694"/>
              <a:gd name="connsiteY7" fmla="*/ 304800 h 861178"/>
              <a:gd name="connsiteX8" fmla="*/ 308803 w 382694"/>
              <a:gd name="connsiteY8" fmla="*/ 360219 h 861178"/>
              <a:gd name="connsiteX9" fmla="*/ 281094 w 382694"/>
              <a:gd name="connsiteY9" fmla="*/ 461819 h 861178"/>
              <a:gd name="connsiteX10" fmla="*/ 244148 w 382694"/>
              <a:gd name="connsiteY10" fmla="*/ 517237 h 861178"/>
              <a:gd name="connsiteX11" fmla="*/ 225675 w 382694"/>
              <a:gd name="connsiteY11" fmla="*/ 544946 h 861178"/>
              <a:gd name="connsiteX12" fmla="*/ 225675 w 382694"/>
              <a:gd name="connsiteY12" fmla="*/ 775855 h 861178"/>
              <a:gd name="connsiteX13" fmla="*/ 216439 w 382694"/>
              <a:gd name="connsiteY13" fmla="*/ 803564 h 861178"/>
              <a:gd name="connsiteX14" fmla="*/ 133312 w 382694"/>
              <a:gd name="connsiteY14" fmla="*/ 849746 h 861178"/>
              <a:gd name="connsiteX15" fmla="*/ 105603 w 382694"/>
              <a:gd name="connsiteY15" fmla="*/ 858982 h 861178"/>
              <a:gd name="connsiteX16" fmla="*/ 4003 w 382694"/>
              <a:gd name="connsiteY16" fmla="*/ 849746 h 861178"/>
              <a:gd name="connsiteX17" fmla="*/ 22475 w 382694"/>
              <a:gd name="connsiteY17" fmla="*/ 794328 h 861178"/>
              <a:gd name="connsiteX18" fmla="*/ 22475 w 382694"/>
              <a:gd name="connsiteY18" fmla="*/ 766619 h 861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82694" h="861178">
                <a:moveTo>
                  <a:pt x="22475" y="766619"/>
                </a:moveTo>
                <a:lnTo>
                  <a:pt x="179494" y="221673"/>
                </a:lnTo>
                <a:lnTo>
                  <a:pt x="290330" y="0"/>
                </a:lnTo>
                <a:cubicBezTo>
                  <a:pt x="305724" y="21552"/>
                  <a:pt x="319967" y="43974"/>
                  <a:pt x="336512" y="64655"/>
                </a:cubicBezTo>
                <a:cubicBezTo>
                  <a:pt x="344672" y="74855"/>
                  <a:pt x="356975" y="81496"/>
                  <a:pt x="364221" y="92364"/>
                </a:cubicBezTo>
                <a:cubicBezTo>
                  <a:pt x="369520" y="100312"/>
                  <a:pt x="381463" y="152096"/>
                  <a:pt x="382694" y="157019"/>
                </a:cubicBezTo>
                <a:cubicBezTo>
                  <a:pt x="379615" y="197043"/>
                  <a:pt x="378436" y="237259"/>
                  <a:pt x="373457" y="277091"/>
                </a:cubicBezTo>
                <a:cubicBezTo>
                  <a:pt x="372249" y="286752"/>
                  <a:pt x="370198" y="297115"/>
                  <a:pt x="364221" y="304800"/>
                </a:cubicBezTo>
                <a:cubicBezTo>
                  <a:pt x="348182" y="325422"/>
                  <a:pt x="308803" y="360219"/>
                  <a:pt x="308803" y="360219"/>
                </a:cubicBezTo>
                <a:cubicBezTo>
                  <a:pt x="303846" y="385000"/>
                  <a:pt x="294484" y="441735"/>
                  <a:pt x="281094" y="461819"/>
                </a:cubicBezTo>
                <a:lnTo>
                  <a:pt x="244148" y="517237"/>
                </a:lnTo>
                <a:lnTo>
                  <a:pt x="225675" y="544946"/>
                </a:lnTo>
                <a:cubicBezTo>
                  <a:pt x="232676" y="663954"/>
                  <a:pt x="243164" y="679665"/>
                  <a:pt x="225675" y="775855"/>
                </a:cubicBezTo>
                <a:cubicBezTo>
                  <a:pt x="223933" y="785434"/>
                  <a:pt x="221839" y="795463"/>
                  <a:pt x="216439" y="803564"/>
                </a:cubicBezTo>
                <a:cubicBezTo>
                  <a:pt x="192738" y="839116"/>
                  <a:pt x="174622" y="835976"/>
                  <a:pt x="133312" y="849746"/>
                </a:cubicBezTo>
                <a:lnTo>
                  <a:pt x="105603" y="858982"/>
                </a:lnTo>
                <a:cubicBezTo>
                  <a:pt x="71736" y="855903"/>
                  <a:pt x="30846" y="870624"/>
                  <a:pt x="4003" y="849746"/>
                </a:cubicBezTo>
                <a:cubicBezTo>
                  <a:pt x="-11367" y="837792"/>
                  <a:pt x="22475" y="813800"/>
                  <a:pt x="22475" y="794328"/>
                </a:cubicBezTo>
                <a:lnTo>
                  <a:pt x="22475" y="766619"/>
                </a:lnTo>
                <a:close/>
              </a:path>
            </a:pathLst>
          </a:cu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a:extLst>
              <a:ext uri="{FF2B5EF4-FFF2-40B4-BE49-F238E27FC236}">
                <a16:creationId xmlns:a16="http://schemas.microsoft.com/office/drawing/2014/main" id="{E1621E72-DAD0-4C44-AEBF-7872AD7EDB6B}"/>
              </a:ext>
            </a:extLst>
          </p:cNvPr>
          <p:cNvSpPr txBox="1"/>
          <p:nvPr/>
        </p:nvSpPr>
        <p:spPr>
          <a:xfrm>
            <a:off x="7872747" y="1680496"/>
            <a:ext cx="964002" cy="461665"/>
          </a:xfrm>
          <a:prstGeom prst="rect">
            <a:avLst/>
          </a:prstGeom>
          <a:noFill/>
        </p:spPr>
        <p:txBody>
          <a:bodyPr wrap="square" rtlCol="0">
            <a:spAutoFit/>
          </a:bodyPr>
          <a:lstStyle/>
          <a:p>
            <a:r>
              <a:rPr lang="en-US" sz="1200" dirty="0">
                <a:solidFill>
                  <a:schemeClr val="accent6">
                    <a:lumMod val="50000"/>
                  </a:schemeClr>
                </a:solidFill>
              </a:rPr>
              <a:t>Malignancy (internal)</a:t>
            </a:r>
          </a:p>
        </p:txBody>
      </p:sp>
      <p:sp>
        <p:nvSpPr>
          <p:cNvPr id="75" name="Freeform: Shape 74">
            <a:extLst>
              <a:ext uri="{FF2B5EF4-FFF2-40B4-BE49-F238E27FC236}">
                <a16:creationId xmlns:a16="http://schemas.microsoft.com/office/drawing/2014/main" id="{4B36EA9A-4C7D-4533-B426-A579CD60A11B}"/>
              </a:ext>
            </a:extLst>
          </p:cNvPr>
          <p:cNvSpPr/>
          <p:nvPr/>
        </p:nvSpPr>
        <p:spPr>
          <a:xfrm>
            <a:off x="7934037" y="4602319"/>
            <a:ext cx="166254" cy="55419"/>
          </a:xfrm>
          <a:custGeom>
            <a:avLst/>
            <a:gdLst>
              <a:gd name="connsiteX0" fmla="*/ 0 w 166254"/>
              <a:gd name="connsiteY0" fmla="*/ 9237 h 55419"/>
              <a:gd name="connsiteX1" fmla="*/ 46182 w 166254"/>
              <a:gd name="connsiteY1" fmla="*/ 0 h 55419"/>
              <a:gd name="connsiteX2" fmla="*/ 129309 w 166254"/>
              <a:gd name="connsiteY2" fmla="*/ 18473 h 55419"/>
              <a:gd name="connsiteX3" fmla="*/ 166254 w 166254"/>
              <a:gd name="connsiteY3" fmla="*/ 55419 h 55419"/>
            </a:gdLst>
            <a:ahLst/>
            <a:cxnLst>
              <a:cxn ang="0">
                <a:pos x="connsiteX0" y="connsiteY0"/>
              </a:cxn>
              <a:cxn ang="0">
                <a:pos x="connsiteX1" y="connsiteY1"/>
              </a:cxn>
              <a:cxn ang="0">
                <a:pos x="connsiteX2" y="connsiteY2"/>
              </a:cxn>
              <a:cxn ang="0">
                <a:pos x="connsiteX3" y="connsiteY3"/>
              </a:cxn>
            </a:cxnLst>
            <a:rect l="l" t="t" r="r" b="b"/>
            <a:pathLst>
              <a:path w="166254" h="55419">
                <a:moveTo>
                  <a:pt x="0" y="9237"/>
                </a:moveTo>
                <a:cubicBezTo>
                  <a:pt x="15394" y="6158"/>
                  <a:pt x="30483" y="0"/>
                  <a:pt x="46182" y="0"/>
                </a:cubicBezTo>
                <a:cubicBezTo>
                  <a:pt x="78689" y="0"/>
                  <a:pt x="100737" y="8949"/>
                  <a:pt x="129309" y="18473"/>
                </a:cubicBezTo>
                <a:lnTo>
                  <a:pt x="166254" y="55419"/>
                </a:lnTo>
              </a:path>
            </a:pathLst>
          </a:cu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Shape 75">
            <a:extLst>
              <a:ext uri="{FF2B5EF4-FFF2-40B4-BE49-F238E27FC236}">
                <a16:creationId xmlns:a16="http://schemas.microsoft.com/office/drawing/2014/main" id="{3EA26281-7C13-4ABC-AE98-57207B8DB5C4}"/>
              </a:ext>
            </a:extLst>
          </p:cNvPr>
          <p:cNvSpPr/>
          <p:nvPr/>
        </p:nvSpPr>
        <p:spPr>
          <a:xfrm>
            <a:off x="7823201" y="4648422"/>
            <a:ext cx="258634" cy="138625"/>
          </a:xfrm>
          <a:custGeom>
            <a:avLst/>
            <a:gdLst>
              <a:gd name="connsiteX0" fmla="*/ 0 w 258634"/>
              <a:gd name="connsiteY0" fmla="*/ 138625 h 138625"/>
              <a:gd name="connsiteX1" fmla="*/ 46181 w 258634"/>
              <a:gd name="connsiteY1" fmla="*/ 129388 h 138625"/>
              <a:gd name="connsiteX2" fmla="*/ 73890 w 258634"/>
              <a:gd name="connsiteY2" fmla="*/ 110916 h 138625"/>
              <a:gd name="connsiteX3" fmla="*/ 138545 w 258634"/>
              <a:gd name="connsiteY3" fmla="*/ 92443 h 138625"/>
              <a:gd name="connsiteX4" fmla="*/ 147781 w 258634"/>
              <a:gd name="connsiteY4" fmla="*/ 64734 h 138625"/>
              <a:gd name="connsiteX5" fmla="*/ 157018 w 258634"/>
              <a:gd name="connsiteY5" fmla="*/ 9316 h 138625"/>
              <a:gd name="connsiteX6" fmla="*/ 184727 w 258634"/>
              <a:gd name="connsiteY6" fmla="*/ 79 h 138625"/>
              <a:gd name="connsiteX7" fmla="*/ 258618 w 258634"/>
              <a:gd name="connsiteY7" fmla="*/ 18552 h 13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8634" h="138625">
                <a:moveTo>
                  <a:pt x="0" y="138625"/>
                </a:moveTo>
                <a:cubicBezTo>
                  <a:pt x="15394" y="135546"/>
                  <a:pt x="31482" y="134900"/>
                  <a:pt x="46181" y="129388"/>
                </a:cubicBezTo>
                <a:cubicBezTo>
                  <a:pt x="56575" y="125490"/>
                  <a:pt x="63961" y="115880"/>
                  <a:pt x="73890" y="110916"/>
                </a:cubicBezTo>
                <a:cubicBezTo>
                  <a:pt x="87144" y="104289"/>
                  <a:pt x="126703" y="95404"/>
                  <a:pt x="138545" y="92443"/>
                </a:cubicBezTo>
                <a:cubicBezTo>
                  <a:pt x="141624" y="83207"/>
                  <a:pt x="145669" y="74238"/>
                  <a:pt x="147781" y="64734"/>
                </a:cubicBezTo>
                <a:cubicBezTo>
                  <a:pt x="151844" y="46452"/>
                  <a:pt x="147726" y="25576"/>
                  <a:pt x="157018" y="9316"/>
                </a:cubicBezTo>
                <a:cubicBezTo>
                  <a:pt x="161848" y="863"/>
                  <a:pt x="175491" y="3158"/>
                  <a:pt x="184727" y="79"/>
                </a:cubicBezTo>
                <a:cubicBezTo>
                  <a:pt x="261673" y="9698"/>
                  <a:pt x="258618" y="-15506"/>
                  <a:pt x="258618" y="18552"/>
                </a:cubicBezTo>
              </a:path>
            </a:pathLst>
          </a:cu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Freeform: Shape 76">
            <a:extLst>
              <a:ext uri="{FF2B5EF4-FFF2-40B4-BE49-F238E27FC236}">
                <a16:creationId xmlns:a16="http://schemas.microsoft.com/office/drawing/2014/main" id="{0437D5B9-BEE1-48BC-81A3-D3D9AD78A145}"/>
              </a:ext>
            </a:extLst>
          </p:cNvPr>
          <p:cNvSpPr/>
          <p:nvPr/>
        </p:nvSpPr>
        <p:spPr>
          <a:xfrm>
            <a:off x="7980219" y="4463774"/>
            <a:ext cx="120072" cy="184727"/>
          </a:xfrm>
          <a:custGeom>
            <a:avLst/>
            <a:gdLst>
              <a:gd name="connsiteX0" fmla="*/ 0 w 120072"/>
              <a:gd name="connsiteY0" fmla="*/ 0 h 184727"/>
              <a:gd name="connsiteX1" fmla="*/ 27709 w 120072"/>
              <a:gd name="connsiteY1" fmla="*/ 101600 h 184727"/>
              <a:gd name="connsiteX2" fmla="*/ 55418 w 120072"/>
              <a:gd name="connsiteY2" fmla="*/ 120073 h 184727"/>
              <a:gd name="connsiteX3" fmla="*/ 120072 w 120072"/>
              <a:gd name="connsiteY3" fmla="*/ 129309 h 184727"/>
              <a:gd name="connsiteX4" fmla="*/ 120072 w 120072"/>
              <a:gd name="connsiteY4" fmla="*/ 184727 h 1847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072" h="184727">
                <a:moveTo>
                  <a:pt x="0" y="0"/>
                </a:moveTo>
                <a:cubicBezTo>
                  <a:pt x="5032" y="35222"/>
                  <a:pt x="3391" y="72418"/>
                  <a:pt x="27709" y="101600"/>
                </a:cubicBezTo>
                <a:cubicBezTo>
                  <a:pt x="34815" y="110128"/>
                  <a:pt x="44785" y="116883"/>
                  <a:pt x="55418" y="120073"/>
                </a:cubicBezTo>
                <a:cubicBezTo>
                  <a:pt x="76270" y="126329"/>
                  <a:pt x="104678" y="113915"/>
                  <a:pt x="120072" y="129309"/>
                </a:cubicBezTo>
                <a:lnTo>
                  <a:pt x="120072" y="184727"/>
                </a:lnTo>
              </a:path>
            </a:pathLst>
          </a:cu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Freeform: Shape 77">
            <a:extLst>
              <a:ext uri="{FF2B5EF4-FFF2-40B4-BE49-F238E27FC236}">
                <a16:creationId xmlns:a16="http://schemas.microsoft.com/office/drawing/2014/main" id="{1D53BD14-E171-44A2-9181-3EA114776434}"/>
              </a:ext>
            </a:extLst>
          </p:cNvPr>
          <p:cNvSpPr/>
          <p:nvPr/>
        </p:nvSpPr>
        <p:spPr>
          <a:xfrm>
            <a:off x="8118764" y="4528428"/>
            <a:ext cx="711200" cy="212437"/>
          </a:xfrm>
          <a:custGeom>
            <a:avLst/>
            <a:gdLst>
              <a:gd name="connsiteX0" fmla="*/ 0 w 711200"/>
              <a:gd name="connsiteY0" fmla="*/ 92364 h 212437"/>
              <a:gd name="connsiteX1" fmla="*/ 138546 w 711200"/>
              <a:gd name="connsiteY1" fmla="*/ 110837 h 212437"/>
              <a:gd name="connsiteX2" fmla="*/ 203200 w 711200"/>
              <a:gd name="connsiteY2" fmla="*/ 157019 h 212437"/>
              <a:gd name="connsiteX3" fmla="*/ 295564 w 711200"/>
              <a:gd name="connsiteY3" fmla="*/ 212437 h 212437"/>
              <a:gd name="connsiteX4" fmla="*/ 581891 w 711200"/>
              <a:gd name="connsiteY4" fmla="*/ 203200 h 212437"/>
              <a:gd name="connsiteX5" fmla="*/ 609600 w 711200"/>
              <a:gd name="connsiteY5" fmla="*/ 193964 h 212437"/>
              <a:gd name="connsiteX6" fmla="*/ 637309 w 711200"/>
              <a:gd name="connsiteY6" fmla="*/ 166255 h 212437"/>
              <a:gd name="connsiteX7" fmla="*/ 655782 w 711200"/>
              <a:gd name="connsiteY7" fmla="*/ 110837 h 212437"/>
              <a:gd name="connsiteX8" fmla="*/ 665018 w 711200"/>
              <a:gd name="connsiteY8" fmla="*/ 83128 h 212437"/>
              <a:gd name="connsiteX9" fmla="*/ 692727 w 711200"/>
              <a:gd name="connsiteY9" fmla="*/ 9237 h 212437"/>
              <a:gd name="connsiteX10" fmla="*/ 711200 w 711200"/>
              <a:gd name="connsiteY10" fmla="*/ 0 h 212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1200" h="212437">
                <a:moveTo>
                  <a:pt x="0" y="92364"/>
                </a:moveTo>
                <a:cubicBezTo>
                  <a:pt x="21808" y="94545"/>
                  <a:pt x="105747" y="99904"/>
                  <a:pt x="138546" y="110837"/>
                </a:cubicBezTo>
                <a:cubicBezTo>
                  <a:pt x="188674" y="127547"/>
                  <a:pt x="164332" y="126789"/>
                  <a:pt x="203200" y="157019"/>
                </a:cubicBezTo>
                <a:cubicBezTo>
                  <a:pt x="243324" y="188226"/>
                  <a:pt x="255351" y="192330"/>
                  <a:pt x="295564" y="212437"/>
                </a:cubicBezTo>
                <a:cubicBezTo>
                  <a:pt x="391006" y="209358"/>
                  <a:pt x="486564" y="208808"/>
                  <a:pt x="581891" y="203200"/>
                </a:cubicBezTo>
                <a:cubicBezTo>
                  <a:pt x="591610" y="202628"/>
                  <a:pt x="601499" y="199364"/>
                  <a:pt x="609600" y="193964"/>
                </a:cubicBezTo>
                <a:cubicBezTo>
                  <a:pt x="620468" y="186718"/>
                  <a:pt x="628073" y="175491"/>
                  <a:pt x="637309" y="166255"/>
                </a:cubicBezTo>
                <a:lnTo>
                  <a:pt x="655782" y="110837"/>
                </a:lnTo>
                <a:cubicBezTo>
                  <a:pt x="658861" y="101601"/>
                  <a:pt x="663109" y="92675"/>
                  <a:pt x="665018" y="83128"/>
                </a:cubicBezTo>
                <a:cubicBezTo>
                  <a:pt x="671627" y="50087"/>
                  <a:pt x="668945" y="33020"/>
                  <a:pt x="692727" y="9237"/>
                </a:cubicBezTo>
                <a:cubicBezTo>
                  <a:pt x="697595" y="4369"/>
                  <a:pt x="705042" y="3079"/>
                  <a:pt x="711200" y="0"/>
                </a:cubicBezTo>
              </a:path>
            </a:pathLst>
          </a:cu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TextBox 78">
            <a:extLst>
              <a:ext uri="{FF2B5EF4-FFF2-40B4-BE49-F238E27FC236}">
                <a16:creationId xmlns:a16="http://schemas.microsoft.com/office/drawing/2014/main" id="{9E266512-E242-4B7E-AC4A-3832DC0AD17E}"/>
              </a:ext>
            </a:extLst>
          </p:cNvPr>
          <p:cNvSpPr txBox="1"/>
          <p:nvPr/>
        </p:nvSpPr>
        <p:spPr>
          <a:xfrm>
            <a:off x="8081835" y="4731720"/>
            <a:ext cx="900690" cy="276999"/>
          </a:xfrm>
          <a:prstGeom prst="rect">
            <a:avLst/>
          </a:prstGeom>
          <a:noFill/>
        </p:spPr>
        <p:txBody>
          <a:bodyPr wrap="square" rtlCol="0">
            <a:spAutoFit/>
          </a:bodyPr>
          <a:lstStyle/>
          <a:p>
            <a:r>
              <a:rPr lang="en-US" sz="1200" dirty="0">
                <a:solidFill>
                  <a:srgbClr val="C00000"/>
                </a:solidFill>
              </a:rPr>
              <a:t>Neurogenic</a:t>
            </a:r>
          </a:p>
        </p:txBody>
      </p:sp>
      <p:sp>
        <p:nvSpPr>
          <p:cNvPr id="81" name="TextBox 80">
            <a:extLst>
              <a:ext uri="{FF2B5EF4-FFF2-40B4-BE49-F238E27FC236}">
                <a16:creationId xmlns:a16="http://schemas.microsoft.com/office/drawing/2014/main" id="{092DD438-D856-48EF-9179-8ECDC961F196}"/>
              </a:ext>
            </a:extLst>
          </p:cNvPr>
          <p:cNvSpPr txBox="1"/>
          <p:nvPr/>
        </p:nvSpPr>
        <p:spPr>
          <a:xfrm>
            <a:off x="6975722" y="92311"/>
            <a:ext cx="4225678" cy="584775"/>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sz="1600" b="1" dirty="0"/>
              <a:t>Diagnosis ruled out by:</a:t>
            </a:r>
          </a:p>
          <a:p>
            <a:r>
              <a:rPr lang="en-US" sz="1600" dirty="0"/>
              <a:t>No hydronephrosis on an ultrasound of Kidney </a:t>
            </a:r>
          </a:p>
        </p:txBody>
      </p:sp>
      <p:cxnSp>
        <p:nvCxnSpPr>
          <p:cNvPr id="5" name="Straight Connector 4">
            <a:extLst>
              <a:ext uri="{FF2B5EF4-FFF2-40B4-BE49-F238E27FC236}">
                <a16:creationId xmlns:a16="http://schemas.microsoft.com/office/drawing/2014/main" id="{7A399C7C-D21A-459B-AA14-BA65003A18B5}"/>
              </a:ext>
            </a:extLst>
          </p:cNvPr>
          <p:cNvCxnSpPr/>
          <p:nvPr/>
        </p:nvCxnSpPr>
        <p:spPr>
          <a:xfrm>
            <a:off x="8836749" y="2298583"/>
            <a:ext cx="145776" cy="504516"/>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853BCEF4-99F5-4996-8A84-3E594331280A}"/>
              </a:ext>
            </a:extLst>
          </p:cNvPr>
          <p:cNvCxnSpPr/>
          <p:nvPr/>
        </p:nvCxnSpPr>
        <p:spPr>
          <a:xfrm>
            <a:off x="8905125" y="2184984"/>
            <a:ext cx="145776" cy="504516"/>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03C29CA4-C557-4A55-BA68-B1DFBF75532F}"/>
              </a:ext>
            </a:extLst>
          </p:cNvPr>
          <p:cNvCxnSpPr/>
          <p:nvPr/>
        </p:nvCxnSpPr>
        <p:spPr>
          <a:xfrm>
            <a:off x="8763563" y="2460293"/>
            <a:ext cx="145776" cy="504516"/>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F57F301F-4DD9-4F5A-A613-E7799896DA2B}"/>
              </a:ext>
            </a:extLst>
          </p:cNvPr>
          <p:cNvCxnSpPr>
            <a:cxnSpLocks/>
          </p:cNvCxnSpPr>
          <p:nvPr/>
        </p:nvCxnSpPr>
        <p:spPr>
          <a:xfrm>
            <a:off x="8950075" y="2177675"/>
            <a:ext cx="45592" cy="439901"/>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395E911F-1347-4BD1-B034-A7A4AA6F6532}"/>
              </a:ext>
            </a:extLst>
          </p:cNvPr>
          <p:cNvCxnSpPr>
            <a:cxnSpLocks/>
          </p:cNvCxnSpPr>
          <p:nvPr/>
        </p:nvCxnSpPr>
        <p:spPr>
          <a:xfrm>
            <a:off x="8876964" y="2282834"/>
            <a:ext cx="45592" cy="439901"/>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E9B61198-C415-4F74-AB5D-D6A125ECF86F}"/>
              </a:ext>
            </a:extLst>
          </p:cNvPr>
          <p:cNvCxnSpPr>
            <a:cxnSpLocks/>
          </p:cNvCxnSpPr>
          <p:nvPr/>
        </p:nvCxnSpPr>
        <p:spPr>
          <a:xfrm>
            <a:off x="8794199" y="2415364"/>
            <a:ext cx="45592" cy="439901"/>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14547ED6-1E24-49F8-B4E3-91C385160A86}"/>
              </a:ext>
            </a:extLst>
          </p:cNvPr>
          <p:cNvSpPr txBox="1"/>
          <p:nvPr/>
        </p:nvSpPr>
        <p:spPr>
          <a:xfrm>
            <a:off x="8847542" y="2779402"/>
            <a:ext cx="1190087" cy="646331"/>
          </a:xfrm>
          <a:prstGeom prst="rect">
            <a:avLst/>
          </a:prstGeom>
          <a:noFill/>
        </p:spPr>
        <p:txBody>
          <a:bodyPr wrap="square" rtlCol="0">
            <a:spAutoFit/>
          </a:bodyPr>
          <a:lstStyle/>
          <a:p>
            <a:r>
              <a:rPr lang="en-US" sz="1200" dirty="0">
                <a:solidFill>
                  <a:schemeClr val="accent6">
                    <a:lumMod val="50000"/>
                  </a:schemeClr>
                </a:solidFill>
              </a:rPr>
              <a:t>Retroperitoneal Fibrosis</a:t>
            </a:r>
          </a:p>
          <a:p>
            <a:endParaRPr lang="en-US" sz="1200" dirty="0">
              <a:solidFill>
                <a:schemeClr val="accent6">
                  <a:lumMod val="50000"/>
                </a:schemeClr>
              </a:solidFill>
            </a:endParaRPr>
          </a:p>
        </p:txBody>
      </p:sp>
      <p:pic>
        <p:nvPicPr>
          <p:cNvPr id="2" name="Star-renal artery" descr="Badge New">
            <a:extLst>
              <a:ext uri="{FF2B5EF4-FFF2-40B4-BE49-F238E27FC236}">
                <a16:creationId xmlns:a16="http://schemas.microsoft.com/office/drawing/2014/main" id="{93C66200-6BF1-4500-98D9-8DCCD4C4CBC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05439" y="2597481"/>
            <a:ext cx="457200" cy="457200"/>
          </a:xfrm>
          <a:prstGeom prst="rect">
            <a:avLst/>
          </a:prstGeom>
          <a:effectLst>
            <a:outerShdw blurRad="50800" dist="38100" dir="8100000" algn="tr" rotWithShape="0">
              <a:prstClr val="black">
                <a:alpha val="40000"/>
              </a:prstClr>
            </a:outerShdw>
          </a:effectLst>
        </p:spPr>
      </p:pic>
      <p:sp>
        <p:nvSpPr>
          <p:cNvPr id="59" name="TextBox 58">
            <a:extLst>
              <a:ext uri="{FF2B5EF4-FFF2-40B4-BE49-F238E27FC236}">
                <a16:creationId xmlns:a16="http://schemas.microsoft.com/office/drawing/2014/main" id="{CBF1CAE9-FF73-4AA3-BC3C-85EB5785A7AE}"/>
              </a:ext>
            </a:extLst>
          </p:cNvPr>
          <p:cNvSpPr txBox="1"/>
          <p:nvPr/>
        </p:nvSpPr>
        <p:spPr>
          <a:xfrm>
            <a:off x="1676889" y="2434315"/>
            <a:ext cx="2485918" cy="830997"/>
          </a:xfrm>
          <a:prstGeom prst="rect">
            <a:avLst/>
          </a:prstGeom>
          <a:noFill/>
        </p:spPr>
        <p:txBody>
          <a:bodyPr wrap="square">
            <a:spAutoFit/>
          </a:bodyPr>
          <a:lstStyle/>
          <a:p>
            <a:r>
              <a:rPr lang="en-US" sz="1200" dirty="0"/>
              <a:t>Key point: Ureteral obstruction will only lead to an AKI if obstruction is bilateral if the unilateral obstruction affecting single functional kidney</a:t>
            </a:r>
            <a:endParaRPr lang="en-US" sz="1050" dirty="0"/>
          </a:p>
        </p:txBody>
      </p:sp>
      <p:grpSp>
        <p:nvGrpSpPr>
          <p:cNvPr id="71" name="Clikc here">
            <a:extLst>
              <a:ext uri="{FF2B5EF4-FFF2-40B4-BE49-F238E27FC236}">
                <a16:creationId xmlns:a16="http://schemas.microsoft.com/office/drawing/2014/main" id="{15760CA2-0CAC-4D67-8148-C222CCDADE0F}"/>
              </a:ext>
            </a:extLst>
          </p:cNvPr>
          <p:cNvGrpSpPr/>
          <p:nvPr/>
        </p:nvGrpSpPr>
        <p:grpSpPr>
          <a:xfrm>
            <a:off x="738112" y="2972798"/>
            <a:ext cx="521274" cy="354826"/>
            <a:chOff x="3240011" y="623691"/>
            <a:chExt cx="727201" cy="354826"/>
          </a:xfrm>
        </p:grpSpPr>
        <p:cxnSp>
          <p:nvCxnSpPr>
            <p:cNvPr id="82" name="Straight Arrow Connector 81">
              <a:extLst>
                <a:ext uri="{FF2B5EF4-FFF2-40B4-BE49-F238E27FC236}">
                  <a16:creationId xmlns:a16="http://schemas.microsoft.com/office/drawing/2014/main" id="{FCF907DA-CC76-48DD-8841-6E5FE8671CD5}"/>
                </a:ext>
              </a:extLst>
            </p:cNvPr>
            <p:cNvCxnSpPr>
              <a:cxnSpLocks/>
            </p:cNvCxnSpPr>
            <p:nvPr/>
          </p:nvCxnSpPr>
          <p:spPr>
            <a:xfrm flipV="1">
              <a:off x="3789196" y="623691"/>
              <a:ext cx="148053" cy="129769"/>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sp>
          <p:nvSpPr>
            <p:cNvPr id="85" name="TextBox 84">
              <a:extLst>
                <a:ext uri="{FF2B5EF4-FFF2-40B4-BE49-F238E27FC236}">
                  <a16:creationId xmlns:a16="http://schemas.microsoft.com/office/drawing/2014/main" id="{6588DEC7-5CFD-4FC7-B31F-7F311EE3D786}"/>
                </a:ext>
              </a:extLst>
            </p:cNvPr>
            <p:cNvSpPr txBox="1"/>
            <p:nvPr/>
          </p:nvSpPr>
          <p:spPr>
            <a:xfrm>
              <a:off x="3240011" y="701518"/>
              <a:ext cx="727201" cy="276999"/>
            </a:xfrm>
            <a:prstGeom prst="rect">
              <a:avLst/>
            </a:prstGeom>
            <a:noFill/>
          </p:spPr>
          <p:txBody>
            <a:bodyPr wrap="square" rtlCol="0">
              <a:spAutoFit/>
            </a:bodyPr>
            <a:lstStyle/>
            <a:p>
              <a:pPr algn="ctr"/>
              <a:r>
                <a:rPr lang="en-US" altLang="zh-CN" sz="1200" dirty="0"/>
                <a:t>Click</a:t>
              </a:r>
              <a:endParaRPr lang="en-US" sz="1200" dirty="0"/>
            </a:p>
          </p:txBody>
        </p:sp>
      </p:grpSp>
    </p:spTree>
    <p:extLst>
      <p:ext uri="{BB962C8B-B14F-4D97-AF65-F5344CB8AC3E}">
        <p14:creationId xmlns:p14="http://schemas.microsoft.com/office/powerpoint/2010/main" val="137847650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71"/>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59"/>
                                        </p:tgtEl>
                                        <p:attrNameLst>
                                          <p:attrName>style.visibility</p:attrName>
                                        </p:attrNameLst>
                                      </p:cBhvr>
                                      <p:to>
                                        <p:strVal val="visible"/>
                                      </p:to>
                                    </p:set>
                                  </p:childTnLst>
                                </p:cTn>
                              </p:par>
                            </p:childTnLst>
                          </p:cTn>
                        </p:par>
                      </p:childTnLst>
                    </p:cTn>
                  </p:par>
                </p:childTnLst>
              </p:cTn>
              <p:nextCondLst>
                <p:cond evt="onClick" delay="0">
                  <p:tgtEl>
                    <p:spTgt spid="2"/>
                  </p:tgtEl>
                </p:cond>
              </p:nextCondLst>
            </p:seq>
          </p:childTnLst>
        </p:cTn>
      </p:par>
    </p:tnLst>
    <p:bldLst>
      <p:bldP spid="59"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13B57B1B56684BAB1341979C003C65" ma:contentTypeVersion="13" ma:contentTypeDescription="Create a new document." ma:contentTypeScope="" ma:versionID="3405956e3a549576d6db573d22b4ed99">
  <xsd:schema xmlns:xsd="http://www.w3.org/2001/XMLSchema" xmlns:xs="http://www.w3.org/2001/XMLSchema" xmlns:p="http://schemas.microsoft.com/office/2006/metadata/properties" xmlns:ns3="b8b3ae3f-5481-4331-b963-02e70fee9004" xmlns:ns4="05428c74-abb2-4460-9816-fc88d4c40442" targetNamespace="http://schemas.microsoft.com/office/2006/metadata/properties" ma:root="true" ma:fieldsID="936cb61175cac8064d30e2ba659afcbb" ns3:_="" ns4:_="">
    <xsd:import namespace="b8b3ae3f-5481-4331-b963-02e70fee9004"/>
    <xsd:import namespace="05428c74-abb2-4460-9816-fc88d4c40442"/>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GenerationTime" minOccurs="0"/>
                <xsd:element ref="ns3:MediaServiceEventHashCode" minOccurs="0"/>
                <xsd:element ref="ns3:MediaServiceOCR" minOccurs="0"/>
                <xsd:element ref="ns3:MediaServiceDateTaken" minOccurs="0"/>
                <xsd:element ref="ns3:MediaServiceLocation"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8b3ae3f-5481-4331-b963-02e70fee900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5428c74-abb2-4460-9816-fc88d4c4044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1DB3458-8798-46B3-BCBF-1AB3B09A087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8b3ae3f-5481-4331-b963-02e70fee9004"/>
    <ds:schemaRef ds:uri="05428c74-abb2-4460-9816-fc88d4c4044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E735D00-FE6A-4DC6-A9CC-2E33A95E45D0}">
  <ds:schemaRefs>
    <ds:schemaRef ds:uri="http://schemas.microsoft.com/sharepoint/v3/contenttype/forms"/>
  </ds:schemaRefs>
</ds:datastoreItem>
</file>

<file path=customXml/itemProps3.xml><?xml version="1.0" encoding="utf-8"?>
<ds:datastoreItem xmlns:ds="http://schemas.openxmlformats.org/officeDocument/2006/customXml" ds:itemID="{D1A78C41-BEA0-4555-9EE9-EB97EB8176D6}">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829</TotalTime>
  <Words>1583</Words>
  <Application>Microsoft Office PowerPoint</Application>
  <PresentationFormat>Widescreen</PresentationFormat>
  <Paragraphs>226</Paragraphs>
  <Slides>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Brandon Fainstad</dc:creator>
  <cp:lastModifiedBy>Brandon Fainstad</cp:lastModifiedBy>
  <cp:revision>4</cp:revision>
  <dcterms:created xsi:type="dcterms:W3CDTF">2020-08-12T16:33:20Z</dcterms:created>
  <dcterms:modified xsi:type="dcterms:W3CDTF">2020-08-26T16:26:09Z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0x0101000913B57B1B56684BAB1341979C003C65</vt:lpwstr>
  </property>
</Properties>
</file>